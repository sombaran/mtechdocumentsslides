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notesSlides/notesSlide5.xml" ContentType="application/vnd.openxmlformats-officedocument.presentationml.notesSlide+xml"/>
  <Override PartName="/ppt/ink/ink67.xml" ContentType="application/inkml+xml"/>
  <Override PartName="/ppt/ink/ink68.xml" ContentType="application/inkml+xml"/>
  <Override PartName="/ppt/ink/ink69.xml" ContentType="application/inkml+xml"/>
  <Override PartName="/ppt/notesSlides/notesSlide6.xml" ContentType="application/vnd.openxmlformats-officedocument.presentationml.notesSlide+xml"/>
  <Override PartName="/ppt/ink/ink70.xml" ContentType="application/inkml+xml"/>
  <Override PartName="/ppt/ink/ink71.xml" ContentType="application/inkml+xml"/>
  <Override PartName="/ppt/notesSlides/notesSlide7.xml" ContentType="application/vnd.openxmlformats-officedocument.presentationml.notesSlide+xml"/>
  <Override PartName="/ppt/ink/ink72.xml" ContentType="application/inkml+xml"/>
  <Override PartName="/ppt/notesSlides/notesSlide8.xml" ContentType="application/vnd.openxmlformats-officedocument.presentationml.notesSlide+xml"/>
  <Override PartName="/ppt/ink/ink73.xml" ContentType="application/inkml+xml"/>
  <Override PartName="/ppt/notesSlides/notesSlide9.xml" ContentType="application/vnd.openxmlformats-officedocument.presentationml.notesSlide+xml"/>
  <Override PartName="/ppt/ink/ink74.xml" ContentType="application/inkml+xml"/>
  <Override PartName="/ppt/ink/ink75.xml" ContentType="application/inkml+xml"/>
  <Override PartName="/ppt/notesSlides/notesSlide10.xml" ContentType="application/vnd.openxmlformats-officedocument.presentationml.notesSlide+xml"/>
  <Override PartName="/ppt/ink/ink76.xml" ContentType="application/inkml+xml"/>
  <Override PartName="/ppt/ink/ink77.xml" ContentType="application/inkml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17"/>
  </p:notesMasterIdLst>
  <p:sldIdLst>
    <p:sldId id="405" r:id="rId2"/>
    <p:sldId id="690" r:id="rId3"/>
    <p:sldId id="691" r:id="rId4"/>
    <p:sldId id="692" r:id="rId5"/>
    <p:sldId id="693" r:id="rId6"/>
    <p:sldId id="701" r:id="rId7"/>
    <p:sldId id="702" r:id="rId8"/>
    <p:sldId id="694" r:id="rId9"/>
    <p:sldId id="703" r:id="rId10"/>
    <p:sldId id="695" r:id="rId11"/>
    <p:sldId id="696" r:id="rId12"/>
    <p:sldId id="697" r:id="rId13"/>
    <p:sldId id="698" r:id="rId14"/>
    <p:sldId id="699" r:id="rId15"/>
    <p:sldId id="70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D1386E-21FD-493A-AA7F-F21F472666AA}" v="7" dt="2025-10-04T03:48:32.279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32" autoAdjust="0"/>
    <p:restoredTop sz="94660"/>
  </p:normalViewPr>
  <p:slideViewPr>
    <p:cSldViewPr snapToGrid="0">
      <p:cViewPr varScale="1">
        <p:scale>
          <a:sx n="64" d="100"/>
          <a:sy n="64" d="100"/>
        </p:scale>
        <p:origin x="12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07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0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6CD110FC-ECB1-4188-A54A-469E6335FF4B}"/>
    <pc:docChg chg="custSel addSld delSld modSld">
      <pc:chgData name="Rahul Mishra" userId="57c6469e-ac64-4888-811b-35f0aabddbad" providerId="ADAL" clId="{6CD110FC-ECB1-4188-A54A-469E6335FF4B}" dt="2024-08-08T17:07:15.046" v="45" actId="1076"/>
      <pc:docMkLst>
        <pc:docMk/>
      </pc:docMkLst>
      <pc:sldChg chg="modSp mod">
        <pc:chgData name="Rahul Mishra" userId="57c6469e-ac64-4888-811b-35f0aabddbad" providerId="ADAL" clId="{6CD110FC-ECB1-4188-A54A-469E6335FF4B}" dt="2024-08-07T06:11:09.270" v="7" actId="14100"/>
        <pc:sldMkLst>
          <pc:docMk/>
          <pc:sldMk cId="109857222" sldId="256"/>
        </pc:sldMkLst>
      </pc:sldChg>
      <pc:sldChg chg="del">
        <pc:chgData name="Rahul Mishra" userId="57c6469e-ac64-4888-811b-35f0aabddbad" providerId="ADAL" clId="{6CD110FC-ECB1-4188-A54A-469E6335FF4B}" dt="2024-08-07T06:14:05.233" v="35" actId="47"/>
        <pc:sldMkLst>
          <pc:docMk/>
          <pc:sldMk cId="0" sldId="270"/>
        </pc:sldMkLst>
      </pc:sldChg>
      <pc:sldChg chg="del">
        <pc:chgData name="Rahul Mishra" userId="57c6469e-ac64-4888-811b-35f0aabddbad" providerId="ADAL" clId="{6CD110FC-ECB1-4188-A54A-469E6335FF4B}" dt="2024-08-07T06:14:10.261" v="36" actId="47"/>
        <pc:sldMkLst>
          <pc:docMk/>
          <pc:sldMk cId="4069218776" sldId="275"/>
        </pc:sldMkLst>
      </pc:sldChg>
      <pc:sldChg chg="del">
        <pc:chgData name="Rahul Mishra" userId="57c6469e-ac64-4888-811b-35f0aabddbad" providerId="ADAL" clId="{6CD110FC-ECB1-4188-A54A-469E6335FF4B}" dt="2024-08-07T06:14:04.023" v="34" actId="47"/>
        <pc:sldMkLst>
          <pc:docMk/>
          <pc:sldMk cId="3514271712" sldId="276"/>
        </pc:sldMkLst>
      </pc:sldChg>
      <pc:sldChg chg="del">
        <pc:chgData name="Rahul Mishra" userId="57c6469e-ac64-4888-811b-35f0aabddbad" providerId="ADAL" clId="{6CD110FC-ECB1-4188-A54A-469E6335FF4B}" dt="2024-08-07T06:13:58.696" v="28" actId="47"/>
        <pc:sldMkLst>
          <pc:docMk/>
          <pc:sldMk cId="3852848067" sldId="279"/>
        </pc:sldMkLst>
      </pc:sldChg>
      <pc:sldChg chg="del">
        <pc:chgData name="Rahul Mishra" userId="57c6469e-ac64-4888-811b-35f0aabddbad" providerId="ADAL" clId="{6CD110FC-ECB1-4188-A54A-469E6335FF4B}" dt="2024-08-07T06:14:34.388" v="40" actId="47"/>
        <pc:sldMkLst>
          <pc:docMk/>
          <pc:sldMk cId="1848721818" sldId="281"/>
        </pc:sldMkLst>
      </pc:sldChg>
      <pc:sldChg chg="del">
        <pc:chgData name="Rahul Mishra" userId="57c6469e-ac64-4888-811b-35f0aabddbad" providerId="ADAL" clId="{6CD110FC-ECB1-4188-A54A-469E6335FF4B}" dt="2024-08-07T06:13:53.610" v="24" actId="47"/>
        <pc:sldMkLst>
          <pc:docMk/>
          <pc:sldMk cId="20482556" sldId="283"/>
        </pc:sldMkLst>
      </pc:sldChg>
      <pc:sldChg chg="del">
        <pc:chgData name="Rahul Mishra" userId="57c6469e-ac64-4888-811b-35f0aabddbad" providerId="ADAL" clId="{6CD110FC-ECB1-4188-A54A-469E6335FF4B}" dt="2024-08-07T06:13:52.242" v="23" actId="47"/>
        <pc:sldMkLst>
          <pc:docMk/>
          <pc:sldMk cId="2580848646" sldId="284"/>
        </pc:sldMkLst>
      </pc:sldChg>
      <pc:sldChg chg="del">
        <pc:chgData name="Rahul Mishra" userId="57c6469e-ac64-4888-811b-35f0aabddbad" providerId="ADAL" clId="{6CD110FC-ECB1-4188-A54A-469E6335FF4B}" dt="2024-08-07T06:13:26.058" v="22" actId="47"/>
        <pc:sldMkLst>
          <pc:docMk/>
          <pc:sldMk cId="2416795455" sldId="285"/>
        </pc:sldMkLst>
      </pc:sldChg>
      <pc:sldChg chg="del">
        <pc:chgData name="Rahul Mishra" userId="57c6469e-ac64-4888-811b-35f0aabddbad" providerId="ADAL" clId="{6CD110FC-ECB1-4188-A54A-469E6335FF4B}" dt="2024-08-07T06:13:24.031" v="21" actId="47"/>
        <pc:sldMkLst>
          <pc:docMk/>
          <pc:sldMk cId="1586066216" sldId="286"/>
        </pc:sldMkLst>
      </pc:sldChg>
      <pc:sldChg chg="del">
        <pc:chgData name="Rahul Mishra" userId="57c6469e-ac64-4888-811b-35f0aabddbad" providerId="ADAL" clId="{6CD110FC-ECB1-4188-A54A-469E6335FF4B}" dt="2024-08-07T06:13:21.297" v="20" actId="47"/>
        <pc:sldMkLst>
          <pc:docMk/>
          <pc:sldMk cId="3123173485" sldId="287"/>
        </pc:sldMkLst>
      </pc:sldChg>
      <pc:sldChg chg="modSp mod">
        <pc:chgData name="Rahul Mishra" userId="57c6469e-ac64-4888-811b-35f0aabddbad" providerId="ADAL" clId="{6CD110FC-ECB1-4188-A54A-469E6335FF4B}" dt="2024-08-07T06:12:13.350" v="19" actId="1076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6CD110FC-ECB1-4188-A54A-469E6335FF4B}" dt="2024-08-07T06:14:22.990" v="38" actId="47"/>
        <pc:sldMkLst>
          <pc:docMk/>
          <pc:sldMk cId="3216909728" sldId="296"/>
        </pc:sldMkLst>
      </pc:sldChg>
      <pc:sldChg chg="del">
        <pc:chgData name="Rahul Mishra" userId="57c6469e-ac64-4888-811b-35f0aabddbad" providerId="ADAL" clId="{6CD110FC-ECB1-4188-A54A-469E6335FF4B}" dt="2024-08-07T06:14:20.809" v="37" actId="47"/>
        <pc:sldMkLst>
          <pc:docMk/>
          <pc:sldMk cId="3554936368" sldId="297"/>
        </pc:sldMkLst>
      </pc:sldChg>
      <pc:sldChg chg="del">
        <pc:chgData name="Rahul Mishra" userId="57c6469e-ac64-4888-811b-35f0aabddbad" providerId="ADAL" clId="{6CD110FC-ECB1-4188-A54A-469E6335FF4B}" dt="2024-08-07T06:14:03.166" v="33" actId="47"/>
        <pc:sldMkLst>
          <pc:docMk/>
          <pc:sldMk cId="2406506087" sldId="336"/>
        </pc:sldMkLst>
      </pc:sldChg>
      <pc:sldChg chg="del">
        <pc:chgData name="Rahul Mishra" userId="57c6469e-ac64-4888-811b-35f0aabddbad" providerId="ADAL" clId="{6CD110FC-ECB1-4188-A54A-469E6335FF4B}" dt="2024-08-07T06:14:02.355" v="32" actId="47"/>
        <pc:sldMkLst>
          <pc:docMk/>
          <pc:sldMk cId="2068555102" sldId="337"/>
        </pc:sldMkLst>
      </pc:sldChg>
      <pc:sldChg chg="del">
        <pc:chgData name="Rahul Mishra" userId="57c6469e-ac64-4888-811b-35f0aabddbad" providerId="ADAL" clId="{6CD110FC-ECB1-4188-A54A-469E6335FF4B}" dt="2024-08-07T06:13:57.330" v="27" actId="47"/>
        <pc:sldMkLst>
          <pc:docMk/>
          <pc:sldMk cId="223884994" sldId="339"/>
        </pc:sldMkLst>
      </pc:sldChg>
      <pc:sldChg chg="del">
        <pc:chgData name="Rahul Mishra" userId="57c6469e-ac64-4888-811b-35f0aabddbad" providerId="ADAL" clId="{6CD110FC-ECB1-4188-A54A-469E6335FF4B}" dt="2024-08-07T06:13:56.294" v="26" actId="47"/>
        <pc:sldMkLst>
          <pc:docMk/>
          <pc:sldMk cId="507314074" sldId="340"/>
        </pc:sldMkLst>
      </pc:sldChg>
      <pc:sldChg chg="del">
        <pc:chgData name="Rahul Mishra" userId="57c6469e-ac64-4888-811b-35f0aabddbad" providerId="ADAL" clId="{6CD110FC-ECB1-4188-A54A-469E6335FF4B}" dt="2024-08-07T06:13:55.196" v="25" actId="47"/>
        <pc:sldMkLst>
          <pc:docMk/>
          <pc:sldMk cId="3644562415" sldId="341"/>
        </pc:sldMkLst>
      </pc:sldChg>
      <pc:sldChg chg="del">
        <pc:chgData name="Rahul Mishra" userId="57c6469e-ac64-4888-811b-35f0aabddbad" providerId="ADAL" clId="{6CD110FC-ECB1-4188-A54A-469E6335FF4B}" dt="2024-08-07T06:14:01.555" v="31" actId="47"/>
        <pc:sldMkLst>
          <pc:docMk/>
          <pc:sldMk cId="3048384822" sldId="342"/>
        </pc:sldMkLst>
      </pc:sldChg>
      <pc:sldChg chg="del">
        <pc:chgData name="Rahul Mishra" userId="57c6469e-ac64-4888-811b-35f0aabddbad" providerId="ADAL" clId="{6CD110FC-ECB1-4188-A54A-469E6335FF4B}" dt="2024-08-07T06:14:35.756" v="41" actId="47"/>
        <pc:sldMkLst>
          <pc:docMk/>
          <pc:sldMk cId="3560463952" sldId="345"/>
        </pc:sldMkLst>
      </pc:sldChg>
      <pc:sldChg chg="del">
        <pc:chgData name="Rahul Mishra" userId="57c6469e-ac64-4888-811b-35f0aabddbad" providerId="ADAL" clId="{6CD110FC-ECB1-4188-A54A-469E6335FF4B}" dt="2024-08-07T06:14:36.933" v="42" actId="47"/>
        <pc:sldMkLst>
          <pc:docMk/>
          <pc:sldMk cId="2473714365" sldId="346"/>
        </pc:sldMkLst>
      </pc:sldChg>
      <pc:sldChg chg="del">
        <pc:chgData name="Rahul Mishra" userId="57c6469e-ac64-4888-811b-35f0aabddbad" providerId="ADAL" clId="{6CD110FC-ECB1-4188-A54A-469E6335FF4B}" dt="2024-08-07T06:14:00.617" v="30" actId="47"/>
        <pc:sldMkLst>
          <pc:docMk/>
          <pc:sldMk cId="1116213387" sldId="347"/>
        </pc:sldMkLst>
      </pc:sldChg>
      <pc:sldChg chg="del">
        <pc:chgData name="Rahul Mishra" userId="57c6469e-ac64-4888-811b-35f0aabddbad" providerId="ADAL" clId="{6CD110FC-ECB1-4188-A54A-469E6335FF4B}" dt="2024-08-07T06:13:59.607" v="29" actId="47"/>
        <pc:sldMkLst>
          <pc:docMk/>
          <pc:sldMk cId="164456950" sldId="348"/>
        </pc:sldMkLst>
      </pc:sldChg>
      <pc:sldChg chg="del">
        <pc:chgData name="Rahul Mishra" userId="57c6469e-ac64-4888-811b-35f0aabddbad" providerId="ADAL" clId="{6CD110FC-ECB1-4188-A54A-469E6335FF4B}" dt="2024-08-07T06:14:39.452" v="43" actId="47"/>
        <pc:sldMkLst>
          <pc:docMk/>
          <pc:sldMk cId="3331351185" sldId="371"/>
        </pc:sldMkLst>
      </pc:sldChg>
      <pc:sldChg chg="del">
        <pc:chgData name="Rahul Mishra" userId="57c6469e-ac64-4888-811b-35f0aabddbad" providerId="ADAL" clId="{6CD110FC-ECB1-4188-A54A-469E6335FF4B}" dt="2024-08-07T06:14:32.978" v="39" actId="47"/>
        <pc:sldMkLst>
          <pc:docMk/>
          <pc:sldMk cId="2845789028" sldId="372"/>
        </pc:sldMkLst>
      </pc:sldChg>
      <pc:sldChg chg="addSp modSp new mod setBg">
        <pc:chgData name="Rahul Mishra" userId="57c6469e-ac64-4888-811b-35f0aabddbad" providerId="ADAL" clId="{6CD110FC-ECB1-4188-A54A-469E6335FF4B}" dt="2024-08-08T17:07:15.046" v="45" actId="1076"/>
        <pc:sldMkLst>
          <pc:docMk/>
          <pc:sldMk cId="3459647960" sldId="374"/>
        </pc:sldMkLst>
      </pc:sldChg>
    </pc:docChg>
  </pc:docChgLst>
  <pc:docChgLst>
    <pc:chgData name="Rahul Mishra" userId="57c6469e-ac64-4888-811b-35f0aabddbad" providerId="ADAL" clId="{0AB29906-FC17-43A0-9F50-748EB40EBA55}"/>
    <pc:docChg chg="custSel addSld delSld modSld">
      <pc:chgData name="Rahul Mishra" userId="57c6469e-ac64-4888-811b-35f0aabddbad" providerId="ADAL" clId="{0AB29906-FC17-43A0-9F50-748EB40EBA55}" dt="2024-09-07T03:49:40.126" v="34"/>
      <pc:docMkLst>
        <pc:docMk/>
      </pc:docMkLst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1701599832" sldId="271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5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685752519" sldId="292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4267650275" sldId="29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502611286" sldId="294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901015964" sldId="29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615098788" sldId="296"/>
        </pc:sldMkLst>
      </pc:sldChg>
      <pc:sldChg chg="addSp modSp mod">
        <pc:chgData name="Rahul Mishra" userId="57c6469e-ac64-4888-811b-35f0aabddbad" providerId="ADAL" clId="{0AB29906-FC17-43A0-9F50-748EB40EBA55}" dt="2024-09-07T02:51:14.813" v="32"/>
        <pc:sldMkLst>
          <pc:docMk/>
          <pc:sldMk cId="2187071181" sldId="30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419033139" sldId="30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079535757" sldId="375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2983673248" sldId="376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3694120147" sldId="37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3465334699" sldId="37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79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93"/>
        </pc:sldMkLst>
      </pc:sldChg>
      <pc:sldChg chg="del">
        <pc:chgData name="Rahul Mishra" userId="57c6469e-ac64-4888-811b-35f0aabddbad" providerId="ADAL" clId="{0AB29906-FC17-43A0-9F50-748EB40EBA55}" dt="2024-09-06T17:23:25.619" v="26" actId="47"/>
        <pc:sldMkLst>
          <pc:docMk/>
          <pc:sldMk cId="0" sldId="39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1992141454" sldId="404"/>
        </pc:sldMkLst>
      </pc:sldChg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545609971" sldId="405"/>
        </pc:sldMkLst>
      </pc:sldChg>
      <pc:sldChg chg="addSp modSp mod">
        <pc:chgData name="Rahul Mishra" userId="57c6469e-ac64-4888-811b-35f0aabddbad" providerId="ADAL" clId="{0AB29906-FC17-43A0-9F50-748EB40EBA55}" dt="2024-09-07T03:49:40.126" v="34"/>
        <pc:sldMkLst>
          <pc:docMk/>
          <pc:sldMk cId="1740156467" sldId="40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658975334" sldId="407"/>
        </pc:sldMkLst>
      </pc:sldChg>
      <pc:sldChg chg="modSp mod">
        <pc:chgData name="Rahul Mishra" userId="57c6469e-ac64-4888-811b-35f0aabddbad" providerId="ADAL" clId="{0AB29906-FC17-43A0-9F50-748EB40EBA55}" dt="2024-09-06T05:49:28.151" v="4" actId="27636"/>
        <pc:sldMkLst>
          <pc:docMk/>
          <pc:sldMk cId="832144480" sldId="408"/>
        </pc:sldMkLst>
      </pc:sldChg>
      <pc:sldChg chg="modSp mod">
        <pc:chgData name="Rahul Mishra" userId="57c6469e-ac64-4888-811b-35f0aabddbad" providerId="ADAL" clId="{0AB29906-FC17-43A0-9F50-748EB40EBA55}" dt="2024-09-06T05:49:28.157" v="5" actId="27636"/>
        <pc:sldMkLst>
          <pc:docMk/>
          <pc:sldMk cId="4711899" sldId="409"/>
        </pc:sldMkLst>
      </pc:sldChg>
      <pc:sldChg chg="modSp mod">
        <pc:chgData name="Rahul Mishra" userId="57c6469e-ac64-4888-811b-35f0aabddbad" providerId="ADAL" clId="{0AB29906-FC17-43A0-9F50-748EB40EBA55}" dt="2024-09-06T05:49:28.181" v="6" actId="27636"/>
        <pc:sldMkLst>
          <pc:docMk/>
          <pc:sldMk cId="1349400572" sldId="410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231131565" sldId="411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939944465" sldId="413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214863930" sldId="414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118251881" sldId="415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560525014" sldId="41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508322553" sldId="417"/>
        </pc:sldMkLst>
      </pc:sldChg>
      <pc:sldChg chg="modSp mod">
        <pc:chgData name="Rahul Mishra" userId="57c6469e-ac64-4888-811b-35f0aabddbad" providerId="ADAL" clId="{0AB29906-FC17-43A0-9F50-748EB40EBA55}" dt="2024-09-06T17:26:44.347" v="27" actId="1076"/>
        <pc:sldMkLst>
          <pc:docMk/>
          <pc:sldMk cId="619737420" sldId="418"/>
        </pc:sldMkLst>
      </pc:sldChg>
      <pc:sldChg chg="modSp mod">
        <pc:chgData name="Rahul Mishra" userId="57c6469e-ac64-4888-811b-35f0aabddbad" providerId="ADAL" clId="{0AB29906-FC17-43A0-9F50-748EB40EBA55}" dt="2024-09-06T05:49:28.204" v="7" actId="27636"/>
        <pc:sldMkLst>
          <pc:docMk/>
          <pc:sldMk cId="2076925815" sldId="423"/>
        </pc:sldMkLst>
      </pc:sldChg>
      <pc:sldChg chg="modSp mod">
        <pc:chgData name="Rahul Mishra" userId="57c6469e-ac64-4888-811b-35f0aabddbad" providerId="ADAL" clId="{0AB29906-FC17-43A0-9F50-748EB40EBA55}" dt="2024-09-06T17:30:48.906" v="28" actId="732"/>
        <pc:sldMkLst>
          <pc:docMk/>
          <pc:sldMk cId="3782739295" sldId="433"/>
        </pc:sldMkLst>
      </pc:sldChg>
      <pc:sldChg chg="modSp mod">
        <pc:chgData name="Rahul Mishra" userId="57c6469e-ac64-4888-811b-35f0aabddbad" providerId="ADAL" clId="{0AB29906-FC17-43A0-9F50-748EB40EBA55}" dt="2024-09-06T05:49:28.204" v="8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0AB29906-FC17-43A0-9F50-748EB40EBA55}" dt="2024-09-06T17:31:59.605" v="30" actId="14100"/>
        <pc:sldMkLst>
          <pc:docMk/>
          <pc:sldMk cId="1474668071" sldId="441"/>
        </pc:sldMkLst>
      </pc:sldChg>
      <pc:sldChg chg="modSp mod">
        <pc:chgData name="Rahul Mishra" userId="57c6469e-ac64-4888-811b-35f0aabddbad" providerId="ADAL" clId="{0AB29906-FC17-43A0-9F50-748EB40EBA55}" dt="2024-09-06T17:32:27.644" v="31" actId="14100"/>
        <pc:sldMkLst>
          <pc:docMk/>
          <pc:sldMk cId="39282603" sldId="443"/>
        </pc:sldMkLst>
      </pc:sldChg>
      <pc:sldChg chg="addSp modSp new mod">
        <pc:chgData name="Rahul Mishra" userId="57c6469e-ac64-4888-811b-35f0aabddbad" providerId="ADAL" clId="{0AB29906-FC17-43A0-9F50-748EB40EBA55}" dt="2024-09-07T02:51:14.813" v="32"/>
        <pc:sldMkLst>
          <pc:docMk/>
          <pc:sldMk cId="4154801453" sldId="446"/>
        </pc:sldMkLst>
      </pc:sldChg>
    </pc:docChg>
  </pc:docChgLst>
  <pc:docChgLst>
    <pc:chgData name="Rahul Mishra" userId="57c6469e-ac64-4888-811b-35f0aabddbad" providerId="ADAL" clId="{21FFD693-4E0E-4C6A-9B31-7A4B381D4AA0}"/>
    <pc:docChg chg="undo custSel addSld modSld">
      <pc:chgData name="Rahul Mishra" userId="57c6469e-ac64-4888-811b-35f0aabddbad" providerId="ADAL" clId="{21FFD693-4E0E-4C6A-9B31-7A4B381D4AA0}" dt="2024-08-31T18:40:31.090" v="18" actId="1076"/>
      <pc:docMkLst>
        <pc:docMk/>
      </pc:docMkLst>
      <pc:sldChg chg="delSp add mod">
        <pc:chgData name="Rahul Mishra" userId="57c6469e-ac64-4888-811b-35f0aabddbad" providerId="ADAL" clId="{21FFD693-4E0E-4C6A-9B31-7A4B381D4AA0}" dt="2024-08-31T17:30:57.514" v="13" actId="478"/>
        <pc:sldMkLst>
          <pc:docMk/>
          <pc:sldMk cId="3580903429" sldId="277"/>
        </pc:sldMkLst>
      </pc:sldChg>
      <pc:sldChg chg="modSp mod">
        <pc:chgData name="Rahul Mishra" userId="57c6469e-ac64-4888-811b-35f0aabddbad" providerId="ADAL" clId="{21FFD693-4E0E-4C6A-9B31-7A4B381D4AA0}" dt="2024-08-31T18:38:41.288" v="14" actId="1076"/>
        <pc:sldMkLst>
          <pc:docMk/>
          <pc:sldMk cId="0" sldId="283"/>
        </pc:sldMkLst>
      </pc:sldChg>
      <pc:sldChg chg="modSp mod">
        <pc:chgData name="Rahul Mishra" userId="57c6469e-ac64-4888-811b-35f0aabddbad" providerId="ADAL" clId="{21FFD693-4E0E-4C6A-9B31-7A4B381D4AA0}" dt="2024-08-31T18:38:50.743" v="15" actId="1076"/>
        <pc:sldMkLst>
          <pc:docMk/>
          <pc:sldMk cId="0" sldId="284"/>
        </pc:sldMkLst>
      </pc:sldChg>
      <pc:sldChg chg="modSp mod">
        <pc:chgData name="Rahul Mishra" userId="57c6469e-ac64-4888-811b-35f0aabddbad" providerId="ADAL" clId="{21FFD693-4E0E-4C6A-9B31-7A4B381D4AA0}" dt="2024-08-31T18:40:31.090" v="18" actId="1076"/>
        <pc:sldMkLst>
          <pc:docMk/>
          <pc:sldMk cId="0" sldId="285"/>
        </pc:sldMkLst>
      </pc:sldChg>
      <pc:sldChg chg="modSp mod">
        <pc:chgData name="Rahul Mishra" userId="57c6469e-ac64-4888-811b-35f0aabddbad" providerId="ADAL" clId="{21FFD693-4E0E-4C6A-9B31-7A4B381D4AA0}" dt="2024-08-31T17:30:54.298" v="5" actId="27636"/>
        <pc:sldMkLst>
          <pc:docMk/>
          <pc:sldMk cId="2182143427" sldId="298"/>
        </pc:sldMkLst>
      </pc:sldChg>
      <pc:sldChg chg="modSp mod">
        <pc:chgData name="Rahul Mishra" userId="57c6469e-ac64-4888-811b-35f0aabddbad" providerId="ADAL" clId="{21FFD693-4E0E-4C6A-9B31-7A4B381D4AA0}" dt="2024-08-31T17:30:54.307" v="6" actId="27636"/>
        <pc:sldMkLst>
          <pc:docMk/>
          <pc:sldMk cId="3430712330" sldId="299"/>
        </pc:sldMkLst>
      </pc:sldChg>
      <pc:sldChg chg="modSp mod">
        <pc:chgData name="Rahul Mishra" userId="57c6469e-ac64-4888-811b-35f0aabddbad" providerId="ADAL" clId="{21FFD693-4E0E-4C6A-9B31-7A4B381D4AA0}" dt="2024-08-31T17:30:54.313" v="7" actId="27636"/>
        <pc:sldMkLst>
          <pc:docMk/>
          <pc:sldMk cId="2853893709" sldId="300"/>
        </pc:sldMkLst>
      </pc:sldChg>
      <pc:sldChg chg="modSp mod">
        <pc:chgData name="Rahul Mishra" userId="57c6469e-ac64-4888-811b-35f0aabddbad" providerId="ADAL" clId="{21FFD693-4E0E-4C6A-9B31-7A4B381D4AA0}" dt="2024-08-31T17:30:54.329" v="8" actId="27636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21FFD693-4E0E-4C6A-9B31-7A4B381D4AA0}" dt="2024-08-31T17:30:54.329" v="9" actId="27636"/>
        <pc:sldMkLst>
          <pc:docMk/>
          <pc:sldMk cId="3799010131" sldId="302"/>
        </pc:sldMkLst>
      </pc:sldChg>
      <pc:sldChg chg="modSp mod">
        <pc:chgData name="Rahul Mishra" userId="57c6469e-ac64-4888-811b-35f0aabddbad" providerId="ADAL" clId="{21FFD693-4E0E-4C6A-9B31-7A4B381D4AA0}" dt="2024-08-31T17:30:54.345" v="10" actId="27636"/>
        <pc:sldMkLst>
          <pc:docMk/>
          <pc:sldMk cId="2187071181" sldId="303"/>
        </pc:sldMkLst>
      </pc:sldChg>
      <pc:sldChg chg="add">
        <pc:chgData name="Rahul Mishra" userId="57c6469e-ac64-4888-811b-35f0aabddbad" providerId="ADAL" clId="{21FFD693-4E0E-4C6A-9B31-7A4B381D4AA0}" dt="2024-08-31T17:30:54.156" v="0"/>
        <pc:sldMkLst>
          <pc:docMk/>
          <pc:sldMk cId="4132747667" sldId="353"/>
        </pc:sldMkLst>
      </pc:sldChg>
      <pc:sldChg chg="modSp mod">
        <pc:chgData name="Rahul Mishra" userId="57c6469e-ac64-4888-811b-35f0aabddbad" providerId="ADAL" clId="{21FFD693-4E0E-4C6A-9B31-7A4B381D4AA0}" dt="2024-08-31T17:30:54.251" v="1" actId="27636"/>
        <pc:sldMkLst>
          <pc:docMk/>
          <pc:sldMk cId="3256313146" sldId="366"/>
        </pc:sldMkLst>
      </pc:sldChg>
      <pc:sldChg chg="modSp mod">
        <pc:chgData name="Rahul Mishra" userId="57c6469e-ac64-4888-811b-35f0aabddbad" providerId="ADAL" clId="{21FFD693-4E0E-4C6A-9B31-7A4B381D4AA0}" dt="2024-08-31T17:30:54.266" v="2" actId="27636"/>
        <pc:sldMkLst>
          <pc:docMk/>
          <pc:sldMk cId="3617587182" sldId="367"/>
        </pc:sldMkLst>
      </pc:sldChg>
      <pc:sldChg chg="modSp mod">
        <pc:chgData name="Rahul Mishra" userId="57c6469e-ac64-4888-811b-35f0aabddbad" providerId="ADAL" clId="{21FFD693-4E0E-4C6A-9B31-7A4B381D4AA0}" dt="2024-08-31T17:30:54.266" v="3" actId="27636"/>
        <pc:sldMkLst>
          <pc:docMk/>
          <pc:sldMk cId="1559975623" sldId="368"/>
        </pc:sldMkLst>
      </pc:sldChg>
      <pc:sldChg chg="modSp mod">
        <pc:chgData name="Rahul Mishra" userId="57c6469e-ac64-4888-811b-35f0aabddbad" providerId="ADAL" clId="{21FFD693-4E0E-4C6A-9B31-7A4B381D4AA0}" dt="2024-08-31T17:30:54.282" v="4" actId="27636"/>
        <pc:sldMkLst>
          <pc:docMk/>
          <pc:sldMk cId="3336479956" sldId="369"/>
        </pc:sldMkLst>
      </pc:sldChg>
      <pc:sldChg chg="modSp mod">
        <pc:chgData name="Rahul Mishra" userId="57c6469e-ac64-4888-811b-35f0aabddbad" providerId="ADAL" clId="{21FFD693-4E0E-4C6A-9B31-7A4B381D4AA0}" dt="2024-08-31T17:30:54.360" v="11" actId="27636"/>
        <pc:sldMkLst>
          <pc:docMk/>
          <pc:sldMk cId="2983673248" sldId="376"/>
        </pc:sldMkLst>
      </pc:sldChg>
      <pc:sldChg chg="modSp mod">
        <pc:chgData name="Rahul Mishra" userId="57c6469e-ac64-4888-811b-35f0aabddbad" providerId="ADAL" clId="{21FFD693-4E0E-4C6A-9B31-7A4B381D4AA0}" dt="2024-08-31T17:30:54.360" v="12" actId="27636"/>
        <pc:sldMkLst>
          <pc:docMk/>
          <pc:sldMk cId="3694120147" sldId="377"/>
        </pc:sldMkLst>
      </pc:sldChg>
    </pc:docChg>
  </pc:docChgLst>
  <pc:docChgLst>
    <pc:chgData name="Rahul Mishra" userId="57c6469e-ac64-4888-811b-35f0aabddbad" providerId="ADAL" clId="{D694FC68-1922-4C15-9468-452F1A1218DB}"/>
    <pc:docChg chg="undo custSel addSld delSld modSld">
      <pc:chgData name="Rahul Mishra" userId="57c6469e-ac64-4888-811b-35f0aabddbad" providerId="ADAL" clId="{D694FC68-1922-4C15-9468-452F1A1218DB}" dt="2025-03-30T04:12:23.071" v="15"/>
      <pc:docMkLst>
        <pc:docMk/>
      </pc:docMkLst>
      <pc:sldChg chg="addSp">
        <pc:chgData name="Rahul Mishra" userId="57c6469e-ac64-4888-811b-35f0aabddbad" providerId="ADAL" clId="{D694FC68-1922-4C15-9468-452F1A1218DB}" dt="2025-03-29T02:56:21.211" v="0"/>
        <pc:sldMkLst>
          <pc:docMk/>
          <pc:sldMk cId="545609971" sldId="405"/>
        </pc:sldMkLst>
      </pc:sldChg>
      <pc:sldChg chg="addSp">
        <pc:chgData name="Rahul Mishra" userId="57c6469e-ac64-4888-811b-35f0aabddbad" providerId="ADAL" clId="{D694FC68-1922-4C15-9468-452F1A1218DB}" dt="2025-03-29T03:02:45.557" v="3"/>
        <pc:sldMkLst>
          <pc:docMk/>
          <pc:sldMk cId="2484809698" sldId="690"/>
        </pc:sldMkLst>
      </pc:sldChg>
      <pc:sldChg chg="addSp">
        <pc:chgData name="Rahul Mishra" userId="57c6469e-ac64-4888-811b-35f0aabddbad" providerId="ADAL" clId="{D694FC68-1922-4C15-9468-452F1A1218DB}" dt="2025-03-29T03:02:45.557" v="3"/>
        <pc:sldMkLst>
          <pc:docMk/>
          <pc:sldMk cId="709326755" sldId="691"/>
        </pc:sldMkLst>
      </pc:sldChg>
      <pc:sldChg chg="addSp">
        <pc:chgData name="Rahul Mishra" userId="57c6469e-ac64-4888-811b-35f0aabddbad" providerId="ADAL" clId="{D694FC68-1922-4C15-9468-452F1A1218DB}" dt="2025-03-30T04:12:23.071" v="15"/>
        <pc:sldMkLst>
          <pc:docMk/>
          <pc:sldMk cId="203659610" sldId="692"/>
        </pc:sldMkLst>
      </pc:sldChg>
      <pc:sldChg chg="addSp">
        <pc:chgData name="Rahul Mishra" userId="57c6469e-ac64-4888-811b-35f0aabddbad" providerId="ADAL" clId="{D694FC68-1922-4C15-9468-452F1A1218DB}" dt="2025-03-30T04:12:23.071" v="15"/>
        <pc:sldMkLst>
          <pc:docMk/>
          <pc:sldMk cId="829022359" sldId="693"/>
        </pc:sldMkLst>
      </pc:sldChg>
      <pc:sldChg chg="addSp">
        <pc:chgData name="Rahul Mishra" userId="57c6469e-ac64-4888-811b-35f0aabddbad" providerId="ADAL" clId="{D694FC68-1922-4C15-9468-452F1A1218DB}" dt="2025-03-29T03:30:29.427" v="8"/>
        <pc:sldMkLst>
          <pc:docMk/>
          <pc:sldMk cId="2245196146" sldId="694"/>
        </pc:sldMkLst>
      </pc:sldChg>
      <pc:sldChg chg="addSp">
        <pc:chgData name="Rahul Mishra" userId="57c6469e-ac64-4888-811b-35f0aabddbad" providerId="ADAL" clId="{D694FC68-1922-4C15-9468-452F1A1218DB}" dt="2025-03-29T03:40:08.083" v="13"/>
        <pc:sldMkLst>
          <pc:docMk/>
          <pc:sldMk cId="3562984317" sldId="695"/>
        </pc:sldMkLst>
      </pc:sldChg>
      <pc:sldChg chg="addSp">
        <pc:chgData name="Rahul Mishra" userId="57c6469e-ac64-4888-811b-35f0aabddbad" providerId="ADAL" clId="{D694FC68-1922-4C15-9468-452F1A1218DB}" dt="2025-03-29T03:48:57.295" v="14"/>
        <pc:sldMkLst>
          <pc:docMk/>
          <pc:sldMk cId="3111795633" sldId="696"/>
        </pc:sldMkLst>
      </pc:sldChg>
      <pc:sldChg chg="addSp">
        <pc:chgData name="Rahul Mishra" userId="57c6469e-ac64-4888-811b-35f0aabddbad" providerId="ADAL" clId="{D694FC68-1922-4C15-9468-452F1A1218DB}" dt="2025-03-30T04:12:23.071" v="15"/>
        <pc:sldMkLst>
          <pc:docMk/>
          <pc:sldMk cId="1145417824" sldId="697"/>
        </pc:sldMkLst>
      </pc:sldChg>
      <pc:sldChg chg="addSp">
        <pc:chgData name="Rahul Mishra" userId="57c6469e-ac64-4888-811b-35f0aabddbad" providerId="ADAL" clId="{D694FC68-1922-4C15-9468-452F1A1218DB}" dt="2025-03-30T04:12:23.071" v="15"/>
        <pc:sldMkLst>
          <pc:docMk/>
          <pc:sldMk cId="1170234801" sldId="698"/>
        </pc:sldMkLst>
      </pc:sldChg>
      <pc:sldChg chg="addSp">
        <pc:chgData name="Rahul Mishra" userId="57c6469e-ac64-4888-811b-35f0aabddbad" providerId="ADAL" clId="{D694FC68-1922-4C15-9468-452F1A1218DB}" dt="2025-03-30T04:12:23.071" v="15"/>
        <pc:sldMkLst>
          <pc:docMk/>
          <pc:sldMk cId="1152963467" sldId="699"/>
        </pc:sldMkLst>
      </pc:sldChg>
      <pc:sldChg chg="addSp new">
        <pc:chgData name="Rahul Mishra" userId="57c6469e-ac64-4888-811b-35f0aabddbad" providerId="ADAL" clId="{D694FC68-1922-4C15-9468-452F1A1218DB}" dt="2025-03-29T03:18:37.741" v="7"/>
        <pc:sldMkLst>
          <pc:docMk/>
          <pc:sldMk cId="181505231" sldId="701"/>
        </pc:sldMkLst>
      </pc:sldChg>
      <pc:sldChg chg="addSp new">
        <pc:chgData name="Rahul Mishra" userId="57c6469e-ac64-4888-811b-35f0aabddbad" providerId="ADAL" clId="{D694FC68-1922-4C15-9468-452F1A1218DB}" dt="2025-03-29T03:18:37.741" v="7"/>
        <pc:sldMkLst>
          <pc:docMk/>
          <pc:sldMk cId="2501199392" sldId="702"/>
        </pc:sldMkLst>
      </pc:sldChg>
      <pc:sldChg chg="addSp new">
        <pc:chgData name="Rahul Mishra" userId="57c6469e-ac64-4888-811b-35f0aabddbad" providerId="ADAL" clId="{D694FC68-1922-4C15-9468-452F1A1218DB}" dt="2025-03-29T03:34:52.320" v="10"/>
        <pc:sldMkLst>
          <pc:docMk/>
          <pc:sldMk cId="3955228386" sldId="703"/>
        </pc:sldMkLst>
      </pc:sldChg>
      <pc:sldChg chg="new del">
        <pc:chgData name="Rahul Mishra" userId="57c6469e-ac64-4888-811b-35f0aabddbad" providerId="ADAL" clId="{D694FC68-1922-4C15-9468-452F1A1218DB}" dt="2025-03-29T03:38:35.357" v="12" actId="680"/>
        <pc:sldMkLst>
          <pc:docMk/>
          <pc:sldMk cId="1977899686" sldId="704"/>
        </pc:sldMkLst>
      </pc:sldChg>
    </pc:docChg>
  </pc:docChgLst>
  <pc:docChgLst>
    <pc:chgData name="Rahul Mishra" userId="57c6469e-ac64-4888-811b-35f0aabddbad" providerId="ADAL" clId="{E081F030-6696-4BF5-AB21-B181E8010C26}"/>
    <pc:docChg chg="undo custSel addSld delSld modSld">
      <pc:chgData name="Rahul Mishra" userId="57c6469e-ac64-4888-811b-35f0aabddbad" providerId="ADAL" clId="{E081F030-6696-4BF5-AB21-B181E8010C26}" dt="2024-09-14T18:17:40.165" v="272" actId="1076"/>
      <pc:docMkLst>
        <pc:docMk/>
      </pc:docMkLst>
      <pc:sldChg chg="addSp modSp">
        <pc:chgData name="Rahul Mishra" userId="57c6469e-ac64-4888-811b-35f0aabddbad" providerId="ADAL" clId="{E081F030-6696-4BF5-AB21-B181E8010C26}" dt="2024-09-14T17:52:41.347" v="168"/>
        <pc:sldMkLst>
          <pc:docMk/>
          <pc:sldMk cId="3668127952" sldId="428"/>
        </pc:sldMkLst>
      </pc:sldChg>
      <pc:sldChg chg="modSp mod">
        <pc:chgData name="Rahul Mishra" userId="57c6469e-ac64-4888-811b-35f0aabddbad" providerId="ADAL" clId="{E081F030-6696-4BF5-AB21-B181E8010C26}" dt="2024-09-14T17:23:56.442" v="2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E081F030-6696-4BF5-AB21-B181E8010C26}" dt="2024-09-14T18:13:59.532" v="242" actId="14100"/>
        <pc:sldMkLst>
          <pc:docMk/>
          <pc:sldMk cId="912258523" sldId="435"/>
        </pc:sldMkLst>
      </pc:sldChg>
      <pc:sldChg chg="addSp delSp modSp mod">
        <pc:chgData name="Rahul Mishra" userId="57c6469e-ac64-4888-811b-35f0aabddbad" providerId="ADAL" clId="{E081F030-6696-4BF5-AB21-B181E8010C26}" dt="2024-09-14T18:14:25.813" v="248" actId="14100"/>
        <pc:sldMkLst>
          <pc:docMk/>
          <pc:sldMk cId="1650621397" sldId="436"/>
        </pc:sldMkLst>
      </pc:sldChg>
      <pc:sldChg chg="addSp delSp modSp mod">
        <pc:chgData name="Rahul Mishra" userId="57c6469e-ac64-4888-811b-35f0aabddbad" providerId="ADAL" clId="{E081F030-6696-4BF5-AB21-B181E8010C26}" dt="2024-09-14T18:12:15.271" v="212" actId="14100"/>
        <pc:sldMkLst>
          <pc:docMk/>
          <pc:sldMk cId="3054585423" sldId="697"/>
        </pc:sldMkLst>
      </pc:sldChg>
      <pc:sldChg chg="new del">
        <pc:chgData name="Rahul Mishra" userId="57c6469e-ac64-4888-811b-35f0aabddbad" providerId="ADAL" clId="{E081F030-6696-4BF5-AB21-B181E8010C26}" dt="2024-09-14T18:15:16.770" v="263" actId="47"/>
        <pc:sldMkLst>
          <pc:docMk/>
          <pc:sldMk cId="1721347195" sldId="698"/>
        </pc:sldMkLst>
      </pc:sldChg>
      <pc:sldChg chg="addSp delSp modSp add mod">
        <pc:chgData name="Rahul Mishra" userId="57c6469e-ac64-4888-811b-35f0aabddbad" providerId="ADAL" clId="{E081F030-6696-4BF5-AB21-B181E8010C26}" dt="2024-09-14T18:15:08.792" v="261" actId="1076"/>
        <pc:sldMkLst>
          <pc:docMk/>
          <pc:sldMk cId="3261997853" sldId="699"/>
        </pc:sldMkLst>
      </pc:sldChg>
      <pc:sldChg chg="addSp delSp modSp add mod">
        <pc:chgData name="Rahul Mishra" userId="57c6469e-ac64-4888-811b-35f0aabddbad" providerId="ADAL" clId="{E081F030-6696-4BF5-AB21-B181E8010C26}" dt="2024-09-14T18:17:40.165" v="272" actId="1076"/>
        <pc:sldMkLst>
          <pc:docMk/>
          <pc:sldMk cId="2555987876" sldId="700"/>
        </pc:sldMkLst>
      </pc:sldChg>
      <pc:sldChg chg="delSp add del mod">
        <pc:chgData name="Rahul Mishra" userId="57c6469e-ac64-4888-811b-35f0aabddbad" providerId="ADAL" clId="{E081F030-6696-4BF5-AB21-B181E8010C26}" dt="2024-09-14T18:15:13.956" v="262" actId="47"/>
        <pc:sldMkLst>
          <pc:docMk/>
          <pc:sldMk cId="1817206990" sldId="701"/>
        </pc:sldMkLst>
      </pc:sldChg>
    </pc:docChg>
  </pc:docChgLst>
  <pc:docChgLst>
    <pc:chgData name="Rahul Mishra" userId="57c6469e-ac64-4888-811b-35f0aabddbad" providerId="ADAL" clId="{2587B58E-4F3B-47AB-B3EB-62407C9160B0}"/>
    <pc:docChg chg="modSld">
      <pc:chgData name="Rahul Mishra" userId="57c6469e-ac64-4888-811b-35f0aabddbad" providerId="ADAL" clId="{2587B58E-4F3B-47AB-B3EB-62407C9160B0}" dt="2025-10-04T03:48:32.279" v="65"/>
      <pc:docMkLst>
        <pc:docMk/>
      </pc:docMkLst>
      <pc:sldChg chg="addSp">
        <pc:chgData name="Rahul Mishra" userId="57c6469e-ac64-4888-811b-35f0aabddbad" providerId="ADAL" clId="{2587B58E-4F3B-47AB-B3EB-62407C9160B0}" dt="2025-10-04T03:13:29.386" v="0"/>
        <pc:sldMkLst>
          <pc:docMk/>
          <pc:sldMk cId="545609971" sldId="405"/>
        </pc:sldMkLst>
        <pc:inkChg chg="add">
          <ac:chgData name="Rahul Mishra" userId="57c6469e-ac64-4888-811b-35f0aabddbad" providerId="ADAL" clId="{2587B58E-4F3B-47AB-B3EB-62407C9160B0}" dt="2025-10-04T03:13:29.386" v="0"/>
          <ac:inkMkLst>
            <pc:docMk/>
            <pc:sldMk cId="545609971" sldId="405"/>
            <ac:inkMk id="4" creationId="{BC82FBC4-1967-9195-831D-275301E68080}"/>
          </ac:inkMkLst>
        </pc:inkChg>
      </pc:sldChg>
      <pc:sldChg chg="addSp">
        <pc:chgData name="Rahul Mishra" userId="57c6469e-ac64-4888-811b-35f0aabddbad" providerId="ADAL" clId="{2587B58E-4F3B-47AB-B3EB-62407C9160B0}" dt="2025-10-04T03:13:29.386" v="0"/>
        <pc:sldMkLst>
          <pc:docMk/>
          <pc:sldMk cId="2484809698" sldId="690"/>
        </pc:sldMkLst>
        <pc:inkChg chg="add">
          <ac:chgData name="Rahul Mishra" userId="57c6469e-ac64-4888-811b-35f0aabddbad" providerId="ADAL" clId="{2587B58E-4F3B-47AB-B3EB-62407C9160B0}" dt="2025-10-04T03:13:29.386" v="0"/>
          <ac:inkMkLst>
            <pc:docMk/>
            <pc:sldMk cId="2484809698" sldId="690"/>
            <ac:inkMk id="2" creationId="{9BC3483D-B598-0084-6CD6-CC5C9C00E58E}"/>
          </ac:inkMkLst>
        </pc:inkChg>
      </pc:sldChg>
      <pc:sldChg chg="addSp">
        <pc:chgData name="Rahul Mishra" userId="57c6469e-ac64-4888-811b-35f0aabddbad" providerId="ADAL" clId="{2587B58E-4F3B-47AB-B3EB-62407C9160B0}" dt="2025-10-04T03:13:29.386" v="0"/>
        <pc:sldMkLst>
          <pc:docMk/>
          <pc:sldMk cId="709326755" sldId="691"/>
        </pc:sldMkLst>
        <pc:inkChg chg="add">
          <ac:chgData name="Rahul Mishra" userId="57c6469e-ac64-4888-811b-35f0aabddbad" providerId="ADAL" clId="{2587B58E-4F3B-47AB-B3EB-62407C9160B0}" dt="2025-10-04T03:13:29.386" v="0"/>
          <ac:inkMkLst>
            <pc:docMk/>
            <pc:sldMk cId="709326755" sldId="691"/>
            <ac:inkMk id="2" creationId="{4C3F1B33-1DAA-157C-8709-76298CFF167A}"/>
          </ac:inkMkLst>
        </pc:inkChg>
      </pc:sldChg>
      <pc:sldChg chg="addSp">
        <pc:chgData name="Rahul Mishra" userId="57c6469e-ac64-4888-811b-35f0aabddbad" providerId="ADAL" clId="{2587B58E-4F3B-47AB-B3EB-62407C9160B0}" dt="2025-10-04T03:13:29.386" v="0"/>
        <pc:sldMkLst>
          <pc:docMk/>
          <pc:sldMk cId="203659610" sldId="692"/>
        </pc:sldMkLst>
        <pc:inkChg chg="add">
          <ac:chgData name="Rahul Mishra" userId="57c6469e-ac64-4888-811b-35f0aabddbad" providerId="ADAL" clId="{2587B58E-4F3B-47AB-B3EB-62407C9160B0}" dt="2025-10-04T03:13:29.386" v="0"/>
          <ac:inkMkLst>
            <pc:docMk/>
            <pc:sldMk cId="203659610" sldId="692"/>
            <ac:inkMk id="2" creationId="{A0BF2C48-E356-69AB-1CBF-E676A098CCD8}"/>
          </ac:inkMkLst>
        </pc:inkChg>
      </pc:sldChg>
      <pc:sldChg chg="addSp">
        <pc:chgData name="Rahul Mishra" userId="57c6469e-ac64-4888-811b-35f0aabddbad" providerId="ADAL" clId="{2587B58E-4F3B-47AB-B3EB-62407C9160B0}" dt="2025-10-04T03:13:29.386" v="0"/>
        <pc:sldMkLst>
          <pc:docMk/>
          <pc:sldMk cId="829022359" sldId="693"/>
        </pc:sldMkLst>
        <pc:inkChg chg="add">
          <ac:chgData name="Rahul Mishra" userId="57c6469e-ac64-4888-811b-35f0aabddbad" providerId="ADAL" clId="{2587B58E-4F3B-47AB-B3EB-62407C9160B0}" dt="2025-10-04T03:13:29.386" v="0"/>
          <ac:inkMkLst>
            <pc:docMk/>
            <pc:sldMk cId="829022359" sldId="693"/>
            <ac:inkMk id="3" creationId="{A42D9FD0-BC3A-D3B3-9BAC-4F09C90CCB23}"/>
          </ac:inkMkLst>
        </pc:inkChg>
      </pc:sldChg>
      <pc:sldChg chg="addSp">
        <pc:chgData name="Rahul Mishra" userId="57c6469e-ac64-4888-811b-35f0aabddbad" providerId="ADAL" clId="{2587B58E-4F3B-47AB-B3EB-62407C9160B0}" dt="2025-10-04T03:40:25.503" v="64"/>
        <pc:sldMkLst>
          <pc:docMk/>
          <pc:sldMk cId="2245196146" sldId="694"/>
        </pc:sldMkLst>
        <pc:inkChg chg="add">
          <ac:chgData name="Rahul Mishra" userId="57c6469e-ac64-4888-811b-35f0aabddbad" providerId="ADAL" clId="{2587B58E-4F3B-47AB-B3EB-62407C9160B0}" dt="2025-10-04T03:40:25.503" v="64"/>
          <ac:inkMkLst>
            <pc:docMk/>
            <pc:sldMk cId="2245196146" sldId="694"/>
            <ac:inkMk id="2" creationId="{7DAF980B-5E1E-1681-2ACF-BED93B8DB623}"/>
          </ac:inkMkLst>
        </pc:inkChg>
      </pc:sldChg>
      <pc:sldChg chg="addSp">
        <pc:chgData name="Rahul Mishra" userId="57c6469e-ac64-4888-811b-35f0aabddbad" providerId="ADAL" clId="{2587B58E-4F3B-47AB-B3EB-62407C9160B0}" dt="2025-10-04T03:40:25.503" v="64"/>
        <pc:sldMkLst>
          <pc:docMk/>
          <pc:sldMk cId="3562984317" sldId="695"/>
        </pc:sldMkLst>
        <pc:inkChg chg="add">
          <ac:chgData name="Rahul Mishra" userId="57c6469e-ac64-4888-811b-35f0aabddbad" providerId="ADAL" clId="{2587B58E-4F3B-47AB-B3EB-62407C9160B0}" dt="2025-10-04T03:40:25.503" v="64"/>
          <ac:inkMkLst>
            <pc:docMk/>
            <pc:sldMk cId="3562984317" sldId="695"/>
            <ac:inkMk id="3" creationId="{42807F26-4660-AB01-98E5-08D70E911CE3}"/>
          </ac:inkMkLst>
        </pc:inkChg>
      </pc:sldChg>
      <pc:sldChg chg="addSp">
        <pc:chgData name="Rahul Mishra" userId="57c6469e-ac64-4888-811b-35f0aabddbad" providerId="ADAL" clId="{2587B58E-4F3B-47AB-B3EB-62407C9160B0}" dt="2025-10-04T03:40:25.503" v="64"/>
        <pc:sldMkLst>
          <pc:docMk/>
          <pc:sldMk cId="3111795633" sldId="696"/>
        </pc:sldMkLst>
        <pc:inkChg chg="add">
          <ac:chgData name="Rahul Mishra" userId="57c6469e-ac64-4888-811b-35f0aabddbad" providerId="ADAL" clId="{2587B58E-4F3B-47AB-B3EB-62407C9160B0}" dt="2025-10-04T03:40:25.503" v="64"/>
          <ac:inkMkLst>
            <pc:docMk/>
            <pc:sldMk cId="3111795633" sldId="696"/>
            <ac:inkMk id="2" creationId="{C1B09E1B-F75F-04BF-E5FE-64DB8CCA35AE}"/>
          </ac:inkMkLst>
        </pc:inkChg>
      </pc:sldChg>
      <pc:sldChg chg="addSp">
        <pc:chgData name="Rahul Mishra" userId="57c6469e-ac64-4888-811b-35f0aabddbad" providerId="ADAL" clId="{2587B58E-4F3B-47AB-B3EB-62407C9160B0}" dt="2025-10-04T03:40:25.503" v="64"/>
        <pc:sldMkLst>
          <pc:docMk/>
          <pc:sldMk cId="1145417824" sldId="697"/>
        </pc:sldMkLst>
        <pc:inkChg chg="add">
          <ac:chgData name="Rahul Mishra" userId="57c6469e-ac64-4888-811b-35f0aabddbad" providerId="ADAL" clId="{2587B58E-4F3B-47AB-B3EB-62407C9160B0}" dt="2025-10-04T03:40:25.503" v="64"/>
          <ac:inkMkLst>
            <pc:docMk/>
            <pc:sldMk cId="1145417824" sldId="697"/>
            <ac:inkMk id="2" creationId="{CDFA9398-59E3-7758-D59F-15E354AAE414}"/>
          </ac:inkMkLst>
        </pc:inkChg>
      </pc:sldChg>
      <pc:sldChg chg="addSp">
        <pc:chgData name="Rahul Mishra" userId="57c6469e-ac64-4888-811b-35f0aabddbad" providerId="ADAL" clId="{2587B58E-4F3B-47AB-B3EB-62407C9160B0}" dt="2025-10-04T03:48:32.279" v="65"/>
        <pc:sldMkLst>
          <pc:docMk/>
          <pc:sldMk cId="1170234801" sldId="698"/>
        </pc:sldMkLst>
        <pc:inkChg chg="add">
          <ac:chgData name="Rahul Mishra" userId="57c6469e-ac64-4888-811b-35f0aabddbad" providerId="ADAL" clId="{2587B58E-4F3B-47AB-B3EB-62407C9160B0}" dt="2025-10-04T03:40:25.503" v="64"/>
          <ac:inkMkLst>
            <pc:docMk/>
            <pc:sldMk cId="1170234801" sldId="698"/>
            <ac:inkMk id="3" creationId="{B21C11EB-709D-6AC3-7DEB-A2CE15D6B613}"/>
          </ac:inkMkLst>
        </pc:inkChg>
        <pc:inkChg chg="add">
          <ac:chgData name="Rahul Mishra" userId="57c6469e-ac64-4888-811b-35f0aabddbad" providerId="ADAL" clId="{2587B58E-4F3B-47AB-B3EB-62407C9160B0}" dt="2025-10-04T03:48:32.279" v="65"/>
          <ac:inkMkLst>
            <pc:docMk/>
            <pc:sldMk cId="1170234801" sldId="698"/>
            <ac:inkMk id="4" creationId="{FA6FE3B3-B854-52E1-4DA1-B9F41DD09E9F}"/>
          </ac:inkMkLst>
        </pc:inkChg>
      </pc:sldChg>
      <pc:sldChg chg="addSp">
        <pc:chgData name="Rahul Mishra" userId="57c6469e-ac64-4888-811b-35f0aabddbad" providerId="ADAL" clId="{2587B58E-4F3B-47AB-B3EB-62407C9160B0}" dt="2025-10-04T03:48:32.279" v="65"/>
        <pc:sldMkLst>
          <pc:docMk/>
          <pc:sldMk cId="1152963467" sldId="699"/>
        </pc:sldMkLst>
        <pc:inkChg chg="add">
          <ac:chgData name="Rahul Mishra" userId="57c6469e-ac64-4888-811b-35f0aabddbad" providerId="ADAL" clId="{2587B58E-4F3B-47AB-B3EB-62407C9160B0}" dt="2025-10-04T03:40:25.503" v="64"/>
          <ac:inkMkLst>
            <pc:docMk/>
            <pc:sldMk cId="1152963467" sldId="699"/>
            <ac:inkMk id="2" creationId="{6177A67E-B8EE-7187-C694-E91B1625601D}"/>
          </ac:inkMkLst>
        </pc:inkChg>
        <pc:inkChg chg="add">
          <ac:chgData name="Rahul Mishra" userId="57c6469e-ac64-4888-811b-35f0aabddbad" providerId="ADAL" clId="{2587B58E-4F3B-47AB-B3EB-62407C9160B0}" dt="2025-10-04T03:48:32.279" v="65"/>
          <ac:inkMkLst>
            <pc:docMk/>
            <pc:sldMk cId="1152963467" sldId="699"/>
            <ac:inkMk id="3" creationId="{012583B6-C636-4B82-28C2-7D3BDFAA8632}"/>
          </ac:inkMkLst>
        </pc:inkChg>
      </pc:sldChg>
      <pc:sldChg chg="addSp">
        <pc:chgData name="Rahul Mishra" userId="57c6469e-ac64-4888-811b-35f0aabddbad" providerId="ADAL" clId="{2587B58E-4F3B-47AB-B3EB-62407C9160B0}" dt="2025-10-04T03:13:29.386" v="0"/>
        <pc:sldMkLst>
          <pc:docMk/>
          <pc:sldMk cId="181505231" sldId="701"/>
        </pc:sldMkLst>
        <pc:inkChg chg="add">
          <ac:chgData name="Rahul Mishra" userId="57c6469e-ac64-4888-811b-35f0aabddbad" providerId="ADAL" clId="{2587B58E-4F3B-47AB-B3EB-62407C9160B0}" dt="2025-10-04T03:13:29.386" v="0"/>
          <ac:inkMkLst>
            <pc:docMk/>
            <pc:sldMk cId="181505231" sldId="701"/>
            <ac:inkMk id="3" creationId="{197F2522-B84A-9BC5-6233-EE64C81F443B}"/>
          </ac:inkMkLst>
        </pc:inkChg>
      </pc:sldChg>
      <pc:sldChg chg="addSp delSp modSp mod">
        <pc:chgData name="Rahul Mishra" userId="57c6469e-ac64-4888-811b-35f0aabddbad" providerId="ADAL" clId="{2587B58E-4F3B-47AB-B3EB-62407C9160B0}" dt="2025-10-04T03:14:21.748" v="63" actId="9405"/>
        <pc:sldMkLst>
          <pc:docMk/>
          <pc:sldMk cId="2501199392" sldId="702"/>
        </pc:sldMkLst>
        <pc:grpChg chg="del mod">
          <ac:chgData name="Rahul Mishra" userId="57c6469e-ac64-4888-811b-35f0aabddbad" providerId="ADAL" clId="{2587B58E-4F3B-47AB-B3EB-62407C9160B0}" dt="2025-10-04T03:13:58.788" v="18"/>
          <ac:grpSpMkLst>
            <pc:docMk/>
            <pc:sldMk cId="2501199392" sldId="702"/>
            <ac:grpSpMk id="12" creationId="{8E2FDF46-0C19-0A2D-911D-442CC4EBB37C}"/>
          </ac:grpSpMkLst>
        </pc:grpChg>
        <pc:grpChg chg="del mod">
          <ac:chgData name="Rahul Mishra" userId="57c6469e-ac64-4888-811b-35f0aabddbad" providerId="ADAL" clId="{2587B58E-4F3B-47AB-B3EB-62407C9160B0}" dt="2025-10-04T03:14:04.256" v="28"/>
          <ac:grpSpMkLst>
            <pc:docMk/>
            <pc:sldMk cId="2501199392" sldId="702"/>
            <ac:grpSpMk id="21" creationId="{718C89AE-04BD-224D-C1E5-8D8CEF2608DA}"/>
          </ac:grpSpMkLst>
        </pc:grpChg>
        <pc:grpChg chg="mod">
          <ac:chgData name="Rahul Mishra" userId="57c6469e-ac64-4888-811b-35f0aabddbad" providerId="ADAL" clId="{2587B58E-4F3B-47AB-B3EB-62407C9160B0}" dt="2025-10-04T03:14:04.256" v="28"/>
          <ac:grpSpMkLst>
            <pc:docMk/>
            <pc:sldMk cId="2501199392" sldId="702"/>
            <ac:grpSpMk id="31" creationId="{D4F6E824-73E1-E782-3744-E4CCA92140A7}"/>
          </ac:grpSpMkLst>
        </pc:grpChg>
        <pc:grpChg chg="mod">
          <ac:chgData name="Rahul Mishra" userId="57c6469e-ac64-4888-811b-35f0aabddbad" providerId="ADAL" clId="{2587B58E-4F3B-47AB-B3EB-62407C9160B0}" dt="2025-10-04T03:14:20.615" v="62"/>
          <ac:grpSpMkLst>
            <pc:docMk/>
            <pc:sldMk cId="2501199392" sldId="702"/>
            <ac:grpSpMk id="65" creationId="{35784C2D-E70C-0469-A7EF-522DCB0F0ECE}"/>
          </ac:grpSpMkLst>
        </pc:grpChg>
        <pc:grpChg chg="mod">
          <ac:chgData name="Rahul Mishra" userId="57c6469e-ac64-4888-811b-35f0aabddbad" providerId="ADAL" clId="{2587B58E-4F3B-47AB-B3EB-62407C9160B0}" dt="2025-10-04T03:14:20.615" v="62"/>
          <ac:grpSpMkLst>
            <pc:docMk/>
            <pc:sldMk cId="2501199392" sldId="702"/>
            <ac:grpSpMk id="66" creationId="{93927FBF-104A-EC58-0BD7-9B3DCF9C89A4}"/>
          </ac:grpSpMkLst>
        </pc:grpChg>
        <pc:grpChg chg="mod">
          <ac:chgData name="Rahul Mishra" userId="57c6469e-ac64-4888-811b-35f0aabddbad" providerId="ADAL" clId="{2587B58E-4F3B-47AB-B3EB-62407C9160B0}" dt="2025-10-04T03:14:20.615" v="62"/>
          <ac:grpSpMkLst>
            <pc:docMk/>
            <pc:sldMk cId="2501199392" sldId="702"/>
            <ac:grpSpMk id="67" creationId="{C5085162-9650-4B0A-A4FB-52121A43ED5D}"/>
          </ac:grpSpMkLst>
        </pc:grpChg>
        <pc:inkChg chg="add">
          <ac:chgData name="Rahul Mishra" userId="57c6469e-ac64-4888-811b-35f0aabddbad" providerId="ADAL" clId="{2587B58E-4F3B-47AB-B3EB-62407C9160B0}" dt="2025-10-04T03:13:29.386" v="0"/>
          <ac:inkMkLst>
            <pc:docMk/>
            <pc:sldMk cId="2501199392" sldId="702"/>
            <ac:inkMk id="3" creationId="{3727F29A-7B09-B937-FE6C-A7B4E5BA9A7D}"/>
          </ac:inkMkLst>
        </pc:inkChg>
        <pc:inkChg chg="add mod">
          <ac:chgData name="Rahul Mishra" userId="57c6469e-ac64-4888-811b-35f0aabddbad" providerId="ADAL" clId="{2587B58E-4F3B-47AB-B3EB-62407C9160B0}" dt="2025-10-04T03:13:54.836" v="9"/>
          <ac:inkMkLst>
            <pc:docMk/>
            <pc:sldMk cId="2501199392" sldId="702"/>
            <ac:inkMk id="4" creationId="{EE0C3B07-298F-DE19-1B80-CAB89AB1F018}"/>
          </ac:inkMkLst>
        </pc:inkChg>
        <pc:inkChg chg="add mod">
          <ac:chgData name="Rahul Mishra" userId="57c6469e-ac64-4888-811b-35f0aabddbad" providerId="ADAL" clId="{2587B58E-4F3B-47AB-B3EB-62407C9160B0}" dt="2025-10-04T03:14:04.256" v="28"/>
          <ac:inkMkLst>
            <pc:docMk/>
            <pc:sldMk cId="2501199392" sldId="702"/>
            <ac:inkMk id="5" creationId="{D66FA034-122F-5FA7-DDFE-2DF316D31B26}"/>
          </ac:inkMkLst>
        </pc:inkChg>
        <pc:inkChg chg="add mod">
          <ac:chgData name="Rahul Mishra" userId="57c6469e-ac64-4888-811b-35f0aabddbad" providerId="ADAL" clId="{2587B58E-4F3B-47AB-B3EB-62407C9160B0}" dt="2025-10-04T03:14:04.256" v="28"/>
          <ac:inkMkLst>
            <pc:docMk/>
            <pc:sldMk cId="2501199392" sldId="702"/>
            <ac:inkMk id="6" creationId="{3284E256-F8C1-2A81-C023-AA638CD554E3}"/>
          </ac:inkMkLst>
        </pc:inkChg>
        <pc:inkChg chg="add mod">
          <ac:chgData name="Rahul Mishra" userId="57c6469e-ac64-4888-811b-35f0aabddbad" providerId="ADAL" clId="{2587B58E-4F3B-47AB-B3EB-62407C9160B0}" dt="2025-10-04T03:13:54.836" v="9"/>
          <ac:inkMkLst>
            <pc:docMk/>
            <pc:sldMk cId="2501199392" sldId="702"/>
            <ac:inkMk id="7" creationId="{67EFFF3C-6B4A-A1AA-9C94-037957FD09AC}"/>
          </ac:inkMkLst>
        </pc:inkChg>
        <pc:inkChg chg="add mod">
          <ac:chgData name="Rahul Mishra" userId="57c6469e-ac64-4888-811b-35f0aabddbad" providerId="ADAL" clId="{2587B58E-4F3B-47AB-B3EB-62407C9160B0}" dt="2025-10-04T03:14:04.256" v="28"/>
          <ac:inkMkLst>
            <pc:docMk/>
            <pc:sldMk cId="2501199392" sldId="702"/>
            <ac:inkMk id="8" creationId="{88A727BE-25EB-0952-E9FB-D9F119B48800}"/>
          </ac:inkMkLst>
        </pc:inkChg>
        <pc:inkChg chg="add mod">
          <ac:chgData name="Rahul Mishra" userId="57c6469e-ac64-4888-811b-35f0aabddbad" providerId="ADAL" clId="{2587B58E-4F3B-47AB-B3EB-62407C9160B0}" dt="2025-10-04T03:14:04.256" v="28"/>
          <ac:inkMkLst>
            <pc:docMk/>
            <pc:sldMk cId="2501199392" sldId="702"/>
            <ac:inkMk id="9" creationId="{479AFB69-D9DF-C045-EF0C-369C6D7F9903}"/>
          </ac:inkMkLst>
        </pc:inkChg>
        <pc:inkChg chg="add mod">
          <ac:chgData name="Rahul Mishra" userId="57c6469e-ac64-4888-811b-35f0aabddbad" providerId="ADAL" clId="{2587B58E-4F3B-47AB-B3EB-62407C9160B0}" dt="2025-10-04T03:13:54.836" v="9"/>
          <ac:inkMkLst>
            <pc:docMk/>
            <pc:sldMk cId="2501199392" sldId="702"/>
            <ac:inkMk id="10" creationId="{FF8ECFD1-B3FC-498E-D63F-A06B3455CB3C}"/>
          </ac:inkMkLst>
        </pc:inkChg>
        <pc:inkChg chg="add mod">
          <ac:chgData name="Rahul Mishra" userId="57c6469e-ac64-4888-811b-35f0aabddbad" providerId="ADAL" clId="{2587B58E-4F3B-47AB-B3EB-62407C9160B0}" dt="2025-10-04T03:14:04.256" v="28"/>
          <ac:inkMkLst>
            <pc:docMk/>
            <pc:sldMk cId="2501199392" sldId="702"/>
            <ac:inkMk id="11" creationId="{D6C86C91-2B85-9937-ACE0-DC45E877782B}"/>
          </ac:inkMkLst>
        </pc:inkChg>
        <pc:inkChg chg="add">
          <ac:chgData name="Rahul Mishra" userId="57c6469e-ac64-4888-811b-35f0aabddbad" providerId="ADAL" clId="{2587B58E-4F3B-47AB-B3EB-62407C9160B0}" dt="2025-10-04T03:13:56.323" v="10" actId="9405"/>
          <ac:inkMkLst>
            <pc:docMk/>
            <pc:sldMk cId="2501199392" sldId="702"/>
            <ac:inkMk id="13" creationId="{4874DC8A-02EC-E9AF-18B2-1A766A817F9A}"/>
          </ac:inkMkLst>
        </pc:inkChg>
        <pc:inkChg chg="add mod">
          <ac:chgData name="Rahul Mishra" userId="57c6469e-ac64-4888-811b-35f0aabddbad" providerId="ADAL" clId="{2587B58E-4F3B-47AB-B3EB-62407C9160B0}" dt="2025-10-04T03:13:58.788" v="18"/>
          <ac:inkMkLst>
            <pc:docMk/>
            <pc:sldMk cId="2501199392" sldId="702"/>
            <ac:inkMk id="14" creationId="{EBAF5E6A-8FA9-4B30-907B-A24EC71D42EA}"/>
          </ac:inkMkLst>
        </pc:inkChg>
        <pc:inkChg chg="add mod">
          <ac:chgData name="Rahul Mishra" userId="57c6469e-ac64-4888-811b-35f0aabddbad" providerId="ADAL" clId="{2587B58E-4F3B-47AB-B3EB-62407C9160B0}" dt="2025-10-04T03:13:58.788" v="18"/>
          <ac:inkMkLst>
            <pc:docMk/>
            <pc:sldMk cId="2501199392" sldId="702"/>
            <ac:inkMk id="15" creationId="{153728A6-40F1-B069-CD53-48348B5D9C95}"/>
          </ac:inkMkLst>
        </pc:inkChg>
        <pc:inkChg chg="add">
          <ac:chgData name="Rahul Mishra" userId="57c6469e-ac64-4888-811b-35f0aabddbad" providerId="ADAL" clId="{2587B58E-4F3B-47AB-B3EB-62407C9160B0}" dt="2025-10-04T03:13:57.115" v="13" actId="9405"/>
          <ac:inkMkLst>
            <pc:docMk/>
            <pc:sldMk cId="2501199392" sldId="702"/>
            <ac:inkMk id="16" creationId="{70BBCDB6-6BE6-646F-5C26-2D01960F37D7}"/>
          </ac:inkMkLst>
        </pc:inkChg>
        <pc:inkChg chg="add mod">
          <ac:chgData name="Rahul Mishra" userId="57c6469e-ac64-4888-811b-35f0aabddbad" providerId="ADAL" clId="{2587B58E-4F3B-47AB-B3EB-62407C9160B0}" dt="2025-10-04T03:14:04.256" v="28"/>
          <ac:inkMkLst>
            <pc:docMk/>
            <pc:sldMk cId="2501199392" sldId="702"/>
            <ac:inkMk id="17" creationId="{6A5E234A-2660-03D1-79B8-B525B8C0A003}"/>
          </ac:inkMkLst>
        </pc:inkChg>
        <pc:inkChg chg="add mod">
          <ac:chgData name="Rahul Mishra" userId="57c6469e-ac64-4888-811b-35f0aabddbad" providerId="ADAL" clId="{2587B58E-4F3B-47AB-B3EB-62407C9160B0}" dt="2025-10-04T03:14:04.256" v="28"/>
          <ac:inkMkLst>
            <pc:docMk/>
            <pc:sldMk cId="2501199392" sldId="702"/>
            <ac:inkMk id="18" creationId="{FDF65AAA-D166-A44B-1289-1C328BDC9CCB}"/>
          </ac:inkMkLst>
        </pc:inkChg>
        <pc:inkChg chg="add mod">
          <ac:chgData name="Rahul Mishra" userId="57c6469e-ac64-4888-811b-35f0aabddbad" providerId="ADAL" clId="{2587B58E-4F3B-47AB-B3EB-62407C9160B0}" dt="2025-10-04T03:13:58.788" v="18"/>
          <ac:inkMkLst>
            <pc:docMk/>
            <pc:sldMk cId="2501199392" sldId="702"/>
            <ac:inkMk id="19" creationId="{020FE3D8-B7FA-9845-E83E-4CB08BB7B7C7}"/>
          </ac:inkMkLst>
        </pc:inkChg>
        <pc:inkChg chg="add">
          <ac:chgData name="Rahul Mishra" userId="57c6469e-ac64-4888-811b-35f0aabddbad" providerId="ADAL" clId="{2587B58E-4F3B-47AB-B3EB-62407C9160B0}" dt="2025-10-04T03:13:58.149" v="17" actId="9405"/>
          <ac:inkMkLst>
            <pc:docMk/>
            <pc:sldMk cId="2501199392" sldId="702"/>
            <ac:inkMk id="20" creationId="{ADCC7698-9A30-2CB8-D854-C14F9EE80A9F}"/>
          </ac:inkMkLst>
        </pc:inkChg>
        <pc:inkChg chg="add">
          <ac:chgData name="Rahul Mishra" userId="57c6469e-ac64-4888-811b-35f0aabddbad" providerId="ADAL" clId="{2587B58E-4F3B-47AB-B3EB-62407C9160B0}" dt="2025-10-04T03:14:00.293" v="19" actId="9405"/>
          <ac:inkMkLst>
            <pc:docMk/>
            <pc:sldMk cId="2501199392" sldId="702"/>
            <ac:inkMk id="22" creationId="{B424E2C4-B92A-F744-1AC8-8FF27BB7CC8E}"/>
          </ac:inkMkLst>
        </pc:inkChg>
        <pc:inkChg chg="add">
          <ac:chgData name="Rahul Mishra" userId="57c6469e-ac64-4888-811b-35f0aabddbad" providerId="ADAL" clId="{2587B58E-4F3B-47AB-B3EB-62407C9160B0}" dt="2025-10-04T03:14:00.851" v="20" actId="9405"/>
          <ac:inkMkLst>
            <pc:docMk/>
            <pc:sldMk cId="2501199392" sldId="702"/>
            <ac:inkMk id="23" creationId="{5B5043FA-3B1A-F83C-99BA-2EF7EE205A2F}"/>
          </ac:inkMkLst>
        </pc:inkChg>
        <pc:inkChg chg="add">
          <ac:chgData name="Rahul Mishra" userId="57c6469e-ac64-4888-811b-35f0aabddbad" providerId="ADAL" clId="{2587B58E-4F3B-47AB-B3EB-62407C9160B0}" dt="2025-10-04T03:14:01.115" v="21" actId="9405"/>
          <ac:inkMkLst>
            <pc:docMk/>
            <pc:sldMk cId="2501199392" sldId="702"/>
            <ac:inkMk id="24" creationId="{2B759C09-44A6-8968-CD66-4C0D671D9C53}"/>
          </ac:inkMkLst>
        </pc:inkChg>
        <pc:inkChg chg="add">
          <ac:chgData name="Rahul Mishra" userId="57c6469e-ac64-4888-811b-35f0aabddbad" providerId="ADAL" clId="{2587B58E-4F3B-47AB-B3EB-62407C9160B0}" dt="2025-10-04T03:14:01.584" v="22" actId="9405"/>
          <ac:inkMkLst>
            <pc:docMk/>
            <pc:sldMk cId="2501199392" sldId="702"/>
            <ac:inkMk id="25" creationId="{3BBDFC30-5F81-2167-31EA-E0032CA265F8}"/>
          </ac:inkMkLst>
        </pc:inkChg>
        <pc:inkChg chg="add">
          <ac:chgData name="Rahul Mishra" userId="57c6469e-ac64-4888-811b-35f0aabddbad" providerId="ADAL" clId="{2587B58E-4F3B-47AB-B3EB-62407C9160B0}" dt="2025-10-04T03:14:01.965" v="23" actId="9405"/>
          <ac:inkMkLst>
            <pc:docMk/>
            <pc:sldMk cId="2501199392" sldId="702"/>
            <ac:inkMk id="26" creationId="{EBB69EFA-6164-B02D-82E4-1C1A0F34E648}"/>
          </ac:inkMkLst>
        </pc:inkChg>
        <pc:inkChg chg="add">
          <ac:chgData name="Rahul Mishra" userId="57c6469e-ac64-4888-811b-35f0aabddbad" providerId="ADAL" clId="{2587B58E-4F3B-47AB-B3EB-62407C9160B0}" dt="2025-10-04T03:14:02.361" v="24" actId="9405"/>
          <ac:inkMkLst>
            <pc:docMk/>
            <pc:sldMk cId="2501199392" sldId="702"/>
            <ac:inkMk id="27" creationId="{E0EB6AEE-EFA5-54CA-6D5C-00BD8579E0A9}"/>
          </ac:inkMkLst>
        </pc:inkChg>
        <pc:inkChg chg="add mod">
          <ac:chgData name="Rahul Mishra" userId="57c6469e-ac64-4888-811b-35f0aabddbad" providerId="ADAL" clId="{2587B58E-4F3B-47AB-B3EB-62407C9160B0}" dt="2025-10-04T03:14:04.256" v="28"/>
          <ac:inkMkLst>
            <pc:docMk/>
            <pc:sldMk cId="2501199392" sldId="702"/>
            <ac:inkMk id="28" creationId="{BE8E37DB-F6D8-17C9-D7AE-0EF6678CBB53}"/>
          </ac:inkMkLst>
        </pc:inkChg>
        <pc:inkChg chg="add">
          <ac:chgData name="Rahul Mishra" userId="57c6469e-ac64-4888-811b-35f0aabddbad" providerId="ADAL" clId="{2587B58E-4F3B-47AB-B3EB-62407C9160B0}" dt="2025-10-04T03:14:03.029" v="26" actId="9405"/>
          <ac:inkMkLst>
            <pc:docMk/>
            <pc:sldMk cId="2501199392" sldId="702"/>
            <ac:inkMk id="29" creationId="{D6E732EA-3617-9B9B-8C6D-2BCE3702E110}"/>
          </ac:inkMkLst>
        </pc:inkChg>
        <pc:inkChg chg="add">
          <ac:chgData name="Rahul Mishra" userId="57c6469e-ac64-4888-811b-35f0aabddbad" providerId="ADAL" clId="{2587B58E-4F3B-47AB-B3EB-62407C9160B0}" dt="2025-10-04T03:14:03.337" v="27" actId="9405"/>
          <ac:inkMkLst>
            <pc:docMk/>
            <pc:sldMk cId="2501199392" sldId="702"/>
            <ac:inkMk id="30" creationId="{3CAB6754-1783-00B4-D929-E6E440C5402C}"/>
          </ac:inkMkLst>
        </pc:inkChg>
        <pc:inkChg chg="add">
          <ac:chgData name="Rahul Mishra" userId="57c6469e-ac64-4888-811b-35f0aabddbad" providerId="ADAL" clId="{2587B58E-4F3B-47AB-B3EB-62407C9160B0}" dt="2025-10-04T03:14:04.648" v="29" actId="9405"/>
          <ac:inkMkLst>
            <pc:docMk/>
            <pc:sldMk cId="2501199392" sldId="702"/>
            <ac:inkMk id="32" creationId="{1A708CA2-BF58-4253-6002-56A24A0A2F74}"/>
          </ac:inkMkLst>
        </pc:inkChg>
        <pc:inkChg chg="add">
          <ac:chgData name="Rahul Mishra" userId="57c6469e-ac64-4888-811b-35f0aabddbad" providerId="ADAL" clId="{2587B58E-4F3B-47AB-B3EB-62407C9160B0}" dt="2025-10-04T03:14:04.893" v="30" actId="9405"/>
          <ac:inkMkLst>
            <pc:docMk/>
            <pc:sldMk cId="2501199392" sldId="702"/>
            <ac:inkMk id="33" creationId="{7AF11857-C623-83D7-F3EE-8E1CB201C95F}"/>
          </ac:inkMkLst>
        </pc:inkChg>
        <pc:inkChg chg="add">
          <ac:chgData name="Rahul Mishra" userId="57c6469e-ac64-4888-811b-35f0aabddbad" providerId="ADAL" clId="{2587B58E-4F3B-47AB-B3EB-62407C9160B0}" dt="2025-10-04T03:14:05.065" v="31" actId="9405"/>
          <ac:inkMkLst>
            <pc:docMk/>
            <pc:sldMk cId="2501199392" sldId="702"/>
            <ac:inkMk id="34" creationId="{CF66BDF6-61A3-7321-0DB2-A77B2D121008}"/>
          </ac:inkMkLst>
        </pc:inkChg>
        <pc:inkChg chg="add">
          <ac:chgData name="Rahul Mishra" userId="57c6469e-ac64-4888-811b-35f0aabddbad" providerId="ADAL" clId="{2587B58E-4F3B-47AB-B3EB-62407C9160B0}" dt="2025-10-04T03:14:05.253" v="32" actId="9405"/>
          <ac:inkMkLst>
            <pc:docMk/>
            <pc:sldMk cId="2501199392" sldId="702"/>
            <ac:inkMk id="35" creationId="{EC6F5187-10D8-F573-9564-03BAA1162A30}"/>
          </ac:inkMkLst>
        </pc:inkChg>
        <pc:inkChg chg="add">
          <ac:chgData name="Rahul Mishra" userId="57c6469e-ac64-4888-811b-35f0aabddbad" providerId="ADAL" clId="{2587B58E-4F3B-47AB-B3EB-62407C9160B0}" dt="2025-10-04T03:14:06.124" v="33" actId="9405"/>
          <ac:inkMkLst>
            <pc:docMk/>
            <pc:sldMk cId="2501199392" sldId="702"/>
            <ac:inkMk id="36" creationId="{15829C2D-AE64-B8A3-DA44-03255CD6863E}"/>
          </ac:inkMkLst>
        </pc:inkChg>
        <pc:inkChg chg="add mod">
          <ac:chgData name="Rahul Mishra" userId="57c6469e-ac64-4888-811b-35f0aabddbad" providerId="ADAL" clId="{2587B58E-4F3B-47AB-B3EB-62407C9160B0}" dt="2025-10-04T03:14:20.615" v="62"/>
          <ac:inkMkLst>
            <pc:docMk/>
            <pc:sldMk cId="2501199392" sldId="702"/>
            <ac:inkMk id="37" creationId="{F12091FE-B470-66BA-C12E-B1DC6BBDE68E}"/>
          </ac:inkMkLst>
        </pc:inkChg>
        <pc:inkChg chg="add">
          <ac:chgData name="Rahul Mishra" userId="57c6469e-ac64-4888-811b-35f0aabddbad" providerId="ADAL" clId="{2587B58E-4F3B-47AB-B3EB-62407C9160B0}" dt="2025-10-04T03:14:07.633" v="35" actId="9405"/>
          <ac:inkMkLst>
            <pc:docMk/>
            <pc:sldMk cId="2501199392" sldId="702"/>
            <ac:inkMk id="38" creationId="{A07212D8-7D95-FFE3-A687-E8506AC52FFE}"/>
          </ac:inkMkLst>
        </pc:inkChg>
        <pc:inkChg chg="add">
          <ac:chgData name="Rahul Mishra" userId="57c6469e-ac64-4888-811b-35f0aabddbad" providerId="ADAL" clId="{2587B58E-4F3B-47AB-B3EB-62407C9160B0}" dt="2025-10-04T03:14:07.932" v="36" actId="9405"/>
          <ac:inkMkLst>
            <pc:docMk/>
            <pc:sldMk cId="2501199392" sldId="702"/>
            <ac:inkMk id="39" creationId="{A6258403-C553-397E-CE7D-C5B1D0B08B3C}"/>
          </ac:inkMkLst>
        </pc:inkChg>
        <pc:inkChg chg="add">
          <ac:chgData name="Rahul Mishra" userId="57c6469e-ac64-4888-811b-35f0aabddbad" providerId="ADAL" clId="{2587B58E-4F3B-47AB-B3EB-62407C9160B0}" dt="2025-10-04T03:14:08.363" v="37" actId="9405"/>
          <ac:inkMkLst>
            <pc:docMk/>
            <pc:sldMk cId="2501199392" sldId="702"/>
            <ac:inkMk id="40" creationId="{517FE16F-41E1-04B6-9154-1DCF70A9DBD2}"/>
          </ac:inkMkLst>
        </pc:inkChg>
        <pc:inkChg chg="add mod">
          <ac:chgData name="Rahul Mishra" userId="57c6469e-ac64-4888-811b-35f0aabddbad" providerId="ADAL" clId="{2587B58E-4F3B-47AB-B3EB-62407C9160B0}" dt="2025-10-04T03:14:20.615" v="62"/>
          <ac:inkMkLst>
            <pc:docMk/>
            <pc:sldMk cId="2501199392" sldId="702"/>
            <ac:inkMk id="41" creationId="{1515C768-AC16-52F3-E3E8-4F8FB0FD52E2}"/>
          </ac:inkMkLst>
        </pc:inkChg>
        <pc:inkChg chg="add">
          <ac:chgData name="Rahul Mishra" userId="57c6469e-ac64-4888-811b-35f0aabddbad" providerId="ADAL" clId="{2587B58E-4F3B-47AB-B3EB-62407C9160B0}" dt="2025-10-04T03:14:09.619" v="39" actId="9405"/>
          <ac:inkMkLst>
            <pc:docMk/>
            <pc:sldMk cId="2501199392" sldId="702"/>
            <ac:inkMk id="42" creationId="{4BBA9B2A-E069-6D74-E3C8-9F97EF32D929}"/>
          </ac:inkMkLst>
        </pc:inkChg>
        <pc:inkChg chg="add">
          <ac:chgData name="Rahul Mishra" userId="57c6469e-ac64-4888-811b-35f0aabddbad" providerId="ADAL" clId="{2587B58E-4F3B-47AB-B3EB-62407C9160B0}" dt="2025-10-04T03:14:10.316" v="40" actId="9405"/>
          <ac:inkMkLst>
            <pc:docMk/>
            <pc:sldMk cId="2501199392" sldId="702"/>
            <ac:inkMk id="43" creationId="{E6EEBF18-FBFE-4971-5C3A-90B8516CE2E6}"/>
          </ac:inkMkLst>
        </pc:inkChg>
        <pc:inkChg chg="add">
          <ac:chgData name="Rahul Mishra" userId="57c6469e-ac64-4888-811b-35f0aabddbad" providerId="ADAL" clId="{2587B58E-4F3B-47AB-B3EB-62407C9160B0}" dt="2025-10-04T03:14:10.789" v="41" actId="9405"/>
          <ac:inkMkLst>
            <pc:docMk/>
            <pc:sldMk cId="2501199392" sldId="702"/>
            <ac:inkMk id="44" creationId="{6505AFF1-11B9-5E27-B92C-584E616710F7}"/>
          </ac:inkMkLst>
        </pc:inkChg>
        <pc:inkChg chg="add mod">
          <ac:chgData name="Rahul Mishra" userId="57c6469e-ac64-4888-811b-35f0aabddbad" providerId="ADAL" clId="{2587B58E-4F3B-47AB-B3EB-62407C9160B0}" dt="2025-10-04T03:14:20.615" v="62"/>
          <ac:inkMkLst>
            <pc:docMk/>
            <pc:sldMk cId="2501199392" sldId="702"/>
            <ac:inkMk id="45" creationId="{AF88EA14-9174-0963-E09F-BD7512F8C8B9}"/>
          </ac:inkMkLst>
        </pc:inkChg>
        <pc:inkChg chg="add mod">
          <ac:chgData name="Rahul Mishra" userId="57c6469e-ac64-4888-811b-35f0aabddbad" providerId="ADAL" clId="{2587B58E-4F3B-47AB-B3EB-62407C9160B0}" dt="2025-10-04T03:14:20.615" v="62"/>
          <ac:inkMkLst>
            <pc:docMk/>
            <pc:sldMk cId="2501199392" sldId="702"/>
            <ac:inkMk id="46" creationId="{E6E5F96E-E765-BD60-1AD1-71C275D3AE4B}"/>
          </ac:inkMkLst>
        </pc:inkChg>
        <pc:inkChg chg="add">
          <ac:chgData name="Rahul Mishra" userId="57c6469e-ac64-4888-811b-35f0aabddbad" providerId="ADAL" clId="{2587B58E-4F3B-47AB-B3EB-62407C9160B0}" dt="2025-10-04T03:14:13.119" v="44" actId="9405"/>
          <ac:inkMkLst>
            <pc:docMk/>
            <pc:sldMk cId="2501199392" sldId="702"/>
            <ac:inkMk id="47" creationId="{D3514769-B8CD-241F-777D-E5DFD3D36EB4}"/>
          </ac:inkMkLst>
        </pc:inkChg>
        <pc:inkChg chg="add mod">
          <ac:chgData name="Rahul Mishra" userId="57c6469e-ac64-4888-811b-35f0aabddbad" providerId="ADAL" clId="{2587B58E-4F3B-47AB-B3EB-62407C9160B0}" dt="2025-10-04T03:14:20.615" v="62"/>
          <ac:inkMkLst>
            <pc:docMk/>
            <pc:sldMk cId="2501199392" sldId="702"/>
            <ac:inkMk id="48" creationId="{0176C140-5AD8-D349-377C-E3BA13D0FC34}"/>
          </ac:inkMkLst>
        </pc:inkChg>
        <pc:inkChg chg="add">
          <ac:chgData name="Rahul Mishra" userId="57c6469e-ac64-4888-811b-35f0aabddbad" providerId="ADAL" clId="{2587B58E-4F3B-47AB-B3EB-62407C9160B0}" dt="2025-10-04T03:14:13.958" v="46" actId="9405"/>
          <ac:inkMkLst>
            <pc:docMk/>
            <pc:sldMk cId="2501199392" sldId="702"/>
            <ac:inkMk id="49" creationId="{FA668423-5A4A-F19C-1777-022384E178DF}"/>
          </ac:inkMkLst>
        </pc:inkChg>
        <pc:inkChg chg="add">
          <ac:chgData name="Rahul Mishra" userId="57c6469e-ac64-4888-811b-35f0aabddbad" providerId="ADAL" clId="{2587B58E-4F3B-47AB-B3EB-62407C9160B0}" dt="2025-10-04T03:14:14.747" v="47" actId="9405"/>
          <ac:inkMkLst>
            <pc:docMk/>
            <pc:sldMk cId="2501199392" sldId="702"/>
            <ac:inkMk id="50" creationId="{6D30AED5-A9DD-135B-C415-B88BE0BB2FC0}"/>
          </ac:inkMkLst>
        </pc:inkChg>
        <pc:inkChg chg="add">
          <ac:chgData name="Rahul Mishra" userId="57c6469e-ac64-4888-811b-35f0aabddbad" providerId="ADAL" clId="{2587B58E-4F3B-47AB-B3EB-62407C9160B0}" dt="2025-10-04T03:14:14.980" v="48" actId="9405"/>
          <ac:inkMkLst>
            <pc:docMk/>
            <pc:sldMk cId="2501199392" sldId="702"/>
            <ac:inkMk id="51" creationId="{0B342F58-6DD2-989E-F7F9-02491D070A6B}"/>
          </ac:inkMkLst>
        </pc:inkChg>
        <pc:inkChg chg="add">
          <ac:chgData name="Rahul Mishra" userId="57c6469e-ac64-4888-811b-35f0aabddbad" providerId="ADAL" clId="{2587B58E-4F3B-47AB-B3EB-62407C9160B0}" dt="2025-10-04T03:14:15.273" v="49" actId="9405"/>
          <ac:inkMkLst>
            <pc:docMk/>
            <pc:sldMk cId="2501199392" sldId="702"/>
            <ac:inkMk id="52" creationId="{34BBCC34-2E43-E46E-3B3E-5F51BBFCED46}"/>
          </ac:inkMkLst>
        </pc:inkChg>
        <pc:inkChg chg="add">
          <ac:chgData name="Rahul Mishra" userId="57c6469e-ac64-4888-811b-35f0aabddbad" providerId="ADAL" clId="{2587B58E-4F3B-47AB-B3EB-62407C9160B0}" dt="2025-10-04T03:14:15.631" v="50" actId="9405"/>
          <ac:inkMkLst>
            <pc:docMk/>
            <pc:sldMk cId="2501199392" sldId="702"/>
            <ac:inkMk id="53" creationId="{40A30E17-BF76-8B96-4B03-6FDA4F6B4D93}"/>
          </ac:inkMkLst>
        </pc:inkChg>
        <pc:inkChg chg="add">
          <ac:chgData name="Rahul Mishra" userId="57c6469e-ac64-4888-811b-35f0aabddbad" providerId="ADAL" clId="{2587B58E-4F3B-47AB-B3EB-62407C9160B0}" dt="2025-10-04T03:14:15.968" v="51" actId="9405"/>
          <ac:inkMkLst>
            <pc:docMk/>
            <pc:sldMk cId="2501199392" sldId="702"/>
            <ac:inkMk id="54" creationId="{F71827E9-2769-F739-03E1-49AD09883BC6}"/>
          </ac:inkMkLst>
        </pc:inkChg>
        <pc:inkChg chg="add">
          <ac:chgData name="Rahul Mishra" userId="57c6469e-ac64-4888-811b-35f0aabddbad" providerId="ADAL" clId="{2587B58E-4F3B-47AB-B3EB-62407C9160B0}" dt="2025-10-04T03:14:16.139" v="52" actId="9405"/>
          <ac:inkMkLst>
            <pc:docMk/>
            <pc:sldMk cId="2501199392" sldId="702"/>
            <ac:inkMk id="55" creationId="{326536A3-31B0-A056-4BCB-C0A9104468B6}"/>
          </ac:inkMkLst>
        </pc:inkChg>
        <pc:inkChg chg="add">
          <ac:chgData name="Rahul Mishra" userId="57c6469e-ac64-4888-811b-35f0aabddbad" providerId="ADAL" clId="{2587B58E-4F3B-47AB-B3EB-62407C9160B0}" dt="2025-10-04T03:14:16.263" v="53" actId="9405"/>
          <ac:inkMkLst>
            <pc:docMk/>
            <pc:sldMk cId="2501199392" sldId="702"/>
            <ac:inkMk id="56" creationId="{5E0219B4-6466-A39F-AE4A-59418E231368}"/>
          </ac:inkMkLst>
        </pc:inkChg>
        <pc:inkChg chg="add mod">
          <ac:chgData name="Rahul Mishra" userId="57c6469e-ac64-4888-811b-35f0aabddbad" providerId="ADAL" clId="{2587B58E-4F3B-47AB-B3EB-62407C9160B0}" dt="2025-10-04T03:14:20.615" v="62"/>
          <ac:inkMkLst>
            <pc:docMk/>
            <pc:sldMk cId="2501199392" sldId="702"/>
            <ac:inkMk id="57" creationId="{6FF48409-1B90-E039-221F-4B3358996E5F}"/>
          </ac:inkMkLst>
        </pc:inkChg>
        <pc:inkChg chg="add">
          <ac:chgData name="Rahul Mishra" userId="57c6469e-ac64-4888-811b-35f0aabddbad" providerId="ADAL" clId="{2587B58E-4F3B-47AB-B3EB-62407C9160B0}" dt="2025-10-04T03:14:16.937" v="55" actId="9405"/>
          <ac:inkMkLst>
            <pc:docMk/>
            <pc:sldMk cId="2501199392" sldId="702"/>
            <ac:inkMk id="58" creationId="{A9EF3B16-61B4-0F53-E08E-CD2D618B2058}"/>
          </ac:inkMkLst>
        </pc:inkChg>
        <pc:inkChg chg="add">
          <ac:chgData name="Rahul Mishra" userId="57c6469e-ac64-4888-811b-35f0aabddbad" providerId="ADAL" clId="{2587B58E-4F3B-47AB-B3EB-62407C9160B0}" dt="2025-10-04T03:14:17.370" v="56" actId="9405"/>
          <ac:inkMkLst>
            <pc:docMk/>
            <pc:sldMk cId="2501199392" sldId="702"/>
            <ac:inkMk id="59" creationId="{F1D58A4F-B64B-D612-8E23-F39B5E1FC960}"/>
          </ac:inkMkLst>
        </pc:inkChg>
        <pc:inkChg chg="add">
          <ac:chgData name="Rahul Mishra" userId="57c6469e-ac64-4888-811b-35f0aabddbad" providerId="ADAL" clId="{2587B58E-4F3B-47AB-B3EB-62407C9160B0}" dt="2025-10-04T03:14:18.181" v="57" actId="9405"/>
          <ac:inkMkLst>
            <pc:docMk/>
            <pc:sldMk cId="2501199392" sldId="702"/>
            <ac:inkMk id="60" creationId="{1FD6FD53-91BE-1ABD-8C4B-7CADB7215105}"/>
          </ac:inkMkLst>
        </pc:inkChg>
        <pc:inkChg chg="add">
          <ac:chgData name="Rahul Mishra" userId="57c6469e-ac64-4888-811b-35f0aabddbad" providerId="ADAL" clId="{2587B58E-4F3B-47AB-B3EB-62407C9160B0}" dt="2025-10-04T03:14:18.720" v="58" actId="9405"/>
          <ac:inkMkLst>
            <pc:docMk/>
            <pc:sldMk cId="2501199392" sldId="702"/>
            <ac:inkMk id="61" creationId="{E02BAD46-ADE0-7973-99E2-B65DE7C38C10}"/>
          </ac:inkMkLst>
        </pc:inkChg>
        <pc:inkChg chg="add mod">
          <ac:chgData name="Rahul Mishra" userId="57c6469e-ac64-4888-811b-35f0aabddbad" providerId="ADAL" clId="{2587B58E-4F3B-47AB-B3EB-62407C9160B0}" dt="2025-10-04T03:14:20.615" v="62"/>
          <ac:inkMkLst>
            <pc:docMk/>
            <pc:sldMk cId="2501199392" sldId="702"/>
            <ac:inkMk id="62" creationId="{94D1332F-5B99-7154-B1CC-7B26F731F371}"/>
          </ac:inkMkLst>
        </pc:inkChg>
        <pc:inkChg chg="add">
          <ac:chgData name="Rahul Mishra" userId="57c6469e-ac64-4888-811b-35f0aabddbad" providerId="ADAL" clId="{2587B58E-4F3B-47AB-B3EB-62407C9160B0}" dt="2025-10-04T03:14:19.121" v="60" actId="9405"/>
          <ac:inkMkLst>
            <pc:docMk/>
            <pc:sldMk cId="2501199392" sldId="702"/>
            <ac:inkMk id="63" creationId="{1D750331-690E-CD47-5937-96F715D74465}"/>
          </ac:inkMkLst>
        </pc:inkChg>
        <pc:inkChg chg="add">
          <ac:chgData name="Rahul Mishra" userId="57c6469e-ac64-4888-811b-35f0aabddbad" providerId="ADAL" clId="{2587B58E-4F3B-47AB-B3EB-62407C9160B0}" dt="2025-10-04T03:14:19.697" v="61" actId="9405"/>
          <ac:inkMkLst>
            <pc:docMk/>
            <pc:sldMk cId="2501199392" sldId="702"/>
            <ac:inkMk id="64" creationId="{5E3CE825-157A-3AF1-F968-0B450E704098}"/>
          </ac:inkMkLst>
        </pc:inkChg>
        <pc:inkChg chg="add">
          <ac:chgData name="Rahul Mishra" userId="57c6469e-ac64-4888-811b-35f0aabddbad" providerId="ADAL" clId="{2587B58E-4F3B-47AB-B3EB-62407C9160B0}" dt="2025-10-04T03:14:21.748" v="63" actId="9405"/>
          <ac:inkMkLst>
            <pc:docMk/>
            <pc:sldMk cId="2501199392" sldId="702"/>
            <ac:inkMk id="68" creationId="{98AC6FCF-7B37-A681-2087-FBB820E0A7DD}"/>
          </ac:inkMkLst>
        </pc:inkChg>
      </pc:sldChg>
      <pc:sldChg chg="addSp">
        <pc:chgData name="Rahul Mishra" userId="57c6469e-ac64-4888-811b-35f0aabddbad" providerId="ADAL" clId="{2587B58E-4F3B-47AB-B3EB-62407C9160B0}" dt="2025-10-04T03:48:32.279" v="65"/>
        <pc:sldMkLst>
          <pc:docMk/>
          <pc:sldMk cId="3955228386" sldId="703"/>
        </pc:sldMkLst>
        <pc:inkChg chg="add">
          <ac:chgData name="Rahul Mishra" userId="57c6469e-ac64-4888-811b-35f0aabddbad" providerId="ADAL" clId="{2587B58E-4F3B-47AB-B3EB-62407C9160B0}" dt="2025-10-04T03:40:25.503" v="64"/>
          <ac:inkMkLst>
            <pc:docMk/>
            <pc:sldMk cId="3955228386" sldId="703"/>
            <ac:inkMk id="3" creationId="{59C912B8-F9C5-EA48-EED3-85990E2E5947}"/>
          </ac:inkMkLst>
        </pc:inkChg>
        <pc:inkChg chg="add">
          <ac:chgData name="Rahul Mishra" userId="57c6469e-ac64-4888-811b-35f0aabddbad" providerId="ADAL" clId="{2587B58E-4F3B-47AB-B3EB-62407C9160B0}" dt="2025-10-04T03:48:32.279" v="65"/>
          <ac:inkMkLst>
            <pc:docMk/>
            <pc:sldMk cId="3955228386" sldId="703"/>
            <ac:inkMk id="4" creationId="{93EE507D-55D0-14DF-AA09-31C572E26003}"/>
          </ac:inkMkLst>
        </pc:inkChg>
      </pc:sldChg>
    </pc:docChg>
  </pc:docChgLst>
  <pc:docChgLst>
    <pc:chgData name="Rahul Mishra" userId="57c6469e-ac64-4888-811b-35f0aabddbad" providerId="ADAL" clId="{3C51EBFE-9C35-4409-96DB-F0D02B2A0E50}"/>
    <pc:docChg chg="undo redo custSel addSld delSld modSld sldOrd">
      <pc:chgData name="Rahul Mishra" userId="57c6469e-ac64-4888-811b-35f0aabddbad" providerId="ADAL" clId="{3C51EBFE-9C35-4409-96DB-F0D02B2A0E50}" dt="2024-08-12T10:46:41.631" v="235" actId="47"/>
      <pc:docMkLst>
        <pc:docMk/>
      </pc:docMkLst>
      <pc:sldChg chg="addSp delSp modSp mod">
        <pc:chgData name="Rahul Mishra" userId="57c6469e-ac64-4888-811b-35f0aabddbad" providerId="ADAL" clId="{3C51EBFE-9C35-4409-96DB-F0D02B2A0E50}" dt="2024-08-11T15:31:04.879" v="37" actId="21"/>
        <pc:sldMkLst>
          <pc:docMk/>
          <pc:sldMk cId="109857222" sldId="256"/>
        </pc:sldMkLst>
      </pc:sldChg>
      <pc:sldChg chg="del">
        <pc:chgData name="Rahul Mishra" userId="57c6469e-ac64-4888-811b-35f0aabddbad" providerId="ADAL" clId="{3C51EBFE-9C35-4409-96DB-F0D02B2A0E50}" dt="2024-08-10T17:32:32.862" v="14" actId="47"/>
        <pc:sldMkLst>
          <pc:docMk/>
          <pc:sldMk cId="3133156807" sldId="262"/>
        </pc:sldMkLst>
      </pc:sldChg>
      <pc:sldChg chg="del">
        <pc:chgData name="Rahul Mishra" userId="57c6469e-ac64-4888-811b-35f0aabddbad" providerId="ADAL" clId="{3C51EBFE-9C35-4409-96DB-F0D02B2A0E50}" dt="2024-08-10T17:32:33.607" v="15" actId="47"/>
        <pc:sldMkLst>
          <pc:docMk/>
          <pc:sldMk cId="3544179579" sldId="263"/>
        </pc:sldMkLst>
      </pc:sldChg>
      <pc:sldChg chg="del">
        <pc:chgData name="Rahul Mishra" userId="57c6469e-ac64-4888-811b-35f0aabddbad" providerId="ADAL" clId="{3C51EBFE-9C35-4409-96DB-F0D02B2A0E50}" dt="2024-08-12T10:46:41.631" v="235" actId="47"/>
        <pc:sldMkLst>
          <pc:docMk/>
          <pc:sldMk cId="398065041" sldId="264"/>
        </pc:sldMkLst>
      </pc:sldChg>
      <pc:sldChg chg="del">
        <pc:chgData name="Rahul Mishra" userId="57c6469e-ac64-4888-811b-35f0aabddbad" providerId="ADAL" clId="{3C51EBFE-9C35-4409-96DB-F0D02B2A0E50}" dt="2024-08-12T10:46:40.909" v="234" actId="47"/>
        <pc:sldMkLst>
          <pc:docMk/>
          <pc:sldMk cId="2891437468" sldId="265"/>
        </pc:sldMkLst>
      </pc:sldChg>
      <pc:sldChg chg="addSp delSp modSp mod">
        <pc:chgData name="Rahul Mishra" userId="57c6469e-ac64-4888-811b-35f0aabddbad" providerId="ADAL" clId="{3C51EBFE-9C35-4409-96DB-F0D02B2A0E50}" dt="2024-08-11T17:47:59.027" v="169" actId="6549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3C51EBFE-9C35-4409-96DB-F0D02B2A0E50}" dt="2024-08-10T17:32:36.624" v="16" actId="47"/>
        <pc:sldMkLst>
          <pc:docMk/>
          <pc:sldMk cId="3580903429" sldId="277"/>
        </pc:sldMkLst>
      </pc:sldChg>
      <pc:sldChg chg="del">
        <pc:chgData name="Rahul Mishra" userId="57c6469e-ac64-4888-811b-35f0aabddbad" providerId="ADAL" clId="{3C51EBFE-9C35-4409-96DB-F0D02B2A0E50}" dt="2024-08-10T17:32:37.347" v="17" actId="47"/>
        <pc:sldMkLst>
          <pc:docMk/>
          <pc:sldMk cId="287585719" sldId="278"/>
        </pc:sldMkLst>
      </pc:sldChg>
      <pc:sldChg chg="del">
        <pc:chgData name="Rahul Mishra" userId="57c6469e-ac64-4888-811b-35f0aabddbad" providerId="ADAL" clId="{3C51EBFE-9C35-4409-96DB-F0D02B2A0E50}" dt="2024-08-10T17:32:38.653" v="19" actId="47"/>
        <pc:sldMkLst>
          <pc:docMk/>
          <pc:sldMk cId="2028208407" sldId="280"/>
        </pc:sldMkLst>
      </pc:sldChg>
      <pc:sldChg chg="del">
        <pc:chgData name="Rahul Mishra" userId="57c6469e-ac64-4888-811b-35f0aabddbad" providerId="ADAL" clId="{3C51EBFE-9C35-4409-96DB-F0D02B2A0E50}" dt="2024-08-10T17:32:39.949" v="21" actId="47"/>
        <pc:sldMkLst>
          <pc:docMk/>
          <pc:sldMk cId="858677780" sldId="282"/>
        </pc:sldMkLst>
      </pc:sldChg>
      <pc:sldChg chg="delSp modSp add mod">
        <pc:chgData name="Rahul Mishra" userId="57c6469e-ac64-4888-811b-35f0aabddbad" providerId="ADAL" clId="{3C51EBFE-9C35-4409-96DB-F0D02B2A0E50}" dt="2024-08-11T17:49:08.408" v="182" actId="14100"/>
        <pc:sldMkLst>
          <pc:docMk/>
          <pc:sldMk cId="0" sldId="283"/>
        </pc:sldMkLst>
      </pc:sldChg>
      <pc:sldChg chg="delSp modSp add mod modNotes">
        <pc:chgData name="Rahul Mishra" userId="57c6469e-ac64-4888-811b-35f0aabddbad" providerId="ADAL" clId="{3C51EBFE-9C35-4409-96DB-F0D02B2A0E50}" dt="2024-08-11T17:50:32.669" v="190" actId="33524"/>
        <pc:sldMkLst>
          <pc:docMk/>
          <pc:sldMk cId="0" sldId="28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6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7"/>
        </pc:sldMkLst>
      </pc:sldChg>
      <pc:sldChg chg="del">
        <pc:chgData name="Rahul Mishra" userId="57c6469e-ac64-4888-811b-35f0aabddbad" providerId="ADAL" clId="{3C51EBFE-9C35-4409-96DB-F0D02B2A0E50}" dt="2024-08-12T10:46:38.986" v="232" actId="47"/>
        <pc:sldMkLst>
          <pc:docMk/>
          <pc:sldMk cId="4169999109" sldId="28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9"/>
        </pc:sldMkLst>
      </pc:sldChg>
      <pc:sldChg chg="del">
        <pc:chgData name="Rahul Mishra" userId="57c6469e-ac64-4888-811b-35f0aabddbad" providerId="ADAL" clId="{3C51EBFE-9C35-4409-96DB-F0D02B2A0E50}" dt="2024-08-10T17:32:20.776" v="3" actId="47"/>
        <pc:sldMkLst>
          <pc:docMk/>
          <pc:sldMk cId="2075130990" sldId="2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0"/>
        </pc:sldMkLst>
      </pc:sldChg>
      <pc:sldChg chg="del">
        <pc:chgData name="Rahul Mishra" userId="57c6469e-ac64-4888-811b-35f0aabddbad" providerId="ADAL" clId="{3C51EBFE-9C35-4409-96DB-F0D02B2A0E50}" dt="2024-08-10T17:32:22.590" v="5" actId="47"/>
        <pc:sldMkLst>
          <pc:docMk/>
          <pc:sldMk cId="1375468095" sldId="2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1"/>
        </pc:sldMkLst>
      </pc:sldChg>
      <pc:sldChg chg="del">
        <pc:chgData name="Rahul Mishra" userId="57c6469e-ac64-4888-811b-35f0aabddbad" providerId="ADAL" clId="{3C51EBFE-9C35-4409-96DB-F0D02B2A0E50}" dt="2024-08-10T17:32:24.211" v="7" actId="47"/>
        <pc:sldMkLst>
          <pc:docMk/>
          <pc:sldMk cId="2738630986" sldId="291"/>
        </pc:sldMkLst>
      </pc:sldChg>
      <pc:sldChg chg="modSp add del mod">
        <pc:chgData name="Rahul Mishra" userId="57c6469e-ac64-4888-811b-35f0aabddbad" providerId="ADAL" clId="{3C51EBFE-9C35-4409-96DB-F0D02B2A0E50}" dt="2024-08-11T15:54:55.830" v="59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3C51EBFE-9C35-4409-96DB-F0D02B2A0E50}" dt="2024-08-10T17:32:24.996" v="8" actId="47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3C51EBFE-9C35-4409-96DB-F0D02B2A0E50}" dt="2024-08-10T17:32:25.786" v="9" actId="47"/>
        <pc:sldMkLst>
          <pc:docMk/>
          <pc:sldMk cId="2936543862" sldId="293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3C51EBFE-9C35-4409-96DB-F0D02B2A0E50}" dt="2024-08-10T17:32:26.588" v="10" actId="47"/>
        <pc:sldMkLst>
          <pc:docMk/>
          <pc:sldMk cId="1116881268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502611286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3C51EBFE-9C35-4409-96DB-F0D02B2A0E50}" dt="2024-08-10T17:32:28.393" v="12" actId="47"/>
        <pc:sldMkLst>
          <pc:docMk/>
          <pc:sldMk cId="2876906665" sldId="29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615098788" sldId="296"/>
        </pc:sldMkLst>
      </pc:sldChg>
      <pc:sldChg chg="modSp add del modNotes">
        <pc:chgData name="Rahul Mishra" userId="57c6469e-ac64-4888-811b-35f0aabddbad" providerId="ADAL" clId="{3C51EBFE-9C35-4409-96DB-F0D02B2A0E50}" dt="2024-08-11T18:07:31.581" v="196" actId="47"/>
        <pc:sldMkLst>
          <pc:docMk/>
          <pc:sldMk cId="0" sldId="297"/>
        </pc:sldMkLst>
      </pc:sldChg>
      <pc:sldChg chg="modSp mod">
        <pc:chgData name="Rahul Mishra" userId="57c6469e-ac64-4888-811b-35f0aabddbad" providerId="ADAL" clId="{3C51EBFE-9C35-4409-96DB-F0D02B2A0E50}" dt="2024-08-11T15:54:54.663" v="57" actId="14100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3C51EBFE-9C35-4409-96DB-F0D02B2A0E50}" dt="2024-08-11T17:46:24.274" v="142" actId="13926"/>
        <pc:sldMkLst>
          <pc:docMk/>
          <pc:sldMk cId="2187071181" sldId="303"/>
        </pc:sldMkLst>
      </pc:sldChg>
      <pc:sldChg chg="modSp mod">
        <pc:chgData name="Rahul Mishra" userId="57c6469e-ac64-4888-811b-35f0aabddbad" providerId="ADAL" clId="{3C51EBFE-9C35-4409-96DB-F0D02B2A0E50}" dt="2024-08-11T17:47:25.648" v="164" actId="14100"/>
        <pc:sldMkLst>
          <pc:docMk/>
          <pc:sldMk cId="2669860053" sldId="30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419033139" sldId="305"/>
        </pc:sldMkLst>
      </pc:sldChg>
      <pc:sldChg chg="add del">
        <pc:chgData name="Rahul Mishra" userId="57c6469e-ac64-4888-811b-35f0aabddbad" providerId="ADAL" clId="{3C51EBFE-9C35-4409-96DB-F0D02B2A0E50}" dt="2024-08-12T10:46:25.065" v="230" actId="47"/>
        <pc:sldMkLst>
          <pc:docMk/>
          <pc:sldMk cId="175949506" sldId="306"/>
        </pc:sldMkLst>
      </pc:sldChg>
      <pc:sldChg chg="add del">
        <pc:chgData name="Rahul Mishra" userId="57c6469e-ac64-4888-811b-35f0aabddbad" providerId="ADAL" clId="{3C51EBFE-9C35-4409-96DB-F0D02B2A0E50}" dt="2024-08-12T10:46:13.497" v="229" actId="47"/>
        <pc:sldMkLst>
          <pc:docMk/>
          <pc:sldMk cId="1740424806" sldId="307"/>
        </pc:sldMkLst>
      </pc:sldChg>
      <pc:sldChg chg="add del">
        <pc:chgData name="Rahul Mishra" userId="57c6469e-ac64-4888-811b-35f0aabddbad" providerId="ADAL" clId="{3C51EBFE-9C35-4409-96DB-F0D02B2A0E50}" dt="2024-08-12T10:46:12.758" v="228" actId="47"/>
        <pc:sldMkLst>
          <pc:docMk/>
          <pc:sldMk cId="1905279178" sldId="308"/>
        </pc:sldMkLst>
      </pc:sldChg>
      <pc:sldChg chg="add del">
        <pc:chgData name="Rahul Mishra" userId="57c6469e-ac64-4888-811b-35f0aabddbad" providerId="ADAL" clId="{3C51EBFE-9C35-4409-96DB-F0D02B2A0E50}" dt="2024-08-12T10:46:11.862" v="227" actId="47"/>
        <pc:sldMkLst>
          <pc:docMk/>
          <pc:sldMk cId="772241850" sldId="309"/>
        </pc:sldMkLst>
      </pc:sldChg>
      <pc:sldChg chg="add del">
        <pc:chgData name="Rahul Mishra" userId="57c6469e-ac64-4888-811b-35f0aabddbad" providerId="ADAL" clId="{3C51EBFE-9C35-4409-96DB-F0D02B2A0E50}" dt="2024-08-12T10:46:10.950" v="226" actId="47"/>
        <pc:sldMkLst>
          <pc:docMk/>
          <pc:sldMk cId="2832749223" sldId="310"/>
        </pc:sldMkLst>
      </pc:sldChg>
      <pc:sldChg chg="add del">
        <pc:chgData name="Rahul Mishra" userId="57c6469e-ac64-4888-811b-35f0aabddbad" providerId="ADAL" clId="{3C51EBFE-9C35-4409-96DB-F0D02B2A0E50}" dt="2024-08-12T10:46:09.990" v="225" actId="47"/>
        <pc:sldMkLst>
          <pc:docMk/>
          <pc:sldMk cId="3069650673" sldId="311"/>
        </pc:sldMkLst>
      </pc:sldChg>
      <pc:sldChg chg="add del">
        <pc:chgData name="Rahul Mishra" userId="57c6469e-ac64-4888-811b-35f0aabddbad" providerId="ADAL" clId="{3C51EBFE-9C35-4409-96DB-F0D02B2A0E50}" dt="2024-08-12T10:46:09.047" v="224" actId="47"/>
        <pc:sldMkLst>
          <pc:docMk/>
          <pc:sldMk cId="3317796520" sldId="312"/>
        </pc:sldMkLst>
      </pc:sldChg>
      <pc:sldChg chg="add del">
        <pc:chgData name="Rahul Mishra" userId="57c6469e-ac64-4888-811b-35f0aabddbad" providerId="ADAL" clId="{3C51EBFE-9C35-4409-96DB-F0D02B2A0E50}" dt="2024-08-12T10:46:08.324" v="223" actId="47"/>
        <pc:sldMkLst>
          <pc:docMk/>
          <pc:sldMk cId="2718135778" sldId="313"/>
        </pc:sldMkLst>
      </pc:sldChg>
      <pc:sldChg chg="add del">
        <pc:chgData name="Rahul Mishra" userId="57c6469e-ac64-4888-811b-35f0aabddbad" providerId="ADAL" clId="{3C51EBFE-9C35-4409-96DB-F0D02B2A0E50}" dt="2024-08-12T10:46:07.268" v="222" actId="47"/>
        <pc:sldMkLst>
          <pc:docMk/>
          <pc:sldMk cId="1470101792" sldId="314"/>
        </pc:sldMkLst>
      </pc:sldChg>
      <pc:sldChg chg="add del">
        <pc:chgData name="Rahul Mishra" userId="57c6469e-ac64-4888-811b-35f0aabddbad" providerId="ADAL" clId="{3C51EBFE-9C35-4409-96DB-F0D02B2A0E50}" dt="2024-08-12T10:46:06.531" v="221" actId="47"/>
        <pc:sldMkLst>
          <pc:docMk/>
          <pc:sldMk cId="3620885810" sldId="315"/>
        </pc:sldMkLst>
      </pc:sldChg>
      <pc:sldChg chg="modSp add del modNotes">
        <pc:chgData name="Rahul Mishra" userId="57c6469e-ac64-4888-811b-35f0aabddbad" providerId="ADAL" clId="{3C51EBFE-9C35-4409-96DB-F0D02B2A0E50}" dt="2024-08-11T18:12:00.833" v="216" actId="47"/>
        <pc:sldMkLst>
          <pc:docMk/>
          <pc:sldMk cId="0" sldId="316"/>
        </pc:sldMkLst>
      </pc:sldChg>
      <pc:sldChg chg="del">
        <pc:chgData name="Rahul Mishra" userId="57c6469e-ac64-4888-811b-35f0aabddbad" providerId="ADAL" clId="{3C51EBFE-9C35-4409-96DB-F0D02B2A0E50}" dt="2024-08-10T17:32:21.739" v="4" actId="47"/>
        <pc:sldMkLst>
          <pc:docMk/>
          <pc:sldMk cId="2813401871" sldId="349"/>
        </pc:sldMkLst>
      </pc:sldChg>
      <pc:sldChg chg="del">
        <pc:chgData name="Rahul Mishra" userId="57c6469e-ac64-4888-811b-35f0aabddbad" providerId="ADAL" clId="{3C51EBFE-9C35-4409-96DB-F0D02B2A0E50}" dt="2024-08-10T17:32:23.330" v="6" actId="47"/>
        <pc:sldMkLst>
          <pc:docMk/>
          <pc:sldMk cId="2787916344" sldId="350"/>
        </pc:sldMkLst>
      </pc:sldChg>
      <pc:sldChg chg="del">
        <pc:chgData name="Rahul Mishra" userId="57c6469e-ac64-4888-811b-35f0aabddbad" providerId="ADAL" clId="{3C51EBFE-9C35-4409-96DB-F0D02B2A0E50}" dt="2024-08-10T17:32:29.132" v="13" actId="47"/>
        <pc:sldMkLst>
          <pc:docMk/>
          <pc:sldMk cId="97832908" sldId="352"/>
        </pc:sldMkLst>
      </pc:sldChg>
      <pc:sldChg chg="del">
        <pc:chgData name="Rahul Mishra" userId="57c6469e-ac64-4888-811b-35f0aabddbad" providerId="ADAL" clId="{3C51EBFE-9C35-4409-96DB-F0D02B2A0E50}" dt="2024-08-12T10:46:37.683" v="231" actId="47"/>
        <pc:sldMkLst>
          <pc:docMk/>
          <pc:sldMk cId="4132747667" sldId="353"/>
        </pc:sldMkLst>
      </pc:sldChg>
      <pc:sldChg chg="del">
        <pc:chgData name="Rahul Mishra" userId="57c6469e-ac64-4888-811b-35f0aabddbad" providerId="ADAL" clId="{3C51EBFE-9C35-4409-96DB-F0D02B2A0E50}" dt="2024-08-10T17:32:37.990" v="18" actId="47"/>
        <pc:sldMkLst>
          <pc:docMk/>
          <pc:sldMk cId="3662123702" sldId="354"/>
        </pc:sldMkLst>
      </pc:sldChg>
      <pc:sldChg chg="del">
        <pc:chgData name="Rahul Mishra" userId="57c6469e-ac64-4888-811b-35f0aabddbad" providerId="ADAL" clId="{3C51EBFE-9C35-4409-96DB-F0D02B2A0E50}" dt="2024-08-10T17:32:39.285" v="20" actId="47"/>
        <pc:sldMkLst>
          <pc:docMk/>
          <pc:sldMk cId="3397808700" sldId="355"/>
        </pc:sldMkLst>
      </pc:sldChg>
      <pc:sldChg chg="del">
        <pc:chgData name="Rahul Mishra" userId="57c6469e-ac64-4888-811b-35f0aabddbad" providerId="ADAL" clId="{3C51EBFE-9C35-4409-96DB-F0D02B2A0E50}" dt="2024-08-10T17:32:41.582" v="22" actId="47"/>
        <pc:sldMkLst>
          <pc:docMk/>
          <pc:sldMk cId="3297649533" sldId="356"/>
        </pc:sldMkLst>
      </pc:sldChg>
      <pc:sldChg chg="del">
        <pc:chgData name="Rahul Mishra" userId="57c6469e-ac64-4888-811b-35f0aabddbad" providerId="ADAL" clId="{3C51EBFE-9C35-4409-96DB-F0D02B2A0E50}" dt="2024-08-10T17:32:42.352" v="23" actId="47"/>
        <pc:sldMkLst>
          <pc:docMk/>
          <pc:sldMk cId="676390616" sldId="357"/>
        </pc:sldMkLst>
      </pc:sldChg>
      <pc:sldChg chg="del">
        <pc:chgData name="Rahul Mishra" userId="57c6469e-ac64-4888-811b-35f0aabddbad" providerId="ADAL" clId="{3C51EBFE-9C35-4409-96DB-F0D02B2A0E50}" dt="2024-08-10T17:32:43.124" v="24" actId="47"/>
        <pc:sldMkLst>
          <pc:docMk/>
          <pc:sldMk cId="922770136" sldId="358"/>
        </pc:sldMkLst>
      </pc:sldChg>
      <pc:sldChg chg="del">
        <pc:chgData name="Rahul Mishra" userId="57c6469e-ac64-4888-811b-35f0aabddbad" providerId="ADAL" clId="{3C51EBFE-9C35-4409-96DB-F0D02B2A0E50}" dt="2024-08-10T17:32:43.861" v="25" actId="47"/>
        <pc:sldMkLst>
          <pc:docMk/>
          <pc:sldMk cId="2717827387" sldId="359"/>
        </pc:sldMkLst>
      </pc:sldChg>
      <pc:sldChg chg="del">
        <pc:chgData name="Rahul Mishra" userId="57c6469e-ac64-4888-811b-35f0aabddbad" providerId="ADAL" clId="{3C51EBFE-9C35-4409-96DB-F0D02B2A0E50}" dt="2024-08-10T17:32:44.647" v="26" actId="47"/>
        <pc:sldMkLst>
          <pc:docMk/>
          <pc:sldMk cId="2796676358" sldId="360"/>
        </pc:sldMkLst>
      </pc:sldChg>
      <pc:sldChg chg="del">
        <pc:chgData name="Rahul Mishra" userId="57c6469e-ac64-4888-811b-35f0aabddbad" providerId="ADAL" clId="{3C51EBFE-9C35-4409-96DB-F0D02B2A0E50}" dt="2024-08-12T10:46:39.869" v="233" actId="47"/>
        <pc:sldMkLst>
          <pc:docMk/>
          <pc:sldMk cId="3694793066" sldId="361"/>
        </pc:sldMkLst>
      </pc:sldChg>
      <pc:sldChg chg="del">
        <pc:chgData name="Rahul Mishra" userId="57c6469e-ac64-4888-811b-35f0aabddbad" providerId="ADAL" clId="{3C51EBFE-9C35-4409-96DB-F0D02B2A0E50}" dt="2024-08-10T17:32:51.393" v="27" actId="47"/>
        <pc:sldMkLst>
          <pc:docMk/>
          <pc:sldMk cId="4090776321" sldId="362"/>
        </pc:sldMkLst>
      </pc:sldChg>
      <pc:sldChg chg="del">
        <pc:chgData name="Rahul Mishra" userId="57c6469e-ac64-4888-811b-35f0aabddbad" providerId="ADAL" clId="{3C51EBFE-9C35-4409-96DB-F0D02B2A0E50}" dt="2024-08-10T17:32:52.398" v="28" actId="47"/>
        <pc:sldMkLst>
          <pc:docMk/>
          <pc:sldMk cId="533411327" sldId="363"/>
        </pc:sldMkLst>
      </pc:sldChg>
      <pc:sldChg chg="del">
        <pc:chgData name="Rahul Mishra" userId="57c6469e-ac64-4888-811b-35f0aabddbad" providerId="ADAL" clId="{3C51EBFE-9C35-4409-96DB-F0D02B2A0E50}" dt="2024-08-10T17:32:53.470" v="29" actId="47"/>
        <pc:sldMkLst>
          <pc:docMk/>
          <pc:sldMk cId="3170865946" sldId="364"/>
        </pc:sldMkLst>
      </pc:sldChg>
      <pc:sldChg chg="del">
        <pc:chgData name="Rahul Mishra" userId="57c6469e-ac64-4888-811b-35f0aabddbad" providerId="ADAL" clId="{3C51EBFE-9C35-4409-96DB-F0D02B2A0E50}" dt="2024-08-10T17:32:54.443" v="30" actId="47"/>
        <pc:sldMkLst>
          <pc:docMk/>
          <pc:sldMk cId="1426566100" sldId="365"/>
        </pc:sldMkLst>
      </pc:sldChg>
      <pc:sldChg chg="del">
        <pc:chgData name="Rahul Mishra" userId="57c6469e-ac64-4888-811b-35f0aabddbad" providerId="ADAL" clId="{3C51EBFE-9C35-4409-96DB-F0D02B2A0E50}" dt="2024-08-10T17:32:27.434" v="11" actId="47"/>
        <pc:sldMkLst>
          <pc:docMk/>
          <pc:sldMk cId="2123376252" sldId="373"/>
        </pc:sldMkLst>
      </pc:sldChg>
      <pc:sldChg chg="addSp delSp modSp add del mod">
        <pc:chgData name="Rahul Mishra" userId="57c6469e-ac64-4888-811b-35f0aabddbad" providerId="ADAL" clId="{3C51EBFE-9C35-4409-96DB-F0D02B2A0E50}" dt="2024-08-12T10:46:02.082" v="220" actId="47"/>
        <pc:sldMkLst>
          <pc:docMk/>
          <pc:sldMk cId="3459647960" sldId="37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079535757" sldId="37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983673248" sldId="376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3694120147" sldId="377"/>
        </pc:sldMkLst>
      </pc:sldChg>
      <pc:sldChg chg="modSp add del">
        <pc:chgData name="Rahul Mishra" userId="57c6469e-ac64-4888-811b-35f0aabddbad" providerId="ADAL" clId="{3C51EBFE-9C35-4409-96DB-F0D02B2A0E50}" dt="2024-08-11T18:23:23.928" v="219" actId="1076"/>
        <pc:sldMkLst>
          <pc:docMk/>
          <pc:sldMk cId="3465334699" sldId="37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79"/>
        </pc:sldMkLst>
      </pc:sldChg>
      <pc:sldChg chg="modSp add del modNotes">
        <pc:chgData name="Rahul Mishra" userId="57c6469e-ac64-4888-811b-35f0aabddbad" providerId="ADAL" clId="{3C51EBFE-9C35-4409-96DB-F0D02B2A0E50}" dt="2024-08-11T18:07:07.496" v="191" actId="47"/>
        <pc:sldMkLst>
          <pc:docMk/>
          <pc:sldMk cId="0" sldId="380"/>
        </pc:sldMkLst>
      </pc:sldChg>
      <pc:sldChg chg="modSp add del modNotes">
        <pc:chgData name="Rahul Mishra" userId="57c6469e-ac64-4888-811b-35f0aabddbad" providerId="ADAL" clId="{3C51EBFE-9C35-4409-96DB-F0D02B2A0E50}" dt="2024-08-11T18:07:09.679" v="192" actId="47"/>
        <pc:sldMkLst>
          <pc:docMk/>
          <pc:sldMk cId="0" sldId="381"/>
        </pc:sldMkLst>
      </pc:sldChg>
      <pc:sldChg chg="modSp add del modNotes">
        <pc:chgData name="Rahul Mishra" userId="57c6469e-ac64-4888-811b-35f0aabddbad" providerId="ADAL" clId="{3C51EBFE-9C35-4409-96DB-F0D02B2A0E50}" dt="2024-08-11T18:07:18.374" v="193" actId="47"/>
        <pc:sldMkLst>
          <pc:docMk/>
          <pc:sldMk cId="0" sldId="382"/>
        </pc:sldMkLst>
      </pc:sldChg>
      <pc:sldChg chg="modSp add del modNotes">
        <pc:chgData name="Rahul Mishra" userId="57c6469e-ac64-4888-811b-35f0aabddbad" providerId="ADAL" clId="{3C51EBFE-9C35-4409-96DB-F0D02B2A0E50}" dt="2024-08-11T18:07:28.662" v="195" actId="47"/>
        <pc:sldMkLst>
          <pc:docMk/>
          <pc:sldMk cId="0" sldId="383"/>
        </pc:sldMkLst>
      </pc:sldChg>
      <pc:sldChg chg="modSp add del modNotes">
        <pc:chgData name="Rahul Mishra" userId="57c6469e-ac64-4888-811b-35f0aabddbad" providerId="ADAL" clId="{3C51EBFE-9C35-4409-96DB-F0D02B2A0E50}" dt="2024-08-11T18:07:22.080" v="194" actId="47"/>
        <pc:sldMkLst>
          <pc:docMk/>
          <pc:sldMk cId="0" sldId="384"/>
        </pc:sldMkLst>
      </pc:sldChg>
      <pc:sldChg chg="modSp add del modNotes">
        <pc:chgData name="Rahul Mishra" userId="57c6469e-ac64-4888-811b-35f0aabddbad" providerId="ADAL" clId="{3C51EBFE-9C35-4409-96DB-F0D02B2A0E50}" dt="2024-08-11T18:07:32.774" v="197" actId="47"/>
        <pc:sldMkLst>
          <pc:docMk/>
          <pc:sldMk cId="0" sldId="385"/>
        </pc:sldMkLst>
      </pc:sldChg>
      <pc:sldChg chg="modSp add del modNotes">
        <pc:chgData name="Rahul Mishra" userId="57c6469e-ac64-4888-811b-35f0aabddbad" providerId="ADAL" clId="{3C51EBFE-9C35-4409-96DB-F0D02B2A0E50}" dt="2024-08-11T18:07:53.799" v="206" actId="47"/>
        <pc:sldMkLst>
          <pc:docMk/>
          <pc:sldMk cId="0" sldId="386"/>
        </pc:sldMkLst>
      </pc:sldChg>
      <pc:sldChg chg="modSp add del modNotes">
        <pc:chgData name="Rahul Mishra" userId="57c6469e-ac64-4888-811b-35f0aabddbad" providerId="ADAL" clId="{3C51EBFE-9C35-4409-96DB-F0D02B2A0E50}" dt="2024-08-11T18:07:58.716" v="207" actId="47"/>
        <pc:sldMkLst>
          <pc:docMk/>
          <pc:sldMk cId="0" sldId="387"/>
        </pc:sldMkLst>
      </pc:sldChg>
      <pc:sldChg chg="modSp add del modNotes">
        <pc:chgData name="Rahul Mishra" userId="57c6469e-ac64-4888-811b-35f0aabddbad" providerId="ADAL" clId="{3C51EBFE-9C35-4409-96DB-F0D02B2A0E50}" dt="2024-08-11T18:07:45.733" v="203" actId="47"/>
        <pc:sldMkLst>
          <pc:docMk/>
          <pc:sldMk cId="0" sldId="388"/>
        </pc:sldMkLst>
      </pc:sldChg>
      <pc:sldChg chg="modSp add del modNotes">
        <pc:chgData name="Rahul Mishra" userId="57c6469e-ac64-4888-811b-35f0aabddbad" providerId="ADAL" clId="{3C51EBFE-9C35-4409-96DB-F0D02B2A0E50}" dt="2024-08-11T18:08:03.663" v="208" actId="47"/>
        <pc:sldMkLst>
          <pc:docMk/>
          <pc:sldMk cId="0" sldId="3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1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2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3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6"/>
        </pc:sldMkLst>
      </pc:sldChg>
      <pc:sldChg chg="modSp add del modNotes">
        <pc:chgData name="Rahul Mishra" userId="57c6469e-ac64-4888-811b-35f0aabddbad" providerId="ADAL" clId="{3C51EBFE-9C35-4409-96DB-F0D02B2A0E50}" dt="2024-08-11T18:11:48.631" v="211" actId="47"/>
        <pc:sldMkLst>
          <pc:docMk/>
          <pc:sldMk cId="0" sldId="397"/>
        </pc:sldMkLst>
      </pc:sldChg>
      <pc:sldChg chg="modSp add del modNotes">
        <pc:chgData name="Rahul Mishra" userId="57c6469e-ac64-4888-811b-35f0aabddbad" providerId="ADAL" clId="{3C51EBFE-9C35-4409-96DB-F0D02B2A0E50}" dt="2024-08-11T18:11:50.357" v="212" actId="47"/>
        <pc:sldMkLst>
          <pc:docMk/>
          <pc:sldMk cId="0" sldId="398"/>
        </pc:sldMkLst>
      </pc:sldChg>
      <pc:sldChg chg="modSp add del modNotes">
        <pc:chgData name="Rahul Mishra" userId="57c6469e-ac64-4888-811b-35f0aabddbad" providerId="ADAL" clId="{3C51EBFE-9C35-4409-96DB-F0D02B2A0E50}" dt="2024-08-11T18:11:52.538" v="213" actId="47"/>
        <pc:sldMkLst>
          <pc:docMk/>
          <pc:sldMk cId="0" sldId="399"/>
        </pc:sldMkLst>
      </pc:sldChg>
      <pc:sldChg chg="modSp add del modNotes">
        <pc:chgData name="Rahul Mishra" userId="57c6469e-ac64-4888-811b-35f0aabddbad" providerId="ADAL" clId="{3C51EBFE-9C35-4409-96DB-F0D02B2A0E50}" dt="2024-08-11T18:11:55.476" v="214" actId="47"/>
        <pc:sldMkLst>
          <pc:docMk/>
          <pc:sldMk cId="0" sldId="400"/>
        </pc:sldMkLst>
      </pc:sldChg>
      <pc:sldChg chg="modSp add ord modNotes">
        <pc:chgData name="Rahul Mishra" userId="57c6469e-ac64-4888-811b-35f0aabddbad" providerId="ADAL" clId="{3C51EBFE-9C35-4409-96DB-F0D02B2A0E50}" dt="2024-08-11T18:19:07.275" v="218"/>
        <pc:sldMkLst>
          <pc:docMk/>
          <pc:sldMk cId="0" sldId="401"/>
        </pc:sldMkLst>
      </pc:sldChg>
      <pc:sldChg chg="modSp add del modNotes">
        <pc:chgData name="Rahul Mishra" userId="57c6469e-ac64-4888-811b-35f0aabddbad" providerId="ADAL" clId="{3C51EBFE-9C35-4409-96DB-F0D02B2A0E50}" dt="2024-08-11T18:11:59.764" v="215" actId="47"/>
        <pc:sldMkLst>
          <pc:docMk/>
          <pc:sldMk cId="0" sldId="402"/>
        </pc:sldMkLst>
      </pc:sldChg>
      <pc:sldChg chg="addSp modSp new mod setBg">
        <pc:chgData name="Rahul Mishra" userId="57c6469e-ac64-4888-811b-35f0aabddbad" providerId="ADAL" clId="{3C51EBFE-9C35-4409-96DB-F0D02B2A0E50}" dt="2024-08-11T16:32:30.182" v="80" actId="688"/>
        <pc:sldMkLst>
          <pc:docMk/>
          <pc:sldMk cId="739300501" sldId="403"/>
        </pc:sldMkLst>
      </pc:sldChg>
      <pc:sldChg chg="addSp modSp new mod">
        <pc:chgData name="Rahul Mishra" userId="57c6469e-ac64-4888-811b-35f0aabddbad" providerId="ADAL" clId="{3C51EBFE-9C35-4409-96DB-F0D02B2A0E50}" dt="2024-08-11T17:45:23.043" v="129" actId="1076"/>
        <pc:sldMkLst>
          <pc:docMk/>
          <pc:sldMk cId="1992141454" sldId="404"/>
        </pc:sldMkLst>
      </pc:sldChg>
      <pc:sldMasterChg chg="delSldLayout">
        <pc:chgData name="Rahul Mishra" userId="57c6469e-ac64-4888-811b-35f0aabddbad" providerId="ADAL" clId="{3C51EBFE-9C35-4409-96DB-F0D02B2A0E50}" dt="2024-08-12T10:46:39.869" v="233" actId="47"/>
        <pc:sldMasterMkLst>
          <pc:docMk/>
          <pc:sldMasterMk cId="3966668556" sldId="2147483678"/>
        </pc:sldMasterMkLst>
        <pc:sldLayoutChg chg="del">
          <pc:chgData name="Rahul Mishra" userId="57c6469e-ac64-4888-811b-35f0aabddbad" providerId="ADAL" clId="{3C51EBFE-9C35-4409-96DB-F0D02B2A0E50}" dt="2024-08-12T10:46:39.869" v="233" actId="47"/>
          <pc:sldLayoutMkLst>
            <pc:docMk/>
            <pc:sldMasterMk cId="3966668556" sldId="2147483678"/>
            <pc:sldLayoutMk cId="435949403" sldId="2147483690"/>
          </pc:sldLayoutMkLst>
        </pc:sldLayoutChg>
      </pc:sldMasterChg>
    </pc:docChg>
  </pc:docChgLst>
  <pc:docChgLst>
    <pc:chgData name="Rahul Mishra" userId="57c6469e-ac64-4888-811b-35f0aabddbad" providerId="ADAL" clId="{77054C20-5B73-411C-AF9F-27685B677E1A}"/>
    <pc:docChg chg="custSel modSld">
      <pc:chgData name="Rahul Mishra" userId="57c6469e-ac64-4888-811b-35f0aabddbad" providerId="ADAL" clId="{77054C20-5B73-411C-AF9F-27685B677E1A}" dt="2025-10-03T16:33:03.076" v="23" actId="478"/>
      <pc:docMkLst>
        <pc:docMk/>
      </pc:docMkLst>
      <pc:sldChg chg="delSp mod">
        <pc:chgData name="Rahul Mishra" userId="57c6469e-ac64-4888-811b-35f0aabddbad" providerId="ADAL" clId="{77054C20-5B73-411C-AF9F-27685B677E1A}" dt="2025-10-03T16:32:03.907" v="0" actId="478"/>
        <pc:sldMkLst>
          <pc:docMk/>
          <pc:sldMk cId="545609971" sldId="405"/>
        </pc:sldMkLst>
        <pc:inkChg chg="del">
          <ac:chgData name="Rahul Mishra" userId="57c6469e-ac64-4888-811b-35f0aabddbad" providerId="ADAL" clId="{77054C20-5B73-411C-AF9F-27685B677E1A}" dt="2025-10-03T16:32:03.907" v="0" actId="478"/>
          <ac:inkMkLst>
            <pc:docMk/>
            <pc:sldMk cId="545609971" sldId="405"/>
            <ac:inkMk id="4" creationId="{53E1F18C-2D2B-CD19-AADD-DE55E05CAE15}"/>
          </ac:inkMkLst>
        </pc:inkChg>
      </pc:sldChg>
      <pc:sldChg chg="delSp mod">
        <pc:chgData name="Rahul Mishra" userId="57c6469e-ac64-4888-811b-35f0aabddbad" providerId="ADAL" clId="{77054C20-5B73-411C-AF9F-27685B677E1A}" dt="2025-10-03T16:32:09.338" v="2" actId="478"/>
        <pc:sldMkLst>
          <pc:docMk/>
          <pc:sldMk cId="2484809698" sldId="690"/>
        </pc:sldMkLst>
        <pc:inkChg chg="del">
          <ac:chgData name="Rahul Mishra" userId="57c6469e-ac64-4888-811b-35f0aabddbad" providerId="ADAL" clId="{77054C20-5B73-411C-AF9F-27685B677E1A}" dt="2025-10-03T16:32:07.235" v="1" actId="478"/>
          <ac:inkMkLst>
            <pc:docMk/>
            <pc:sldMk cId="2484809698" sldId="690"/>
            <ac:inkMk id="2" creationId="{707E4DAA-7FB4-668D-D6FE-853517114594}"/>
          </ac:inkMkLst>
        </pc:inkChg>
        <pc:inkChg chg="del">
          <ac:chgData name="Rahul Mishra" userId="57c6469e-ac64-4888-811b-35f0aabddbad" providerId="ADAL" clId="{77054C20-5B73-411C-AF9F-27685B677E1A}" dt="2025-10-03T16:32:09.338" v="2" actId="478"/>
          <ac:inkMkLst>
            <pc:docMk/>
            <pc:sldMk cId="2484809698" sldId="690"/>
            <ac:inkMk id="3" creationId="{41714C9D-E66D-A6A0-B868-EB0DB9156D7B}"/>
          </ac:inkMkLst>
        </pc:inkChg>
      </pc:sldChg>
      <pc:sldChg chg="delSp mod">
        <pc:chgData name="Rahul Mishra" userId="57c6469e-ac64-4888-811b-35f0aabddbad" providerId="ADAL" clId="{77054C20-5B73-411C-AF9F-27685B677E1A}" dt="2025-10-03T16:32:14.019" v="4" actId="478"/>
        <pc:sldMkLst>
          <pc:docMk/>
          <pc:sldMk cId="709326755" sldId="691"/>
        </pc:sldMkLst>
        <pc:inkChg chg="del">
          <ac:chgData name="Rahul Mishra" userId="57c6469e-ac64-4888-811b-35f0aabddbad" providerId="ADAL" clId="{77054C20-5B73-411C-AF9F-27685B677E1A}" dt="2025-10-03T16:32:12.265" v="3" actId="478"/>
          <ac:inkMkLst>
            <pc:docMk/>
            <pc:sldMk cId="709326755" sldId="691"/>
            <ac:inkMk id="2" creationId="{9F81FE02-D23C-ED05-20DC-49A3AFFBDA02}"/>
          </ac:inkMkLst>
        </pc:inkChg>
        <pc:inkChg chg="del">
          <ac:chgData name="Rahul Mishra" userId="57c6469e-ac64-4888-811b-35f0aabddbad" providerId="ADAL" clId="{77054C20-5B73-411C-AF9F-27685B677E1A}" dt="2025-10-03T16:32:14.019" v="4" actId="478"/>
          <ac:inkMkLst>
            <pc:docMk/>
            <pc:sldMk cId="709326755" sldId="691"/>
            <ac:inkMk id="3" creationId="{8CD8204C-AC51-2F6B-2BED-A646C1596CF4}"/>
          </ac:inkMkLst>
        </pc:inkChg>
      </pc:sldChg>
      <pc:sldChg chg="delSp mod">
        <pc:chgData name="Rahul Mishra" userId="57c6469e-ac64-4888-811b-35f0aabddbad" providerId="ADAL" clId="{77054C20-5B73-411C-AF9F-27685B677E1A}" dt="2025-10-03T16:32:18.176" v="6" actId="478"/>
        <pc:sldMkLst>
          <pc:docMk/>
          <pc:sldMk cId="203659610" sldId="692"/>
        </pc:sldMkLst>
        <pc:inkChg chg="del">
          <ac:chgData name="Rahul Mishra" userId="57c6469e-ac64-4888-811b-35f0aabddbad" providerId="ADAL" clId="{77054C20-5B73-411C-AF9F-27685B677E1A}" dt="2025-10-03T16:32:18.176" v="6" actId="478"/>
          <ac:inkMkLst>
            <pc:docMk/>
            <pc:sldMk cId="203659610" sldId="692"/>
            <ac:inkMk id="2" creationId="{B5B88429-84F2-7162-64F7-B0E9EF6DBB0D}"/>
          </ac:inkMkLst>
        </pc:inkChg>
        <pc:inkChg chg="del">
          <ac:chgData name="Rahul Mishra" userId="57c6469e-ac64-4888-811b-35f0aabddbad" providerId="ADAL" clId="{77054C20-5B73-411C-AF9F-27685B677E1A}" dt="2025-10-03T16:32:16.885" v="5" actId="478"/>
          <ac:inkMkLst>
            <pc:docMk/>
            <pc:sldMk cId="203659610" sldId="692"/>
            <ac:inkMk id="3" creationId="{E1FB2118-5D75-EE38-1D1A-FDEA62417F24}"/>
          </ac:inkMkLst>
        </pc:inkChg>
      </pc:sldChg>
      <pc:sldChg chg="delSp mod">
        <pc:chgData name="Rahul Mishra" userId="57c6469e-ac64-4888-811b-35f0aabddbad" providerId="ADAL" clId="{77054C20-5B73-411C-AF9F-27685B677E1A}" dt="2025-10-03T16:32:24.235" v="8" actId="478"/>
        <pc:sldMkLst>
          <pc:docMk/>
          <pc:sldMk cId="829022359" sldId="693"/>
        </pc:sldMkLst>
        <pc:inkChg chg="del">
          <ac:chgData name="Rahul Mishra" userId="57c6469e-ac64-4888-811b-35f0aabddbad" providerId="ADAL" clId="{77054C20-5B73-411C-AF9F-27685B677E1A}" dt="2025-10-03T16:32:21.938" v="7" actId="478"/>
          <ac:inkMkLst>
            <pc:docMk/>
            <pc:sldMk cId="829022359" sldId="693"/>
            <ac:inkMk id="3" creationId="{2CB86992-F471-0B57-39F6-8094AA24182D}"/>
          </ac:inkMkLst>
        </pc:inkChg>
        <pc:inkChg chg="del">
          <ac:chgData name="Rahul Mishra" userId="57c6469e-ac64-4888-811b-35f0aabddbad" providerId="ADAL" clId="{77054C20-5B73-411C-AF9F-27685B677E1A}" dt="2025-10-03T16:32:24.235" v="8" actId="478"/>
          <ac:inkMkLst>
            <pc:docMk/>
            <pc:sldMk cId="829022359" sldId="693"/>
            <ac:inkMk id="4" creationId="{ED0DF729-391E-738F-4DBD-7050CE7E40DC}"/>
          </ac:inkMkLst>
        </pc:inkChg>
      </pc:sldChg>
      <pc:sldChg chg="delSp mod">
        <pc:chgData name="Rahul Mishra" userId="57c6469e-ac64-4888-811b-35f0aabddbad" providerId="ADAL" clId="{77054C20-5B73-411C-AF9F-27685B677E1A}" dt="2025-10-03T16:32:53.435" v="19" actId="478"/>
        <pc:sldMkLst>
          <pc:docMk/>
          <pc:sldMk cId="2245196146" sldId="694"/>
        </pc:sldMkLst>
        <pc:inkChg chg="del">
          <ac:chgData name="Rahul Mishra" userId="57c6469e-ac64-4888-811b-35f0aabddbad" providerId="ADAL" clId="{77054C20-5B73-411C-AF9F-27685B677E1A}" dt="2025-10-03T16:32:53.435" v="19" actId="478"/>
          <ac:inkMkLst>
            <pc:docMk/>
            <pc:sldMk cId="2245196146" sldId="694"/>
            <ac:inkMk id="2" creationId="{F540C459-7CF0-099C-EC49-D4C6C334BCAF}"/>
          </ac:inkMkLst>
        </pc:inkChg>
      </pc:sldChg>
      <pc:sldChg chg="delSp mod">
        <pc:chgData name="Rahul Mishra" userId="57c6469e-ac64-4888-811b-35f0aabddbad" providerId="ADAL" clId="{77054C20-5B73-411C-AF9F-27685B677E1A}" dt="2025-10-03T16:32:56.852" v="20" actId="478"/>
        <pc:sldMkLst>
          <pc:docMk/>
          <pc:sldMk cId="3562984317" sldId="695"/>
        </pc:sldMkLst>
        <pc:inkChg chg="del">
          <ac:chgData name="Rahul Mishra" userId="57c6469e-ac64-4888-811b-35f0aabddbad" providerId="ADAL" clId="{77054C20-5B73-411C-AF9F-27685B677E1A}" dt="2025-10-03T16:32:56.852" v="20" actId="478"/>
          <ac:inkMkLst>
            <pc:docMk/>
            <pc:sldMk cId="3562984317" sldId="695"/>
            <ac:inkMk id="3" creationId="{3EB32BAF-5AED-DB69-738A-5D8AAFEB7A1B}"/>
          </ac:inkMkLst>
        </pc:inkChg>
      </pc:sldChg>
      <pc:sldChg chg="delSp mod">
        <pc:chgData name="Rahul Mishra" userId="57c6469e-ac64-4888-811b-35f0aabddbad" providerId="ADAL" clId="{77054C20-5B73-411C-AF9F-27685B677E1A}" dt="2025-10-03T16:32:59.540" v="21" actId="478"/>
        <pc:sldMkLst>
          <pc:docMk/>
          <pc:sldMk cId="3111795633" sldId="696"/>
        </pc:sldMkLst>
        <pc:inkChg chg="del">
          <ac:chgData name="Rahul Mishra" userId="57c6469e-ac64-4888-811b-35f0aabddbad" providerId="ADAL" clId="{77054C20-5B73-411C-AF9F-27685B677E1A}" dt="2025-10-03T16:32:59.540" v="21" actId="478"/>
          <ac:inkMkLst>
            <pc:docMk/>
            <pc:sldMk cId="3111795633" sldId="696"/>
            <ac:inkMk id="2" creationId="{157A0DA3-187F-1ADE-70AF-B882BF03C85A}"/>
          </ac:inkMkLst>
        </pc:inkChg>
      </pc:sldChg>
      <pc:sldChg chg="delSp mod">
        <pc:chgData name="Rahul Mishra" userId="57c6469e-ac64-4888-811b-35f0aabddbad" providerId="ADAL" clId="{77054C20-5B73-411C-AF9F-27685B677E1A}" dt="2025-10-03T16:33:03.076" v="23" actId="478"/>
        <pc:sldMkLst>
          <pc:docMk/>
          <pc:sldMk cId="1145417824" sldId="697"/>
        </pc:sldMkLst>
        <pc:inkChg chg="del">
          <ac:chgData name="Rahul Mishra" userId="57c6469e-ac64-4888-811b-35f0aabddbad" providerId="ADAL" clId="{77054C20-5B73-411C-AF9F-27685B677E1A}" dt="2025-10-03T16:33:03.076" v="23" actId="478"/>
          <ac:inkMkLst>
            <pc:docMk/>
            <pc:sldMk cId="1145417824" sldId="697"/>
            <ac:inkMk id="2" creationId="{9300DF4A-D04E-0E68-3627-2E920EFAFA79}"/>
          </ac:inkMkLst>
        </pc:inkChg>
        <pc:inkChg chg="del">
          <ac:chgData name="Rahul Mishra" userId="57c6469e-ac64-4888-811b-35f0aabddbad" providerId="ADAL" clId="{77054C20-5B73-411C-AF9F-27685B677E1A}" dt="2025-10-03T16:33:02.083" v="22" actId="478"/>
          <ac:inkMkLst>
            <pc:docMk/>
            <pc:sldMk cId="1145417824" sldId="697"/>
            <ac:inkMk id="3" creationId="{89977704-8D82-5003-F5EA-62B36AE88B56}"/>
          </ac:inkMkLst>
        </pc:inkChg>
      </pc:sldChg>
      <pc:sldChg chg="delSp mod">
        <pc:chgData name="Rahul Mishra" userId="57c6469e-ac64-4888-811b-35f0aabddbad" providerId="ADAL" clId="{77054C20-5B73-411C-AF9F-27685B677E1A}" dt="2025-10-03T16:32:48.336" v="17" actId="478"/>
        <pc:sldMkLst>
          <pc:docMk/>
          <pc:sldMk cId="1170234801" sldId="698"/>
        </pc:sldMkLst>
        <pc:inkChg chg="del">
          <ac:chgData name="Rahul Mishra" userId="57c6469e-ac64-4888-811b-35f0aabddbad" providerId="ADAL" clId="{77054C20-5B73-411C-AF9F-27685B677E1A}" dt="2025-10-03T16:32:48.336" v="17" actId="478"/>
          <ac:inkMkLst>
            <pc:docMk/>
            <pc:sldMk cId="1170234801" sldId="698"/>
            <ac:inkMk id="3" creationId="{274D0B54-E387-5C95-D8C3-2E6B8C9F5F07}"/>
          </ac:inkMkLst>
        </pc:inkChg>
        <pc:inkChg chg="del">
          <ac:chgData name="Rahul Mishra" userId="57c6469e-ac64-4888-811b-35f0aabddbad" providerId="ADAL" clId="{77054C20-5B73-411C-AF9F-27685B677E1A}" dt="2025-10-03T16:32:47.286" v="16" actId="478"/>
          <ac:inkMkLst>
            <pc:docMk/>
            <pc:sldMk cId="1170234801" sldId="698"/>
            <ac:inkMk id="4" creationId="{ED2DCDF3-79F5-BC12-3258-2B9296C5D7C2}"/>
          </ac:inkMkLst>
        </pc:inkChg>
      </pc:sldChg>
      <pc:sldChg chg="delSp mod">
        <pc:chgData name="Rahul Mishra" userId="57c6469e-ac64-4888-811b-35f0aabddbad" providerId="ADAL" clId="{77054C20-5B73-411C-AF9F-27685B677E1A}" dt="2025-10-03T16:32:43.926" v="15" actId="478"/>
        <pc:sldMkLst>
          <pc:docMk/>
          <pc:sldMk cId="1152963467" sldId="699"/>
        </pc:sldMkLst>
        <pc:inkChg chg="del">
          <ac:chgData name="Rahul Mishra" userId="57c6469e-ac64-4888-811b-35f0aabddbad" providerId="ADAL" clId="{77054C20-5B73-411C-AF9F-27685B677E1A}" dt="2025-10-03T16:32:39.362" v="14" actId="478"/>
          <ac:inkMkLst>
            <pc:docMk/>
            <pc:sldMk cId="1152963467" sldId="699"/>
            <ac:inkMk id="2" creationId="{123A2618-985E-F54E-6DC4-46193783181D}"/>
          </ac:inkMkLst>
        </pc:inkChg>
        <pc:inkChg chg="del">
          <ac:chgData name="Rahul Mishra" userId="57c6469e-ac64-4888-811b-35f0aabddbad" providerId="ADAL" clId="{77054C20-5B73-411C-AF9F-27685B677E1A}" dt="2025-10-03T16:32:43.926" v="15" actId="478"/>
          <ac:inkMkLst>
            <pc:docMk/>
            <pc:sldMk cId="1152963467" sldId="699"/>
            <ac:inkMk id="3" creationId="{C533FA98-C2A6-1FCA-8424-4F760BF9912C}"/>
          </ac:inkMkLst>
        </pc:inkChg>
      </pc:sldChg>
      <pc:sldChg chg="delSp mod">
        <pc:chgData name="Rahul Mishra" userId="57c6469e-ac64-4888-811b-35f0aabddbad" providerId="ADAL" clId="{77054C20-5B73-411C-AF9F-27685B677E1A}" dt="2025-10-03T16:32:27.639" v="10" actId="478"/>
        <pc:sldMkLst>
          <pc:docMk/>
          <pc:sldMk cId="181505231" sldId="701"/>
        </pc:sldMkLst>
        <pc:inkChg chg="del">
          <ac:chgData name="Rahul Mishra" userId="57c6469e-ac64-4888-811b-35f0aabddbad" providerId="ADAL" clId="{77054C20-5B73-411C-AF9F-27685B677E1A}" dt="2025-10-03T16:32:27.639" v="10" actId="478"/>
          <ac:inkMkLst>
            <pc:docMk/>
            <pc:sldMk cId="181505231" sldId="701"/>
            <ac:inkMk id="3" creationId="{730D2848-ED07-6365-AE87-BF973C66A130}"/>
          </ac:inkMkLst>
        </pc:inkChg>
        <pc:inkChg chg="del">
          <ac:chgData name="Rahul Mishra" userId="57c6469e-ac64-4888-811b-35f0aabddbad" providerId="ADAL" clId="{77054C20-5B73-411C-AF9F-27685B677E1A}" dt="2025-10-03T16:32:26.506" v="9" actId="478"/>
          <ac:inkMkLst>
            <pc:docMk/>
            <pc:sldMk cId="181505231" sldId="701"/>
            <ac:inkMk id="4" creationId="{2E9A33B3-B565-4A68-0E22-463E6673F1A4}"/>
          </ac:inkMkLst>
        </pc:inkChg>
      </pc:sldChg>
      <pc:sldChg chg="delSp mod">
        <pc:chgData name="Rahul Mishra" userId="57c6469e-ac64-4888-811b-35f0aabddbad" providerId="ADAL" clId="{77054C20-5B73-411C-AF9F-27685B677E1A}" dt="2025-10-03T16:32:34.017" v="13" actId="478"/>
        <pc:sldMkLst>
          <pc:docMk/>
          <pc:sldMk cId="2501199392" sldId="702"/>
        </pc:sldMkLst>
        <pc:inkChg chg="del">
          <ac:chgData name="Rahul Mishra" userId="57c6469e-ac64-4888-811b-35f0aabddbad" providerId="ADAL" clId="{77054C20-5B73-411C-AF9F-27685B677E1A}" dt="2025-10-03T16:32:34.017" v="13" actId="478"/>
          <ac:inkMkLst>
            <pc:docMk/>
            <pc:sldMk cId="2501199392" sldId="702"/>
            <ac:inkMk id="3" creationId="{279B8F8D-A057-8BB4-0C22-986294CDD851}"/>
          </ac:inkMkLst>
        </pc:inkChg>
        <pc:inkChg chg="del">
          <ac:chgData name="Rahul Mishra" userId="57c6469e-ac64-4888-811b-35f0aabddbad" providerId="ADAL" clId="{77054C20-5B73-411C-AF9F-27685B677E1A}" dt="2025-10-03T16:32:31.059" v="11" actId="478"/>
          <ac:inkMkLst>
            <pc:docMk/>
            <pc:sldMk cId="2501199392" sldId="702"/>
            <ac:inkMk id="4" creationId="{A96513EC-E61D-0EC7-F64D-CE21EF6D33F9}"/>
          </ac:inkMkLst>
        </pc:inkChg>
        <pc:inkChg chg="del">
          <ac:chgData name="Rahul Mishra" userId="57c6469e-ac64-4888-811b-35f0aabddbad" providerId="ADAL" clId="{77054C20-5B73-411C-AF9F-27685B677E1A}" dt="2025-10-03T16:32:32.907" v="12" actId="478"/>
          <ac:inkMkLst>
            <pc:docMk/>
            <pc:sldMk cId="2501199392" sldId="702"/>
            <ac:inkMk id="5" creationId="{0B6DA7B5-2E45-6CB1-7178-DA8D282E9FA3}"/>
          </ac:inkMkLst>
        </pc:inkChg>
      </pc:sldChg>
      <pc:sldChg chg="delSp mod">
        <pc:chgData name="Rahul Mishra" userId="57c6469e-ac64-4888-811b-35f0aabddbad" providerId="ADAL" clId="{77054C20-5B73-411C-AF9F-27685B677E1A}" dt="2025-10-03T16:32:50.972" v="18" actId="478"/>
        <pc:sldMkLst>
          <pc:docMk/>
          <pc:sldMk cId="3955228386" sldId="703"/>
        </pc:sldMkLst>
        <pc:inkChg chg="del">
          <ac:chgData name="Rahul Mishra" userId="57c6469e-ac64-4888-811b-35f0aabddbad" providerId="ADAL" clId="{77054C20-5B73-411C-AF9F-27685B677E1A}" dt="2025-10-03T16:32:50.972" v="18" actId="478"/>
          <ac:inkMkLst>
            <pc:docMk/>
            <pc:sldMk cId="3955228386" sldId="703"/>
            <ac:inkMk id="3" creationId="{A7F3EE8C-2D60-5689-9B46-06147E7A7D84}"/>
          </ac:inkMkLst>
        </pc:inkChg>
      </pc:sldChg>
    </pc:docChg>
  </pc:docChgLst>
  <pc:docChgLst>
    <pc:chgData name="Rahul Mishra" userId="57c6469e-ac64-4888-811b-35f0aabddbad" providerId="ADAL" clId="{181BC7F3-2120-400D-B4AA-A1CF5463A9D1}"/>
    <pc:docChg chg="undo custSel addSld delSld modSld">
      <pc:chgData name="Rahul Mishra" userId="57c6469e-ac64-4888-811b-35f0aabddbad" providerId="ADAL" clId="{181BC7F3-2120-400D-B4AA-A1CF5463A9D1}" dt="2024-09-13T18:02:46.289" v="54"/>
      <pc:docMkLst>
        <pc:docMk/>
      </pc:docMkLst>
      <pc:sldChg chg="del">
        <pc:chgData name="Rahul Mishra" userId="57c6469e-ac64-4888-811b-35f0aabddbad" providerId="ADAL" clId="{181BC7F3-2120-400D-B4AA-A1CF5463A9D1}" dt="2024-09-13T17:57:49.309" v="6" actId="47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181BC7F3-2120-400D-B4AA-A1CF5463A9D1}" dt="2024-09-13T17:57:50.507" v="7" actId="47"/>
        <pc:sldMkLst>
          <pc:docMk/>
          <pc:sldMk cId="0" sldId="283"/>
        </pc:sldMkLst>
      </pc:sldChg>
      <pc:sldChg chg="del">
        <pc:chgData name="Rahul Mishra" userId="57c6469e-ac64-4888-811b-35f0aabddbad" providerId="ADAL" clId="{181BC7F3-2120-400D-B4AA-A1CF5463A9D1}" dt="2024-09-13T17:57:51.679" v="8" actId="47"/>
        <pc:sldMkLst>
          <pc:docMk/>
          <pc:sldMk cId="0" sldId="284"/>
        </pc:sldMkLst>
      </pc:sldChg>
      <pc:sldChg chg="del">
        <pc:chgData name="Rahul Mishra" userId="57c6469e-ac64-4888-811b-35f0aabddbad" providerId="ADAL" clId="{181BC7F3-2120-400D-B4AA-A1CF5463A9D1}" dt="2024-09-13T17:57:52.484" v="9" actId="47"/>
        <pc:sldMkLst>
          <pc:docMk/>
          <pc:sldMk cId="0" sldId="285"/>
        </pc:sldMkLst>
      </pc:sldChg>
      <pc:sldChg chg="del">
        <pc:chgData name="Rahul Mishra" userId="57c6469e-ac64-4888-811b-35f0aabddbad" providerId="ADAL" clId="{181BC7F3-2120-400D-B4AA-A1CF5463A9D1}" dt="2024-09-13T17:57:53.224" v="10" actId="47"/>
        <pc:sldMkLst>
          <pc:docMk/>
          <pc:sldMk cId="0" sldId="286"/>
        </pc:sldMkLst>
      </pc:sldChg>
      <pc:sldChg chg="del">
        <pc:chgData name="Rahul Mishra" userId="57c6469e-ac64-4888-811b-35f0aabddbad" providerId="ADAL" clId="{181BC7F3-2120-400D-B4AA-A1CF5463A9D1}" dt="2024-09-13T17:57:55.037" v="12" actId="47"/>
        <pc:sldMkLst>
          <pc:docMk/>
          <pc:sldMk cId="0" sldId="287"/>
        </pc:sldMkLst>
      </pc:sldChg>
      <pc:sldChg chg="del">
        <pc:chgData name="Rahul Mishra" userId="57c6469e-ac64-4888-811b-35f0aabddbad" providerId="ADAL" clId="{181BC7F3-2120-400D-B4AA-A1CF5463A9D1}" dt="2024-09-13T17:57:56.566" v="14" actId="47"/>
        <pc:sldMkLst>
          <pc:docMk/>
          <pc:sldMk cId="0" sldId="289"/>
        </pc:sldMkLst>
      </pc:sldChg>
      <pc:sldChg chg="del">
        <pc:chgData name="Rahul Mishra" userId="57c6469e-ac64-4888-811b-35f0aabddbad" providerId="ADAL" clId="{181BC7F3-2120-400D-B4AA-A1CF5463A9D1}" dt="2024-09-13T17:57:57.525" v="15" actId="47"/>
        <pc:sldMkLst>
          <pc:docMk/>
          <pc:sldMk cId="0" sldId="290"/>
        </pc:sldMkLst>
      </pc:sldChg>
      <pc:sldChg chg="del">
        <pc:chgData name="Rahul Mishra" userId="57c6469e-ac64-4888-811b-35f0aabddbad" providerId="ADAL" clId="{181BC7F3-2120-400D-B4AA-A1CF5463A9D1}" dt="2024-09-13T17:57:57.934" v="16" actId="47"/>
        <pc:sldMkLst>
          <pc:docMk/>
          <pc:sldMk cId="0" sldId="291"/>
        </pc:sldMkLst>
      </pc:sldChg>
      <pc:sldChg chg="del">
        <pc:chgData name="Rahul Mishra" userId="57c6469e-ac64-4888-811b-35f0aabddbad" providerId="ADAL" clId="{181BC7F3-2120-400D-B4AA-A1CF5463A9D1}" dt="2024-09-13T17:58:03.419" v="27" actId="47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181BC7F3-2120-400D-B4AA-A1CF5463A9D1}" dt="2024-09-13T17:58:03.939" v="28" actId="47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181BC7F3-2120-400D-B4AA-A1CF5463A9D1}" dt="2024-09-13T17:58:04.411" v="29" actId="47"/>
        <pc:sldMkLst>
          <pc:docMk/>
          <pc:sldMk cId="2502611286" sldId="294"/>
        </pc:sldMkLst>
      </pc:sldChg>
      <pc:sldChg chg="del">
        <pc:chgData name="Rahul Mishra" userId="57c6469e-ac64-4888-811b-35f0aabddbad" providerId="ADAL" clId="{181BC7F3-2120-400D-B4AA-A1CF5463A9D1}" dt="2024-09-13T17:58:04.933" v="30" actId="47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181BC7F3-2120-400D-B4AA-A1CF5463A9D1}" dt="2024-09-13T17:58:05.451" v="31" actId="47"/>
        <pc:sldMkLst>
          <pc:docMk/>
          <pc:sldMk cId="615098788" sldId="296"/>
        </pc:sldMkLst>
      </pc:sldChg>
      <pc:sldChg chg="del">
        <pc:chgData name="Rahul Mishra" userId="57c6469e-ac64-4888-811b-35f0aabddbad" providerId="ADAL" clId="{181BC7F3-2120-400D-B4AA-A1CF5463A9D1}" dt="2024-09-13T17:57:48.378" v="5" actId="47"/>
        <pc:sldMkLst>
          <pc:docMk/>
          <pc:sldMk cId="2187071181" sldId="303"/>
        </pc:sldMkLst>
      </pc:sldChg>
      <pc:sldChg chg="del">
        <pc:chgData name="Rahul Mishra" userId="57c6469e-ac64-4888-811b-35f0aabddbad" providerId="ADAL" clId="{181BC7F3-2120-400D-B4AA-A1CF5463A9D1}" dt="2024-09-13T17:58:08.830" v="36" actId="47"/>
        <pc:sldMkLst>
          <pc:docMk/>
          <pc:sldMk cId="1419033139" sldId="305"/>
        </pc:sldMkLst>
      </pc:sldChg>
      <pc:sldChg chg="del">
        <pc:chgData name="Rahul Mishra" userId="57c6469e-ac64-4888-811b-35f0aabddbad" providerId="ADAL" clId="{181BC7F3-2120-400D-B4AA-A1CF5463A9D1}" dt="2024-09-13T17:58:06.060" v="32" actId="47"/>
        <pc:sldMkLst>
          <pc:docMk/>
          <pc:sldMk cId="2079535757" sldId="375"/>
        </pc:sldMkLst>
      </pc:sldChg>
      <pc:sldChg chg="del">
        <pc:chgData name="Rahul Mishra" userId="57c6469e-ac64-4888-811b-35f0aabddbad" providerId="ADAL" clId="{181BC7F3-2120-400D-B4AA-A1CF5463A9D1}" dt="2024-09-13T17:58:06.665" v="33" actId="47"/>
        <pc:sldMkLst>
          <pc:docMk/>
          <pc:sldMk cId="2983673248" sldId="376"/>
        </pc:sldMkLst>
      </pc:sldChg>
      <pc:sldChg chg="del">
        <pc:chgData name="Rahul Mishra" userId="57c6469e-ac64-4888-811b-35f0aabddbad" providerId="ADAL" clId="{181BC7F3-2120-400D-B4AA-A1CF5463A9D1}" dt="2024-09-13T17:58:07.171" v="34" actId="47"/>
        <pc:sldMkLst>
          <pc:docMk/>
          <pc:sldMk cId="3694120147" sldId="377"/>
        </pc:sldMkLst>
      </pc:sldChg>
      <pc:sldChg chg="del">
        <pc:chgData name="Rahul Mishra" userId="57c6469e-ac64-4888-811b-35f0aabddbad" providerId="ADAL" clId="{181BC7F3-2120-400D-B4AA-A1CF5463A9D1}" dt="2024-09-13T17:58:07.674" v="35" actId="47"/>
        <pc:sldMkLst>
          <pc:docMk/>
          <pc:sldMk cId="3465334699" sldId="378"/>
        </pc:sldMkLst>
      </pc:sldChg>
      <pc:sldChg chg="del">
        <pc:chgData name="Rahul Mishra" userId="57c6469e-ac64-4888-811b-35f0aabddbad" providerId="ADAL" clId="{181BC7F3-2120-400D-B4AA-A1CF5463A9D1}" dt="2024-09-13T17:57:55.997" v="13" actId="47"/>
        <pc:sldMkLst>
          <pc:docMk/>
          <pc:sldMk cId="0" sldId="379"/>
        </pc:sldMkLst>
      </pc:sldChg>
      <pc:sldChg chg="del">
        <pc:chgData name="Rahul Mishra" userId="57c6469e-ac64-4888-811b-35f0aabddbad" providerId="ADAL" clId="{181BC7F3-2120-400D-B4AA-A1CF5463A9D1}" dt="2024-09-13T17:57:58.328" v="17" actId="47"/>
        <pc:sldMkLst>
          <pc:docMk/>
          <pc:sldMk cId="0" sldId="388"/>
        </pc:sldMkLst>
      </pc:sldChg>
      <pc:sldChg chg="del">
        <pc:chgData name="Rahul Mishra" userId="57c6469e-ac64-4888-811b-35f0aabddbad" providerId="ADAL" clId="{181BC7F3-2120-400D-B4AA-A1CF5463A9D1}" dt="2024-09-13T17:57:59.211" v="18" actId="47"/>
        <pc:sldMkLst>
          <pc:docMk/>
          <pc:sldMk cId="0" sldId="390"/>
        </pc:sldMkLst>
      </pc:sldChg>
      <pc:sldChg chg="del">
        <pc:chgData name="Rahul Mishra" userId="57c6469e-ac64-4888-811b-35f0aabddbad" providerId="ADAL" clId="{181BC7F3-2120-400D-B4AA-A1CF5463A9D1}" dt="2024-09-13T17:57:59.684" v="19" actId="47"/>
        <pc:sldMkLst>
          <pc:docMk/>
          <pc:sldMk cId="0" sldId="391"/>
        </pc:sldMkLst>
      </pc:sldChg>
      <pc:sldChg chg="del">
        <pc:chgData name="Rahul Mishra" userId="57c6469e-ac64-4888-811b-35f0aabddbad" providerId="ADAL" clId="{181BC7F3-2120-400D-B4AA-A1CF5463A9D1}" dt="2024-09-13T17:58:00.220" v="20" actId="47"/>
        <pc:sldMkLst>
          <pc:docMk/>
          <pc:sldMk cId="0" sldId="392"/>
        </pc:sldMkLst>
      </pc:sldChg>
      <pc:sldChg chg="del">
        <pc:chgData name="Rahul Mishra" userId="57c6469e-ac64-4888-811b-35f0aabddbad" providerId="ADAL" clId="{181BC7F3-2120-400D-B4AA-A1CF5463A9D1}" dt="2024-09-13T17:58:00.645" v="21" actId="47"/>
        <pc:sldMkLst>
          <pc:docMk/>
          <pc:sldMk cId="0" sldId="393"/>
        </pc:sldMkLst>
      </pc:sldChg>
      <pc:sldChg chg="del">
        <pc:chgData name="Rahul Mishra" userId="57c6469e-ac64-4888-811b-35f0aabddbad" providerId="ADAL" clId="{181BC7F3-2120-400D-B4AA-A1CF5463A9D1}" dt="2024-09-13T17:58:01.086" v="22" actId="47"/>
        <pc:sldMkLst>
          <pc:docMk/>
          <pc:sldMk cId="0" sldId="394"/>
        </pc:sldMkLst>
      </pc:sldChg>
      <pc:sldChg chg="del">
        <pc:chgData name="Rahul Mishra" userId="57c6469e-ac64-4888-811b-35f0aabddbad" providerId="ADAL" clId="{181BC7F3-2120-400D-B4AA-A1CF5463A9D1}" dt="2024-09-13T17:58:01.529" v="23" actId="47"/>
        <pc:sldMkLst>
          <pc:docMk/>
          <pc:sldMk cId="0" sldId="395"/>
        </pc:sldMkLst>
      </pc:sldChg>
      <pc:sldChg chg="del">
        <pc:chgData name="Rahul Mishra" userId="57c6469e-ac64-4888-811b-35f0aabddbad" providerId="ADAL" clId="{181BC7F3-2120-400D-B4AA-A1CF5463A9D1}" dt="2024-09-13T17:58:02.490" v="25" actId="47"/>
        <pc:sldMkLst>
          <pc:docMk/>
          <pc:sldMk cId="0" sldId="397"/>
        </pc:sldMkLst>
      </pc:sldChg>
      <pc:sldChg chg="del">
        <pc:chgData name="Rahul Mishra" userId="57c6469e-ac64-4888-811b-35f0aabddbad" providerId="ADAL" clId="{181BC7F3-2120-400D-B4AA-A1CF5463A9D1}" dt="2024-09-13T17:58:02.931" v="26" actId="47"/>
        <pc:sldMkLst>
          <pc:docMk/>
          <pc:sldMk cId="0" sldId="398"/>
        </pc:sldMkLst>
      </pc:sldChg>
      <pc:sldChg chg="del">
        <pc:chgData name="Rahul Mishra" userId="57c6469e-ac64-4888-811b-35f0aabddbad" providerId="ADAL" clId="{181BC7F3-2120-400D-B4AA-A1CF5463A9D1}" dt="2024-09-13T17:58:02.008" v="24" actId="47"/>
        <pc:sldMkLst>
          <pc:docMk/>
          <pc:sldMk cId="0" sldId="401"/>
        </pc:sldMkLst>
      </pc:sldChg>
      <pc:sldChg chg="del">
        <pc:chgData name="Rahul Mishra" userId="57c6469e-ac64-4888-811b-35f0aabddbad" providerId="ADAL" clId="{181BC7F3-2120-400D-B4AA-A1CF5463A9D1}" dt="2024-09-13T17:57:46.596" v="4" actId="47"/>
        <pc:sldMkLst>
          <pc:docMk/>
          <pc:sldMk cId="1992141454" sldId="404"/>
        </pc:sldMkLst>
      </pc:sldChg>
      <pc:sldChg chg="delSp modSp mod">
        <pc:chgData name="Rahul Mishra" userId="57c6469e-ac64-4888-811b-35f0aabddbad" providerId="ADAL" clId="{181BC7F3-2120-400D-B4AA-A1CF5463A9D1}" dt="2024-09-13T17:57:42.036" v="3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181BC7F3-2120-400D-B4AA-A1CF5463A9D1}" dt="2024-09-13T17:59:12.293" v="37" actId="47"/>
        <pc:sldMkLst>
          <pc:docMk/>
          <pc:sldMk cId="1740156467" sldId="406"/>
        </pc:sldMkLst>
      </pc:sldChg>
      <pc:sldChg chg="del">
        <pc:chgData name="Rahul Mishra" userId="57c6469e-ac64-4888-811b-35f0aabddbad" providerId="ADAL" clId="{181BC7F3-2120-400D-B4AA-A1CF5463A9D1}" dt="2024-09-13T17:59:15.004" v="38" actId="47"/>
        <pc:sldMkLst>
          <pc:docMk/>
          <pc:sldMk cId="658975334" sldId="40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303821214" sldId="407"/>
        </pc:sldMkLst>
      </pc:sldChg>
      <pc:sldChg chg="del">
        <pc:chgData name="Rahul Mishra" userId="57c6469e-ac64-4888-811b-35f0aabddbad" providerId="ADAL" clId="{181BC7F3-2120-400D-B4AA-A1CF5463A9D1}" dt="2024-09-13T17:59:15.891" v="39" actId="47"/>
        <pc:sldMkLst>
          <pc:docMk/>
          <pc:sldMk cId="832144480" sldId="408"/>
        </pc:sldMkLst>
      </pc:sldChg>
      <pc:sldChg chg="del">
        <pc:chgData name="Rahul Mishra" userId="57c6469e-ac64-4888-811b-35f0aabddbad" providerId="ADAL" clId="{181BC7F3-2120-400D-B4AA-A1CF5463A9D1}" dt="2024-09-13T17:59:16.756" v="40" actId="47"/>
        <pc:sldMkLst>
          <pc:docMk/>
          <pc:sldMk cId="4711899" sldId="409"/>
        </pc:sldMkLst>
      </pc:sldChg>
      <pc:sldChg chg="del">
        <pc:chgData name="Rahul Mishra" userId="57c6469e-ac64-4888-811b-35f0aabddbad" providerId="ADAL" clId="{181BC7F3-2120-400D-B4AA-A1CF5463A9D1}" dt="2024-09-13T17:59:17.831" v="41" actId="47"/>
        <pc:sldMkLst>
          <pc:docMk/>
          <pc:sldMk cId="1349400572" sldId="410"/>
        </pc:sldMkLst>
      </pc:sldChg>
      <pc:sldChg chg="del">
        <pc:chgData name="Rahul Mishra" userId="57c6469e-ac64-4888-811b-35f0aabddbad" providerId="ADAL" clId="{181BC7F3-2120-400D-B4AA-A1CF5463A9D1}" dt="2024-09-13T17:59:18.464" v="42" actId="47"/>
        <pc:sldMkLst>
          <pc:docMk/>
          <pc:sldMk cId="2231131565" sldId="411"/>
        </pc:sldMkLst>
      </pc:sldChg>
      <pc:sldChg chg="del">
        <pc:chgData name="Rahul Mishra" userId="57c6469e-ac64-4888-811b-35f0aabddbad" providerId="ADAL" clId="{181BC7F3-2120-400D-B4AA-A1CF5463A9D1}" dt="2024-09-13T17:59:19.018" v="43" actId="47"/>
        <pc:sldMkLst>
          <pc:docMk/>
          <pc:sldMk cId="897648036" sldId="412"/>
        </pc:sldMkLst>
      </pc:sldChg>
      <pc:sldChg chg="del">
        <pc:chgData name="Rahul Mishra" userId="57c6469e-ac64-4888-811b-35f0aabddbad" providerId="ADAL" clId="{181BC7F3-2120-400D-B4AA-A1CF5463A9D1}" dt="2024-09-13T17:59:19.975" v="44" actId="47"/>
        <pc:sldMkLst>
          <pc:docMk/>
          <pc:sldMk cId="2939944465" sldId="413"/>
        </pc:sldMkLst>
      </pc:sldChg>
      <pc:sldChg chg="delSp add del mod">
        <pc:chgData name="Rahul Mishra" userId="57c6469e-ac64-4888-811b-35f0aabddbad" providerId="ADAL" clId="{181BC7F3-2120-400D-B4AA-A1CF5463A9D1}" dt="2024-09-13T17:59:25.517" v="47" actId="478"/>
        <pc:sldMkLst>
          <pc:docMk/>
          <pc:sldMk cId="1214863930" sldId="414"/>
        </pc:sldMkLst>
      </pc:sldChg>
      <pc:sldChg chg="delSp mod">
        <pc:chgData name="Rahul Mishra" userId="57c6469e-ac64-4888-811b-35f0aabddbad" providerId="ADAL" clId="{181BC7F3-2120-400D-B4AA-A1CF5463A9D1}" dt="2024-09-13T17:59:28.322" v="48" actId="478"/>
        <pc:sldMkLst>
          <pc:docMk/>
          <pc:sldMk cId="2118251881" sldId="415"/>
        </pc:sldMkLst>
      </pc:sldChg>
      <pc:sldChg chg="delSp mod">
        <pc:chgData name="Rahul Mishra" userId="57c6469e-ac64-4888-811b-35f0aabddbad" providerId="ADAL" clId="{181BC7F3-2120-400D-B4AA-A1CF5463A9D1}" dt="2024-09-13T17:59:30.485" v="49" actId="478"/>
        <pc:sldMkLst>
          <pc:docMk/>
          <pc:sldMk cId="2560525014" sldId="416"/>
        </pc:sldMkLst>
      </pc:sldChg>
      <pc:sldChg chg="delSp mod">
        <pc:chgData name="Rahul Mishra" userId="57c6469e-ac64-4888-811b-35f0aabddbad" providerId="ADAL" clId="{181BC7F3-2120-400D-B4AA-A1CF5463A9D1}" dt="2024-09-13T17:59:33.470" v="50" actId="478"/>
        <pc:sldMkLst>
          <pc:docMk/>
          <pc:sldMk cId="1508322553" sldId="417"/>
        </pc:sldMkLst>
      </pc:sldChg>
      <pc:sldChg chg="del">
        <pc:chgData name="Rahul Mishra" userId="57c6469e-ac64-4888-811b-35f0aabddbad" providerId="ADAL" clId="{181BC7F3-2120-400D-B4AA-A1CF5463A9D1}" dt="2024-09-13T17:57:54.394" v="11" actId="47"/>
        <pc:sldMkLst>
          <pc:docMk/>
          <pc:sldMk cId="4154801453" sldId="44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624487864" sldId="66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534343136" sldId="669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5107067" sldId="670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88985167" sldId="671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632104634" sldId="67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862732049" sldId="67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4739878" sldId="67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635984662" sldId="67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02975413" sldId="67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162057113" sldId="67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806669630" sldId="67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774752012" sldId="680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522852980" sldId="681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8856468" sldId="68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526344510" sldId="683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469525153" sldId="68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217440676" sldId="68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928924749" sldId="68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072301149" sldId="68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77943677" sldId="68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18591328" sldId="68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393512214" sldId="69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2:43:36.7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14689 10241 3569 0,'0'0'370'0,"0"0"-129"0,-2-8-31 0,2 8 8 0,0 0-3 0,0-7-12 0,0 7-13 0,0 0 4 0,0 0 32 0,-8 19 9 15,4 1-3-15,-5 16-4 0,-2 16 0 0,-3 5-7 0,-3 4-4 0,-1 3-5 0,4-2-14 16,-6 1-13-16,6 2-14 0,-2-3-30 16,1-10-10-16,-1 3-15 0,3-5-76 15,-1-13-40-15,2-3 0 0,1-5 0 16,2-9 0-16,2-4 0 0,1-3 0 0,3-4 0 16,-2-4 0-16,5-5 0 0,0 0 0 15,0 0 0-15,-11-32 0 0,11 8 0 0,4-17 0 16,-1-12 0-16,7-7-48 0,3-4-121 15,0 0 13-15,3 3 16 0,2 6 13 0,-6 7 11 16,1 13 16-16,-1 4 9 16,-2 10 20-16,-7 1 14 0,5 9 13 0,-4 2 22 0,4 4 22 15,-3 1 20-15,4 4 6 16,-9 0 8-16,27 18 4 0,-2 0 22 0,4 4 0 0,9 7-8 16,2 3-3-16,0 1-8 15,4-4-4-15,-2 2-2 0,-2-2-3 0,-4-2-7 16,-9-6 4-16,-2-3-7 0,-11-1 1 15,0-6 0-15,-5-3 5 0,2-1 12 0,-6 0 15 16,1 0 20-16,-4-4 5 0,-2-3 6 16,0 0-2-16,-12 13 3 0,0-11-87 0,1-2 0 15,-10 2 0-15,0-4 0 0,-8 2 0 16,-1 0 0-16,-10-2 0 0,6 2 0 0,5-2 0 16,2 4 0-16,1 0 0 0,5-2 0 15,2 0 0-15,-1 2 0 0,4 0 0 16,-2 4-40-16,4-3-279 0,-2 1-107 15,1 4-116-15,3-2-138 0,5 0-153 0,1-1 69 16,2-1 82-16,4-4-646 0,0 0-785 16</inkml:trace>
  <inkml:trace contextRef="#ctx0" brushRef="#br0" timeOffset="382.01">15619 10533 3596 0,'-12'-4'59'0,"1"2"40"0,1 2 36 0,10 0 29 0,-21 6 23 0,8 0-1 16,1 0-15-16,-3 2-16 0,-2 4-12 0,3 1-16 16,1 0-14-16,4-1-15 0,4 0-20 15,0-1-21-15,1 2-18 0,6 0-13 16,6 0-6-16,0-1-6 0,1 3 6 0,5-1-1 15,-1 2 11-15,4 6 18 0,4-4 20 16,-2 3 17-16,-2-4 13 0,0 5 17 16,-1-5 7-16,-5-1 27 0,0 0 16 0,-1 1 21 15,0 0 18-15,-5 2 10 0,1-4 3 0,-5 1-21 16,-2-2-8-16,1 1-12 16,-6-2-14-16,2 3-15 0,-3-2-32 0,-5 1-115 15,3-1 0-15,-6-1 0 0,3-4 0 16,-1-2 0-16,-3-2 0 0,3-2 0 0,0-3-194 15,-2-4-204-15,-1-4-145 0,1-5-165 16,1-1-146-16,3-1 75 0,4 1-825 0,1 0-1043 16</inkml:trace>
  <inkml:trace contextRef="#ctx0" brushRef="#br0" timeOffset="647.1">16387 10661 4864 0,'-11'-4'183'0,"2"0"57"0,-2 4 59 0,11 0 29 16,-19 12-4-16,8 2-9 0,-9 10-16 15,7 8-14-15,-8 13-38 0,4 2-20 0,2 11-16 16,-3 0-17-16,3 5-31 0,2-1-151 16,0 2-12-16,3-2 0 0,0-1 0 0,1-3 0 15,4-3 0-15,-1-13 0 0,0-1 0 16,2-6-6-16,-2-7-212 0,3-6-55 15,-3-5-52-15,0-3-81 0,3-6-74 0,-4-3-104 16,4-5-106-16,3 0-57 0,-10-13 65 16,7-4-604-16,-3-7-744 0</inkml:trace>
  <inkml:trace contextRef="#ctx0" brushRef="#br0" timeOffset="814.56">16091 10730 3774 0,'-4'-17'188'0,"1"3"62"16,-3 4 61-16,4 3 50 0,0 0 6 15,2 7-9-15,-4-8-40 0,4 8-26 0,0 0-27 16,0 0-27-16,0 0-28 0,0 0-23 16,6 34-47-16,0-17-76 0,1 2-103 0,4 11-104 15,3 0-125-15,3 0-153 0,-1-2-190 16,0-1-195-16,7-2 71 0,-2-2 84 16,4 0-590-16,2-9-703 0</inkml:trace>
  <inkml:trace contextRef="#ctx0" brushRef="#br0" timeOffset="1332.66">16623 10681 3837 0,'-2'-7'220'0,"0"5"20"16,2 2 36-16,0 0 54 0,0 0 19 16,0 0-6-16,0 31-12 0,2-13-19 15,0 0-24-15,0 4-25 0,4 10-24 0,-3 2-35 16,-1-4-15-16,0-2-11 0,0-3-8 15,-2-1-10-15,0 0-13 0,0-3-32 16,-2-3-115-16,0 0 0 0,0-4 0 0,2-3 0 16,0 0 0-16,0-4 0 0,0-7 0 15,-2 6 0-15,2-6 0 0,0 0 0 0,0 0 0 16,4-25 0-16,4 4 0 0,-5 0 0 16,7-9 0-16,1 1 0 0,-3 6 0 0,-2 5 0 15,2 3 0-15,-3 1 0 0,1 5 0 16,-3-1 0-16,3 3 0 0,2 0 0 15,-2 3 0-15,-6 4 0 0,11 0 0 16,-11 0 0-16,0 0 0 0,19 5 0 0,-11 1 0 16,-3-3 0-16,2 3 0 0,-2-4 0 15,3 2 0-15,-5 0-108 0,5-1-2 0,-8-3-6 16,8 4-3-16,-8-4-6 0,0 0 10 16,0 0 1-16,20-7 7 0,-11-3 1 0,0-2 6 15,2-1 10-15,5-3 11 0,-5 2 10 16,3-2 25-16,-3 5 24 0,-2 0 23 0,3 0 35 15,-5 4 30-15,1 4 19 0,-1 1-8 16,-7 2 10-16,0 0-4 0,21 12-11 0,-13-1-8 16,-2 0-10-16,0 5-3 15,-1-1-11-15,1 4-32 0,1 1-48 0,0 0-40 0,-2 1-58 16,3-2-61-16,-3 1-78 16,3-3-89-16,-4-3-108 0,4 1-134 0,-5-3-139 15,3-2 59-15,-1 0-648 0,-3-3-790 16</inkml:trace>
  <inkml:trace contextRef="#ctx0" brushRef="#br0" timeOffset="1998.27">17551 9740 3871 0,'-6'-8'267'0,"3"0"26"0,-1 2 24 0,4 6 5 0,0 0 21 0,-10 20 15 0,4 17-5 0,-1 18-23 16,1 12-19-16,1 8-35 0,3 6-30 0,-5 22-23 16,5 1-29-16,2 1-16 0,2-23-15 15,7 20-17-15,-6-25-146 0,8 19 0 0,-5-25 0 16,2-3 0-16,-2-8 0 0,-6-4 0 16,2-11 0-16,-4-6 0 0,-2-3 0 0,-1-11 0 15,2-2 0-15,-1-5 0 0,0-5 0 16,4-3 0-16,-3-3 0 0,-3-3 0 0,6-4 0 15,0 0 0-15,-16-15 0 16,9 1-21-16,-2-15-185 0,-1-3 5 0,-3 0 14 16,0-1 20-16,-5 4 17 0,3 2 18 15,-2 1 20-15,-3 2 30 0,6 9 34 0,-4 1 36 16,3 4 36-16,0-1 38 0,4 3 26 16,-1-2 17-16,2 6 3 0,3-1-8 0,1-1-10 15,1 4-8-15,5 2 0 0,0 0 0 16,0 0-8-16,18-12-7 0,-2 8-8 0,6-2-6 15,13-1-24-15,3 1-25 0,0 0-29 16,2 0-37-16,1 2-22 0,-7 2-7 0,-6 2-1 16,-1 2 8-16,2 2 6 0,-3-1 11 15,4 6 19-15,-1 2 32 0,-3 4 23 0,-1-2 30 16,-1 6 22-16,-6 1 14 16,0-3 9-16,-6 0-1 0,2-1 4 0,-3 2-4 0,5 6-7 15,-3-4-3-15,-1-5-1 16,-3-4-6-16,2 1-1 0,1-2-54 0,-2-4-9 15,-1 1 0-15,1-5 0 0,-1-2 0 16,-9 0 0-16,20-8 0 0,-13-1 0 0,2-3 0 16,-1-1 0-16,-5-10 0 0,2 0 0 15,-1-14 0-15,-4-2 0 0,-2-4 0 0,-5 3 0 16,-2 1 0-16,0 7 0 0,-3 3 0 16,1 10 0-16,-2 3 0 0,-1 6 0 15,1 5 0-15,-3 0 0 0,2 5 0 16,-2 1-158-16,-3 3-300 0,0 3-104 0,0 0-123 15,-2 1-160-15,6 2 70 0,-2-1 87 16,5 1-679-16,5-3-822 0</inkml:trace>
  <inkml:trace contextRef="#ctx0" brushRef="#br0" timeOffset="2565.67">18477 10031 4285 0,'-3'-16'324'0,"0"4"51"0,-3 2 29 0,4 2 11 15,1 5-6-15,1 3-6 0,0 0 4 0,0 0-26 16,-2 36-31-16,2 2-29 0,2 9-204 16,-1 12-117-16,-1 10 0 0,2 1 0 0,0 4 0 15,2 0 0-15,1-1 0 0,0-1 0 16,1-3 0-16,-3-5 0 0,-1-4 0 0,-2-14 0 15,-2-1 0-15,0-6 0 0,1-3 0 16,-5-8 0-16,2-6 0 0,3-4 0 0,-4-4 0 16,1-3 0-16,-1-3 0 0,-3-2 0 15,3-6 0-15,5 0 0 0,-23-9 0 0,5-3 0 16,-2-6 0-16,-2-4-131 0,1-5-56 16,3 3 16-16,-2-2 17 0,1 3 21 15,4 4 30-15,6 7 37 0,-1 1 34 0,2 3 19 16,3-2 13-16,-3 4 1 0,7 0 13 15,1 6 10-15,-2-5 8 0,2 5 3 0,7-8-10 16,2 4 2-16,5-2-5 0,5-2-28 16,9-5-46-16,3-1-39 0,-1-1-25 15,5-2-13-15,7-2 13 0,-8 4 13 16,0 1 20-16,-3 4 37 0,-6 0 43 0,-3 6 40 16,-4 0 39-16,-6 3 35 0,2 1 32 15,-1 3 28-15,1 2 24 0,-1 6 17 0,-1 2 10 0,-1-1-5 16,-2 7-46-16,2 0-171 15,-8 3 0-15,6 11 0 0,-5-1 0 0,0 3 0 16,-2-6 0-16,-2-3 0 0,0 1 0 0,-4-1 0 16,2-2 0-16,0-3 0 0,-3-1 0 15,1-3 0-15,2-3 0 0,0-4-439 16,1-3-179-16,-1 1-92 0,2-8-147 0,0 0 70 16,0 0 83-16,0 0-682 0,9-53-840 15</inkml:trace>
  <inkml:trace contextRef="#ctx0" brushRef="#br0" timeOffset="2682.06">18874 10319 3622 0,'-6'-2'-144'0,"6"2"18"0,0 0-9 0,0 0-45 0,-10 17-82 0,10-8-164 0,2 1-31 16,1 2-187-16,6 7-140 0</inkml:trace>
  <inkml:trace contextRef="#ctx0" brushRef="#br0" timeOffset="2963.33">19266 10578 2059 0,'-1'-10'323'0,"1"10"60"0,-5-10 51 0,-3 7 42 16,8 3 17-16,-14-2 1 0,14 2-6 16,-33 17-16-16,10 6-36 0,-2 3-17 15,-3 10-26-15,1 5-38 0,0 2-29 16,7-2-24-16,6-7-29 0,5 3-208 0,3-2-65 15,2-2 0-15,4-6 0 0,4-4 0 16,2-3 0-16,-3-3 0 0,7-2 0 0,-2-4 0 16,1-1 0-16,2-5 0 0,1 0 0 15,-1-3 0-15,0-2 0 0,-11 0 0 0,27-4 0 16,-13-2 0-16,1 1 0 0,-5-1-288 16,-1 2-340-16,0-3-165 0,-1 6-80 0,-3-3 80 15,-5 4-845-15,7-7-1076 16</inkml:trace>
  <inkml:trace contextRef="#ctx0" brushRef="#br0" timeOffset="4047.71">20722 11200 4936 0,'-17'11'136'0,"-3"-1"21"0,7-3 47 0,2-2 42 0,1 0 13 0,5-3-18 0,-3 1-29 0,8-3-16 16,0 0-25-16,0 0-16 0,0 0-12 16,0 0-17-16,23-22-33 0,-6 1-34 15,4-5-15-15,8-12-1 0,0-5-15 0,-3-8-16 16,3-4-11-16,3-21-4 0,-3-4-5 16,0-5 5-16,-4-1-4 0,2 0 0 0,-2 2 3 15,-4 19 2-15,-4 7-3 0,1 5 8 0,-6 4-5 16,1 15 3-16,-4 7-6 0,-4 4 6 15,1 8 4-15,-2 5-5 0,0 5 6 16,-4 5-5-16,0 0 5 0,11 17-3 0,-5 3 8 16,4 13-3-16,1 4 12 0,4 12 6 15,2 4-2-15,-1 0 1 0,4 1-4 0,-2-5-5 16,-1-1 5-16,-2-5-5 16,-4-7 0-16,1-5-5 0,-2-2 0 0,-3-7-1 15,-1-7 0-15,-5-1 0 0,6-4 0 0,-3 1 5 16,-3-5-7-16,1 2 0 0,-2-8-3 15,0 4-4-15,0-4 1 0,0 0-2 16,0 0 0-16,-12-18-4 0,5 4-5 0,-6-3-6 16,-5-9-4-16,-2 2-2 0,-3-1 1 15,0 4-4-15,-6 3 9 0,2 3-2 0,2 7 2 16,3 2-1-16,1 4 1 0,-2 6 8 16,3 3-14-16,-2 4 8 0,5 0-2 0,0 1-1 15,5 4 1-15,3-1 2 0,3-1-2 16,6-2-5-16,0-2-11 0,2 1-13 15,6-3-11-15,-1-3-6 0,7-1-15 0,-1-3-8 16,4-2-11-16,2-1 1 0,11-8 5 16,5 0 7-16,-2-3 10 0,1-2 10 15,-2 1 2-15,2 2 7 0,1 2 6 0,-9 5 6 16,-1 1 13-16,-4 3 26 0,-2 1 24 16,1 3 19-16,0 6 26 0,-1-1 22 0,-1 4 22 15,-3 2 12-15,-2 0 11 0,0 4 11 16,-2-4 9-16,0 3-4 0,-6-2-5 0,3-1-8 15,-3 1-14-15,2-6-16 0,-4 4-11 16,3-5-9-16,-1 2-10 0,-1-3-40 0,0-1-37 16,1-4 0-16,-5-2 0 0,10 2 0 15,-10-2 0-15,13-6 0 0,-1-5 0 16,-1-3 0-16,2-1 0 0,7-11 0 0,3 3 0 16,-5-2 0-16,4 3 0 0,-5 5 0 15,-4 5 0-15,-2 2 0 0,-1 5 0 0,1 1 0 16,-3 2 0-16,-8 2 0 0,16 7 0 15,-7-1 0-15,-2 4 0 0,2 2 0 16,-2 0 0-16,-2 3 0 0,5-1 0 0,-4 1 0 16,0 1 0-16,-1-1 0 0,3 2-31 15,-3-3-433-15,5 3-130 0,-2-5-147 0,-1-2-105 16,1-2 71-16,2-4-837 0,-1 2-1052 16</inkml:trace>
  <inkml:trace contextRef="#ctx0" brushRef="#br0" timeOffset="5046.01">22297 10464 4246 0,'-9'-7'116'0,"6"1"54"0,-5 4 31 0,8 2 34 0,0 0 54 0,-7 13 27 0,2 0 6 0,1 2-13 0,4 5-20 15,-1 5-22-15,-1 0-24 0,2 3-24 0,-2-1-19 16,0 8-21-16,-2-6-7 0,1 5-28 15,-3-8-13-15,0-4-11 0,0 0-97 0,1-5-23 16,-3-1 0-16,-1-1 0 0,1-3 0 16,-2-2 0-16,-1-2 0 0,-3-4 0 15,3-1 0-15,-3 1 0 0,14-4 0 16,-26-8 0-16,13-1 0 0,2-4 0 0,0-5-152 16,6-4-31-16,-1-13 11 0,10-4 12 15,2 3 15-15,2-1 14 0,1 6 13 0,2 1 16 16,0 10 18-16,-4 4 29 0,-2 5 30 15,5 0 31-15,-5 2 12 0,5 4 20 0,0 5 1 16,-10 0-3-16,21 0-1 0,-21 0 2 16,28 5-10-16,-11 1-1 0,4 0-2 0,4 2-7 15,8-2-26-15,-5-1-16 0,-3-1-16 16,-3-4 1-16,1 0 2 0,-1 0 4 16,-1-6 8-16,-1 1 3 0,2-4 1 15,-6-4 4-15,7-6 0 0,-1-6 4 0,-1-3 0 16,-5-12 0-16,6-8-1 0,-6-7-4 15,6-10 0-15,-3-23 0 0,1-8-9 0,5-9 9 16,4 4 1-16,-2 11 14 0,-10 32 5 16,-2 9 3-16,-8 14 3 0,2 10 5 0,-9 11 6 15,-2 5 2-15,-3 9 13 0,5 0 11 16,-13 25 1-16,0 10-1 0,-4 19 13 0,-3 10 6 16,-2 29 16-16,3 2-5 0,1 0-9 15,5-3-6-15,6-20-16 0,3 4 9 0,8-6 0 16,0-7-15-16,3-3 10 15,0-19-17-15,4 0-7 0,-2-8 3 0,2-4-4 16,1-10 6-16,-3-3 1 0,2-8 6 16,1-5 9-16,-1-3 0 0,-11 0-6 0,36-15-3 15,-7-5-3-15,0-3 0 0,-1-8-4 16,-5 4-6-16,2 2-6 0,-6 1 6 0,-3 7-6 16,-5 5 0-16,-3 2-9 0,-1 5 4 15,-1 3 2-15,-6 2-5 0,0 0 6 0,0 0-4 16,0 0-3-16,11 21-4 0,-9-11 0 15,-2 0 4-15,2 1-8 0,-2-1 4 0,2 0-13 16,0 2 2-16,2-1 4 16,0-3 0-16,1-1-6 0,1-1 14 0,-1-2-3 0,4-2 0 15,-9-2 1-15,20-4 4 16,-6-1-13-16,1-2-1 0,-2 0 2 0,0-2 0 16,-1 2 6-16,1-2 9 0,-2-1 21 15,0 4 2-15,-6 0-32 0,1 2 0 0,-6 4 0 16,0 0 0-16,0 0 0 0,9 18 0 15,-11-1 0-15,-4 6 0 0,-1 13 0 0,-2 13 0 16,-1 7 0-16,2 3 0 0,3 5 0 16,-3 0 0-16,4-2 0 0,-6 0 0 15,1-5 0-15,-3-5 0 0,-1 0 0 16,0-8 0-16,-6-1 0 0,1-9 0 0,-2-5 0 0,1-4 0 16,-3-3 0-16,0-3 0 15,-3-3 0-15,2-7 0 0,6-3 0 0,-4-6 0 16,-2-4 0-16,2 0 0 0,-10-13 0 15,5-1 0-15,4-6 0 0,-5-12 0 0,9 7 0 16,3 0 0-16,3-2 0 0,3 6 0 16,5 4 0-16,3-2 0 0,1 5 0 0,0-2-719 15,3-2-239-15,7-7 80 0,3 3 91 16,4-1-862-16,4 1-1087 0</inkml:trace>
  <inkml:trace contextRef="#ctx0" brushRef="#br0" timeOffset="5447.67">23692 10344 4251 0,'7'-12'-36'0,"-3"2"88"0,-3 3 55 0,-1 1 44 16,0 0 34-16,0 6 21 0,0 0 10 0,0 0 0 16,0 0-2-16,0 0-5 0,-23 0-4 15,23 0-8-15,-21 14-17 0,10-5-12 0,0 3-20 16,-3 0-18-16,3 3-13 0,2 1-12 15,0-1-15-15,6-1-12 0,-1 1-9 0,2 0-6 16,2 2-11-16,4 1 0 0,1 2-1 16,4-1 10-16,4 6 30 0,1 4 36 0,2-6 27 15,5 0 19-15,0 1-64 0,-4-4-109 16,-2-1 0-16,-1-2 0 0,-5-1 0 16,3-3 0-16,-3 1 0 0,-1-4 0 15,-3 3 0-15,2-5 0 0,-5 2 0 0,0-3 0 16,-2 1 0-16,0-1 0 0,-4-2 0 15,-1 2 0-15,2-3 0 0,-5 2 0 0,1-6 0 16,7 0 0-16,-21 2 0 0,9-4 0 16,0-1 0-16,-1-2 0 0,0-2 0 0,3-4 0 15,1-7 0-15,4 0 0 16,1-7-214-16,1 1-432 0,3-3-17 0,7-9-27 16,0 2-9-16,6-2 28 0,1 1-896 0,1 6-1010 15</inkml:trace>
  <inkml:trace contextRef="#ctx0" brushRef="#br0" timeOffset="5597.68">23762 10447 3931 0,'16'-17'-111'0,"-2"4"122"16,-3 2 124-16,3 4 82 0,-3 2 62 15,-1 0 64-15,0 5 26 0,-10 0 28 16,16 7 10-16,-4 3-5 0,-4 2-10 16,-3 3-12-16,1 4-32 0,-3 2-39 0,-1-1-28 15,-2 1-180-15,0 0-101 0,-2-3 0 16,1 5 0-16,-1-5 0 0,-2 2 0 0,0-6 0 16,1 1-400-16,1 0-226 15,-2-4-174-15,2 2-42 0,-2-3 70 0,2-4-844 0,0-1-1055 16</inkml:trace>
  <inkml:trace contextRef="#ctx0" brushRef="#br0" timeOffset="5747.16">24022 10291 4287 0,'4'-23'42'16,"-4"4"79"-16,3 5 45 0,-3 0 33 0,-3 5 18 16,3-5-5-16,0 8-17 0,0-3-12 15,0 9-49-15,-2-12-79 0,4 7-106 0,-2 5-143 16,3-7-148-16,-3 7-160 0,0 0-171 15,0 0 51-15,0 0 69 0,13 19-425 16,-10-7-454-16</inkml:trace>
  <inkml:trace contextRef="#ctx0" brushRef="#br0" timeOffset="5981.01">24074 10198 2860 0,'-4'-17'175'0,"4"0"39"0,0 7 36 16,-2 2 22-16,2 1 12 0,-1 1 0 0,1 6-17 15,0-10-28-15,0 5-27 0,0 5-25 16,0-8-39-16,0 8-50 0,1-7-54 0,-1 7-62 16,0 0-71-16,0 0-93 15,0 0-87-15,0 0-95 0,0 0-116 0,0 0-141 0,0 0 52 16,22 16-432-16,-17-5-476 15</inkml:trace>
  <inkml:trace contextRef="#ctx0" brushRef="#br0" timeOffset="6296.12">24736 10192 3069 0,'0'-11'206'15,"-2"1"40"-15,0 0 34 0,-4 3 28 0,6 7 23 16,-14-3 13-16,14 3-13 15,-23 5-23-15,7 3-26 0,-9 9-31 0,0 0-27 16,2 4-20-16,1 1-29 0,4 5-32 16,7-8-38-16,3 1-32 0,4-3-19 0,2-3-15 15,4 3-2-15,2 0 1 0,4 0 14 16,3 0 33-16,5 5 47 0,0 4 65 0,2 0 61 16,-2-1 60-16,-2 3-217 0,-3 1-101 15,-3-3 0-15,-5-4 0 0,-3 2 0 0,-7 7 0 16,-6 0 0-16,-3-4 0 0,-6 1 0 15,-3-3 0-15,0-1 0 0,-3-2 0 0,-3-5 0 16,3 3 0-16,-1-8 0 16,-1-1 0-16,3-5 0 0,5 0 0 0,-1-3 0 0,3-3 0 15,1 0 0-15,0-3 0 0,2-5-852 16,2-4-101-16,3-1-1219 0,4-1-1578 16</inkml:trace>
  <inkml:trace contextRef="#ctx0" brushRef="#br0" timeOffset="7046.91">25498 10717 2209 0,'-10'1'606'0,"4"2"-152"16,6-3-104-16,0 0-57 0,0 0-49 0,-6-10-15 16,6 10-16-16,20-25-15 0,12-6-10 0,13-7-6 0,23-14-16 15,8-1-15-15,6-5-16 16,4-6-12-16,5-6-18 0,6-3-10 0,0-6-40 15,-2-7-55-15,25-24-38 0,-34 26-43 16,-2-1-46-16,-8 0-49 0,-5 8-42 0,-10 11-27 16,-19 18-23-16,-6 7-25 0,-7 8-33 15,-14 8-46-15,-4 11-94 0,-5 6-86 0,-8 7 37 16,2 1-274-16,0 0-277 0</inkml:trace>
  <inkml:trace contextRef="#ctx0" brushRef="#br0" timeOffset="7332.07">25490 10636 2513 0,'-12'-4'300'0,"5"2"16"0,7 2-17 0,-11-4-23 15,11 4-2-15,0 0-5 0,0 0 30 16,0 0 40-16,0 0 11 0,38 29-1 15,10-7-26-15,16 2-31 0,28 10-28 0,12-1-26 16,13 1-25-16,8-1-35 0,6 4-19 16,11 2-17-16,3 5-15 0,-5-5-20 0,0 0-39 15,-4 1-53-15,-14-6-57 0,-13-2-60 16,-12-6-70-16,-27-6-80 0,-13-5-91 16,-17-1-63-16,-8-2-58 0,-11-5-75 15,-4 0-105-15,-3-1-56 0,-9-2 61 0,1-1-520 16,-6-3-625-16</inkml:trace>
  <inkml:trace contextRef="#ctx0" brushRef="#br0" timeOffset="7613.22">26046 10696 3677 0,'-17'-2'247'0,"6"0"-27"0,3-1-18 15,8 3-8-15,-1-8 11 0,1 8 6 0,26-18-5 16,23 1-16-16,24-3-19 0,35-5-19 16,18 4-10-16,14-1-23 0,6 0-34 0,9-2-61 15,5-1-76-15,-6-3-87 0,-5-1-105 16,-6 2-85-16,-12-1-81 0,-15 3-93 15,-13 1-139-15,-32 5 49 0,-14-1-473 16,-17 7-537-16</inkml:trace>
  <inkml:trace contextRef="#ctx0" brushRef="#br0" timeOffset="8012.75">25767 10389 3316 0,'-4'-20'163'0,"0"1"-10"0,1-5-23 15,3 1-4-15,5-15 17 0,2-13 16 0,4-6 6 16,3 1-10-16,5-7-14 0,2-5-17 16,6-21-14-16,1-6-26 0,5 2-44 15,-1-8-46-15,0-2-61 0,-3-5-57 16,2 5-56-16,-5 9-37 0,-7 26-17 0,-3 8-29 15,-4 12-33-15,-3 16-47 0,-4 10-84 16,-1 8-78-16,-4 6 42 0,-4 8-178 16,4 0-138-16</inkml:trace>
  <inkml:trace contextRef="#ctx0" brushRef="#br0" timeOffset="8379.37">25625 10746 2163 0,'-5'-23'266'0,"-1"6"-23"16,2 3-18-16,1 4-8 0,3 2-2 15,0 8 20-15,5-2 21 0,-5 2 6 0,49 34-6 16,-4 2-17-16,16 20-25 16,5 11-17-16,11 7-21 0,6 10-17 0,6 7-13 0,30 24-10 15,-28-26-18-15,27 23-8 16,-28-27-17-16,-2-4-10 0,-4-4-10 0,-8 1-20 16,-12-3-27-16,-10-10-34 0,-18-17-26 15,-7-6-20-15,-8-1-10 0,-6-12-19 0,-7-4-24 16,-4-8-21-16,-3-3-29 0,-1-6-43 15,-3-1-51-15,1-6-68 0,2-1-90 0,0 0-114 16,-21-9-75-16,11 2 44 0,-5-7-355 16,2-1-390-16</inkml:trace>
  <inkml:trace contextRef="#ctx0" brushRef="#br0" timeOffset="10146.86">13726 12119 2332 0,'2'-5'-108'0,"-2"5"28"0,2-12 27 0,-2 4 19 0,2 0 23 15,-1-2 23-15,-1-2 17 0,7-1 18 16,-2-1 18-16,1-4 16 0,3 0 15 0,1 2 13 16,-2 1 25-16,-3 1 16 0,3 5-2 15,-5 1-26-15,2 4-6 0,-5 4 44 0,7 21 48 16,-8 19 28-16,-5 19 10 0,-2 17 4 16,-11 30 2-16,-2 8 7 0,-6 2-1 15,-1 4-7-15,-3-2-1 0,4 1-14 16,0-6 3-16,3-4-8 0,1-2-10 0,2-13-19 15,10-22-8-15,-1-4-19 0,6-8-15 16,3-4-12-16,1-12-18 0,2-4-7 0,2-6-15 16,1-7 0-16,1-3-15 0,10 1-7 15,4-6-6-15,9-1-9 0,9-6-10 0,11-5-61 16,13-1 0-16,7-6 0 0,4 0 0 16,10-2 0-16,2-2 0 0,-3 1 0 15,-1-1 0-15,-2 1 0 0,-7-1 0 0,-9 2 0 16,-13 1 0-16,-6-2 0 0,-12 0-123 15,-1 3-78-15,-9 0-31 0,-6 0-46 0,-1-2-53 16,-1 0-100-16,-4 0-108 16,-8 2-150-16,5-6-92 0,-5 6 70 0,0-6-607 15,0 6-775-15</inkml:trace>
  <inkml:trace contextRef="#ctx0" brushRef="#br0" timeOffset="10429.62">14542 13316 4002 0,'-4'-7'119'0,"4"7"-9"0,-4-5-15 0,4 5-11 0,0 0 24 0,0 0 32 0,19 17 4 0,-3-4 14 0,5 8-4 0,11 11-11 16,-8-7-12-16,8 8-11 16,-7 2-11-16,-3-6-6 0,-5 2-12 0,-6 0-6 15,-3 3 2-15,-6-3-1 0,-6 8-6 16,-5-4-10-16,-2 1-7 0,-9 7-3 0,-3-2-5 15,-2-5-9-15,-2 0-23 0,7-9-23 16,-1 2-35-16,-2-8-35 0,2 1-45 0,4-7-58 16,-1-1-77-16,5-2-94 0,0-7-121 15,-1 3-179-15,5-4-37 0,4 1 68 16,-4-4-433-16,9-1-520 0</inkml:trace>
  <inkml:trace contextRef="#ctx0" brushRef="#br0" timeOffset="10880.34">15843 13408 3284 0,'0'-15'214'0,"-1"5"-2"0,-1 2-3 0,2 0 1 15,0 8-7-15,-4-9-7 0,4 9-2 0,0 0 16 16,0 0-1-16,-6 23-10 0,4-4-19 16,-4 7-13-16,6 1-22 0,-2 9-16 15,1 0-10-15,-1 2-13 0,-2-1-9 16,0-2-12-16,1 1-9 0,-6-3-39 16,2-1-40-16,1-6-46 0,-1-4-43 0,1-1-40 15,-4-3-40-15,1-1-53 0,2 1-41 16,-4-8-41-16,6-2-37 0,-1-4-50 0,-1-4-42 15,7 0-43-15,-10-14-68 0,4 0 2 16,3-8-302-16,1-14-332 0</inkml:trace>
  <inkml:trace contextRef="#ctx0" brushRef="#br0" timeOffset="11116.02">15745 13400 2335 0,'5'-36'16'0,"3"1"46"16,1 3 36-16,-1 3 43 0,1 7 44 0,1 3 10 16,0 1 11-16,-1 8-3 15,4 4 11-15,1 2 6 0,1 6-5 0,2 3-1 16,8 10-7-16,-1 6-7 0,9 10-6 15,-7 4-19-15,3 8-7 0,-4 3-8 0,-4 2-16 16,-2 1-3-16,-6 1-6 0,-5-9 0 16,-6 1-16-16,-8 1 6 0,-3 5 3 0,-7 3-7 15,-2-5-17-15,-9-2-7 0,-4 1-13 16,-3-4-8-16,-1-4-11 0,-1-1-29 0,2-4-42 16,2-5-44-16,5-8-45 0,4-2-53 15,4-5-61-15,3-5-95 0,5-7-96 16,0-4-120-16,1-5-191 0,3-9 23 0,1-4 72 15,4-17-463-15,8-2-549 16</inkml:trace>
  <inkml:trace contextRef="#ctx0" brushRef="#br0" timeOffset="11378.24">16656 12794 2985 0,'12'-34'157'16,"-2"8"29"-16,-4 8 19 0,-4 4 2 0,0 4 3 15,2 3-16-15,-4 7-15 0,0 0 22 16,0 0 17-16,-10 49 4 0,-2 6-26 16,1 9-1-16,-4 8 9 0,-6 20-7 0,0 7-19 15,-2 3-19-15,-2-4-9 0,-4 2-16 16,3-5-13-16,-2-2-10 0,-6-2-12 16,5-10-14-16,0-1-22 0,6-22-43 15,2-6-45-15,0-2-56 0,2-2-74 0,7-12-95 16,5-4-106-16,3-8-43 0,0-7-107 15,6-5-201-15,4-5 25 0,-1-4 68 0,-5-3-441 16,25-3-527-16</inkml:trace>
  <inkml:trace contextRef="#ctx0" brushRef="#br0" timeOffset="11629.27">17421 13416 2917 0,'8'-29'159'0,"-5"7"37"16,-1 5 16-16,-2 2 24 0,-2 5 18 0,-1 4 19 15,3 6 10-15,-19 2 16 16,-7 15 2-16,-11 18 0 0,-3 8-8 0,-12 19-2 16,1 1-4-16,3 0-3 0,3 3-6 15,15-12-30-15,5 0-25 0,3 0-22 0,9-2-18 16,12-9-21-16,2-2-19 0,9-3-11 16,1-2-97-16,6-2-35 0,5-5 0 0,0-2 0 15,3-5 0-15,1-4 0 0,-4-6-158 16,4 1-137-16,-2-4-113 0,-2-1-113 15,-5-8-133-15,-4 2-185 0,1-2 61 0,-5 0 88 16,-9 0-619-16,11-2-766 0</inkml:trace>
  <inkml:trace contextRef="#ctx0" brushRef="#br0" timeOffset="12263.5">13371 14658 3741 0,'14'-22'48'0,"-5"8"16"0,0 5 6 0,-6 0-5 0,1 5 4 0,-4 4 42 0,0 0 59 15,-10 42 47-15,-5 5 26 0,-8 15 13 16,-11 22-12-16,-6 3 6 0,-2 6 7 15,-2 1 3-15,5 2 1 0,0-1-4 0,3-9-5 16,3-6-10-16,12-22-11 0,4-5-14 16,10-11-18-16,2-1-12 0,5-6-16 0,9 0-62 15,5-4-109-15,11-5 0 16,17-1 0-16,8-6 0 0,9-2 0 0,8-3 0 16,9-2 0-16,7-2 0 0,21 4 0 15,0-4 0-15,-18-1 0 0,-2-3 0 0,2 0 0 16,-5-1 0-16,-8 2 0 0,-8-6 0 15,-18 1-194-15,-12 0-258 0,-9-2-82 0,-6 0-86 16,-7-2-127-16,-3 0-61 0,-5 0 72 16,-5 2-658-16,2-9-848 0</inkml:trace>
  <inkml:trace contextRef="#ctx0" brushRef="#br0" timeOffset="12529.17">14206 15516 4291 0,'-5'-5'194'0,"5"5"-14"16,-6-6-4-16,6 6 20 0,0 0 56 0,0 0 38 16,0 0 0-16,15 36-19 0,3-8-20 15,-2 4-23-15,4 9-25 0,-1 0-18 16,-6-4-17-16,-2 2-16 0,-3 4-10 0,-6-2-16 16,-4 2-14-16,-2 0-9 0,-9 7-13 15,-5-4-9-15,-4 1-10 0,-5-7-8 16,1 1-27-16,-5-4-37 0,-1-2-50 15,-2-6-62-15,3-8-66 0,2-1-68 0,4-3-81 16,6-4-104-16,4-4-125 0,1-6-183 16,3 1-77-16,4-4 84 0,7 0-612 0,0 0-799 15</inkml:trace>
  <inkml:trace contextRef="#ctx0" brushRef="#br0" timeOffset="13627.65">15191 15582 3611 0,'0'-15'-72'0,"-2"3"27"0,2 2 36 0,0 1 50 0,-1 1 32 0,1 8 35 0,0-9 14 16,0 9-13-16,0 0 14 0,0 0 59 0,0 0 32 16,1 58 4-16,1-15-8 0,1 3 3 15,-1 17-14-15,-4 2-4 0,4-2-12 0,-4-3-11 16,2 0-8-16,-3-13-19 0,1-1-16 15,-1-3-9-15,-1-3-6 0,0-3-13 0,1-10-16 16,1-4-9-16,-2-7-16 0,2-2-25 16,0-1-33-16,1-5-36 0,1-4-41 0,0-4-31 15,0 0-30-15,0 0-24 0,-11-25-18 16,11 7-16-16,-1-21-12 0,1-5-5 16,0-13 9-16,3-6 1 0,3-3 8 15,0-9 14-15,7-20 16 0,1 0 18 16,4 2 17-16,2 1 15 0,5 8 21 0,-5 22 32 15,3 5 23-15,0 6 22 0,0 6 7 16,0 6 19-16,-4 12 13 0,0 6-7 0,0 7 10 16,-3 10 10-16,-2 4 9 0,-14 0 5 15,27 18 0-15,-7 3-2 0,-6 4-3 0,-2 7-4 16,-1 2 12-16,-7 3 13 0,-4 3 16 16,-2 1 21-16,-3 2 25 0,-9 7 11 15,-3-2 6-15,-4-4 1 0,-6 1-9 16,0-6-9-16,-3-5-11 0,10-8-4 15,-2-5 12-15,9-7 14 0,1-2-7 0,3-6-10 16,2 0-14-16,0-5-14 0,7-1-6 16,0 0-14-16,0 0-10 0,-13 2-9 0,13-2 5 15,0 0-23-15,0 0 1 0,0 0-5 16,0 0-4-16,15 19 11 0,-3-11-9 0,1 4-11 16,10 5 4-16,-2 0 1 0,4 1-9 15,-1-1-3-15,1 1-2 0,-2 0-16 0,2-1-67 16,-8-2-76-16,1-3-92 0,-4-2-111 15,2 1-122-15,-3-2-139 0,1 0-161 16,-1-3 65-16,-3-1-599 0,-1 1-764 16</inkml:trace>
  <inkml:trace contextRef="#ctx0" brushRef="#br0" timeOffset="14014.15">16005 15805 3496 0,'0'0'190'0,"0"0"26"0,6-6 2 0,-6 6 8 0,0 0 23 0,0 0 13 0,0 0-4 16,0 0 4-16,0 0-15 0,0 0-16 16,0 0-23-16,26 8-24 0,-15-6-14 15,2 1-21-15,-2-2-15 0,3 2-13 0,-2-3-12 16,-12 0-8-16,25 0-10 0,-25 0-5 16,20-3-9-16,-13 1-10 0,2-2-16 15,0-2-13-15,-6-1-8 0,1-4-7 0,0 1-11 16,-2-4-3-16,-4 0-19 0,-2-1-2 15,0 0-3-15,-1 0-12 0,-3 6 11 16,-2 1-2-16,-3 4-8 0,0 4 3 0,-11 4 1 16,-6 8 1-16,-1 5 5 0,1 3 3 15,1 4 13-15,1 7 20 0,7-5 1 0,8 6 9 16,1-1 1-16,9-5 1 0,5-3 11 16,1 0-16-16,10 4 2 0,5-1-10 15,1-2-4-15,5-5-69 0,3-2-76 16,3-3-75-16,7-2-68 0,1-4-60 0,8-2-90 15,3-8-137-15,1 0-223 0,15-3 58 16,-4-4 72-16,0-1-512 0,-2-2-630 0</inkml:trace>
  <inkml:trace contextRef="#ctx0" brushRef="#br0" timeOffset="14210.63">16887 15689 3523 0,'-28'-6'117'0,"4"2"35"16,-5 5 62-16,-6 2 63 0,-5 7 49 15,2-1 18-15,2 7-2 0,-2 4-9 16,7 3-20-16,5 0-21 0,5 2-25 16,5 4-25-16,7 2-24 0,5-4-20 15,6-4-21-15,6 10-21 0,4-2-14 0,1-2-24 16,2 0-59-16,4-4-78 0,-2-4-101 16,4 1-103-16,-6-8-116 0,5-1-135 0,-6-8-152 15,2-1-211-15,3-2 70 0,-4-2 79 16,-2 0-576-16,-13 0-725 0</inkml:trace>
  <inkml:trace contextRef="#ctx0" brushRef="#br0" timeOffset="14728.79">16935 16099 3819 0,'0'0'136'0,"-9"5"14"15,9-5 24-15,0 0 23 0,-2 7 13 0,2-7 9 16,0 0-10-16,0 0-9 0,10 12-7 15,-10-12-19-15,13 3-8 0,-13-3-11 0,21-3-26 16,-8-1-6-16,2-3-16 0,0-1-11 16,3-4-6-16,-3-2-3 0,2-5-12 0,1-6-2 15,-4-3-2-15,2-1-15 0,-3-6-7 16,0 1-8-16,-1-2-13 0,-5 0 3 16,3 2-7-16,-6 7 5 0,2 6-9 15,-2 5-8-15,-3 3-4 0,1 0 2 16,0 7-8-16,-2 6 0 0,0 0 2 0,0 0 2 15,0 0 4-15,-11 26-1 0,4-9 7 16,6 7-8-16,-5 0 6 0,2 10-5 0,4-3 2 16,0-5 2-16,4-2 0 0,2-2-7 15,0-2 6-15,3-1-4 0,1-1-2 0,3-5 0 16,-1-2-2-16,3-4-4 0,0-2 6 16,4-5-19-16,0-3-16 0,6-5-19 0,7-5-15 15,0-3 0-15,-5-1 11 0,4-3 4 16,-4-1 6-16,-2-2 4 0,-2 0 12 15,-7-1 27-15,2 1 29 0,-7 8 26 16,-4 3 15-16,3 2 2 0,-6 3-7 16,2 3-11-16,-6 4 1 0,0 0 11 0,0 0 6 15,0 0-1-15,7 21-5 0,-7-9-7 16,0 3-4-16,2 1-8 0,0 1-7 0,-2 4-4 16,0-3 0-16,2 1-6 0,-1-2-50 15,-1-1-82-15,0-1-97 0,3 1-117 0,-3-4-167 16,0 1-224-16,-3 0-142 0,3-1 67 15,0 1-733-15,-1-1-959 0</inkml:trace>
  <inkml:trace contextRef="#ctx0" brushRef="#br0" timeOffset="15212.18">17859 16166 4371 0,'-13'0'153'0,"-1"1"29"0,14-1 45 0,-14 0 58 0,14 0 27 0,0 0-1 0,-16 0-25 0,16 0-30 16,0 0-24-16,0 0-26 0,0 0-17 16,0 0-20-16,0 0-19 0,30-15-15 0,-17 10-17 15,-4-1-9-15,-2 1-9 0,1 0-11 16,-2-2-6-16,0 1-8 0,-3-5-7 16,-1 1-9-16,0-5-33 0,-2-2-26 0,0-4 0 15,-4-5 0-15,2-9 0 0,-5 0 0 16,1-1 0-16,-4 5 0 0,5 7 0 15,-1 5 0-15,3 4 0 0,-5 3 0 0,3 0 0 16,0 1 0-16,-1 3 0 0,3 1 0 16,-3 2 0-16,6 5 0 0,-5-5 0 0,5 5 0 15,0 0 0-15,0 0 0 0,0 0 0 16,13-9 0-16,2 6 0 0,6-1 0 0,4-2 0 16,1 3 0-16,9-3 0 0,-7 4 0 15,-5 2 0-15,2 4 0 0,-3 0 0 16,1 5 0-16,2 7 0 0,-1 3 0 15,-8 4 0-15,2 3 0 0,-5 4 0 16,-1 3 0-16,-1 0 0 0,0-2 0 0,-3 6 0 16,0-7 0-16,-1-4 0 0,-2-5 0 15,-1-1 0-15,3-3 0 0,-2 0 0 0,3-3 0 16,-1-1-4-16,1 0-320 0,0-5-106 16,-1 0-117-16,0-4-155 0,-3-2-154 0,-4-2 72 15,0 0-761-15,0 0-990 0</inkml:trace>
  <inkml:trace contextRef="#ctx0" brushRef="#br0" timeOffset="15744.55">18567 15744 4272 0,'-12'-3'-13'0,"-1"0"24"0,-1 2 23 0,3 2 44 0,11-1 41 0,-21 3 32 0,8 1 13 16,-1 2 3-16,-1 1-4 0,1 0-3 0,5-2-15 15,2 1-12-15,-1 2-15 0,5 0-8 16,0 2-4-16,1-1 10 0,7 4 7 16,-2 1 16-16,8 3 15 0,-1 2 13 15,4 9 10-15,-2-1 5 0,2 0 10 16,1 3 7-16,1-1 4 0,-5 1-5 0,3 1-4 15,-7 0 0-15,1-5-159 0,-5-4-35 16,-3 2 0-16,0 1 0 0,-2-2 0 0,-3 2 0 16,-1-5 0-16,1 3 0 0,-5-6 0 15,0 3 0-15,-2-5 0 0,3-1 0 0,0-3 0 16,0-3 0-16,-2-3 0 0,2-3 0 16,0-2 0-16,9 0 0 0,-18-17 0 0,11-2 0 15,3-5 0-15,3-12 0 16,2-5-317-16,9-9-106 0,3 0 39 0,0 4 43 0,0 12 42 15,1 2 56-15,-1 6 58 16,-4 5 57-16,0 3 66 0,-2 5 46 0,0-1 34 16,4 5 25-16,-4 1 24 0,0 4 11 15,1 2 27-15,-8 2 3 0,0 0 0 16,27 17-12-16,-17-3-7 0,1 15-15 0,-4 0-6 16,2 6-16-16,-6 3-40 0,-1 3-72 15,4 14-59-15,-3-9-65 0,-4 1-84 0,2-3-93 16,-1-3-112-16,2-1-111 0,-4-11-115 15,4-7 55-15,6-5-485 0,-7-5-597 0</inkml:trace>
  <inkml:trace contextRef="#ctx0" brushRef="#br0" timeOffset="16127.75">18779 15855 3051 0,'1'-43'44'0,"1"1"35"0,0 1 8 0,-2 3-3 0,2 9-2 0,0 4-13 16,0 1-9-16,-1 6-12 0,3 0-42 0,2 3-35 15,0 1-49-15,2 2-43 0,-1 6-31 16,0 0-18-16,2 5-20 0,-9 1-1 0,0 0 10 16,13 7 15-16,-10 4 22 0,-1 5 38 15,-2-3 35-15,0 7 47 0,-2-2 50 16,2 1 51-16,0 0 53 0,-2 5 66 0,2-7 49 16,0 0 38-16,2 3 31 15,4-3 35-15,-4-2 39 0,1-1 23 0,4 4 3 16,-2-4-13-16,3 2-18 0,-3-3-25 15,4-1-28-15,-2 2-29 0,-1-4-30 0,1 2-28 16,-2-3-21-16,2 1-22 0,0-2-23 16,-3 3-14-16,2-3-18 0,-5 1-14 0,8-2-85 15,-6 0-46-15,-1-1 0 0,-2-6 0 16,8 8 0-16,-8-8 0 0,0 0 0 16,0 0 0-16,0 0 0 0,19-21 0 0,-13 9 0 15,-3 2 0-15,3-1 0 0,-4 1 0 16,1 2 0-16,1-1-147 0,3 4-313 15,-6-1-125-15,-1 6-148 0,10-4-130 16,-10 4 71-16,0 0-776 0,0 0-1011 0</inkml:trace>
  <inkml:trace contextRef="#ctx0" brushRef="#br0" timeOffset="16477.54">19317 15900 4701 0,'-4'-4'137'0,"4"4"36"15,0 0 30-15,-3-10 46 0,3 10 3 0,0 0-13 16,0-9-21-16,0 9-21 0,0 0-14 16,14-7-18-16,-7 4-7 0,2-2-20 15,0 0-15-15,4 0-11 0,-4 0-9 16,3-2-12-16,1-2-9 0,-4 1-5 16,1 1-3-16,-3 0-10 0,1 0-6 0,-4 2-3 15,-4 5-8-15,3-7-5 0,-3 7-8 16,0 0-2-16,0 0-2 0,-38 9-2 0,10 4-9 15,-5 5-1-15,-4 7 0 0,-1 6 1 16,4 0 8-16,12-6-2 0,3 4-25 0,8 0 0 16,2-5 0-16,6-4 0 15,3-1 0-15,3 0 0 0,2-4 0 0,2 0 0 0,1-1 0 16,-1-2 0-16,5-2-43 0,-1-3-156 16,7 0-86-16,0-3-73 0,21-1-80 15,8-3-72-15,9 0-128 0,16-3-173 16,4-2 71-16,7-8-678 0,25 1-869 15</inkml:trace>
  <inkml:trace contextRef="#ctx0" brushRef="#br0" timeOffset="16695.84">20726 15941 4400 0,'-34'3'275'0,"9"-1"1"15,5 2-8-15,8-2 1 0,1 0 27 0,11-2 21 16,0 0-6-16,25 12-28 0,22-12-30 16,21 0-37-16,12 0-72 0,10-3-101 0,20-2-120 15,-21 1-87-15,1 2-58 0,1-2-63 16,1 0-92-16,-4 2-125 0,-8-3-209 16,-6 2-41-16,-11-2 81 0,-19 3-550 0,-4 0-684 15</inkml:trace>
  <inkml:trace contextRef="#ctx0" brushRef="#br0" timeOffset="16944.07">21847 15579 3808 0,'0'-5'254'16,"0"5"46"-16,9-5 56 0,-9 5 33 15,0 0 22-15,19 15 8 0,-8-3-4 0,0 4-10 16,1 3-1-16,1 8-30 0,-1 4-24 15,-2 2-44-15,-7 3-306 0,1 0 0 0,-6 0 0 16,-2 0 0-16,-5 0 0 0,-5-4 0 16,-2 0 0-16,-5 0 0 0,-3-5 0 0,-1-1 0 15,-1-4 0-15,-5-3 0 0,4-2 0 16,-7-5 0-16,4-2 0 0,4-5 0 0,1-5-645 16,-6 0-348-16,5-3 97 0,-9-4-1028 15,1-1-1345-15</inkml:trace>
  <inkml:trace contextRef="#ctx0" brushRef="#br0" timeOffset="17694.04">23226 15761 5270 0,'0'-5'168'0,"0"5"-11"0,0 0 15 0,0 0 46 0,-21 26 33 0,8-1 16 16,0 6-9-16,-5 10-3 0,1 5-19 0,-4 0-18 16,6 5-18-16,-6-1-24 0,4-3-14 15,-1-1-14-15,7-11-113 0,2 0-35 0,-3-4 0 16,3-8 0-16,3-5 0 0,2-5 0 15,1-3 0-15,1 1 0 0,-3-5 0 0,5-6 0 16,0 0 0-16,0 0 0 0,20-23 0 16,-5-6 0-16,9-12 0 0,3-7 0 0,2-5 0 15,-1-3 0-15,3 4 0 16,-4 7 0-16,0 3 0 0,-6 11 0 0,-5 6 0 0,-5 6 0 16,2 3 0-16,-6 4 0 15,-2 5 0-15,4 4 0 0,-4-1 0 0,-5 4 0 16,0 0 0-16,0 0 0 0,21 11 0 15,-15-4 0-15,2 1 0 0,-3 1 0 0,2-1 0 16,4 2 0-16,-4-2 0 0,0-4 0 16,3 3 0-16,0-3 0 0,-3-1-26 15,-7-3-31-15,25-3-5 0,-8-2-21 0,10-9-7 16,-3-3-3-16,7-3 9 0,-4-1 12 16,0 0 5-16,-4 3 9 0,1-1 22 0,-9 3 27 15,-2 6 21-15,-3 3 16 0,2 2 15 16,-5 2 13-16,3 3 14 0,-10 0 6 0,19 10 2 15,-9 2-7-15,-5 1-6 0,5 3-7 16,-3 4-3-16,-1 1-10 0,0 1-5 16,-2-1-9-16,-1 1-32 0,3-1-60 15,-2-3-77-15,4-1-87 0,-3 2-90 0,3-3-111 16,-3-4-108-16,5-1-105 0,-2 1-163 16,-1-6 43-16,4-2 78 0,3-2-544 15,3-1-687-15</inkml:trace>
  <inkml:trace contextRef="#ctx0" brushRef="#br0" timeOffset="18061.22">24264 15836 3816 0,'12'-13'284'15,"-2"3"40"-15,-5 2 36 0,-1 5 18 0,-4 3 21 0,0 0 34 0,0 0 11 0,0 0 8 0,6 19-27 16,-9-4-23-16,0 8-25 0,-1-1-280 0,-3 8-97 16,-2 0 0-16,-4-1 0 15,1 1 0-15,-2-3 0 0,-5 0 0 0,0-1 0 16,-2-2 0-16,-2-2 0 0,-2-3 0 15,2 1 0-15,0-9 0 0,7-3 0 0,0-2 0 16,5-5 0-16,-3-2 0 0,3-8 0 16,4-3 0-16,1-5 0 0,4-7 0 0,6-12 0 15,1-5 0-15,10-6 0 0,5 3 0 16,-5 11 0-16,-2 2 0 0,7 5 0 16,-7 6 0-16,-2 6 0 0,2 2 0 15,-1 1 0-15,0 7 0 0,0 2 0 0,2 2 0 16,-1 0 0-16,5 4 0 0,-2 1 0 15,4 0 0-15,0 2 0 0,1 1 0 16,-1-3 0-16,-4 2 0 0,4-2 0 0,-4 1 0 16,2 0-190-16,1-4-163 0,2-2-37 15,0-1-57-15,4-4-70 0,-4-1-68 0,8-8-71 16,-3-1-26-16,-1-6 1 0,0-4-574 16,7-11-716-16</inkml:trace>
  <inkml:trace contextRef="#ctx0" brushRef="#br0" timeOffset="18360.43">24789 15458 3206 0,'15'-43'-99'0,"-4"11"65"16,-3 3 59-16,-4 7 53 0,-2 7 51 15,-2 3 26-15,-4 1 22 0,-1 5 18 0,-6 2 12 16,11 4 19-16,-30 4 13 0,8 4 24 16,-9 8-8-16,6 2-9 0,0 6-7 15,6 1-22-15,4 2-18 0,8-4-12 16,2 2-19-16,7-3-1 0,1 2 3 0,6 6 11 16,8 2 39-16,2 0 34 0,8 5 18 15,0-2-8-15,-7-8-2 0,1 0-139 0,-1-2-123 16,-6 0 0-16,-2-3 0 0,-2-3 0 15,-5 1 0-15,1-1 0 0,-4 0 0 0,-4-2 0 16,0 0 0-16,-4 0 0 0,1-3 0 16,-4 0 0-16,-3 0 0 0,-1-3 0 15,-3 2 0-15,-1-4 0 0,0-1 0 16,-5-1 0-16,4-5 0 0,-1-2 0 0,-6 0 0 16,3-6 0-16,-11-5 0 0,8 2 0 15,6 0 0-15,-4-8 0 0,8 1 0 16,4 1 0-16,-1-3-25 0,3-2-1036 0,3-2 104 15,1-2 98-15,10-2-940 0,4-11-1227 16</inkml:trace>
  <inkml:trace contextRef="#ctx0" brushRef="#br0" timeOffset="18645.04">25682 14374 5043 0,'-9'-15'23'0,"1"1"27"0,2 3 40 0,1 3 48 15,-1 0 54-15,3 4 11 0,3 4 20 16,0 0 17-16,-27 16 17 0,9 16 11 16,0 18-4-16,-4 9-14 0,8 11-18 0,-8 23-26 15,5 5-16-15,-2 5-20 0,2 0-18 16,-3 1-152-16,4-1 0 0,-4-1 0 0,2-8 0 16,-3-6 0-16,5-18 0 0,-2-7 0 15,-2-5 0-15,-1-5 0 0,1-2 0 0,-2-9 0 16,9-11 0-16,0-4-80 0,1-6-244 15,5-7-82-15,1-4-74 0,0-5-62 0,2-3-67 16,4-2-81-16,0 0-32 16,0 0 40-16,-14-23-562 0,12 8-704 0</inkml:trace>
  <inkml:trace contextRef="#ctx0" brushRef="#br0" timeOffset="18777.66">25157 15693 3153 0,'-2'-24'-34'0,"-5"-1"78"0,2 6 72 16,-1 1 71-16,1 5 70 0,3 1 54 0,-4-1 53 15,5 5 24-15,-1-1 5 0,-1 2-6 16,3-2-26-16,0 9-21 0,8-15-30 0,2 7-36 15,9-1-30-15,-1 0-49 0,17-3-85 16,0 2-127-16,1 3-133 0,2-1-154 0,1 3-200 16,8 1-260-16,0 0-54 0,1 4 84 15,0 2-664-15,1 4-849 0</inkml:trace>
  <inkml:trace contextRef="#ctx0" brushRef="#br0" timeOffset="19426.95">25793 15555 4196 0,'-19'2'215'0,"1"-2"47"16,5 0 49-16,13 0 19 0,-17 0-7 0,17 0-14 15,0 0 4-15,0 0-17 0,0 0-20 16,0 0-26-16,39 10-28 0,-13-8-24 16,5-2-21-16,9 0-17 0,-1-4-33 15,-8 1-21-15,5 0-18 0,-7-4-56 0,-6 2-32 16,-2-1 0-16,-3-1 0 0,-4 1 0 15,1-3 0-15,-3-1 0 0,-3 1 0 16,0 1 0-16,-2-1 0 0,-5 4 0 0,-2 5 0 16,0 0 0-16,0 0 0 0,0 0 0 15,-54 17 0-15,26 4 0 0,-7 10 0 0,5 1 0 16,-2 6 0-16,5 1 0 0,2 3 0 16,10-8 0-16,3 4 0 0,5 1 0 0,3 0 0 15,4-1 0-15,6 1 0 0,1-6 0 16,5-4 0-16,-1 0 0 0,2-9 0 15,1-5 0-15,-1-1 0 0,2-6 0 0,4-1 0 16,-2-5 0-16,1-2 0 0,0-4 0 16,7-2 0-16,2-8 0 0,2-7 0 15,0-1 0-15,1-10 0 0,-1-7 0 16,-1-3 0-16,-4-5 0 0,3-4 0 0,-8-4 0 16,3 1 0-16,-6 3 0 0,-5 12 0 15,-4 6 0-15,-3 8 0 0,-3 6 0 0,3 4 0 16,-6 4 0-16,0 6 0 0,-1 0 0 15,3 5 0-15,0 0 0 0,0 0 0 0,0 0 0 16,0 0 0-16,-27 12 0 0,27-12 0 16,0 0 0-16,0 0 0 0,29 14 0 0,-12-13 0 15,3-1 0-15,5-1 0 0,2 1 0 16,2 0 0-16,-4 1 0 0,-3 4 0 0,1 1 0 16,4 9 0-16,-2 1 0 15,-7 5 0-15,-2 4 0 0,-5 0 0 0,-3 1 0 16,-6-5 0-16,2 2 0 0,-2 2 0 15,-4-1 0-15,2-5 0 0,-4 3 0 0,2-1 0 16,1-1 0-16,-4-3 0 0,1-1 0 16,-1-1 0-16,1-5 0 0,-2-3 0 0,-4 6 0 15,3-4 0-15,-4 4 0 0,2-9-579 16,-3 1-428-16,0 1 104 0,0-2-1036 16,1 0-1360-16</inkml:trace>
  <inkml:trace contextRef="#ctx0" brushRef="#br0" timeOffset="20393.62">28053 14988 5027 0,'0'-21'-35'0,"-2"2"64"0,0 5 9 0,2 4-7 0,-2 5-4 0,2 5 8 0,0 0 33 0,-12 26 28 0,0 8 7 16,-3 9 10-16,-1 8-5 0,5 5-10 0,-3 3-2 15,-1 3 3-15,1 0-7 0,2-3-8 16,-4-1-7-16,-1-3-6 0,-2-1-5 0,0-6 0 16,-6-5 5-16,0-3 1 0,-1-5 4 15,-7-2 6-15,1-4-6 0,-6-3 5 0,6-6-8 16,-9 1-6-16,7-7-8 16,0-2-7-16,-2-4-3 0,7-3-8 0,4-1 0 15,6-4-9-15,2-2-6 0,0-2-7 16,4 0-5-16,3-5-18 0,6-1-11 0,7-1-10 15,6-9-7-15,18-12 0 0,12 1-20 16,15-4-20-16,22-8-30 0,11-1-39 16,10-4-53-16,5-2-48 0,2 0-38 0,7-4-9 15,2-4 11-15,-3-2 16 0,-3-10 21 16,-6-1 27-16,-12-5 28 0,-4-5 37 0,-12 1 37 16,-8-6 33-16,-10 4 56 0,-10 4 54 15,-19 24 40-15,-5 5 31 0,-9 14 18 0,-10 7-5 16,-4 9-9-16,-8 7-7 0,-7 7 8 15,-8 8 11-15,-21 15 16 0,-7 11 9 16,-14 19 2-16,-3 7-3 0,1 3-1 16,-2 5-2-16,7 7-6 0,1-2-13 15,5-2-13-15,6 3-10 0,4-1-10 0,14-15-19 16,5 3-2-16,2-3-6 0,6-2-10 16,4-4-9-16,5-9-3 0,5-7-8 0,3-6-13 15,2-6-4-15,2-5-1 0,6-4 5 16,1-3-1-16,5-4 0 0,5-6 5 0,6-4 10 15,7-8 41-15,3-3 33 0,-5 3 39 16,-3-1 27-16,-1 5 15 0,-12 1-6 0,0 6-5 16,0-2-66-16,-5 4-109 0,-7 2 0 15,17 9 0-15,-7 4 0 0,-1 2 0 16,-1 2 0-16,3 11 0 0,0 1 0 0,1-2 0 16,0 0 0-16,-5-2 0 15,1-7 0-15,0-1 0 0,-1-5 0 0,0 3 0 16,0-7 0-16,-3 2 0 0,1-1 0 15,-1-5 0-15,-1 2 0 0,1-2-411 0,-4-4-216 16,0 0-165-16,0 0-100 0,20-10 90 16,-15 2-785-16,2-1-1029 0</inkml:trace>
  <inkml:trace contextRef="#ctx0" brushRef="#br0" timeOffset="20743.89">28827 15464 4767 0,'0'0'135'0,"0"0"19"0,0 0 20 0,0 0 37 0,0 0 9 0,11-9 13 0,-11 9 3 0,0 0-23 16,23 0-21-16,-10 0-24 0,3 0-13 15,1-1-18-15,0 0-11 0,2-3-13 16,-4 0-14-16,5 0-12 0,-4-2-16 0,0 0-15 16,-1-3-11-16,1-3-6 0,-3-1-15 15,-2 1-7-15,-3-1-5 0,-1 1-8 0,-5 4-11 16,0-2-10-16,-2 2 1 0,0 8-4 15,-15-7-2-15,1 7 1 0,14 0 6 0,-37 12-2 16,10 5 5-16,-2 2 22 0,0 3 27 16,-1 8 8-16,7-2 9 0,3-1 8 15,-2 2 2-15,8-2 4 0,3-4-5 16,4-3-3-16,1 0-5 0,5-2-12 0,1-3 0 16,0-1-5-16,3 2-32 0,5-3-60 15,-1-2-85-15,5-2-99 0,5-2-109 16,2 0-105-16,2-1-121 0,1-5-188 0,3-1-70 15,6-1 80-15,-1 1-624 0,8-7-829 16</inkml:trace>
  <inkml:trace contextRef="#ctx0" brushRef="#br0" timeOffset="21094.12">29406 15360 4091 0,'-23'11'80'0,"4"7"36"0,-1 2 38 0,2 4 35 16,2 2 19-16,3-1 2 0,4 0 0 16,6-4-4-16,-1 3-7 0,4-4-7 15,2 0-13-15,1-3-3 0,3 3-14 0,-1-1-7 16,1-3-14-16,2-5-10 16,2 1-6-16,-1-1-9 0,3-3-7 0,-3-1-10 0,0-4 4 15,1-1-1-15,3 0-1 0,-13-2-6 16,22-4-9-16,-9-2-7 0,-2-4-8 15,1-3-7-15,-1-5-9 0,-1-1-3 16,-1-13-12-16,-1 0-5 0,-1-4-11 0,-3 0-14 16,-4 7-13-16,0 5-10 0,-4-1-13 15,-2 5-16-15,1 2-36 0,-3 7-44 16,-4 1-42-16,1 2-56 0,-2 8-60 0,0 2-74 16,-2 4-88-16,-3 1-120 0,3 2-215 15,0 4 6-15,4 1 81 0,2-3-542 0,7 3-693 16</inkml:trace>
  <inkml:trace contextRef="#ctx0" brushRef="#br0" timeOffset="21576.64">29769 15683 3897 0,'0'0'313'0,"0"0"21"16,0 0 2-16,-29-13-2 0,29 13-14 0,0 0-32 15,0 0-27-15,0 0-30 0,0 0-27 16,0 0-16-16,0 0-16 0,0 0-20 16,0 0-11-16,0 0-11 0,20-12 15 0,-20 12 19 15,10-4 13-15,-2-2 9 0,-3-2-1 16,1-3-152-16,0-6-33 0,2-1 0 16,-3-6 0-16,5-5 0 0,0 0 0 0,-7 5 0 15,3 4 0-15,-2 3 0 0,-2 1 0 16,-1 3 0-16,-1 0 0 0,0 4 0 15,-1 0 0-15,-1 1 0 0,0 0 0 0,-4 2 0 16,6 6 0-16,-5-12 0 0,0 9 0 16,5 3 0-16,-4-10 0 0,4 10 0 15,0-8 0-15,0 8 0 0,18-11 0 0,-1-1 0 16,9-1 0-16,9 3 0 0,-5-3 0 16,3 5 0-16,-7-2 0 0,-3 8 0 15,-3 0 0-15,-6 2 0 0,4 4 0 16,-3 0 0-16,-1 5 0 0,-5 3 0 0,3 5 0 15,-7 2 0-15,1 2 0 0,-2 3 0 16,-1 0 0-16,-3-1 0 0,2 2 0 0,0-1 0 16,-2-1 0-16,2-3 0 0,0-1 0 15,0-4 0-15,-2 1 0 0,0-5 0 0,1 1 0 16,-1 1 0-16,0-4-80 0,0 3-670 16,3-4-241-16,-3-2 91 0,0-6 92 15,6 12-778-15,-1-5-1026 0</inkml:trace>
  <inkml:trace contextRef="#ctx0" brushRef="#br0" timeOffset="22210">30655 15274 4149 0,'-10'-5'31'0,"4"-1"52"0,6 6 15 0,-8-6 13 0,8 6 13 0,0 0 5 0,0 0-1 16,0 0-5-16,0 0-8 0,0 0-8 0,0 0-8 15,0 0-5-15,0 0-6 0,14 25 7 16,-6-23 12-16,-8-2 27 0,13 6 25 16,-13-6 24-16,12 4 18 0,-12-4 5 0,0 0 3 15,11 2-11-15,-11-2-16 0,0 0-13 16,0 0-11-16,15-10-18 0,-13 6-9 16,-2 4-16-16,8-12-12 0,-6 5-13 15,-2 7-11-15,-4-11-26 0,-2 4-53 0,-4 2 0 16,-1 1 0-16,-6 1 0 0,-4 3 0 15,0 3 0-15,-2-1 0 0,-2 5 0 0,3 0 0 16,2 0 0-16,3 4 0 0,6 1 0 16,1-3 0-16,5 3 0 0,2 0 0 0,8-2 0 15,-2 1 0-15,9-1 0 0,5 1 0 16,0-5 0-16,6 0 0 0,2-2 0 16,2-2 0-16,-3 0 0 0,-1 0 0 15,-2-1 0-15,-2 2 0 0,0-3 0 16,-3 0 0-16,-4 3 0 0,4-3 0 0,-16 0 0 15,19 1 0-15,-9 3 0 0,-3 0 0 16,1 1 0-16,-3 1 0 0,1 0 0 0,0 2 0 16,-2 1 0-16,1-3 0 0,-1 0 0 15,0 2 0-15,-1-2 0 0,-1 2 0 0,2-1 0 16,2-2 0-16,-6-5 0 0,10 9 0 16,-3-6 0-16,0 0 0 0,-7-3 0 0,25 0 0 15,-7-2 0-15,-5 1 0 0,3-2 0 16,-3 2 0-16,0 0 0 0,-13 1 0 15,21 0 0-15,-11-2 0 0,-10 2 0 0,18 2 0 16,-18-2 0-16,22 2 0 0,-11 1 0 16,1 2 0-16,-3 0 0 0,2 2 0 15,-1-2 0-15,-1 2 0 0,-1 0 0 16,0 0 0-16,0 1 0 0,-3 2 0 0,-1 3 0 16,-1 2 0-16,-4-1-530 0,-5 7-493 15,-1-1 105-15,-5 7-1027 0,6-6-1366 0</inkml:trace>
  <inkml:trace contextRef="#ctx0" brushRef="#br0" timeOffset="22426.91">31613 15833 5816 0,'0'0'146'0,"0"0"48"0,0 0 47 0,-36 7 49 0,5 10 36 16,-14 3 40-16,-7 8 4 0,-7 1-6 15,-13 10-286-15,-3 0-78 0,1 2 0 16,1-2 0-16,-3 2 0 0,17-12 0 0,0 4 0 15,0-3 0-15,-2-1 0 0,0 0 0 16,2-2 0-16,-4-1 0 0,0-1 0 0,1 1 0 16,-3-1 0-16,0 1 0 0,0 1-500 15,4-1-387-15,-4 2-50 0,4-1 92 16,2-3-863-16,4 1-1142 0</inkml:trace>
  <inkml:trace contextRef="#ctx0" brushRef="#br0" timeOffset="31325.77">5633 12260 4632 0,'-3'-13'83'0,"1"5"23"0,2 4 53 0,0 4-6 0,-3-10-25 16,3 10-13-16,0 0 24 0,0 0 7 0,0 0 10 15,2 39 3-15,-1-16 2 0,4 12 8 16,3 7-9-16,-3 11-9 0,2 1-15 0,-3-4-17 15,4 3-12-15,0-5-11 0,-3-2-6 16,1-7-12-16,-2 0-29 0,-3-4-45 16,1-6-35-16,-2-4-33 0,0-1-37 15,0-4-39-15,0-3-35 0,0-4-52 16,-5 0-74-16,3-5-78 0,-4-4-80 0,1-1-119 16,5-3-130-16,0 0 48 0,-25-15-521 15,16-2-647-15</inkml:trace>
  <inkml:trace contextRef="#ctx0" brushRef="#br0" timeOffset="31525.22">5339 12133 3610 0,'-14'-10'183'0,"3"4"18"0,2 0 19 16,5 0 11-16,-2 3 4 0,6 3-4 0,-6-9-16 15,6 9 17-15,6-13 1 0,2 8-21 16,7-7-21-16,1 0-8 0,14-2-22 0,1-1-15 15,1-2-64-15,0 5-83 0,-1-1-90 16,-1 3-86-16,-3 2-113 0,-5 0-99 0,1 4-104 16,-3 1-147-16,-5 3-37 0,0 5 57 15,2 7-464-15,1 0-556 0</inkml:trace>
  <inkml:trace contextRef="#ctx0" brushRef="#br0" timeOffset="32059.51">6252 12580 3433 0,'0'9'269'0,"-2"-2"17"16,2-7 27-16,-2 7 40 0,2-7 8 0,0 6-19 16,0-6-20-16,0 0-21 0,0 0-22 15,0 0-20-15,0 0-30 0,15 2-21 0,-15-2-22 16,20-6-20-16,-11 0-18 0,3-2-15 15,1-1-14-15,1-5-15 0,-1-1-10 16,-4-3-11-16,7-7-10 0,-7-2-7 16,-4 1-10-16,5-9-48 0,-10-2-8 0,-1-2 0 15,-4 1 0-15,-1-2 0 0,-3 7 0 0,0 2 0 16,-3 2 0-16,1 9 0 16,-1 5 0-16,3 4 0 0,-2 4 0 0,-2 4 0 0,2 1 0 15,11 2 0-15,-25 6 0 16,14 2 0-16,-2-1 0 0,3-2 0 0,3 0 0 15,1 0 0-15,6-5 0 0,-3 10 0 16,3-10 0-16,0 0 0 0,0 0 0 0,0 0 0 16,41-17 0-16,-14-1 0 0,0-1 0 15,3-2 0-15,-1 4 0 0,3 1 0 0,-3 7 0 16,-5 0 0-16,-3 6 0 16,-3 1 0-16,0 4 0 0,-2 3 0 0,2 3 0 15,7 11 0-15,-7-5 0 0,-1 10 0 16,0-2 0-16,-2 2 0 0,2 1 0 0,-4 0 0 15,3-2 0-15,-3 1 0 0,-1-1 0 16,-5-6 0-16,1 1 0 0,0-3 0 16,0 0 0-16,-5-2 0 0,5 0-117 0,-3-1-186 15,2-3-95-15,-4-3-115 0,1-1-140 16,-4-5-182-16,7 2 63 0,-7-2 79 0,0 0-636 16,20-19-785-16</inkml:trace>
  <inkml:trace contextRef="#ctx0" brushRef="#br0" timeOffset="32474.15">7098 12001 4026 0,'0'0'160'0,"-7"4"29"0,7-4 31 0,0 0 20 0,0 0 31 0,-7 7 20 15,7-7 7-15,0 0-6 0,0 0-16 16,0 0-21-16,25 6-20 0,-25-6-25 0,20-2-16 15,-20 2-22-15,25-5-15 0,-10-1-19 16,-2 4-10-16,-2-4-13 0,-1 2-12 0,-2 0-11 16,1-4-2-16,-1 3-51 15,-5-3-39-15,-1 2 0 0,2-4 0 0,-4 2 0 16,-2-3 0-16,-2 0 0 0,-3 0 0 16,-2 4 0-16,-1-3 0 0,-2 5 0 0,1 3 0 15,-8 4 0-15,3 5 0 0,-10 7 0 16,3 6 0-16,2 4 0 0,4 5 0 0,0 2 0 15,8 2 0-15,0 0 0 0,7 4 0 16,2-7 0-16,2-2 0 0,5 3 0 0,4 0 0 16,2-4 0-16,4-2 0 0,3-4 0 15,-4-9 0-15,4 1 0 0,-4-8 0 0,2 1-118 16,1-5-84-16,0-1-54 0,2-3-56 16,0-6-80-16,5-4-78 0,-5-1-102 15,-1-7-145-15,-2-2-29 0,0 0 73 16,1-4-597-16,-6-1-729 0</inkml:trace>
  <inkml:trace contextRef="#ctx0" brushRef="#br0" timeOffset="32874.61">7597 11840 3867 0,'0'0'164'0,"-2"3"52"0,2-3 80 0,0 0 65 16,0 0 28-16,0 0 7 0,14 12-2 15,-5-12-29-15,-9 0-20 0,25 0-24 16,-10-2-20-16,3-3-27 0,-4 1-38 16,4 0-22-16,2-5-162 0,-8 1-52 0,3 2 0 15,-3-1 0-15,-1-1 0 0,-1 0 0 16,-4-1 0-16,0-1 0 0,-5-2 0 0,1-3 0 16,-5 2 0-16,-5-3 0 0,-2 2 0 15,3 2 0-15,-8 2 0 0,-3 6 0 16,-1 1 0-16,-1 8 0 0,-11 7 0 0,1 5 0 15,3 1 0-15,6 5 0 0,-3 2 0 16,8 3 0-16,2 1 0 0,5 1 0 16,3 3 0-16,4-7 0 0,2-2 0 0,4-2 0 15,2-1 0-15,1 0 0 0,5-5 0 16,6 5 0-16,0-7 0 0,1-4 0 16,-2-5 0-16,2-1 0 0,0 1 0 0,-2-5 0 15,1 1 0-15,0-1 0 0,-2 2-34 16,-3-2-329-16,-4 0-40 0,-9 0-45 0,16 2-40 15,-16-2-77-15,0 8-124 0,-5 3-59 16,-11 3 65-16,-17 18-599 0,-8 2-742 0</inkml:trace>
  <inkml:trace contextRef="#ctx0" brushRef="#br0" timeOffset="33207.68">5495 13468 3943 0,'-66'32'184'0,"11"-9"31"0,-3 1 49 0,3-3 80 0,6-2 39 0,17-6 8 16,5-4-26-16,11-4-35 0,10-2-27 0,6-3-10 15,0 0-15-15,81-41-26 0,20-8-18 16,58-28-27-16,33-9-17 0,19-9-175 0,21-10-15 16,24-1 0-16,12-3 0 0,16-1 0 15,12-1 0-15,7 5 0 0,-12 5 0 0,-15 13 0 16,-22 3 0-16,-33 13 0 0,-32 14 0 15,-67 22 0-15,-24 7 0 0,-35 10 0 0,-13 6 0 16,-16 3 0-16,-11 4 0 16,-12 1 0-16,-4 5 0 0,-7 0 0 0,0 0 0 15,0 0 0-15,-30 14 0 0,12-7 0 16,-1 1-16-16,-10 4-348 0,0 2-112 0,1 2-129 16,-3 0-183-16,3 3-44 0,-10 5 87 15,3 6-740-15,-2 6-931 0</inkml:trace>
  <inkml:trace contextRef="#ctx0" brushRef="#br0" timeOffset="39740.18">6239 13489 1599 0,'0'-15'566'0,"2"0"-233"0,-2 3-99 0,0-2-45 16,0 3 16-16,0-3 1 0,2 1 3 15,0 1-6-15,0 0 11 0,-2 1-7 0,1 3-16 16,-1 8-19-16,0-9-15 0,0 9 35 16,0 0 40-16,0 29 13 0,-7 9 6 15,-1 18 7-15,-5 10 11 0,-1 4 2 0,-5 23-2 16,-4 1-13-16,10-20-12 15,1-4-9-15,7-2-2 0,3-2-12 0,6-4-3 16,3-8-106-16,9-2-112 0,3-6 0 16,3-3 0-16,5-8 0 0,2 0 0 0,-4-11 0 15,2-5 0-15,1-2 0 0,1-1 0 16,-5-7 0-16,-1-5 0 0,0-2 0 0,-2 0 0 16,0-4 0-16,0-4 0 0,2-3 0 15,7-4 0-15,-3-5-240 0,-2 1-377 0,-5-2-103 16,-4 2-168-16,-7 2 71 15,-1 3 80-15,-3-2-682 0,0 3-870 0</inkml:trace>
  <inkml:trace contextRef="#ctx0" brushRef="#br0" timeOffset="39872.16">6713 14098 3551 0,'-2'-7'-164'0,"2"7"2"0,-3-7-14 16,-3 3-13-16,6 4 18 0,-6-4 0 15,6 4-33-15,-12-4-45 0,12 4-110 0,0 0-222 16,0 0-80-16</inkml:trace>
  <inkml:trace contextRef="#ctx0" brushRef="#br0" timeOffset="40390.19">6568 14377 1765 0,'-4'-6'242'0,"1"-3"13"0,-1 2-19 0,-2-1-6 16,5 3 24-16,1 5 37 0,-9-13 29 15,7 8 10-15,2 5-8 0,0-8-19 0,0 8-45 16,0 0-8-16,7-9 1 0,-7 9 8 15,20 4 2-15,-4 1-10 0,2 7-3 16,7 7-26-16,2 3-14 0,-2 0-13 0,4 10-8 16,-8-3-18-16,-3 2-8 0,2-2-11 15,-5 4-11-15,-2-2-13 0,-1 0-10 16,-7 0-14-16,3 2-12 0,-6-1-90 16,0-3 0-16,-4-4 0 0,-4 10 0 0,-3 2 0 15,-3-2 0-15,-5 0 0 0,-2-5 0 16,0 0-24-16,-2-1-233 0,6-6-73 0,-1-7-89 15,3-6-102-15,1-3-130 0,7-5-177 16,-1 0 54-16,6-2 85 0,0 0-569 0,0 0-718 16</inkml:trace>
  <inkml:trace contextRef="#ctx0" brushRef="#br0" timeOffset="41039.37">7607 14165 3476 0,'-4'-16'1'0,"0"1"0"15,2 3 9-15,0-1 23 0,-3 2 38 0,1-5 44 16,0 3 21-16,3-1 9 0,-3 2 4 15,-1-1 2-15,2-1-6 0,-3 5-6 16,2-1-3-16,1 0 1 0,-3 0-6 0,1 4-3 16,-4 1-9-16,2-1-7 15,7 6-8-15,-18 0-2 0,5 6-6 0,-10 11 7 16,-2 7 0-16,-1 11 4 0,-2 3-4 16,1 4-2-16,6 2 0 0,6 2-10 0,5-8-1 15,8 5-8-15,4-2-4 0,5 1 8 16,11 5-22-16,5-4-4 0,6-1-8 0,3-9 2 15,4-2-7-15,5-4-10 16,-8-10-3-16,0 0-4 0,-1-3-3 0,-1-4 2 16,-9-5-11-16,-3 0 16 0,-6-1-16 15,-1-3 21-15,-1-1 32 0,-11 0 24 0,0 0 12 16,18-8 5-16,-16 1-3 0,-4-5-4 0,0-3-11 16,-1-4-8-16,-10-10-11 15,2-1-7-15,-1 3-24 0,1-1-44 0,2 6 0 16,-1 8 0-16,4 1 0 0,-1 2 0 15,3 1 0-15,1 3 0 0,-1 0 0 0,-1 1 0 16,5 6 0-16,0-9 0 0,0 9 0 16,5-9 0-16,2 4 0 0,4-2 0 0,5 1 0 15,2-3 0-15,13-2 0 0,6 3 0 16,-1 1 0-16,-5 1 0 0,-3 5 0 0,12 2 0 16,-10 3 0-16,6 4 0 15,-1 1 0-15,-7 4 0 0,3 2 0 16,-5 0 0-16,-2 3 0 0,1 0 0 0,-9-2 0 15,0-3 0-15,0 1 0 0,-4-2 0 16,0 0-179-16,-3-1-81 0,1-2-94 0,-1 0-107 16,-3 0-135-16,-1-3-212 0,2 2 4 15,-4-2 83-15,3 0-642 0,-6-6-818 0</inkml:trace>
  <inkml:trace contextRef="#ctx0" brushRef="#br0" timeOffset="41490.17">8442 14630 3899 0,'-10'6'123'0,"10"-6"16"0,-7 4 8 16,7-4 27-16,0 0 30 0,0 0 9 0,0 0-4 0,0 0-24 15,0 0-19-15,0 0-16 0,0 0-11 0,-7-20-22 16,7 20-12-16,2-15-6 0,0 9-15 15,-4-6-1-15,2 1-13 0,-3-3-5 16,-3-1-6-16,-3-6-9 0,-7-5-5 16,1-4-1-16,-6 1-7 0,-6-7 0 15,-1 2-8-15,6 6 0 0,-5 1-3 0,6 6 0 16,-3 2 6-16,6 7-10 0,4 2-1 16,1 1 3-16,3 5-7 0,3 0-1 0,-3 2-5 15,10 2 1-15,0 0-1 0,-17 8-2 16,17-8 9-16,2 9-9 0,-2-9 3 0,15 8 0 15,0-4-6-15,10 0 0 0,4-2 4 16,12-2 0-16,4 0 2 0,-4 0-1 16,4 0-1-16,-13 0 0 0,-2 0-1 0,-1 2-19 15,0-2 5-15,-3 4 1 16,-2-1 10-16,1 1-5 0,-5 0 2 0,-4 0 1 16,6 2 0-16,-7-2-6 0,0 2-12 0,-2-2-48 15,-1-1-62-15,3 3-75 0,-5 0-103 16,1-3-130-16,-2 1-147 0,0-3-178 0,-9-1 43 15,11 4 91-15,-11-4-484 0,0 0-576 16</inkml:trace>
  <inkml:trace contextRef="#ctx0" brushRef="#br0" timeOffset="42205.64">8865 14250 3444 0,'2'-9'194'0,"-1"-1"-12"0,3 5 5 0,-4 5 28 0,10-9 34 0,-4 8 18 0,-6 1 6 0,16-2-8 16,-16 2-20-16,18 2-12 0,-7 3-11 16,-1-1-12-16,1 0-3 0,-1 4-5 0,-5 0 6 15,2-1-9-15,-4 1-6 0,1 2-12 16,-4-2-14-16,0 1-10 0,-2-1-19 16,-2 2-14-16,-4-1-9 0,-1-1-12 15,0-1-92-15,-1-2-11 0,-3-3 0 0,13-2 0 16,-29-6 0-16,14 0 0 0,1-7 0 15,1-5 0-15,3 0 0 0,5 1 0 0,1 0 0 16,0 5 0-16,4-1 0 0,0 1 0 16,2 0 0-16,4 2 0 0,-1 1 0 0,4 1 0 15,2-1 0-15,2 2 0 16,0 0 0-16,0 1 0 0,5-5 0 0,1 3 0 16,-2-2 0-16,-3-1 0 0,-1 3 0 15,0-8 0-15,0 1 0 0,-3-2-128 0,-3-2-9 16,3-11-11-16,-6 3-9 0,-2-8-11 15,1-6-4-15,-4-3 13 0,-3-18 2 0,0-4 9 16,-1-7 12-16,-7-1 13 0,2-1 14 16,1 7 11-16,-1 6 29 0,1 10 29 15,1 16 9-15,3 13 10 0,-2 9 14 0,4 9 39 16,3 5 25-16,0 0 34 0,-6 42 24 16,4 3 17-16,4 17 11 0,4 2 4 0,-1 7 4 15,7-1-5-15,1 4-8 16,3-3-15-16,-3-6-12 0,3-4-7 0,-4-4-12 0,1-5-9 15,-6-15-7-15,2-6-6 16,-1-5-8-16,-5-6-3 0,2-6-3 0,0-2-36 16,-3 0-20-16,2-5 0 0,0 0 0 15,-1-5 0-15,-3-2 0 0,0 0 0 0,22-14 0 16,-15 1 0-16,5-5 0 16,-1 3 0-16,2-11 0 0,-1 6 0 0,-3 6 0 0,-1 3 0 15,-5 3 0-15,2 0 0 0,1 6 0 16,-6 2 0-16,0 0 0 0,0 0 0 0,0 0 0 15,22 13 0-15,-16-5 0 16,0 2 0-16,-1 2 0 0,1-2 0 0,-1 0 0 16,2-1 0-16,-4 1 0 0,3-3 0 15,-4-1 0-15,2 0 0 0,-3 0 0 0,-1-6 0 16,0 9 0-16,0-9 0 0,-1 8 0 16,-5-4 0-16,0 1-780 0,-6-2-189 15,1 1 78-15,-2-2-997 0,-4 1-1311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2:44:32.1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20260 2445 2979 0,'-9'-10'14'0,"5"-1"32"0,6-1-7 0,9-3 0 0,12-7 7 0,18-9 17 0,12-4 12 16,23-7-12-16,10 1-3 0,15-1-13 15,5 1 2-15,7 2-14 0,7 0-8 16,0 3 5-16,-2-1-5 0,-3 4-5 16,-11 1 1-16,-7 3-1 0,-9 1-7 15,-23 8 2-15,-12-1-6 0,-4 2 4 0,-15 7-6 16,-9 3-12-16,-7 1-20 0,-2 4-20 15,-5-2-25-15,1 2-43 0,-5 2-48 0,-7 2-62 16,0 0-93-16,0 0-191 0,-15 18-18 16,-14-3-91-16,-13 6-113 0</inkml:trace>
  <inkml:trace contextRef="#ctx0" brushRef="#br0" timeOffset="532.85">20043 2452 1761 0,'-2'-11'8'0,"2"0"23"16,0 0 27-16,2 1 15 0,0 0 19 15,5-2 10-15,-6 1 28 0,3 1 20 0,2 0 14 16,-3-2-2-16,3 2 1 0,-1-1 10 16,0 1 0-16,2 2-5 0,-3 1 1 0,2 1-9 15,-3-1-15-15,3-2-13 0,2 4-13 16,2 1-9-16,1 0-5 0,4 0-5 15,7 4-2-15,2 2-9 0,16 5-5 16,11 5-9-16,4 8-4 0,8-1-8 0,21 13-4 16,11 4-5-16,4 5-4 0,14 5-6 0,11 6 1 15,40 16 1-15,-33-16 19 16,35 12-3-16,-40-14 6 0,2 0-11 0,-4-4 5 16,-12-2 0-16,-5-1-5 0,-10-6-5 15,-10-5-4-15,-20-7-6 0,-10-3-1 16,-7-3-10-16,-14-6-2 0,-4-1-1 0,-8-5-1 15,-8 1 0-15,-2-4-1 0,-3-1 2 16,1 2-19-16,-4-5-28 0,-8 0-48 0,0 0-51 16,0 0-51-16,11-6-76 0,-11 6-90 15,-4-11-126-15,4 11-208 0,-15-17 12 0,5 8 65 16,-3-6-332-16,-3 2-403 0</inkml:trace>
  <inkml:trace contextRef="#ctx0" brushRef="#br0" timeOffset="15097.15">21694 6366 2488 0,'4'-5'343'0,"-4"5"-160"0,-2-8-61 0,2 8-24 0,0 0-21 0,-5-15-5 0,0 11-8 15,5 4-16-15,-8-7-1 0,7 1-15 0,1 6-20 16,-6-4-29-16,6 4-33 0,-4-6-31 16,4 6-32-16,0 0-32 0,0 0-33 15,-12 0-33-15,12 0-23 0,0 0-16 16,0 0-22-16,0 0-5 0,0 0-321 0,0 0-98 15</inkml:trace>
  <inkml:trace contextRef="#ctx0" brushRef="#br0" timeOffset="15181.31">21642 6317 1528 0,'0'0'-48'0,"0"0"33"16,0 0 18-16,0 0 15 0,0 0 4 0,0 0 0 15,0 0-3-15,0 0-5 0,-1-13-18 16,1 13-19-16,0 0-37 0,0-7-35 0,0 7-32 16,0-6-59-16,0 6-178 0,0 0 124 15</inkml:trace>
  <inkml:trace contextRef="#ctx0" brushRef="#br0" timeOffset="15913.55">21766 6202 1027 0,'0'0'58'16,"6"-6"24"-16,-6 6 11 0,0 0 10 16,0 0 7-16,0 0 8 0,0 0 2 0,0 0 1 15,0 0-8-15,2-5-7 0,-2 5-5 16,0 0-5-16,0 0-5 0,0 0-2 16,0 0 0-16,0 0-2 0,0 0 0 15,0 0 1-15,0 0 7 0,0 0 9 0,3-8 12 16,-3 8 0-16,0 0 7 0,0 0 7 15,0 0 1-15,0 0 8 0,0 0 1 16,0 0 1-16,0 0 4 0,0 0-1 0,0 0-2 16,0 0-3-16,2-9-6 0,-2 9-6 15,0 0-11-15,0 0-5 0,0 0-11 0,0 0-8 16,0 0-10-16,0 0 36 0,0 0 16 16,-2 26 6-16,0-6 2 0,-1 3 0 0,-5 12 9 15,-1 6 5-15,-3 6-6 0,-1 5-2 16,-3-3-6-16,2-1 3 0,-2-2-10 0,5-9 0 15,0-3-5-15,1-1-8 16,-1-4-11-16,3-5-10 0,6-5-7 0,-2-6-7 16,0-1-5-16,2 0-4 0,0-3-3 15,2-2 1-15,0 2-24 0,4-3-52 0,3-1 0 16,-2 0 0-16,4 0 0 0,-9-5 0 16,25 2 0-16,-8-2 0 0,0 0 0 0,5-2 0 15,-4 2 0-15,2 0 0 0,-4-5 0 16,0 5 0-16,-5-1 0 0,-11 1 0 15,19 0 0-15,-19 0 0 0,22-2 0 0,-22 2 0 16,14-2 0-16,-6 0 0 0,-8 2-115 16,16-1-192-16,-11-1-85 0,-5 2-89 0,14-5-97 15,-9 2-141-15,-5 3-82 16,8-6 83-16,-8 6-670 0,5-5-840 0</inkml:trace>
  <inkml:trace contextRef="#ctx0" brushRef="#br0" timeOffset="16146.13">22153 6469 3787 0,'0'-10'160'0,"0"3"47"0,-1 2 17 0,1 5 7 0,0 0 10 0,-2-9 0 0,2 9 32 16,0 0 8-16,0 0-9 0,3 26-25 15,-1-11-26-15,2 8-21 0,-4 1-18 16,2-1-16-16,-4 3-23 0,2 0-11 15,-4-2-41-15,1 11-43 0,-1-10-64 0,-5-1-59 16,4-1-71-16,-1-3-74 0,-1-1-105 16,2 0-99-16,-4-4-104 0,4 0-109 15,1-7-94-15,0 0 68 0,2-3-555 0,2-5-682 16</inkml:trace>
  <inkml:trace contextRef="#ctx0" brushRef="#br0" timeOffset="16300.21">22202 6387 3240 0,'0'-24'-2'0,"-2"3"48"16,2 6 40-16,-1 3 35 0,-1 0 14 16,0 1-10-16,2 3-17 0,-2-1-33 15,0 4-62-15,2 5-62 0,-2-4-80 0,2 4-100 16,0 0-136-16,0 0-179 0,0 0 40 16,-3 22-220-16,3-9-215 0</inkml:trace>
  <inkml:trace contextRef="#ctx0" brushRef="#br0" timeOffset="16697.11">22367 6611 2457 0,'0'0'459'16,"2"-10"0"-16,-2 10 5 0,0-5-12 0,0 5-29 0,0 0-38 16,0 0-3-16,0 0-16 15,0 0-27-15,23 23-35 0,-18-13-30 0,4 1-27 16,-1 2-26-16,0-1-15 0,-2 5-25 15,-3-3-17-15,3 1-16 0,-4-3-11 0,-2 2-14 16,0-1-123-16,2-1 0 0,-4-2 0 16,2 1 0-16,-2-3 0 0,2 0 0 0,0-8 0 15,2 11 0-15,-2-11 0 0,0 0 0 16,0 0 0-16,0 0 0 0,0 0 0 16,19-24 0-16,-8 7 0 0,7-10 0 0,-3 1 0 15,2 2 0-15,-4 5 0 0,1 6 0 16,-5 1 0-16,0 0 0 0,3 8 0 15,-2-1 0-15,-1 5 0 0,-9 0 0 16,19 9 0-16,-9-1 0 0,0 4 0 0,-1-1 0 16,-2 4 0-16,-1-1 0 0,2 3 0 15,1 2 0-15,-5-4 0 0,0 0 0 0,0 1 0 16,-3-4-25-16,1 1-250 0,3-1-71 16,-5-3-89-16,0-1-97 0,0 3-118 0,-3-5-165 15,3-6 66-15,-2 10 82 0,2-10-590 16,0 0-719-16</inkml:trace>
  <inkml:trace contextRef="#ctx0" brushRef="#br0" timeOffset="17080.23">23136 6673 3926 0,'0'0'276'0,"0"0"15"0,0 0 38 0,0 0 28 0,0 0 10 0,0 0-19 0,0 0-25 0,0 0-26 0,0 0-28 16,0 0-25-16,-3-11-26 0,3 11-23 0,14-8-17 16,-7 7-17-16,-7 1-18 15,15-11-14-15,-10 5-18 0,4 1-82 0,-6-5-29 0,3 2 0 16,-4-1 0-16,-1 3 0 16,-1-2 0-16,0 8 0 0,-1-12 0 0,1 12 0 15,-13-6 0-15,13 6 0 0,-22 3 0 16,7 4 0-16,-4 3 0 0,2 2 0 0,-4 5 0 15,4-2 0-15,6-1 0 0,-1 1 0 16,2 4 0-16,1-3 0 0,5 0 0 16,0 0 0-16,2-3 0 0,2-1 0 0,2 0 0 15,2-2 0-15,0-1 0 0,5 2 0 16,4-5 0-16,-1-3 0 0,3-1-40 16,6-4-285-16,4-1-94 0,8-5-93 0,-1-1-94 15,2-2-122-15,-1-4-62 0,-5 0 75 16,1 0-665-16,-4-1-832 0</inkml:trace>
  <inkml:trace contextRef="#ctx0" brushRef="#br0" timeOffset="17379.52">23474 6541 3734 0,'-6'-9'17'0,"2"6"68"0,4 3 45 16,-7-3 54-16,7 3 42 0,0 0 33 0,0 0 18 16,-25 11-1-16,18-2-5 0,-2 4-18 15,2 0-23-15,3 3-11 0,0-1-15 0,3 2-14 16,-1-1-17-16,2 2-17 0,0-1-17 15,3-1-5-15,1-1-7 0,2-1-4 16,4 0-13-16,-3-4-11 0,6-1-9 16,1-2-8-16,3-2-4 0,-2-2-19 0,2-3-19 15,-1-2-7-15,-2 1-3 0,0-1-1 16,-3-3-6-16,0 0-5 0,0-4-7 16,-6 1-8-16,3-3-1 0,-7-1-17 0,3-3-14 15,-2-4-20-15,-2-2-24 0,0-2-27 16,-4-1-32-16,2 3-29 0,-1 3-36 0,-3 3-46 15,1 1-72-15,-6 3-84 16,2 3-76-16,2 0-117 0,-2 3-133 0,0 1 25 0,2 3 72 16,7 1-488-16,0 0-585 15</inkml:trace>
  <inkml:trace contextRef="#ctx0" brushRef="#br0" timeOffset="17847.49">23645 6570 3159 0,'0'5'127'0,"0"-5"62"15,2 7 53-15,-2-7 36 0,9 6 26 16,-9-6 9-16,12 4-10 0,-4 0-6 0,-1-1-11 16,2 2-24-16,3-2-25 0,0 1-11 15,0 0-16-15,-1 1-19 0,-2-4-17 16,3 3-16-16,-3-2-10 0,-9-2-3 0,18 4-4 16,-18-4 5-16,13-2 3 0,-13 2-9 15,13-8-10-15,-7 2-9 0,0-2-10 0,-1-7-107 16,-1 1-4-16,1-7 0 15,-3-2 0-15,3-1 0 0,-1 0 0 0,-4 4 0 16,1 3 0-16,-1 1 0 0,0 3 0 16,0-1 0-16,-1 3 0 0,-1 0 0 0,0 4 0 15,-1-3 0-15,3 10 0 0,-4-11 0 16,4 11 0-16,0-8 0 0,0 8 0 0,0 0 0 16,11-4 0-16,-11 4 0 0,0 0 0 15,24 2 0-15,-11-2 0 0,-13 0 0 0,25 8 0 16,-12-1 0-16,5 3 0 0,-3 1 0 15,-3 1 0-15,1 3 0 0,-6 3 0 16,1-2 0-16,2 5 0 0,-3 1 0 16,-3-1 0-16,-1 1 0 0,4 2 0 0,-4-3 0 15,1 0 0-15,-2-3 0 0,5 3 0 16,-3-2 0-16,2-5 0 0,-2 1 0 0,0-3 0 16,0-2 0-16,-3 0 0 0,3-1 0 15,0-2 0-15,-2-2-543 0,1-2-180 0,-3-3-186 16,0 0 71-16,9 5 88 0,-9-5-756 15,0 0-952-15</inkml:trace>
  <inkml:trace contextRef="#ctx0" brushRef="#br0" timeOffset="18081.28">24650 6636 4778 0,'-20'0'360'0,"5"0"16"0,6 2 24 0,9-2 2 0,0 0-5 0,-14 2-30 0,14-2-9 0,0 0-15 15,33 13-27-15,4-4-222 0,8-4-94 16,16 7 0-16,4-7 0 0,3 0 0 0,-3-2 0 16,-14-3 0-16,5 0 0 15,-8-1-256-15,-1-3-334 0,-7 1-150 0,0-4-156 16,-6 0 91-16,1-1-863 0,-9 0-1104 15</inkml:trace>
  <inkml:trace contextRef="#ctx0" brushRef="#br0" timeOffset="18346.45">25148 6395 4417 0,'-5'-3'92'15,"5"3"61"-15,0 0 28 0,0 0 60 16,0 0 67-16,-4 16 35 0,12-4 17 15,4 5 6-15,4 7-18 0,6 3-10 16,-3 5-23-16,-1-3-15 0,4 10-28 0,-5-8-115 16,-4 0-157-16,-4 1 0 0,0-1 0 15,-6-4 0-15,-4-3 0 0,-4-2 0 0,-6 7 0 16,-4 1 0-16,-3-5 0 0,7-5 0 16,-8 3 0-16,1-5 0 0,2-5 0 0,-9 1 0 15,4-4 0-15,2-3 0 0,3-3-237 16,0 1-483-16,-2-4-225 0,5-1 84 0,-1 0 84 15,3-3-805-15,0-1-1023 0</inkml:trace>
  <inkml:trace contextRef="#ctx0" brushRef="#br0" timeOffset="24977.73">26479 6185 4224 0,'2'-6'-40'0,"-1"1"56"0,-1 5 39 0,2-8 36 0,-2 8 24 0,3-7 10 0,-3 7-6 16,0 0 25-16,0 0 7 0,0 0-7 15,-16 34-6-15,5-5 11 0,-3 4 3 0,2 3-7 16,-2 0-6-16,-1 8-16 16,-3 3-5-16,2-1-11 0,2-10-9 0,-1-2-11 15,-1-2-9-15,3 0-7 0,-2-3-5 16,2-2 0-16,2-6-14 0,-1-4-2 0,2 0-14 15,3-5-26-15,1-1-19 0,2-3-30 16,-2-3-31-16,5 0-48 0,1-5-38 0,0 0-42 16,0 0-40-16,-6-17-31 0,12-3-17 15,3-14-5-15,6-13-9 0,7-7 13 0,0-2 16 16,5-5 25-16,7-11 47 0,-6 17 52 16,-3 1 47-16,0 8 40 0,-3 5 50 0,-8 10 62 15,-1 6 58-15,-1 6 40 0,-4 3 25 16,-5 5 14-16,3-1-5 0,0 4-14 0,-2 2-8 15,2 4 8-15,-6 2 14 0,0 0-6 16,23 19-11-16,-14-2-13 0,4 12-3 16,-1 3-12-16,1 4-12 0,4 9-10 0,0 0-7 15,-1 3-16-15,0-3-6 0,2 1-11 16,0-4-12-16,-6-6-13 0,4-3-27 16,-3-3-39-16,0-1-35 0,1 0-52 15,-7-9-57-15,2-2-79 0,-4-3-81 0,-1-5-78 16,1 2-95-16,-3-3-131 0,0-1-38 15,0-1 69-15,-2-7-425 0,0 7-492 0</inkml:trace>
  <inkml:trace contextRef="#ctx0" brushRef="#br0" timeOffset="25161.85">26582 6526 3207 0,'-17'-11'246'0,"0"3"30"0,3-1 36 0,1 4 57 0,1-2 36 0,7 2 4 16,-3 0-28-16,3 0-35 0,5 5-35 15,-9-7-41-15,9 7-28 0,-1-7-28 0,1 7-46 16,0 0-69-16,15-8-98 0,-2 6-113 16,1 0-113-16,3 2-138 0,0 0-129 15,6 0-139-15,0 2-152 0,2 0 76 0,1 1-634 16,3 1-797-16</inkml:trace>
  <inkml:trace contextRef="#ctx0" brushRef="#br0" timeOffset="25680.16">27054 6687 3895 0,'-5'4'122'0,"5"-4"12"16,0 0 7-16,0 0 14 0,-8 3 15 0,8-3 7 15,0 0-11-15,0 0-19 0,0 0-14 16,0 0-17-16,19 6-9 0,-19-6-15 16,17 2-21-16,-17-2-12 0,20-3-16 15,-11 0-3-15,0-1-5 0,2-1-2 0,-2-3-2 0,-4 0 0 16,3-3 4-16,0-5 5 16,-4-1 16-16,-1-3-5 0,-3-1 8 0,2 1-3 0,-4 0-2 15,2 2 4-15,-3 0-3 16,-3-2 8-16,1 2-7 0,-2 5-1 0,0-1-3 15,-1 2-10-15,0 4-10 0,-3-3 2 16,2 6-2-16,-1 0-5 0,-2 0-7 16,5 0-5-16,7 5 0 0,-12-7 0 0,6 2-9 15,6 5 9-15,-5-5-8 0,5 5 5 16,0 0-1-16,0 0 10 0,0 0-9 0,0 0 1 16,34-4-4-16,-18 4 2 15,0 2-5-15,6 0-2 0,-6 0 3 0,7 6 1 0,-1-1-7 16,-3 1-5-16,-2 3 3 15,-2 1 1-15,2 0 4 0,-3 1-1 0,1 3-3 16,-4-1-1-16,6 7-2 0,-7-1 1 16,0-4 15-16,-3-1-16 0,2 1-20 0,-3-1-27 15,0-2-32-15,2 1-42 0,-3 0-62 16,1-1-87-16,-1-2-99 0,0-2-118 0,1-1-156 16,-3 1-64-16,3-2 76 0,-4-1-515 15,1 0-617-15</inkml:trace>
  <inkml:trace contextRef="#ctx0" brushRef="#br0" timeOffset="26145.03">27506 6778 3202 0,'0'0'83'0,"0"8"46"0,0-8 32 0,0 0 40 0,4 7 30 0,-4-7 14 0,5 6 1 0,-5-6-10 16,12 1-28-16,-12-1-17 0,11 0-17 0,-11 0-18 15,20-1-14-15,-11-1-18 0,0-2-9 16,2-1-5-16,-2 0-13 0,0-1-7 0,-1-5-6 16,0-1 1-16,1-5-2 15,-4-4-16-15,6-10-5 0,-4-1-1 0,-1-4-8 0,-5 1-4 16,-1-2-7-16,0 7-7 16,-3-4 0-16,-1 9 0 0,-2 0-5 0,1 3-1 15,-2 4-4-15,0 2 6 0,2 1-9 16,-1 1 0-16,0 4-4 0,2-1 4 0,0 5-3 15,0-2-4-15,3 0-6 0,-3 2-3 16,4 6-1-16,-4-7-3 0,4 7 1 16,0 0 9-16,0 0-8 0,0 0 4 0,21 13-1 15,-9-9-2-15,-1 6-2 0,1-2-2 16,2 1 0-16,-2-1 2 0,5 3-4 0,1-1 7 16,-4 0-8-16,2 2 3 15,-3 2 1-15,3-2 1 0,-5 2-5 0,0 1 6 0,1 2-7 16,-5 2 3-16,3 0 8 15,-2 1-4-15,-3 1-14 0,3 0-32 0,-5 0-41 16,5-1-52-16,-3 1-62 0,0-4-75 16,-1-3-90-16,-1 3-102 0,3-2-125 0,-1-1-140 15,2-4 60-15,-1-2-556 0,-1 1-688 16</inkml:trace>
  <inkml:trace contextRef="#ctx0" brushRef="#br0" timeOffset="26560.33">28121 6433 3280 0,'0'-12'162'0,"-3"4"69"0,3-1 43 0,-2 1 24 0,2 8 41 0,-2-9 11 0,2 9-11 0,0 0-24 16,0 0-10-16,0 0-18 0,0 0-20 16,0 0-27-16,0 0-21 0,30 21-19 0,-20-9-19 15,0 3-18-15,-3 2-14 0,3 2-4 16,-4 1 1-16,-4-3-2 0,0 4-2 0,-4-1-127 15,-5 1-15-15,-2 7 0 16,-2-1 0-16,-7-2 0 0,-3 0 0 0,-1-1 0 0,-3-5 0 16,2 0 0-16,6-9 0 0,2-1 0 15,4-4 0-15,-1-5 0 0,12 0 0 16,-10-16 0-16,10-1 0 0,6-17 0 16,8 0 0-16,-3-2 0 0,5 2 0 0,-2 5 0 15,4 2 0-15,-7 8 0 0,-4 6 0 16,4 1 0-16,-2 5 0 0,2 2 0 15,3 3 0-15,-1 0 0 0,1 4 0 0,0 1 0 16,6 1 0-16,0 4 0 0,-1 3 0 16,6 2 0-16,4 3 0 0,-4-1 0 0,-1 0 0 15,1 2 0-15,-6-5-314 0,4 5-103 16,0 1-60-16,2-1-69 0,-2 1-144 0,-4-5-117 16,-6-2 76-16,-2-1-701 0,1-4-881 15</inkml:trace>
  <inkml:trace contextRef="#ctx0" brushRef="#br0" timeOffset="26811.17">28932 6297 4268 0,'-10'-9'107'0,"3"1"36"16,-3 3 30-16,10 5 31 0,-15 3 30 16,3 5 36-16,-1 5 15 0,-6 13 5 0,-3 15 3 15,-2 11 0-15,1 4-6 0,-5 21-12 16,-5 3-17-16,5 2-21 0,-1 5-20 0,0 3-43 15,-1-7-15-15,9-18-135 16,0 0-24-16,0-5 0 0,0-3 0 0,1-2 0 16,0-5 0-16,4-4 0 0,2-11 0 15,1-6 0-15,-1-3-95 0,5-9-240 0,1-5-98 16,2-7-76-16,2-5-72 0,4 0-82 16,0 0-125-16,-7-26 73 0,9 2-670 0,3-18-838 15</inkml:trace>
  <inkml:trace contextRef="#ctx0" brushRef="#br0" timeOffset="26980.05">28600 6433 3620 0,'-6'-20'97'0,"6"6"82"16,-3 0 49-16,-1 6 26 0,0-2 22 15,4 6 10-15,0 4-5 0,-4-9-2 16,4 9-4-16,0 0-5 0,0 0-37 16,0 0-23-16,0 0-20 0,4 35-24 15,0-20-41-15,0 2-74 0,3 2-89 0,0 3-95 16,4 7-100-16,-2 0-131 0,2 0-140 15,1-3-163-15,1 2-79 0,-4-4 82 0,1 2-585 16,0-2-709-16</inkml:trace>
  <inkml:trace contextRef="#ctx0" brushRef="#br0" timeOffset="27531.2">29584 6979 3428 0,'-8'3'222'15,"4"2"37"-15,4-5 14 0,0 0 14 16,0 0 24-16,0 0 12 0,0 0-15 0,0 0-33 16,0 0-31-16,0 0-26 0,0 0-26 15,17-34-34-15,-4 17-33 0,10-4-35 16,1-8-26-16,2-11-30 0,5-4-19 0,-1-6-12 15,10-18-13-15,0-3-7 0,0 1-8 0,-2-1 0 16,-7 24 3-16,-3 1 1 16,-3 9 2-16,-8 12 4 0,-3 3-1 0,-5 5 0 15,-2 7-4-15,-1 1 5 0,-2 1-4 16,0 2 1-16,-4 6-1 0,0 0 6 0,0 0-1 16,0 0 2-16,0 0 3 0,-8 27 0 15,6-13-2-15,2 4 3 0,0 3 1 0,2 14 2 16,6 0-1-16,2 1 1 0,2 2 8 15,6 7 14-15,0-4 7 0,-4-8 11 0,4-1 12 16,-7-3 23-16,-4-5 27 16,-1-5 26-16,-2-2 31 0,-3-1 22 0,-1-3 20 0,-1 1 15 15,-1-2 10-15,-6 1-4 16,3-2-70-16,-4 0-147 0,-3-2 0 0,-1-3 0 16,-5 0 0-16,2-4 0 0,-4-2 0 15,-3-2 0-15,-2-6 0 0,-9-4 0 0,2-3 0 16,-6-9 0-16,3-4 0 0,-1-6 0 15,6-2 0-15,1-2 0 0,4 3 0 16,6 6 0-16,2 4 0 0,2 9 0 0,5 1 0 16,3 6-119-16,-1 1-395 0,0 3-120 15,3 3-151-15,5 2-67 0,-11 0 92 0,11 0-780 16,-11 7-983-16</inkml:trace>
  <inkml:trace contextRef="#ctx0" brushRef="#br0" timeOffset="27896.27">30681 6217 4701 0,'-1'-10'207'0,"-3"1"5"0,1 6 2 0,3 3 53 0,0 0 38 0,-13 15 8 0,6 4-17 0,-5 11-22 0,1 3-22 15,-4 17-24-15,-1 2-16 0,-3 1-19 16,0 2-16-16,0-4-3 0,-2 0-8 16,0-2-166-16,2-5 0 0,-1-1 0 15,8-11 0-15,-1-2 0 0,2-8 0 0,6-3 0 16,1-3 0-16,2-1 0 0,1-3 0 16,1-3 0-16,1-1 0 0,5-2 0 0,3 0 0 15,3-2 0-15,1-4 0 0,3 0 0 16,-1-2 0-16,2 0 0 0,0-2 0 0,0 0 0 15,1 1 0-15,-3 1 0 0,0-2 0 16,-4-2 0-16,1 4 0 0,0-4 0 0,-1 2-7 16,-2-2-719-16,3 0-166 0,-3-1-11 15,2 1 94-15,3 0-842 0,-3-2-1088 16</inkml:trace>
  <inkml:trace contextRef="#ctx0" brushRef="#br0" timeOffset="28111.16">30763 6638 4920 0,'0'-11'132'0,"-2"4"40"0,2 0 27 0,0 7 19 15,-2-9-6-15,2 9-12 0,0 0 7 16,0 0-10-16,0 0-13 0,5 36-21 0,0-18-15 16,-3 1-19-16,-2 3-48 15,-2-3-69-15,2 6-64 0,-6-1-59 0,4-1-63 0,-4-1-74 16,1-2-72-16,-1 1-75 0,1-2-79 15,0-3-85-15,-2-2-117 0,3-3 23 16,-2-3-542-16,5 0-658 0</inkml:trace>
  <inkml:trace contextRef="#ctx0" brushRef="#br0" timeOffset="28260.77">31024 6270 3264 0,'0'-17'-12'0,"2"3"14"15,-2 4 3-15,0 1-15 16,0 1-35-16,0 3-56 0,0 5-84 0,0 0-112 16,2-7-147-16,-2 7-23 0,0 0-115 15,0 0-82-15</inkml:trace>
  <inkml:trace contextRef="#ctx0" brushRef="#br0" timeOffset="28644.21">31083 6435 1848 0,'6'5'144'0,"-6"-5"13"0,0 0 19 0,3 10 37 16,-3-3 22-16,2 0 6 0,0 3-1 16,0 2-5-16,-2 2-1 0,0 0-10 15,0 3-7-15,0 1 4 0,-2-1-8 0,-2 1-5 16,3-1-9-16,-3-1-12 16,-2-1-14-16,3-3-16 0,-1 0-11 0,0-3-5 15,2 3-16-15,-2-5-10 0,2-2-1 16,2-5-11-16,-4 8-10 0,4-8-12 0,0 0-10 15,0 0-14-15,0 0-7 0,0 0-14 16,10-30-16-16,-2 19-4 0,-1-3-3 0,2 3-3 16,2 0-1-16,-4 2-7 0,-1 2 10 15,-1 1-11-15,1 3 4 0,-6 3-1 16,0 0 4-16,0 0 4 0,0 0-3 0,26 12 1 16,-22-6 1-16,3 2-3 0,-5 5-5 15,1-3 0-15,1 2-4 0,-2-1-3 16,0 1-12-16,-1 1-24 0,-1-1-28 15,2 0-41-15,-2 2-49 0,2-2-61 0,-2-4-61 16,0 3-85-16,0-3-109 0,0 0-165 16,0 0-46-16,-2-3 73 0,2-5-456 0,4 9-540 15</inkml:trace>
  <inkml:trace contextRef="#ctx0" brushRef="#br0" timeOffset="28862.36">31432 6278 2973 0,'2'-29'79'15,"-2"9"36"-15,0 3 54 0,2 1 32 16,-2 5 26-16,2-2 7 0,-2 5-14 16,2 1-20-16,0 0-22 0,-2 7-12 15,0 0-7-15,0 0 0 0,0 0-9 0,3 22-13 16,-3-3-10-16,-3 4-19 0,-3 12-7 16,0 6-13-16,-2-3-21 0,-3 13-35 15,4-10-39-15,-3 6-46 0,0-6-60 0,3-3-63 16,-1 2-69-16,-2-2-63 0,5-4-68 15,-2-1-83-15,0-8-100 0,3-4-39 0,1-4 56 16,-1 0-293-16,0-5-320 0</inkml:trace>
  <inkml:trace contextRef="#ctx0" brushRef="#br0" timeOffset="29028.31">31372 6752 2170 0,'18'-24'45'0,"-2"-5"69"0,2-10 51 0,7-2 26 15,-4 0 29-15,0-1 6 0,-2 9-4 16,6-1-12-16,-8 5-20 0,-2 5-15 0,-4 2-22 15,0 5-17-15,-2 0-47 0,-4 7-48 16,1 1-58-16,-2 0-50 0,-3 2-61 0,-1 7-61 16,0-6-71-16,0 6-93 0,-5-6-121 15,5 6-54-15,0 0 47 0,0 0-148 16,0 0-128-16</inkml:trace>
  <inkml:trace contextRef="#ctx0" brushRef="#br0" timeOffset="29198.63">31453 6469 1783 0,'-6'16'113'0,"3"-3"50"15,-1 1 42-15,2 0 36 0,0-1 24 16,2 3 12-16,-2-1-1 0,2 3-13 16,2-2-13-16,0 1-34 0,2 0-21 15,-2 1-20-15,-1-1-18 0,1-1-28 0,2 1-43 16,0-2-50-16,-1-3-56 0,1 0-63 16,-1-1-63-16,2-3-73 0,-3 0-105 0,2-2-143 15,1-3-127-15,-5-3 55 0,10 5-290 16,-10-5-316-16</inkml:trace>
  <inkml:trace contextRef="#ctx0" brushRef="#br0" timeOffset="29593.89">31758 6733 2554 0,'-22'-1'209'0,"22"1"28"0,-13-2 12 15,13 2 7-15,0 0 1 0,0 0-17 0,-12 3-10 16,12-3-17-16,0 0-20 0,0 0-22 16,0 0-23-16,0 0-26 0,0 0-27 15,0 0-24-15,47-3-19 0,-37-2-5 0,1 1-7 16,2-3-1-16,-1 1-1 0,-3-3 5 16,-2 1 9-16,2-4 1 0,-4 4 5 15,-1 0-1-15,0-1-9 0,-4 9-3 16,-2-14-8-16,2 14 0 0,-9-8-5 0,9 8-1 15,-20 0-8-15,20 0 4 0,-27 4-1 16,15 4 7-16,-6-2-1 0,0 6-1 0,5 1 3 16,-1-1-4-16,-2 1-2 0,3 3-4 15,3-2 4-15,3 1-3 0,1-1-5 0,2-1 0 16,2 1-3-16,1-1-7 0,2-2-14 16,3-1-39-16,2 2-47 0,3-1-62 15,5-5-91-15,1 2-101 0,2-4-123 16,2-4-128-16,0 0-92 0,6-2 68 15,9-5-442-15,-3-9-532 0</inkml:trace>
  <inkml:trace contextRef="#ctx0" brushRef="#br0" timeOffset="30028.06">32503 5975 2932 0,'2'-14'59'0,"0"4"45"15,-2 4 27-15,0 6 19 0,-6-6 27 16,6 6 29-16,0 0 23 0,-26 27 6 0,4 2-1 15,-1 14 0-15,-4 6-7 16,2 6-6-16,-2 3 5 0,2 5-21 0,-7 12-6 16,7-13-8-16,1-1-7 0,1-2-8 15,3-4-7-15,1-1-8 0,0-4-13 0,0-6-14 16,5-10-10-16,3-3-15 0,2-7-4 16,3-4-15-16,0-7-8 0,2-3-5 15,0 2-3-15,0-4-8 0,3-3-21 0,1-5-12 16,0 0-16-16,0 0-10 0,0 0-21 15,0 0 2-15,0 0-4 0,0-34 2 0,0 17-1 16,-2-2 6-16,-4 0-11 0,1 0-5 16,-4 3 5-16,2 3-3 0,-4 5 1 0,-5 1 2 15,3 4 5-15,-2 5 0 16,-2 3-2-16,-4 3 5 0,-6 6 14 0,0 4 3 16,4 5-2-16,1-1 5 0,1 2 1 15,6 0 1-15,-1 1 1 0,7-4 2 16,1-1-3-16,2-2 4 0,4-2-3 0,-2-2-5 15,8 4 1-15,0-6-16 0,1-1-28 16,6 0-42-16,-2 0-41 0,5-4-66 0,-1-2-73 16,2 0-85-16,2-3-99 0,-3-1-109 15,1-2-156-15,2-3-33 0,-2-1 83 0,-4 2-521 16,-1-4-643-16</inkml:trace>
  <inkml:trace contextRef="#ctx0" brushRef="#br0" timeOffset="33644.19">21314 8020 3210 0,'2'-13'107'0,"0"3"56"0,0 3 23 0,-2 3 8 0,0 4-1 15,-2-8-5-15,2 8-17 0,0 0 13 16,0 0 23-16,-13 33 10 0,-1 0-12 16,0 1-12-16,-4 9-10 0,1 3 12 0,0-2 4 15,2-8-14-15,1-3-20 0,3-2-7 16,4-7-22-16,-2-3-11 0,6-6-7 0,-3-1-12 16,3-4 1-16,-1 0 3 0,0 0 8 15,2-3 4-15,0-2 9 0,2-5 10 0,0 9 0 16,0-9-9-16,0 0-15 0,0 0-33 15,0 0-84-15,8-29 0 0,-1 7 0 0,4-11 0 16,9-12 0-16,-1-1 0 0,1 1 0 16,-4 14 0-16,1-1 0 0,-3 6 0 15,-5 7 0-15,-2 4 0 0,3 5 0 0,-2 6 0 16,-1 3 0-16,-7 1 0 0,23 12 0 16,0 8 0-16,-2 3 0 0,-4 2 0 15,5 4 0-15,-2 2 0 0,-3 0 0 16,1 0 0-16,0-2 0 0,-2-3 0 0,-1-3 0 15,-3-3 0-15,-5-5 0 0,1-3 0 16,-3-2 0-16,1-1 0 0,-2-2 0 0,0 0 0 16,-4-7 0-16,9 3 0 0,-9-3 0 15,0 0 0-15,25-20 0 0,-14 2 0 16,7-12 0-16,0-11 0 0,0-8 0 16,1-1 0-16,0-2 0 0,-2-5 0 0,2 2 0 0,-3 1 0 15,-2 3 0-15,-2 14 0 16,-4 4 0-16,1 9 0 0,-5 7 0 0,-2 3 0 15,0 4 0-15,0 2 0 0,-2 4 0 16,0 4 0-16,0 0-456 0,0 0-98 0,0 0-109 16,0 0-192-16,0 0 53 0,-4 29 80 15,4-14-686-15,4 6-859 0</inkml:trace>
  <inkml:trace contextRef="#ctx0" brushRef="#br0" timeOffset="33995.36">22006 8303 4084 0,'-7'-12'136'0,"5"10"27"0,2 2 26 0,-10-6 23 0,10 6 15 0,0 0-2 16,0 0-22-16,-27 12-13 0,22-4-14 16,-1 4-17-16,2 3-15 0,3-3-13 0,-1 4-15 15,2 0-8-15,3 0-13 0,-1 1-13 16,8 1-7-16,0 0-6 0,-5-4-9 0,5-3-5 15,-1 0-12-15,3-3-16 0,1-1-15 16,-1-4-14-16,1-1-6 0,1-2 0 16,-3-2 4-16,0-2 2 0,-1-2-1 15,-5 0 2-15,5-7 6 0,-7 1 3 0,1-6 5 16,-4-1 6-16,0-7 2 0,-2 0-3 16,-3-9 1-16,-1 2-9 0,1 8-9 0,-6-4 10 15,6 6-9-15,-3 5-12 0,-1 6-32 16,1 5-43-16,-1 3-62 0,-6 5-74 0,-3 3-99 15,-3 4-113-15,-6 6-130 0,5-2-185 16,5 0 61-16,2-1 73 0,3-1-478 0,3-1-562 16</inkml:trace>
  <inkml:trace contextRef="#ctx0" brushRef="#br0" timeOffset="34376.62">22243 8201 3028 0,'0'0'212'0,"6"-4"48"0,-6 4 16 15,0 0 4-15,0 0-7 0,0 0-28 0,0 0-22 16,0 0-9-16,0 0-7 0,12 13-18 16,-10-3-21-16,5 3-15 0,-4 1-14 0,-1 1-18 15,0 3-5-15,2-1-14 0,-2 1-13 16,0-1-3-16,-2 1-10 0,1-4-7 0,-1 0-5 16,0-2-8-16,0-2-8 0,0-2 2 15,0 1-1-15,2-2-2 0,-2-7-3 0,0 0-2 16,6 5-8-16,-6-5 4 15,0 0-15-15,15-21 2 0,-5 6-2 0,5-7 2 16,4-4-10-16,-2 2-2 0,3 0 4 16,-4 1 12-16,-2 9 0 0,-3-1-11 0,0 7 5 15,-2-1-21-15,-4 4 1 0,3 4 2 16,-8 1 3-16,0 0 2 0,25 9-4 0,-20-1-4 16,4 2-5-16,2 2-15 0,-6 1-18 15,4 3-22-15,-1 1-18 0,0 0-32 0,1 1-33 16,-1-2-31-16,2 2-40 0,-5-4-68 15,3-2-63-15,-3-2-74 0,1-1-97 16,0-3-142-16,2-1-12 0,-3 1 84 16,5-5-432-16,0-1-492 0</inkml:trace>
  <inkml:trace contextRef="#ctx0" brushRef="#br0" timeOffset="34576.48">22862 8345 2784 0,'0'0'228'0,"-7"-3"50"15,7 3 18-15,0 0 8 0,0 0 3 16,-10-6-7-16,10 6-23 0,0 0-24 0,0 0-23 16,0 0-36-16,21-6-23 0,-21 6-44 15,19-4-50-15,-8 1-59 0,1 1-64 0,-1 1-71 16,5-1-89-16,-5-1-89 0,2 3-82 16,1-2-109-16,-1 0-121 0,-1 0 0 15,-12 2-449-15,22 2-527 0</inkml:trace>
  <inkml:trace contextRef="#ctx0" brushRef="#br0" timeOffset="35228.73">23392 7820 3127 0,'4'-25'110'0,"-2"5"30"0,0 6 26 0,-2 2 29 0,1 1 14 0,-1 5-3 0,2-2 17 0,0 2-15 0,4 3-14 15,-6 3-12-15,0 0-13 0,0 0 1 16,21 17 6-16,-17-3 13 0,-3 11 28 0,1 12 16 16,-4 5 14-16,-3 16 4 0,-4 4 37 15,-3 0 25-15,-3 2 27 0,-3 0 5 16,4-1-52-16,-6 3-293 0,5-5 0 0,-2-3 0 16,-1-3 0-16,7-4 0 0,-5-4 0 0,9-11 0 15,0-3 0-15,1-7 0 16,4-6 0-16,-1-3 0 0,3-3 0 0,-2 0 0 0,2-3 0 15,2 0 0-15,1-1 0 16,3-1 0-16,1-1 0 0,2-1 0 0,4-2 0 16,-1-2 0-16,4 1 0 0,1-2 0 15,-1 0 0-15,-4-1 0 0,6-1 0 0,-1 0 0 16,-4-1 0-16,2 1 0 0,1-2 0 16,-3 0 0-16,1 0 0 0,-14 2 0 0,20-2 0 15,-8-2 0-15,-3 2 0 0,1-2 0 16,2 1 0-16,-5-2 0 0,0 0 0 0,5-4-118 15,-1-1-918-15,-1-1 96 16,4-2-1133-16,-2-1-1487 0</inkml:trace>
  <inkml:trace contextRef="#ctx0" brushRef="#br0" timeOffset="35477.49">23756 8414 5753 0,'-2'-7'65'0,"2"7"79"15,-2-11 66-15,2 11 36 0,0 0 20 16,-4-6 5-16,4 6-1 0,0 0 10 16,0 0-9-16,4 24-18 0,-4-11-91 0,0 4-162 15,0 4 0-15,-2 3 0 0,0 1 0 16,-2-2 0-16,2 2 0 0,-1-1 0 16,-5 5 0-16,5-2 0 0,-6-8 0 0,6-4 0 15,-1 1-302-15,-2-3-219 0,3-1-109 16,-1-3-158-16,0-4-36 0,1 0 80 0,3-5-746 15,0 0-938-15</inkml:trace>
  <inkml:trace contextRef="#ctx0" brushRef="#br0" timeOffset="35627.83">23876 8160 4080 0,'-4'-17'92'15,"2"1"49"-15,0 3 26 0,-2 2 12 0,4 4-14 16,-2 1-21-16,2 6-30 0,0-11-67 15,0 11-94-15,0-8-113 0,0 8-122 0,0 0-115 16,0 0-179-16,0 0-27 0,0 0 73 16,0 0-332-16,2 24-346 0</inkml:trace>
  <inkml:trace contextRef="#ctx0" brushRef="#br0" timeOffset="36009.22">23934 8321 2652 0,'0'0'252'0,"0"0"28"0,0 0 11 15,3 9 21-15,-3-9 27 0,2 8 15 16,0 1-40-16,0 1-16 0,2 0-29 16,-4 2-14-16,1 2-32 0,1 0-24 0,-2 0-20 15,0-2-13-15,0 3-14 0,-2-2-19 16,2 1-9-16,-1 0-12 0,-1-2-10 16,2-2-11-16,-4 1-8 0,0-2-7 0,4-1-2 15,0-2-5-15,0-6-7 0,-3 6-12 16,3-6 4-16,0 0-6 0,0 0-5 0,0 0-3 15,16-27-6-15,-5 9-7 0,9-3-5 16,-7 1 6-16,4-2-10 0,-4 6 6 0,3 3 5 16,-5 2-6-16,-1 3-5 0,-3 3-3 15,1 0-1-15,-8 5-5 0,17 0 3 16,-17 0 1-16,19 11-4 0,-14-2 2 16,-2 1 4-16,3 6-4 0,-3 1-4 0,-3 0-4 15,4 3-13-15,-2-3-8 0,0 1-15 16,0 1-15-16,-4-1-26 0,2-1-24 0,0-2-39 15,0-1-46-15,0-2-60 0,0 1-66 16,-2-1-95-16,2-3-78 0,0-1-121 0,-2-4-152 16,2-4 70-16,-2 8-661 0,2-8-800 15</inkml:trace>
  <inkml:trace contextRef="#ctx0" brushRef="#br0" timeOffset="36510.21">24409 8516 3530 0,'0'0'33'0,"-14"-1"69"0,14 1 38 0,0 0 32 0,-11-1 23 0,11 1 13 16,0 0-4-16,0 0-8 0,0 0-8 0,0 0-16 15,0 0-16-15,0 0-13 0,0 0-16 16,0 0-13-16,20-12-12 0,-13 9-9 15,2-2-6-15,0-2-10 0,0 1-11 16,-2-2 1-16,2 2-5 0,-4-1 6 0,3-2 19 16,-5 4 11-16,1 0 5 0,0 0 1 15,-4 5-10-15,0-7-12 0,0 7-13 0,0 0-3 16,0 0-9-16,-24 3-3 0,10 6-11 16,-1 1-4-16,-1 4-3 0,-7 7-5 0,5 1-5 15,-2 1-13-15,6 3-2 0,3-5 8 16,0-2-14-16,10-1 0 0,-5-3-6 0,2 2 1 15,4-3 10-15,0-1-7 0,4 3 0 16,0-6-7-16,1 2 5 0,4-2-5 0,5 0 7 16,-3-3 3-16,5-2-9 0,1-1-4 15,-3-2 8-15,0-1 3 0,0-1 2 16,1-1 14-16,-2-1 2 0,3-3 9 16,-5-4 2-16,-3 2-3 0,5-3 0 0,-4-5 1 15,1-4-8-15,-2 1-13 0,-1 0-26 16,-3 1-26-16,0 2-42 0,-3 3-23 0,-1 1-38 15,0 3-44-15,-3 0-53 0,-3 2-53 16,1 0-63-16,-5 4-67 0,-2 1-108 0,3 0-167 16,9 1 20-16,-21 0 81 0,21 0-482 15,-17 0-551-15</inkml:trace>
  <inkml:trace contextRef="#ctx0" brushRef="#br0" timeOffset="37142.26">24493 8482 2929 0,'0'0'56'0,"-3"-5"55"0,3 5 36 0,0 0 38 0,0 0 37 0,-29 17 27 16,15 0 16-16,-1 12 1 0,-2 3-9 0,0 2-16 16,3 2-19-16,2 0-20 15,2 0-17-15,4 1-27 0,2-3-16 0,2-3-12 16,6-4-6-16,1 4-16 0,4-4-25 15,0 0-22-15,4-6-40 0,-1-6-44 0,6 6-59 16,2-11-69-16,-1-7-98 0,0-1-97 16,2-4-104-16,6 1-101 0,-2-4-125 0,13-4 60 15,-4 0-479-15,0-2-566 0</inkml:trace>
  <inkml:trace contextRef="#ctx0" brushRef="#br0" timeOffset="37543.93">24870 8676 3264 0,'0'0'176'0,"-7"-5"29"0,7 5 25 0,0 0 22 15,0 0 23-15,0 0 12 0,0 0-12 16,0 0-17-16,-7 14-20 0,7-14-25 16,1 15-24-16,1-8-20 0,2 3-16 0,0-1-18 15,-1-3-9-15,-1 3-14 0,2-4-9 16,1 2-6-16,-5-7-9 0,1 10-7 0,-1-10-12 15,6 7 6-15,-6-7 5 0,5 3-2 16,-5-3-2-16,0 0-10 0,0 0-7 0,0 0-6 16,29-11-2-16,-22 5-3 0,4-2 3 15,-4 1-3-15,0 0-1 0,1 2-1 0,-3 2-6 16,-5 3-8-16,12-7-2 16,-12 7 0-16,13 0-2 0,-13 0 4 0,0 0 6 0,23 10-5 15,-15-5 1-15,-2 4-4 16,2-2 1-16,-3 1-7 0,3 2-2 0,-5-1-8 15,6 3-14-15,-4-2 0 0,1 1 0 16,-3-1 0-16,5-2-29 0,-5-1-53 0,2 1-57 16,-1-2-47-16,1 2-50 0,-1-2-79 15,0-1-89-15,-1 1-110 0,1 0-130 16,1 0-147-16,-2-2 76 0,3 2-692 0,-6-6-858 16</inkml:trace>
  <inkml:trace contextRef="#ctx0" brushRef="#br0" timeOffset="37843.66">25475 8708 3910 0,'-17'6'48'0,"3"-3"62"0,3 1 52 0,-1 1 57 0,5-2 56 0,7-3 29 0,-15 3 20 16,15-3 14-16,-10 6 18 0,10-6 19 15,0 0 8-15,6 12-13 0,-6-12-15 0,19 6-35 16,-2-6-42-16,8 4-214 0,1-4-64 16,3 2 0-16,9-8 0 0,4 6 0 0,0-8 0 15,4 1 0-15,-3-2-271 0,9-4-253 16,-2-3-111-16,-3 1-149 0,-3-6-44 0,3 1 83 15,-4-2-753-15,-11 0-944 0</inkml:trace>
  <inkml:trace contextRef="#ctx0" brushRef="#br0" timeOffset="38092.42">26016 8393 4160 0,'-7'3'88'0,"1"1"79"0,1 3 70 0,2 1 81 16,1 1 56-16,2 3 33 0,2 3 21 15,0 2 8-15,-1 2 5 0,6 4-15 0,-2 7-13 16,1 4-117-16,-1-2-296 0,-3-3 0 16,2-3 0-16,-4 1 0 0,-2-1 0 0,-2 8 0 15,-5-1 0-15,0-3 0 16,-3-1 0-16,-3-3 0 0,0-2 0 0,-2 1 0 16,-3-10 0-16,6-3 0 0,-6 0 0 15,3-2 0-15,-4-1 0 0,4-1 0 0,-4-3 0 16,2-1 0-16,0-1-765 0,-3-1-201 15,4 0 94-15,-3 1-1028 0,1-1-1324 0</inkml:trace>
  <inkml:trace contextRef="#ctx0" brushRef="#br0" timeOffset="42040.65">17698 6967 4995 0,'1'-11'-170'0,"-1"11"52"0,0-8 50 0,0 2 65 0,0 6 44 0,0-11 28 0,0 5 22 16,0 6 17-16,-1-12 7 0,-1 6 7 0,0 1-4 15,0-2 0-15,-2 0-7 0,4 7-8 16,-3-10-7-16,-2 4-9 0,1 1-6 0,1-1-8 16,3 6-8-16,-11-6-4 15,0 3-11-15,11 3-3 0,-20 0-7 0,4 1-2 16,-4 7-6-16,-9 3-5 0,3 5-1 16,-3 3 4-16,0 5 5 0,4 1-5 0,2 3 2 15,5 2 4-15,0 1 3 0,7 2 1 16,4-3 2-16,2-2 12 0,7-5 9 0,6 8 6 15,3-2-6-15,3-2 4 0,7-1 2 16,4-6 2-16,3-1-1 0,5 1-4 16,1-8-6-16,2-1 2 0,1-4-10 0,-7-4-2 15,1-5-5-15,-4 1-2 0,12-6 11 16,-5-2 8-16,-1-3 8 0,-5-3 4 0,-3-6 1 16,0-2-4-16,-4-3-2 15,-4-3-8-15,-4-4-5 0,-3-4-5 0,-2-2-46 16,-5 0-5-16,-1 0 0 0,-6-1 0 15,1 4 0-15,-6 4 0 0,0 3 0 0,-2 8 0 16,-3 8 0-16,-2 1-125 0,-7 8-73 16,-4 2-59-16,-2 4-75 0,-11 6-99 0,3 4-103 15,-12 5-126-15,4 3-137 0,3 3 64 16,0 1-670-16,6 0-854 0</inkml:trace>
  <inkml:trace contextRef="#ctx0" brushRef="#br0" timeOffset="42692.11">17699 7306 3515 0,'4'-4'-139'0,"2"-1"59"0,-6 5 44 0,3-6 36 0,-3 6 37 0,3-6 27 0,-3 6 39 16,0 0 20-16,0-6 14 0,0 6 4 0,0 0 2 15,0 0-11-15,0 0-6 0,0 0-14 16,0 0 3-16,-35 17 0 0,5 1 11 0,-16 13 1 16,-7 7 3-16,-25 11 1 0,-6 7 0 15,-7-1 6-15,-6 4 13 0,-5-4 7 16,-1 1 6-16,5-4 19 0,-2 3-16 16,5-3-4-16,3-9 7 0,15 2-14 0,5-6-5 0,20-9-11 15,4-1-15-15,4-2-12 16,9-9-8-16,7 1-12 0,2-3-9 0,4-4-12 0,9-2-3 15,0-3-7-15,2-2-3 16,0 0-4-16,4 0-6 0,2-1-7 0,-3-1-7 16,8-3-17-16,-8 7-15 0,8-7-25 15,-8 3-19-15,8-3-46 0,0 0-42 0,0 0-49 16,0 0-61-16,0 0-63 0,0 0-77 16,0 0-73-16,0 0-95 0,0 0-137 0,0 0-49 15,-7 2 86-15,7-2-542 0,-4 10-655 16</inkml:trace>
  <inkml:trace contextRef="#ctx0" brushRef="#br0" timeOffset="43257.66">16100 8286 3175 0,'7'-14'-83'0,"-4"2"18"0,-3 3 27 0,2-2 38 0,0 3 36 0,0 1 34 0,0 0 28 0,-2 0 23 16,0 7-1-16,-2-10 16 0,2 10-1 15,0-7-11-15,0 7-6 0,0 0-8 0,0 0 1 16,-27 10 0-16,14 2 5 0,-8 11 7 16,2 2 2-16,-2 2 6 0,-4 14-5 0,0-2-2 15,4 0-2-15,6-5 7 0,3 1-16 16,1 0-7-16,8-4-11 0,1-2-3 16,2-6-1-16,2 1 8 0,1-1-3 15,8 4-7-15,5-2 3 0,-1-7 4 0,6 0-5 0,4-4-14 16,7-2 0-16,-3-7-11 15,3-3-5-15,6-5-1 0,7-3-8 0,5-7-18 16,0-4 8-16,-2-6-9 0,-6-1 13 16,-4-3 17-16,-6-2 18 0,-3-5 7 0,-12 2-1 15,-6 1 1-15,-1-1-3 0,-8-5-6 16,-4-1-16-16,-8 0-1 0,-4-8-6 16,-8 2-5-16,-3 4-8 0,0 5-11 0,3 9-6 15,-1 4-16-15,-2 5-18 0,2 7-24 16,0 2-39-16,1 6-41 0,1 3-44 0,-2 5-56 15,-10 4-66-15,5 2-87 0,-1 1-76 16,5 3-95-16,6-2-160 0,5-2-34 16,3-1 85-16,3-2-551 0,3 1-659 15</inkml:trace>
  <inkml:trace contextRef="#ctx0" brushRef="#br0" timeOffset="43959.81">17599 7282 3083 0,'-4'-7'2'0,"-1"2"31"0,2-2 13 0,-1 2 8 0,0-3 36 0,3 2 18 0,-1 0 16 0,-2-1 4 16,0-3 0-16,4 4-1 0,-2 1-2 16,2 5 3-16,-1-12-4 0,1 6 2 0,0 6-4 15,-2-8-2-15,2 8-2 0,-5-6 1 16,5 6-3-16,-2-5 3 0,2 5 4 0,0 0 4 16,0 0 5-16,-2-10-1 0,2 10-1 15,0 0-1-15,0 0 11 0,-5-6-1 0,5 6-7 16,0 0-7-16,0 0-11 0,0 0 13 15,0 0 44-15,0 0 19 0,5 24 5 0,6-7-4 16,3 14-10-16,6 7 1 16,8 6-1-16,7 7-2 0,12 16-147 0,6 2-32 15,3 0 0-15,7 1 0 0,-2-1 0 16,0-6 0-16,-4-1 0 0,-5-4 0 0,-15-12 0 16,-2-3 0-16,-1-1 0 0,-6-4 0 15,-3-3 0-15,-3-9 0 0,-8-2 0 0,-3-6 0 16,0-2 0-16,-6-4 0 0,3-2 0 15,-3-1 0-15,2-1 0 0,-4 1 0 0,3-3 0 16,-3-2 0-16,-3-4 0 16,8 10 0-16,-4-6 0 0,-4-4 0 0,6 7 0 0,-6-7 0 15,6 5 0-15,-6-5 0 16,0 0 0-16,5 5 0 0,-5-5 0 0,4 4 0 0,-4-4 0 16,0 0 0-16,0 0 0 15,4 4-561-15,-4-4-421 0,-12 9 82 0,3-2-1055 16,-5 2-1374-16</inkml:trace>
  <inkml:trace contextRef="#ctx0" brushRef="#br0" timeOffset="44408.79">18334 8338 5571 0,'-13'-6'-127'0,"1"-2"24"0,1 5 43 0,-1 2 41 0,3 1 47 0,9 0 29 0,-23 1 27 0,8 6 17 0,-3 1 11 16,2 6 10-16,-7 7 13 0,1 3 15 15,4 3 12-15,0 2 3 0,4 5 11 0,0-4 4 16,5 2 10-16,5-5-2 0,2-2 2 15,6-3 1-15,1 1-4 0,6 4-12 0,9-2-10 16,1 0-17-16,6-7-125 16,0-1-23-16,2-6 0 0,6-3 0 0,3-2 0 15,-6-5 0-15,-3-2 0 0,13-3 0 16,-3-3 0-16,-2-3 0 0,-1 0 0 0,-3-4 0 16,-5-3 0-16,-5 0 0 0,0-4 0 15,-6-1 0-15,-2-5 0 0,-3-2 0 0,-6-2 0 16,-5 2 0-16,-1 1 0 0,-1-10 0 15,-9 4 0-15,-2 1 0 0,-1 6 0 0,-4 2 0 16,-5 5 0-16,-5 3 0 0,-4 7 0 16,-6 2-16-16,-4 4-415 0,-6 0-110 0,-9 6-119 15,-7 4-196-15,-4 2 58 16,-1 1 80-16,1 3-701 0,4 3-869 0</inkml:trace>
  <inkml:trace contextRef="#ctx0" brushRef="#br0" timeOffset="45140.89">16242 8708 3756 0,'0'0'-84'0,"7"-5"39"0,-7 5 40 0,0 0 24 0,0 0 35 16,0 0 30-16,0 0 27 0,0 0 23 0,-42 12 14 15,12 5 21-15,-16 11 20 0,-9 5 24 16,-21 11 17-16,-8 5 30 0,-2 5-1 15,-8 4 14-15,-3 0-1 0,-2-3-3 0,2 6-8 16,0-1 6-16,10-4 2 0,6-3-8 16,6-1-13-16,3-9-19 0,23-10-18 0,7-3-72 15,6-2-139-15,11-11 0 0,2 3 0 16,6-8 0-16,3-2 0 0,5-1 0 0,2-4 0 16,1 2 0-16,0-4 0 0,0 1 0 15,6-4 0-15,-5 7 0 0,5-7 0 16,-8 5 0-16,8-5 0 0,0 0 0 15,0 0 0-15,0 0 0 0,2 7-34 0,-2-7-370 16,0 0-95-16,0 0-93 0,0 0-136 16,0 0-90-16,2 6 73 0,-2-6-742 0,-6 5-933 15</inkml:trace>
  <inkml:trace contextRef="#ctx0" brushRef="#br0" timeOffset="45624.21">14626 9677 4118 0,'0'-9'-21'0,"-2"-1"2"0,0 3 9 0,0 0 28 0,2 7 22 0,-3-5 22 0,3 5-3 0,0 0 1 16,0 0 1-16,-16 12-3 0,10 2 6 16,-1 6 15-16,0 0 7 0,-2 11 13 0,4 0 9 15,1-4 6-15,2-2-10 16,0 2 2-16,6 8 1 0,3-2-6 0,3-2 6 16,4-2-10-16,0-4-3 0,9-2-8 15,6-2-4-15,3-4-3 0,3-8-6 0,2 1-6 16,4-5 0-16,2-5-11 0,-3-5-4 15,3-5-3-15,-5-2 13 0,-2-1 1 0,-6-5 7 16,1-1 9-16,-6-7 2 0,-6 1 10 16,-4-7 1-16,-3-2-1 0,-9-4-9 0,-3-4-6 15,-1-3-9-15,-10-11-7 0,-2 0-9 16,-2 3-7-16,-4 3-17 0,4 9 6 16,-2 10 6-16,1 4-8 0,0 4-3 15,-2 9-6-15,3 5-15 0,0 5-33 0,-2 2-40 16,-2 8-43-16,-8 7-46 0,0 7-57 15,2-1-71-15,3 4-87 0,2 3-90 0,3 0-126 16,6-6-161-16,3-3 62 0,5-1-607 16,-1-4-752-16</inkml:trace>
  <inkml:trace contextRef="#ctx0" brushRef="#br0" timeOffset="46141.16">16184 8779 3873 0,'0'-7'104'0,"-1"-2"8"0,1 2 18 0,0-3 35 16,1 2 43-16,-1 8 30 0,0-16 15 0,0 16-1 15,0-10-15-15,0 10-22 0,0 0-1 16,0 0 9-16,0 0 6 0,23 19 0 15,-1 8-25-15,4 12-12 0,0 8-16 0,13 5-11 16,-5 2-1-16,13 15-12 0,-4-6-17 16,0 2-17-16,-8-14-13 0,-1-5-7 0,-2 5-98 15,-3-7 0-15,-4 2 0 0,-4-5 0 16,-4-14 0-16,-4 0 0 0,-2-6 0 16,-5-3 0-16,2-5 0 0,-2-1 0 0,-1 0 0 15,-1-4 0-15,2-1 0 0,-5 0 0 16,4-2 0-16,-1 0 0 0,1-1 0 15,-5-4 0-15,6 6 0 0,-6-6 0 0,0 0 0 16,0 0-195-16,9 0-386 0,-9 0-125 16,0 0-178-16,0 0 73 0,0 0 81 0,0 0-727 15,0 0-906-15</inkml:trace>
  <inkml:trace contextRef="#ctx0" brushRef="#br0" timeOffset="46576.64">16607 9597 4378 0,'-12'-5'106'0,"-6"3"2"16,5 2 19-16,-3 3 30 0,-2 1 23 15,-3 5 13-15,-12 6-3 0,3 3-4 0,-4 11-11 16,-2 2 4-16,4 1 9 0,6 4-1 15,-2 3-4-15,6 1 0 0,3 0-7 16,6-4-5-16,8-2-7 0,5-3-17 0,3 4-12 16,6-4-5-16,5 0-21 0,5-4-9 15,2-3-11-15,2-3-9 0,8-4-8 16,-1-5-17-16,4 0-21 0,-5-9-25 0,0-3-9 16,9-5 0-16,-1-4-16 0,-1-2-3 15,1-3 5-15,3-8 6 0,-6 4 17 0,-5-4 13 16,-4-2 4-16,-5 0-26 0,0-3 0 15,-5-4 0-15,-4 0 0 0,-5-5 0 0,-1-2 0 16,-5-1 0-16,-1-2 0 0,-5 2 0 16,-1 4 0-16,-4 0 0 0,0 4 0 0,-3 6 0 15,-2 8 0-15,-5 1 0 0,-1 4 0 16,-2 9-202-16,1 1-92 0,-16 4-62 0,-4 7-91 16,3 1-80-16,-7 5-110 15,8-1-152-15,5-1 67 0,7 1-712 0,7-2-885 16</inkml:trace>
  <inkml:trace contextRef="#ctx0" brushRef="#br0" timeOffset="47239.94">18693 8743 3767 0,'3'-7'-34'0,"-1"2"50"0,2-2 39 0,-2 2 34 0,-2 5 36 0,2-5 23 16,-2 5 11-16,0 0 5 0,0 0 6 0,-25 10 8 15,1 9 7-15,-9 10 10 16,-6 1 5-16,-2 7 13 0,-3 4 17 0,-16 11-6 0,15-8 2 15,-12 9 1-15,12-10 0 16,-2-1 0-16,6 1-4 0,-2-2-12 0,5-1-15 16,2-5-14-16,2-1-13 0,6-2-18 15,5-7-83-15,-1-2-68 0,2 0 0 0,5-2 0 16,4-5 0-16,-1-3 0 0,7-1 0 16,-6 0 0-16,6-2 0 0,2-3 0 0,-3 0 0 15,4-2 0-15,1 1 0 0,-2 0-172 16,1-3-275-16,4-3-101 0,-5 7-112 15,5-7-171-15,-7 5 51 0,7-5 79 16,-8 4-677-16,8-4-832 0</inkml:trace>
  <inkml:trace contextRef="#ctx0" brushRef="#br0" timeOffset="47608.14">17857 9576 3876 0,'0'0'112'0,"0"0"30"15,-37 12 26-15,22 0 35 16,-3 2 27-16,-1 8 26 0,-1 0-5 0,0 5 0 0,3 2-17 16,2 2-7-16,-1 1-19 0,7-1-9 15,1 1-20-15,5-4-21 0,3-3-15 16,2 1-11-16,3 6-12 0,8-2-10 16,3-4-17-16,0 1-2 0,6-6-8 0,1-2-10 15,-2-7-7-15,-1-4-7 0,3-3-10 16,2-3-13-16,2-4-13 0,9-3-11 0,-2-5 9 15,2-2-4-15,-3-4 6 0,-5-2-7 16,-3-4 1-16,-2-1 2 0,-1-5 5 16,-8-1 3-16,-1-3 1 0,-4-4-4 0,-6-2-4 15,-3-6-2-15,0 5-4 0,-7 3-2 16,-1-1-4-16,-3 6-9 0,-4 3-15 16,-5 5-23-16,1 2-34 0,1 7-44 0,-2 4-40 15,1 3-46-15,0 2-58 0,2 2-76 16,-5 3-81-16,6 0-95 0,0 1-142 15,1-1-102-15,-2 6 76 0,4-5-626 0,5 3-766 16</inkml:trace>
  <inkml:trace contextRef="#ctx0" brushRef="#br0" timeOffset="47973.34">18685 8789 4046 0,'-6'-8'245'0,"-2"0"36"0,5 2 23 0,1 1 1 0,-4-1 2 0,6 6-3 16,0 0-9-16,0 0-5 0,0 0-1 0,0 0-23 15,34 14-23-15,-9 7-19 0,2 4-21 16,6 8-21-16,1 4-18 0,2 5-14 15,-6 4-57-15,4 2-93 0,-3-2 0 0,-2 0 0 16,-3 1 0-16,-3-2 0 0,-2 1 0 16,-4-1 0-16,3-3 0 0,-4 0 0 15,-2-7 0-15,-3-2 0 0,0-2 0 0,0-8 0 0,-4-5 0 16,-2-2 0-16,-1-3 0 16,4-1 0-16,-7-1 0 0,4-5 0 0,-1 1 0 15,-2-3-128-15,-2-4-429 0,0 0-154 16,0 0-185-16,0 0 74 0,0 0 87 0,0 0-742 15,0 0-924-15</inkml:trace>
  <inkml:trace contextRef="#ctx0" brushRef="#br0" timeOffset="48323.8">19049 9557 3880 0,'-19'4'112'0,"-1"1"53"0,-3 4 20 0,-4 4 23 0,-7 6 35 15,-4 7 39-15,1 3 32 16,2 2 14-16,3 2-3 0,3 2-17 0,14-6-25 16,-6 9-8-16,11-5-26 0,7-8-26 15,4 1-18-15,3-2-20 0,6 8-15 0,7-6-21 16,-1 0-47-16,2-3-102 0,3-6 0 16,4 0 0-16,-2-8 0 0,-1-5 0 0,3-2 0 15,0-2 0-15,11-6 0 0,0-3 0 16,1-5 0-16,-2-1 0 0,-5-5 0 0,6-5 0 15,-5 4 0-15,-1-8 0 16,-1-5 0-16,-6 5 0 0,-7-2 0 0,4-13 0 16,-11 8 0-16,0-3 0 0,0-2 0 15,-9 4 0-15,-2 8 0 0,-5-4 0 0,-4 4 0 16,-2 5 0-16,-12 0 0 0,0 4 0 16,-12-7-289-16,1 12-291 0,-3 3-134 0,-12-1-167 15,7 5 82-15,0-2 85 0,-6 8-719 16,3 2-884-16</inkml:trace>
  <inkml:trace contextRef="#ctx0" brushRef="#br0" timeOffset="59388.2">27007 8494 1521 0,'6'-8'256'0,"-1"-3"-66"0,1 3-8 0,-1-2 19 0,2-1 28 0,-3 1 26 0,-1-1-4 0,3 1-2 0,-3 0 14 15,3 0 3-15,-1 1 4 0,-2 1 3 16,-1 1-16-16,0 1-17 0,-2 6-23 0,4-9-21 15,-4 9-21-15,0 0-21 0,0 0-11 16,0 0 2-16,0 0-3 0,-2 30-7 16,-5-8-5-16,-6 9-10 0,2 3-12 0,-2 3-5 15,0-2-6-15,-3 0-5 0,1 0-6 16,-1-1-12-16,4-2-8 0,-4-1-8 16,3-2-4-16,2-3-5 0,-1-2-12 0,4-7 0 15,-1 3-11-15,1-3-24 0,0-5-40 16,1 0-41-16,3-1-31 0,-1-1-47 0,-2-1-46 15,4-5-62-15,-1 0-104 0,4-4-89 16,0 0-94-16,0 0-122 0,-11-15-21 0,11 1 80 16,5-7-451-16,1-10-538 0</inkml:trace>
  <inkml:trace contextRef="#ctx0" brushRef="#br0" timeOffset="59604.92">26885 8215 3252 0,'-12'-19'132'0,"5"8"19"15,0-2 39-15,1 4 35 0,-1 2 25 16,6 1 4-16,-1-1-9 0,0 2-13 16,2 5-26-16,2-13-20 0,1 7-23 0,10-1-9 15,-1-1-16-15,8 2-18 0,3-2-9 16,1 4-14-16,8-3-9 0,5 2-11 0,-1-2-23 16,0 4-32-16,-3 0-43 0,-7-1-41 15,3 2-46-15,-4-1-63 0,2 1-78 16,0 1-86-16,-2-3-106 0,0 3-141 15,-5-1-95-15,-2 2 64 0,2 0-437 0,-5 5-524 16</inkml:trace>
  <inkml:trace contextRef="#ctx0" brushRef="#br0" timeOffset="60155.14">27158 8894 3190 0,'-4'9'138'0,"-1"1"-4"0,5-4 10 16,0 0 47-16,0-6 43 0,0 0 26 15,5 10 6-15,-5-10 2 0,9 3-15 16,-9-3-19-16,11 4-21 0,-11-4-22 0,22-2-15 16,-22 2-11-16,23-4-19 0,-12 0-15 15,5 2-16-15,-3-5-8 0,-1-1-11 0,4-4-8 16,-1 1-7-16,-1-5-11 0,2-7 3 15,2-2-15-15,-5-6-6 0,-3-3 0 0,-3 0-10 16,1 0 1-16,-6 0-3 0,-2 5 1 16,-2 4 7-16,0 4-3 0,-2 1 4 0,1 3 0 15,-1-1-8-15,-2 5-1 16,-2 1-11-16,1 5 0 0,-4 1-2 0,0 0-4 16,2 4-3-16,2-1-6 0,7 3 2 15,-14-1-7-15,14 1 3 0,0 0-2 0,0 0 2 16,0 0 6-16,0 0 11 0,0 0 7 15,0 0 9-15,0 0 0 0,48-9 2 16,-16-3-2-16,4-2-1 0,0 0 1 0,1 1-1 16,-1 1-16-16,-5 0-28 0,-6 3 0 15,-5 2 0-15,-6 2 0 0,-1 4 0 0,-1 2 0 16,-1 4 0-16,-2 6 0 0,1 6 0 16,-2 1 0-16,-3 5 0 0,1 1 0 0,-4 1 0 15,0 2 0-15,-1 9 0 16,1-1 0-16,1-5 0 0,-3-3 0 0,0-3 0 15,0 2 0-15,-3-7 0 0,3 1 0 16,0-3 0-16,0-3 0 0,0-1-151 0,3 1-96 16,-3-2-55-16,0-3-75 0,2-1-80 15,-2-3-106-15,0-5-137 0,4 6-81 0,-4-6 78 16,0 0-627-16,16-15-786 0</inkml:trace>
  <inkml:trace contextRef="#ctx0" brushRef="#br0" timeOffset="60570.92">28060 8589 3848 0,'0'0'114'0,"-7"10"14"0,7-10 17 0,0 0 24 0,0 0 27 0,0 0 7 0,0 0-10 0,0 0-9 16,0 0 4-16,0 0-2 0,7 7-10 15,-7-7-16-15,0 0-13 0,27-3-8 0,-27 3-19 16,21-4-3-16,-9 0-20 0,1 1-3 15,0 0-6-15,-1-2-8 0,-1-5 4 0,1 4 12 16,-2-5-15-16,-1 1 8 0,-4-2-2 16,3 1-3-16,0-3-1 0,-4 3 2 0,-2 1 3 15,0 2-7-15,-4-1-8 0,2 9-9 16,-9-12-11-16,-4 9-5 0,1 2-4 16,-10 3-6-16,-10 7-3 0,-2 3-3 15,1 5-3-15,-4 7-7 0,0 1 3 0,10 0 0 16,3 0-6-16,3 1-1 0,3 2-2 15,7-3 1-15,2-3-14 0,5-1-3 0,1-4 0 16,6 2 0-16,3 3 0 0,3 5 0 16,5-1 0-16,0-1 0 0,4-9 0 0,-1 5 0 15,2-4 0-15,-6-6-92 0,1-1-86 16,1 2-59-16,-2-5-71 0,0-2-87 16,3-3-98-16,-3-2-115 0,5-4-159 0,0-2 13 15,1-2 81-15,10-7-581 16,0-3-714-16</inkml:trace>
  <inkml:trace contextRef="#ctx0" brushRef="#br0" timeOffset="61004.85">28623 8710 3923 0,'0'0'239'0,"0"0"-6"0,0 0 10 0,-16-2 19 0,16 2 9 0,0 0-19 0,0 0-26 0,0 0-16 15,0 0-20-15,0 0-12 0,0 0-20 16,0 0-16-16,27-6-15 0,-17 4-8 0,1-2-10 16,0 1-16-16,3 0-5 15,-3-2-14-15,1-2-5 0,1-2-6 0,-3-1-4 16,-2-2-4-16,-1-3-9 0,1 3-6 16,-5-2-7-16,-3 3-1 0,0 0-12 0,-1 1 0 15,-9 2-9-15,0 3-6 0,-6 1 5 16,-8 7-5-16,-10 1-1 0,0 6-4 0,0 2 1 15,0 5 4-15,1 3 0 0,5 1-1 16,3-1 0-16,4 2-3 0,4 2-2 16,5-5 1-16,4 0 1 0,7-2 6 0,1-1-2 15,0 0 2-15,3 2-10 0,5-2 6 16,4 2 2-16,4 2-2 0,7-3-4 16,2 0-9-16,4-5 1 0,2 3-1 15,-6-7-17-15,-2-2-15 0,1-1-25 0,-1 0-31 16,-5-5-34-16,3 2-42 0,-1-2-53 15,-5-2-69-15,0-2-78 0,0 3-75 0,-1-1-107 16,1-3-198-16,-1-2 65 0,-1 2 68 16,-1 0-440-16,-1-1-534 0</inkml:trace>
  <inkml:trace contextRef="#ctx0" brushRef="#br0" timeOffset="62656.15">29283 9213 2929 0,'-4'2'132'0,"4"-2"37"0,0 0 10 0,0 0-1 0,0 0-15 0,0 0-5 15,9-17 0-15,0 5-6 0,11-9-9 16,3-5-10-16,1 1-11 0,10-7-4 0,-3-6 0 16,4 1-4-16,3-3-5 0,-2-4-8 15,0-3-6-15,12-15-10 0,-3-4-8 0,-1-1-7 16,0 1-9-16,-2 0-6 0,-9 16-1 15,-7 8 7-15,-2 6 1 0,-6 8-3 0,-5 9 8 16,-3 3-8-16,-3 7-1 16,-1-2-8-16,-2 5-8 0,-1 0-2 0,-3 6-12 0,0 0-1 15,0 0-4-15,9 14-2 16,-6 2-1-16,3 4 4 0,-1 11-8 0,8 5 4 16,1 8-1-16,1 0-3 0,-3-5-2 15,-1-2 0-15,-1 3-2 0,0-4 0 0,-5 2 20 16,-1-6 33-16,-2-4 32 0,-2-7 31 15,0-1 33-15,-2-2 36 0,-2-1 25 0,-1 0 17 16,-3-5 14-16,-2 1-1 0,-1-3-144 16,0-1-108-16,-5-2 0 0,0-2 0 15,-4-3 0-15,-1-2 0 0,-2-2 0 0,-3-1 0 16,-11-9 0-16,5 0 0 0,-3-5 0 16,-4-12 0-16,3 0 0 0,2-10 0 0,2-6 0 15,4 1 0-15,3-4 0 0,4-1 0 16,5 6 0-16,0 9 0 0,3 2 0 0,-1 5 0 15,5 6 0-15,-1 6 0 0,0 1 0 16,5 4 0-16,-1 1 0 0,1 1 0 16,-4 6 0-16,9 2 0 0,-12 2-169 15,12-2-543-15,-16 12-198 0,10-4 28 0,4 4 92 16,2 2-818-16,6 1-1048 0</inkml:trace>
  <inkml:trace contextRef="#ctx0" brushRef="#br0" timeOffset="63404.44">30956 8560 4053 0,'9'-5'-196'0,"-9"5"52"0,6-6 49 0,-6 6 48 0,0 0 54 0,3-6 49 15,-3 6 40-15,0 0 26 0,0 0 22 0,2-8 13 16,-2 8 11-16,0 0 4 0,0 0-10 15,0-9-8-15,0 9-7 0,-4-11-4 16,4 11-12-16,-1-14-4 0,-3 6-7 0,-2 0-7 16,1-4-4-16,-4 2-10 0,0 0-13 15,-2 0-6-15,-3 0-6 0,-1 4-8 0,-2 1-10 16,-8 2-7-16,-1 5-4 0,-15 2-5 16,0 7-4-16,-5 9 0 0,0 5 1 0,2 5 1 15,3 6-2-15,6 3-5 16,7-2 1-16,3 4 2 0,3 2-8 0,13-7 0 15,4 2-2-15,3-3 0 0,6 0-20 16,3 0 3-16,3 0-2 0,5-4 4 0,1-4-2 16,-2-3 1-16,2-5-4 0,-5-5 8 15,-2-2 29-15,0-4 23 0,-2 0 38 16,-1-4 22-16,1 0 16 0,-7-4 18 0,0 0 6 16,18-4 9-16,-18 4-1 0,11-17-9 15,-8 5-13-15,-1-3-140 0,3-2-10 0,-3 0 0 16,-2-2 0-16,0 5 0 15,-2 1 0-15,2 1 0 0,0 3 0 0,-3 1 0 16,3-1 0-16,0 2 0 0,0 0 0 0,0 7 0 16,0-10 0-16,0 10 0 0,3-8 0 15,-3 8 0-15,5-6 0 0,-5 6 0 16,13-2 0-16,-13 2 0 0,23 3 0 0,-10 2 0 16,3 1 0-16,-1 0 0 0,-1 4 0 15,0 1 0-15,0 1 0 0,-1 1 0 0,-4 4 0 16,2 0 0-16,-4-2 0 0,-1 2 0 15,-3 0 0-15,1 1 0 0,-1-3 0 0,-3 1 0 16,2-3 0-16,-2 1 0 0,0 1 0 16,0-3 0-16,-2 2-123 0,2-2-368 0,-5-1-122 15,3-3-136-15,0 1-110 0,2-5 82 16,0-4-780-16,6 8-1001 0</inkml:trace>
  <inkml:trace contextRef="#ctx0" brushRef="#br0" timeOffset="63854.05">30929 9189 4544 0,'0'0'10'0,"0"0"27"0,-38 0 24 0,38 0 22 0,0 0 13 0,0 0-1 0,0 0-6 0,0 0-9 16,0 0-7-16,17-13-6 0,-7 11-7 15,-1-3-6-15,0 3-4 0,2-2-2 16,1 1 3-16,-4 0 17 0,1-3 8 0,-1-1 13 15,0 2 13-15,-5-6 3 0,5 1 0 16,-4-2 0-16,-3 0-11 0,4-3-6 16,-3 0-5-16,-2-5-7 0,0 3-8 15,-2 0-5-15,0 2-5 0,-1-1-2 0,0 3-10 16,-3 1-5-16,1 0-7 0,-5 2-8 16,5 3 0-16,-5 0-1 0,0 2-12 0,5-1 1 15,-2 2 2-15,7 4-3 0,-9-7-1 16,7 3-7-16,2 4 1 0,0 0 6 0,0 0 4 15,0 0 11-15,29-6-1 0,-8 9-3 16,4-2-4-16,4 1 9 0,-5 2-11 0,3-1 8 16,-4 1-7-16,0-1 5 15,-7 2 2-15,4-1-1 0,-5 4 3 0,0 1-4 16,-4 1 0-16,1 0-3 0,-2 1 1 16,-3 0 1-16,-1 3-9 0,0 1 6 0,-2-1-38 15,-2 0-41-15,-1-1-59 0,-1 1-71 16,0-2-80-16,0 3-102 0,0-6-115 0,0 1-150 15,0 0-134-15,-1 4 74 0,-1-6-609 16,2 3-764-16</inkml:trace>
  <inkml:trace contextRef="#ctx0" brushRef="#br0" timeOffset="64820.64">31505 8964 3685 0,'5'-7'39'0,"-1"0"9"0,-1 1 10 0,-3 6 3 15,0 0 22-15,0 0 34 0,0 0 20 0,0 0-1 16,0 0-11-16,0 0-9 0,9 22-12 16,-12-10-6-16,-1-4-6 0,1 4-4 0,-5 0-4 15,1 2-11-15,-2-4-6 0,0 4-4 16,0-4-6-16,-3 0-4 0,1 1-4 0,-2-5-3 16,-1 2-6-16,3-2 0 15,-1-4-2-15,3-2-4 0,9 0 1 0,-21-4 2 16,13-4-2-16,1 0-3 0,1-5 2 0,4-2 2 15,2 3 4-15,0 4-2 0,0-3-6 16,0 3-2-16,0 8-6 0,4-16-5 16,-2 11-1-16,-2 5-3 0,9-8 2 0,-3 6-7 15,-6 2 1-15,19-2 1 0,-19 2-2 16,29 0-1-16,-12 0-11 0,2 0-25 0,4-3-24 16,0 1-17-16,1-1-14 0,9-6-9 15,-7 2-3-15,5-6-10 0,-5 1-1 16,5-5 3-16,-2-2-5 0,-5-5 2 0,5-11 8 15,-2-5 1-15,0-4-4 0,0-1-4 16,-5-7 17-16,1-7-3 0,-2-5 9 16,-3-1 8-16,4 0 7 0,-7-3 13 15,0 7 18-15,-6 2 31 0,-2 16 32 0,-2 4 35 16,-1 13 14-16,-4 5 8 0,2 4-2 16,-2 6-11-16,-2 5 11 0,2 6 26 0,0 0 18 15,0 0 15-15,-41 38 11 0,16 5 0 16,0 11 14-16,-8 23 7 0,3 4 3 0,-1 6-18 15,1 5-20-15,-1-1-5 0,-3-1-18 16,4 4-15-16,-6-7-23 0,1-4-10 0,-3-1-5 16,5-7-9-16,7-17 3 0,-1-5-9 15,3-4-4-15,1-6-5 0,1-2-3 0,6-12 7 16,0-6-8-16,5-5 9 16,5-7-6-16,0-1 4 0,0-2 15 0,5-3 1 15,1-5-3-15,0 0-12 0,0 0 1 16,0 0-12-16,14-42-5 0,4 9-6 0,7-10 3 15,4-1-5-15,-3 0-4 0,5-1 0 16,-4 6-2-16,-9 12 3 0,-2 2-4 16,-5 7 0-16,-4 5 2 0,2 3-8 0,-4 4-7 15,1-2 3-15,-6 8 7 0,0 0 11 16,0 0 5-16,0 0-1 0,0 0 0 0,13 20-3 16,-12-15-5-16,-1 7-1 0,5-2-3 15,-1 0 5-15,-1 0-8 0,3-1 0 16,0-1 2-16,1 0-3 0,-1-3 0 15,4 1 8-15,-1-4-6 0,3 0 0 0,-12-2-6 16,29-4 0-16,-11-2 2 0,1-1-13 16,10-11 2-16,-2 0-1 0,2-3 2 0,-1-4-4 15,1 5 3-15,-5-2 2 0,1 5 1 16,-10 3-1-16,-2 5 5 0,-3 1 6 0,-2 3-1 16,-4 1 11-16,-4 4 21 0,0 0 22 15,0 0-56-15,0 0-5 0,-12 31 0 0,6-17 0 16,-1-1 0-16,-1 3 0 0,3 1 0 15,-4-1 0-15,6 1 0 0,-1-1 0 0,4 2 0 16,2-1 0-16,0 0 0 16,1 1 0-16,6-5 0 0,-4 1 0 0,3-2 0 15,-1 0 0-15,0-5 0 0,4 0 0 16,-2-2 0-16,2-2-101 0,-1-1-328 0,-1 0-101 16,-9-2-143-16,14-2-215 0,-14 2 84 15,9-7 87-15,-9 7-660 0,0 0-831 0</inkml:trace>
  <inkml:trace contextRef="#ctx0" brushRef="#br0" timeOffset="83016.39">17857 6779 1808 0,'0'0'529'0,"0"0"-174"0,11-1-80 0,-11 1-17 0,0 0-19 0,0 0-13 15,0 0-17-15,0 0-15 0,0 0 2 16,0 0-2-16,0 0-16 0,0 0-8 0,0 0-12 15,0 0-9-15,0 0-9 0,0 0-2 16,0 0-6-16,0 0-15 0,-14-7-6 0,14 7-9 16,0 0-6-16,0 0 3 0,0 0-9 15,0 0 2-15,0 0 3 0,0 0-8 0,0 0-7 16,0 0-5-16,-27 3 1 16,27-3-7-16,0 0-11 0,-17 3-5 0,17-3 3 15,-14 0-5-15,14 0 1 0,0 0-15 16,-20 1-2-16,20-1-1 0,-16 1-6 0,16-1-3 15,-14 0 2-15,14 0-6 0,-14 4-2 16,14-4-1-16,-15 2-1 0,15-2-1 0,-16 1 5 16,16-1-6-16,-13 2-9 0,13-2 5 15,0 0 4-15,-17 2-10 0,17-2 6 0,-15 1 0 16,15-1-6-16,-14 4 3 0,14-4 3 16,-15 2-3-16,15-2 12 0,-13 3 7 0,5-1 5 15,8-2-3-15,-16 3 0 16,16-3-1-16,-12 3-2 0,12-3 3 0,-13 4-8 15,13-4 4-15,-12 3-7 0,12-3-2 16,-13 5-4-16,5-3-1 0,8-2-2 0,-12 7 4 16,7-4 5-16,5-3-9 0,-11 5-2 15,11-5 0-15,-11 8 4 0,4-7-1 16,7-1-5-16,-7 7-2 0,7-7-1 0,-12 6 6 16,6-4 1-16,6-2-4 0,-11 9-1 15,11-9-2-15,-12 8-4 0,6-4 6 0,-1 2-3 16,0-2-1-16,1 2 2 0,6-6 5 15,-14 9-6-15,11-5-1 0,-5 0 5 16,8-4-5-16,-12 10-1 0,8-4 0 16,1-1 2-16,-3 1 1 0,6-6-2 0,-9 11 5 0,7-6 1 15,-2 2-3-15,4-7 6 16,-8 12-5-16,6-5 4 0,0 1 2 0,1-1-6 16,-3 0 9-16,2 1 0 0,0 1-17 15,0 1 8-15,-1-1-4 0,1 1 11 0,-1 0-4 16,1-1 5-16,2-1 1 0,-2 3-3 15,2-2 0-15,0-1-3 0,2 0 4 0,-2 1 1 16,0-9-3-16,2 15 1 0,1-8 0 16,-1-1 2-16,-2-6-4 0,2 11-8 0,-1-5 10 15,-1-6-4-15,4 9 3 0,-4-9 0 16,7 10-3-16,-5-6 1 0,-2-4 1 16,6 10 0-16,-2-5-4 0,-4-5 7 15,10 8-3-15,-7-4 5 0,-3-4-13 0,11 8 0 16,-2-3 0-16,-2 1 0 0,1-4 0 15,-3 4 0-15,3-2 0 0,0 2 0 0,-3-2 0 16,5 1 0-16,-5 0 0 16,5 0 0-16,-4-2 0 0,-6-3 0 0,13 7 0 0,-7-1 0 15,2-3 0-15,-1 0 0 0,-7-3 0 16,16 7 0-16,-11-3 0 0,3-1 0 16,-8-3 0-16,14 5 0 0,-5-3 0 0,-9-2 0 15,16 5 0-15,-7-3 0 0,-9-2 0 16,15 3 0-16,-15-3 0 0,15 4 0 15,-15-4 0-15,13 1 0 0,-13-1 0 16,18 2 0-16,-18-2 0 0,15 2 0 0,-15-2 0 16,15 2 0-16,-15-2 0 0,19-2 0 15,-19 2 0-15,19 0 0 0,-19 0 0 0,19-2 0 16,-9 0 0-16,-10 2 0 0,16 0 0 16,-16 0 0-16,20-1 0 0,-13 0 0 15,-7 1 0-15,20-4 0 0,-13 2 0 0,-7 2 0 16,19-5 0-16,-9 1 0 0,-3 1 0 15,3-2 0-15,-1 1 0 0,1-1 0 16,0 0 0-16,-3-2 0 0,2 2 0 0,-1-2 0 16,0 2 0-16,1-2 0 0,-1 0 0 15,-1 0 0-15,1-2 0 0,0 3 0 0,-1-1 0 16,1-1 0-16,-2-1 0 0,1 2 0 16,-3 0 0-16,4-1 0 0,-3-2 0 0,2 5 0 15,-6-3 0-15,3 4 0 0,2-4 0 16,-3 1 0-16,-3 7 0 0,6-12 0 0,-2 6 0 15,-3-2 0-15,-1 2 0 0,3-1 0 16,-1-1 0-16,2 0 0 0,-2-2 0 0,-2 0 0 16,1 0 0-16,-1-2 0 0,0 0 0 15,0-2 0-15,0 0 0 0,0-3 0 16,-1 2 0-16,-5 0 0 0,1-1 0 16,0 3 0-16,-1-1 0 0,-1-1 0 0,-2 3 0 15,0 2 0-15,-4 0 0 0,0 1 0 16,-4 1 0-16,-1 2 0 0,-2 2 0 0,1 0 0 15,-4 0 0-15,-1 3 0 0,-1-3 0 16,-4 4 0-16,0 0 0 0,1 0 0 0,-17 2-830 16,9 1-141-16,-3 5 105 0,1 4-1013 15,-10 9-1302-15</inkml:trace>
  <inkml:trace contextRef="#ctx0" brushRef="#br0" timeOffset="84335.09">16340 8121 4725 0,'0'-6'-188'0,"0"6"61"0,0 0 51 0,0 0 51 0,-1-8 60 0,1 8 43 0,0 0 30 0,0 0 21 15,-4-7 6-15,4 7 5 0,0 0-2 16,-6-5-1-16,6 5-1 0,0 0-8 0,-7-5-1 15,7 5-4-15,0 0-1 0,0 0-5 16,-18 0-15-16,18 0-6 0,0 0 5 16,-14 3-7-16,14-3 4 0,-18 2 8 0,11-1-13 15,-3 1 5-15,10-2-7 0,-17 4 0 16,8-3-10-16,0 0 8 0,-2 2 2 0,0-2-1 16,11-1-11-16,-21 4 1 0,14-2-5 15,-5 1-5-15,1-1-7 0,-1 1-5 0,0 2-4 16,1 0-8-16,1-1 1 0,-3 1-6 15,2 0-4-15,-3 2-5 0,3 1 7 0,-3-1 1 16,1 0 2-16,2 3-1 16,-3-5 3-16,3 4-24 0,-1-2-20 0,3 2 0 15,-4-1 0-15,3 1 0 0,3-1 0 16,-3 1 0-16,0-1 0 0,1 3 0 0,2-3 0 16,-3 2 0-16,2-1 0 0,2-1 0 15,-1 4 0-15,2-4 0 0,-2 1 0 0,2 3 0 16,-1-2 0-16,2 0 0 0,1 0 0 15,-1 1 0-15,2-1 0 0,0 0 0 0,2 2 0 16,-2-2 0-16,2 1 0 0,0-1 0 16,2 2 0-16,0 0 0 0,0 2 0 15,2-3 0-15,-3 0 0 0,5 5 0 16,0-7 0-16,-5 3 0 0,6 3 0 0,-2-5 0 16,-3 2 0-16,6-2 0 0,-5-1 0 15,1 1 0-15,4 0 0 0,0-1 0 0,-1 1 0 16,2-1 0-16,3-1 0 0,-2-1 0 15,1 2 0-15,1-3 0 0,1 1 0 0,1 2 0 16,-2-4 0-16,2 2 0 0,1-2 0 16,-1 0 0-16,1 0 0 0,-2-1 0 15,-1-3 0-15,1 3 0 0,0-3 0 0,0-1 0 16,1 0 0-16,1 0 0 0,1-1 0 16,0-1 0-16,4-3 0 0,-4 2 0 0,6-3 0 15,-5-1 0-15,4 2 0 0,-2-2 0 16,-1 1 0-16,0-1 0 0,0-2 0 15,-2 0 0-15,-2 1 0 0,1 1 0 0,-3-1 0 16,1-2 0-16,-2-1 0 0,3-3 0 16,-7 4 0-16,2-1 0 0,3 1 0 15,-2-2 0-15,-1 3 0 0,-3-3 0 0,4 0 0 16,-5-1 0-16,2 1 0 0,2 0 0 16,-4-1 0-16,1 0 0 0,-2 1 0 0,-3-5 0 15,1 2 0-15,0-2 0 0,-2 0 0 16,0-2 0-16,-2 0 0 0,0-1 0 0,1 3 0 15,-3-1 0-15,-2 1 0 0,1-2 0 16,-7 3 0-16,1-3 0 0,-11-3 0 16,1 4 0-16,-3 0 0 0,5 6 0 0,-3 4 0 15,2-1 0-15,-3 3 0 0,0 4 0 16,2 2 0-16,0 0 0 0,-5 1 0 0,-1 3 0 16,-7 3 0-16,-1 3-66 0,12-3-872 15,0 0-14-15,7-1 93 0,2 3-969 0,6-2-1256 16</inkml:trace>
  <inkml:trace contextRef="#ctx0" brushRef="#br0" timeOffset="86949.09">18517 6660 4607 0,'7'-7'-247'0,"-3"3"65"0,-4 4 58 0,12-9 63 0,-6 5 54 0,-1-3 56 15,3 2 41-15,0-2 40 0,-1-1 36 16,1 3 31-16,-8 5 31 0,7-9 28 0,0 4 22 16,-7 5 16-16,3-6 10 0,-3 6-13 15,0 0-21-15,0 0-32 0,-3-10-22 0,3 10-21 16,-14-2-20-16,14 2-17 0,-25-2-15 16,25 2-19-16,-29 4-9 0,13-3-14 15,2 2-11-15,1-3-7 0,-3 2-69 0,5 0-14 16,0-2 0-16,11 0 0 0,-20 2 0 0,13-2 0 15,7 0 0-15,0 0 0 16,0 0 0-16,-23 0 0 0,23 0 0 0,0 0 0 16,0 0 0-16,-15 0 0 0,15 0 0 15,0 0 0-15,-8 8 0 0,2 3 0 0,4 1 0 16,-1 5 0-16,-3 4 0 0,-2 10 0 16,1 3 0-16,-1 2 0 0,3-4 0 0,-1 4 0 15,1 1 0-15,5-6 0 0,-1 3 0 16,1-4 0-16,1-5 0 0,2 0 0 0,3-2 0 15,-3-1 0-15,5-1 0 0,-3-3 0 16,6-3 0-16,-4-1 0 0,0-3 0 16,3-1 0-16,-2-2 0 0,-1-2 0 0,3-1 0 15,-3-1 0-15,1-4 0 0,1 6 0 16,-1-4 0-16,-8-2 0 0,14 4 0 16,-14-4-359-16,13-2-307 0,-13 2-161 0,12-8-52 15,-7 2 94-15,3-2-805 0,-3-5-1031 16</inkml:trace>
  <inkml:trace contextRef="#ctx0" brushRef="#br0" timeOffset="87149.57">18273 7013 4493 0,'0'0'37'0,"0"0"17"0,0 0 21 16,0 0 20-16,0 0 21 0,0 0-2 0,0 0-13 0,0 0-12 15,0 0-20-15,34-10-46 0,-14 9-73 16,5-4-106-16,1 2-133 0,0 1-147 16,3-1-184-16,0 1 4 0,-3 0 64 0,-2 2-314 15,-3-1-351-15</inkml:trace>
  <inkml:trace contextRef="#ctx0" brushRef="#br0" timeOffset="87766.21">18670 6968 2081 0,'0'0'-243'0,"-6"-8"-382"0,4 2-124 0</inkml:trace>
  <inkml:trace contextRef="#ctx0" brushRef="#br0" timeOffset="88217.33">18901 6565 1816 0,'-2'-6'156'0,"-1"0"13"0,3 6 21 0,-2-12 32 16,0 7 28-16,2-2 23 0,0 7 1 15,-2-9-6-15,2 9-11 0,0-8-8 16,0 8-8-16,-2-9-10 0,2 9-5 0,0 0-10 16,0-12-21-16,0 12-20 0,0 0-21 15,0 0 3-15,0 0 22 0,0 0 9 16,-3 38-16-16,1-14-9 0,-2 13-13 15,1 2-8-15,-1-1-14 0,-3 4-14 0,4 1-6 16,-1 0-9-16,0-1-9 0,2-1-22 16,1-2-5-16,-3-2-13 0,2-2-2 0,2-6 4 15,0-5-11-15,0-4-18 0,-2-1-27 16,2-1-36-16,0-5-46 0,0 1-42 0,0-2-51 16,0-4-57-16,0 1-61 0,0-1-88 15,0-8-72-15,0 8-86 0,0-8-129 0,0 0-31 16,0 0 75-16,0 0-474 15,17-16-571-15</inkml:trace>
  <inkml:trace contextRef="#ctx0" brushRef="#br0" timeOffset="89431.83">19094 7032 2839 0,'0'0'7'0,"0"0"48"16,2 6 44-16,-2-6 59 0,0 0 37 15,8 4 18-15,-8-4 8 0,0 0-12 0,0 0-16 16,23-5-17-16,-23 5-17 16,17-5-12-16,-6 0-21 0,-1 1-10 0,0 1-9 15,-1-3-13-15,0 0-5 0,2 1-5 16,-6-4-1-16,2 2 6 0,-1-1-2 0,-1 0 8 15,-5 0-1-15,0-1-2 0,0-1-1 16,-3 2-5-16,-5-3-6 0,-3 3-10 0,-1 2-10 16,-2-1-2-16,-4 6-11 0,1 0-3 15,-4 1-5-15,4 2-6 0,-6 3 3 0,6 5-8 16,-3-2-1-16,6 1-4 0,3 3 0 16,-1 0 0-16,4 1-3 0,5-1-6 0,-1 0 7 15,4 0-13-15,0 2 13 16,5-4 2-16,3 2 2 0,4-1-7 0,1-3 5 0,1-1-2 15,8 0-4-15,1-4-2 16,-4-1-3-16,3-2 3 0,3-2-1 0,0-1-4 16,0-3 2-16,-3 2 0 0,12-7 1 15,-12 3-1-15,-3 1 5 0,-1 2 12 0,-3 0 6 16,-4 0 7-16,1 1 7 0,-3 1 3 16,0-1-7-16,-9 4-7 0,14-3-3 15,-14 3-6-15,13-5-5 0,-13 5-1 16,0 0-8-16,0 0 1 0,17 5 1 0,-17-5-1 15,10 7 2-15,-10-7-4 0,9 7-6 16,-9-7-3-16,6 5-7 0,-6-5 1 16,10 5 6-16,-10-5-8 0,9 5 5 0,-9-5 0 15,0 0 10-15,23-5-6 0,-12 1 0 16,5-2 1-16,-3-3 0 0,1 0 6 0,-2 3-11 16,4-5 2-16,-3 3 1 0,-1 1 14 15,-3 0 10-15,-1 2 11 0,-3 2-2 0,4-3 0 16,-9 6-6-16,9-6-6 0,-9 6-7 15,9-1-2-15,-9 1-6 0,0 0-7 0,0 0-11 16,20 5-10-16,-20-5-13 0,11 8-3 16,-11-8-14-16,15 3 0 0,-5 0 5 15,-10-3 0-15,12 3 3 0,-12-3 12 0,16 2 2 16,-16-2-1-16,17 0 9 0,-17 0 0 16,0 0 2-16,17-2-1 0,-17 2 14 15,0 0-4-15,16-3-9 0,-16 3 10 0,9-3 14 16,-9 3-8-16,0 0 9 0,10-3 2 15,-10 3 3-15,0 0-4 0,7-4-1 0,-7 4-4 16,0 0-2-16,0 0-1 0,0 0-6 16,0 0-3-16,12-2-3 0,-12 2-9 0,0 0-1 15,0 0-16-15,0 0-24 0,15 0-20 16,-15 0-23-16,12-2 4 0,-5 1-2 0,4-4-24 16,5-3-47-16,2-3-18 15,5-7-12-15,4-3-24 0,6-10 10 0,-1-6 10 16,0-6 21-16,2-3 24 0,2-8 29 15,3-18 27-15,-1-1 54 0,-2-2 42 0,-2-5 24 16,-11 18 21-16,-7-2 18 0,-5 9 23 16,-7 13 24-16,-4 9 25 0,-4 9 16 0,1 4-5 15,-8 2-4-15,-2 11 10 0,-3 6 6 16,-7 5 18-16,-8 14 8 0,-5 11 7 16,6 9-3-16,-3 6-8 0,7 6-10 0,3 6-20 15,-1 6-11-15,12 0-16 0,-2 0-10 16,4-3-11-16,5-1-9 0,1-15-16 0,2 1-42 15,2-1-35-15,0-6-41 0,0-9-24 16,4-4-38-16,0-2-39 0,-2-5-29 16,1 0-21-16,1-3-18 0,1-2-5 15,-3-4-2-15,3-1-5 0,1-1 10 0,-5-4 20 16,-1-2 22-16,0 0 33 0,0 0 43 16,0 0 41-16,0 0 38 0,13-10 40 0,-13 10 35 15,0 0 20-15,4-6 13 0,-4 6 8 16,0 0 3-16,2-7-5 0,-2 7-1 0,0 0-9 15,0 0-7-15,4-6-9 0,-4 6-3 16,8-2-6-16,-8 2-6 0,13-4-27 16,-5 2-42-16,1-2-44 0,2 4-56 0,1-4-62 15,1 0-63-15,0 2-64 0,1-1-68 16,-5 1-103-16,3 2-173 0,-12 0 26 16,10 11 79-16,-10-1-347 0,-11 17-376 0</inkml:trace>
  <inkml:trace contextRef="#ctx0" brushRef="#br0" timeOffset="89832.23">18540 7870 2876 0,'9'-17'247'0,"1"2"24"0,0 1 35 0,-3 2 32 0,2-2 39 0,3 2 2 0,1 1-7 0,-3 3-16 0,4-1-21 16,-3 6-17-16,1 1-17 0,-12 2-10 15,24 4-10-15,-11 3-5 0,4 3-32 16,-1 2-23-16,0 2-20 0,6 3-16 0,-5-2-169 16,-2-1-16-16,1-2 0 0,-3-2 0 15,-1 1 0-15,-5-5 0 0,2 1 0 0,0-2 0 16,2 1 0-16,-4-3 0 0,-7-3 0 15,21 2 0-15,-21-2 0 0,22-9 0 0,-6 2 0 16,7-10 0-16,-1-2 0 16,3-4 0-16,6-10 0 0,-2-3 0 0,-1-6 0 15,3 0 0-15,-5-5 0 0,1 1 0 16,-2 2 0-16,-3 5 0 0,-6 13-6 0,-5 9-300 16,-1 1-77-16,-4 6-82 0,-2 4-97 15,-3 3-119-15,-1 3-123 0,0 0 76 0,0 0-720 16,0 0-896-16</inkml:trace>
  <inkml:trace contextRef="#ctx0" brushRef="#br0" timeOffset="90436.66">19281 7645 4251 0,'-4'5'50'0,"1"1"45"0,1-1 49 15,2-5 39-15,-4 9 26 0,4-9 8 0,0 0 8 16,2 11-7-16,-2-11-6 0,4 9-16 15,-4-9-17-15,7 9-14 0,0-5-11 16,-7-4-20-16,14 4-8 0,-6-2-11 0,-8-2-3 16,15 2 7-16,-15-2 5 0,13 0-2 15,-13 0-2-15,0 0-7 0,20-8 1 0,-15 5 0 16,-5 3-1-16,10-10 0 0,-9 5 1 16,-1 5-74-16,4-11-40 0,-4 11 0 15,5-10 0-15,-5 10 0 0,0 0 0 16,0 0 0-16,0 0 0 0,-12-4 0 0,12 4 0 15,0 0 0-15,-22 18 0 0,15-10 0 16,2 1 0-16,1-1 0 0,-2 4 0 0,4-5 0 16,1 3 0-16,1-2 0 0,0 1 0 15,1-1 0-15,5 0 0 0,0 0 0 0,-1-6 0 16,2 4 0-16,4-3 0 0,-11-3 0 16,14 4 0-16,-14-4 0 0,16-2 0 0,-16 2 0 15,19-5 0-15,-13 2 0 0,1-4 0 16,-1-3 0-16,0 4 0 0,-3-4 0 0,1 0 0 15,1-1 0-15,-4 0 0 0,1 1 0 16,-2 0 0-16,0 2 0 0,0 8 0 16,0-14 0-16,0 9 0 0,0 5 0 15,4-12 0-15,-4 12 0 0,2-9 0 0,-2 9 0 16,3-8 0-16,-3 8 0 0,8-5 0 16,-8 5 0-16,14-5 0 0,-9 3 0 0,-5 2 0 15,20 0 0-15,-20 0 0 0,18 3 0 16,-9 0 0-16,2 1 0 0,-4 0 0 0,2 2 0 15,3-1 0-15,-3 2 0 0,-1 0 0 16,0 0 0-16,-2 0 0 0,-1 0 0 0,3 1 0 16,-5-2 0-16,6 1 0 15,-6 0 0-15,3 0 0 0,-2-3 0 0,-1 0 0 16,3 0 0-16,-6-4-42 0,14 4-638 16,-14-4-99-16,16-4-121 0,-2-6 82 0,3-3-873 15,6-7-1126-15</inkml:trace>
  <inkml:trace contextRef="#ctx0" brushRef="#br0" timeOffset="90882.1">20127 6938 4457 0,'0'-19'-4'0,"0"4"75"0,-1 3 60 0,1 4 46 0,0-1 35 0,0 9 24 16,-2-12 4-16,2 12 7 0,0 0 18 0,0 0 13 16,0 0 2-16,-20 32-2 0,11-3-15 15,0 5-32-15,-3 5-16 0,1 9-19 16,-5 0-18-16,1 2-18 0,1-1-80 15,1-1-80-15,1 1 0 0,-2-3 0 0,3-7 0 16,-2-6 0-16,4-2 0 0,2-2 0 16,1-6 0-16,-2-3 0 0,2-5 0 0,3-1 0 15,-3-4 0-15,3 1 0 0,-3-3 0 16,0 1 0-16,-2-4 0 0,1 0 0 0,7-5 0 16,-16 3 0-16,16-3 0 0,-13-5 0 15,8-3 0-15,1-2 0 0,-1-1 0 0,5 1 0 16,3-4 0-16,-1 3 0 0,2 1 0 15,-1 1 0-15,5-3 0 0,-3 4 0 0,7 0 0 16,-1 3 0-16,0-3 0 16,1 4 0-16,1 0 0 0,1 0 0 0,-1 0 0 15,5-1 0-15,-5 1 0 0,1 0 0 16,2 1 0-16,-2 2 0 0,1-3 0 0,-4 0 0 16,1 4 0-16,-1-3 0 0,-1 0 0 15,-1 1 0-15,-9 2 0 0,15-3 0 0,-7 1 0 16,-8 2 0-16,10-1 0 0,-10 1 0 15,0 0 0-15,0 0 0 0,0 0-702 0,0 0-271 16,0 0 86-16,0 0 96 0,0 0-854 16,-23 26-1084-16</inkml:trace>
  <inkml:trace contextRef="#ctx0" brushRef="#br0" timeOffset="100764.82">15173 5668 1152 0,'-14'-2'308'0,"14"2"-76"0,-7-3-65 0,7 3-39 0,-10-2-18 0,10 2-6 0,0 0-3 0,-12-1 1 16,12 1 3-16,0 0 2 0,0 0-2 0,-9-2 0 16,9 2-6-16,0 0-9 0,0 0-1 15,0 0 1-15,0 0 14 0,0 0 25 0,0 0-5 16,0 0 11-16,0 0-5 15,0 0-7-15,0 0-3 0,55 3-11 0,-28-1-4 16,11 1-13-16,8-6-7 0,1 6-8 16,3-1-8-16,13 2-8 0,2 2-1 0,-1-2-12 15,1 3-2-15,0 1-7 0,-2-1-4 16,-4 0-2-16,-11 0-6 0,-5-1 0 16,2-2-5-16,-4-2-3 0,5 0 3 0,-2-2-5 15,-2-4 0-15,4 2-3 0,0 0-1 16,-3-2 0-16,2-1 3 0,-6-3-4 0,5 4 1 15,-4-4-7-15,0 5 1 0,0-2-3 16,0 0 1-16,-4 3-3 0,2 0 1 0,0-4 0 16,-6 4 0-16,11 0 4 0,-1 0-3 15,-1-3 1-15,3-2-1 0,0 4 0 16,2-3-6-16,11-2 6 0,-1 0-3 16,-11 1-3-16,12-7 2 0,-10 9-2 0,13-3 2 15,-3 2-1-15,-9 1 1 0,-3 0 5 16,0 0-5-16,-4 2 0 0,2-1 2 15,-13 1-1-15,-1 1-2 0,-3 0 2 0,-1-1 2 16,-1 0-4-16,1 1 2 0,-3 0-2 16,-4-1 6-16,3 1-2 0,-1-1-8 0,-2 1 4 15,5-1 1-15,0-1-2 0,1 0 2 16,1 3-2-16,0-2 1 0,11-3-1 0,-3 3 3 16,4 1-3-16,2-1 2 0,1 0 3 15,3 1-4-15,-9 2-1 0,-6-2-2 16,5 2-3-16,7-2 7 0,-8 0 2 15,-5 2-4-15,-4-1 0 0,-3 1 4 0,1 0-4 16,1-3 2-16,-10 3 3 0,4 0-1 16,-3 0 1-16,1-2-1 0,-14 2 9 0,22-2 18 15,-10-2 8-15,-1 2 8 0,-11 2 8 16,22-2 5-16,-11 2 3 0,-11 0 6 16,15-5 3-16,-15 5 8 0,15 0-5 0,-15 0-4 15,0 0 0-15,12-2-6 0,-12 2-12 16,0 0-2-16,0 0-10 0,11-4-9 0,-11 4-35 15,0 0-44-15,0 0-70 16,0 0-84-16,0 0-104 0,0 0-126 0,0 0-194 16,-28 15-59-16,18-9 74 0,-2-4-448 15,3 1-533-15</inkml:trace>
  <inkml:trace contextRef="#ctx0" brushRef="#br0" timeOffset="101930.13">21741 5636 2981 0,'-13'3'-8'0,"1"1"11"0,3-2 7 0,4 2 17 0,5-4 24 0,-14 2 17 15,14-2 17-15,-10 2 8 0,10-2 1 0,0 0-8 16,-3 5 3-16,3-5-2 16,0 0 4-16,17 8 1 0,2-6-6 0,6 4-10 15,14-2-6-15,11 0-5 0,15 1-7 16,3-1-8-16,11 0-6 0,3-4-7 16,6 2-7-16,2-4-11 0,-5 2-11 0,-1-3 0 15,3 0-1-15,-3-1-2 0,2 1 3 16,-4-1 0-16,-6 1-2 0,-2-2-2 0,-3 1 5 15,-8 4 1-15,-14-3 6 0,-1 3 1 16,-4-2-2-16,-2 1-3 0,0 1 4 0,-3-2 3 16,4 0 1-16,-3 2 1 0,3-2 5 15,3 1-3-15,2 1 4 0,5-2-4 0,10 0-7 16,2-1 4-16,2 3-4 0,1-1 2 16,2-1-3-16,0-2-1 0,-6 4-3 15,1-2 1-15,-11 2-5 0,10 0 3 16,-11 0-2-16,-1 0-2 0,-1-1-2 0,-2 1-2 15,-1-2 0-15,2 2-4 0,-4-2 6 16,-2 2 8-16,-1 0 10 0,-1-1 14 0,-1-1 7 16,-9 0 0-16,-2 0-2 0,-3 1 0 15,2-1-5-15,0-2 0 0,-4 3-7 16,4-2-2-16,-8 3 1 0,-1-2-7 0,-2-2 2 16,0 4-5-16,-4 0-1 0,2 0-3 15,-1 0 0-15,3 0-1 0,1 0 0 0,1 0-3 16,9 0 1-16,1 0-3 0,18 2 2 15,6-2-4-15,13-2 1 0,3 1-2 16,6 1 1-16,-2 0-1 0,5 0 0 16,-5 0-4-16,-4 0 2 0,-1 3-3 0,1-3 2 15,-9 2 0-15,-5-2-2 0,-4 2-2 16,-2-2-4-16,13 3 6 0,0-2 0 0,3 1 3 16,0-2-2-16,3 0-3 0,-3 0 0 15,-1 2 2-15,-12-2 4 0,-5 0 13 0,-2-2 9 16,-14 2 7-16,-5 2 11 0,-6-2 14 15,-4-2 7-15,-4 2-3 0,0 0 0 16,-1 0-12-16,-12 0-3 0,17-3 1 0,-10 2-14 16,-7 1-35-16,11 0-53 15,-11 0-63-15,0 0-94 0,0 0-111 0,0 0-145 0,0-9-236 16,0 9 50-16,0 0 64 16,0 0-393-16,-18-9-460 0</inkml:trace>
  <inkml:trace contextRef="#ctx0" brushRef="#br0" timeOffset="106212.08">4375 7038 2510 0,'0'0'-42'0,"-8"-1"25"0,8 1 20 0,0 0 15 0,0 0 8 0,-7-5 19 0,7 5 15 16,0 0 21-16,0 0 14 0,0 0 5 16,0 0 6-16,0 0 1 0,0 0 10 0,22-9-5 15,-8 7-1-15,3 2-12 0,4 2-6 16,6-2-15-16,11 2 0 0,2 4-10 16,2-4-9-16,1 3 0 0,3 2-10 0,0-2-2 15,2 1-4-15,0 0-7 16,-3 2-2-16,9 0-2 0,-9-3-7 0,3 0 5 15,-1-2-13-15,3-1 1 0,-2 0 4 16,1-2-4-16,5 0-8 0,-3 0 5 0,10-4-4 0,-12 3 6 16,10-3-2-16,-11-1-5 15,1 1 6-15,10-1-9 0,-3-1 3 0,-8 1-3 16,-1 0-1-16,-3-1-6 0,2 3 4 16,-2-2 0-16,-1 3-1 0,-5-1 1 0,3-2 0 15,-7 4-2-15,4-2 3 0,-6 2 3 16,7-3-5-16,-6 2-6 0,-8-1 6 0,4 1 1 15,14-1-1-15,-6-2 4 16,5 3-5-16,2-2 3 0,0-2 0 0,0 1-4 16,1-1 3-16,3 0 4 0,-2 4-6 15,0-2 1-15,-1 1-7 0,-1 0 2 16,4 1 2-16,-8 2 1 0,-6 0-2 0,-3-2 0 16,-1 2 6-16,-3 0-2 0,6-1 2 15,-5 1-3-15,12-2-5 0,0 0 8 0,0-2-5 16,2-1 8-16,4 2-8 0,-1-5 0 15,14 3 1-15,-11-1 2 0,13 0-3 0,0 2 1 16,-12 0 0-16,-1 2 0 0,-1 2-4 16,-2 0 6-16,-11 0-4 0,-3 2-3 0,-5-2-3 15,-3 2 4-15,-2-2-1 16,-2 2 0-16,2-2 5 0,-4 2-7 0,4-2 10 16,1-2-9-16,3 0 13 0,4 0-10 15,14-2 11-15,-4-1-6 0,5 3 2 16,0-2 1-16,-1-2-6 0,0 4 1 0,0 0 2 15,0 0-5-15,-2 2 5 0,-1-2-5 16,-6 2-2-16,-5 0 0 0,1 2 3 0,-3 0 3 16,2 0-6-16,0-2 2 0,-3 2 3 15,1 1 2-15,-2-2-9 0,-3-1 11 0,1 0-7 16,0 0 4-16,4 0-2 0,-4 0 4 16,1-1-3-16,5 1-2 0,-2 0 1 0,1 0-4 15,-3 0 1-15,2-3 0 16,-4 3 1-16,-2 0-1 0,-2 3-3 0,-1-3-12 15,-6 0 2-15,1 0-1 0,-13 0 0 16,25 0 6-16,-13 1 5 0,-12-1-5 16,17 0 1-16,-17 0 4 0,18 0-2 0,-18 0 5 15,18 0-1-15,-4 0 2 0,2 0 0 16,2-1 3-16,3 1-1 0,5-3-4 0,1 1 3 16,2 2-6-16,-6 0 5 15,3 0-6-15,-4 0 4 0,-2 0 1 0,1 2-3 16,2 1-4-16,-6-2 3 0,1 1-9 0,-4 0 8 15,0 0 0-15,1-1-6 0,-1 0 6 16,1-1 8-16,0 3-4 0,2-3-3 16,1 0 4-16,1 0 3 0,3-3 0 0,1 3-5 15,6-1 0-15,-1 0 0 0,-1-1 9 16,11 0-10-16,-6 0 1 0,-5 1 1 16,2-2-4-16,-4 1 0 0,-3 2-1 0,-1 0-5 15,2 0 10-15,-1 0 0 0,-4 0-6 16,5 0 2-16,-2-2 2 0,4 0 0 0,-1 0 2 15,-1 0-6-15,4 2 7 0,0-4-1 16,4 4-3-16,-3-3 0 0,12 2 0 0,1-3 5 16,-2 2-3-16,-6 1 7 0,-5 1-3 15,-1-2-1-15,0 0-13 0,-5 2 0 16,-1 0-6-16,1 0-5 0,-8 2 2 16,2-2 6-16,-1 0 3 0,1 2-3 15,-4-2 6-15,-12 0 2 0,20 1 2 0,-11 1-2 16,-9-2 1-16,21 2 5 0,-11-2 4 15,-10 0-8-15,23 2 4 0,-10-2-1 0,2 0 2 16,7-2 0-16,-2 2-2 0,1 0 2 16,-1 0 5-16,5 2-7 0,0-2-1 0,0 1 2 15,-2 2 4-15,2-3-10 0,-6 4 2 16,6-2 8-16,-4 0 3 0,-3 0 2 0,2 0-4 16,-1-2-7-16,0 0 2 15,0 0 4-15,0 2 3 0,0-2 1 0,0 0-3 16,4 0-1-16,0 3 1 0,-2-3 5 15,4 0-4-15,4 1 3 0,-5 1-1 16,2-2-10-16,-1 2 4 0,-2-2 4 0,-3 3-3 16,-2-3 0-16,-2 1 6 0,-3 2-8 15,1-3-2-15,-1 0 5 0,-13 0 0 0,19 2-2 16,-19-2 4-16,17 2-8 0,-17-2 11 16,17 2-1-16,-8-2-3 0,-9 0 0 0,25-2 3 15,-8 0-5-15,4 0 0 0,2 2 2 16,1 0 3-16,1 0 2 0,7 0-9 15,8 2-1-15,-12 2 1 0,-3-4-2 16,-1 4 2-16,-3-2 6 0,1-1-7 0,-9 0-2 16,2 2 4-16,-2-2-6 0,-13-1 3 15,23 2 4-15,-12 0 0 0,-11-2-1 16,18 2-1-16,-9-2 0 0,-9 0 7 0,21 0-11 16,-21 0 10-16,25-2-3 0,-12 0 1 15,1 2-4-15,-14 0 1 0,24 0-1 0,-12-2 3 16,1 2 2-16,-13 0-7 0,20 2 6 15,-20-2-4-15,16 0 5 0,-16 0-2 0,14 0-1 16,-14 0-5-16,13 2 5 16,-13-2 2-16,18 0-3 0,-18 0 0 0,14 0-4 15,-14 0-5-15,22 0-1 0,-10-2 4 16,4 2-1-16,5-2-8 0,-2 1-4 16,4 1 0-16,0 0 4 0,4 0-3 0,2 0-7 15,-4 0-12-15,2 1-7 0,0-1-6 16,2 2 2-16,-4 0 4 0,-1-2 2 0,1 2 8 15,-2-2-3-15,0 0 4 0,2-2 0 16,-2 2 9-16,-3 0 1 0,9-2 6 0,-3 0 1 16,1 2 3-16,0-4 1 0,2 3 0 15,-2-2 2-15,-3-1 2 0,-5 2 4 0,0 0-2 16,-2 2 0-16,-1-2 0 16,-2 2 2-16,-2 0 6 0,-12 0 1 0,22-3 5 15,-22 3 10-15,16-1 9 0,-6 0 1 16,-10 1 9-16,13-2-3 0,-13 2-5 15,17-4-3-15,-7 3 7 0,-10 1-10 0,19-5 1 16,-7 3-3-16,1-4-1 0,2-1 1 16,-4 2-6-16,5-2-4 0,-3 3 5 0,2-3-4 15,-1 0 2-15,-5 1-6 0,5-1-1 16,-1 3 4-16,-4-4-3 0,5 2-3 0,-5 0 3 16,0 0 0-16,3-1 7 0,-1-2 11 15,1 1 8-15,0-1 2 0,-3 1 7 16,-1-4 3-16,-1-2-5 0,5-3 4 0,-2-2 4 15,3-9 8-15,-2-1-1 16,1-2-8-16,1-2-6 0,-1-4-5 0,2-9-6 16,2 0 0-16,-1 1-5 0,3-1-7 15,-6 1 2-15,4 0-6 0,-5 9 6 0,2 0-3 16,1 4 0-16,-5-1-4 0,0 4-8 16,-2 6 4-16,-1 3 3 0,-3-1-7 0,-1 4 0 15,2 0 4-15,-4 1 0 0,0 0 0 16,-2 2 6-16,0 2-9 0,0 0-2 0,0 0 6 15,1 4-5-15,-5-3 0 0,-1 4-7 16,2-1 5-16,-1 1 0 0,-5 2 2 0,3 1 0 16,1 3-7-16,-3-3 3 0,10 4 4 15,-19-3-6-15,12 1 7 0,7 2 6 16,-22 0-3-16,22 0 0 0,-20 0 8 16,20 0 2-16,-23 2 9 0,7-2 7 15,1 2-4-15,2-1 2 0,-8 1 8 0,6 1-3 16,-7-1 0-16,6 2 5 0,-7-1-5 15,-2-1-3-15,4 0 9 0,0 1-1 0,3-2 0 16,-5 1-6-16,-2 0-1 0,0 1-6 16,-2-1-1-16,0 0-8 0,2 0 6 0,-1 1-5 15,1-1-3-15,-2-1-2 0,3-1 0 16,-3 2-3-16,0-2 1 0,0 2-4 16,-2-2 1-16,4 0-2 0,-6 2 1 15,1-2-1-15,-1 2-5 0,3-2-6 0,-5 1 6 16,-7 2 1-16,5-3-3 0,7 0 1 15,-3 0 2-15,1 0-3 0,-12 0 1 0,8 2-4 16,-5 0 5-16,1-1-8 0,-1 1 6 16,6 0 1-16,5 0 1 0,-3-2-1 15,-10 1-1-15,9-1 2 0,3 2-1 0,2-2-1 16,-5 0-1-16,5 0 0 0,0 3 0 16,-4-3 0-16,5 0 4 0,-3 0-7 0,0 2 5 15,1-2-3-15,-3 2-1 16,-9-2 4-16,-2 2-4 0,2 1 2 0,1 0-3 0,-6-1-1 15,5 0 2-15,3 1 3 16,-6-1 0-16,13 0 0 0,-1-1 1 0,1-1-1 16,-10 5 1-16,8-5-4 0,-6 4 3 15,4-2-4-15,7 0 4 0,-2 2-3 0,0-4 1 16,-3 0-5-16,3 0 7 0,1 2 0 16,-3-2-7-16,3 2 8 0,-1 0 1 0,0 0-2 15,-1 0 0-15,-10-1-2 0,1 2-2 16,3-3 4-16,8 3-3 0,-3-3 2 15,-7 4-1-15,6-2 2 0,3 0 0 0,-1-2-2 16,3 1-1-16,-2 2 1 0,-1-3 0 16,1 0 2-16,3 0-1 0,-1 0 2 15,1 2-4-15,-1-2 3 0,0 0-2 16,4 0 4-16,0 2-5 0,0-2 1 0,-3 0 0 16,-1 0 1-16,-1 2-1 0,1-2 0 15,-2 2 2-15,1-2-3 0,-3 2-1 0,3 0 0 16,-3-2 3-16,2 2-3 0,1-2 3 15,-1 0-10-15,4 3 13 0,-4-3-14 0,7 0 13 16,-3 0 0-16,2 0-1 16,-3 0-3-16,-1 0 0 0,5 0 1 0,-5 2-3 15,0 0 2-15,0-2 3 0,2 2-8 0,2-2 6 16,3 0 1-16,-1 0 0 0,-1 2 1 16,9 0 1-16,-6-2-2 0,2 2 0 0,2-2 3 15,0 0-1-15,1 0-7 16,-1 0 5-16,1 0 1 0,1 0-1 0,-2 0-2 15,0 0 0-15,-1 0 1 0,1 0 0 16,-6 0 1-16,3 0-4 0,-2 0 5 0,-3 0-2 16,0 0 0-16,-5 0 0 0,2-2 0 15,-5 4 4-15,3-4-3 0,-3 2 0 0,-10-2-2 16,7 2 1-16,4 0-7 0,-14-4 4 16,0 4 4-16,2 0 1 0,1-2-1 0,-2 2-2 15,0-2 5-15,0 2 2 0,0-3-9 16,0 3-3-16,-4-4 8 0,-1 0-16 15,1 2 14-15,1 0-3 0,3 0 4 0,-2 2 1 16,6 0-2-16,4-3 0 16,7 3 0-16,-1 0-2 0,0 3 3 0,3-3-3 15,-3 2 3-15,5 0-2 0,-1 0-1 16,-2 2 1-16,4 0-1 0,-4-1 1 0,2-1-3 16,-3 2 3-16,0 0-6 0,1-2 7 15,0 0 1-15,6-2-1 0,2 3 4 0,2-2-1 16,5-1-2-16,-1 2-1 0,13-2 0 15,-23-2 3-15,23 2 4 0,-20-4-8 0,13 2 2 16,7 2 2-16,-13-4 0 0,13 4 0 16,-11-8 3-16,11 8 5 0,-8-5 7 15,8 5 3-15,-9-6 10 0,9 6-1 16,-4-6 6-16,4 6 4 0,-5-6 1 0,5 6 2 16,-9-9 1-16,9 9-2 0,-4-8-1 15,4 8 2-15,0-10 0 0,0 10-3 16,-5-11-1-16,5 11-2 0,-4-8 3 0,4 8-2 15,-2-9-6-15,2 9-3 0,-5-7-2 16,5 7-4-16,-2-7-3 0,2 7-1 0,0 0-4 16,-4-10 1-16,4 10-2 0,-1-5-1 15,1 5-1-15,-7-7 0 0,7 7-2 0,0 0-1 16,-6-8 1-16,6 8-7 16,-5-6-1-16,5 6-1 0,0 0 3 0,-6-5-1 15,6 5-6-15,-7-3 6 0,7 3 0 16,0 0-5-16,0 0-6 0,0 0 4 0,-19 15-2 15,9 4 5-15,-3 12 0 0,-4 11 5 16,-3 11-1-16,1 1-1 0,1 6 1 16,-2 3-1-16,7 3 5 0,-2-1-1 0,0 0-4 15,3-3 4-15,1-6 0 0,1 0-1 16,0-17 3-16,3 0-19 0,1-4-29 0,1-1-58 16,-2-9-65-16,4-4-91 0,-1-4-106 15,0 0-125-15,1-2-187 0,-3 0 18 0,2-6 70 16,-2 0-412-16,2-1-473 15</inkml:trace>
  <inkml:trace contextRef="#ctx0" brushRef="#br0" timeOffset="122693.33">5374 7524 1226 0,'0'0'337'0,"3"3"-103"0,-3-3-25 16,0 0-6-16,8 2-5 0,-8-2-10 0,0 0 1 0,0 0-4 15,0 0 11-15,0 0 10 0,0 0 6 16,0 0 3-16,0 0-3 0,0 0 4 16,0 0-8-16,0 0-1 0,0 0-2 0,0 0 0 15,0 0-7-15,0 0-2 0,0 0-7 16,0 0-4-16,0 0-3 0,0 0-12 16,0 0 1-16,0 0-12 0,0 0-13 15,0 0-16-15,0 0-14 0,0 0-6 0,0 0-14 16,0 0-10-16,-47-4-12 0,29 4-2 15,-1-1-14-15,-4 1-1 0,-2-3-9 0,0 2-7 16,-3 0-4-16,-1-3 1 0,-7 0-6 16,6 1-3-16,3-1-2 0,-11 0-7 0,9 0 4 15,4 0-5-15,-1 2-3 0,0-2-5 16,-1 0-1-16,0 3-2 0,0-2 3 16,2-1-1-16,0 3-7 0,1-3 5 0,3 4 3 15,0-2-10-15,0-1 10 0,2 0-12 16,2 3-1-16,2 0 6 0,1 0-8 0,1-3 10 15,1 3-11-15,12 0 9 16,-16-1-8-16,6 1 5 0,10 0-3 0,0 0 2 16,-17-2-2-16,17 2 4 0,-8-2 3 15,8 2-6-15,0 0 7 0,-12-1-3 0,12 1 2 16,0 0 3-16,-9-3-4 0,9 3 0 16,0 0-2-16,0 0 4 0,0 0-4 0,-11 0 1 15,11 0-8-15,0 0 3 0,0 0 1 16,0 0 1-16,0 0 0 0,0 0-1 0,0 0 8 15,0 0-1-15,-16 0 3 0,16 0-1 16,0 0 0-16,0 0 1 0,0 0-1 16,0 0-3-16,0 0-4 0,0 0 3 0,0 0-4 15,-5 6 3-15,5-6-1 16,-4 12 3-16,4-1 21 0,-4 7 11 0,1 3 3 16,-6 10 0-16,0 0 5 0,2 4-13 15,-3 1-32-15,0 3 0 0,-1-2 0 0,-3 10 0 16,1-1 0-16,0 2 0 0,0-11 0 15,2 2 0-15,0-8 0 0,0 4 0 0,0-4 0 16,1-2 0-16,4-3 0 0,-1-4 0 16,2-3 0-16,-4-2 0 0,7-2 0 0,-3-1 0 15,1 0 0-15,0-2 0 0,3-2 0 16,-3 0 0-16,2-3 0 0,0 1 0 0,2-2 0 16,0-6 0-16,-3 11 0 0,3-7 0 15,0-4 0-15,-3 8 0 0,3-8 0 16,-2 8 0-16,2-8 0 0,-4 6 0 0,4-6 0 15,0 5 0-15,0-5 0 0,0 0 0 16,4 12 0-16,-2-8 0 0,-2-4 0 16,12 8 0-16,-5-2 0 0,2-1 0 15,5 1 0-15,1-2 0 0,3 2 0 0,5-3 0 16,-1 4 0-16,3-3 0 0,2 1 0 16,7 1 0-16,-4-2 0 0,-3-1 0 0,7 4 0 15,-5-2 0-15,-2-1 0 0,-1-1 0 16,1-1 0-16,0 1 0 0,4-1 0 15,6 1 0-15,-6-1 0 0,-1 0 0 16,6-1 0-16,4 1 0 0,1 2 0 0,0-3 0 16,-3 1 0-16,5 0 0 0,-4 0 0 15,1-1 0-15,3 2 0 0,0 1 0 0,1-1 0 16,4 3 0-16,0-1 0 0,-3 0 0 16,3 0 0-16,7 2 0 0,-11 0 0 0,2-1 0 15,-3 0 0-15,4 1 0 0,-6-2 0 16,4 0 0-16,-4-2 0 0,-1 4 0 0,1-2 0 15,-2-1 0-15,-5-3 0 0,-7 3 0 16,2-2 0-16,-1 2 0 0,-2-4 0 16,1 2 0-16,2 1 0 0,-3-1 0 0,3 0 0 15,9 2 0-15,1 0 0 0,1-2 0 16,-1 0 0-16,2 2 0 0,1 0 0 16,1-2 0-16,3 2 0 0,4-3 0 15,1-1 0-15,12 4 0 0,-1-2 0 0,-1 0 0 16,2 2 0-16,-13-2 0 0,-2 2 0 15,-3 0 0-15,0-2 0 0,-4 4 0 0,-3-3 0 16,1 3 0-16,-1-1 0 0,-2 0 0 16,-6-1 0-16,6 1 0 0,2 0 0 0,1-2 0 15,5 1 0-15,-2-1 0 0,1-2 0 16,-1 1 0-16,2 0 0 0,0 0 0 16,2 0 0-16,-4-1 0 0,-10 1 0 0,-2-2 0 15,-3 2 0-15,-2-1 0 0,-2-1 0 0,-1 2 0 16,0-2 0-16,-1 2 0 15,6-2 0-15,1 2 0 0,1-2 0 0,13 1 0 16,-1-1 0-16,3 0 0 0,4 2 0 16,-2-2 0-16,1 0 0 0,-1 2 0 0,-1-2 0 15,3 4 0-15,-6-4 0 0,2 2 0 16,-4 4 0-16,-8-5 0 0,6 3 0 0,-4-1 0 16,-9 1 0-16,0-1 0 0,2-1 0 15,0 1 0-15,2 0 0 0,8 1 0 0,1-1 0 16,3 1 0-16,-1-3 0 15,1 1 0-15,0 0 0 0,0 0 0 0,-1-1 0 16,3 1 0-16,-11 0 0 0,-1 0 0 16,-5-2 0-16,1 1 0 0,0 1 0 0,-3-2 0 15,5 3 0-15,-5-1 0 0,3-2 0 16,0 3 0-16,4-1 0 0,6 0 0 0,3 1 0 16,-1-1 0-16,-1 1 0 0,3 1 0 15,-2-1 0-15,1-1 0 0,-8 1 0 0,6-1 0 16,-6 2 0-16,7-3 0 0,-1 3 0 15,-5-3 0-15,4 3 0 0,3-3 0 0,3 1 0 16,0 0 0-16,1-2 0 0,5 0 0 16,1 0 0-16,2 0 0 0,1 0 0 15,-2 2 0-15,-1-2 0 0,-1 2 0 0,-1-1 0 16,-3 2 0-16,0-3 0 0,-4 4 0 16,-10-2 0-16,-2 1 0 0,-3 0 0 15,-3-3 0-15,4 4 0 0,-2-1 0 0,1 1 0 16,1-4 0-16,0 3 0 0,-2 0 0 15,1-2 0-15,-1 2 0 0,0-1 0 16,1 0 0-16,1 0 0 0,2 0 0 0,-3 0 0 16,3-2 0-16,0 3 0 0,-1-3 0 15,1 2 0-15,1 0 0 0,6 2 0 0,4 0 0 16,3-2 0-16,-2 2 0 16,2 0 0-16,-2 0 0 0,3 0 0 0,-2 1 0 0,3 1 0 15,-2 0 0-15,0 0 0 0,4-1 0 16,-2-2 0-16,-1 3 0 0,1-3 0 15,2-1-30-15,-4 2-4 0,2 0-9 16,3-4-3-16,-1 2 7 0,-4 0-11 0,3-2-8 16,-1 3-1-16,4-3 6 0,-6 0 6 15,0 0 3-15,4 0 5 0,-6 0 6 0,2 0-10 16,-9-3 24-16,-6 3-11 0,3 0 3 16,-1 0 8-16,-3-2-11 0,2 0 13 0,1 2 6 15,-3 0 1-15,-1-2 1 16,-1 0-1-16,-2 1 10 0,-2 1-4 0,1-3 1 15,-2 3-3-15,-1 0 2 0,0-2-9 16,-2 0 14-16,-2 1-8 0,4-3 3 0,-1 2 2 16,0-1 1-16,2 0-12 0,-2 1 7 15,5-2 4-15,2 0 0 0,-1 2 6 0,0-3-6 16,0 2-2-16,0 2 1 0,2-1 6 16,-3-1-5-16,1 0 1 0,-4 3 5 0,1 0-5 15,0-2 4-15,-2 0-8 0,0 2 4 16,4-2-1-16,-2 2 4 0,0 0-1 0,0-2-2 15,-1 2 8-15,-2 0-3 0,1-2-2 16,-6 2 4-16,3-2-1 0,1 4 0 16,-3-4 4-16,-3 2 7 0,-11 0-8 15,23 0-5-15,-10-1 1 0,-2 1 1 0,-1 0-4 16,3 1 0-16,-1-1 1 0,-1 0 3 16,0 2 4-16,5-2-3 0,-5 2 1 0,1-2 2 15,-1 0-4-15,0 0 14 0,-11 0 7 16,25 0 8-16,-15 0 6 0,3-2 6 0,-2 0 8 15,3 1-5-15,3-3 4 0,-3 1 3 16,-2-1-11-16,4 2-1 0,1-1 0 0,-3 1-8 16,0-2-5-16,0 0-1 0,3 2-4 15,-1 0-3-15,-3-1-3 0,0 2 0 0,-2-1 0 16,2 0-2-16,1 0 0 0,1 0-18 16,1 1 0-16,-3-1 0 0,2 0 0 15,2-2 0-15,1 2 0 0,-2-4 0 16,-2 6 0-16,-1-6 0 0,3-1 0 0,-2 0 0 15,0 0 0-15,3-5 0 0,1-2 0 16,1-4 0-16,-1-4 0 0,4-6 0 0,-3 0 0 16,5-7 0-16,1-4 0 0,5 1 0 15,3-5 0-15,1-2 0 0,5-3 0 16,10-14 0-16,4-3 0 0,1 1 0 0,1 0 0 16,-6 6 0-16,-13 15 0 0,0 4 0 15,-9 3 0-15,-6 7 0 0,1 0 0 0,-9 5 0 16,1 3 0-16,-5 5 0 0,-4 2 0 15,4 0 0-15,-6 0 0 0,5 0 0 16,-5 5 0-16,1-3 0 0,0 4 0 16,-1-1 0-16,1-3 0 0,3 2 0 0,-2-3 0 15,3 1 0-15,-3 0 0 0,3-2 0 16,-6 0 0-16,4 2 0 0,-1 2 0 0,-1 2 0 16,0-3 0-16,-2 5 0 0,-1-1 0 15,1 0 0-15,1 0 0 0,-3 7 0 0,0-10 0 16,0 10 0-16,-3-11 0 0,1 6 0 15,2 5 0-15,-3-10 0 0,-3 5 0 0,2 0 0 16,-1 0 0-16,-1 0 0 0,0 1 0 16,0-1 0-16,-1 1 0 0,0 1 0 15,-4-3 0-15,0 2 0 0,2-1 0 16,-7-2 0-16,4 0 0 0,-2 0 0 0,-3 0 0 16,-1 0 0-16,0-2 0 0,2 4 0 15,2-2 0-15,-4 3 0 0,0-2 0 0,2 2 0 16,-4 0 0-16,2 2 0 0,-2-2 0 15,-1 2 0-15,-4 2 0 0,3 0 0 0,-5 0 0 16,-1 0 0-16,-3 0 0 0,-9 0 0 16,-2 0 0-16,-1 2 0 0,-4-4 0 0,2 2 0 15,-3 0 0-15,-1-5 0 16,-1 4 0-16,0-3 0 0,0 3 0 0,-11-2 0 16,11 0 0-16,-13 0 0 0,2 0 0 15,-2 1 0-15,11 0 0 0,1-1 0 0,2 2 0 16,-1-3 0-16,4 4 0 0,0 0 0 15,7 0 0-15,4 0 0 0,7 0 0 0,-1 0 0 16,2 0 0-16,0 0 0 0,4 0 0 16,3 0 0-16,-3 0 0 0,2 1 0 0,-2-1 0 15,0 0 0-15,-7-1 0 0,1-1 0 16,-11 0 0-16,0 0 0 0,-2 0 0 0,2-1 0 16,-4 3-8-16,5-3-8 0,-4 0 4 15,3 1 2-15,1-2 3 0,-2 3 0 0,-1 0-1 16,8-2 0-16,6 2-3 0,-15-1 13 15,11 2-11-15,1-2 11 0,-8-1-2 16,-1-1-4-16,1 1 4 0,7 3-5 16,1-2 2-16,2 2 5 0,1-1-11 0,-3-1 6 15,-6 0-2-15,2 0 2 0,9 1 5 16,-3 1-10-16,-11-1 3 0,12-2 3 0,3 2 2 16,1 1 0-16,2 0-4 0,1 0 0 15,-6-2 5-15,6 2-3 0,-8-2 1 16,2 2-1-16,-2-2 2 0,-10-1-1 0,-2 3 1 15,-3-4-3-15,-2 4-1 0,3-1 2 16,-4-1 0-16,2 2 2 0,3-3-2 0,-4 1-1 16,12 2-2-16,-5-2 7 0,5 2-6 15,6 0 5-15,-1 0-3 0,0-1-1 16,3 1-2-16,-2-1 1 0,-1 1 1 16,2 0-7-16,1-3-5 0,-5 3-7 0,2 0 5 15,-8-3 2-15,0 3-1 0,-5 0 5 16,2-2-1-16,-4 0 1 0,2 2-2 0,1 0 4 15,-3-1-2-15,2-1 5 0,1 0 1 16,9 0 4-16,3 2-1 0,2-3-4 0,2 0 4 16,3 3 0-16,1-1 4 0,5 0-5 15,-4-1 0-15,5 1 6 0,1-1-6 0,-2 0 5 16,0 0 2-16,-3-1-6 0,-2 1 0 16,0 1 0-16,-6-1 5 0,2 0-3 0,-7 0 1 15,-8 0-1-15,3-2-4 16,2 3 4-16,5 0 4 0,-13-3-1 0,5 0 1 0,-1 2-6 15,-2 0 1-15,3-2-3 16,-1 1 4-16,0 1-1 0,-1-1-3 0,0-1 0 16,2 3 5-16,-2-3-5 0,-2 2 1 15,0-1 0-15,-4 0 1 0,0 3 4 0,-3-4-5 16,1 1-2-16,-1 1 3 0,1-1 2 16,-4-2 0-16,3 5 1 0,0-2 2 0,-1 0-3 15,3 0 5-15,-3 0-5 0,4 1-3 16,0-2 4-16,3 3-2 0,0-3-4 0,5 3 4 15,-5 0-2-15,11 0 1 16,3 0-1-16,0 0 0 0,1 0 4 0,-3 3-4 16,-7-3 1-16,5 0 2 0,5 0 4 15,0 3 0-15,-1-3-4 0,2 0 4 0,-1 0-7 16,-1 0 5-16,0 0-4 0,1 1 12 16,-1-1-13-16,2 2 3 0,-3-2 4 0,1 0-4 15,1 2 0-15,-1 0 0 0,2 0-2 16,-1-2 2-16,2 2-2 0,-1 1-2 0,-2 0 1 15,2-1 2-15,2 0 0 0,-3-1 4 16,-1 0-3-16,2 2 2 0,-3-3-2 16,4 4 2-16,-3 0-4 0,-8 1 2 0,5-1-2 15,5-1 4-15,2-1-3 0,-4 1-2 16,0-1 8-16,-8 3-4 0,5-2-5 16,3-1 2-16,-7 3 3 0,8-1-4 15,-1-1 3-15,5 1 3 0,-3-2 4 0,0 1-9 16,2-1 2-16,2-1 1 0,3-1 1 15,1 2 1-15,-3 0-1 0,4-2-4 0,0 2 2 16,4-2 0-16,-2 0-10 0,-4 1 10 16,2-1-2-16,0 2-1 0,-2-2-2 0,-1 1 5 15,-4 0-3-15,0 3-2 0,-4-2 1 16,2 0 0-16,-12 2 9 0,6-1 2 0,-4 0-18 16,-4 2 11-16,-1-3 3 15,10 0-3-15,5 0-1 0,0 1 5 0,2 0-10 0,1 1 9 16,1-2-5-16,4-2 4 15,1 1 0-15,-2 1-8 0,3 0 8 0,2 0-5 16,-1-1 7-16,3 2 1 0,-3-2-8 16,2 0-1-16,-6 3 3 0,4-2 0 0,-4 1 1 15,1-2-1-15,2 3 2 0,-2-1 1 16,2 3-3-16,1-5 4 0,0 3-2 0,-2-1-2 16,4-1-4-16,0 2 3 0,3-3 4 15,-2 2-4-15,1 0 5 0,2-2-3 0,-2 0-3 16,1 3 3-16,0-1-14 0,-1 0 6 15,1-1 12-15,1 0-13 0,-3 2 9 16,2-1 2-16,-3 0-3 0,3 0 3 16,-3 0-2-16,3 0 1 0,0 0 2 0,-3-1-2 15,3 1 0-15,-1 1 5 0,-1 0-4 16,2-3-4-16,-3 2 12 0,1 0-7 0,-1 0 4 16,1-1-6-16,-4 2-6 0,4-3 3 15,-3 3-9-15,1-4 19 0,1 3-10 0,0-2 4 16,-2 1-2-16,3 0 2 0,-3-2 1 15,0 1 0-15,0 2 0 0,3-3-1 0,0 0 4 16,-3 0 0-16,5 0-1 0,-2 0 2 16,-2 0-3-16,3-3-6 0,-3 3 3 15,1-1-11-15,1 1 12 0,-3 0-2 0,4 0-6 16,-3 0 9-16,1-2-17 0,-1 4 20 16,1-2 2-16,1 0-6 0,13 0 3 15,-23 0-4-15,12 0-3 0,-1 0 8 0,12 0-11 16,-23 0 4-16,14 0-1 0,-2 0 8 15,11 0-11-15,-27 0 11 0,11 0-14 16,1 1 9-16,-2 2-1 0,-2-3 4 0,-2 0-5 16,0 3 2-16,-4-2-3 0,-1 1-3 15,-1 0-7-15,2 0 26 0,-1 0 11 0,-1-1 18 16,7 0 18-16,0 2-3 0,-1-3 0 16,4 0-5-16,3 3 1 0,1-3-1 0,0 1-53 15,3-1 0-15,10 0 0 16,-19 2 0-16,19-2 0 0,-15 0 0 0,15 0 0 15,-12 0 0-15,12 0 0 0,0 0 0 16,-15 0 0-16,15 0 0 0,0 0 0 0,0 0 0 16,-14 0 0-16,14 0 0 0,0 0 0 15,0 0 0-15,0 0 0 0,0 0 0 0,0 0 0 16,-11-2 0-16,11 2 0 0,0 0 0 16,0 0-277-16,0 0-323 0,0 0-133 0,0 0-162 15,0 0 76-15,29 8-836 0,-29-8-1093 16</inkml:trace>
  <inkml:trace contextRef="#ctx0" brushRef="#br0" timeOffset="125174.94">15489 9881 1515 0,'-11'-3'175'0,"11"3"-58"0,-11-2-20 0,11 2-16 0,-11-1-1 0,11 1 0 16,0 0-3-16,-9-2-3 0,9 2 1 16,0 0-7-16,0 0-2 0,0 0 3 0,0 0-10 15,-9-4 0-15,9 4-4 16,0 0-4-16,0 0 1 0,0 0 1 0,0 0 0 15,0 0-10-15,0 0-4 0,49 6-2 16,-28-6-9-16,21 1-2 0,2-1-8 0,3 0-15 16,5 0-22-16,0 0-17 0,-2 2-23 15,2-2-27-15,-2 0-36 0,-7 3-35 16,0 1-30-16,-11-3-45 0,-6 1-45 0,-5 0-395 16,-3 0-167-16</inkml:trace>
  <inkml:trace contextRef="#ctx0" brushRef="#br0" timeOffset="127840.52">8612 9172 1912 0,'5'0'138'0,"-5"0"36"0,0 0 34 0,0 0 30 0,0 0 25 16,0 0 16-16,0 0 4 0,15-3 4 0,-15 3 0 0,0 0 2 15,0 0-12-15,0 0-6 16,0 0-17-16,0 0-37 0,0 0-12 0,0 0-23 15,0 0-12-15,0 0-21 0,0 0-6 16,0 0 5-16,0-6-2 0,0 6-22 0,0 0-11 16,0 0-10-16,-13-12-7 0,7 10-14 15,-6 0-13-15,1 0 0 0,-2 2-17 0,-4 2 0 16,-6 2-4-16,-10 5-5 0,3 3-11 16,-1 2-1-16,6-1-4 0,-3 1-2 15,4 3-1-15,-1-3-2 0,7 3-1 0,5-4 6 16,1 3 20-16,1 1-4 0,0 0 3 15,8-2 9-15,-6 2-6 0,7-1 5 0,2-3-5 16,0 7-4-16,4-1-7 0,4 0 0 16,2-1-7-16,6 5-4 0,9-6-6 15,2-3-39-15,3-2-59 0,5-4-73 16,1-1-72-16,4-5-84 0,-7-2-105 0,6 0-98 16,-1-4-94-16,-1-4-153 0,-3-1 4 15,-9 1 83-15,-4 1-572 0,-2-3-704 0</inkml:trace>
  <inkml:trace contextRef="#ctx0" brushRef="#br0" timeOffset="128075.3">8972 8949 3739 0,'0'-11'166'16,"-3"1"49"-16,-1 7 23 0,4 3 6 15,-1-10-9-15,1 10-18 0,0 0 17 16,0 0 20-16,0 0-10 0,-11 35-17 0,3 0-30 15,2 2-15-15,0 5-17 0,2-2-17 16,-3 13-25-16,1-7-12 0,3-2 0 0,-4 9-28 16,4-12-32-16,-3 0-31 0,2-3-32 15,-1-1-39-15,3-8-47 0,0-6-44 0,-2 0-48 16,4-5-59-16,-2 0-72 16,0-1-72-16,2-5-74 0,0-2-90 0,0-3-143 0,2-2 59 15,-2-5-510-15,10 3-617 16</inkml:trace>
  <inkml:trace contextRef="#ctx0" brushRef="#br0" timeOffset="128408.04">9198 9259 3264 0,'0'0'81'0,"-13"0"45"0,13 0 36 16,-15 5 29-16,5 0 13 0,0 2-3 15,1 3-8-15,2 4-13 0,-3 0-16 0,4 5-18 16,0-1-14-16,4 1-14 0,2 2-9 15,2-1-12-15,0 1-10 0,7 0-7 16,-4 0-9-16,4-5-3 0,2 2-3 16,1-5-9-16,-1-2 0 0,3-3 9 0,-1-1 8 15,-2-4 12-15,1 1 17 0,1-4 32 16,-13 0 20-16,23-7 5 0,-12 0 15 0,1-3-2 16,-4-5 0-16,1-1-6 0,1-5-14 15,0-8-14-15,-5 8-14 0,-3-2-14 0,2 5-13 16,-3 1-13-16,-1 0-20 0,0 3-29 15,-1 2-28-15,-5 4-38 0,2 1-34 0,-5 2-51 16,-3 0-51-16,3 5-63 0,9 0-77 16,-21 3-87-16,10 0-96 0,-1 1-116 0,4 3-162 15,3-2 36-15,1 0 74 0,4-5-551 16,5 10-672-16</inkml:trace>
  <inkml:trace contextRef="#ctx0" brushRef="#br0" timeOffset="128792.36">9675 9211 3321 0,'-4'-8'28'15,"2"1"54"-15,2 7 46 0,-10-10 18 0,10 10 13 16,-11-4-1-16,11 4-6 0,-16 0-5 16,16 0-5-16,-18 2-11 0,6 3-12 15,1 2-14-15,2 0-7 0,-2 5-14 16,4-2-9-16,-2 0-5 0,3 4-9 0,2 0-4 15,2-3-8-15,0 3-3 0,4 0-1 16,-2-1 14-16,3 5 23 0,0-1 28 0,1 1 23 16,-2-1 27-16,2-1 23 0,-3 1 13 15,1 3 21-15,-2-3 13 0,2 0 12 16,-4 0-1-16,0-2-7 0,1 0-16 0,-5 1-20 16,-1-2-14-16,4-1-83 0,-5 0-101 15,3-5 0-15,-2 1 0 0,-4 1 0 16,4-5 0-16,-4 0 0 0,4-3 0 15,7-2 0-15,-22 0 0 0,22 0 0 0,-19-10 0 16,11 1 0-16,-1-1 0 0,-3-6 0 16,7 3 0-16,-1-4-25 0,2 1-386 0,3-1-93 15,1 1-98-15,1 0-126 0,1-1-107 16,6 3 85-16,-3-1-725 0,7 5-922 0</inkml:trace>
  <inkml:trace contextRef="#ctx0" brushRef="#br0" timeOffset="129059.81">9899 9307 3868 0,'-14'1'-108'0,"14"-1"46"0,0 0 23 0,-11 2 28 0,11-2 12 0,0 0 4 0,0 0-3 16,0 0 3-16,-9 4 6 0,9-4-7 0,0 0 3 16,0 0-10-16,0 0-16 0,0 0-23 15,0 0-26-15,0 0-27 0,0 0-28 0,13 10-31 16,-13-10-40-16,0 0-44 0,0 0-57 16,0 0-66-16,0 0-79 0,0 0-122 0,20-3-63 15</inkml:trace>
  <inkml:trace contextRef="#ctx0" brushRef="#br0" timeOffset="129524.12">9959 9358 1672 0,'0'10'105'0,"0"-10"43"16,1 7 41-16,-1-1 44 0,2 0 29 15,0 0 12-15,2 0 14 0,-1 0 5 0,2-1 7 16,3-1 5-16,-8-4-9 0,12 8-5 15,-5-2-9-15,2-3-8 0,0 0-20 16,2-1-13-16,-11-2-21 0,20 0-18 16,-20 0-21-16,25-4-12 0,-16 0 1 0,3 0-13 15,-3-2-11-15,2-1-5 0,0 1 1 16,-6-2-7-16,1-4-10 0,-5-1-5 0,1 1-19 16,-2-2-9-16,-2 1-10 0,-3-1-11 15,-1 2-12-15,-4 2-7 0,-1 3-21 0,-2 5-3 16,-4 2-8-16,-5 4 0 0,-8 4-2 15,-2 4-16-15,-1 3-2 0,5 6 0 0,-1 1 0 16,9 2 0-16,-2 2 0 16,3 3 0-16,4 2 0 0,1 0 0 0,7 0 0 0,3-5 0 15,2-6 0-15,6 2 0 16,2-1 0-16,-1-2 0 0,7-1 0 0,7 5 0 16,2-3 0-16,-2-5 0 0,0-3 0 15,-2-5 0-15,3 3 0 0,-4-5 0 0,0-2 0 16,3 1 0-16,-6-4 0 0,2 0 0 15,-1-2 0-15,1 2-44 0,-3-2-198 16,1 0-67-16,-2 1-99 0,-3-2-111 0,1 1-129 16,-9 2-184-16,15-4 80 0,-6 0 77 15,-4 2-605-15,-5 2-738 0</inkml:trace>
  <inkml:trace contextRef="#ctx0" brushRef="#br0" timeOffset="130207.53">11054 9021 3858 0,'0'-13'139'0,"-2"3"25"0,2 2 25 15,-1 3 21-15,1 5 1 0,0-9-2 0,0 9-9 0,0 0-12 16,0 0 28-16,0 0 6 0,0 0-3 0,0 36-7 16,-2-10-20-16,0 0-19 15,-2 14-18-15,0 1-13 0,-2 4-14 0,-1 12-10 16,-6-4-14-16,2 0-9 0,0-3-9 16,0-4-11-16,3-9-6 0,-3-2-2 0,2-2-12 15,-1-4-7-15,0-5-3 0,7-5-4 16,-5-4-3-16,6-5 0 0,-1 1 1 0,-2-3-2 15,5-2-2-15,-2-1 3 0,2-5-6 16,0 0-4-16,0 0-1 0,20-23-5 0,-5 0-3 16,2-2-11-16,2-4-8 0,2 2 0 15,0 1 0-15,-5 4 0 0,-2 5 0 16,0 2 0-16,-3 4 0 0,-1 3 0 16,-7-2 0-16,7 8 0 0,-4-1 0 0,-6 3 0 15,17 5 0-15,-9 5 0 0,-1-2 0 16,-1 3 0-16,-2 5 0 0,-3-2 0 0,1 3 0 15,-4 1 0-15,1 2 0 0,-9 0 0 16,3 1 0-16,-11 5 0 0,4-2 0 0,-4 0 0 16,0-4 0-16,2-3 0 0,2-8 0 15,3 2 0-15,-2-6 0 0,1 2 0 0,1-5 0 16,4-2 0-16,7 0-44 0,-20-5-303 16,15-3-85-16,-1-4-79 0,2-3-88 0,4-3-117 15,2-1-71-15,4-3 68 0,3 3-654 16,9-4-826-16</inkml:trace>
  <inkml:trace contextRef="#ctx0" brushRef="#br0" timeOffset="130523.15">11237 9443 3775 0,'0'0'7'0,"-7"24"45"0,1-15 54 0,3 5 27 0,-6 2 19 15,2 3 8-15,-1 0 1 0,3 1-8 0,-2 1-11 16,6-2-5-16,-3-1-13 0,4 1-11 15,4-2-12-15,-3 1-7 0,6-3-13 0,-2 3-4 16,3-7-8-16,-1 3-2 16,5-3-11-16,-1-1-3 0,0-2-7 0,1-2 0 15,1-3-2-15,-1 0 2 0,-1-3 12 16,-11 0 13-16,0 0 19 0,25-8 8 0,-19 1 5 16,-1-4 2-16,-1-4 1 0,3-5-14 15,-5-5-9-15,-1 4-8 0,-1-4-10 0,0 6-19 16,-1 1-10-16,-6 0-23 0,1 5-30 15,-1-1-31-15,-2 3-48 0,-1 5-54 0,-1-1-71 16,0 3-102-16,-3 4-106 0,1 0-138 16,-1 2-181-16,5 0 74 0,-1 0 70 0,10-2-471 15,0 0-545-15</inkml:trace>
  <inkml:trace contextRef="#ctx0" brushRef="#br0" timeOffset="131476.49">11633 9602 3155 0,'0'0'143'15,"-9"8"43"-15,6-4 43 0,3-4 28 0,-8 10 9 16,5-7-5-16,0 5-13 0,1-2-18 16,0 1-20-16,2-7-22 0,0 16-15 0,2-10-23 15,2 3-15-15,-3-3-13 16,-1 2-24-16,3-4-11 0,-1 4-20 0,-2-8-17 15,6 9-15-15,-5-5-18 0,-1-4-7 0,2 8-7 16,-2-8-6-16,0 0 2 0,13-2 1 16,-13 2 1-16,14-10 0 0,-5-1 0 15,1-1 1-15,3-3 1 0,-2 1 9 0,2 0 6 16,-6 5 1-16,2-1-1 0,-2 2-4 16,-2 1-2-16,3 3 0 0,-3 4 3 0,-5 0-2 15,0 0-3-15,0 0 4 0,23 5 1 16,-15 2-4-16,-3-2-5 0,1 3 5 0,2-2-5 15,-1 1-1-15,-1 1-2 0,1-4 4 16,2 1-5-16,-4 0 2 0,3 1 8 16,-3-3 7-16,-5-3 6 0,18 6-1 0,-18-6 3 15,16 0-3-15,-16 0 0 0,23-8-10 16,-9 1 2-16,1 1-4 0,-2-2 1 16,3 0-5-16,-7 3 3 0,1 1 10 15,-1-2 13-15,0 2-6 0,-1 1-5 0,-8 3 6 16,12-5 10-16,-12 5 6 0,0 0 2 15,15 0-5-15,-15 0-4 0,0 0-4 0,14 6-3 16,-14-6-6-16,7 8-2 0,-2-4-4 16,-5-4-6-16,11 5-15 0,-11-5-9 0,9 7-21 15,-2-2-9-15,1-5-13 0,-8 0-13 16,17 2-18-16,-8-2-27 0,5-2-23 0,-1-1-26 16,3-2-30-16,2-4-40 0,0-4-33 15,7-6-16-15,-1-3 8 0,1-6 8 16,4-8 12-16,-1-5 13 0,3-3 21 15,-1-7 28-15,2-3 33 0,4-20 39 0,3 3 42 16,-10 13 36-16,-7 5 30 0,-1 5 37 16,-10 14 48-16,1 5 34 0,-6 9 14 0,0 3-6 15,-6 5-4-15,0 4 1 0,-6 4 4 16,6 4 8-16,0 0 5 0,-27 18 5 0,9 3-7 16,-2 3-12-16,3 5-8 0,0 3-10 15,-4 11-3-15,1 1-10 0,6-1 11 0,-4 1-2 16,5-8 9-16,2 0 3 0,1 1 4 15,-1 3 12-15,9-1-7 0,0-2-6 16,4-8-14-16,-2-6-10 0,0-3-11 16,0-3-4-16,2-2-1 0,-2-1-21 0,0-2 9 15,0-2 0-15,0-3 8 0,0-1 5 16,0-6 4-16,0 0-9 0,0 0-2 0,0 0 0 16,0 0 1-16,-27-17-2 0,16 7-13 15,-3 0-6-15,-2 0-4 0,-4 1-8 0,1 1 6 16,-2 2-14-16,2 5-2 0,1 2 1 15,0 3-8-15,-1 2-4 0,0 5 10 0,3-1 5 16,2 4-3-16,0 1 15 0,3 2 13 16,0 1 19-16,4 2 7 0,3-3-45 0,1 2-32 15,1-2 0-15,2 0 0 16,2-2 0-16,1 0 0 0,3 1 0 0,1-3 0 16,4-1 0-16,-2 0 0 0,0-3 0 15,7-1 0-15,-2-3-256 0,-1-1-182 0,-1-1-125 16,4-3-144-16,-1-2-144 0,2-1 79 15,7-4-794-15,-6-1-1008 0</inkml:trace>
  <inkml:trace contextRef="#ctx0" brushRef="#br0" timeOffset="131741.24">12933 9554 4683 0,'0'0'128'0,"-1"-10"29"0,1 10 12 0,0 0 5 0,0 0 9 0,0 0 12 16,0 0-17-16,0 0-13 0,0 0-17 0,0 32-9 15,0-16-26-15,-2 2-39 0,-2-2-59 16,2 6-67-16,-2-5-87 0,-2 3-119 0,2 2-126 15,2-7-134-15,-1 1-170 16,-1-5 6-16,4 1 78 0,0-4-483 0,0 0-558 16</inkml:trace>
  <inkml:trace contextRef="#ctx0" brushRef="#br0" timeOffset="131908.25">13141 9406 2988 0,'-2'-7'120'0,"-1"2"50"15,1 2 4-15,2 3-14 0,0 0-18 16,0 0-20-16,0 0-52 0,0 0-89 0,0 0-125 16,18-2-144-16,-18 2-196 0,27 8-58 15,-7-6 61-15,3 4-195 0,11-1-172 16</inkml:trace>
  <inkml:trace contextRef="#ctx0" brushRef="#br0" timeOffset="132206.71">13543 9403 1900 0,'0'0'114'0,"0"0"53"16,-29-4 38-16,29 4 23 0,-18 6 10 16,6-3 5-16,-3 3 3 0,1 0-1 0,1 2-5 15,1 4-13-15,1-3-15 16,2 3-14-16,2 1-6 0,-2-1-6 0,6 3-5 16,-1-1 3-16,4-1 11 0,0 1 20 0,0-2 7 15,2 0 18-15,0 0 18 0,-1 2 6 16,-1-2 7-16,2-1-17 0,0 1-5 15,-2 0-8-15,0 0-11 0,-2 1-15 0,0-1-84 16,-3 1-131-16,-1 1 0 0,-1-1 0 16,-1-1 0-16,-5 3 0 0,-3-5 0 0,1 2 0 15,0-2 0-15,-6 1 0 0,0-5 0 16,3 0 0-16,0-3 0 0,0 0 0 0,-2-3-226 16,4 0-309-16,-3-3-84 0,4 0-92 15,-6-5-123-15,3 0 74 0,-6 3-773 0,-2 0-976 16</inkml:trace>
  <inkml:trace contextRef="#ctx0" brushRef="#br0" timeOffset="132740.01">10702 10326 4592 0,'4'-4'133'0,"-2"-1"28"0,-2 5 24 0,5-7 21 0,-5 7-4 0,6-7-2 0,-6 7-4 16,16-6-14-16,-9 6-16 0,-7 0-17 0,23 0-15 15,-23 0-28-15,24 4-2 0,-12-2-3 16,-1 2-16-16,-2-1 2 0,-9-3 7 16,14 7 8-16,-6-4-6 0,-5 3 6 15,-3-6-15-15,7 10 0 0,-5-6 0 0,-2-4-7 0,3 8-7 16,-3-8-2-16,0 0-4 15,6 7-3-15,-6-7-9 0,0 0-6 0,0 0-7 16,11 0-9-16,-11 0-20 0,0 0-13 16,0 0 0-16,14-9 0 0,-14 9 0 0,7-6 0 15,-7 6 0-15,0 0 0 0,9 0 0 16,-9 0 0-16,0 0 0 0,18 4 0 0,-11 2 0 16,3-1 0-16,0 1 0 0,-3 2 0 15,4 0-140-15,1-1-93 0,-1-1-56 0,0 3-51 16,3-2-54-16,-3-2-28 0,0 1-13 15,2-2-15-15,-2 0-38 0,3-4-44 0,-2 0-63 16,4-2-32-16,3-1-477 16,0-4-574-16</inkml:trace>
  <inkml:trace contextRef="#ctx0" brushRef="#br0" timeOffset="133039.79">11339 10330 2806 0,'0'0'0'0,"0"0"76"0,0 0 59 0,0 0 27 15,0 0 24-15,-7 18 8 0,7-18-4 16,-3 9-8-16,1-1-16 0,0-1-14 0,4 0-13 15,-2 1-14-15,2-1-16 16,-1 0-9-16,5 2-13 0,1-4-18 0,-2 1-18 0,4-2-22 16,0 1-22-16,2-2-20 15,-2-1-14-15,-9-2-17 0,19-2-9 0,-19 2-14 16,19-3 13-16,-9-2 3 0,-3 0 11 16,3 0 11-16,-5-2 13 0,2-2 24 0,-6-1 7 15,-1 0 19-15,0-4 8 0,-1-3 12 16,-4-1-3-16,-1 3-1 0,1-1-6 0,-1 3-8 15,-1 1-9-15,-1 3-6 0,-2 4-19 16,3 1-18-16,7 4-26 0,-23 0-39 0,14 4-44 16,-3 0-47-16,2 2-52 0,-1 2-61 15,-1-1-83-15,7 1-116 0,-1 0-65 16,3 0 62-16,-1 0-235 0,6-3-214 16</inkml:trace>
  <inkml:trace contextRef="#ctx0" brushRef="#br0" timeOffset="133273.31">11868 9985 2363 0,'2'-9'281'16,"-2"1"24"-16,0 8 20 0,0 0 6 0,0 0 11 16,0 0-11-16,0 0-20 0,-19 33-29 15,11-12-23-15,-1 6-30 0,2 6-20 0,-4-2-24 16,2 2-31-16,0-1-41 0,2-3-49 15,-2 3-48-15,4-6-59 0,-1-4-52 0,2 1-55 16,1-5-65-16,-2 0-50 16,1-1-53-16,1-1-51 0,-3-3-64 0,3-1-94 15,1-1-64-15,-2-5 50 0,2 0-328 16,2-6-351-16</inkml:trace>
  <inkml:trace contextRef="#ctx0" brushRef="#br0" timeOffset="133443.49">11671 10299 2549 0,'-1'-6'169'0,"-5"2"54"0,6 4 45 16,-4-7 30-16,4 7 13 0,0 0 7 16,0 0-7-16,-2-8-5 0,2 8-16 0,0 0-24 15,0 0-28-15,29-4-28 0,-13 4-42 16,0-2-71-16,4 2-74 0,0 0-107 16,9 0-131-16,-1 0-167 0,15 0-188 0,-2 4-139 15,-1 2 76-15,3 2-541 0,0 0-640 16</inkml:trace>
  <inkml:trace contextRef="#ctx0" brushRef="#br0" timeOffset="134239.57">12644 10291 3159 0,'-4'-4'132'0,"4"4"48"0,-6-5 18 0,6 5 28 0,0 0 35 16,0 0 20-16,0 0-5 15,0 0-25-15,-6 15-18 0,6-7-20 0,0-2-21 16,0 3-16-16,0 1-3 0,0 0-1 16,-3 3-12-16,-3 3-6 0,1-4-19 0,-4-1-9 15,-2 5-12-15,-3-3-10 0,2-1-7 16,-1-1-10-16,-5-3-13 0,2 1-12 0,2-3-20 16,-1-4-23-16,-1 0-24 0,3-2-24 15,1-3-15-15,1-3-16 0,6-2-10 0,-4-4-1 16,7 0 4-16,2-3 9 0,4-1 7 15,3-1 2-15,-2 4 7 0,2-1 11 16,1 2 7-16,2 1 10 0,-1 5 3 16,0 0 9-16,3 3 5 0,5 0-1 0,-3 0-2 15,6 2 3-15,0 1 2 0,-1 0 1 16,3 0-5-16,-1 1 1 0,1-1-3 0,-2 0 6 16,-1-1 2-16,3 1-6 0,-6-3-2 15,4-1-4-15,-6-2-10 0,4 2-10 16,0-3-16-16,-4-5-22 0,-1 0-15 0,1-3-26 15,1-8-24-15,3-4-21 0,-6-6-23 0,0-1-30 16,1-12-4-16,5-6 4 0,-3 1 21 16,0 3 22-16,-7 12 9 0,1 5 13 0,-2 11 27 15,-6 2 16-15,-1 8 22 16,0 7 26-16,0 3 49 0,0 0 17 0,0 0 20 16,-23 22 11-16,18-5 12 0,-7 10 8 15,3 6 4-15,-1 3 6 0,0-1-4 0,6 4-8 16,-3-3-9-16,1 0-5 0,6-5-4 15,-1-6-6-15,1 1-7 0,0 0-4 16,1-3-1-16,1-1-4 0,2-3 0 0,0-2-8 16,-1-3-5-16,1 1-11 0,4-3-10 15,-2-2-12-15,1-3-6 0,-1-4-8 0,1-1-13 16,-7-2-14-16,16-2-12 0,-3-6-2 16,-1-2 3-16,3-7 8 0,2-7 11 15,5-7 9-15,0-13 13 0,3-4 16 16,-2 1 2-16,-2 2 25 0,-8 13 10 0,0 3 19 15,-5 9 20-15,0 3 15 0,-3 3 2 16,-3 5-1-16,0 3-4 0,-2 6 11 0,0 0 12 16,0 0 2-16,0 0-1 0,-15 23-1 15,10-6-12-15,-4 7 1 0,0 5-10 0,0 2-2 16,-2 3 2-16,2-2-5 0,4-1-4 16,-3 0-8-16,2-4-7 0,2-6-5 0,2 2-20 15,0-4-28-15,2 1-32 0,0-3-55 16,0-1-63-16,-1-3-90 0,2-1-90 15,-1 0-105-15,0-2-139 0,2-1-122 0,0-2 71 16,2-2-489-16,-4-5-581 0</inkml:trace>
  <inkml:trace contextRef="#ctx0" brushRef="#br0" timeOffset="134576.04">13419 10253 3170 0,'-7'3'88'0,"0"-1"42"0,-4 0 32 0,6 2 17 0,-1 0 5 0,3 2 8 0,-3 0-10 16,1-1-12-16,-2 3-17 0,1-2-16 0,3 5-12 15,-1-2-15-15,0 0-10 16,3 1-8-16,1-2-14 0,0 1-3 0,1-3-9 0,1 2-4 16,2 0-4-16,1-1-4 15,1-2 4-15,1-2-2 0,2 1 3 0,-9-4-2 16,14 0 2-16,-14 0 7 0,18-4-1 15,-11-1-10-15,3-1 7 0,2-6-9 0,-5 0-3 16,4-2 2-16,1-5 0 0,-1-8-12 16,-2 4 0-16,-2 5-9 0,-1 1-17 0,-6 7-3 15,0 0-11-15,-4 1-14 0,-3 3-15 16,0 2-25-16,-4 2-38 0,-3 2-52 0,-3 4-76 16,-6 1-90-16,-9 7-112 0,1 2-170 15,-5 2-94-15,6 3 75 0,7-1-502 16,2 3-583-16</inkml:trace>
  <inkml:trace contextRef="#ctx0" brushRef="#br0" timeOffset="135523.48">13494 10408 3031 0,'-6'-4'81'0,"6"4"66"16,0 0 47-16,-4-5 33 15,4 5 24-15,0 0 10 0,0 0 9 0,0 0-5 16,0 0-12-16,0 0-13 0,0 0-25 16,0 0-15-16,0 0-21 0,0 0-34 0,32 7-23 15,-32-7-37-15,18-2-27 0,-11 2-27 16,4-3-20-16,1 0-14 0,-2-1-26 0,-1-1-2 16,1 0 2-16,-1 0 3 0,2-2 2 15,-1 0 2-15,0 2 5 0,-5 0 12 16,4 0 8-16,-6 1 8 0,5 1 3 0,-8 3-6 15,7-5-6-15,-7 5 6 0,0 0 0 16,12-2-4-16,-12 2-5 0,0 0-14 0,0 0-15 16,11 8-19-16,-11-8-15 15,8 8-17-15,-5-5-16 0,6 3-15 0,-4 0-19 0,4-1-3 16,1-2-2-16,0 3 8 16,-1-3 11-16,2-1 17 0,1-2 23 0,-12 0 16 15,29-4 9-15,-18 3 25 0,3-3 22 16,-1 2 6-16,-2-1 35 0,1-2 9 0,-1 1 19 15,0-2 0-15,-1 4 7 0,-1-1-4 16,0 1 6-16,-9 2-6 0,14-6 5 0,-10 5-6 16,-4 1-6-16,0 0-6 0,13-3-6 15,-13 3-3-15,0 0-6 0,0 0-7 0,12 10-8 16,-8-7-9-16,-4-3-14 0,3 8-10 16,-1-4-17-16,4 0-18 0,-6-4-26 0,5 6-29 15,-5-6-26-15,10 6-32 16,-4-5-26-16,-6-1-18 0,15 0-23 0,-15 0-19 15,17-3-6-15,-6-1-6 0,1 1 8 16,0-2-6-16,1-2 18 0,0-3 13 0,0-2 31 16,3-4 20-16,-5 1 3 0,10-11 32 15,2-12 26-15,2 2-17 0,1-3 54 16,-1-4-10-16,0 2-12 0,-4-5 12 0,1 1-14 16,-8 12 37-16,-3 2 33 0,-2 8 43 15,-4 7 34-15,-1 2 28 0,0 4 30 0,-4 5 24 16,0 5 25-16,0 0 20 15,0 0 26-15,0 0 13 0,-25 17 8 0,16-3 6 0,-4 13 3 16,-5 4 10-16,2 4 11 16,0 6 14-16,-4 2 14 0,4-1-6 0,-6 3-11 15,3-4 5-15,4-9-21 0,3 3-20 16,-1-2-25-16,4-4-20 0,-1 0-18 0,2-5-20 16,3-5-17-16,1-4-24 0,1-1-20 15,-1-2-26-15,2-4-10 0,-1-1-16 0,3-7-10 16,-2 7-1-16,2-7-4 0,0 0-12 15,0 0-6-15,0 0 0 0,18-26-5 0,-11 12 4 16,1-3-3-16,0-3 1 0,1-9 2 16,-1 6-5-16,-5 5-12 0,-1 1 3 0,-2 6 0 15,-5 3-1-15,-5 0 2 16,-1 6-2-16,-3 2 7 0,-7 8-6 0,-6 9 4 16,-4 1-6-16,-2 11-8 0,0 0-2 15,5 5 3-15,6-9 3 0,-1 4 2 0,3 1 5 16,4-5-3-16,0 2 3 0,5 2 1 15,3-6-4-15,2-3 1 0,2-5-21 0,2 3-38 16,2-4-53-16,0 0-65 0,2-2-79 16,7-2-81-16,-6 0-98 0,8-1-108 15,0-1-100-15,5-4 57 0,3-1-449 0,4-1-523 16</inkml:trace>
  <inkml:trace contextRef="#ctx0" brushRef="#br0" timeOffset="135692.66">14351 10657 2996 0,'8'-4'171'0,"-3"-1"81"0,-5 5 61 0,0 0 44 0,0 0 52 16,0 0 26-16,0 0 14 0,-68 13 4 0,20 3-12 16,-6 1-12-16,-12 4-47 0,-21 3-36 15,-3 6-55-15,-9-1-80 0,-9 2-98 0,-1 5-79 16,0-4-85-16,4-5-104 0,10 1-137 16,27-11-178-16,-2 3-206 0,7-3-195 0,4 2 86 15,3 2 76-15,2 1-676 0,5 3-839 16</inkml:trace>
  <inkml:trace contextRef="#ctx0" brushRef="#br0" timeOffset="140089.04">21397 9017 3181 0,'-23'7'279'0,"0"2"24"0,-6 6 4 0,-11 9-27 0,2 3-30 0,2 0-32 15,2 2-23-15,9-4-24 0,6 1-27 16,-1 3-6-16,15-5-1 0,3-2-12 16,4 1-6-16,1-1-12 0,11 8-12 15,5-7-11-15,2-1-9 0,2-5 1 0,0-4-12 16,-2-6-6-16,2-2 0 0,2-5-10 15,0 0-5-15,0-3 1 0,-3-5-1 0,4-6 15 16,-1-3 9-16,-1-5 9 0,-8-4 5 16,2-1-6-16,-5-6-15 0,-1-1-7 0,-3-7-20 15,-4-1-9-15,1 2 12 0,-1 1 2 16,-4 7-16-16,-1 8-16 0,-1 5-29 0,-8 0-41 16,-2 4-58-16,-5 6-51 15,-6 3-62-15,-3 6-93 0,-12 1-90 0,-8 8-107 16,-7 5-209-16,5 1 32 0,3 6 75 15,2 2-502-15,12-7-598 0</inkml:trace>
  <inkml:trace contextRef="#ctx0" brushRef="#br0" timeOffset="140406.32">21273 9321 3229 0,'0'0'126'0,"0"0"47"15,0 0 51-15,-18-6 45 16,18 6 30-16,-53 12 32 0,8 4 1 0,-15 5 12 0,-2 2-3 16,-24 14-14-16,-2 2-13 15,-4-1-20-15,1 5-19 0,1-1-3 0,4-1-38 16,5-3-21-16,20-6-23 0,6-3-19 16,-1 0-17-16,13-4-75 0,0-2-79 0,13-5 0 15,1-2 0-15,9-3 0 0,2-2 0 16,4-3 0-16,2-1 0 0,2 0 0 0,-2-2 0 15,7-1 0-15,-3-4 0 16,8 0 0-16,0 0-286 0,0 0-70 0,-7-14-75 0,9 5-64 16,3 1-67-16,1-1-103 0,1-3-111 15,4 4 76-15,-2-3-633 0,-4 5-790 16</inkml:trace>
  <inkml:trace contextRef="#ctx0" brushRef="#br0" timeOffset="140771.24">19969 9707 3475 0,'-15'4'-43'15,"2"-1"54"-15,-5 7 50 0,0-2 58 16,-13 5 38-16,3 5 34 0,-3 3 19 0,-5 5 8 16,9-3 6-16,0 1 4 0,4 2-3 15,4 5-8-15,4-6-2 0,1 4-16 0,3 2-19 16,8-6-10-16,1-3-3 15,4-3-18-15,-1 2-30 0,9-1 8 0,0-3-18 16,8 4-9-16,7-3-9 0,6-2-16 16,3-4-27-16,5-4-32 0,0-2-27 0,1-3-27 15,5-4-16-15,-8-5 4 0,1-1 7 16,-4-1 2-16,-1-8 9 0,-5-4 4 0,-1-6 3 16,2-11 4-16,-6-3 4 0,-3-5 10 15,3 0 1-15,-1-4-8 0,-6 4-2 0,-4 13 2 16,-3 3 0-16,2 8-28 15,-8 4-27-15,-1 5-50 0,-4 4-57 0,1 1-75 16,-8 3-74-16,4 0-78 0,5 4-101 16,-20 0-161-16,20 0 28 0,-13 3 65 0,13-3-402 15,0 0-452-15</inkml:trace>
  <inkml:trace contextRef="#ctx0" brushRef="#br0" timeOffset="141039.67">21427 9416 3024 0,'8'-8'206'0,"-7"1"29"15,1 5 16-15,-2 2 38 16,0 0 17-16,0 0 12 0,16 15-6 0,-9 2-14 16,3 12-23-16,2 1-22 0,2 5-22 15,6 9-19-15,3-1-20 0,-3 1-19 0,5 1-33 16,0-1-27-16,-2-3 1 0,-1 1-22 15,0-11-15-15,-3 8-27 0,-4-6-25 0,-3-4-47 16,-5-4-42-16,-1-3-37 0,-3-1-46 16,-1-1-55-16,0-7-63 0,-4 1-70 0,2 0-56 15,-2-2-70-15,-1 0-86 0,-1-2-146 16,0-3 69-16,4 0-510 0,-1-2-602 0</inkml:trace>
  <inkml:trace contextRef="#ctx0" brushRef="#br0" timeOffset="141388.93">21799 9856 3232 0,'-13'-6'125'15,"-3"3"53"-15,1 3 49 0,-2 3 47 0,-5 6 27 16,-12 5 22-16,4 6 11 0,-14 8-10 16,0 7-8-16,1 0-19 0,-2 5-18 0,5-2-28 15,6 3-23-15,4-2-23 0,3 0-25 16,10-8-14-16,3 1-22 0,7-3-20 0,5-4-31 15,4-4-46-15,4 1-39 16,3-5-48-16,5 0-39 0,4 0-27 0,5-5-15 16,0-5-5-16,1-2 7 0,-4-3 12 15,3-2 14-15,4-5 8 0,3-4 10 0,1-1 13 16,-5-4 10-16,-2 1 13 0,-2-6 3 16,-3-4 7-16,1 0 11 0,-6-4 3 0,4-4-1 15,-9-1 8-15,-2-2-1 0,0 0-5 16,-7 6 1-16,-7 6-5 0,-4-5-14 0,-6 4-18 15,-7 3-27-15,-7 3-36 16,-6 4-65-16,-4 1-76 0,-3 5-103 0,-15 1-130 0,-2 2-209 16,11 4 44-16,-3 0 70 0,-8 6-404 15,12-3-462-15</inkml:trace>
  <inkml:trace contextRef="#ctx0" brushRef="#br0" timeOffset="141788.26">20097 10055 2883 0,'-15'-9'141'0,"3"3"21"0,3 2 12 0,1 2 19 0,4-1 24 0,4 3 8 0,-8-5-6 15,8 5-18-15,0 0-14 16,25-4-17-16,6 4-15 0,32 4-12 0,7 1-12 16,12 4-17-16,25 2-10 0,12 3-9 15,-4-2-12-15,0 1-31 0,-3 0-40 0,-4-3-36 16,-25-4-23-16,-3 2-5 0,-10-2 4 16,-5-2 2-16,-19 1 9 0,-4-3 7 15,-14 1 20-15,-3-1 17 0,-5 0 22 0,-6-2 13 16,-3 1 12-16,2-1 5 0,-2 0-2 0,-11 0-2 15,15 2-5-15,-15-2-7 16,13 2-2-16,-13-2-10 0,11 0-31 0,-11 0-46 16,10 1-57-16,-10-1-87 0,0 0-101 15,13-5-97-15,-13 5-154 0,6-3-110 0,-6 3 66 16,0 0-447-16,0 0-507 0</inkml:trace>
  <inkml:trace contextRef="#ctx0" brushRef="#br0" timeOffset="142522.04">21930 9593 3019 0,'-17'-5'120'0,"1"2"24"0,2-1 17 0,3 1 33 0,-1 1 43 15,2-1 46-15,0 1 42 0,3-1 30 16,7 3 9-16,-8-4-31 0,8 4-31 16,0 0-31-16,25-7-29 0,6 6-24 15,10-3-21-15,11 4-22 0,13-2-18 0,-1 2-33 16,9 0-57-16,-2-1-66 0,-5 1-64 15,1-2-63-15,-16 2-64 0,-1 0-54 0,-4-3-72 16,-7 3-68-16,-8 0-67 0,-8-2-85 16,-6 0-140-16,-4-1 11 0,-3 1 75 0,-4 0-447 15,-6 2-510-15</inkml:trace>
  <inkml:trace contextRef="#ctx0" brushRef="#br0" timeOffset="142790.56">22632 9368 2912 0,'-5'-6'112'16,"3"0"68"-16,2 6 30 0,-3-8 37 15,3 8 24-15,0 0 13 0,0 0-7 0,0 0 2 16,5-9-20-16,-5 9-18 0,0 0-25 16,0 0-26-16,22 12-11 0,-15-5-27 0,-1 3-9 15,2 3-17-15,-3 0-7 0,3 1-14 16,-5 2-8-16,-1-2-15 0,-2-1-1 15,0 1-3-15,-2-1-14 0,1 3-7 0,-7-1 0 16,3-3-13-16,-3 0-21 0,-2-1-48 16,1 1-52-16,0-2-64 0,-3-1-74 15,1-3-110-15,-1 3-114 0,0-4-131 0,3 0-185 16,2 2 63-16,-2 0 77 0,6 0-484 16,3-2-569-16</inkml:trace>
  <inkml:trace contextRef="#ctx0" brushRef="#br0" timeOffset="143420.12">23601 9451 2971 0,'0'0'-9'16,"5"-8"56"-16,-5 8 63 0,2-3 44 15,-2 3 29-15,0-8 15 0,0 8 7 0,-7-8 7 16,1 2-2-16,-6 2 6 0,-6 1 1 16,-4 3 0-16,-11 3 0 0,-15-1 7 0,-9 10-7 15,-6 3 17-15,2 2 0 0,4 5-12 16,3 4-15-16,6 3-9 0,1 2-18 0,9 1-17 16,6 1-13-16,4 2-11 0,10-6-14 15,3 0-11-15,6 0-10 0,2-4-11 16,7-2-7-16,0-7-12 0,2 4-5 15,3-3-6-15,0 0 0 0,5-2-9 0,7 7-24 16,-4-8-30-16,3-3 0 0,-3-1 0 16,2-5 0-16,-2-2 0 0,0 0 0 0,1-3 0 15,-1 0 0-15,3-3 0 0,-5-2 0 16,3-4 0-16,1-3 0 0,0-1 0 0,-4-3 0 16,9-7 0-16,-9 2 0 0,0-5 0 15,-3 4 0-15,0 2 0 0,-5 6 0 0,1-1 0 16,-4 3 0-16,-4 3 0 0,-1 1 0 15,-4 4 0-15,-2 0 0 0,0 0 0 0,-1 2 0 16,12 2 0-16,-16 0 0 16,16 0 0-16,-16 0 0 0,16 0 0 0,0 0 0 15,-6 4 0-15,6-4 0 0,0 0 0 16,22 10 0-16,-11-4 0 0,3 0 0 0,-1 3 0 16,2 2 0-16,0-2 0 0,-1 6 0 15,-5-3 0-15,0 2 0 0,-5-1 0 0,2 1 0 16,-5-1 0-16,-1 3 0 0,3-1 0 15,-3-1 0-15,-3 3 0 0,2 0 0 0,1-1 0 16,-4-1 0-16,0-1 0 0,2 1 0 16,2-3 0-16,-1 1 0 0,1-3-209 15,0-2-149-15,0 0-94 0,1 0-78 16,-1-1-104-16,6-2-159 0,-1-2 38 0,6-1 71 0,2 0-600 16,8-2-744-16</inkml:trace>
  <inkml:trace contextRef="#ctx0" brushRef="#br0" timeOffset="144505">23653 9994 3511 0,'-8'0'-8'0,"8"0"71"0,-14-3 58 0,14 3 50 0,0 0 40 16,-7-4 27-16,7 4 7 0,0 0-4 0,0 0 3 16,0 0-8-16,-7-6-4 0,7 6-19 15,0 0-19-15,0 0-16 0,0 0-17 16,0 0-17-16,0 0-13 0,11-16-13 15,-5 13-9-15,2-3-14 0,-5-2-17 0,5-1-1 16,-3-4-6-16,5-1-3 0,-4 0-8 16,1-3-9-16,1-2-8 0,-5-1 7 0,4 5-9 15,-3 1-12-15,-4 0-5 0,0 5 5 16,-2-4-14-16,-4 3-4 0,0 0 0 0,-2 0 0 16,-3 3-7-16,-1 3-2 0,1-1-12 15,0 0 19-15,1 3-5 0,3-4-2 0,-1 4-1 16,8 2 8-16,-10-5-5 0,10 5 5 15,0 0-3-15,-6-2 0 0,6 2-1 16,0 0-2-16,0 0-2 0,33 2 3 16,-19-2-7-16,0 3 2 0,4 1 3 0,-3 2-2 15,-1-4-5-15,-1 6-16 0,0-2 22 16,0 3 3-16,-3-1-1 0,2 2-7 0,-3 0 5 16,-2-1-8-16,3 4 3 0,-2-1 4 15,-3 2-7-15,3-2 8 0,-4 1-8 16,2-1-5-16,-1-1-5 0,1 1-7 0,-2-4-2 15,-1 1-13-15,4-1-1 0,-2-3 0 16,1 1-3-16,-1-1-13 0,5 2-10 0,0-5-9 16,-3-2-12-16,-7 0-13 0,23 0-10 15,-12-2-9-15,5-2-2 0,1-3-1 16,0-3 12-16,2-2 6 0,6-7 12 16,7-12 10-16,0-4 8 0,3-3 6 0,2-7 6 15,-1-6 6-15,7-15 5 0,5 0 5 16,8-3 30-16,3 0 17 0,3-3 1 0,-1 6 0 15,-5 8 2-15,-18 17 1 0,-8 10-2 16,-7 6 6-16,-2 4-2 0,-6 5-2 0,-4 5-2 16,-3 3-3-16,-5 4 15 0,-3 4 14 15,0 0 23-15,0 0 9 0,-37 39 17 0,8-8 13 16,-5 6 12-16,0 4 7 0,-2 2 10 16,-2 5 15-16,-1 1 2 0,1 4-4 15,4-5-11-15,0 1-13 0,1-1-6 16,7-4-8-16,-3-1-20 0,6-4 2 0,4-6-9 15,4-5-7-15,0-2-3 0,5-6-11 16,0-3 2-16,3-3-5 0,-1-3-5 0,2-2-2 16,2 2-1-16,1-6 2 0,1 1-1 15,2-6-11-15,-4 9 7 0,4-9-9 0,0 0-2 16,0 0-3-16,0 0-2 0,33-13-2 16,-20 6-2-16,4-2-1 0,2-2-2 0,-4 3 3 15,0 1-3-15,-1 1-6 0,-7 0 2 16,2 4-7-16,-2-2-3 0,-7 4 6 0,9-2 5 15,-9 2 16-15,0 0-2 16,0 0-1-16,11 6-2 0,-11-6-8 0,4 9-10 16,-1-5 0-16,-3-4 0 0,5 8 0 15,1-4 0-15,-6-4 0 0,5 8 0 0,1-6-44 16,2 1-19-16,-8-3-27 0,15 2-18 16,-2-2-3-16,-1-2-5 0,3-3 0 0,2 0 6 15,5-3 7-15,-2-1 4 0,9-6 4 16,1-6 15-16,0 1 6 0,7-5 6 0,-7 4 6 15,-3-1 11-15,-2 5 15 0,-8 5 16 16,-4 0 24-16,-1 5 8 0,-1 0 7 0,-7 4 5 16,0-1 30-16,-4 4 27 15,0 0 10-15,0 0 1 0,0 0 5 0,0 0-10 0,0 0-5 16,0 0-5-16,-13 24-10 16,11-19-2-16,2 2-1 0,0 0-12 0,0 0-5 15,4 4-3-15,-1-2-6 0,5 3-12 16,1 0-28-16,3-3-38 0,-3 1-39 0,3 0-56 15,3-3-43-15,-2 1-62 0,-3-4-77 16,-1 2-92-16,2 0-78 0,-2-1-118 0,-4-2-161 16,-5-3 78-16,6 3-646 0,-6-3-790 15</inkml:trace>
  <inkml:trace contextRef="#ctx0" brushRef="#br0" timeOffset="163919.78">18137 3122 2288 0,'0'0'389'0,"0"0"-53"0,0 0 7 0,0 0-20 16,9-21-13-16,-9 21-16 0,0 0-14 0,0 0 2 15,0 0 2-15,-2-10-6 16,2 10-18-16,0 0-13 0,0 0-19 0,0 0-25 16,0 0-20-16,0 0 9 0,0 0 9 15,0 0-9-15,-7 31-15 0,4-9 3 0,-7 9-6 16,3 2-8-16,-2 5-8 0,-3-1 8 16,-3 8-109-16,3-7-57 0,-3 5 0 0,3-6 0 15,1 0 0-15,0-3 0 0,-1-3 0 16,3-1 0-16,-2-2 0 0,2-4 0 15,0-5 0-15,4-2 0 0,-3-2 0 0,4-3 0 16,-2-2 0-16,2 0 0 0,1-4 0 16,-1 0 0-16,0-1-41 0,4-5-444 0,0 0-86 15,0 0-101-15,-2-20-176 16,4 3 18-16,6-4 99 0,3-8-634 0,3-5-819 16</inkml:trace>
  <inkml:trace contextRef="#ctx0" brushRef="#br0" timeOffset="164117.41">17997 3130 3751 0,'-6'-8'46'0,"0"2"57"0,6 6 31 15,-6-9 30-15,6 9 14 0,0 0 10 0,0-7-2 16,0 7-12-16,0 0-8 0,12-9-5 16,1 6-16-16,7-3-15 0,2 3-11 15,13-4-19-15,-6 4-39 0,-2 0-61 16,-2 1-86-16,0-2-92 0,0 1-95 15,-2 5-102-15,-2 1-151 0,-6 2-171 0,0 0 59 16,1 7-394-16,-7 4-505 0</inkml:trace>
  <inkml:trace contextRef="#ctx0" brushRef="#br0" timeOffset="164634.23">18325 3670 3083 0,'-7'4'165'16,"2"2"23"-16,5-6 26 0,-6 4 28 0,6-4 22 15,0 0 7-15,0 0-15 0,0 0-20 16,0 0-25-16,0 0-13 0,35 0-22 16,-35 0-17-16,23-10-16 0,-9 6-9 15,2-4-20-15,2-2-12 0,-4-1-11 0,2-2-7 16,-1 1-7-16,-4-2 4 0,1-3-13 15,-3 0-4-15,-1 0-9 0,-2 1-2 0,0 1-10 16,-4-3-1-16,-1 4-4 0,-1 3 1 16,0-3-14-16,0 6-1 0,-1-2-10 0,-1 3-2 15,-4 1-5-15,6 6 7 0,-14-7-5 16,14 7-2-16,-13-3 2 0,13 3-2 16,-14 0-3-16,14 0 2 0,0 0 1 15,-12-2-1-15,12 2 17 0,0 0-2 16,0 0-1-16,0 0 5 0,0 0 1 0,0 0 2 15,0 0-6-15,0 0-4 0,0 0-1 16,37-2 9-16,-37 2-7 0,25 2-6 0,-14 0-2 16,3 1-6-16,-1 2-2 0,1 3 5 15,-1 0-1-15,-2 1 9 0,1 3-3 0,-1 2-6 16,-2-1 5-16,0 5-11 0,-2-1 6 16,-1 3-6-16,-3-3 10 0,-1-1-10 15,2 1-2-15,1-2-22 0,-4-1-29 16,1-1-39-16,0-4-49 0,2 3-49 15,-2-3-64-15,0 0-85 0,-1-2-86 0,1-3-99 16,2 1-152-16,-4-5-57 0,14 5 69 16,-14-5-459-16,15-1-591 0</inkml:trace>
  <inkml:trace contextRef="#ctx0" brushRef="#br0" timeOffset="165035.51">18958 3614 3295 0,'0'0'128'0,"0"0"36"0,-12 2 33 0,12-2 18 0,0 0 11 0,0 0 6 15,-8 4 4-15,8-4-5 0,0 0-17 0,0 0-16 16,0 0-19-16,0 0-17 0,35 1-16 16,-35-1-16-16,21-5-14 0,-14 2-6 15,4-1-15-15,-1-1-11 0,0-2-6 0,-3 2-12 16,-1-3-6-16,-2-1-11 0,2 0-5 15,-4 1-6-15,-2 1-5 0,0 7-9 16,-6-14-3-16,1 7-1 0,-2 4-10 0,7 3 1 16,-18-6-1-16,4 8-3 0,14-2-1 0,-29 8 1 15,12 0 9-15,0 2 14 16,2 1 5-16,-1 2 9 0,5-1 5 0,-1 2 9 16,3-1 26-16,2-2 6 0,1 3 3 15,1-1 14-15,2 1-2 0,3-2 0 16,2 0-2-16,1 1-7 0,6 2-11 0,-4-6-1 15,6 4-13-15,1-5-3 0,1 2-42 16,-2-3-26-16,3 1 0 0,-3-2-19 0,1-2-158 16,-1 0-100-16,-1-1-125 0,0-2-146 15,-10-1-198-15,16-1-124 0,-5-3 98 0,-11 4-718 16,14-5-936-16</inkml:trace>
  <inkml:trace contextRef="#ctx0" brushRef="#br0" timeOffset="165467.49">19362 3695 3993 0,'-25'4'91'0,"25"-4"37"0,0 0 15 0,0 0 12 0,-20 1 14 0,20-1 26 0,0 0 2 0,0 0-7 15,0 0-19-15,0 0-16 0,0 0-16 16,0 0-12-16,37 7-16 0,-37-7-6 15,19-2-11-15,-19 2-14 0,17-2 0 16,-17 2-6-16,19-7-5 0,-11 2-5 0,-3 1-9 16,3-3-1-16,-3-1-8 0,-3 0-4 15,2 1-4-15,-4 0-5 0,0 7-3 0,-4-13-14 16,1 7 0-16,3 6-2 0,-17-8-2 16,5 8-2-16,12 0 1 0,-29 1 0 0,15 5-1 15,-6 1 11-15,2 1 3 0,4 2 4 16,-3 1 16-16,3 3-1 0,5-3 22 15,-1 1 4-15,2 2 16 0,5 1 6 0,-1-2 2 16,4 1-3-16,6 1-5 16,-1-1-3-16,5 0-10 0,3 2-6 0,5-4-11 0,-2 0-1 15,9 2-7-15,-3-2-3 16,-6-3-8-16,4-2-32 0,-6-2-49 0,0-2-59 16,-3 0-71-16,3-3-82 0,-1-2-95 15,1 1-122-15,1 0-153 0,1-6-216 0,-2 0 55 16,2 0 91-16,1 0-583 0,-2 2-740 15</inkml:trace>
  <inkml:trace contextRef="#ctx0" brushRef="#br0" timeOffset="165951.44">19933 3676 3511 0,'-3'-5'0'0,"3"5"32"0,0 0 27 0,0-9 27 0,0 9 18 0,2-7 0 0,-2 7 0 16,9-8-3-16,-6 4 2 0,-1-1 5 0,-2 5 20 15,9-8 18-15,-7 2 11 0,3 3 10 16,-5 3 6-16,6-9-1 0,-5 1-5 0,-1 8-6 16,0-11-4-16,0 11-15 0,0-9-12 15,0 9-12-15,-9-7-17 0,9 7-6 0,-16-6-14 16,16 6-6-16,-21 2 0 0,5 2-7 15,0 1-13-15,-1 0-3 0,0 1-2 16,2 3 2-16,1-2-9 0,5 0 8 16,0 0 18-16,0 0 21 0,6 0 27 15,3 1 2-15,0-8 15 0,1 17 11 0,5-7-4 16,2 2 8-16,1-1-13 0,3 1-10 16,1 2-89-16,-1-1-37 0,-2-2 0 0,1 3 0 15,-4-5 0-15,2 4 0 0,0-2 0 16,-4-3 0-16,1 4 0 0,-3-6 0 0,1 3 0 15,0-1 0-15,-4-1 0 0,0-7 0 16,0 11 0-16,-6-5 0 0,3-1 0 0,-7 2 0 16,-2-3 0-16,-1-1 0 15,1-1 0-15,-4 0 0 0,-4-2 0 0,2-2 0 16,0-1 0-16,4-1 0 0,-4-3 0 16,3 1 0-16,1 1 0 0,5-1-294 0,4-1-513 15,-6 2-155-15,10 2 88 0,1 3-913 16,0 0-1216-16</inkml:trace>
  <inkml:trace contextRef="#ctx0" brushRef="#br0" timeOffset="166616.69">21336 3616 4671 0,'0'0'-128'0,"0"0"70"0,0 0 58 0,5-7 33 0,-5 7 24 0,6-7 16 0,-6 7 16 16,5-7-1-16,-5 7 6 0,7-8 0 0,-7 8 11 15,5-9 18-15,-3 4 12 0,-2 5 7 16,4-10 20-16,-4 10 4 0,-2-14-7 16,-2 7-16-16,1-1-12 0,-6 1-19 15,-4-2-9-15,-2 3-14 0,-4 2-9 16,-8 1-4-16,-1 0 0 0,-17 7-23 0,-13 3 2 16,5 5-7-16,-5 5 8 0,5 4 15 15,4 3 16-15,5 1 15 0,6 1 10 0,3 3 6 16,12-3 8-16,2 0 14 0,8 0-2 15,6-3 8-15,-2-2-22 0,9-2-124 0,5 3 0 16,1 1 0-16,8 4 0 0,6-3 0 16,1-2 0-16,-1 1 0 0,7-5 0 0,0-1 0 15,0-1 0-15,-6-7 0 0,-3-2 0 16,-2-2 0-16,1-1 0 0,-3 1 0 0,-1-3 0 16,1 0 0-16,-3 0 0 0,-2 0 0 15,-9-2 0-15,16 0 0 0,-7 1 0 16,-9-1 0-16,15 0-423 0,-15 0-342 15,13-1-183-15,-13 1 86 0,8-4 90 16,-8 4-732-16,0 0-949 0</inkml:trace>
  <inkml:trace contextRef="#ctx0" brushRef="#br0" timeOffset="167283.17">20613 4199 4040 0,'0'0'-9'0,"-13"0"71"0,13 0 51 0,0 0 51 0,-12-4 54 0,12 4 39 0,0 0 36 0,0 0 10 15,0 0-4-15,0 0 0 0,0 0-6 16,0 0-7-16,0 0 7 0,0 0 11 16,0 0-5-16,36 4-26 0,1 1-30 0,5-2-82 15,1-1-161-15,5 2 0 0,0-3 0 16,1 3 0-16,-1-2 0 0,-4-1 0 16,-3 2 0-16,-9-2 0 0,-8-1 0 0,-5 0 0 15,1 0 0-15,-6 0 0 0,0 0 0 0,-3 0 0 16,0 0 0-16,-11 0 0 15,16 0 0-15,-16 0 0 0,13 0 0 0,-13 0 0 0,8-4 0 16,-8 4 0-16,0 0 0 0,10-3 0 16,-10 3 0-16,0 0-717 0,-4-9-274 15,4 9 90-15,0 0 92 0,0 0-814 16,0 0-1063-16</inkml:trace>
  <inkml:trace contextRef="#ctx0" brushRef="#br0" timeOffset="168433.6">22519 3732 4296 0,'6'-5'-53'0,"-6"5"65"0,3-10 52 0,-3 10 45 0,2-4 34 0,-2 4 24 0,0 0 17 16,6-6 4-16,-6 6 6 0,0 0-3 15,0 0-3-15,4-7-12 0,-4 7-4 16,0 0 2-16,6-7-5 0,-6 7 9 0,0 0 0 16,6-9-4-16,-6 9-8 0,0-12-12 15,0 12-10-15,-4-13-16 0,0 4-12 0,0 0-13 16,-6-2-8-16,3 1-12 0,-6-1-9 15,-3-1-10-15,-1 2-8 0,-4 1-6 16,0 1-8-16,-4 1-30 0,-9 0-12 0,4 5 0 16,-1 1 0-16,-11 4 0 0,4 4 0 15,-2 3 0-15,-7 6 0 0,-1 8 0 0,3 1 0 16,0 7 0-16,7 1 0 0,0 6 0 16,5 3 0-16,5 3 0 0,4 1 0 0,6 5 0 15,5 3 0-15,5-4 0 16,6-6 0-16,6-4 0 0,4 2 0 0,3-3 0 15,8 1 0-15,-2-11 0 0,2 0 0 16,6-5 0-16,-2-3 0 0,-2-4 0 0,-2-5 0 16,-4-4 0-16,1-2 0 0,-5-3 0 15,3-3 0-15,-2 0 0 0,-12 0 0 0,24-7 0 16,-13 1 0-16,1-3 0 0,-3-3 0 16,0-6 0-16,0-1 0 0,-2-1 0 0,-2-12 0 15,1 6 0-15,-2 5 0 0,-3 4 0 16,1 0 0-16,-2 5 0 0,-2 0 0 15,2 4 0-15,-3 1 0 0,-5 1 0 16,8 6 0-16,-12-5 0 0,12 5 0 16,-14-1 0-16,14 1 0 0,0 0 0 0,-13-2 0 15,13 2 0-15,0 0 0 0,0 0 0 16,0 0 0-16,0 0 0 0,0 0 0 0,41-5 0 16,-23 5 0-16,-3 0 0 0,0 0 0 15,2 0 0-15,-3 2 0 0,1-1 0 0,-2 1 0 16,0 1 0-16,-2 2 0 0,3 1 0 15,-3 1 0-15,1 3 0 0,-4-4 0 0,3 5 0 16,-6-3 0-16,6 4 0 0,-6-5 0 16,1 2 0-16,-1 0 0 0,1-3 0 0,-2-1 0 15,0 2 0-15,0-2 0 16,-1 2 0-16,-1-2 0 0,-2-5 0 0,8 9-339 16,-6-6-477-16,-2-3-138 0,6 7 99 15,-6-7-923-15,6 10-1207 0</inkml:trace>
  <inkml:trace contextRef="#ctx0" brushRef="#br0" timeOffset="168919.06">22660 4284 5250 0,'0'0'82'0,"0"0"43"0,0 0 50 0,0 0 34 0,0 0 27 0,0 0 3 0,-35 6-15 0,35-6-17 16,0 0-20-16,0 0-16 0,0 0-14 15,0 0-15-15,0 0-13 0,0 0-10 16,0 0-10-16,24-14-8 0,-24 14 4 0,7-6 0 16,-7 6 1-16,6-11-93 0,-6 11-13 15,2-12 0-15,-2 1 0 0,0 1 0 16,-2-3 0-16,2 0 0 0,-4-2 0 0,-2 1 0 16,3 1 0-16,-5 1 0 0,3 1 0 15,-4 0 0-15,2 1 0 0,-2 4 0 0,-5-2 0 16,5 4 0-16,-3-1 0 0,4 2 0 15,8 3 0-15,-15-5 0 0,15 5 0 0,-9-6 0 16,9 6 0-16,0 0 0 16,0 0 0-16,0 0 0 0,0 0 0 0,34-2 0 15,-17 2 0-15,2 0 0 0,1-1 0 16,-4 2 0-16,0 1 0 0,1 0 0 0,-3 2 0 16,-2-3 0-16,2 4 0 0,-1 4 0 15,-2-2 0-15,1 2 0 0,-1 4 0 0,-1-1 0 16,-4 2 0-16,0-1 0 0,-1 3 0 15,-1-1 0-15,0-1 0 0,-3 0 0 16,1-1 0-16,0 4 0 0,3-6 0 16,-5 3 0-16,2-2 0 0,-2-4 0 0,2 1-579 15,-1-1-157-15,-1 0-194 0,4-3 82 16,-4-5 95-16,7 4-725 0,-7-4-925 16</inkml:trace>
  <inkml:trace contextRef="#ctx0" brushRef="#br0" timeOffset="169733.13">23131 4106 3923 0,'2'-8'79'0,"-2"8"60"0,0 0 16 0,0 0 29 0,0 0 20 0,0 0 45 16,0 0 55-16,0 0-7 0,0 0-18 0,0 0-21 16,-10 26-14-16,7-15 0 0,-6 5-10 15,6-3-8-15,-5 1-21 0,1 3-18 16,-3 2-19-16,0-4-16 0,-1 3-14 15,-1-2-17-15,1-3-9 0,2-1-23 0,-1-1-89 16,3-5 0-16,1 2 0 0,-1-5 0 16,7-3 0-16,0 0 0 0,0 0 0 0,-22-9 0 15,19-2 0-15,1 1 0 0,2-2 0 16,2 1 0-16,0-2 0 0,1 1 0 0,1 2 0 16,0 0 0-16,-1 3 0 0,4-2 0 15,0 2 0-15,1 1 0 0,3 0 0 0,-1 3 0 16,5 0 0-16,-2 1 0 0,0-2 0 15,5 3 0-15,-1-1 0 0,2 2 0 16,4-5 0-16,-1 2 0 0,3-1 0 16,7-4 0-16,-7-1 0 0,6-3 0 0,-4-2 0 15,0-1 0-15,-4-2 0 0,1-7-3 16,-3-3-90-16,6-11-25 0,-4-4-15 0,-5-8-15 16,2-4-15-16,-3-7-15 0,0 0-11 15,-3-3-7-15,-7 1 7 0,2 7 18 0,-5 9 17 16,-4 9 20-16,2 7 26 0,-2 9 27 15,2 3 28-15,-2 5 18 0,-4-1 11 16,0 5 24-16,-1 2 20 0,-3 2 22 0,3 3 18 16,5 3 26-16,-14 2 15 0,3 5 30 15,-1 6 23-15,3 7 8 0,-4 11 17 16,3 10 7-16,-2 13-3 0,3 3-8 16,3 4-5-16,-2 1-11 0,5 4-12 0,-7-2-16 15,5-2-47-15,-2 0-84 0,2-5 0 16,-3-5 0-16,7-8 0 0,-7-9 0 0,6-5 0 15,-2-7 0-15,2-5 0 0,0-1 0 16,0-5 0-16,0-1 0 0,2 1 0 0,0-6 0 16,0 2 0-16,0-8 0 0,-1 8 0 15,1-8 0-15,0 0 0 0,0 0 0 0,0 0 0 16,7-37 0-16,-1 17 0 0,4-11 0 16,3 2 0-16,-1 0 0 0,-1 3 0 0,0 6 0 15,-5 8 0-15,2-1 0 16,-7 3 0-16,5 2 0 0,-2 1 0 0,-1 3 0 15,-3 4 0-15,9-1 0 0,-9 1 0 16,0 0 0-16,13 9 0 0,-13-9 0 0,7 13 0 16,-5-6 0-16,2 3 0 0,-2 0 0 15,-2 0 0-15,2-1 0 0,-2 1 0 0,0-1 0 16,0 0 0-16,0-3 0 0,0 3 0 16,0-9 0-16,-2 8 0 0,2-8 0 15,0 8 0-15,0-8-373 0,0 0-164 0,0 0-58 16,0 0-50-16,8-25-41 0,5-2-84 15,8-12 56-15,6-4-603 0,1-13-773 0</inkml:trace>
  <inkml:trace contextRef="#ctx0" brushRef="#br0" timeOffset="170083.23">23900 3416 3461 0,'14'-28'-24'0,"-6"6"98"0,-7 6 72 0,3 4 49 0,0 4 27 0,-4 2 23 0,0 6 10 0,2-8 21 16,-2 8 49-16,0 0 22 0,0 0 6 15,-22 33-9-15,8-4-8 0,-1 3-3 0,-5 13 0 16,-1 5-8-16,3 1-17 0,-4 0-18 15,1 1-243-15,3-1-47 0,-2-2 0 16,2 2 0-16,-2-8 0 0,8-7 0 0,0-5 0 16,0-1 0-16,2-6 0 0,5-5 0 15,-1-5 0-15,4 0 0 0,-1-5 0 16,1 0 0-16,2-2 0 0,0-7 0 16,0 0 0-16,15 2 0 0,-15-2 0 0,25-9 0 15,-13 4 0-15,4-1 0 0,-3 1 0 16,-1 1 0-16,-1 1 0 0,1 0 0 0,-12 3 0 15,19 0 0-15,-19 0 0 0,15 4 0 16,-7 2 0-16,-1-1 0 0,1 3 0 0,0-2 0 16,-3 4 0-16,-1-2 0 0,0 0 0 15,1 3 0-15,-3-1 0 0,3-3 0 0,-3 0 0 16,0 2 0-16,-1-1 0 16,-1-3 0-16,2 2 0 0,2-2 0 0,-4-5 0 15,2 9-681-15,-2-9-293 0,-2 7 68 16,-2-2 96-16,4-5-829 0,-15 8-1078 0</inkml:trace>
  <inkml:trace contextRef="#ctx0" brushRef="#br0" timeOffset="170316.39">23125 4418 5064 0,'-19'0'299'0,"2"4"21"15,5-1 47-15,5-1 43 0,7-2 54 0,-11 2 10 16,11-2 9-16,0 0-173 15,0 0-310-15,28 12 0 0,10-10 0 0,7-2 0 0,5 3 0 16,13-1 0-16,-9-2 0 16,-5-2 0-16,1-1 0 0,-7 1 0 0,0-2 0 15,-11 2 0-15,-3 1 0 0,-8-1 0 16,-3 1 0-16,2-1 0 0,-6-2 0 0,0 4-827 16,-3-3-151-16,-3 1 88 0,-8 2-979 15,0 0-1294-15</inkml:trace>
  <inkml:trace contextRef="#ctx0" brushRef="#br0" timeOffset="172932.14">24906 3802 4909 0,'0'0'-171'0,"-1"-10"32"0,1 10 25 0,0 0 31 0,0 0 36 0,0 0 38 15,0 0 39-15,0 0 18 0,0 0 5 16,-21 20 2-16,18-10-4 0,-2 2-3 16,1 0-6-16,2 1-1 0,2-1-3 15,0 1-3-15,0 0-1 0,0-3-7 0,2 3 5 16,2-3-4-16,-1-2-3 0,0 1 0 16,-1-1-3-16,4-4-2 0,-6-4 1 0,11 7 3 15,-6-6-3-15,-5-1 4 0,18 4 1 16,-18-4 3-16,18 1 2 0,-18-1 1 15,12 0 0-15,-12 0 2 0,0 0-1 0,18 0 0 16,-18 0 0-16,0 0-5 0,0 0-2 16,18 0 16-16,-18 0 7 0,16 0 7 15,-1 0 8-15,-15 0 5 0,30 0-2 16,-10-2-3-16,3-2 3 0,1-2 7 0,-1 3 1 16,2-1 17-16,-4-2-3 0,1 0 17 15,-2-2 12-15,-3 1 1 0,0-3 4 0,1 0 0 16,-6-4-5-16,4 0-7 0,-1-4-12 15,1-3-13-15,-2-5-7 0,-1 7-13 16,-4 2-8-16,-4 2-14 0,1 3-22 16,-3 0-57-16,-1 1-48 0,1 3-42 0,-1-1-40 15,0 2-52-15,-4 0-67 0,2 7-85 16,-7-12-101-16,4 6-126 0,-5-1-184 16,5 3 77-16,3 4-549 0,-8-5-713 0</inkml:trace>
  <inkml:trace contextRef="#ctx0" brushRef="#br0" timeOffset="173116.03">25602 3592 3732 0,'5'-7'91'0,"-5"7"8"0,3-8-2 0,-3 8 0 0,0 0 22 0,0 0 16 16,0 0-16-16,10 24-6 0,-10-11-12 15,-2 4-15-15,4 1-26 0,-6 4-48 16,0 2-58-16,2-2-65 0,1 0-59 15,-4 1-59-15,3-6-61 0,-2-2-72 0,3-1-109 16,-3-2-99-16,2-2 48 0,-2-3-189 16,4-2-204-16</inkml:trace>
  <inkml:trace contextRef="#ctx0" brushRef="#br0" timeOffset="173299.68">25709 3530 2165 0,'0'-17'189'0,"-2"4"43"0,2 1 21 0,0 5 9 16,-1-1 3-16,1 8-17 0,-2-11-27 16,2 11-22-16,-2-11-27 0,2 11-50 15,0-6-79-15,0 6-89 0,0 0-94 16,0 0-92-16,0 0-134 0,0 0-245 0,0 0 47 16,0 0 74-16,4 26-164 0,-3-18-150 15</inkml:trace>
  <inkml:trace contextRef="#ctx0" brushRef="#br0" timeOffset="173982">26054 3357 2102 0,'0'0'179'0,"2"-5"2"0,-2 5 33 16,0 0 29-16,0 0 29 0,-10 28 5 15,9-12-2-15,-5 6-13 0,1 13-17 0,-4 0-21 16,4 2-19-16,-1-2-11 0,1 2-16 15,-1-1-21-15,-2-3-6 0,-2 0-20 0,1-5-9 16,1-1-11-16,1-7 3 0,-1-3-14 16,3-3-6-16,-3-1-12 0,2-2-6 0,-2-1 0 15,5-3-16-15,-5-2-2 0,0 0-12 16,8-5-13-16,-17 2-18 0,17-2-12 16,-19-5-24-16,6-2-15 0,4-2-4 0,-3 1 1 15,1-3 1-15,0 5 10 16,6-1-7-16,-1-2-1 0,5 1-10 0,1 1-5 0,1-3-14 15,7-2-16-15,4 3-26 16,6-11-21-16,9 0-31 0,0-1-12 0,11-2 12 16,6-2 11-16,1-3 15 15,3-1 10-15,1-4 16 0,-1-1 13 0,-3 0 8 0,-7-7 14 16,-1 0 17-16,-4-7 39 16,-5 7 22-16,-1-5 28 0,-4 9 25 0,-10 6 28 15,-2 8 28-15,-2 7 19 0,-6 3-8 0,3 3-15 16,-6 4-16-16,0 6-8 0,0 0-5 15,0 0-9-15,-48 29 1 0,17 3-7 0,1 4-1 16,-2 1 7-16,3 5 0 16,0-1 0-16,5 0-3 0,5 1-4 0,6-5-3 15,1-4 1-15,3 1-5 0,1-4-6 16,6-5-8-16,2-2 2 0,2-7-4 0,2-1-2 16,2-1 3-16,-1-1 12 0,2-3 24 15,7-2 33-15,-3-5 29 0,11-1-12 16,-1-4 23-16,1 0 5 0,1-3 4 0,-2 1-3 15,-2 0 3-15,-2 0-16 0,-4 2-11 16,-1-1-11-16,-1 3-89 0,-11 0-35 0,22 3 0 16,-13-1 0-16,3 4 0 15,1 0 0-15,-2 1 0 0,1 1 0 0,-5 2 0 16,4-2 0-16,-2-1 0 0,-4 1 0 16,3-1 0-16,-3 0 0 0,1-1 0 0,-2-2-114 15,4 2-204-15,-4-1-70 0,-4-5-91 16,9 4-135-16,-9-4-196 0,0 0 2 0,19-8 89 15,-4 1-621-15,4-1-797 0</inkml:trace>
  <inkml:trace contextRef="#ctx0" brushRef="#br0" timeOffset="174415.54">27581 3485 4172 0,'-7'-2'234'0,"7"2"-17"0,-11-4-12 0,11 4 26 0,0 0 27 16,0 0 24-16,-14 21-14 0,7-7-19 16,3 2-27-16,-3 5-20 0,0 10-21 15,-4-1-18-15,2-1-15 0,2-3-14 0,-5 3-12 16,-1-1-12-16,0-2-9 0,-3-2-11 16,2 0-7-16,0-5-12 0,1-6-8 15,-3 0-9-15,1-1-16 0,3-4-13 16,-1 0-7-16,4-4-5 0,-1-2-16 0,10-2-23 15,-23-9-10-15,14-1 6 0,-1-6-10 16,7-4 6-16,-1-6 3 0,4-2-2 0,2-6 3 16,1 1 3-16,5 8 4 0,-3 6 10 15,-1 4 1-15,0 3-1 0,-1 0 5 0,-2 6-1 16,5-4 6-16,-2 5 21 0,-4 5 17 16,13-4 1-16,-13 4 0 0,21 2 3 15,-21-2-4-15,28 7-3 0,-10-2 0 0,0 2-4 16,4 2-2-16,-4-1-1 0,3 2-4 15,1-2 0-15,-1-2-2 0,-1 3-3 0,2-2 0 16,-1 2-2-16,-5-5-31 0,-2 1-59 16,1 1-90-16,1 0-90 0,-3-2-120 0,1 0-142 15,-5 0-174-15,2-1-152 0,-1 2 82 16,-4-2-709-16,-6-3-919 0</inkml:trace>
  <inkml:trace contextRef="#ctx0" brushRef="#br0" timeOffset="174648.44">28168 3518 3958 0,'-4'-8'119'0,"0"-2"51"0,4 10 16 0,-6-6 20 0,6 6 36 0,0 0 22 0,0 0 11 0,-24 14 4 16,12-1-16-16,-7 12-17 0,0 2-15 0,-1 2-24 15,2 4-23-15,-1 6-12 0,4-8-22 0,1 0-17 16,5-2-25-16,3-3-41 0,2-5-43 15,3-3-53-15,1-2-53 0,1-2-50 16,5 1-55-16,0-1-65 0,3-4-81 16,5-3-87-16,-3-4-96 0,3 1-85 0,-2-4-111 15,8-1 25-15,0-5-515 0,9-7-665 16</inkml:trace>
  <inkml:trace contextRef="#ctx0" brushRef="#br0" timeOffset="174965.24">28402 3624 3583 0,'-14'-3'120'16,"14"3"48"-16,0 0 62 0,-28 14 39 0,15-7 32 0,-1 1 19 16,3 2 4-16,0 1-22 15,1-1-13-15,-1 2-27 0,3 0-15 0,4-1-20 16,-2-2-22-16,2 0-18 0,2-1-15 16,2 2-15-16,0-10-12 0,8 13-17 15,-2-7-9-15,5-2-11 0,0 0-14 0,2-2-6 16,-1 0-9-16,-12-2-12 0,31-6-67 15,-15 3 0-15,-5-3 0 0,3 0 0 0,-5-1 0 16,2-3 0-16,-6-3 0 0,2 0 0 16,-3-5 0-16,-3 4 0 0,1-1 0 0,-2 2 0 15,-2 1 0-15,1 2 0 0,-5-1 0 16,-4 5 0-16,-3 0 0 0,-5 4 0 16,5 2-160-16,-10 1-227 0,2 4-102 15,1 1-112-15,-3 1-158 0,1 3-80 0,8-4 88 16,2 2-679-16,2-4-881 0</inkml:trace>
  <inkml:trace contextRef="#ctx0" brushRef="#br0" timeOffset="175382.27">28587 3592 4188 0,'4'-5'168'16,"-4"5"50"-16,9-7 49 0,-9 7 42 15,5-3 26-15,-5 3-1 0,0 0-13 0,0 0-28 16,0 0-24-16,0 0 4 15,0 0-4-15,13 12-11 0,-12 1-26 0,-2-1-17 16,-1 4-18-16,0 1-152 0,-5 2-45 16,0 2 0-16,0-3 0 0,-3 1 0 0,0-1 0 15,1-1 0-15,0-5 0 0,0 1 0 16,4-1 0-16,-1-6 0 0,3 2 0 0,1-1 0 16,2-7 0-16,-4 5 0 0,4-5 0 15,0 0 0-15,0 0 0 0,18-22 0 0,-5 6 0 16,3-6 0-16,5-1 0 0,3 1 0 15,-12 5 0-15,4 4 0 0,-3 0 0 16,-2 3 0-16,-2 3 0 0,-2 0 0 0,0 4 0 16,-1 1 0-16,-6 2 0 0,0 0 0 15,21 5 0-15,-15 2 0 0,-1 2 0 16,3-3 0-16,-4 6 0 0,2-3 0 16,-3 3 0-16,3-1 0 0,0-2 0 0,-2 4 0 15,-2-5 0-15,2 2 0 0,-3-3 0 16,1 1 0-16,2-4 0 0,-2 2 0 0,2 1-337 15,-4-7-116-15,5 3-131 0,-5-3-159 16,0 0-114-16,0 0 91 0,21-10-748 0,-9 0-959 16</inkml:trace>
  <inkml:trace contextRef="#ctx0" brushRef="#br0" timeOffset="176081.21">29532 3087 3982 0,'-4'-13'67'0,"4"3"76"0,0 3 31 0,0 7 27 0,-1-9 22 0,1 9 24 0,0 0 19 0,0 0 41 16,0 0 25-16,-18 28 0 0,7 3-7 15,-7 11-8-15,0 5-11 0,-3 5-16 0,-1-3-23 16,-1 3-18-16,-1 0-86 16,-1 3-163-16,2-3 0 0,2 0 0 0,1-5 0 0,-2-2 0 15,10-13 0-15,-2 0 0 16,1-6 0-16,4-5 0 0,2-3 0 0,1-5 0 0,3-5 0 15,-1 3 0-15,0-2 0 16,0-4 0-16,4-5 0 0,-2 7 0 0,2-7 0 16,0 0 0-16,0 0 0 0,0 0 0 15,6-24 0-15,-6 12 0 0,0-1 0 0,2-1 0 16,-2 2 0-16,-2-1 0 0,1 3 0 16,-6 1 0-16,-2 3 0 0,-2 1 0 0,-9 2 0 15,1 6 0-15,-5 0 0 0,-9 8 0 16,-2 1 0-16,7 5 0 0,-1-2 0 15,7 3 0-15,1 3 0 0,8-7 0 16,1 0 0-16,4 0 0 0,5-5 0 16,1 0 0-16,2 0 0 0,2 0 0 0,5-3 0 15,0 1 0-15,9-4 0 0,3 2-45 16,2-5-134-16,6-3-23 0,9-2-9 0,2 0 7 16,-3-2 19-16,-1-3 18 0,-2-2 15 15,-1-2 16-15,-3-1 15 0,3-3 12 0,-4 1 14 16,-3 0 14-16,-3 5 12 0,-5 0 19 15,-3 3 13-15,-4 3 9 0,1-2 8 0,-4 5 3 16,1 0 0-16,-7 3 0 0,0 0 11 16,0 0 1-16,4 16 1 0,-8-6 3 15,-2 3-3-15,1 1 1 0,-3-1-16 0,0 7-17 16,1-7-19-16,3 1-14 16,-1 0-18-16,1-2 0 0,2-3 0 0,-1-1-8 15,6-1-13-15,-3-7-45 0,6 5-40 16,-6-5-27-16,14-2-24 0,-14 2-22 0,25-9-10 15,-9 3 4-15,-3-3 20 0,4-1 6 16,0-3 18-16,-3-3 49 0,-1 0 44 0,4-7 52 16,-4 4 37-16,-2 1 30 0,-2 5 27 15,-2-1 28-15,-1 3 17 0,-3 2 7 0,1 2-2 16,-2-1-7-16,0 3-7 0,-2 5-2 16,-2-8-8-16,2 8-23 0,0 0-39 15,-11-4-59-15,11 4-85 0,0 0-123 16,-13 0-166-16,13 0-213 0,0 0-167 15</inkml:trace>
  <inkml:trace contextRef="#ctx0" brushRef="#br0" timeOffset="176664.95">30111 2994 2264 0,'-1'-14'336'0,"1"4"13"0,0 3 7 0,0 7 0 0,0-7-15 0,0 7 18 0,0 0 26 0,0 0 5 16,-20 38-11-16,9-2-12 0,-8 15-14 15,-2 7-25-15,-2 3-25 0,-2 2-29 16,-3 12-25-16,5-12-26 0,0 1-23 0,4-2-17 16,-4-2-22-16,4-5-126 0,6-4-35 15,-2-5 0-15,3-10 0 0,3-5 0 0,-3-2 0 16,6-6 0-16,0-6 0 0,3-3 0 15,-1-3 0-15,0-4 0 0,2 2 0 0,1-1 0 16,1-8-107-16,0 0-114 0,1 4-14 16,-1-4-8-16,0 0-4 0,10-16-1 0,-7 1 6 15,1 0 19-15,0-4 13 16,-2 2 22-16,0-2 36 0,-2 5 26 0,0 1 18 16,-2 2 13-16,-4-1 21 0,1 6 31 15,-5-3 35-15,3 6 37 0,-3-1 31 16,10 4 23-16,-15-5 28 0,15 5 16 0,-14-4 9 15,14 4 3-15,-9-1 6 0,9 1-3 16,0 0-10-16,0 0 7 0,0 0 6 0,0 0-7 16,0 0-11-16,30-11-12 0,-10 7-12 15,2-1-9-15,3-1-10 0,0 3-7 0,0-3-14 16,-7 3-3-16,3-1-9 0,-1 2-8 16,-5 2-4-16,0 2 3 0,0 4-3 15,1 1 6-15,-5 1 4 0,-4 2 5 16,2 2-4-16,-4 1-7 0,-1 3-3 15,-2-2-14-15,0-1-26 0,-4 2 0 0,0-2 0 16,0-1 0-16,-2 4-84 0,3-3-90 16,-3 0-74-16,1-2-87 0,-3 0-111 0,5 1-126 15,-1-5-146-15,-2-2-102 0,4-5 91 16,-2 7-654-16,2-7-835 0</inkml:trace>
  <inkml:trace contextRef="#ctx0" brushRef="#br0" timeOffset="176814.98">30187 3652 3684 0,'-2'-7'83'0,"2"7"73"0,-3-12 38 0,3 12 17 0,-4-7 12 15,4 7-8-15,-6-8-17 0,6 8-23 0,0 0-42 16,-1-6-70-16,1 6-94 0,0 0-133 16,0 0-152-16,0-6-201 0,0 6-174 15,0 0 66-15,0 0-392 0,0 0-493 0</inkml:trace>
  <inkml:trace contextRef="#ctx0" brushRef="#br0" timeOffset="177531.02">30588 3863 3207 0,'-19'0'268'0,"1"1"21"16,2 1 41-16,2 0 60 0,1 1 18 0,-5 1-3 15,3 3-17-15,1 0-22 0,2 1-24 16,1 1-31-16,-2 1-27 0,6 2-30 0,2-2-26 16,-1 2-24-16,2 0-15 0,4-2-20 15,0 2-18-15,0-4-143 0,4 1-8 0,0 0 0 16,-1-3 0-16,3-1 0 0,-1-1 0 16,-5-4 0-16,14 5 0 0,-14-5 0 15,15-2 0-15,-15 2 0 0,20-11 0 16,-11 1 0-16,1-1 0 0,-5-4 0 15,3 0 0-15,-4-1 0 0,-3-3 0 0,1 2 0 16,0 2 0-16,-6-2 0 0,3 1 0 16,-3 3 0-16,-4 1 0 0,0 0 0 0,-3 1 0 15,0 5 0-15,-1 0 0 0,-1 2 0 16,-1 4 0-16,14 0 0 0,-32 6 0 0,15 0 0 16,0 5 0-16,2-1 0 0,3 1 0 15,3 1 0-15,1-2 0 0,5 2 0 16,3-1 0-16,1-2 0 0,5 3 0 0,1-3 0 15,5 0 0-15,5-2 0 0,1-3 0 16,5-2 0-16,-1-2 0 0,5 0 0 16,-1-2 0-16,9-4 0 0,-1-3 0 15,-6 3 0-15,-6-1 0 0,-1 0 0 0,-3 0 0 16,-2 3 0-16,-5 0 0 0,-2 0 0 16,2 2 0-16,-11 2 0 0,14-3 0 0,-14 3 0 15,0 0 0-15,20 2 0 0,-20-2 0 16,9 7 0-16,-9-7 0 0,9 6 0 0,-2-1 0 15,-7-5 0-15,9 7 0 0,-9-7 0 16,7 5 0-16,-7-5 0 0,12 4 0 0,-12-4 0 16,17 0 0-16,-17 0 0 15,25-4 0-15,-12 2 0 0,1-1 0 0,0-2 0 16,-2 3 0-16,0 0 0 0,-3-1 0 16,-1 1 0-16,-8 2 0 0,17 0 0 0,-17 0 0 15,17-2 0-15,-17 2 0 0,17 2 0 16,-9 2 0-16,1-3 0 0,-9-1 0 0,13 4 0 15,-4-1 0-15,-9-3 0 0,13 6 0 16,-10-5 0-16,-3-1 0 0,11 6 0 0,-6-5 0 16,-5-1 0-16,9 3 0 0,-9-3-319 15,0 0-716-15,13 0 105 0,-13 0-1079 16,0 0-1425-16</inkml:trace>
  <inkml:trace contextRef="#ctx0" brushRef="#br0" timeOffset="179714.28">31699 3539 5053 0,'10'-39'-193'0,"-5"10"76"0,1 8 45 0,-3 1 60 0,-1 3 46 16,2 7 48-16,-2 0 37 0,0 1 17 0,-2 3-7 16,0 6-16-16,2-7-14 0,-2 7-3 15,0 0 10-15,0 0 1 0,-8 46-12 0,-1-8-2 16,0 13-5-16,-3 1-7 15,1 2 1-15,0 0-14 0,4-3-3 0,2-9-7 16,-1 1-7-16,0-3-7 0,3-4 2 16,-6-1-5-16,6-7-11 0,1-7 1 15,-2-2-19-15,0-4 1 0,3-2-4 0,-1-3-3 16,0-1-4-16,0-3-15 0,2-6-22 16,-8 8-24-16,8-8-20 0,0 0-16 0,0 0-8 15,-24-12-4-15,12 3 3 0,-1-2 2 16,-3-3 3-16,1 2 7 0,-2-2-6 0,-6-3 23 15,6 2 7-15,-1 3 23 0,7 2 8 16,2 3 9-16,-1 0 1 0,4 0-2 16,1 3 6-16,5 4 4 0,0-11 3 0,0 11-5 15,21-14-2-15,-1 4 7 16,13 0-4-16,6-5 0 0,10-2-12 0,4 1-15 16,-1-7-18-16,-3 3 8 0,-3-8 5 15,-3 0 11-15,-2-5 0 0,-7 0-3 0,-3-1 17 16,-6-2 0-16,-9 4-1 0,0 1 2 15,-7 2 11-15,-1 8 18 0,-5 1 8 0,-3 7 12 16,0 1 8-16,-1 2-14 0,-3 3-2 16,-5 3 17-16,9 4 9 0,-31 9 10 0,1 8-6 15,-6 7 0-15,-1 9 8 0,2 2 12 16,5 6-2-16,-2 4 7 0,3 0 3 16,2 2 2-16,5-2 10 0,3 1-9 0,3-12-6 15,7-2-2-15,-1-1-8 16,5-7-4-16,3-2-3 0,-3-5-1 0,5-3 1 15,0-2-4-15,0 1 1 0,0-5 1 16,3 1-1-16,1-3-4 0,-4-6 1 0,11 3-7 16,-11-3-3-16,18-1-4 0,-18 1-1 15,20-3-8-15,-20 3 0 0,17-2-3 0,-9-1 3 16,-8 3-5-16,14-3-3 0,-14 3 0 16,13 0-1-16,-13 0 1 0,0 0 6 15,21 4 1-15,-21-4-1 0,15 4 1 16,-8-1 14-16,1 1-17 0,-8-4 3 15,13 4-3-15,-7 0-3 0,-6-4 3 0,16 3 4 0,-16-3-8 16,16 3 3-16,-16-3-3 16,21-3 8-16,-10 0-10 0,3-1-6 0,-3 1 0 15,0-2-4-15,0 2 3 0,-2-1 2 16,-9 4-1-16,16-7-1 0,-9 6-5 0,-7 1-3 16,11-6 7-16,-11 6-5 0,8-3-4 15,-8 3 4-15,10-4-6 0,-10 4 6 0,0 0-6 16,13-1 5-16,-13 1 0 0,0 0 2 15,17 0-5-15,-17 0 3 0,18 0-3 16,-18 0 5-16,20-4-16 0,-8 2-22 0,-1-1-24 16,2 1-23-16,3-6-12 15,0-1-17-15,2-3-1 0,5-8-2 0,2-6 3 16,2-11 6-16,0-6 12 0,0-5 5 16,2-9 6-16,-2-5 13 0,-4-1 7 0,0-2 12 15,-5 2 18-15,-6 8 29 0,3 9 32 16,-9 11 20-16,-3 11 6 0,-3 2 5 0,5 10-11 15,-10 3-8-15,2 4 0 0,3 5 3 16,-24 8 9-16,1 13 0 0,-2 3 11 16,-4 10-11-16,4 2 3 0,2 3-6 0,3 7 3 15,2-3-5-15,5 2-3 0,1-9-6 16,5 4-6-16,-1-4-5 0,5-2-30 0,-1-5-34 16,4-4-40-16,-2-3-40 0,-1-3-25 15,3-1-32-15,3-5-19 0,-3-1 4 16,2 1 9-16,0-5 22 0,-2 0 22 15,-2 0 30-15,2-8 15 0,-2 7 34 0,2-7 30 16,0 0 42-16,0 0 45 0,0 0 22 16,0 0 19-16,0 0 2 0,0 0 5 0,0 0-12 15,-3-21-2-15,3 21-4 0,16-10-8 16,-7 5-7-16,5 0-6 0,1 0-10 16,1-1-10-16,0 2-47 0,2 2-73 0,-2-2-95 15,4 0-93-15,-1 3-101 0,0-2-172 16,-2 0-173-16,-2 2 62 0,-15 1-437 0,19 4-550 15</inkml:trace>
  <inkml:trace contextRef="#ctx0" brushRef="#br0" timeOffset="182931.38">27058 4414 2878 0,'0'0'16'0,"-6"6"45"0,6-6 26 0,0 0 28 0,-7 7 44 0,7-7 35 16,0 0 30-16,-5 5 18 0,5-5 7 0,0 0 10 15,0 0 2-15,0 0 11 0,0 0 7 16,0 0 3-16,-9 3-4 0,9-3-4 0,0 0-1 16,0 0-8-16,0 0-6 0,0 0-11 15,0 0-9-15,0 0-20 0,0 0-17 16,0 0-20-16,0 0-18 0,7-23-154 16,-5 16-10-16,-1-3 0 0,5 1 0 0,-2-2 0 15,1 3 0-15,2 0 0 0,0-1 0 16,-1 1 0-16,3 0 0 0,-2 4 0 15,2-1 0-15,-9 5 0 0,14-2 0 0,-14 2 0 16,23 5 0-16,-12-1 0 0,2 3 0 16,-1 2 0-16,2 3 0 0,-4-1 0 0,-1 2 0 15,1 1 0-15,-3-2 0 0,-3 3 0 16,2-1 0-16,-5 0 0 0,-1-1 0 0,0-2 0 16,0 3 0-16,-1-3 0 0,-1 1 0 15,0-1 0-15,0-2 0 0,0-2 0 16,0-1 0-16,2-6 0 0,-1 10 0 0,1-10 0 15,0 0 0-15,0 0 0 0,0 0 0 16,0 0 0-16,11-32 0 0,-2 13 0 16,8-5 0-16,-1 2 0 0,-3 3 0 0,0 3 0 15,1 3 0-15,-3-1 0 0,-1 5 0 16,-1 1 0-16,1 2 0 0,-3 2 0 16,1 1 0-16,-8 3 0 0,17 0 0 0,-17 0 0 15,19 11 0-15,-10-4 0 0,4 2 0 16,-4 1 0-16,0 2 0 0,-2-2 0 0,4 2 0 15,-6 2 0-15,2-1 0 0,-1-2 0 16,1-1 0-16,-2 0 0 0,-1-1 0 0,-1-1 0 16,1-1 0-16,0 0 0 0,-2-1 0 15,-1-2 0-15,-1-4 0 0,7 11 0 0,-5-7-120 16,-2-4-459-16,0 0-88 16,2 4-153-16,-2-4-34 0,0 0 86 0,0 0-723 15,0 0-937-15</inkml:trace>
  <inkml:trace contextRef="#ctx0" brushRef="#br0" timeOffset="183347.2">27659 4414 4078 0,'-12'4'-10'0,"0"3"44"0,5-1 39 0,0 0 55 0,-1 3 45 16,2 1 24-16,-2 0 21 0,3 2 6 16,1-1 5-16,1 0-21 0,1 1 0 15,2 1-10-15,2-3-9 0,-1 2-10 0,3-2-7 16,3 3-16-16,4-3-13 0,0-2-8 16,2 0-14-16,2-5-9 0,0-1-11 0,1-2-7 15,-1 0-9-15,4-1-8 16,-1-3-4-16,2-4 0 0,-3 4 18 0,-4-6-1 0,5 1 2 15,-5-3 1-15,1-3 4 16,-5 1-37-16,-4-4-60 0,1 1 0 0,-6-1 0 16,0 0 0-16,-4 2 0 0,2-1 0 15,-3 2 0-15,-4 3 0 0,-3 2 0 0,-1 1 0 16,-3 3 0-16,-1 3 0 0,-2 2 0 16,1 2 0-16,-2 2-254 0,1 3-98 0,-2 1-81 15,6-2-89-15,0 2-118 0,3-4-204 16,3 1 76-16,1-1 75 0,5 0-560 15,3-3-715-15</inkml:trace>
  <inkml:trace contextRef="#ctx0" brushRef="#br0" timeOffset="185663.13">28318 4588 3593 0,'0'0'120'0,"0"0"42"0,0 8 32 0,0-8 32 0,0 0 28 16,0 0 38-16,0 0 15 0,0 0-8 0,0 0-22 15,0 0-27-15,0 0-23 0,0 0-23 16,27-16-18-16,-20 7-20 0,1 3-11 0,4-6-18 16,1-3-13-16,-2 1-31 0,4-11-13 15,3 1-5-15,-1-3-14 0,-2-4-17 16,2-2-9-16,2-6-11 0,0-5-10 0,-5 10-1 16,-1 0 10-16,-1 3-18 0,-5 7 3 15,0 6 4-15,-1 1-8 0,-2 6-2 0,-1 1-11 16,-2 0-3-16,1 3 4 15,-2 7 5-15,0 0-7 0,0 0 8 0,0 0-4 16,0 0 5-16,-27 24 6 0,17-7 4 16,-1 10 4-16,4-3 1 0,-1 7 2 0,0 0 0 15,2-2-4-15,6-4 0 0,0-2 1 16,2 3-3-16,2-2 2 0,3 0-4 0,-2-2 0 16,2-1 8-16,-1-4-8 0,1-2 0 15,4-1 4-15,-2-4-9 0,0 1-5 0,3-5-20 16,1 0-9-16,-1-4-10 0,1-2-10 15,2-2-7-15,0-5-13 0,7-2 13 16,-8-1-1-16,10-9-4 0,-3 0 13 0,-1 0 15 16,-4 2-8-16,-3 3 2 0,-6 4 17 15,1-2-5-15,0 4 2 0,-3 1 2 16,1 1 7-16,0 2-4 0,-6 4-4 16,6-4 8-16,-6 4 1 0,0 0 0 0,0 0-1 15,5 16 5-15,-5-10-2 0,0 3 3 16,2 1 6-16,2 0-4 0,0 3 0 0,-2-5 9 15,-1 2-7-15,6-1 5 0,-2-1 0 16,3-1 4-16,-3 0 11 0,6-5-7 0,-4-1 6 16,2 1-8-16,-9-2 8 0,21-3 0 15,-10-1 0-15,2 1-5 0,-1-4 4 0,-1-3-6 16,0 0 3-16,-2-3 1 0,-2 2-1 16,-1-1-6-16,-2 0 3 0,-2 0-1 15,0-2 1-15,-2 4 7 0,-2 0-17 0,0 1-6 16,-4 0-18-16,0 5-10 15,-1 0-13-15,-4 1-21 0,-1 3-23 0,12 0-29 16,-25 5-33-16,8-3-27 0,3 4-43 16,0 1-36-16,-2 0-36 0,3 0-43 0,2-1-60 15,1 0-66-15,1-2-125 0,5 0-23 16,-2 0-397-16,6-4-490 0</inkml:trace>
  <inkml:trace contextRef="#ctx0" brushRef="#br0" timeOffset="186029.37">29136 4403 2878 0,'0'0'63'0,"0"0"40"0,0 0 32 0,0 0 25 0,-34 9 21 16,23-4 3-16,6 3-3 0,-1-1-6 0,3 3-6 15,-1 1-10-15,2-1-11 0,2 0-14 16,2 0-10-16,2-1-5 0,-1 1-4 15,3-1-5-15,1 0-2 0,5-3 2 0,-1 2-12 16,3-6-5-16,-1 3-7 0,3-5-6 16,-1 0-2-16,-1-5 6 0,-2 4 7 15,3-4 8-15,1-1 0 0,-5-2 1 16,1-1 0-16,-5-1-8 0,1-2 7 0,-3 0-8 16,2-3-14-16,-3-1-1 0,-3 5-7 15,-1-2-19-15,0 0-5 0,0 3-11 0,-1-1-2 16,-5 1-27-16,-2 3-17 0,-2 0-22 15,-1 4-18-15,-3 1-40 0,14 2-38 16,-28 5-48-16,13 0-55 0,-2 1-53 0,5 0-64 16,-1 3-73-16,1-4-100 0,7 2-144 15,-1-2 2-15,5-2 74 0,1-3-361 0,0 0-430 16</inkml:trace>
  <inkml:trace contextRef="#ctx0" brushRef="#br0" timeOffset="186315.05">29636 4007 2875 0,'-1'-17'197'0,"-3"3"35"0,-2 4 35 16,5 3 21-16,1 1 2 0,0 6-5 0,-4-8-34 16,4 8-28-16,0 0-3 0,0 0 2 15,-14 25-8-15,5 4-22 0,0 8-40 16,-7 11-13-16,3 7-8 0,-5 1-17 0,5 6-13 15,-4 2-8-15,-2-1-16 0,0 1-33 16,1-3-36-16,2-3-32 0,0 0-35 16,1-9-45-16,5-8-43 0,1-5-54 15,0-4-60-15,1-8-49 0,4-5-29 0,0-4-31 16,2-7-22-16,2-2-38 0,0-6-22 16,6 0-64-16,-6 0-28 0,12-14-295 0,-1-2-324 15</inkml:trace>
  <inkml:trace contextRef="#ctx0" brushRef="#br0" timeOffset="186565.11">29589 4338 2224 0,'6'-13'32'0,"-2"1"72"16,-3 0 45-16,3 7 38 0,-2-3 12 0,-2 8 13 15,4-8 1-15,-4 8 15 0,4-6 11 16,-4 6 3-16,0 0-4 0,0 0-12 16,0 0-16-16,28 14-16 0,-21-6-9 15,-2 1-19-15,1 2-10 0,1 1-9 0,-3 2-1 16,0-2-2-16,-4 1 3 0,0-1 1 15,-4 4 10-15,0-3-5 0,-3 1-9 0,-3-1-5 16,-2 3-14-16,-1-1-11 0,1-4-12 16,-4-1-4-16,3-1-28 0,-1-3-46 15,1-2-59-15,-3-3-54 0,3 1-56 0,13-2-57 16,-25-7-81-16,12 2-94 16,3-3-91-16,1-3-118 0,4-1-165 0,3-5 62 15,2-1-548-15,3 1-700 0</inkml:trace>
  <inkml:trace contextRef="#ctx0" brushRef="#br0" timeOffset="187346.09">30165 4220 3242 0,'4'-16'31'0,"-1"7"51"0,-1-6 38 0,2 3 16 15,-2 2 40-15,-2 1 39 0,2 2 18 16,-2 7 5-16,1-12-8 0,-1 12-20 0,2-6-24 16,-2 6-4-16,0 0 26 0,-13 22 27 15,-1 5-6-15,-4 4-7 0,-3 8-5 16,-2 6-2-16,1 1 1 0,-2-1-3 15,-1 1-11-15,0-3-10 0,7-2-11 0,-3 0-14 16,3-7-13-16,3-5-13 0,0-2-23 16,0 0-118-16,-1-3 0 0,3-5 0 15,4-4 0-15,1-1 0 0,-1-4 0 0,3 2 0 16,-1-3 0-16,0-1 0 0,2-1 0 16,-1-1 0-16,6-6 0 0,-7 8-309 0,1-4-111 15,6-4-91-15,-6 2-106 0,6-2-112 16,0 0-85-16,0 0 82 0,8-23-649 0,3 9-833 15</inkml:trace>
  <inkml:trace contextRef="#ctx0" brushRef="#br0" timeOffset="187797.31">30558 4473 3752 0,'0'0'-48'0,"-25"0"39"0,25 0 41 0,-25 7 45 0,12 0 43 0,-3 2 31 0,3-3 14 15,-3 4 11-15,4 3 1 0,-1-3-3 16,4 2-1-16,2-2-1 0,-2 0 5 0,6-1 3 16,-5-1 8-16,7 0-5 0,-1-1-2 15,2-7-2-15,0 10 0 0,0-10-4 0,3 8-17 16,3-2-16-16,-6-6-15 0,18 2-14 16,-18-2-12-16,18 0-11 0,-18 0-5 15,23-6-12-15,-16 3-6 0,4-2-4 0,-2-3-6 16,-4 1-6-16,4-5-5 15,-6-2-9-15,1-1-4 0,-2-2-5 0,0 4-12 16,-2-1-23-16,0 5-21 0,0-1-30 16,-4 1-33-16,-1 1-46 0,-4 1-41 0,2 2-48 15,7 5-62-15,-21-3-71 0,11 3-85 16,10 0-112-16,-16 1-171 0,16-1 3 0,-12 2 75 16,12-2-497-16,0 0-613 0</inkml:trace>
  <inkml:trace contextRef="#ctx0" brushRef="#br0" timeOffset="188262.59">30702 4543 3374 0,'-11'4'191'16,"11"-4"48"-16,0 0 42 0,-10 2 45 16,10-2 42-16,0 0-5 0,0 0-24 15,0 0-25-15,0 0-37 0,0 0-24 0,0 0-26 16,0 0-22-16,0 0-19 0,0 0-21 15,19-23-15-15,-15 18-12 0,2-4-11 0,0 3-8 16,-1-5-8-16,-1-2 1 16,-1-3-5-16,1 3-6 0,-4-1 1 0,0 0-86 0,0 2-16 15,0-1 0-15,0 2 0 0,-4 1 0 16,3 2 0-16,-5 1 0 0,1-2 0 16,-1 2 0-16,0 1 0 0,6 6 0 15,-8-10 0-15,3 6 0 0,5 4 0 0,-6-7 0 16,6 7 0-16,-4-5 0 0,4 5 0 15,0 0 0-15,0 0 0 0,0 0 0 16,0 0 0-16,10-9 0 0,-10 9 0 0,0 0 0 16,26 6 0-16,-16-3 0 0,0 2 0 15,-1-1 0-15,2 5 0 0,-4-1 0 0,4 4 0 16,-4-1 0-16,0 1 0 0,-1 2 0 16,1 0 0-16,-4-1 0 0,1 3 0 0,1 1 0 15,-3-2 0-15,2 1 0 0,0-1 0 16,0 0 0-16,0-1 0 0,0-2 0 0,-2 0 0 15,1-3 0-15,1-1 0 0,1-1-132 16,4-1-468-16,2-2-160 0,0-4-152 16,5 0 77-16,2-2-849 0,7-4-1120 15</inkml:trace>
  <inkml:trace contextRef="#ctx0" brushRef="#br0" timeOffset="188912.02">31432 4305 4494 0,'0'-9'-48'15,"-2"3"82"-15,2 6 35 0,-2-8 37 0,2 8 23 0,0 0 15 0,-9-4 7 16,9 4 10-16,0 0 14 0,-42 12 0 16,23-3-26-16,-8 5-6 0,-2 3-4 0,2 1-16 15,2 1-4-15,5 0-17 0,-1 0-11 16,6-2-4-16,3-2-10 0,5-3 0 0,1 2-13 15,1 0-2-15,0-4-5 0,3 0-5 16,4-1 0-16,1-3-9 0,4 0-10 0,2 0-24 16,7-4-30-16,-1-2-23 0,6-1-28 15,2-3-24-15,10-6-28 0,1-5-18 0,7-4-23 16,2-7-8-16,-2-3 3 0,-3-4 6 16,5-4 22-16,-7-6 7 0,0-5 19 15,0-4 18-15,-6 3 44 0,-5 1 37 16,-2 7 33-16,-6 12 26 0,-7 6 23 15,-2 5 6-15,-1 5 0 0,-3 5-8 0,-6 2 4 16,2 6 11-16,0 0 28 0,0 0 22 16,-52 25 19-16,23-3 6 0,-5 11 9 0,4 2-1 15,3 1-4-15,1 2-9 0,7-6-5 16,1-1-8-16,3 0-13 0,4 0-14 0,5-6-6 16,2-2-11-16,2-4-8 0,4-3-8 15,0 2-11-15,3 1-3 0,6-5-11 0,2-1-13 16,2-2-7-16,2-3-11 0,1-2-4 15,-2-3-1-15,4-3 0 0,-1 0 1 16,-1 0 4-16,2-2 4 0,-4 1-23 16,-2-1 0-16,-1 0 0 0,-13 2 0 15,21 0 0-15,-11-2 0 0,-10 2 0 0,0 0 0 16,21 6 0-16,-16-3 0 0,-5-3 0 16,9 8 0-16,-5-2 0 0,-4-6 0 0,7 12 0 15,-5-6 0-15,1-2 0 0,-3-4 0 16,8 10 0-16,-4-5 0 0,-4-5 0 0,8 10 0 15,-8-10 0-15,5 6 0 0,-5-6 0 16,10 2 0-16,-10-2 0 0,0 0-68 0,17-4-379 16,-17 4-96-16,13-7-135 15,-6 4-213-15,0-4 68 0,-3 2 86 0,-4 5-625 16,3-14-816-16</inkml:trace>
  <inkml:trace contextRef="#ctx0" brushRef="#br0" timeOffset="-208221.81">26283 12266 2703 0,'7'-4'425'0,"-7"4"-63"0,0 0-50 0,0 0-9 0,0 0-11 0,0 0-17 0,0 0-15 15,0 0-18-15,0 0 8 0,0 0 6 0,4-10 2 16,-4 10-6-16,0 0-5 16,0 0-6-16,0 0-5 0,0 0-8 0,0 0-11 0,0 0-11 15,0 0-10-15,0 0-12 16,0 0-11-16,0 0-100 0,0 0-73 0,0 0 0 15,0 0 0-15,0 0 0 0,0 0 0 16,0 0 0-16,0 0 0 0,0 0 0 0,-9-9 0 16,9 9 0-16,0 0 0 0,0 0 0 15,-18 0 0-15,18 0 0 0,0 0 0 0,-22 2 0 16,22-2 0-16,-21 2 0 0,7-2 0 16,3 4 0-16,-2-3 0 0,-1 1 0 0,-1 0 0 15,3 2 0-15,-1-2 0 0,1 0 0 16,1 0 0-16,11-2 0 0,-16 4 0 0,5-2 0 15,4-1 0-15,7-1 0 16,-16 6 0-16,9-5 0 0,7-1 0 0,-17 5 0 16,11-3 0-16,-2 2 0 0,1-2 0 15,0 4 0-15,-2-2 0 0,2-2 0 0,0 4 0 16,-3 0 0-16,4-3 0 0,0 2 0 16,-1 0 0-16,1 2 0 0,1-4 0 0,-2 4 0 15,4-3 0-15,-1 2 0 0,-2 1 0 16,5-2 0-16,-3 1 0 0,0 1 0 15,2-3 0-15,1 3 0 0,-1 0 0 0,-3 0 0 16,3 0 0-16,0 1 0 0,2-1 0 16,0 2 0-16,-1-1 0 0,1 3 0 0,0-3 0 15,0 3 0-15,0-1 0 0,0 0 0 16,1 2 0-16,-1-2 0 0,2 1 0 16,0-1 0-16,0 1 0 0,3-3 0 0,-4 2 0 15,1 1 0-15,2-1 0 0,0-2 0 16,-3 3 0-16,5-1 0 0,-2-2 0 15,-1 3 0-15,2-2 0 0,-1 0 0 0,-1 0 0 16,3 0 0-16,-2 1 0 0,-1-1 0 16,3-1 0-16,-1-1 0 0,0 2 0 0,1-3 0 15,-1 1 0-15,3 0 0 0,0-2 0 16,-3 2 0-16,6-1 0 0,0-2 0 0,-2 0 0 16,0 1 0-16,3-1 0 15,-1 0 0-15,2-4 0 0,1 2 0 0,-1 0 0 16,-1 0 0-16,-1 1 0 0,-11-3 0 15,21 0 0-15,-10 0 0 0,-11 0 0 0,24 0 0 16,-24 0 0-16,23-1 0 0,-9-3 0 16,-3 2 0-16,3 0 0 0,1-1 0 0,-1 0 0 15,1-1 0-15,-1 1 0 0,-1-1 0 16,0 0 0-16,-2 0 0 0,1 0 0 0,0 1 0 16,-1-2 0-16,-4 1 0 0,1 1 0 15,2 0 0-15,-3-1 0 0,0 1 0 0,2-1 0 16,-4 1 0-16,3 0 0 15,-8 3 0-15,12-7 0 0,-9 3 0 0,3-1 0 0,-1 2 0 16,1-2 0-16,-2 0 0 16,-1-1 0-16,4 1 0 0,-3 0 0 0,-3 0 0 15,5-1 0-15,-2 0 0 0,-3 1 0 16,5-2 0-16,-4 0 0 0,2-1 0 0,-2 3 0 16,0-4 0-16,0 2 0 0,2-1 0 15,-2 2 0-15,-1-2 0 0,-1 1 0 16,4-1 0-16,-2 2 0 0,-2-1 0 0,2-1 0 15,-2 0 0-15,2 2 0 0,-2-2 0 0,0 3 0 16,0-5 0-16,0 2 0 16,0 1 0-16,0-1 0 0,0 0 0 0,-2-2 0 15,2 3 0-15,0-1 0 0,0 1 0 16,0-2 0-16,-2 3 0 0,2-1 0 0,0 7 0 16,-2-14 0-16,2 9 0 0,0 5 0 15,-4-10 0-15,4 4 0 0,0 6 0 0,-1-10 0 16,1 5 0-16,0 5 0 0,-4-10 0 15,4 4 0-15,0 6 0 0,-6-8 0 0,6 8 0 16,-3-8 0-16,0 4 0 0,3 4 0 16,-8-9 0-16,8 9 0 0,-1-6 0 0,1 6 0 15,-6-5 0-15,6 5 0 0,0 0 0 16,-7-10 0-16,7 10 0 0,0 0 0 0,-9-6 0 16,9 6 0-16,0 0 0 15,-3-6 0-15,3 6 0 0,0 0 0 0,-8-6 0 16,8 6 0-16,0 0 0 0,-5-5 0 15,5 5 0-15,0 0 0 0,0 0 0 0,-9-6 0 16,9 6 0-16,0 0 0 0,-11-4 0 16,11 4 0-16,0 0 0 0,-11-4 0 0,11 4 0 15,0 0 0-15,0 0 0 0,-11-4 0 16,11 4 0-16,0 0 0 0,-10-2 0 0,10 2 0 16,0 0 0-16,-13-2 0 0,13 2 0 15,0 0 0-15,-18-4 0 0,18 4 0 0,-11-2 0 16,11 2 0-16,-17 0 0 0,17 0 0 15,-19 2 0-15,7-2 0 0,-1 0 0 0,1 2 0 16,-1 2 0-16,1-2 0 16,-4 4 0-16,1 0 0 0,-1 0-54 0,3 1-1008 15,-2 3 107-15,4-1-1126 0,-1 3-1494 16</inkml:trace>
  <inkml:trace contextRef="#ctx0" brushRef="#br0" timeOffset="-206707.4">26109 12843 5154 0,'0'0'-321'0,"0"0"80"0,9-2 62 0,-9 2 62 0,0 0 59 0,11-7 65 15,-11 7 42-15,0 0 39 0,3-5 25 16,-3 5 26-16,0 0 21 0,0 0 11 0,0 0 19 16,8-5 12-16,-8 5 14 0,0 0 6 15,0 0 11-15,0 0 2 0,0 0 1 0,0 0-5 16,3-6-6-16,-3 6-6 0,0 0-11 15,0 0-10-15,0 0-14 0,0 0-16 0,0 0-12 16,0 0-53-16,0 0-103 0,0 0 0 16,0 0 0-16,0 0 0 0,0 0 0 0,0 0 0 15,0 0 0-15,0 0 0 16,0 0 0-16,0 0 0 0,0 0 0 0,0 0 0 16,0 0 0-16,0 0 0 0,0 0 0 15,-30 16 0-15,24-11 0 0,-1 3 0 0,0-4 0 16,-4 3 0-16,6-1 0 0,-6 4 0 15,-1-2 0-15,1 3 0 0,-3 1 0 0,1 1 0 16,-5-1 0-16,0 9 0 0,-3-3 0 16,-1 3 0-16,2 1 0 0,-1 0 0 0,0-1 0 15,-2 1 0-15,2 1 0 0,0-1 0 16,1 1 0-16,-2-2 0 0,7-3 0 16,0-5 0-16,3 3 0 0,-1-2 0 15,2-1 0-15,-1 1 0 0,1-2 0 0,2-2 0 16,-2-1 0-16,4 2 0 0,-2-2 0 15,0-2 0-15,2 2 0 0,0 1 0 0,-3-3 0 16,4 1 0-16,0 0 0 0,-1-2 0 16,1-1 0-16,1 2 0 0,-2-2 0 0,4-1 0 15,-3 2 0-15,6-6 0 0,-7 8 0 16,3-4 0-16,4-4 0 0,-7 7 0 0,2-3 0 16,1 2 0-16,4-6 0 0,-7 8 0 15,1-4 0-15,3 1 0 0,3-5 0 0,-9 6 0 16,6-2 0-16,3-4 0 15,-8 7 0-15,8-7 0 0,-3 3 0 0,3-3 0 0,0 0 0 16,-8 6 0-16,8-6 0 16,0 0 0-16,0 0 0 0,-2 5 0 0,2-5 0 15,0 0-587-15,0 0-414 0,0 0 106 16,24-17-1046-16,-4 7-1362 0</inkml:trace>
  <inkml:trace contextRef="#ctx0" brushRef="#br0" timeOffset="-205804.53">26208 12896 4833 0,'0'0'-263'0,"0"0"76"0,0 0 65 0,0 0 61 0,0-10 61 16,0 10 63-16,0 0 49 0,0 0 38 0,-4-10 28 15,4 10 28-15,0 0 28 0,0 0 22 16,0-8 14-16,0 8 0 0,0 0 1 16,0 0-16-16,-3-9-14 0,3 9-10 15,0 0-15-15,0 0-13 0,-4-4-20 0,4 4-16 16,0 0-14-16,0 0-8 0,0 0-6 16,0 0-91-16,0 0-48 0,0 0 0 0,-4-8 0 15,4 8 0-15,0 0 0 16,0 0 0-16,0 0 0 0,0 0 0 0,0 0 0 15,0 0 0-15,0 0 0 0,0 0 0 0,0 0 0 16,0 0 0-16,0 0 0 0,0 0 0 16,0 0 0-16,36 10 0 0,-18-5 0 0,0 5 0 15,9 4 0-15,2 1 0 0,-1 2 0 16,1-1 0-16,0 8 0 0,-1-6 0 16,1 3 0-16,2-1 0 0,-5 1 0 0,3 1 0 15,-3-5 0-15,1 4 0 0,-2-1 0 16,-1-3 0-16,1 3 0 0,0-1 0 0,2 0 0 15,-1-3 0-15,-1 0 0 0,2 1 0 16,-2-3 0-16,-4-1 0 0,-4-2 0 0,2-1 0 16,-4 0 0-16,0-1 0 0,-3 1 0 15,0-3 0-15,1 1 0 0,-2-1 0 0,-1 0 0 16,-3-1 0-16,2-2 0 16,0 0 0-16,-4-1 0 0,3 1 0 0,-3-1 0 15,-5-3 0-15,14 3 0 0,-14-3 0 16,13 0 0-16,-13 0 0 0,9 2 0 0,-9-2 0 15,0 0 0-15,14 0 0 0,-14 0 0 16,0 0 0-16,9 2 0 0,-9-2 0 0,0 0 0 16,0 0 0-16,0 0 0 0,0 0 0 15,0 0 0-15,0 0 0 0,0 0 0 0,0 0 0 16,0 0 0-16,0 0 0 0,0 0 0 16,0 0-891-16,-27 14-67 0,11-6-1199 0,-4 1-1564 15</inkml:trace>
  <inkml:trace contextRef="#ctx0" brushRef="#br0" timeOffset="-204791.3">25475 13600 5455 0,'3'-4'-303'0,"-3"4"63"0,0 0 51 0,4-6 52 0,-4 6 44 16,0 0 48-16,0 0 24 0,0 0 20 0,0 0 14 16,0 0 7-16,0 0 10 0,-6-14 6 15,6 14 3-15,0 0-1 0,-9-3 2 0,9 3 0 16,-13-4 2-16,13 4 8 15,-12-1 7-15,12 1 9 0,-15-2 8 0,15 2 7 0,-19 0 6 16,19 0 8-16,-19 0 5 16,19 0 9-16,-21 3 3 0,7 1 9 0,3-2 5 15,-4 3 7-15,-2 2-1 0,-2 0 18 0,0 3 4 16,-8 7-6-16,4 3 6 0,-2 5 1 16,6 2 5-16,-1 4-3 0,-2 9-2 15,8-8-3-15,2 2-5 0,2 4-7 0,5-4 3 16,3 5-12-16,4-12-4 0,7 5-76 15,4-2-51-15,8-3 0 0,8-4 0 0,11 0 0 16,6-8 0-16,6-3 0 0,-5-6 0 16,4-5 0-16,10-2 0 0,0-10 0 15,-2 1 0-15,-3-5 0 0,-9-1 0 0,-3-4 0 16,-11 1 0-16,-3-2 0 0,-3-2 0 16,-7-3 0-16,0-1 0 0,-6-4 0 0,-2-3 0 15,-6-2 0-15,0 0 0 0,-6-4 0 16,-2-3 0-16,-2-1 0 0,-3 3 0 15,-4 5 0-15,4 4 0 0,-8 1 0 16,1 5 0-16,-4 4 0 0,-7 2 0 0,-4 6 0 16,-1 3 0-16,-4 5 0 0,1 4 0 15,5 2 0-15,-11 4 0 0,-1 4 0 0,4 2 0 16,0 1 0-16,4 2 0 0,-1 3-254 16,7-1-284-16,1 2-89 0,7-2-110 0,-2 4-113 15,8-3 82-15,4-1-734 0,7 0-949 16</inkml:trace>
  <inkml:trace contextRef="#ctx0" brushRef="#br0" timeOffset="-204174.72">27034 13435 4057 0,'-16'-2'-70'0,"16"2"29"0,0 0 39 0,-32 12 57 0,14-2 45 16,-4 9 16-16,-1 1 19 0,2 4 4 0,1 4 6 16,-2-3-4-16,8 4 6 0,7-6-5 15,3 0-2-15,3-5-4 0,4 2-6 0,5 0-12 16,7 4 6-16,4-5-9 0,6 1-9 16,2-5-8-16,-1-3-14 0,1-5-4 0,-4-3-4 15,-1-4-1-15,1 0 12 0,1 0 11 16,1-7 10-16,5-3 7 0,1-2 7 15,-11 0 9-15,1-7-9 0,-1-4-7 0,-8 0-9 16,0-6-17-16,-6-5-10 0,0-2-7 16,-8 1-16-16,0-5-28 0,-6 1-27 15,-2 3-36-15,1 4-42 0,-10 3-48 16,-2 9-48-16,0 9-51 0,-2 5-52 0,-6 4-46 16,-12 6-53-16,-5 4-64 0,-7 5-95 15,-1 9-169-15,4-1 30 0,3 2 66 0,3 6-452 16,4 1-530-16</inkml:trace>
  <inkml:trace contextRef="#ctx0" brushRef="#br0" timeOffset="-201906.72">25623 12721 3179 0,'0'0'86'0,"0"0"0"0,-3-10 23 0,3 10 38 0,0 0 31 0,-2-9 23 0,2 9 1 0,0 0-8 0,-6-9-19 15,6 9-11-15,0 0-19 16,-2-5-12-16,2 5-19 0,0 0-14 0,0 0-9 16,0 0-6-16,0 0 12 0,0 0 16 15,0 0 1-15,10 23-9 0,-7-13 4 0,5 3 29 16,0-1-12-16,-1 2-3 0,3 1 4 16,-1 2-2-16,5 1-16 0,1 5-15 15,4 1 14-15,0-2-9 0,2 0 9 0,2-1-2 16,2-1-4-16,2-1 0 0,-1 0-4 0,3-1-1 15,0-2-2-15,-1-2-6 0,-6-4 0 16,0-2 1-16,-1 0 2 0,-3-2 4 16,5 1-45-16,-1-2-51 0,-6-2 0 15,9 1 0-15,-3-4 0 0,1 0 0 0,2-2 0 16,4 0 0-16,0-1 0 0,-1 2 0 16,1-1 0-16,0-2 0 0,-3 1 0 0,-1-1 0 15,2 4 0-15,0-4 0 0,-5 0 0 16,1 2 0-16,-1 0 0 0,1-3 0 15,-3 2 0-15,-1 1 0 0,4-1 0 0,0-2 0 16,2 0 0-16,-1-2 0 0,7-2 0 16,-1 0 0-16,3-2 0 0,-1 0 0 0,0-2 0 15,-5 1 0-15,2 0 0 0,-6 1 0 16,-5 1 0-16,2 0 0 0,-3 1 0 16,2-2 0-16,-2-1 0 0,-2 0 0 15,1 3 0-15,1-3 0 0,-2-1 0 0,2 1 0 16,0-2 0-16,-2 2 0 0,1-1 0 15,-3 3 0-15,3-2 0 0,-4 1 0 0,-1-1 0 16,-2 6 0-16,-4-1 0 0,3 0 0 16,-2 0 0-16,0 2 0 0,-2 1 0 0,-4 4 0 15,7-6 0-15,-3 2 0 0,-4 4 0 16,3-5 0-16,-3 5 0 0,0 0 0 0,7-7 0 16,-7 7 0-16,0 0 0 15,4-5 0-15,-4 5-118 0,0 0-391 0,0 0-162 16,0 0-211-16,0 0 48 0,0 0 79 15,-35 9-749-15,23-1-950 0</inkml:trace>
  <inkml:trace contextRef="#ctx0" brushRef="#br0" timeOffset="-200676.16">28036 12605 4312 0,'-8'0'-75'0,"8"0"31"0,-17 3 52 0,17-3 62 0,-15-3 68 0,15 3 46 0,-15 0 33 15,15 0 14-15,-16-6 11 0,11 0-18 0,5 6 7 16,-11-9 0-16,7 1-7 0,-1-4-7 16,3 2-6-16,4-1-8 0,5-5-16 0,0-1-17 15,6-1-16-15,5-5-12 0,3 0-14 16,1 5-16-16,-1-1-10 0,6 2-10 16,-6 5-13-16,-4 1-8 0,-1 5-8 15,-2 0-9-15,0 4-41 0,-1 2-13 0,-13 0 0 16,25 11 0-16,-16 1 0 0,-1 5 0 15,-3 4 0-15,-5 3 0 0,-7 8 0 16,-2 2 0-16,-6 1 0 0,-4 6 0 0,-5-3 0 16,6-9 0-16,-3-2 0 0,1-3 0 15,6-2 0-15,0-4 0 0,4-4 0 0,5-5 0 16,-1 0 0-16,5-2 0 0,1 1 0 16,0-8 0-16,9 11 0 0,2-5 0 0,6-4 0 15,2 4 0-15,6-4 0 16,2 2 0-16,-2-4 0 0,1 3 0 0,-1-2 0 0,-3-1 0 15,2 2 0-15,-1-2 0 0,-2 0 0 16,-6 0 0-16,-1 0 0 0,-14 0 0 16,22 1 0-16,-22-1 0 0,17 0 0 15,-17 0 0-15,15 0 0 0,-15 0 0 0,8 0 0 16,-8 0 0-16,10 2 0 0,-10-2 0 16,0 0 0-16,0 0 0 0,0 7-933 0,0-7-35 15,0 0 104-15,0 0-981 0,0 0-1272 16</inkml:trace>
  <inkml:trace contextRef="#ctx0" brushRef="#br0" timeOffset="-199092.61">28772 12593 4790 0,'0'0'-129'0,"-9"-6"47"0,9 6 51 0,-12-3 39 0,12 3 53 16,-13-5 60-16,13 5 44 0,-12-3 29 15,12 3 8-15,-10-2-18 0,10 2 7 0,0 0 9 16,0 0 4-16,-7-6 10 0,7 6-2 16,0 0-18-16,0 0-19 0,20-6-18 15,0 2-13-15,-1 0-15 0,8 1-11 16,-3 2-13-16,3-2-12 0,-2-1-8 0,1 2-9 16,-2-2-6-16,-4 2-11 0,-1 2-2 15,-3-5-3-15,-3 5-10 0,0-1-4 0,-13 1-5 16,21-2-6-16,-14 0-15 0,-7 2-23 15,18-2-30-15,-18 2-35 0,11-2-41 0,-11 2-43 16,10 0-50-16,-10 0-52 16,0 0-65-16,15 0-70 0,-15 0-64 0,7 4-85 0,-7-4-143 15,7 4-62-15,-7-4 84 16,5 6-524-16,-5-6-653 0</inkml:trace>
  <inkml:trace contextRef="#ctx0" brushRef="#br0" timeOffset="-198609.06">29584 12276 3127 0,'0'-10'24'0,"-3"4"31"0,3 6 13 0,0-10 28 0,0 10 41 0,0-13 38 0,0 13 27 0,0-10 15 15,0 10 4-15,-2-11-6 0,2 11-2 16,2-8 6-16,-2 8-4 0,3-7 0 0,-3 7 14 16,0 0-14-16,2-9-16 0,-2 9-24 15,0 0-20-15,0 0-18 0,0 0 8 0,0 0 32 16,0 0 18-16,3 29 1 0,-3-13 2 15,0 5 1-15,2 6 8 0,-4 10-3 0,6 4-43 16,-4-2-161-16,2 0 0 16,2-1 0-16,-4 1 0 0,1-10 0 0,-1-4 0 15,0-1 0-15,0-3 0 0,2-4 0 16,-2 3 0-16,0-5 0 0,0-1 0 0,0-2 0 16,0-2 0-16,0 1 0 0,0-3 0 15,2-1 0-15,-2-7 0 0,-2 12 0 0,2-12 0 16,0 11 0-16,0-8 0 0,0-3 0 15,0 8 0-15,0-8 0 0,0 0 0 16,0 0 0-16,0 0-172 0,0 0-640 16,0 0-154-16,0 0 92 0,0 0-951 0,0 0-1253 15</inkml:trace>
  <inkml:trace contextRef="#ctx0" brushRef="#br0" timeOffset="-198222.78">30058 12547 5245 0,'-4'-4'-79'0,"4"4"34"0,-7-6 48 0,7 6 62 0,0 0 68 0,0 0 54 16,0 0 32-16,0 0 14 0,-2-8-15 0,2 8-20 16,18-4-10-16,2 0-18 0,1 4-17 15,4-3-14-15,3 1-19 0,-2-2-9 0,5 2-10 16,-4 0-14-16,-1-1-6 0,-1 3-7 16,-1-1-11-16,-6-2-3 0,0 2-6 15,-6 1-6-15,4-2-2 0,-16 2-2 16,20 0-9-16,-9-2-5 0,-11 2-3 15,14 0-8-15,-14 0-5 0,0 0-27 0,20 0-33 16,-20 0-40-16,0 0-47 0,13-2-67 16,-13 2-83-16,0 0-106 0,0 0-133 0,12 0-178 15,-12 0-123-15,0 0 83 0,0 0-657 16,0 0-848-16</inkml:trace>
  <inkml:trace contextRef="#ctx0" brushRef="#br0" timeOffset="-197809.91">30877 12322 3924 0,'-11'-2'26'0,"11"2"25"0,-27 8 49 0,13 1 51 15,0 2 43-15,-8 9 48 0,4 0 32 16,-1 4 11-16,4 4-11 0,1 1-14 0,7 2-8 16,1-6-10-16,6-3-7 0,0-1-16 15,2 4-17-15,3-3-16 0,1-3-17 0,1 2-18 16,5-1-15-16,-2-5-12 16,2 0-11-16,1-4-9 0,-2-1-9 0,3-3-9 15,0-4-8-15,0 1-60 0,1-4-18 16,2-4 0-16,0-1 0 0,1-5 0 0,5-9 0 15,-1-3 0-15,1-5 0 0,-2-13 0 16,0-1 0-16,-8-4 0 0,-1 9 0 0,-4 2 0 16,-6 6 0-16,-4 8 0 0,-5 1 0 15,-6 2 0-15,-2 5-103 0,-7 2-90 16,-5 10-33-16,-2 0-54 0,-13 4-75 0,2 7-110 16,-7 8-127-16,2 0-183 0,6 3-7 15,8 0 86-15,3 2-571 0,3-2-726 0</inkml:trace>
  <inkml:trace contextRef="#ctx0" brushRef="#br0" timeOffset="-196992.55">30963 13093 3640 0,'0'0'73'0,"4"-10"6"0,-4 10 14 0,4-8 20 0,-4 8 32 0,5-10 20 16,-5 10 12-16,5-7 1 0,-5 7-10 0,3-4-11 16,-3 4-15-16,0 0-9 0,4-8-8 15,-4 8-11-15,0 0-10 0,0 0-14 16,0 0-1-16,-7-12-7 0,-5 11 14 0,-10-3 16 16,-15 0 8-16,-23-5 6 0,-8-3-12 15,-34-2 0-15,-15-3-1 0,-8 0-6 0,-11 0-4 16,-8 1 5-16,-3 1 3 0,-2 3 5 15,-9 2-6-15,-8 0-8 0,-2 4-11 0,0 0-4 16,9 1-10-16,13 5 8 0,24 3-15 16,38-3-9-16,11 2-6 0,12-2-3 0,12 4-8 15,10 2-5-15,3-1-2 0,9-2-4 16,4 1-5-16,5-2-15 0,5-1-13 16,0 1 0-16,3 0 0 0,10-2 0 15,-14 3 0-15,14-3 0 0,-13 1 0 0,13-1 0 16,0 0-119-16,0 0-87 0,0 0-79 15,0 0-110-15,0 0-116 0,37 2-143 16,-20-5-184-16,2 0 73 0,0 3 78 0,-2-2-582 16,5 0-729-16</inkml:trace>
  <inkml:trace contextRef="#ctx0" brushRef="#br0" timeOffset="-177279.54">29177 15459 1739 0,'0'-10'131'0,"0"10"-17"0,0-8-12 0,0 8-3 0,0 0 4 0,0-12 2 15,0 12 4-15,-1-7-8 0,1 7 11 0,0 0 7 16,0 0 4-16,0-10 15 0,0 10 15 15,0 0 19-15,0 0 15 0,0 0 10 16,-2-8 11-16,2 8 4 0,0 0 2 0,0 0 1 16,0 0-2-16,0 0 2 0,0 0-18 15,-2-9 0-15,2 9-7 0,0 0-5 16,0 0-11-16,0 0-14 0,-8-4-16 16,8 4-14-16,0 0-15 0,-12-5-8 0,12 5-9 15,-7-6-8-15,7 6 19 0,-13-3 1 16,5-1-13-16,8 4-1 0,-15-4-13 0,8 0-12 15,7 4-3-15,-16-3-5 0,7-1-10 16,9 4-7-16,-18-4-3 0,7 4-3 16,11 0-7-16,-19-4-3 0,9 2-3 0,10 2-5 15,-19-2 1-15,19 2 0 0,-20 0 1 16,20 0 0-16,-18 0-5 0,18 0-5 0,-16 0 0 16,16 0 1-16,-18 4-3 0,7-3-3 15,-1 5 2-15,-1 0-2 0,-1 2 3 0,-3 4 0 16,2 0 0-16,0 2-1 15,-1 1 2-15,-2 6 1 0,4-2 3 0,-5 1-5 16,7 1 1-16,1-3 4 0,1 0-15 16,3 0-2-16,-2 0 0 0,3 1 0 15,0-3 0-15,2-1 0 0,0 2 0 0,0-1 0 16,3-1 0-16,-3 1 0 0,2-1 0 16,-2 1 0-16,4-1 0 0,0-3 0 0,-1 2 0 15,2-1 0-15,-1 1 0 0,0-2 0 16,4 2 0-16,-2-2 0 0,0-2 0 15,1 2 0-15,1-1 0 0,0-2 0 16,0 0 0-16,2 2 0 0,0-3 0 0,1 0 0 16,-2-1 0-16,4 3 0 0,0-2 0 15,-2-2 0-15,5 3 0 0,-1-5 0 0,1 2 0 16,1 0 0-16,2 1 0 0,1-3 0 16,1 2 0-16,0-2 0 0,0 0 0 15,2 0 0-15,-1 0 0 0,-4-4 0 0,6 3 0 16,-5-1 0-16,0-2 0 0,-2 1 0 15,3-2 0-15,-3 1 0 0,5-5 0 0,-6 3 0 16,6-2 0-16,-3-2 0 16,0-2 0-16,-2 2 0 0,5-1 0 0,-5-1 0 0,1 0 0 15,-1 2 0-15,1-3 0 16,-3-2 0-16,0 3 0 0,-1-1 0 0,-1 2 0 16,-2 2 0-16,3-2 0 0,-2 0 0 15,-2 0 0-15,-1 3 0 0,1 0 0 0,2-3 0 16,-2 0 0-16,1 0 0 0,-2 2 0 15,3-5 0-15,-2 2 0 0,2-1 0 0,-1-1 0 16,-1 1 0-16,2-3 0 0,-1 2 0 16,-1-2 0-16,-1 0 0 0,1 0 0 0,0 2 0 15,-2-4 0-15,2 4 0 0,-3-5 0 16,-3 2 0-16,4 3 0 0,-2-2 0 16,2 0 0-16,-4 1 0 0,0-2 0 15,1 0 0-15,-1 2 0 0,0-1 0 16,0 1 0-16,-1 0 0 0,-3-2 0 0,-2-2 0 15,1 1 0-15,-7 1 0 0,1-4 0 16,-2 3 0-16,-1 1 0 0,1-1 0 0,-3 2 0 16,3-1 0-16,-1 1 0 0,2 3 0 15,-4-3 0-15,3 6 0 0,0-1 0 0,-1-1 0 16,-1 3 0-16,2-2 0 0,-4 1 0 16,-6 3 0-16,3-1 0 0,-3 4 0 0,-3 0 0 15,2 4 0-15,-13 3 0 0,2 2 0 16,5 0-20-16,-1 5-1059 0,3 1 109 0,2-1-1112 15,-1 2-1494-15</inkml:trace>
  <inkml:trace contextRef="#ctx0" brushRef="#br0" timeOffset="-176060.72">29805 15683 5168 0,'0'0'-297'0,"0"0"69"0,-22 0 58 16,22 0 55-16,0 0 64 0,-16 0 55 16,16 0 52-16,0 0 38 0,-23 0 27 0,23 0 19 15,-12 3 11-15,12-3 12 0,0 0 9 16,-15 0 4-16,15 0-8 0,0 0 9 0,0 0 15 16,0 0 7-16,0 0 7 0,0 0 3 15,0 0-10-15,43-3-17 0,-14 3-16 0,13-4-21 16,0 4-12-16,0-2-15 0,0 0-12 15,0 0-12-15,-10 0-5 0,-2 2-16 16,-5-1-7-16,0 1-9 0,-3 0-25 0,-6-1-31 16,0 1-41-16,-3 0-48 0,-4 0-61 15,-9 0-65-15,16 0-75 0,-16 0-92 16,0 0-101-16,5 2-149 0,-5-2-209 16,0 0 79-16,-16 12 83 0,2-6-493 0,-6 3-637 15</inkml:trace>
  <inkml:trace contextRef="#ctx0" brushRef="#br0" timeOffset="-175478.67">29711 15582 3095 0,'8'-17'-45'0,"-1"7"25"0,0 0 25 0,0 1 41 0,-1 3 36 0,-1-3 36 0,1 1 25 0,-1 2 19 0,0 1 2 0,-5 5-7 16,5-8-1-16,-5 8-3 16,6-7-3-16,-6 7-1 0,0 0-3 0,0 0 14 15,0 0 19-15,0 0-1 0,-31 17-3 16,5-2-16-16,-7 2-5 0,1 2 7 0,-2-2 5 16,1 2 2-16,3-2 1 0,1 0-6 15,10-6-11-15,0-3-12 0,6 0-11 16,3-2-10-16,0-1-12 0,5 2-10 0,-3-2 6 15,5 3 18-15,3-2 8 0,0-6 1 16,5 17-7-16,2-7-9 0,7 3-11 0,9 3-9 16,5-2-57-16,-1 3-37 0,0-3 0 15,-4-3 0-15,-4-1 0 0,0-2 0 16,-4-3 0-16,-4 2 0 0,3-2 0 16,-4 0 0-16,-1 1 0 0,-4-3 0 0,4 0 0 15,-9-3 0-15,9 6 0 0,-9-6 0 16,7 6 0-16,-7-6 0 0,8 2 0 15,-8-2 0-15,0 0 0 0,8 7 0 0,-8-7-339 16,4 2-119-16,-4-2-119 0,0 0-177 16,5 5-122-16,-5-5 93 0,0 0-715 0,6 7-944 15</inkml:trace>
  <inkml:trace contextRef="#ctx0" brushRef="#br0" timeOffset="-174847.12">30531 15886 4219 0,'0'0'29'0,"-4"-10"11"0,4 10 30 0,0 0 48 0,0 0 54 0,0 0 39 0,4-9 10 16,-4 9 7-16,0 0-20 0,11-2-8 16,-11 2-10-16,16 0-13 0,-16 0-11 15,14-3-2-15,-14 3-6 0,16-1-7 16,-16 1 0-16,9-2-1 0,-9 2-5 0,0 0 2 16,13-2 2-16,-13 2 1 0,9-5-15 15,-9 5-12-15,5-9-10 0,-3 2-16 0,-2-1-11 16,-2-4-63-16,0 1-23 0,0-2 0 15,-1-3 0-15,-6 1 0 0,4 1 0 0,-3-3 0 16,-1 3 0-16,-1 2 0 0,1 1 0 16,0 1 0-16,-5 0 0 0,1 3 0 15,1 1 0-15,1 0 0 0,1 2 0 0,2-2 0 16,1 3 0-16,7 3 0 16,-11-5 0-16,11 5 0 0,-11-5 0 0,11 5 0 15,0 0 0-15,0 0 0 0,0 0 0 16,22-6 0-16,-5 1 0 0,2 4 0 0,0-3 0 15,8 1 0-15,-4-1 0 0,-3 1 0 16,0 1 0-16,-1 0 0 0,-4 2 0 0,-1-2 0 16,1 2 0-16,-2 4 0 0,-1-2 0 15,-3 4 0-15,3-2 0 0,-3 6 0 16,-2 1 0-16,-1 1 0 0,-1 0 0 0,4 1 0 16,-5 3 0-16,-1-1 0 0,1 1 0 15,-2-2 0-15,0 1 0 0,-1 1 0 16,1-3 0-16,0 1 0 0,0-2 0 15,3-3 0-15,-5 2 0 0,2-2 0 0,-2-2 0 16,0-7 0-16,1 13-8 0,1-9-396 16,2 0-108-16,-4-4-127 0,0 0-191 0,13 4-31 15,-13-4 96-15,0 0-654 0,17-8-870 16</inkml:trace>
  <inkml:trace contextRef="#ctx0" brushRef="#br0" timeOffset="-174479.66">30952 15770 3712 0,'0'0'-55'0,"-19"13"47"0,19-13 50 0,-10 9 52 0,10-4 40 0,0-5 31 0,-3 12 27 0,3-12 16 0,2 14 10 0,1-7 4 15,3 1-4-15,-1-1-6 0,3 0-10 0,0 0-10 16,-1 1-6-16,1-1-16 0,1-2-9 15,3-1-7-15,-1 1-10 0,1-3-17 0,-1-1-8 16,-11-1-8-16,23-3-12 0,-10 1-6 16,1-3-10-16,-1-4-9 0,-2 2-5 0,-1-8-4 15,1 1-10-15,0-6-3 16,-2-1-9-16,-4 2 1 0,1 2-8 0,-4-1-5 16,0 6-5-16,-4-2-1 0,0 3-13 15,-4 2 0-15,-1 1 0 0,-1 4-3 16,-3 0-9-16,-2 4-13 0,13 0-21 0,-29 0-34 15,15 0-32-15,-1 1-37 0,2 2-43 16,1 1-63-16,0-2-84 0,1 0-102 0,4 0-130 16,7-2-198-16,-9 5-12 0,9-5 80 15,0 0-486-15,0 10-641 0</inkml:trace>
  <inkml:trace contextRef="#ctx0" brushRef="#br0" timeOffset="-174080.25">31377 15631 3318 0,'-5'-12'42'0,"5"12"14"0,0 0 25 16,0 0 36-16,0 0 35 0,0 0 19 16,0 0 16-16,0 0 8 0,0 0 3 0,0 0 3 15,-22 22-2-15,20-13 0 0,1-1 3 16,1 0 1-16,0 1-4 0,1 2-9 15,-1-2-13-15,4 2-21 0,0 1-14 16,-1-3-9-16,3 1-16 0,1-2-13 16,4 0-10-16,-2 0-6 0,3-3-15 0,1-3-8 15,0 0-8-15,-13-2 0 0,25 0-6 16,-11-5-15-16,-2-2 4 0,-1-4-12 0,3-2 4 16,-4-5 1-16,0 0-8 0,-3-3-1 15,-1 0-4-15,-3 5-6 0,-3-1 2 0,-1 2-10 16,-1 3-6-16,-6 0 0 0,0 5 5 15,-3 0-18-15,0 4-27 0,-5 1-43 16,1 4-42-16,-4 0-51 0,-4 3-66 0,1 0-70 16,0 6-76-16,5-2-76 0,2 3-128 15,1-6-177-15,7 2 72 0,-1-1-528 16,8 1-688-16</inkml:trace>
  <inkml:trace contextRef="#ctx0" brushRef="#br0" timeOffset="-173797.39">31905 15145 3728 0,'1'-10'170'0,"-1"1"33"0,2 1 21 16,-2 8 21-16,2-9-4 0,-2 9-20 15,0 0-29-15,0 0-6 0,0 0 11 16,0 0-5-16,0 0-17 0,-4 40 5 15,1-17 0-15,-3 16-10 0,2 2-14 16,-4 1-11-16,3 10-16 0,-5 0-15 0,3-3-12 16,-5-1-12-16,1 0-7 0,0-12-15 15,-1 0-29-15,3-3-51 0,-3-4-56 0,2-6-66 16,5-1-76-16,-1-9-89 16,3 1-88-16,-1-4-91 0,-1-1-140 0,5-2-176 0,-2-4 81 15,2-3-551-15,0 0-725 0</inkml:trace>
  <inkml:trace contextRef="#ctx0" brushRef="#br0" timeOffset="-173647.06">31711 15570 3572 0,'-7'-5'89'15,"3"-1"57"-15,4 6 45 0,-5-7 50 16,5 7 52-16,0 0 28 0,-2-7-8 0,2 7-23 16,0 0-30-16,0 0-26 0,0 0-25 15,16-9-34-15,-5 6-95 0,2 0-125 16,2 1-146-16,5-2-165 0,-2 3-238 0,2-3-199 15,0 4 77-15,-1 0-549 0,1 5-725 16</inkml:trace>
  <inkml:trace contextRef="#ctx0" brushRef="#br0" timeOffset="-172856.51">32123 15637 3312 0,'4'-8'89'0,"-4"8"58"0,2-4 20 15,-2 4 12-15,0 0 21 0,0 0 15 16,5-10 20-16,-5 10 20 0,0 0 13 16,0 0-6-16,0 0-10 0,0 0-14 0,22 17-12 15,-18-12-12-15,2 2-15 0,-2 1-16 16,-1-2-7-16,1 2-8 0,0-3-4 0,-4-5-9 16,2 15-1-16,-1-8-11 0,-2 0-12 15,1-7-13-15,-2 12-11 0,2-12-12 16,-2 8-6-16,2-8-39 0,0 0-50 15,0 9 0-15,0-9 0 0,0 0 0 0,0 0 0 16,23-17 0-16,-12 5 0 0,3 3 0 16,1-2 0-16,-1 2 0 0,-3 1 0 15,2 1 0-15,-3 3 0 0,1 0 0 0,-2 0 0 16,-9 4 0-16,20 0 0 0,-20 0 0 16,15 6 0-16,-6-2 0 0,-1 4 0 0,1-1 0 15,-1-1 0-15,0 2 0 0,-3-4 0 16,1 2 0-16,-1-1-4 0,-5-5-237 0,12 10-36 15,-8-6-39-15,-4-4-22 0,0 0-16 16,8 4-5-16,-8-4-9 16,13-4 10-16,-3 0 35 0,-1-2 33 0,3-1 40 15,-1-2 36-15,2 0 50 0,-5 2 49 16,1 3 58-16,-1-4 45 0,0 4 45 0,-8 4 26 16,9-10 15-16,-5 7 13 0,-4 3 18 15,0 0 20-15,0 0 13 0,0 0-1 0,0 0-5 16,0 0 3-16,0 0-11 0,20 11-8 15,-20-11-8-15,5 6-10 0,-5-6-4 16,7 8-12-16,-7-8-5 0,10 7-5 0,-2-5-15 16,-8-2-31-16,17 4-36 0,-5-4-32 15,-12 0-5-15,20-2 4 0,-20 2 3 16,21-4 1-16,-12 1 9 0,3-1 3 16,-4-2 5-16,-1 0 7 0,-1-2 3 0,-3-1 1 15,2 3 0-15,-3 0 4 0,-2 6 0 16,0-14-5-16,0 14 1 0,-7-12-4 15,7 12-13-15,-9-4-33 0,9 4-48 0,-18 0-57 16,6 1-54-16,1 1-65 0,-7 5-85 16,3 0-163-16,0 0-132 0,-2 1 62 0,3 1-278 15,7-3-363-15</inkml:trace>
  <inkml:trace contextRef="#ctx0" brushRef="#br0" timeOffset="-172430.34">33034 15170 2820 0,'4'-12'246'0,"1"5"2"0,-3 0 3 0,-2 7 12 0,1-6 52 0,-1 6 71 16,0 0 7-16,0 0-13 0,-15 32-14 0,2-3-27 16,1 2-22-16,-1 6-24 0,-5 8-24 15,2 0-22-15,2-9-27 0,-3 6-20 0,1-7-20 16,7 0-18-16,-2-4-13 0,-1 0-15 15,3-8-121-15,2-5-13 0,-2-1 0 16,4-2 0-16,1-5 0 0,-2 0 0 16,3-1 0-16,-1-1 0 0,2-2 0 15,2-6 0-15,-6 8 0 0,6-8 0 0,0 0 0 16,0 0 0-16,0 0 0 0,-17-14 0 16,13 7 0-16,-2 0-31 0,2 0-40 0,1 1 7 15,3 6 3-15,-12-10 2 0,9 6 15 16,3 4 22-16,-10-4 24 0,10 4 23 15,0 0 10-15,0 0 9 0,-26 9 8 0,21-4 3 16,0 3-4-16,1-4-3 0,4-4-8 16,-8 13-40-16,7-5 0 0,1-8 0 0,0 12 0 15,0-12-107-15,3 9-139 0,3-3-112 16,-1-3-107-16,7 0-129 0,-12-3-189 0,23 0-62 16,-8-3 82-16,2 0-608 15,0 1-824-15</inkml:trace>
  <inkml:trace contextRef="#ctx0" brushRef="#br0" timeOffset="-172096.29">32975 15652 3495 0,'0'0'-50'16,"0"0"43"-16,0 0 34 0,0 0 49 15,0 0 42-15,0 0 39 0,0 0 17 16,0 0-2-16,0 0-3 0,0 0 10 0,0 0 12 16,0 0 5-16,0-11-3 15,0 11-6-15,0 0-15 0,12-1-4 0,-12 1-19 0,15-6-6 16,-8 3-7-16,0-1-5 0,2 0-5 15,-1-2-9-15,-1 0 0 0,-1-2-5 16,-2 3-3-16,-4 5-11 0,6-12-8 16,-6 12-16-16,-2-9-7 0,2 9-7 15,-14-5-9-15,14 5 2 0,-22 2 4 0,6 1-8 16,-1 3-6-16,-2 2 0 0,1-1-7 16,4 2 3-16,-2-1 5 0,1 4 3 0,4-2 0 15,1-1 1-15,1 1-7 0,1 0 2 16,5 1-4-16,-2-2-6 0,3 0-6 15,4 0-23-15,0-1-62 0,1 0-89 0,4-1-94 16,-1 0-102-16,1 0-83 0,7-3-81 16,-1 0-118-16,-2 0-184 0,3-1 51 15,-3 0-594-15,5-1-808 0</inkml:trace>
  <inkml:trace contextRef="#ctx0" brushRef="#br0" timeOffset="-171679.53">33385 15898 3966 0,'0'0'72'0,"0"0"53"15,0 0 47-15,0 0 33 0,0-12 15 16,0 12 5-16,0 0-12 0,0 0-13 0,-24-7-12 16,11 5-15-16,-7 2-10 15,-1 2-1-15,-19 0-8 0,-4 1-4 0,-19 7 10 16,-9-4 2-16,-7 2-2 0,-2-1-3 0,-28 5-3 15,-5-2-8-15,-7 1-9 16,0 1-11-16,3-1-17 0,2 1-18 0,-2 5-1 16,1-1-8-16,6 2-8 0,3-1-9 15,7 0-7-15,25-2-26 0,6 1-32 0,7 1 0 16,4-2 0-16,1 4 0 16,9-2 0-16,0 0 0 0,13-3 0 0,6-1 0 15,-1-4 0-15,6 0 0 0,9-3 0 16,0-1 0-16,3-1 0 0,4 0 0 0,-3-2 0 15,12-2 0-15,-17 4 0 0,17-4 0 16,-10 2 0-16,10-2 0 0,0 0 0 16,0 0 0-16,-13 2 0 0,13-2 0 0,0 0 0 15,0 0 0-15,0 0 0 0,0 0 0 16,0 0 0-16,0 0 0 0,0 0 0 0,0 0 0 16,0 0-325-16,33 2-488 0,-26 2-154 15,1-2 92-15,2 4-897 0,-1 1-1203 0</inkml:trace>
  <inkml:trace contextRef="#ctx0" brushRef="#br0" timeOffset="-169663.85">28836 16075 4624 0,'6'-5'-168'0,"-6"5"36"0,6-9 34 0,-6 9 36 0,1-7 36 16,-1 7 21-16,0 0 30 0,0 0 6 0,0 0 6 15,0-9-8-15,0 9 6 16,0 0 19-16,0 0 5 0,-39 21 15 0,8 0 14 15,-9 5 16-15,-8 8 17 0,-5 1 15 16,-19 16 13-16,-4-1 12 0,-6 4 16 0,-6-3 15 16,-5 3 19-16,-2-2 6 0,-1-3 1 15,0 1 0-15,5-4-1 0,4-3-6 0,-3 1-8 16,12-3-18-16,1-2-13 0,21-8-18 16,0-2-13-16,5-2-13 0,5-2-15 15,4-2-10-15,10-5-12 0,3 0-87 0,0-3-4 16,4 0 0-16,9-3 0 15,0-5 0-15,1 0 0 0,8-2 0 0,-3 1 0 16,2-2 0-16,8-4 0 0,-13 7 0 16,10-3 0-16,3-4 0 0,-11 3 0 0,11-3 0 15,0 0 0-15,-7 5 0 0,7-5 0 16,-4 4 0-16,4-4 0 0,0 0-311 0,0 0-117 16,-1 8-85-16,1-8-96 0,0 0-195 15,12 6-33-15,2-4 97 0,-3-1-603 16,7-1-799-16</inkml:trace>
  <inkml:trace contextRef="#ctx0" brushRef="#br0" timeOffset="-169048.32">28736 16200 3892 0,'0'-12'-21'0,"-2"5"38"0,-1-1 53 0,3 8 41 0,0-16 23 0,3 9 17 0,-1 0 11 15,0 0 5-15,-1-3-2 0,5 2-7 0,0-3-9 16,-3 3-4-16,3-1-10 0,2 2-8 15,-2 0-16-15,1 4-6 0,-7 3 9 0,23 2 16 16,-2 5 0-16,8 12 14 16,9 10 12-16,3 8 3 0,17 19-2 0,-3 4-9 15,-1 4-11-15,-3 7-8 0,-3 2-8 16,-1 5 26-16,1 2 15 0,0 1-8 16,-3 1-2-16,-7-7 2 0,3-4-35 0,-7-20-119 15,-9-3 0-15,-5-3 0 0,-2-12 0 16,-4-4 0-16,2-2 0 0,-7-8 0 0,2 0 0 15,-6-7 0-15,1-2 0 16,-1-2 0-16,-1 3 0 0,-1-4 0 0,-1 0 0 0,5-1 0 16,-2-2 0-16,-5-4 0 0,8 8 0 15,-8-8 0-15,3 9 0 0,-3-9 0 16,2 8 0-16,-2-8 0 0,4 5 0 16,-4-5 0-16,0 0-8 0,0 0-774 15,0 0-193-15,0 0 56 0,0 0 101 0,0 0-777 16,0 0-1035-16</inkml:trace>
  <inkml:trace contextRef="#ctx0" brushRef="#br0" timeOffset="-168514.75">29152 16124 4554 0,'-3'-11'-102'0,"-1"2"30"0,2 2 30 0,2 7 35 0,-4-9 30 0,4 9 28 0,-1-6 9 0,1 6 0 16,0 0-5-16,0 0 17 0,0 0 35 15,21 13 30-15,5 11 16 0,13 10 6 0,20 17 3 16,11 3-3-16,14 3 4 0,6 3 10 16,8 1-9-16,1-2-15 0,8 0-20 15,3-1-1-15,-1 0-4 0,-1-2 11 0,1-1-2 16,-1-7 10-16,-9-5-2 0,-8-7 0 15,-11-5-6-15,-23-9-6 0,-6-3-3 0,-15-7-1 16,-1-2 2-16,-10-1 11 0,-8-4-3 16,-2 0-111-16,-3-2-24 0,-3 1 0 15,0-2 0-15,-9-2 0 0,12 6 0 16,-4-4 0-16,-8-2 0 0,9 4 0 16,-9-4 0-16,0 0 0 0,12 3 0 0,-12-3 0 15,0 0 0-15,7 3 0 0,-7-3-270 16,0 0-308-16,0 0-145 0,0 0-202 0,0 0 74 15,0 0 80-15,0 0-614 0,-39 0-839 16</inkml:trace>
  <inkml:trace contextRef="#ctx0" brushRef="#br0" timeOffset="-167798.65">29041 16095 3631 0,'2'-8'-143'0,"-2"8"20"0,0-9 16 0,0 9 19 0,0 0 18 0,-13-6 29 0,1 4 26 0,-10 2 26 0,-19 2 18 16,-20 1 7-16,-8 2 18 0,-4 2 17 16,-9 0 16-16,-22 3 11 0,-7 2 15 0,-6-2 9 15,-3 5 9-15,-7-1 12 0,5 4 8 16,-4-5 8-16,4 1 6 0,4-1 1 0,6-1 2 16,1 0-10-16,9-3-8 0,20-1-10 15,3 4-4-15,5-8-5 0,8 3-4 16,7-1-11-16,11 0-11 0,2 0-14 0,7-1-8 15,5-2-8-15,9-1-3 16,3 1-12-16,5-1-7 0,-5 0-4 0,8-2-2 16,1 0-6-16,1 3-4 0,12-3-16 15,-22 1-31-15,22-1-30 0,-14 0-48 0,14 0-72 16,-11 0-96-16,11 0-104 0,0 0-130 16,0 0-203-16,0 0-22 0,0 0 87 0,0 0-392 15,0 0-496-15</inkml:trace>
  <inkml:trace contextRef="#ctx0" brushRef="#br0" timeOffset="-167298.47">26010 16237 3028 0,'-13'-4'26'0,"13"4"1"0,-23 8 24 0,-3 7 32 0,-1 8 30 15,-6 8 16-15,-1 2 7 0,6 2-3 16,5 3-1-16,10-7 1 0,2-5-1 0,11-4 5 16,6 0-8-16,12 4-5 0,8 0-12 15,14 0-10-15,6-8-8 0,12-2-10 0,6-6-10 16,6-6-6-16,2-8-7 0,-2-6-7 16,-4-1-21-16,-5-2-8 0,-5-5-2 0,-11-3-1 15,-4-2-2-15,-16 3-2 16,-5-5 0-16,-9-2-3 0,-5 1-2 0,-6 0-3 15,-8-8-2-15,-9-10 3 0,-4 1-4 16,-7-1 0-16,-7 1-19 0,-2 3 8 16,-6 5-5-16,0 6-6 0,-4 5 3 0,10 13-9 15,-5 9-17-15,-2 4-34 0,-3 13-16 16,-2 7-43-16,4 14-37 0,3 7-43 0,-5 21-61 16,0 0-97-16,19-8-177 15,6 0-80-15,8-2 73 0,6 7-211 0,8-13-253 16</inkml:trace>
  <inkml:trace contextRef="#ctx0" brushRef="#br0" timeOffset="-166899.42">26679 17061 2526 0,'-14'-11'183'0,"1"5"-16"0,1 4-15 0,-6 4 16 16,0 2 29-16,-12 9 20 0,-1 5 12 16,6 1-6-16,-11 8-7 0,11-3-5 0,3 3-8 15,5-2-1-15,6 3-9 16,5-4-3-16,8-4-12 0,4 1-21 0,6 4-13 16,12 1-10-16,1-4-11 0,7-2-18 15,4-5-2-15,5-3-17 0,-4-3-14 0,7-7-22 16,-2-2-15-16,-2 0-6 0,-8-2 2 15,3-7-4-15,-9 1 9 0,-6-2 13 16,-4-1 16-16,-4-3 16 0,0-3 13 0,-7-4-6 16,-3-5-5-16,-4-9-10 0,-3-3-14 15,-8-8-5-15,-9-1 0 0,5 2-12 0,-5 6-31 16,2 10-39-16,1 5-38 16,-3 6-49-16,0 9-61 0,-1 4-73 0,2 6-76 0,-1 8-103 15,-9 6-133-15,5 4-245 16,3 1 70-16,3 6 84 0,13-3-436 0,1-2-558 15</inkml:trace>
  <inkml:trace contextRef="#ctx0" brushRef="#br0" timeOffset="-166465.54">28758 17248 3199 0,'0'0'14'16,"-22"8"19"-16,8 2 38 0,1 4 43 0,-6 8 34 0,4 2 27 0,3 4 22 0,3-5 8 0,3-2-3 15,4 4-12-15,4 1-15 0,4-5-5 0,6 8 7 16,6-1 1-16,1-4-11 16,5-5-17-16,5 1-7 0,3-6-17 0,4-3-11 0,1-5-18 15,-1-2-3-15,-1-2-8 0,4-4-14 16,-2-4-1-16,-4 3-6 0,-3-6-7 16,-6-1-2-16,1-5-9 0,-4-2-7 15,-3-7 9-15,-5-4 0 0,-4-2 1 16,-7-4-8-16,-4-4-2 0,-2-2-7 0,-5 0-7 15,0 4-3-15,-7 4-14 0,1 3-20 16,-6 3-30-16,-2 7-30 0,0 8-32 0,3 3-44 16,-2 8-62-16,-3 4-75 0,-7 8-78 15,3 9-102-15,1-1-176 0,-5 11-102 16,17-3 76-16,2-1-428 0,7 2-564 16</inkml:trace>
  <inkml:trace contextRef="#ctx0" brushRef="#br0" timeOffset="-166065.33">30904 17275 3505 0,'-6'-12'263'0,"1"4"-31"15,3 2-27-15,2 6-13 0,-6-5 15 0,6 5 0 16,0 0-2-16,-17 15-9 16,11-6-11-16,3 1-13 0,-2 2-13 0,7 2-9 15,1 3-12-15,0-2-10 0,5 3-9 16,3-1-13-16,1 1-11 0,1-3-7 0,1-3-10 16,2-1-10-16,2-1-2 0,-5-2-17 15,4-4 6-15,-4-4 1 0,1 0-9 16,-14 0 10-16,26-9-3 0,-12-4 21 0,-1-3-6 15,1-12-4-15,-5-1-13 16,-2-6-4-16,0-2-8 0,-5-3 15 0,-4-3-11 0,-8-7-20 16,4 9-25-16,-3 2-35 15,-3 6-51-15,-1 3-62 0,-1 11-74 0,-6-2-101 16,0 11-76-16,-1 8-91 0,-3 4-159 16,-15 5-147-16,7 7 87 0,-13 6-544 15,0 6-714-15</inkml:trace>
  <inkml:trace contextRef="#ctx0" brushRef="#br0" timeOffset="-164564.24">31763 16994 3790 0,'-5'-12'147'0,"-1"5"25"0,4 0 10 0,2 7 12 0,0 0 10 0,0 0 62 15,0 0 43-15,0 0 6 0,-17 26-12 0,9-7-25 16,3 4-25-16,3-2-26 0,0 5-26 15,0-1-21-15,-1 8-16 0,1-5-16 16,2-6-28-16,-3 2-36 0,3-3-49 0,0-4-60 16,-2 0-80-16,0-1-63 15,0-3-57-15,-1-3-55 0,-1 0-44 0,2-5-49 16,-2 1-40-16,-1-5-41 0,5-1-40 16,0 0-61-16,-14-12-35 0,10 0-28 0,1-3-385 15,3-4-478-15</inkml:trace>
  <inkml:trace contextRef="#ctx0" brushRef="#br0" timeOffset="-163899.34">31792 16870 2535 0,'17'-21'-124'16,"-2"3"39"-16,-3 6 23 0,-1 1 26 16,-2 1 31-16,5 2 32 0,-4 0 25 15,2 5 25-15,-3 1 23 0,-9 2 20 0,19 2 32 16,-19-2 23-16,15 7 12 0,-8 1 7 16,-3 2 11-16,-2 0 20 0,-2 3 19 0,-6 3 15 15,-3 5 14-15,-8 2-3 16,-6 5 3-16,-1-4-5 0,-1 0-14 0,0-1-10 15,2-3-24-15,0-3-17 0,8 0-21 16,0-7-17-16,5 1-18 0,0 1-13 16,3 0-13-16,2-1-9 0,0 1-9 0,-1 3-7 15,1-1-7-15,1 1-3 0,0 2-4 16,3-2 1-16,-1 4-3 0,0-2-2 0,-2 4-2 16,1-3-1-16,2 5-3 0,-5-1 3 15,1-2-1-15,-1 1-58 0,-1-1-16 16,-4 2 0-16,2-5 0 0,0-1 0 15,2-3 0-15,2-1 0 0,-1-2 0 0,5-3 0 16,-1 0 0-16,2-7 0 0,2 7 0 16,-2-7-131-16,24-16-130 0,7-7-2 15,9-8 5-15,4-4 14 0,-1 0 27 0,-3 5 23 16,-5 4 21-16,-9 7 33 0,-6 7 45 16,-5 2 61-16,-2 3 56 0,-5-1 43 0,-3 4 45 15,3-1 19-15,-2 0 19 0,-6 5 40 16,9-3 9-16,-9 3-6 0,0 0-9 15,0 0-12-15,0 0-16 0,20 1-11 0,-20-1-11 16,0 0-12-16,14 7-61 0,-14-7-59 16,12 5 0-16,-2-3 0 0,-10-2 0 15,14 5 0-15,-2-5 0 0,-12 0 0 16,25 0 0-16,-14-3 0 0,9-1 0 0,-4-1 0 16,8-2 0-16,-3 0 0 0,-1 1 0 15,-4 2 0-15,-5 1-25 0,1-1-61 0,-5 3 7 16,-7 1 2-16,15 0 14 0,-15 0 8 15,0 0 5-15,16 5 9 0,-16-5 10 16,7 7 10-16,-7-7-2 0,8 6 7 0,-2 0 5 16,-6-6 7-16,8 6-4 0,-8-6 3 15,9 7 1-15,-4-3 10 0,-5-4-7 0,14 6-1 16,-5-4 3-16,-9-2-20 0,20 2-44 16,-11-2-63-16,2-2-74 0,-11 2-82 15,21-2-82-15,-10 2-67 0,-11 0-100 16,16 0-177-16,-16 0-58 0,6 6 68 15,-6-6-461-15,-6 12-626 0</inkml:trace>
  <inkml:trace contextRef="#ctx0" brushRef="#br0" timeOffset="-163365.71">31250 17563 3615 0,'-56'2'241'0,"6"1"18"0,9 1 12 0,8-3 16 0,10 1 8 15,4-2-4-15,4 0-15 0,3 2-24 16,12-2-19-16,-7 5-18 0,7-5-19 16,30 8-21-16,14-4-16 0,21 1-18 0,5-2-19 15,8-3-40-15,0-1-47 0,5-8-48 16,1 1-35-16,-7-6-25 0,17-7-18 16,-21 2-9-16,8-10 0 0,-16 4-2 0,-6-6 9 15,-2-3 9-15,-7-4 7 0,-5-4 13 16,-4-2 9-16,-7-4 5 0,-2-3 7 0,-7-6 5 15,-4-3 4-15,-6-7 1 0,-4 0 3 16,-5 0 2-16,-10 5-2 0,-9 4 4 16,-13 12-1-16,-14 8 0 0,-14 16 5 0,-16 17 1 15,-39 17 16-15,-13 19 20 16,-13 15 24-16,-33 28 40 0,12 11 36 0,47-18 49 16,16 7 31-16,17 2 12 0,19 8-6 15,14 0-8-15,26-14-5 0,17 2-9 0,22 13-14 16,17-6-19-16,15-7-15 0,11-2-10 15,5-7-13-15,8-7-13 0,2-8-76 16,2-6-19-16,-17-17 0 0,-1-2 0 16,-1-10 0-16,-4-2 0 0,-9-8 0 0,2-6 0 15,2-7 0-15,0-7 0 0,-2-3-132 0,-2-7-26 16,-3-4-10-16,-7 0 12 0,-3 3 13 16,-14 4 9-16,-3 6 1 0,-9-1 3 0,-5 4-3 15,-6 3 2-15,-3 0-11 0,-7 1-14 16,-7 1-20-16,-13 0-23 0,-6 2-31 15,4 5-13-15,-10 2-21 0,10 2-36 16,-9 4-83-16,4 1-159 0,2 0-150 16,9 2 76-16,3-2-347 0,0 1-440 0</inkml:trace>
  <inkml:trace contextRef="#ctx0" brushRef="#br0" timeOffset="-157633.4">32055 12533 2669 0,'-5'-17'-13'0,"-1"2"20"0,-2 5 19 0,2 0 20 0,-3 4 25 0,-5 0 25 16,-3 2 30-16,0 2 21 0,-3 4-6 16,-16 8 12-16,4 1 0 0,-2 4 8 0,3 5 7 15,3 2 6-15,4-1 3 0,3 4 2 16,1 1 7-16,9 1 4 0,4-5-7 0,4 1-4 16,6-3-12-16,0 2-13 0,12 6-8 15,3-1-16-15,2-3-14 0,7-3-11 16,0-3-3-16,1-3-12 0,3-5-7 0,1-2-5 15,-3-6-8-15,-2-2-2 16,-3-2-5-16,9-6-5 0,-5-5 2 0,1-1-10 16,-4-7 0-16,-3-2-1 0,-2-3-11 15,-6-6-4-15,-2 0 0 0,-1-6-12 0,-5-1 4 16,1 1-11-16,-7 6-9 0,-7 1-11 16,0 2-22-16,-8 1-30 0,-6 7-27 0,-4 4-33 15,-8 5-37-15,3 8-57 0,-1 4-56 16,-12 4-70-16,0 4-69 0,-9 4-91 15,2 4-173-15,4 1-25 0,15 2 71 0,-9 4-356 16,14-1-458-16</inkml:trace>
  <inkml:trace contextRef="#ctx0" brushRef="#br0" timeOffset="-157333.62">31831 12821 2882 0,'9'-13'79'0,"-4"3"43"15,-1 1 51-15,0 4 39 0,-4 5 25 16,2-9 3-16,-2 9-5 0,0 0-4 0,0 0 17 16,0 0 18-16,0 0 12 0,-63 23-2 15,30-5 2-15,-6 7-4 0,-6 0-7 16,2 8-10-16,0 0-14 0,-4-1-17 16,6 2-17-16,0 1-19 0,1-5-12 15,3 1-16-15,2 1-16 0,7-11-12 0,1 2-14 16,2-2-92-16,0-3-28 0,2 0 0 15,5-5 0-15,2 1 0 0,1-4 0 0,1-1 0 16,3 0 0-16,2-4 0 0,0 0 0 16,0 0 0-16,4-2-151 0,5-3-295 0,-11 2-150 15,11-2-188-15,0 0-110 0,-12-6 96 16,12 6-740-16,-6-8-982 0</inkml:trace>
  <inkml:trace contextRef="#ctx0" brushRef="#br0" timeOffset="-156917.24">31026 13302 4018 0,'4'-15'-24'0,"-1"1"55"0,-1 4 27 15,0 3 21-15,-2 0 11 0,0 7 12 0,0-9 17 16,0 9 13-16,0 0 9 0,-22 4 4 15,8 3 5-15,-4 5 6 0,-9 3 7 0,0 5 15 16,-2 3 1-16,4 2-4 0,-7 8-17 16,11-6-5-16,2 2-6 0,2 1-7 15,4 1-14-15,4-5-1 0,6-4-14 16,1-3-7-16,2 5-6 0,5-6-11 0,6 2-7 16,3 5-8-16,10-5-6 0,2-3-6 15,5-3-4-15,5-7-10 0,2-1-3 16,2-4-7-16,2-6 3 0,-2-2-10 0,0-3 2 15,-4-7-5-15,0-7 0 0,0-6-4 16,-1-8-1-16,-7-1-1 0,-1-5-6 0,-8-3-3 16,-2 2-1-16,-9 6-3 0,-2 1-2 15,-6 8-5-15,-4 8-14 0,-3 1-30 0,-13-2-28 16,-4 5-39-16,-5 5-44 0,0 7-51 16,2 3-66-16,-1 1-92 0,-8 4-99 0,-2 4-134 15,6 0-219-15,1 3 76 16,10 2 72-16,6-2-468 0,5 0-603 0</inkml:trace>
  <inkml:trace contextRef="#ctx0" brushRef="#br0" timeOffset="-156284.54">33016 12818 2949 0,'0'0'-59'0,"-14"-4"27"0,14 4 31 0,0 0 40 0,-52 19 46 15,25-5 28-15,-2 3 57 0,2 1 26 16,0 3 17-16,6-1 10 0,5 4-2 16,2 2 4-16,4-6-4 0,5 1-7 0,5-2 6 15,4 0-12-15,3 0-8 0,9 4-23 0,4-1-11 16,5-8-16-16,2 3-12 0,-2-9-7 15,0-4-23-15,-5-4-6 0,3 0-8 16,0-6-1-16,-1 0 5 0,0-4-7 16,3-6-11-16,-4-5 3 0,-5-4-17 15,0 0-4-15,-9 1-10 0,-1 3-5 0,-4-2-5 16,-4 4-14-16,-4-4-38 0,-6-6-53 16,-10 7-51-16,-4 3-64 0,-12 6-80 0,-16 1-93 15,6 8-128-15,-3 2-227 16,-1 4-85-16,-5 4 91 0,14 2-512 0,-7 9-675 15</inkml:trace>
  <inkml:trace contextRef="#ctx0" brushRef="#br0" timeOffset="-154449.33">32570 13534 3121 0,'-9'6'-129'0,"0"0"39"0,2 0 37 0,-1 0 33 0,3 1 27 0,-2-1 24 0,2 1 23 16,1 2 25-16,0-4 22 16,4-5 19-16,-5 12 8 0,1-7-2 0,4-5-8 0,-2 8 15 15,2-8-13-15,0 9-4 16,0-9-9-16,6 7-8 0,-6-7-4 0,9 3-8 16,-9-3 6-16,0 0 8 0,18-1 14 15,-18 1-4-15,13-9-7 0,-6 2-5 0,0-5-6 16,2 1-13-16,-4-3-8 0,3-2-5 15,-2 2-10-15,0 1-4 0,-4 1-9 16,-1 2-5-16,-1 1-7 0,-3 2-2 0,-8 2-7 16,-3 2-18-16,-8 1-56 0,-6 0-83 15,-12 7-94-15,0 1-104 0,2-1-163 0,0 3-211 16,5 1 72-16,8-1-382 16,7 1-492-16</inkml:trace>
  <inkml:trace contextRef="#ctx0" brushRef="#br0" timeOffset="-153618.2">29844 13542 3095 0,'0'0'108'0,"0"0"-2"0,0 0-5 0,-11 2 24 0,11-2 34 0,0 0 32 0,0 0 26 16,0 0-6-16,0 0-18 0,0 0-17 0,0 0-17 15,0 0-16-15,0 0-16 0,15-21-9 16,-9 16-3-16,0 0-1 0,1 0 4 15,-1 0 6-15,-6 5 8 0,7-10 1 16,-7 10-6-16,7-7-15 0,-7 7-18 16,5-6-7-16,-5 6-16 0,0 0-4 0,0 0 1 15,0 0-1-15,0 0 5 0,0 0-14 16,-8 31 5-16,4-19-10 0,3-1-3 0,-1 6-3 16,2 0-7-16,0 0-3 0,-2 0-1 15,2 0-13-15,0-1 6 0,0-3-2 0,0 1-10 16,-2-1 0-16,-2-1 1 15,4 2 0-15,-2-5-2 0,-1 3-1 0,-5-1 3 0,-2 1 1 16,-1-2 4-16,-5 0-6 16,2 1 17-16,-2-1 15 0,1-2 14 0,-1-1 2 15,5 0 9-15,0-2 1 0,3 0-3 16,1 0-5-16,1-1-5 0,6-4-3 0,-7 9-2 16,7-9-4-16,-2 6-2 0,2-6-12 15,0 0-39-15,16 10 0 0,-2-6 0 16,1-1 0-16,4 1 0 0,0-2-39 0,6-1-196 15,0 4-97-15,0-5-122 16,0 2-141-16,-5 0-206 0,-4-2-42 0,-3 0 93 16,-3 0-659-16,-10 0-860 0</inkml:trace>
  <inkml:trace contextRef="#ctx0" brushRef="#br0" timeOffset="-153033.43">24720 13234 3613 0,'0'0'-58'0,"2"-11"29"0,-1 6 5 0,-1 5 1 0,9-10 0 0,-5 7 3 0,-4 3 15 0,0 0 24 15,0 0 31-15,0 0 19 0,24 18 16 16,-22-7 10-16,4 1 10 0,-4 1 10 0,0 1 12 16,-1 0 8-16,1-1 7 15,2-1 4-15,0 1 3 0,-3-2-6 0,6-1 4 16,-2 2-9-16,3-3-5 0,3-1-14 16,3 1-14-16,2-4-12 0,4 5-11 0,1-5-69 15,2 1-92-15,3 2-142 0,11-2-176 16,-6-2-252-16,-5-2-38 0,12 1 72 0,-7-1-403 15,-5 0-493-15</inkml:trace>
  <inkml:trace contextRef="#ctx0" brushRef="#br0" timeOffset="-141903.6">7569 10816 1449 0,'6'0'185'0,"-6"0"-36"0,13 2 0 0,-13-2 33 0,0 0 16 0,11 0 15 0,-11 0-1 16,0 0-1-16,8-4 8 0,-8 4 9 0,0 0 3 16,0 0-2-16,0 0-5 0,10-4-14 15,-10 4-10-15,0 0-8 0,0 0-16 16,0 0-15-16,0 0-11 0,0 0-5 15,0 0-11-15,0 0-6 0,0 0-2 0,0 0-4 16,0 0 0-16,0 0 6 0,0 0 3 16,0 0-5-16,0 0-16 0,0 0-3 0,0 0-4 15,0 0-18-15,-35-6-1 0,35 6-7 16,-21 0-6-16,21 0-12 0,-21-2-7 0,8 2 0 16,0-2-3-16,-3 2-5 0,3 0 0 15,-4 0 0-15,2 0-5 0,-2-2-3 0,-1 2 0 16,0 0-6-16,-4 0 0 0,3 2-4 15,0-2-7-15,0 0 1 0,-2 0 0 0,4 0-2 16,1 2-6-16,0-2 3 16,-2 0 0-16,3 2 5 0,-4-1-5 0,4-1-1 15,1 2-2-15,1-2 0 0,-2 3 2 16,2-3 2-16,-1 2-3 0,3 0-5 0,0 0 0 16,-3-2 0-16,3 3 1 0,-1 0-2 15,4-3 2-15,-3 2-3 0,2 0-3 0,-1 1 8 16,3-1-1-16,7-2-9 0,-18 5 2 15,11-2 1-15,-3 1-4 0,3-2 0 16,-3 4 8-16,2-4-1 0,-3 2-7 0,-1 1 1 16,3 1 3-16,2-3 1 0,-3 2-6 15,-2 1 5-15,3 0 3 0,-1-1-2 16,1-1-1-16,0 2-1 0,-2 0 3 16,2-1 4-16,2 2-5 0,-1-2 6 0,-2-3-4 15,3 6-1-15,-1-4-1 0,-2 2 8 16,3 0-4-16,0 0-5 0,-3-1 3 0,0 6 0 15,1-1-5-15,-4-1 10 0,5-1-6 16,-2 2-2-16,-1 1 0 0,1-1-2 0,-1 2 4 16,2-2 0-16,-1 3-2 0,0-2 3 15,-1 4-4-15,-3-3 6 0,7 2-1 0,-2-1-3 16,1-2 4-16,0 1-4 16,1 1 2-16,1-1-1 0,-2-2 2 0,4 1-3 0,0-1 4 15,1 1-2-15,-5 1-2 16,8-2 0-16,-3-1 0 0,1 2 1 0,0-3-1 15,2 2-1-15,-3 1-2 0,1-1 4 16,2 0-2-16,0 0 2 0,-1 2-2 0,-3-1 1 16,4-1 1-16,0 2-3 0,-2-1 3 15,4 0-1-15,-2 0 4 0,2-2-5 0,-2 0-4 16,2 2 0-16,-2-2 0 0,0-1 0 16,1-1 0-16,-1 2 0 0,0-3 0 15,5 1 0-15,-5 0 0 0,2 0 0 0,-2-3 0 16,2 4 0-16,-2 0 0 0,2-1 0 15,-2-1 0-15,1 4 0 0,-1-4 0 0,2 3 0 16,-2 0 0-16,2-2 0 16,-2 1 0-16,2 0 0 0,-2 1 0 0,4-2 0 15,-4 2 0-15,1-3 0 0,-1 4 0 16,4-2 0-16,-2-2 0 0,0 3 0 0,3-1 0 16,-4 2 0-16,1-2 0 0,2 2 0 15,0-1 0-15,-1 1 0 0,1-1 0 0,-2 1 0 16,2 0 0-16,-3-1 0 0,4 1 0 15,1-2 0-15,-5 2 0 0,3-2 0 0,-2-1 0 16,2 1 0-16,-1-2 0 0,1 4 0 16,1-4 0-16,-2 1 0 0,-1-1 0 0,2 0 0 15,0 3 0-15,-1-4 0 16,1 3 0-16,-2-2 0 0,1 2 0 0,4-1 0 16,-1 1 0-16,-3-1 0 0,3 2 0 15,-3 0 0-15,3-4 0 0,0 3 0 0,0-3 0 16,0 2 0-16,-5-2 0 0,5 3 0 15,-1-1 0-15,2-1 0 0,-1 0 0 0,1 0 0 16,-2-1 0-16,3 1 0 0,0 0 0 16,0 0 0-16,-1 0 0 0,0 0 0 0,0-4 0 15,-2 4 0-15,3-3 0 0,-3 2 0 16,4-2 0-16,-4 3 0 0,4 0 0 16,-5-3 0-16,3 0 0 0,2 1 0 0,-2-1 0 15,2 1 0-15,-3-4 0 0,2 4 0 16,1-2 0-16,3 2 0 0,0-2 0 15,0-1 0-15,1 3 0 0,-2-1 0 16,2-1 0-16,-1 0 0 0,0-1 0 0,1 1 0 16,-2 0 0-16,-2 1 0 0,1-3 0 15,1 2 0-15,-11-2 0 0,19 1 0 0,-9 1 0 16,-10-2 0-16,16 0 0 0,-4 2 0 16,-12-2 0-16,19 0 0 0,-7-2 0 0,-1 2 0 15,1 0 0-15,1-2 0 0,-13 2 0 16,25-1 0-16,-14-1 0 0,1-1 0 0,-12 3 0 15,22-2 0-15,-12 0 0 0,-1-1 0 16,3 1 0-16,-2 0 0 0,-1-1 0 16,0 0 0-16,1-3 0 0,1 3 0 15,-3 0 0-15,4-2 0 0,-3-1 0 0,2 1 0 16,-1 0 0-16,1 0 0 0,0-1 0 16,2-1 0-16,-4 3 0 0,0-1 0 0,1-1 0 15,-1 2 0-15,1-2 0 0,-2 0 0 16,-1 1 0-16,3 1 0 0,-5-2 0 0,3 2 0 15,2-2 0-15,-3 1 0 0,0-2 0 16,2 2 0-16,-2 1 0 0,-7 4 0 0,11-12 0 16,-2 5 0-16,-4 4 0 0,2-4 0 15,1 2 0-15,-1 0 0 0,2-2 0 16,-4 2 0-16,3 0 0 0,-3 1 0 16,2-4 0-16,-2 3 0 0,-1 0 0 0,1-1 0 15,1 1 0-15,1-1 0 0,-2-1 0 16,0 0 0-16,1 0 0 0,-1 0 0 0,1 0 0 15,2-1 0-15,-2-1 0 0,-1 1 0 16,-1-1 0-16,3 1 0 0,0-4 0 0,-1 4 0 16,-3 0 0-16,3-2 0 0,-1 1 0 15,1 1 0-15,-1-1 0 0,-2-1 0 0,3 1 0 16,-3 1 0-16,1-2 0 0,-2-1 0 16,3 0 0-16,-3 1 0 0,3 1 0 0,-3-3 0 15,2 1 0-15,-3 0 0 16,1-3 0-16,2 5 0 0,0-4 0 0,-3 0 0 15,-1 1 0-15,4-3 0 0,-4 4 0 16,2-3 0-16,0 0 0 0,2 3 0 0,-4-3 0 16,2 1 0-16,0-2 0 0,0 1 0 15,-2 2 0-15,2-2 0 0,-2-1 0 0,0 3 0 16,0 0 0-16,2-1 0 0,-2 3 0 16,2-3 0-16,-2 3 0 0,0 2 0 0,-2-5 0 15,0 4 0-15,2 0 0 0,0 0 0 16,-2-1 0-16,2 2 0 0,-2-1 0 0,0-1 0 15,0-1 0-15,2 1 0 0,0 0 0 16,-4 0 0-16,4 1 0 0,-2-3 0 16,0 1 0-16,0 5 0 0,0-2 0 15,1-2 0-15,-3 3 0 0,4 0 0 0,-4-1 0 16,4 1 0-16,-2 0 0 0,1 0 0 16,-1-1 0-16,0-1 0 0,-3 3 0 0,3-3 0 15,0 2 0-15,-1-1 0 16,1-1 0-16,-2 0 0 0,2 2 0 0,1 2 0 0,-3-3 0 15,2 3 0-15,0-2 0 0,2 7 0 16,-3-10 0-16,0 5 0 0,3 5 0 0,-4-7 0 16,4 7 0-16,-4-7 0 15,4 7 0-15,-2-7 0 0,2 7 0 0,-5-8 0 16,5 8 0-16,-4-4 0 0,4 4 0 16,-3-5 0-16,-6 1 0 0,9 4 0 0,-9-8 0 15,3 4 0-15,1-2 0 0,-1 2 0 16,0-1 0-16,0-1 0 0,1 4 0 0,-3-4 0 15,3 3 0-15,-2-3 0 0,-2 2 0 16,2 0 0-16,-1-2 0 0,-4 2 0 0,-1 0 0 16,1 0 0-16,-2 0 0 0,-4-2 0 15,1 3 0-15,-4-1 0 0,5-2 0 0,-4 2 0 16,3-1 0-16,-2 3 0 0,0-1 0 16,1-1 0-16,3 4 0 0,-6-1 0 0,5 1 0 15,-8 3 0-15,-1 2-183 16,2 2-882-16,-11 3 122 0,2 7-1097 0,-8 8-1456 15</inkml:trace>
  <inkml:trace contextRef="#ctx0" brushRef="#br0" timeOffset="-140887.08">7190 11210 5035 0,'0'0'-350'0,"0"0"68"0,-16-9 55 16,16 9 53-16,-9-1 48 0,9 1 51 0,-8-6 39 15,1 4 39-15,7 2 26 0,-12-6 18 16,7 5 18-16,5 1 18 0,-13-7 10 0,4 5 8 16,9 2 6-16,-11-5 9 15,6 2 4-15,5 3-2 0,-14-3-5 0,14 3 1 16,-11-2-2-16,11 2-5 0,-14-4-5 0,14 4-4 15,-11-4-8-15,11 4-10 0,-11-2-3 16,11 2-4-16,0 0-7 0,-14-2-5 16,14 2-2-16,0 0-5 0,0 0-2 0,-9 0-7 15,9 0-2-15,0 0-3 0,0 0-2 16,0 0-6-16,0 0-1 0,0 0 2 16,0 0 11-16,0 0 4 0,0 0 7 0,0 0 6 15,0 0 9-15,0 0 17 0,45 6-9 16,-26-4-3-16,3 0-8 0,2 1-2 0,0-2-6 15,1 2-7-15,2 1-6 0,0 0-4 16,3-2 0-16,-5 0 2 0,4 0-7 0,-4 2-5 16,1-2-6-16,1 2 2 0,-1-3-7 15,-1 0 1-15,-1 2-2 0,0-2-3 16,-5-1 1-16,2 0-1 0,-1 2-2 16,-6-2-3-16,2 1 3 0,-1-2-2 0,-15 1-4 15,28 0 2-15,-15 1-7 0,-13-1 7 16,20 0 4-16,-20 0-3 0,17-1-2 0,-17 1 2 15,15 0-6-15,-15 0 2 0,0 0 0 16,21 0 4-16,-21 0-5 0,0 0 2 16,13 0 1-16,-13 0 0 0,0 0-2 0,0 0 1 15,16-2 0-15,-16 2-4 0,0 0-2 16,0 0 5-16,0 0-2 0,11-1 1 0,-11 1-5 16,0 0-8-16,0 0-5 15,7-3-32-15,-7 3-41 0,7-2-50 0,-7 2-53 16,0 0-66-16,9-2-86 0,-9 2-90 15,0 0-103-15,8-5-139 0,-8 5-75 0,0 0 70 16,0 0-513-16,0 0-653 0</inkml:trace>
  <inkml:trace contextRef="#ctx0" brushRef="#br0" timeOffset="-139936.4">7376 11275 3017 0,'0'0'-165'0,"-7"-7"20"0,7 7 31 0,-2-3 25 0,2 3 22 0,0 0 17 0,-2-7 13 16,2 7 6-16,0 0 5 0,0 0 8 0,0-10 11 15,0 10 19-15,0 0 9 0,2-8 24 16,-2 8 12-16,0 0 18 0,0 0 11 16,2-4 10-16,-2 4 19 0,0 0 11 0,0 0 14 15,0 0 11-15,2-7 6 0,-2 7-3 16,0 0-1-16,0 0-6 0,0 0 1 16,0 0 0-16,0 0-2 0,0 0 2 15,0 0 5-15,0 0-5 0,0 0 7 0,0 0 0 16,0 0 8-16,0-10-2 0,0 10 3 15,0 0 21-15,0 0-5 0,0 0-14 0,0 0-13 16,0 0-8-16,0 0-18 0,0 0-7 16,0 0-9-16,0 0-18 0,0 0 0 0,0 0-15 15,0 0-9-15,0 0 4 0,0 0 6 16,-27 14 11-16,23-8-1 0,-3 1-3 16,-1 0-4-16,0 2-5 0,3-2-5 0,-3 3-6 15,0 0-2-15,2 1-1 0,-3-1-7 16,2 2-6-16,0 1-1 0,2-1-1 15,-3 1-4-15,3-2-1 0,-1 3 0 16,0 0-38-16,0-3-5 0,1 1 0 0,1 0 0 16,0-3 0-16,-1 2 0 0,0-1 0 15,3-2 0-15,-3 0 0 0,3 2 0 0,0-2 0 16,-2-2 0-16,4-6 0 0,-3 13 0 16,1-8 0-16,2-5 0 0,-4 11 0 0,4-11 0 15,-2 7 0-15,2-7 0 0,-4 8 0 16,4-8 0-16,-4 7 0 0,4-7 0 0,0 0 0 15,-4 9 0-15,4-9 0 16,-1 7 0-16,1-7 0 0,0 0 0 0,-6 8 0 16,6-8 0-16,-4 7 0 0,4-7 0 15,-2 7 0-15,2-7 0 0,-5 8 0 0,5-8 0 16,-7 10 0-16,6-4 0 0,1-6 0 16,-6 12 0-16,2-6 0 0,1 1 0 0,-1 1 0 15,2 0 0-15,-2 1 0 0,0-3 0 16,0 2 0-16,0 4 0 0,1-2 0 15,-1-1 0-15,0 1 0 0,-1 2 0 0,1-3 0 16,1-1 0-16,-2 4 0 0,1-2 0 16,0 0 0-16,3 0 0 0,-5-1 0 0,2 1 0 15,2-1 0-15,-4 1 0 16,2-1 0-16,2-1 0 0,1 1 0 0,-3-1 0 16,0-1 0-16,2 0 0 0,1 0 0 15,1-7 0-15,-6 10 0 0,4-2 0 0,2-8 0 16,-5 6 0-16,5-6 0 0,-5 6 0 15,5-6 0-15,0 0 0 0,-6 9 0 0,6-9 0 16,0 0 0-16,-1 8 0 0,1-8 0 16,0 0 0-16,0 0 0 0,-4 4 0 15,4-4 0-15,0 0 0 0,0 0 0 0,0 0 0 16,0 0 0-16,0 0 0 0,0 0 0 16,4-22-249-16,-4 22-803 0,-2-9 112 0,2 9-1083 15,0 0-1440-15</inkml:trace>
  <inkml:trace contextRef="#ctx0" brushRef="#br0" timeOffset="-132655.47">2892 13164 4973 0,'0'0'-302'0,"-13"0"58"0,13 0 44 0,-14 0 41 0,14 0 46 16,-11 0 45-16,11 0 44 0,0 0 40 16,0 0 16-16,-19 0 30 0,19 0 20 15,0 0 13-15,0 0 13 0,-15-5 19 16,15 5 5-16,0 0 1 0,0 0-5 16,0 0-11-16,0 0-9 0,0 0-14 0,0 0-5 15,0 0-10-15,0 0-4 0,0 0 2 16,0 0 3-16,45 0 0 0,-20 0-2 0,4 0-6 15,11 5 9-15,2-5-3 0,3 6-9 16,2-2-8-16,0 1-5 0,1 0-2 16,9 2-9-16,-10-2 1 0,10 0-6 0,-7-1-7 15,0 0 0-15,-3 0-5 0,1 0-1 16,-1-1 0-16,3-1-3 0,-2-1-7 0,-1 3 1 16,-2-2-1-16,-4-1 1 15,-8 1-1-15,-5 0-5 0,1-2-2 0,-2 3-1 16,-2-1-1-16,-1-1 1 0,-5 1-2 15,-1 0-2-15,0 1 1 0,0-1 6 0,0 0-9 16,5 3 4-16,2-2 0 0,0-1-3 16,13 3 0-16,0-2 6 0,3 1-4 15,0-1 1-15,4-1-3 0,-2 2 3 0,0-1-8 16,2 0 7-16,-4 1-8 0,-3 0 8 16,-7-2-4-16,-5 0-1 0,-8 2 0 0,0-3-5 15,0 3 4-15,-2-4-1 0,-2 2 2 16,-4-1-3-16,2 1 1 0,-12-2 2 0,18 2 1 15,-18-2 1-15,18 1-1 0,-9 1 1 16,-9-2-1-16,19 2 2 0,-6-2-2 16,3 2-1-16,3-2 2 0,7 2-1 15,-3-2-2-15,4 1 2 0,0-1-3 16,2 0 3-16,-3 3-3 0,3-3 1 0,-3 0 8 16,1 0-7-16,0 0 2 0,-4-3-1 15,0 3-3-15,-3 0 5 0,1-1-1 0,-1-1 1 16,-2 2 0-16,0-2-2 0,-2 0-3 15,4 0 4-15,-1 1-13 0,-2-1-2 0,0-1 2 16,3 1 11-16,-2 0-12 16,2 0-3-16,-2 1 2 0,1-1 6 0,-1 0 1 0,-3 2-3 15,2-2-2-15,-4 2 6 16,1-1 0-16,-14 1-7 0,24 0 5 0,-14 0 5 16,-10 0 0-16,21 0 1 0,-21 0-3 15,17 0 4-15,-17 0 2 0,22 0-6 16,-13-1 6-16,-9 1-3 0,23-2-2 0,-10 0 4 15,-1 0-1-15,1 2 2 0,-13 0-3 16,26-2-1-16,-16 1-1 0,2-1 5 0,-12 2-2 16,18-2-2-16,-9 1 1 0,-9 1 15 15,20-2-14-15,-20 2-4 0,19-2 5 0,-8 0 4 16,-11 2 19-16,20-1 0 16,-20 1-2-16,20-2 5 0,-10 2-2 0,-10 0-2 15,22 0-3-15,-11-2-3 0,-11 2-2 16,20 0-4-16,-8 0-1 0,-12 0 1 15,23 0 0-15,-10 0-1 0,-13 0-8 0,23 0 11 16,-23 0-3-16,20 0-4 0,-9 0-1 16,-11 0-2-16,16 0 8 0,-16 0 12 0,20 0-18 15,-20 0-2-15,12 0-2 0,-12 0 5 16,18 0 14-16,-18 0 9 0,19 0 4 0,-19 0 5 16,19 0-17-16,-19 0 4 0,19 0-3 15,-8 0 1-15,-11 0-14 0,20 0 25 0,-20 0-23 16,16 0 21-16,-16 0-6 0,12 0 8 15,-12 0 12-15,0 0-6 0,15 0 18 16,-15 0-1-16,0 0 2 0,0 0-4 0,16-2 0 16,-16 2 0-16,0 0-2 15,0 0-5-15,0 0-5 0,0 0-2 0,15 0-4 16,-15 0-8-16,0 0-4 0,0 0-9 16,0 0-36-16,0 0-71 0,0 0-89 0,0 0-95 15,3 6-130-15,-3-6-166 0,0 0-246 16,-24 7-21-16,14-4 90 0,-3 4-665 0,-1-1-864 15</inkml:trace>
  <inkml:trace contextRef="#ctx0" brushRef="#br0" timeOffset="-122424.28">2727 14763 3518 0,'0'0'-209'0,"-27"-5"27"0,27 5 24 0,0 0 30 15,-9-7 36-15,9 7 33 0,-7-7 21 16,7 7 14-16,-4-5 12 0,4 5 14 0,-5-5 17 15,5 5 20-15,0 0 19 0,-6-7 18 16,6 7 11-16,0 0 9 0,0 0 3 0,-7-5 6 16,7 5 2-16,0 0 2 0,0 0 0 15,0 0-3-15,-8-5 13 0,8 5-11 16,0 0 11-16,0 0-17 0,0 0 5 0,0 0-6 16,0 0-3-16,-6-5-2 15,6 5-2-15,0 0-5 0,0 0-6 0,0 0-8 16,0 0-10-16,0 0-2 0,21-9-13 15,-10 7 3-15,5 1-8 0,3-1-4 0,2 2-4 16,4 0-4-16,4 0-3 0,-3 0-1 16,5 0-5-16,-1 2-3 0,10-1 3 15,-8 1-4-15,-5 0-2 0,2 0-2 0,-1-1-2 16,-3 3 2-16,-4-3-3 0,0 1-2 16,0 0-3-16,-4 1 1 0,0-1-3 0,-4 1 1 15,3-1-4-15,-5 1 0 0,3 1-1 16,-1-2 4-16,-4 1-1 0,-9-3-2 15,18 5 2-15,-11-1-1 0,3-2-1 16,-10-2 2-16,19 2-2 0,-7 3 0 0,-1-4 1 16,0 0-2-16,3 3 3 0,-1-2-3 15,2-2 8-15,-4 1-7 0,7 3-3 16,0-3 1-16,0 1 1 0,-1 0 0 0,0 2 2 16,-2 0-2-16,1-4-3 0,-2 3 4 15,2-2-1-15,2 2 2 0,-5-1-2 16,1 0 0-16,4-1 1 0,-4 1 1 0,3 1-4 15,-5-3 5-15,2 2-7 0,6 0 3 16,-4-2-1-16,4 2 1 0,0-2 2 0,-1 0-4 16,1 2 2-16,-2-2-1 15,4 0 0-15,-3 0 1 0,1 0 2 16,-2 1-4-16,-2-1 1 0,4 3 3 0,-1-3 0 16,-4 0 0-16,6 0-2 0,1 0 1 15,-2 0 2-15,3 0-3 0,4 0 3 0,1 0-20 16,8-4 8-16,-5 2-5 0,5-2 3 15,-4 2-3-15,-5 2 6 0,0-3-4 0,-2 1 1 16,2 2 3-16,-7-1 0 0,-1 1 3 16,-1 0 2-16,-1 1-1 0,-2-1 0 15,0 0 0-15,1 0 1 0,-2 2-1 0,4-2 2 16,3-2-2-16,-2 2 5 0,2 0-3 16,0 0 4-16,5-1-2 0,3-1-1 0,-1-2-1 15,1 3-1-15,0 0 5 16,-1-2-3-16,1 3-1 0,0-3-1 0,-1 3 1 15,1-1 0-15,-6 1 1 0,4-2 2 16,-7 2 0-16,1-2 2 0,2 2-4 16,-4-2 0-16,2 0 5 0,0 2-5 0,2-3 0 15,2 1 3-15,1-1-5 0,1-1-3 16,7-1 7-16,4 1 1 0,-1 0-3 0,-4-1-1 16,4 3 5-16,-6-1-4 0,-1 1-2 15,-1 2-1-15,1-2 2 0,-1 2 1 16,0 0 4-16,1 0-7 0,1 0 1 0,1 0 3 15,-1 0-3-15,-3 0 1 16,5 0 1-16,-5-2 2 0,12 1-4 0,-8-3 1 16,8 1 2-16,1 0 0 0,-2-3-4 15,1 1 3-15,3 0 1 0,-4 0 0 0,-1-4-4 16,6 4 0-16,-6-2 2 0,0 1-4 16,-1-1-23-16,-3 1-17 0,-3 3-11 15,-2-1-7-15,-6 1-5 0,-3 0 3 0,-1 1 3 16,-4 1 0-16,1 1 12 0,-1-2-5 15,-2 0 5-15,0 0 24 0,0 2-3 16,1-2-1-16,-1 1-10 0,3-3 36 16,0 3-4-16,4-1 0 0,3-4 4 0,2 2-7 0,4 2-9 15,-4-1-9-15,14-1 1 0,-3-2-4 16,-2 5-6-16,-9-2-2 0,4 1 11 16,-2 2-6-16,0-2-3 0,-3 0 6 15,-3 2 4-15,0 0 5 0,-1 0 5 16,-4 0-8-16,-1 0 9 0,1-2 2 0,-2 2-3 15,0 0 7-15,3-2 2 0,0 2 2 16,7 0 1-16,-6-3 2 0,9 2 1 0,1 0-8 16,8-3 3-16,-3 2-1 0,-5 2-2 15,5-1 4-15,-5 2 4 0,3-1 1 16,-1 0-3-16,-1 2 1 0,-2-2 4 16,1 2-4-16,1 0 3 0,-2 0-5 15,2 1 5-15,-5-3-9 0,3 2 10 0,0-2 5 16,-1 2-3-16,3-2 1 0,-1 2-10 15,1-2 12-15,1 2-8 0,13-2 2 0,-2 2 0 16,-1-2 2-16,1 3 0 0,-2-2-4 16,-1 3 4-16,0 0-2 0,-4-2-1 0,-9 1 0 15,2-1 2-15,0 0-8 0,2 0 8 16,-3 0 1-16,12 2 2 0,-2 0-3 16,-1-1-5-16,3 0 6 0,2 1 2 0,3-1-1 15,-4 1-3-15,5 0 1 0,-2-2-4 16,3 2 3-16,-7-2 1 0,5 3-7 0,-4 0 9 15,-1-2-12-15,-1 1-12 16,1 2 4-16,-5-4 2 0,3 1 1 0,1 1-1 16,0-1-4-16,1 1 4 0,2 1-7 15,3-1-2-15,-2-3-4 0,2 4 8 16,4-3-1-16,-2 2 8 0,3-1-4 0,-3 0 4 16,1 1-2-16,3-1 6 0,-6 1 0 15,-2 1-1-15,4-2 3 0,-4-1 2 0,-3 3-2 16,3-4-1-16,-7 1 5 0,-3 1-2 15,8-2 4-15,-1 2-6 0,5-1 3 0,-4 1 3 16,-1-1-1-16,-4 0-4 0,5 1-2 16,-6-1-17-16,5 3-5 0,-8-2 6 15,-1 0 0-15,7 1-6 0,-4-2 3 16,4 3 4-16,-3-2 1 0,-5-1 2 16,1 0-3-16,8 2 5 0,-5 0-1 0,-2-4 4 15,-3 0 3-15,13 4 1 0,-6-2 1 16,-5 0-3-16,-1-2 7 0,3 1 2 0,-1 1 1 15,6 1-13-15,-5 0 0 0,-4 0-6 16,-1 0-10-16,-1 1-5 0,2-2 1 16,9 2-1-16,-7 0-11 0,0 0 3 0,7-2 4 15,-6 1 2-15,8 1 5 16,3 2 3-16,0-2 4 0,3 0 0 0,0 2 6 16,1-1 3-16,1-1-1 0,1 2 4 15,0-2-1-15,-4 0 5 0,1 2-1 0,-2-4 3 16,0 4 1-16,-2-3-1 0,-4 1 2 15,2 0 5-15,-2 0-5 0,3 0 1 0,-7-1 2 16,8 1-1-16,2-1 1 0,2-1 0 16,1 2 2-16,1-3 1 0,1 1 0 15,3 0 0-15,0-2-2 0,-1 0 4 0,1 3-1 16,-2-2 1-16,-1 1-3 0,1 0 2 16,-1 0-1-16,-4-2 0 0,-1 2 2 0,-1-1-1 15,-7-1-1-15,7 0 1 0,1 4 0 16,-5-3-2-16,6 1 0 0,-3 1 1 15,-1-1 3-15,2 0-2 0,2 0-2 0,-2-2 4 16,1 3-1-16,-5-1 2 0,-2-1-3 16,-7-1 5-16,-1-1-3 0,2 1 0 15,-2-2-1-15,-2-1 0 16,-2 3 2-16,-1 0 0 0,3-2-1 0,2 2-1 0,1 0 0 16,3-2 3-16,-1 2-2 0,15 0 2 15,0 0-2-15,0 0 0 0,3 2-2 0,-3 0 4 16,3-2-3-16,-4 0 0 0,0 3 0 15,-2-3 0-15,-5 0 1 0,-10 0 1 16,4 0-3-16,-1-3 3 0,1 3 5 0,-1 0 0 16,11-2 8-16,2 2 7 15,-2-2 9-15,-1 0 10 0,-6 2 10 0,-4-3 4 0,-1 3 7 16,0 0 5-16,-2 0 2 16,-3-2 3-16,-1 2 5 0,-6 0 5 0,0 0-2 15,-2 0 4-15,-3-1 9 0,-12 1-4 16,21 0 3-16,-21 0 7 0,17 0-2 0,-17 0-2 15,13-2-6-15,-13 2-7 0,0 0-1 16,18 0-7-16,-18 0 0 0,0 0-5 16,11-2 1-16,-11 2-9 0,0 0-2 0,0 0-7 15,0 0-4-15,13-1-5 0,-13 1-10 16,0 0-34-16,0 0-73 0,0 0-120 0,0 0-161 16,0 0-280-16,0 0 10 0,-38-6 74 15,38 6-260-15,-29 4-298 0</inkml:trace>
  <inkml:trace contextRef="#ctx0" brushRef="#br0" timeOffset="-120991.02">15062 13981 2239 0,'0'0'-6'0,"-2"-13"22"0,2 7 32 0,0 6 34 0,-2-10 26 0,0 4 26 0,1 1 14 15,-1-1-4-15,2 6 2 0,-6-12 2 16,2 6-4-16,0 0 2 0,-2 1 3 16,1-1 1-16,-3 0-7 0,1 0-1 15,-1 1-11-15,-5-2-5 0,3 2-2 16,0-1-4-16,-4-1 0 0,0 0-5 0,1 0-7 15,-3 3-7-15,1-2-8 0,-1 1-4 16,2-1-7-16,-6 1-12 0,4 2-2 0,-4-1-4 16,1 1-2-16,0-2-2 0,4 2-9 15,-4-1 0-15,2 2-7 0,-3-1-3 0,4 1-2 16,-4 2-5-16,4-1-4 0,-6 1-1 16,3 1 0-16,1-1-6 0,-2 4 0 0,1-3 0 15,-3 5-1-15,-2-1 5 16,3 1-3-16,-9 3 2 0,3 0 1 0,5-1 7 0,0 1-2 15,1 1 0-15,-6 5 0 0,-1-4-3 16,9 3-1-16,2-3-3 0,-5 7 3 16,2-2-4-16,-1 1 3 0,6 0 6 15,-4 3-7-15,4-3-3 0,1-1-1 16,1-1-1-16,1 1 1 0,1 1 1 0,0 0 10 16,-1 1-13-16,5 0 3 0,-4-1-1 15,0 0 1-15,2 0 3 0,4 0 8 0,-6 0 0 16,4 2 8-16,1-2-5 0,-1 1 18 15,2-3-18-15,-2 2 4 0,3-1-6 16,-1 1 2-16,1 0-4 0,2 0 5 16,0 0-5-16,-1 2 1 0,1-2-6 0,0 0 3 15,-1 3-9-15,1-6 2 0,2 3-2 16,-1 1 2-16,-1-3-8 0,0-1 4 0,4 0 4 16,-2-1-5-16,0 1 2 0,0-1 6 15,0-1-4-15,2 3-7 0,-1-2 5 0,-1 0-6 16,2 0-1-16,3-1 4 0,0 4-5 15,-1-3 4-15,2 3-2 0,-3-3 1 16,5-1 1-16,-2 2-3 0,-2-2-1 0,1 0 8 16,1-1-4-16,1-2 12 0,0 2-3 15,-2 1 4-15,5-4 9 0,-3 3-1 0,3-1 5 16,-1-3 8-16,1 3 1 0,2-4-4 16,1 4 4-16,1-3-52 0,-2-1 0 0,3 2 0 15,-1 0 0-15,4-1 0 16,-4-2 0-16,1 2 0 0,1-2 0 0,0 0 0 15,-2 0 0-15,-3-1 0 0,5 1 0 16,-1-2 0-16,-1 0 0 0,-1-2 0 0,2 2 0 16,-2 0 0-16,1-1 0 0,3 2 0 15,-1-3 0-15,-2 1 0 0,0-2 0 0,1 2 0 16,1-2 0-16,-2 1 0 0,0-1 0 16,1-1 0-16,-4 1 0 0,-11 0 0 15,25-4 0-15,-11 3 0 0,-3-3 0 16,3 0 0-16,-3 0 0 0,2 2 0 0,3-3 0 15,-3 0 0-15,1-1 0 0,0 1 0 0,2-2 0 16,-1 2 0-16,0-1 0 16,0 0 0-16,1-1 0 0,-1 1 0 0,0-2 0 15,-2 1 0-15,1-1 0 0,1 2 0 16,1-6 0-16,-2 3 0 0,2-3 0 0,-1 0 0 16,1-1 0-16,-2-2 0 0,8-5 0 15,-4-3 0-15,2 3 0 0,-1-1 0 0,-1-1 0 16,2 2 0-16,-1-3 0 0,-6 4 0 15,8-3 0-15,-8 4 0 0,-1 1 0 0,1 0 0 16,-2 1 0-16,5-9 0 16,-3-1 0-16,-1-1 0 0,-1 0 0 0,-2-4 0 0,0 0 0 15,-6 4 0-15,-1 0 0 16,-2 4 0-16,0-2 0 0,-3 0 0 0,-1 1 0 16,-4 3 0-16,-4-6 0 0,3 5 0 15,-1 5 0-15,1 0 0 0,0 5 0 0,-2 1 0 16,0 3 0-16,2-2 0 0,1 3 0 15,0 2 0-15,-1 0 0 0,5 1 0 0,-20-18-609 16,16 17-409-16,4 1 110 16,4 4-1016-16,0 0-1344 0</inkml:trace>
  <inkml:trace contextRef="#ctx0" brushRef="#br0" timeOffset="-120191.48">15234 13962 4915 0,'0'0'-188'0,"0"0"41"0,-12-2 39 0,12 2 52 0,0 0 54 0,-10-2 52 0,10 2 20 16,-5-4 12-16,5 4 9 15,-7-8 8-15,1 3 1 0,3 1 3 0,1-4 2 16,2 0-7-16,2-2 5 0,3-1-7 16,2-7-5-16,10-5-16 0,4 1-5 0,8 0-9 15,-1 1-4-15,12-2-4 0,4 2-8 16,-2 1-1-16,-2 6-10 0,10 2-3 16,-11 3-1-16,6 1-5 0,-4 4-6 0,2 0 3 15,-2 2-3-15,-8 4-2 0,-6-2 0 16,-4 0-5-16,-7 0 2 0,4-2-4 0,-7 2-3 15,-1-2 0-15,-1 4 2 16,-11-2-2-16,19 0 0 0,-12 0-5 0,-7 0 2 16,15 0 1-16,-15 0-4 0,18 4-24 15,-11-2-52-15,3-1-75 0,-10-1-84 0,11 5-102 16,-7-1-129-16,0 2-212 0,-4-6-9 16,-4 15 79-16,0-3-398 0,-3 1-479 0</inkml:trace>
  <inkml:trace contextRef="#ctx0" brushRef="#br0" timeOffset="-119589.89">16232 13989 3244 0,'-8'-5'246'15,"4"2"-19"-15,4 3-13 0,-3-4 8 16,3 4 35-16,0 0 24 0,-4-9-21 0,4 9-21 16,0 0-19-16,7-16-19 0,-3 10-21 15,3 1-19-15,-2-3-10 0,2 1-23 16,3 0-16-16,-6 0-4 0,6 1-14 0,-3 0-9 16,0 0-3-16,0-1-8 0,0 0-11 15,-1 0-8-15,-3-1-4 0,1-1-10 16,0-1 0-16,1-2-5 0,-4 0-3 15,-1 1-1-15,-1 0-8 0,-6-1-5 0,1 0 0 16,-1-2 0-16,-2 2 0 0,-7-2-4 16,1 2-5-16,-10-6 1 0,4 7 13 0,4 3 5 15,-2-2 25-15,0 3 10 0,2-1 10 16,3 4 6-16,3-2 1 0,2 2-2 0,1 2-3 16,0-3-5-16,3 2 0 0,5 3 0 15,-10-5 0-15,10 5-3 0,0 0-64 0,0 0-4 16,23-12 0-16,-6 7 0 0,6 0 0 15,3-1 0-15,1 3 0 0,2 1 0 0,-3-2 0 16,-1 2 0-16,-2 2 0 16,-2 0 0-16,-2 0 0 0,1 3 0 0,-4 2 0 15,0 0 0-15,0 5 0 0,-2 2 0 16,-3 2 0-16,0 1 0 0,0 2 0 0,-4 3 0 16,0 1 0-16,-3-1 0 0,4 1 0 15,-4-2 0-15,4 3 0 0,-7 0 0 0,5-2 0 16,-2-2 0-16,0-3 0 0,-2-3 0 15,2 3 0-15,0-4 0 0,-3-1 0 16,1 0 0-16,4 0-144 0,-1-3-226 0,2 3-112 16,0-6-133-16,2-2-184 15,-1 2-40-15,0-2 97 0,-1-1-686 0,-7-1-880 16</inkml:trace>
  <inkml:trace contextRef="#ctx0" brushRef="#br0" timeOffset="-119224.28">16751 13830 3904 0,'0'0'12'0,"0"0"31"0,-11-5 16 0,11 5 22 0,-3-5 16 0,3 5 14 0,0 0 23 0,0 0 16 16,0 0-5-16,0 0-3 0,0 0-9 15,0 0-3-15,0 0-12 0,10 20-13 16,-3-14-2-16,1-3-12 0,-1 0-9 0,5 3-6 15,-3-5 0-15,-9-1-15 0,20 6 0 16,-13-5-6-16,-7-1-4 0,16 5-4 16,-16-5-9-16,0 0-1 0,17-5-4 0,-17 5-2 15,9-10-4-15,-6 1-7 0,-3-1 6 16,0-4-7-16,-1 0 1 0,-3-1-6 0,-2 0-1 16,3 1-2-16,-3 2-2 0,1 4-2 15,-7 2-6-15,1 3-1 0,-3 3 4 0,14 0-2 16,-40 7-3-16,9 3-25 15,8 1-39-15,7-1-44 0,0 0-64 0,1 0-72 16,5 1-93-16,3-3-113 0,3 1-158 16,4-2-81-16,0-7 63 0,9 13-409 15,1-8-509-15</inkml:trace>
  <inkml:trace contextRef="#ctx0" brushRef="#br0" timeOffset="-118891.24">16955 13796 2751 0,'0'0'96'0,"0"0"54"0,2-8 4 16,-2 8 20-16,0 0 25 0,0 0 22 16,0 0 0-16,0 0-17 0,0 0-12 0,0 0-3 15,0 0-5-15,0 0-8 16,0 0-12-16,0 0-14 0,0 0-18 0,34 10-10 16,-21-7-11-16,3 1-11 0,-2 0-10 15,4 0-11-15,-2 0-16 0,6-3-24 0,-8 1-11 16,0-2 4-16,1 0-9 0,-1 0 3 15,-14 0-8-15,21-2 4 0,-10-1 1 0,-3-3-8 16,-3 2-2-16,2-5 1 0,-5 1-4 16,-1-4-8-16,1 3 7 0,0-1-1 0,-4-1-5 15,2 1 1-15,-2 4-4 0,1-3-4 16,-6 4-7-16,7 5-2 0,-18-6-3 16,2 6-26-16,-2 6-43 0,-6-1-53 0,-6 4-75 15,1 4-96-15,6-3-79 16,8-4-87-16,5-1-97 0,7-4-80 0,3-1 72 15,0 0-343-15,0 0-403 0</inkml:trace>
  <inkml:trace contextRef="#ctx0" brushRef="#br0" timeOffset="-118541.55">17414 13578 2849 0,'6'-7'210'0,"-1"1"18"0,-1 2 16 16,-4 4 20-16,0 0 16 0,3-7-5 15,-3 7-29-15,0 0-29 0,0 0-9 0,0 0 21 16,0 0-14-16,4 21-18 0,-4-11-15 15,-2 2-21-15,2 0-16 0,0 2-15 16,2-2 8-16,0 1-15 0,3 3-41 16,-3-5-58-16,1 1-48 0,1 0-51 0,0-5-49 15,-3 3-41-15,1-4-34 0,0 2-32 16,0-5-43-16,-2-3-32 0,0 0-1 0,0 0 25 16,0 0 27-16,0 0 34 0,0 0 55 15,0 0 49-15,-4-27 51 0,6 14 47 0,2-5 52 16,-1-3 59-16,0 3 60 0,-1 5 46 15,4-3 47-15,-4 5 29 0,-1 0 16 0,1 2 8 16,0 1-2-16,-2 1-17 16,0 7-29-16,6-12-28 0,-6 12-17 0,3-7-22 0,-3 7-20 15,11-2-20-15,-11 2-49 16,0 0-82-16,16 4-96 0,-16-4-102 0,16 7-133 16,-12 0-146-16,1 0-164 0,-3-1-182 15,0 3 90-15,-6 3-650 0,-1 0-824 0</inkml:trace>
  <inkml:trace contextRef="#ctx0" brushRef="#br0" timeOffset="-117974.99">17477 13389 4093 0,'15'-27'87'0,"-1"-1"23"0,-2 3 24 0,-1 1 34 0,5 0 43 0,-3 5 46 0,-3 2 55 0,0 7 22 16,-3-2-14-16,-2 3-32 0,2 3-34 0,-2 2-25 16,-5 4 21-16,0 0 23 15,10 24-2-15,-8 2-18 0,-1 11-26 0,-4 8-107 0,-3 10-120 16,-1 2 0-16,-3-3 0 16,-1-2 0-16,-1 1 0 0,0-5 0 0,1-8 0 15,0-3 0-15,-1-4 0 0,5-2 0 16,0-6 0-16,-2-4 0 0,5-6 0 0,-3 0 0 15,3-1 0-15,1-2 0 0,-3-3 0 16,1-2-112-16,4-1-439 0,1-6-93 0,-6 2-118 16,6-2-102-16,0 0 84 0,0 0-743 15,-7-22-968-15</inkml:trace>
  <inkml:trace contextRef="#ctx0" brushRef="#br0" timeOffset="-117791.14">17395 13701 4021 0,'-10'-6'87'0,"7"2"74"16,3 4 50-16,-11-4 60 0,11 4 90 0,-5-6 46 15,5 6 46-15,0 0-3 0,0-10-25 16,0 10-38-16,18-13-52 0,-4 5-35 16,6-1-27-16,-2 3-224 0,5 0-49 0,0-2 0 15,2 1 0-15,-3 0 0 0,5 2 0 16,-4 0 0-16,2 0 0 0,0 1-238 0,-3-1-269 16,-4 2-135-16,0-2-168 0,-6 1-51 15,1 2 97-15,-2 1-722 0,-11 1-933 0</inkml:trace>
  <inkml:trace contextRef="#ctx0" brushRef="#br0" timeOffset="-115426">11366 16527 3896 0,'0'0'-52'0,"0"0"33"0,0 0 31 0,-25 19 49 0,3 4 31 0,3 1 19 16,2 3 25-16,-2 2 18 0,4-1 9 16,3-1 1-16,8-5 1 0,3 0 13 15,2-5 9-15,9 0 7 0,4 1 3 0,7 1-17 16,1-7-9-16,8 0 0 0,-3-6 2 16,0-3 1-16,2-6-8 0,7 1-13 15,-2-5-8-15,0-4 1 0,-3 1 8 0,-8-1 6 16,-6-1-3-16,-2-2-11 0,1 1-12 15,-7-4-14-15,0-2-14 0,-2-3-10 0,-5-4-96 16,-6-12 0-16,-3-1 0 0,-4-9 0 16,-3-1 0-16,0 5 0 0,-2 13 0 0,-1 1 0 15,-4 7-216-15,-2 13-57 0,1 7-37 16,-12 8-51-16,-14 14-56 0,-2 8-63 16,-3 9-99-16,1 2-161 0,-7 13-21 0,19-6 85 15,6 0-473-15,-3 6-616 16</inkml:trace>
  <inkml:trace contextRef="#ctx0" brushRef="#br0" timeOffset="-115092.58">11182 17106 3610 0,'-2'-12'220'0,"-4"5"-8"0,1 1-12 16,5 6 7-16,-27 2 20 0,-2 9 15 16,-21 6 6-16,-4 9-11 0,-3 6 4 15,-20 14-7-15,3 5-8 0,-3 2-12 0,4-1-21 16,0 1-17-16,2-1-17 0,9-4-17 16,13-11-13-16,6-1-10 0,3-2-15 0,6-3-10 15,7-4-11-15,2-4-11 0,2 0-4 16,2-1-10-16,6-5-12 0,2-7-35 15,1 1-44-15,1-3-62 0,-1 1-76 0,1-2-74 16,0 0-73-16,-5-1-80 0,7-2-66 16,-5-3-88-16,-1 1-127 0,2-2-80 15,-2 0 78-15,15 0-468 0,-21-3-615 16</inkml:trace>
  <inkml:trace contextRef="#ctx0" brushRef="#br0" timeOffset="-114758.73">9985 17694 3499 0,'-14'-3'136'0,"14"3"4"0,-30 9 28 0,6 9 35 15,-3 5 27-15,-5 8 9 0,1 7-5 16,6 5-2-16,2 0-2 0,7-1-7 16,6-3-9-16,2-6-16 0,8-2-10 15,9 4-14-15,3-3-10 0,7-3-11 16,6-3-1-16,9 1-15 0,0-10-8 0,5-2-15 15,4-6-7-15,5-7-17 0,1-4-8 16,7-2-7-16,-1-8-13 0,-15-1-6 0,-6 1-1 16,-2-6-8-16,-7-1-3 0,-5-2-4 15,-5-6-2-15,-9 3-5 0,-4-3-6 16,-4-11-3-16,-4-1-4 0,-7-11-19 0,-3 0-19 16,5 12-11-16,0 4 1 0,1 5-22 15,2 7-29-15,1 5-56 0,3 4-68 0,1 9-69 16,-4 0-67-16,7 4-63 15,0 0-68-15,0 0-116 0,-6 17-210 0,6-17 51 16,14 14 85-16,3-9-410 0,6-2-542 16</inkml:trace>
  <inkml:trace contextRef="#ctx0" brushRef="#br0" timeOffset="-114473.49">11626 17019 3452 0,'0'-10'311'0,"0"3"-18"0,0 7-16 16,0 0-17-16,0 0 59 0,0 0 15 0,13 24-1 15,5 7-19-15,3 14-29 16,11 2-31-16,2 9-24 0,13 14-24 0,3 3-20 16,2-1-18-16,5 1-15 0,1-3-17 15,-8-4-14-15,-12-18-13 0,-3 6-12 16,-9-2-23-16,-1-4-34 0,-5-1-36 0,-7-10-76 15,-5-4-78-15,-1 2-73 0,-3-12-84 16,-4-3-82-16,0-5-103 0,0-1-112 0,-4-3-203 16,1-3 31-16,-5-1 79 0,4 0-473 15,-6-2-636-15</inkml:trace>
  <inkml:trace contextRef="#ctx0" brushRef="#br0" timeOffset="-114156.89">12078 17799 3198 0,'-7'-8'238'16,"-6"3"47"-16,2 3 16 0,11 2 23 0,-21 2 48 16,8 3 25-16,-1 3 11 0,1 8-18 15,-2 6-21-15,-2 6-25 0,5 5-28 0,3 0-30 16,1 1-29-16,7 2-25 0,4-2-28 16,8 0-16-16,0-1-106 0,5-4-82 15,5-2 0-15,3-3 0 0,-1-7 0 16,1 0 0-16,-3-6 0 0,0-7 0 15,-1-2 0-15,2-4 0 0,1 0 0 0,-3-4 0 16,1-2 0-16,1-3 0 0,-8-1 0 16,2-2 0-16,-7-4 0 0,-1-3 0 0,-6-3 0 15,-4-1 0-15,-8-10 0 0,-1 3 0 16,-6 0 0-16,-6 7 0 0,-11-3 0 0,-8 9 0 16,4 4-77-16,-4 7-223 0,-5 2-67 15,-5 6-61-15,-13 2-70 0,-1 5-98 16,-6 5-135-16,0 6-69 0,-21 3 89 0,5 3-542 15,2 8-713-15</inkml:trace>
  <inkml:trace contextRef="#ctx0" brushRef="#br0" timeOffset="-113792.6">10094 18067 3404 0,'-10'-1'-43'0,"10"1"14"0,-32 3 17 0,0 2 35 0,-8 7 50 0,-16 2 45 0,-1 3 21 0,-6 5 6 16,-21 8-5-16,0 0-9 15,3 2 0-15,0-3-4 0,-1 2-6 16,19-6-4-16,2-1-6 0,0-3-11 0,9-1-12 16,4 0-7-16,10-8-7 0,6 2-10 15,-1-1-9-15,12-5-28 0,3-1-45 0,2-2-62 16,2 0-55-16,3 0-59 0,0 2-51 16,4 0-65-16,0 1-92 0,5-1-174 15,-2 0-41-15,4 0 88 0,4-1-178 0,-4-6-201 16</inkml:trace>
  <inkml:trace contextRef="#ctx0" brushRef="#br0" timeOffset="-113241.34">11750 16613 2268 0,'5'-5'212'0,"4"-2"-15"0,4-1-20 0,8 1-4 0,15-3-12 0,9 3-15 0,16 0-13 0,7 1-18 16,0 4-8-16,6 0-29 0,3-2-49 0,-5 2-60 15,-2-1-57-15,-3 0-53 0,-18 0-67 16,-3-1-69-16,-4 0-87 0,-10 2-130 16,3-5-7-16,-10 2-75 0,-8 1-76 15</inkml:trace>
  <inkml:trace contextRef="#ctx0" brushRef="#br0" timeOffset="-112874.45">12008 16372 1678 0,'0'-9'115'0,"0"9"21"0,2-12 3 0,-2 12 0 15,0-8 8-15,0 8-2 0,0 0 8 16,-2-7-2-16,2 7 29 0,0 0 18 15,-27 9 17-15,0 7 3 0,-7 1 7 0,-9 6 0 16,-2-1 6-16,-3 2 10 0,7-4 4 16,-2 3 5-16,14-7 4 0,7-5-21 0,5-3-25 15,4 2-19-15,1-4-12 0,2 2-16 16,3 1-4-16,3 2-9 0,4-2-13 0,2 4-15 16,2 1-8-16,3 1-13 0,4 1-9 15,9 6-5-15,3-2-29 16,7-1-63-16,1 0-71 0,10 3-69 0,9-3-83 0,2-2-83 15,4-1-99-15,-4-2-137 16,0-4-213-16,0 5 15 0,-13-4 86 0,-1-2-478 16,-4 4-607-16</inkml:trace>
  <inkml:trace contextRef="#ctx0" brushRef="#br0" timeOffset="-112356.2">12991 16887 3121 0,'0'0'228'0,"0"-11"15"0,0 11-17 0,0-10-21 16,0 10-15-16,0 0-10 0,0-8-10 16,0 8-12-16,0 0-16 0,0-9-17 0,0 9-12 15,0 0-11-15,9-6-16 0,-9 6-19 16,16-6-26-16,-7 4-20 0,-9 2-5 0,16-6-7 15,-11 4 3-15,-5 2-4 0,13-7 3 16,-7 3 2-16,-6 4-2 0,4-14 1 16,-4 3 4-16,0-1 6 0,-3-5-1 0,-2-3-3 15,-3-11 0-15,-3 0-2 16,3-5 0-16,-3 0 1 0,0-3 4 0,1 1 10 16,0 3 8-16,-1 4 18 0,3 8 15 15,3 5 3-15,-3 5 0 0,4-1-9 0,-1 4-5 16,0 0-7-16,3 3-4 0,-1 0-7 15,1 0 0-15,2 7-7 0,-2-12-1 16,2 12 1-16,7-7 2 0,4 2-12 0,3 2 10 16,8 1-2-16,1-1-1 0,5 1 1 15,-1 2-1-15,1 2 0 0,0 1 4 0,5 4 7 16,-3 3 10-16,-1 2 12 0,-2 4 8 16,-4 0 8-16,-2 5-1 0,-1 1-1 0,-2 2-1 15,0 0-5-15,-7 3-12 0,0-6-4 16,-6 0-7-16,5 0-8 0,-4-1-8 15,-1 1-45-15,-1-1-67 0,3 1-75 16,-4-4-72-16,-1-2-78 0,2 1-92 16,1 0-100-16,-3-5-156 0,2 1-144 0,0-2 72 15,2-3-576-15,0 0-756 0</inkml:trace>
  <inkml:trace contextRef="#ctx0" brushRef="#br0" timeOffset="-111993.14">13620 16552 3891 0,'-7'-7'122'0,"4"2"39"0,3 5 42 0,-6-9 45 0,6 9 46 0,-4-6 4 0,4 6-10 0,0 0-24 15,0 0-26-15,0 0-26 0,-3-6-26 0,3 6-15 16,0 0-19-16,0 0-13 0,0 0-13 16,16 18-47-16,-7-10-59 0,-2-1-58 0,2 1-45 15,1 1-35-15,0-2-31 0,1 3-16 16,-3-3 8-16,-1-1 14 0,-1 0 15 15,0-1 21-15,-3 0 19 0,-3-5 39 16,9 7 11-16,-9-7 12 0,0 0 6 16,0 0 9-16,0 0 7 0,0 0 0 0,0 0 8 0,-12-27 5 15,6 19 6-15,2-1 8 0,-1 0 5 16,1-2 1-16,-2 5 1 0,2-1-8 16,4 7-8-16,-7-10 0 0,-1 8-6 15,8 2 1-15,0 0-11 0,-27 8-38 16,18 0-55-16,-1 1-61 0,1 3-65 0,3-3-74 15,4 3-60-15,0-5-88 0,4 2-141 16,6-3-54-16,-1 3 59 0,5-7-292 0,1 3-355 16</inkml:trace>
  <inkml:trace contextRef="#ctx0" brushRef="#br0" timeOffset="-111676.1">13833 16569 2404 0,'4'-7'115'0,"-2"-1"45"0,0 0 31 0,-2 8 38 15,0-9 39-15,0 9 26 0,0 0 11 16,0-10 0-16,0 10-9 0,0 0-14 0,0 0-44 15,0 0-11-15,0 0-18 0,0 0-21 16,0 0-17-16,0 0-15 0,0 0-10 16,0 0-12-16,14 18-19 0,-5-11-9 0,-2-1-14 15,2 2-15-15,1-4-31 16,2 2-26-16,-1-3-24 0,3 1-30 0,-2-1-20 16,2-2 1-16,1-1 11 0,-1 2 3 0,-14-2 17 15,20-2 19-15,-20 2 22 0,16-4 32 16,-11 0 37-16,-1-3 8 0,0-1 2 0,-2-4 2 15,-2 0-1-15,-2-3-8 16,-2 3-7-16,2 1-7 0,0-1-3 0,-1 3-12 16,-1 1-10-16,-1 0-11 0,-4 5-13 15,9 3-30-15,-16 0-59 0,16 0-64 16,-29 12-69-16,11 0-85 0,-5 6-97 0,10-3-109 16,0-1-134-16,1-2-176 0,11-3 61 15,-1-3-597-15,4 0-787 0</inkml:trace>
  <inkml:trace contextRef="#ctx0" brushRef="#br0" timeOffset="-111492.39">14300 16211 3976 0,'0'-15'89'0,"0"5"26"0,2 1 26 16,-1 3 18-16,-1 6 3 0,0-9-12 0,0 9-8 15,0 0-11-15,0 0-12 0,0 0-12 16,-9 38-12-16,7-21-28 0,-3-1-61 0,1 7-74 15,-1 2-82-15,2-1-88 0,-1 0-86 16,-3 6-121-16,1-4-163 0,2-4-21 16,-2-1 74-16,4-5-276 0,0-1-316 15</inkml:trace>
  <inkml:trace contextRef="#ctx0" brushRef="#br0" timeOffset="-111326.31">14178 16546 2531 0,'-18'0'196'0,"18"0"48"15,-13 0 37-15,13 0 45 0,0 0 39 16,0 0 27-16,-17 0 3 0,17 0-9 15,0 0-19-15,0 0-35 0,0 0-32 16,0 0-34-16,0 0-43 0,0 0-68 0,0 0-109 16,0 0-107-16,37-11-120 0,-28 7-113 15,2 0-102-15,-1 1-131 0,1-2-189 0,-2 1-11 16,-9 4 87-16,13-4-470 0,-13 4-579 16</inkml:trace>
  <inkml:trace contextRef="#ctx0" brushRef="#br0" timeOffset="-107326.08">15708 16194 2688 0,'-28'-6'69'0,"7"2"-45"0,-1-1 1 0,6 2 23 0,0 0 47 0,3-1 20 0,1 1 21 15,1 2 12-15,11 1-13 0,-16-6 6 16,9 2-9-16,7 4-16 0,0 0-1 16,-11-3-11-16,11 3-9 0,0 0-13 0,0 0-7 15,41-14-1-15,8 7-9 0,21-1 1 16,32-3-13-16,13 1-3 0,14 0-9 0,11 0-1 16,8 3-9-16,10 0 4 0,12 2-6 15,-1 0-3-15,5 5-10 0,0 0 4 0,-5 1 3 16,-5 1-6-16,-8 0 1 0,-10 0-6 15,-13-1-3-15,-13 1-3 0,-31-2-7 16,-7-2 2-16,-8 4 0 0,-11-4 6 16,-17 1-2-16,-11 1 4 0,-9-2-5 0,-5 2 0 15,-2 0 22-15,-3-2 15 0,-3 2 11 16,0-2 12-16,-13 2 8 0,17 2 6 16,-17-2 0-16,13-2-2 0,-13 2-9 0,0 0-4 15,20 0-10-15,-20 0-5 0,12 0-3 16,-12 0-5-16,25-3-7 0,-11 3-5 0,5-2-6 15,2 2-16-15,8-1 0 0,12 1-2 16,9 0 1-16,18 1-4 0,5 3 1 16,0-4 0-16,-1 1 0 0,-1 1-1 0,-7 2 0 15,-12-4 1-15,-3 1 1 0,-5 1-3 16,-9-2 1-16,-10 0 9 0,-5 0-7 0,-3 0 2 16,-2 0 2-16,-1 0 5 0,-14 0 2 15,23-2 7-15,-23 2 2 0,19 2-2 16,-19-2 3-16,14-2-2 0,-14 2-1 15,0 0-4-15,14 0 1 0,-14 0-6 0,0 0-2 16,14 0-6-16,-14 0-27 0,0 0-46 16,0 0-80-16,0 0-88 0,0 0-123 15,13 2-169-15,-13-2-200 0,0 0 54 0,0 0 79 16,0 0-358-16,0 0-431 0</inkml:trace>
  <inkml:trace contextRef="#ctx0" brushRef="#br0" timeOffset="-106492.53">22148 16295 2953 0,'-9'3'154'0,"9"-3"-14"0,0 0-14 0,0 0-6 0,0 0-9 0,0 0-4 0,50-15-8 16,6 4 2-16,7 1-12 0,7 2-4 16,8 0-14-16,6 2-9 0,3 1-11 0,-1-3-35 15,2 4-36-15,-8 0-39 0,-6 0-33 16,-3 2-40-16,-8 0-19 0,-16 2-15 0,-4-3-4 15,-11 3 7-15,-8 0 2 0,-3 0 8 16,-7 0-19-16,-1-2-36 0,-4 0-83 16,-9 2-129-16,11-2-236 0,-11 2-151 0</inkml:trace>
  <inkml:trace contextRef="#ctx0" brushRef="#br0" timeOffset="-106160.62">24322 16462 2486 0,'-15'-10'541'0,"6"3"-53"0,4 0-49 0,5 0-39 15,0 7-15-15,19-13-9 16,3 6-5-16,12-3-14 0,4 1-19 0,1 2-35 16,4 2-28-16,-2 0-28 0,1 2-30 15,-1-1-21-15,-11 4-23 0,1-2-48 0,-11 2-55 16,1-1-64-16,-1 1-80 0,-6-2-73 16,0 2-62-16,1-2-72 0,-5 2-65 0,-10 0-78 15,21 2-83-15,-14-2-143 0,-7 0-128 16,0 0 71-16,16 2-541 0,-16-2-710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2:52:01.9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13846 2927 2835 0,'-4'4'206'0,"4"-4"49"0,0 0 0 0,0 0 18 0,0 12 12 0,0-12 6 15,0 0 1-15,6 7 1 0,-6-7-5 0,7 4 0 16,-7-4-2-16,14 2-4 0,-14-2-16 15,21 0-16-15,-21 0-22 0,26-2-23 16,-8 0-22-16,-1 0-17 0,2 0-15 0,0 0-15 16,0-1-16-16,-2-1-12 15,5 0-7-15,0-1-13 0,-1 0-28 0,2-3-60 16,2 1 0-16,6-3 0 0,-8-2 0 16,-5 2 0-16,2 1 0 0,-6-1 0 0,4-2 0 15,-2 1 0-15,-2-1 0 0,-1 0 0 16,1-4 0-16,-3 2 0 0,0-1 0 0,-1 0 0 15,0 0 0-15,-3 1 0 0,1 0 0 16,-2-1 0-16,-1-4 0 0,3 4 0 16,-3-1 0-16,0 1 0 0,1-1 0 0,-3 1 0 15,1-3 0-15,2 1 0 16,-5 0 0-16,3 1 0 0,3-2 0 0,-4 1 0 16,-1-2 0-16,4 2 0 0,-5-1 0 15,3 0 0-15,0-3 0 0,1 0 0 0,-3 0 0 16,5-1 0-16,-5 3 0 0,1 1 0 15,-1 2 0-15,0-2 0 0,2 2 0 0,-3 0 0 16,1 3 0-16,0-1 0 0,2 2 0 16,-2 0 0-16,-2 0 0 0,3 0 0 15,-3 0 0-15,0-1 0 0,1 1 0 0,-1-2 0 16,0 2 0-16,0-2 0 0,0 0 0 16,-1-1 0-16,-2 1 0 0,3 3 0 0,-2-4 0 15,0 3 0-15,0-2 0 0,-2 2 0 16,3-3 0-16,-3 3 0 0,0 0 0 0,1 1 0 15,-6-3 0-15,6 1 0 16,-5 3 0-16,4 2 0 0,-7-3 0 0,3 3 0 16,-1-2 0-16,-9 1 0 0,7 1 0 15,-4 0 0-15,3 4 0 0,-2-1 0 0,-6-1 0 16,4 0 0-16,-6 2 0 0,-3-2 0 16,6 2 0-16,-1 1 0 0,-2 1 0 0,3 0 0 15,2 0 0-15,2 2 0 0,-2 0 0 16,-1 2 0-16,0 0 0 0,0 0 0 15,-1 1 0-15,2 1 0 0,4 0 0 0,-2 2 0 16,-1-2 0-16,1 4 0 16,-2 0 0-16,0 1 0 0,3-1 0 0,1 2 0 15,-2-1 0-15,4-1 0 0,-7 5 0 16,5-5 0-16,0 4 0 0,-1 2 0 0,3-3 0 16,-1 2 0-16,-3 1 0 0,3-1 0 15,3-1 0-15,-2-2 0 0,4 5 0 0,-2-3 0 16,2 2 0-16,0-3 0 0,-4 1 0 15,6-1 0-15,-3 1 0 0,5 0 0 0,-3 1 0 16,3-3 0-16,-6 2 0 0,6-1 0 16,-1 1 0-16,0-2 0 0,2 0 0 15,-1 0 0-15,-1 1 0 0,-1-1 0 0,3 2 0 16,-1 2 0-16,-1-4 0 16,2 2 0-16,-3 1 0 0,1 4 0 0,2-3 0 0,0 3 0 15,-1-1 0-15,-4 1 0 16,3 1 0-16,1-3 0 0,-3 1 0 0,2 4 0 15,-1-5 0-15,-2 6 0 0,4-4 0 16,-3 2 0-16,1 1 0 0,-1-1 0 0,2-1 0 16,-2-1 0-16,4-1 0 0,-2 1 0 15,1 0 0-15,-1 1 0 0,2 1 0 0,0-1 0 16,1 3 0-16,2 2 0 0,-1-4 0 16,2 1 0-16,4 4 0 0,-1-2 0 15,9 7 0-15,-1-1 0 0,5-5 0 16,0 2 0-16,3-5 0 0,2 0 0 15,-6-6 0-15,2-2 0 0,-6 0 0 0,1-4 0 16,-3-1 0-16,0 0 0 0,-2 0 0 16,-4-2 0-16,3 1 0 0,-3-4 0 0,4 3 0 15,-9-5 0-15,11 5 0 0,-11-5 0 16,5 6 0-16,-5-6 0 0,12 3 0 0,-12-3 0 16,0 0 0-16,9 4 0 0,-9-4 0 15,0 0 0-15,11 0 0 0,-11 0 0 0,0 0 0 16,0 0 0-16,5-9 0 0,-5 9-615 15,2-7-396-15,-2 7 119 0,0-14-1037 16,0 6-1351-16</inkml:trace>
  <inkml:trace contextRef="#ctx0" brushRef="#br0" timeOffset="2183.05">18559 2977 4940 0,'-21'6'-227'0,"0"-2"59"0,4-2 55 0,-2 3 65 0,1-2 61 16,0-1 49-16,0 1 45 0,-3 1 22 16,5-3 20-16,2 1 8 0,-1 1 10 0,1-1 16 15,3 0 0-15,11-2 14 0,-18 3-1 16,18-3 0-16,-12 2-17 0,12-2-13 16,-10 2-7-16,10-2 3 0,0 0 17 15,0 0 22-15,0 0 6 0,34 5 0 16,-5-3-12-16,20-2-17 0,20-4-7 0,2 1-107 15,7-1-64-15,5-1 0 0,9 0 0 16,17-2 0-16,-21 2 0 0,-4-3 0 0,-9 4 0 16,-3-4 0-16,-4 6 0 0,-9-3 0 15,-16 1 0-15,-1 1 0 0,0-2 0 0,-6-1 0 16,0 0 0-16,0 1 0 0,0-2 0 16,0 0 0-16,-2-1 0 0,4 2 0 0,-2-1 0 15,1 1 0-15,1-4 0 0,-2 5 0 16,-2-2 0-16,-6 2 0 0,-3 3 0 15,2 0 0-15,-2-4 0 0,3 2 0 16,-1 4 0-16,-1-4 0 0,12 0 0 0,3 0 0 16,0 1 0-16,-1 1 0 0,5 2 0 15,-6-4 0-15,2 4 0 0,-1-4 0 16,-8 2 0-16,-5 0 0 0,-2 2 0 0,-5-3 0 16,-1 1 0-16,-4 1 0 0,1-1 0 15,-3 0 0-15,1 0 0 0,-14 2 0 0,16-3 0 16,-4 3 0-16,-12 0 0 0,19-2 0 15,-11 1 0-15,-8 1 0 0,20 0 0 0,-7-4 0 16,-13 4 0-16,16-1 0 16,-4-1 0-16,-3 0 0 0,-9 2 0 0,25-3 0 15,-14 1 0-15,1 0 0 0,1-1 0 16,0 1 0-16,1-1 0 0,3-1 0 0,-1 2 0 16,1-1 0-16,2-2 0 0,-4 0 0 15,4 0 0-15,-4 1 0 0,2 1 0 0,-3-1 0 16,-1 1 0-16,1 0 0 0,-3-1 0 15,3 1 0-15,-3 1 0 0,2-1 0 0,-1 1 0 16,-1 0 0-16,0-1 0 0,1 1 0 16,-1-3 0-16,-4 5 0 0,5-3 0 15,-12 3 0-15,15-4 0 0,-7 4 0 0,-8 0 0 16,13-4 0-16,-13 4 0 16,11-4 0-16,-11 4 0 0,9 0 0 0,-9 0 0 0,7-2 0 15,-7 2 0-15,0 0 0 16,0 0 0-16,11-2 0 0,-11 2 0 0,0 0 0 15,0 0 0-15,0 0 0 0,0 0 0 16,12-1 0-16,-12 1 0 0,0 0 0 0,0 0 0 16,0 0 0-16,0 0 0 0,8-4 0 15,-8 4 0-15,0 0 0 0,0 0 0 0,0 0 0 16,0 0 0-16,0 0 0 0,0 0 0 16,0 0 0-16,0 0 0 0,0 0 0 0,0 0 0 15,0 0 0-15,0 0 0 16,-52 7 0-16,33-5 0 0,-4 2 0 0,-2 0 0 15,0 0 0-15,-11 2 0 0,-1 0 0 16,-2 1 0-16,-1-1 0 0,-2-2 0 0,2 1 0 16,-4 0 0-16,-1 0 0 0,1-1 0 15,-1-1 0-15,-4 2 0 0,1-2 0 16,3 2 0-16,-1-1 0 0,3-1 0 0,3 1 0 16,-1-1 0-16,5 6 0 0,6-6 0 15,5-1 0-15,3 1 0 0,0 1 0 0,5-1 0 16,0 1 0-16,1-3 0 0,3 1 0 15,0-2 0-15,-2 3 0 0,-1-3 0 0,3 2 0 16,-3 2 0-16,-2-2 0 16,0 2 0-16,2-2 0 0,-4 0 0 0,3-1 0 15,-2 3 0-15,0-2 0 0,2 4 0 16,-4-3 0-16,4 0 0 0,-7 1 0 0,2-2 0 16,3 0 0-16,0 1 0 0,2 3 0 15,-3-3 0-15,6 0 0 0,-2-1 0 0,-1 2 0 16,3 0 0-16,2 0 0 0,0 0 0 15,-1-2 0-15,2 1 0 0,-3 0 0 16,3 0 0-16,0-1 0 0,-2 2 0 0,1-2 0 16,-1 2 0-16,-1 1 0 0,-4-2 0 15,3 3 0-15,-2-5 0 0,0 1 0 0,2 4 0 16,-2-2 0-16,-1-1 0 16,5 1 0-16,-2-1 0 0,0 1 0 0,1-2 0 0,1 1 0 15,-1-1 0-15,1-2 0 16,13 0 0-16,-23 4 0 0,12-2 0 0,-3 0 0 15,1 2 0-15,-1-1 0 0,3-1 0 16,-1-1 0-16,-2 1 0 0,1 2 0 0,-3-3 0 16,1 1 0-16,1 0 0 0,1 1 0 15,1 0 0-15,-1-3 0 0,1 4 0 0,0-2 0 16,0-1 0-16,0 3 0 0,-1-3 0 16,13-1 0-16,-23 4 0 0,12-2 0 15,0-1 0-15,-3 1 0 0,1 2 0 0,1-3 0 16,-2 1 0-16,-4 0 0 0,1 1 0 15,4 0 0-15,-2-1 0 0,-3 0 0 16,2-1 0-16,-2 3 0 0,2-2 0 16,3-1 0-16,1 1 0 0,-2-2 0 0,1 2 0 15,1 0 0-15,12-2 0 0,-21 1 0 16,8 1 0-16,1 0 0 0,12-2 0 0,-25 3 0 16,14-1 0-16,-2 0 0 0,0-1 0 15,1-1 0-15,-1 2 0 0,13-2 0 0,-20 3 0 16,11-3 0-16,9 0 0 0,-18 3 0 15,18-3 0-15,-12 2 0 0,12-2 0 0,-13 2 0 16,13-2 0-16,-11 2 0 0,11-2 0 16,-11 3 0-16,11-3 0 0,-14 2 0 0,14-2 0 15,-12 3 0-15,12-3 0 0,-18 4 0 16,18-4 0-16,-15 4 0 0,15-4 0 16,-11 4 0-16,11-4 0 0,0 0 0 15,-14 3 0-15,14-3 0 0,0 0 0 0,-11 1 0 16,11-1 0-16,0 0 0 0,0 0 0 15,0 0 0-15,0 0 0 0,-10 1 0 0,10-1 0 16,0 0 0-16,0 0 0 16,0 0 0-16,0 0 0 0,0 0 0 0,0 0 0 15,0 0 0-15,18 9 0 0,-5-6 0 0,8 1-535 16,4-2-466-16,-6 1-1262 0,0 0-1665 16</inkml:trace>
  <inkml:trace contextRef="#ctx0" brushRef="#br0" timeOffset="3117.73">29105 1430 3236 0,'-7'-16'251'0,"-1"1"-5"0,0 1-62 0,1 5-3 16,-1 3 3-16,-4-1-5 0,1 3-7 16,-4 4 9-16,-10 4 14 0,-11 6-1 0,0 5 6 15,-6 6 22-15,1 8-4 0,7 2-6 16,4 4-15-16,3-1 1 0,12-2-4 0,6 1-3 16,2-1 2-16,7-3 7 0,12 6 5 15,5-4-8-15,12 2-9 0,5-2-17 16,7-2-11-16,7-5-118 0,2-7-42 0,0-2 0 15,-4-6 0-15,-2-4 0 0,-3-3 0 16,-1-4 0-16,-7 0 0 0,1-6 0 0,-1-6 0 16,-7-2 0-16,-3-4 0 15,-4-4 0-15,-6-8 0 0,-3-1 0 0,-4-6 0 16,-4-5 0-16,-6 1 0 0,0-1 0 16,-6 5 0-16,1 4 0 0,-2 2 0 15,-8 12 0-15,-8 3 0 0,-7 7 0 0,-11 8 0 16,-2 8-56-16,-10 6-535 0,0 7-112 15,-3-2-183-15,7 9 18 0,2 2 84 0,1 2-680 16,5 2-911-16</inkml:trace>
  <inkml:trace contextRef="#ctx0" brushRef="#br0" timeOffset="3482.91">28958 1949 4386 0,'4'-12'115'16,"0"1"50"-16,-4 2 52 0,0 2 53 0,0 7 7 15,-4-11-23-15,4 11-13 0,-21 0 2 16,2 6-1-16,-17 9-5 0,-14 7 0 0,-1 12 3 16,-7-1-7-16,-12 18-11 0,4 5-14 15,3 0-11-15,0 4-18 0,2 0-151 16,4-1-28-16,1-1 0 0,5 0 0 15,7-15 0-15,5 0 0 0,2-6 0 16,2 0 0-16,3-4 0 0,7-10 0 0,3-2 0 16,4-4 0-16,5-5 0 0,1-4 0 15,1 1 0-15,4-2 0 0,-1-2 0 0,2 0 0 16,6-5 0-16,-7 2 0 0,7-2 0 16,0 0 0-16,0 0 0 0,0-17 0 0,3 8-188 15,5-1-433-15,2-2-82 0,-3 0-114 16,3 2-36-16,-5 0 82 0,2 1-670 15,-6 1-892-15</inkml:trace>
  <inkml:trace contextRef="#ctx0" brushRef="#br0" timeOffset="3832.68">27872 2565 3966 0,'-20'-6'-18'0,"8"6"42"0,-1 0 58 0,-7 2 55 15,3 4 55-15,-4 3 32 0,-7 5 16 16,-1 7-4-16,-5 7 16 0,3 5-14 0,7 1 24 15,6-2 14-15,1 2-12 0,5 4-16 16,7-1-21-16,3 4-19 0,6-4-17 16,6-2-18-16,5 0-16 0,8 3-13 0,5-4-15 15,8-3-12-15,4-9-10 0,6 0-10 16,3-11-79-16,-6-8-18 0,-2-4 0 0,2-7 0 16,-5-1 0-16,-2-4 0 0,-2-3 0 15,0-12 0-15,-3-1 0 0,-7-7 0 0,0-3 0 16,-10-7 0-16,-2-7 0 15,-4-1 0-15,-5-3 0 0,-3 9 0 0,-1 4 0 16,-5 4 0-16,-3 3 0 0,-5 4 0 16,-3 6 0-16,-4 1 0 0,-4 5 0 0,-5 6 0 15,-3 3 0-15,7 7 0 0,2 3 0 16,4 2-324-16,3 2-206 0,4 1-91 0,2 1-160 16,6-3-80-16,5-1 86 0,0 0-687 15,0 0-911-15</inkml:trace>
  <inkml:trace contextRef="#ctx0" brushRef="#br0" timeOffset="4132.38">29109 1895 4446 0,'-6'-11'189'0,"5"4"54"0,-1-1 47 16,2 8 21-16,-5-9-11 0,5 9-26 15,0 0-31-15,0 0 36 0,0 0 17 0,33 26-24 16,0 3-20-16,6 9 1 0,11 3-19 16,15 16-22-16,2 1-115 0,-3 0-97 15,-1-3 0-15,-17-12 0 0,13 11 0 0,-17-10 0 16,-4-3 0-16,-4-4 0 0,-5-2 0 16,-6-8 0-16,-6 0 0 0,-2-4 0 15,-4-5 0-15,-3-4 0 0,2-1 0 0,-7-6 0 16,3 2 0-16,-2-2 0 0,0 1 0 15,0-2-468-15,-2-1-176 0,-2-5-186 16,0 0-61-16,0 0 86 0,0 0-744 0,0 0-991 16</inkml:trace>
  <inkml:trace contextRef="#ctx0" brushRef="#br0" timeOffset="4516.14">29783 2503 4603 0,'-11'-12'93'0,"4"5"25"16,-1 2 29-16,-2 2 38 0,10 3 45 0,-21 1 20 15,3 6 24-15,-9 10 3 0,0 2-9 16,-5 10-3-16,-1 6-4 0,5 0-15 0,5 6-22 16,8-7-20-16,1 2-19 0,7-2-16 15,5-3-16-15,4-6-114 0,5 10-39 0,2-5 0 16,7 2 0-16,3-6 0 15,5-5 0-15,3-2 0 0,5-7 0 0,3 0 0 16,2-7 0-16,-3-3 0 0,6-2 0 16,-3-2 0-16,2-6 0 0,-5-4 0 15,2-3 0-15,-3-3 0 0,1-11 0 0,0-3 0 16,-3-7 0-16,-5-7 0 0,-1-3 0 16,-5-3 0-16,-7 0 0 0,-4 13 0 0,-9 3 0 15,-6 2 0-15,-7 3 0 0,-6 7 0 16,-11 2 0-16,-17 0 0 0,-9 3 0 0,-5 9 0 15,0 1 0-15,2 4-513 0,9 2-232 16,3 3-183-16,4 0 60 0,13 3 88 16,7-3-702-16,8 1-929 0</inkml:trace>
  <inkml:trace contextRef="#ctx0" brushRef="#br0" timeOffset="4998.85">31510 1956 4262 0,'-19'5'-35'0,"-2"4"68"0,2-1 60 0,2 4 48 0,-4 5 40 0,2 5 30 0,2 0 22 0,5-2 18 15,6 1 1-15,5-1-1 0,2-1-3 0,5 3-9 16,6 4-12-16,5 0-12 0,2-5-16 15,6-3-19-15,4-3-18 0,1-1-14 16,3-5-14-16,-3-3-9 0,-3-4-16 16,-3-2-5-16,-1 0 21 0,0-5-22 15,0-2-103-15,-3-1 0 0,5-9 0 0,-5 1 0 16,-4-4 0-16,0-4 0 0,-9 1 0 16,1 1 0-16,-4-2 0 0,-3 0 0 0,-4 1 0 15,-10-6 0-15,-3 6 0 0,-8 5 0 16,-13 7 0-16,-6 3 0 0,-22 8-86 0,-1 6-511 15,-8 5-185-15,2 7-146 0,-1 1 81 16,7 6-837-16,7 2-1119 0</inkml:trace>
  <inkml:trace contextRef="#ctx0" brushRef="#br0" timeOffset="5282.03">31406 2331 5039 0,'2'-6'143'0,"-2"6"19"0,1-8 6 0,-1 8 17 16,0 0 55-16,0 0 49 0,-30 31 13 15,3-6-6-15,-5 8-17 0,-4 9-16 0,-3 5-17 16,3 0-16-16,2 3-2 0,-2 0-107 16,3 0-121-16,3-2 0 0,-1-2 0 0,5-2 0 15,2-7 0-15,5-8 0 16,2-4 0-16,0 0 0 0,4-5 0 0,4-9 0 15,-1 1 0-15,2 0 0 0,3-4 0 16,-1-3 0-16,1-1 0 0,5-4 0 0,0 0-58 16,-7 0-676-16,7 0-191 0,0 0 31 15,0 0 84-15,-5-12-812 0,5 12-1062 16</inkml:trace>
  <inkml:trace contextRef="#ctx0" brushRef="#br0" timeOffset="5650.07">30809 2919 4839 0,'-20'-2'134'0,"2"2"45"16,-1 0 54-16,-1 6 43 15,0 2 48-15,-11 7 22 0,5 3 2 0,-3 3-14 16,2 3-19-16,0 10-17 0,1 7-21 16,2-1-17-16,10-5-232 0,1-2-28 0,1 2 0 15,4-2 0-15,3-5 0 0,3-3 0 16,4-1 0-16,2-4 0 0,3 1 0 0,5-4 0 15,6 1 0-15,6-6 0 0,-1-3 0 16,13-4 0-16,3-2 0 0,4-3 0 0,2-6 0 16,-2 0 0-16,13-8 0 15,-6-4 0-15,-5-8 0 0,-1-3 0 0,-4-7 0 0,-4-3 0 16,-5-2 0-16,-5-2 0 16,-1-3 0-16,-5 3 0 0,-11 8 0 0,-3 3 0 15,-6 6 0-15,-6 5 0 0,-12-1 0 16,-5 4 0-16,-12 0 0 0,-2 5 0 0,-2 3 0 15,-8 0 0-15,2 5 0 0,-1 4-11 16,3-1-730-16,8 2-226 0,10 2 56 16,4-1 98-16,6-1-802 0,4 3-1054 0</inkml:trace>
  <inkml:trace contextRef="#ctx0" brushRef="#br0" timeOffset="6282.79">32476 2685 4646 0,'0'0'-56'0,"-15"-2"46"0,15 2 61 0,-19 9 73 0,4 3 65 0,-10 7 48 0,-4 3 32 15,-3 7 17-15,-1 4 2 0,5 2-10 16,4-2-17-16,6 0-6 0,5-4 0 0,3-2-11 15,4-2 12-15,6-2-13 0,0-5-16 16,6 2-79-16,4-1-148 0,5 3 0 0,4 0 0 16,0-8 0-16,8 1 0 0,-2-8 0 15,-1-3 0-15,-2-2 0 0,0-4 0 16,3-4 0-16,7-2 0 0,-1-6 0 0,-5-2 0 16,-1-6 0-16,-1-3 0 15,-4-4 0-15,3-10 0 0,-6-3 0 0,-5 7 0 16,-5 3 0-16,-5 6 0 0,-6 6 0 15,-7 1 0-15,-12 0 0 0,-11 4 0 0,-8 6 0 16,-19 3 0-16,-3 7-289 0,-4 4-682 16,2 7 20-16,6 4 102 0,5 1-896 0,8 5-1177 15</inkml:trace>
  <inkml:trace contextRef="#ctx0" brushRef="#br0" timeOffset="11050.96">8996 4525 4470 0,'-13'0'-231'0,"-3"1"60"0,5 1 50 0,11-2 48 0,-23 0 50 16,23 0 44-16,-22 0 38 0,10 0 22 16,12 0 16-16,-19 0 15 0,19 0 9 0,-21 0 7 15,21 0 2-15,-16 0 0 0,16 0-3 16,-12 0-2-16,12 0-6 0,0 0-6 0,-18 0-3 15,18 0-16-15,0 0-7 16,0 0 1-16,-6 6 17 0,6-6 12 0,0 0 9 16,25 9 12-16,-5-5 7 0,8-1-5 0,12 4-3 15,4-1-15-15,5-2-7 0,12 0-11 16,2-1-6-16,0-1-10 0,5 0 12 16,4-2-3-16,0 0-2 0,6-2-6 15,3-2-20-15,4 2-10 0,0-3-2 0,3-1-7 16,0 2-2-16,20-2 3 0,-20 2-5 15,-2 0-1-15,-2-2 3 0,-5 1-5 0,0 0-5 16,-5 1-1-16,-5 3-3 0,-6-3-1 16,-11 4-2-16,0-2-6 0,-6 2-1 0,0 0-3 15,-4 2-2-15,-8-2-15 16,4 2-4-16,-2-2 0 0,-5 0 0 0,11 2 0 16,0-2 0-16,1 0 0 0,3-2 0 15,3 2 0-15,11-4 0 0,-9 2 0 0,12-3 0 16,0 2 0-16,2-4 0 0,-4 2 0 15,1-2 0-15,2 0 0 0,-1 2 0 16,-2 0 0-16,0 0 0 0,-10 0 0 0,-1 1 0 16,-2 1 0-16,-3 0 0 0,1-3 0 15,-2 5 0-15,-1-3 0 0,3 1 0 0,-1 1 0 16,2-1 0-16,1-2 0 0,-3 3 0 16,3-3 0-16,3 1 0 0,6-1 0 0,4 0 0 15,-4-2 0-15,-7 4 0 16,9-4 0-16,0 2 0 0,-1-2 0 0,-11 1 0 0,-1 2 0 15,-3-1 0-15,-1 1 0 0,-1-1 0 16,-3 0 0-16,-2 2 0 0,-8-3 0 16,-1 4 0-16,-2-2 0 0,0 2 0 15,-5 2 0-15,5-3 0 0,2 1 0 16,0-2 0-16,12 1 0 0,2 0 0 0,4-3 0 16,15-1 0-16,-11 3 0 0,11 0 0 15,-1-2 0-15,2 2 0 0,-11 2 0 0,2 0 0 16,0 0 0-16,-5 0 0 0,-1 0 0 15,-10 2 0-15,-5 0 0 0,-3-1 0 16,3 1 0-16,-2 0 0 0,-5 0 0 16,5-1 0-16,-1 1 0 0,12-3 0 0,-2 2 0 15,6-2 0-15,0-1 0 0,1 0 0 0,3 2 0 16,2-2 0-16,-1 2 0 0,-1-2 0 16,-2 2 0-16,-2-1 0 0,-3 1 0 15,-3-1 0-15,-3 3 0 0,-7 0 0 16,1-2 0-16,-2 2 0 0,-1 0 0 0,-3-2 0 15,4 2 0-15,0-1 0 0,4-1 0 16,5-3 0-16,-4 5 0 0,6-5 0 0,-8 3 0 16,11-1 0-16,-9 3 0 0,6-5 0 15,-6 3 0-15,-3 0 0 0,0 0 0 0,-1 1 0 16,-3-1 0-16,1 0 0 0,-1 2 0 16,-2 0 0-16,0 0 0 0,0-3 0 0,1 2 0 15,3 1 0-15,0-2 0 16,0 0 0-16,13-2 0 0,0 3 0 0,2-1 0 15,-1 0 0-15,4 1 0 0,-2-3 0 16,1 4 0-16,2-2 0 0,-4 1 0 0,0-1 0 16,-10 2 0-16,-1 0 0 0,-3-2 0 15,-1 2 0-15,0-2 0 0,-7 2 0 16,3 0 0-16,0 0 0 0,-1 0 0 0,-2 0 0 16,3-1 0-16,4 1 0 0,0 0 0 15,1 0 0-15,3-1 0 0,-1 1 0 0,10 0 0 16,-6-2 0-16,7 2 0 0,-9-2 0 15,-1 0 0-15,-6 2 0 0,0-2 0 16,0 1 0-16,-2-1 0 0,-1 0 0 16,-4 2 0-16,3 0 0 0,3 0 0 0,-2 2 0 15,3 0 0-15,1-1 0 0,12 1 0 16,3 2 0-16,-11-1 0 0,8 0 0 0,-2 1 0 16,-5-3 0-16,-8 1 0 0,-4-2 0 15,0 2 0-15,-5-2 0 0,-3 2 0 0,0-1 0 16,-11-1 0-16,17 2 0 0,-17-2 0 15,15 0 0-15,-15 0 0 0,0 0 0 16,18 0 0-16,-18 0 0 0,0 0 0 16,9 2 0-16,-9-2 0 0,0 0 0 15,0 0-27-15,0 0-309 0,0 0-217 0,0 0-341 16,-53-11 8-16,14 3 107 0,-8-7-825 16,-4-4-1044-16</inkml:trace>
  <inkml:trace contextRef="#ctx0" brushRef="#br0" timeOffset="13880.76">19299 3317 2053 0,'0'0'378'0,"13"-4"-58"0,-13 4-47 0,1-7 7 0,-1 7-9 0,0 0-14 0,0 0-15 16,-1-11-19-16,1 11-11 0,0 0-10 15,0 0-14-15,-8-7-8 0,8 7-14 0,0 0-3 16,-14-5-12-16,14 5 2 0,-11-5-7 16,11 5-7-16,-13-3 12 0,13 3-13 15,-15-5 1-15,4 3 3 0,-3-2 3 0,1 0-1 16,-1 3-11-16,-5 0-3 0,-2-3-6 15,-6 0-8-15,2 2-8 0,-12-4-5 16,-1 3-7-16,-2-1-4 0,-1 0-20 0,2 3-5 16,-1 0-3-16,-1-1 2 0,7 0 5 15,5 2-4-15,1 0-41 0,-3-2-26 16,4 2 0-16,5 0 0 0,-1 2 0 0,2-4 0 16,1 4 0-16,-2 0 0 0,1-2 0 15,-4 3 0-15,7-3 0 0,-4 1 0 0,-1 3 0 16,3-2 0-16,-1 2 0 0,-4-1 0 15,5-1 0-15,-2 2 0 0,1 0 0 16,2-2 0-16,-5 1 0 0,2 1 0 0,-1-3 0 16,0 5 0-16,7-4 0 0,-8 1 0 15,3 0 0-15,5 1 0 0,-4-1 0 0,4-1 0 16,-4 0 0-16,3 3 0 16,0-2 0-16,-1 2 0 0,2-1 0 0,-4 2 0 15,6-2 0-15,-2-1 0 0,-1 2 0 16,2 1 0-16,2-1 0 0,-3 1 0 0,1-2 0 15,1 1 0-15,1 2 0 0,3-2 0 16,-1 0 0-16,0 2 0 0,-3 0 0 0,3 0 0 16,-1 1 0-16,-1 1 0 0,2 2 0 15,-3 0 0-15,5 0 0 0,-2 1 0 16,-1-3 0-16,1 5 0 0,1-2 0 0,-2 1 0 16,5 1 0-16,0-1 0 0,-2 1 0 15,4 0 0-15,-1 1 0 0,3 1 0 0,-3-1 0 16,1 0 0-16,4 1 0 0,-3 1 0 15,2 2 0-15,2-1 0 0,0-1 0 0,-2 3 0 16,2-2 0-16,2 2 0 16,0-2 0-16,2 3 0 0,-3-2 0 0,2-2 0 15,1 4 0-15,1-5 0 0,-1 5 0 16,4-1 0-16,-3-2 0 0,5 1 0 0,-1-1 0 16,4-1 0-16,-1-2 0 0,10 5 0 15,0-1 0-15,-1 2 0 0,2-5 0 0,6-2 0 16,-2 0 0-16,3-3 0 0,2 0 0 15,1-1 0-15,-1 1 0 0,0-1 0 16,1 0 0-16,-5-3 0 0,-4-2 0 16,6 6 0-16,-1-5 0 0,-7-2 0 0,1 1 0 15,0-2 0-15,0 3 0 0,6-5 0 16,-3 1 0-16,12 0 0 0,6 1 0 16,2-3 0-16,17-1 0 0,0-1 0 0,3 4 0 15,3-2 0-15,-1 1 0 0,1 2 0 16,1-2 0-16,1 2 0 0,-6 0 0 0,-2 1 0 15,-12 2 0-15,-3-4 0 0,-3 2 0 16,1-1 0-16,0 2 0 0,-4-3 0 0,3 2 0 16,-4-2 0-16,2-2 0 0,4 0 0 15,-2 0 0-15,1 0 0 0,1-2 0 0,3 0 0 16,-1 0 0-16,3 0 0 16,0 2 0-16,-2 0 0 0,4 0 0 0,-2 0 0 15,-1 0 0-15,-2 0 0 0,1 2 0 16,-1 0 0-16,3-4 0 0,0 2 0 0,-2-2 0 0,0 2 0 15,13 0 0-15,2-2 0 16,1-1 0-16,-4 0 0 0,1-1 0 0,2 2 0 16,-1-3 0-16,-1 0 0 0,4 0 0 15,-3-1 0-15,4 0 0 0,-3 3 0 0,-6-2 0 16,-8 1 0-16,-3 2 0 16,0 1 0-16,-5-3 0 0,-1 4 0 0,-2-3 0 0,-7 2 0 15,-5 1 0-15,3-2 0 0,7-2 0 16,-1 1 0-16,3 1 0 0,3-3 0 0,-2 0 0 15,4-2 0-15,-4 0 0 0,5-1 0 16,11 1 0-16,-4-2 0 0,3 1 0 16,-8 1 0-16,-3 0 0 0,-1 2 0 15,0-4 0-15,-3 4 0 0,0 2 0 0,-5-2 0 16,0-1 0-16,0 3 0 0,-5-3 0 16,5 0 0-16,1 1 0 0,-1-2 0 0,-2-1 0 15,2 0 0-15,-2-1 0 0,-2 0 0 16,5-2 0-16,-4-1 0 0,-1 3 0 0,-2-5 0 15,-5 4 0-15,-4 3 0 0,0-4 0 16,-2 2 0-16,2 0 0 0,-4-2 0 0,6 2 0 16,-4-2 0-16,9 0 0 15,-4-1 0-15,-3 2 0 0,-3 1 0 0,11-5 0 0,-6 4 0 16,-5 0 0-16,4 1 0 16,-3-1 0-16,2 0 0 0,0-1 0 0,-4 1 0 15,2-2 0-15,-2-1 0 0,1 1 0 16,-2 1 0-16,-2-5 0 0,7-3 0 0,-2-1 0 15,0-1 0-15,-6 4 0 0,0 3 0 16,1-3 0-16,-3 0 0 0,3 2 0 0,-3 0 0 16,0-2 0-16,0 3 0 0,-2 2 0 15,-6-2 0-15,5 2 0 0,-5-2 0 16,2 2 0-16,-3-3 0 0,-2 1 0 16,-4-3 0-16,0-3 0 0,-4 0 0 0,1 0 0 15,-11-6 0-15,2-1 0 0,-7 1 0 16,-1 2 0-16,-4 1 0 0,-1 2 0 0,-1 5 0 15,-3 1 0-15,-3-1 0 0,2 2 0 16,-2 2 0-16,-2 1 0 0,-1 0 0 0,-2 1 0 16,-1 2 0-16,0-1 0 0,-2 0 0 15,2 0 0-15,0 1 0 0,1-1 0 0,-2 3 0 16,4-3 0-16,-1 2 0 0,-1 0 0 16,1 2 0-16,3 0 0 0,-6-2 0 0,2 4 0 15,-6-2 0-15,4 3 0 16,-5-2 0-16,1 1 0 0,-3 0 0 0,-4 3 0 15,-7-2 0-15,10 0 0 0,-9 1 0 16,8-1 0-16,2 2 0 0,3-2 0 0,2 2 0 16,-2 0 0-16,5 0 0 0,-2 0 0 15,-2 0 0-15,6 0 0 0,6 0 0 0,-5 2 0 16,0 0 0-16,1 1 0 0,6-1 0 16,3-2 0-16,0 3 0 0,2-2 0 0,-3 3 0 15,-6-1 0-15,5-2 0 0,7 4 0 16,0-4 0-16,2 3 0 0,3-2 0 0,0 1 0 15,0-1 0-15,0 1 0 0,-2 0 0 16,-2 1 0-16,0-1 0 0,5 1 0 0,-7-1 0 16,2 1 0-16,-2-1 0 15,0 1 0-15,1 1 0 0,-3-2 0 0,2 0 0 16,-2 1 0-16,2-1 0 0,0 2 0 16,5-1 0-16,-1-1 0 0,-1 1 0 0,2-1 0 15,-1 2 0-15,0-2 0 0,-1 2 0 16,0-3 0-16,-1 2 0 0,-2-1 0 0,-2 1 0 15,2-1 0-15,-13 1 0 0,2 2 0 16,-3-2 0-16,2 1 0 0,1 0 0 0,5-2 0 16,6 1 0-16,1 0 0 0,-2 0 0 15,-1-2 0-15,0 1 0 0,2 1 0 0,2 0 0 16,-1 0 0-16,-3-1 0 16,0 0 0-16,1-1 0 0,-12 2 0 0,-1-2 0 15,-3 2 0-15,-1-1 0 0,-3 1 0 0,0 0 0 16,-4-4 0-16,2 4 0 0,3 0 0 15,-3 0 0-15,3 1 0 0,0-2 0 16,2 1 0-16,3-2 0 0,0 1 0 0,7-3 0 16,7 2 0-16,2 2 0 0,2-2 0 15,3-2 0-15,4 2 0 0,-1 0 0 0,4-2 0 16,-2 1 0-16,3-1 0 0,1 1 0 16,-4 2 0-16,14-3 0 0,-18 1 0 0,8-1 0 15,10 0 0-15,-19 0 0 0,11 2 0 16,8-2 0-16,-13 4 0 0,13-4 0 15,-7 3 0-15,7-3-738 0,-2 4-261 0,2-4 99 16,0 0-989-16,0 0-1312 0</inkml:trace>
  <inkml:trace contextRef="#ctx0" brushRef="#br0" timeOffset="14731.98">27642 3202 1722 0,'4'-6'299'0,"-3"1"-56"0,-1 5-45 0,0 0-38 0,0 0-10 16,6-11-12-16,-6 11-24 0,0 0-13 0,0 0 8 16,0 0 10-16,0 0 4 0,0 0-4 15,-32 20-9-15,21-12-8 0,-3-2-10 0,1 3-8 16,-1-1-12-16,-3 3-40 0,2-3-52 16,-2 2-77-16,-2 2-84 0,3-7-108 15,3-2-147-15,0 2-115 0,-3-1 42 16,11-1-173-16,5-3-176 0</inkml:trace>
  <inkml:trace contextRef="#ctx0" brushRef="#br0" timeOffset="15230.08">29950 3095 2110 0,'0'0'130'0,"0"0"17"0,-9-11 0 0,9 11 4 0,-11-5 22 0,11 5 8 0,-19-5 2 15,8 5 3-15,11 0-24 0,-29 2-23 0,14-2-11 16,2 3-11-16,0-1-16 16,-1 1-9-16,-1 1-35 0,-3 1-59 0,2 0-64 15,0 0-83-15,-3 5-110 0,2-6-159 16,-4 4-152-16,2 1 34 0,0-1-214 15,-1 1-240-15</inkml:trace>
  <inkml:trace contextRef="#ctx0" brushRef="#br0" timeOffset="15563.81">30717 3502 2123 0,'0'0'35'15,"15"-2"4"-15,-8 7 1 0,-7-5 18 0,11 7 6 16,-4-2 3-16,0 1 1 0,7 2-5 16,-3 2-8-16,3-3 1 0,-3 1-8 15,5 0-11-15,-3 1-33 0,0 0-43 16,-1-3-55-16,-5-1-100 0,4 1-186 0,1-3-87 16,0 1-72-16,1-3-41 0</inkml:trace>
  <inkml:trace contextRef="#ctx0" brushRef="#br0" timeOffset="15997.21">32423 3142 1755 0,'0'0'184'0,"0"0"-8"0,0 0-1 0,0 0 18 0,0 0 9 0,0 0 5 0,0 0-16 15,9 25-17-15,-2-13-14 0,0 1-17 0,2 3-53 16,-1 1-84-16,2 2-111 0,3 9-145 15,-1-6-212-15,-3-4-97 0,0-2 66 0,3 3-115 16,-4-2-107-16</inkml:trace>
  <inkml:trace contextRef="#ctx0" brushRef="#br0" timeOffset="17613.81">24099 3012 2826 0,'4'-15'180'0,"-1"1"-27"0,3 4-6 0,-4 0 27 0,0-1 28 0,-1 3 0 0,2-1 3 0,1 1-1 16,-2-2-4-16,-2 4 5 0,0 6-3 15,2-11-10-15,-1 3-6 0,-1 8-16 0,0-8-17 16,0 8-16-16,0 0-20 0,0 0-14 15,0 0 0-15,0 0 15 0,0 0 2 0,-30 45 10 16,11-4 42-16,-5 12 16 16,0 6 1-16,-8 21 23 0,0 4 6 0,-7 3 13 15,-3 5 10-15,1 3 2 0,-5-2-175 16,-2-3-68-16,2-1 0 0,3 1 0 0,0-8 0 16,4-4 0-16,10-20 0 0,0-2 0 15,4-3 0-15,-1-1 0 0,3-8 0 16,0-3 0-16,8-8 0 0,0-4 0 0,1-5 0 15,5-5 0-15,1-4 0 0,3-3 0 16,-2-3 0-16,2 0 0 0,-1-3 0 0,5 1 0 16,-3-2 0-16,4-5 0 15,-8 7 0-15,8-7 0 0,-4 5 0 0,4-5 0 16,0 0 0-16,-6 4 0 0,6-4 0 16,0 0 0-16,0 0 0 0,0 0 0 0,-5-18 0 15,5 13 0-15,0 5 0 0,2-15 0 16,-1 8 0-16,3-3-309 0,-2 1-714 0,2-3 90 15,2 4-1082-15,2-4-1432 0</inkml:trace>
  <inkml:trace contextRef="#ctx0" brushRef="#br0" timeOffset="19330.98">24268 3462 5046 0,'0'-6'-268'0,"0"6"70"0,-4-11 67 0,2 2 65 0,2 0 67 0,0 9 53 16,-1-14 53-16,1 4 38 0,-2 3 30 15,2 7 24-15,0-12 35 0,-2 4-14 0,2-1 18 16,0 9 17-16,0-12 5 0,0 12 0 15,0-8-7-15,0 8-20 0,-2-6-22 0,2 6-24 16,0 0-24-16,0 0-15 0,0 0 0 16,0 0 19-16,0 0-17 0,-13 35-150 0,9-2 0 15,-6 4 0-15,3 13 0 0,-4 2 0 16,1-3 0-16,0 3 0 0,1-1 0 16,3-9 0-16,-5 5 0 0,3-7 0 15,1-3 0-15,-1-4 0 0,0-2 0 0,3-6 0 16,-3-4 0-16,5-5 0 0,-2-1 0 15,1-3 0-15,2-1 0 0,1 1 0 0,-1-6 0 16,2-6 0-16,-4 11 0 0,4-11 0 16,-4 6 0-16,4-6 0 0,0 0 0 15,0 0 0-15,0 0 0 0,0 0 0 0,0 0 0 16,0 0 0-16,-5-23 0 0,5 13-74 16,0-1-981-16,2-1 97 0,-1-1 107 0,1 1-936 15,6-5-1215-15</inkml:trace>
  <inkml:trace contextRef="#ctx0" brushRef="#br0" timeOffset="19778.79">24383 3785 5247 0,'0'0'57'0,"0"0"46"0,0 0 43 15,0 0 43-15,0 0 23 0,12-4-4 0,-12 4-15 0,0 0-20 0,0 0-10 0,11-4-21 0,-11 4-14 16,11-2-11-16,-11 2-9 16,17-4-14-16,-7 4-7 0,-10 0-10 0,19-6-6 0,-12 4-3 15,4-2-7-15,0 0-4 16,-2 1-2-16,-2-4-5 0,3 0-6 0,-2-1-3 16,-3 0 2-16,3-4-2 0,-5 2-1 15,0-1-1-15,1 2-2 0,-4 0-1 0,-2-2-7 16,-3 3-5-16,0 1-13 0,-6 0-11 15,-2 4 0-15,-5 1 0 0,-1 4 0 16,-3 1 0-16,-3 2 0 0,-8 7 0 0,7 3 0 16,-1-1 0-16,6 2 0 0,2 5 0 15,3-4 0-15,5 0 0 0,6-4 0 0,0 7 0 16,3-3 0-16,4 0 0 16,5 2 0-16,-2 0 0 0,4-1 0 0,2-1 0 15,2-3 0-15,-2 1 0 0,3-4 0 16,-3-1 0-16,0-2 0 0,1-4 0 0,-3 1 0 0,0-1 0 15,1-3 0-15,0-1 0 16,-10 0-153-16,24-3-320 0,-9-2-129 0,5-4-168 16,-7 1-97-16,2-3 85 0,-2-2-763 15,3-1-990-15</inkml:trace>
  <inkml:trace contextRef="#ctx0" brushRef="#br0" timeOffset="20198.4">24701 3628 4592 0,'4'-7'109'0,"-4"7"39"16,2-8 30-16,-2 8 25 0,0 0 16 16,2-7-6-16,-2 7-5 0,0 0 22 0,0 0 18 15,0 0 2-15,27 20-13 0,-16-8-16 16,-1 2-17-16,1 0-17 0,0 1-13 16,-6-1-14-16,6 1-16 0,-8-1-13 0,1-2-8 15,0 0-111-15,-2-1-12 16,-4 1 0-16,0 1 0 0,-4 1 0 0,1 0 0 0,-5-4 0 15,-3-1 0-15,2 1 0 16,-3-3 0-16,1-2 0 0,-1-2 0 0,3-3 0 16,11 0 0-16,-21-8 0 0,10-3 0 0,3-4 0 15,3-5 0-15,2-1 0 0,3 2 0 16,2-1 0-16,-1 3 0 0,2 1 0 16,-1 2 0-16,2 3 0 0,0-1 0 0,-1 4 0 15,3 3 0-15,-6 5 0 0,14-4 0 16,-14 4 0-16,0 0 0 0,28 9 0 15,-17-2 0-15,2 3 0 0,3 0 0 0,-1 2 0 16,0 1 0-16,-2 1 0 0,5-2 0 16,-5 5 0-16,1-5 0 0,-1 2 0 0,-4-3 0 15,3 1 0-15,-7-3 0 16,5-1 0-16,-2 1-210 0,-1-4-317 0,4 2-108 16,-2-5-143-16,0-1-68 0,-9-1 78 15,20-6-738-15,-8 2-951 0</inkml:trace>
  <inkml:trace contextRef="#ctx0" brushRef="#br0" timeOffset="20531.78">25042 3667 3880 0,'-2'-17'-60'0,"-3"4"76"0,-1 0 43 16,3 3 47-16,0 2 49 0,1-1 43 15,-2 4 20-15,4 5-6 0,-2-10-16 0,2 10-24 16,0 0 12-16,0 0 25 0,0 0 8 16,0 0 0-16,0 0-6 0,11 36-9 0,-8-19-23 15,3 3-7-15,-1-1-14 0,1 2-19 16,-2 0-9-16,-3-3-30 0,3-2 1 15,-2-3 4-15,1 1 3 0,-1-3 4 16,-1-1 6-16,-1-2 17 0,2 0 4 0,-2 0-36 16,0-8-103-16,2 9 0 0,-2-9 0 15,0 0 0-15,0 0 0 0,0 0 0 16,0 0 0-16,6-31 0 0,-1-2 0 0,9-13 0 16,1-9 0-16,8-5 0 0,6-17 0 15,1-1 0-15,-7 16 0 0,-1 8 0 0,0 2 0 16,-5 10 0-16,0 7 0 0,-3 8 0 15,-3 1 0-15,0 7 0 0,-3 5 0 0,1 7 0 16,2-1 0-16,0 4-377 16,-4 4-238-16,-7 0-86 0,17 9-168 0,-9-1 46 0,-1 6 82 15,-5 1-642-15,-2 5-835 16</inkml:trace>
  <inkml:trace contextRef="#ctx0" brushRef="#br0" timeOffset="20712.36">25216 3523 3532 0,'-27'23'-41'0,"6"-6"71"0,0-3 52 16,6-3 36-16,1-2 44 0,3-2 40 15,2 1 32-15,-2-2 24 0,6-3 6 16,-2 0 5-16,7-3-24 0,0 0-28 0,-10 4-23 16,10-4-27-16,0 0-41 0,0 0-71 15,21-12-77-15,-7 5-98 0,2-1-120 0,13-6-132 16,1 2-155-16,11 0-198 16,8 0 59-16,4 0 69 0,3 4-371 0,-6 6-445 0</inkml:trace>
  <inkml:trace contextRef="#ctx0" brushRef="#br0" timeOffset="21164.41">26240 3592 3157 0,'-16'-4'247'0,"-2"1"12"15,5 3 9-15,13 0 23 0,-21 3 26 0,12 2 17 16,0 4 15-16,-2 3-10 15,6 2-18-15,-1 3-12 0,3 0-16 0,1 1-22 0,-5 3-15 16,5 0-11-16,1-1-11 16,-3 1-3-16,0-3-11 0,2-1-10 0,-1-1-170 15,-1 0-40-15,0-3 0 0,3-1 0 16,-1-1 0-16,-1-4 0 0,1 2 0 0,2-9 0 16,-4 10 0-16,4-10 0 0,0 0 0 15,0 0 0-15,0 0 0 0,16-24 0 16,-1-2 0-16,2-3 0 0,6-9 0 0,3 2 0 15,3 2 0-15,-6 7 0 0,-2 4 0 16,1 3 0-16,-8 5 0 0,-3 4 0 16,1 4 0-16,1 4 0 0,-2 3 0 15,-11 0 0-15,24 8 0 0,-12 3 0 0,0 2 0 16,2 5 0-16,-4 0 0 0,4 10 0 16,-2-1 0-16,-2-3 0 0,-5-2 0 0,2-1 0 15,-4 2 0-15,-1-5 0 0,0 0 0 16,0-3 0-16,-4-1 0 0,2 0 0 0,0-3 0 15,-2-1 0-15,2-1 0 0,2 0 0 16,-2-2 0-16,0-7 0 0,6 6-124 0,-6-6-606 16,11 0-62-16,-11 0-68 0,26-15 48 15,-1-1-845-15,0-5-1095 0</inkml:trace>
  <inkml:trace contextRef="#ctx0" brushRef="#br0" timeOffset="21478.85">26726 3752 4348 0,'9'-10'-67'15,"-6"-2"105"-15,1 4 76 0,-2 2 68 0,0 0 51 16,-2 6 46-16,3-7 9 0,-3 7-3 15,0 0-11-15,0-8-24 0,0 8-6 0,0 0 12 16,0 0 7-16,0 0-10 0,0 0-20 16,-5 27-18-16,3-17-21 0,0 3-16 0,2-2-47 15,0 1-131-15,4 3 0 0,-2-4 0 16,0 0 0-16,1 1 0 0,3-2 0 0,4-2 0 16,-1 0 0-16,0 0 0 0,5-4 0 15,-1-1 0-15,3-3 0 0,-3 0 0 16,3-2 0-16,-3-1 0 0,0-2 0 0,-1-2 0 15,-1-3 0-15,1 1 0 16,-5-3 0-16,-1-4 0 0,-5 1 0 0,5-2 0 16,-6 1 0-16,0 0 0 0,-4 3 0 15,-1-3 0-15,-3 6 0 0,-4 3 0 0,-1 1 0 16,-1 4 0-16,-2 2 0 0,-5 2 0 16,-1 4 0-16,-14 5-476 0,9 1-371 0,-7-2-89 15,16 0 91-15,4-3-885 0,5-2-1163 16</inkml:trace>
  <inkml:trace contextRef="#ctx0" brushRef="#br0" timeOffset="21915.49">27087 3413 5075 0,'8'-20'61'0,"-1"7"67"0,-1 0 70 15,-2 5 60-15,-3-1 14 0,5 2-1 0,-6 7-2 16,7-2 22-16,-7 2 27 0,0 0 16 15,12 19-6-15,-6-1-16 0,-4 5-236 0,0 15-76 16,-4 4 0-16,0 2 0 0,-4 1 0 16,-3 6 0-16,1-1 0 0,2-8 0 15,1-1 0-15,-3-6 0 0,3-1 0 0,-2-8 0 16,4-5 0-16,1-2 0 0,-2-4 0 16,0-1 0-16,4-2 0 0,-1-4 0 15,1-1 0-15,0-7 0 0,-2 10 0 16,2-10 0-16,0 0 0 0,0 0 0 0,0 0 0 15,0 0 0-15,3-29 0 0,-4 16 0 16,1-5 0-16,-4 1 0 0,0-1 0 0,-1 4 0 16,-4-1 0-16,4 6 0 0,-4-1 0 15,-3 3 0-15,-1 4 0 0,0 3 0 0,-5 4 0 16,1 2 0-16,0 2 0 16,-1 3 0-16,4 4 0 0,2-2 0 0,1 3 0 0,1-2 0 15,7 1 0-15,-2-3 0 16,5 0 0-16,0-3 0 0,5 3 0 0,-2-2 0 0,7-2 0 15,-1 1 0-15,3-4 0 16,1 1 0-16,1-3 0 0,0-1 0 0,4-2 0 16,-1 0 0-16,2-4 0 0,-2 0-194 15,4-4-838-15,-2 2 91 0,0-5 97 0,-2 2-918 16,3 0-1192-16</inkml:trace>
  <inkml:trace contextRef="#ctx0" brushRef="#br0" timeOffset="22278.63">27477 3895 5148 0,'0'0'51'0,"0"0"61"0,0 0 48 0,0 0 42 0,0 0 6 0,0 0 13 16,0 0 6-16,0 0-8 0,0 0-16 0,0 0-15 16,0 0-18-16,0 0-17 0,13-8-15 15,-4 5-13-15,2-3-13 0,1 1-7 0,-1 0-13 16,-4 0-2-16,3-2-7 0,0 0 8 15,-3 0 2-15,-1 0-93 0,-5 1 0 16,4 0 0-16,-5 6 0 0,0 0 0 0,-10-10 0 16,10 10 0-16,-23 0 0 0,4 1 0 15,2 3 0-15,-3 1 0 0,2 1 0 0,0 2 0 16,5 1 0-16,1 0 0 0,-1 0 0 16,4 0 0-16,4 0 0 0,1 1 0 0,1 0 0 15,6 0 0-15,1-2 0 16,1 2 0-16,4 1 0 0,4-5 0 0,-2 2 0 15,3-1 0-15,2-2 0 0,-1 2 0 16,2-1 0-16,1-2 0 0,-1 0-72 0,2 0-751 16,-4-1-134-16,2 1 70 0,0-2-967 15,1 2-1280-15</inkml:trace>
  <inkml:trace contextRef="#ctx0" brushRef="#br0" timeOffset="22596.33">28377 4211 5039 0,'0'0'28'0,"0"0"74"0,-26 2 64 0,26-2 67 16,-35 0 39-16,7 0 33 16,-22 1 22-16,-17 5 9 0,-7-1 10 0,-12-1 0 15,-26 9-20-15,-12 0-9 0,-5-1-269 16,-15 9-48-16,-12 2 0 0,-52 8 0 0,1 1 0 16,2 0 0-16,47-4 0 0,-43 6 0 15,49-5 0-15,1 0 0 0,6 2 0 0,11 0 0 16,6-2 0-16,17-4 0 0,11 0 0 15,30-8 0-15,9 1 0 0,9-5 0 16,16-4 0-16,4-1 0 0,9-1 0 0,6-4 0 16,1 1 0-16,9-1 0 0,-2-1 0 0,9-2 0 15,0 0 0-15,0 0 0 16,0 0 0-16,0 0 0 0,0 0 0 0,32-15 0 16,-17 10 0-16,6-2 0 0,-3 0 0 15,6 0 0-15,0 0-820 0,0 0-154 0,-8 2 107 16,2 2-1014-16,-2 1-1304 0</inkml:trace>
  <inkml:trace contextRef="#ctx0" brushRef="#br0" timeOffset="35342.86">27841 2584 1741 0,'-5'-8'205'0,"5"8"-67"0,-2-5-32 0,2 5-22 0,-2-6-3 16,2 6-2-16,0 0 5 0,4-12-14 0,-4 12-1 15,4-7-1-15,-4 7-6 0,7-7-6 16,-2 4-8-16,-5 3 7 0,7-6 2 0,-7 6-4 15,7-4 2-15,-7 4 5 0,11-4 3 16,-11 4 1-16,9-4 19 0,-9 4 24 16,0 0 19-16,7-5 17 0,-7 5 12 0,0 0-1 15,0 0 10-15,0 0 15 0,0 0 4 16,-25 17-6-16,9-9-6 0,-6 1-4 16,3 0-9-16,-2 2 2 0,2-2-13 15,5-5-5-15,1 4-7 0,4-4-2 0,1 0-25 16,2 1-2-16,6-5-6 0,-13 4-8 15,13-4-10-15,0 0-4 0,0 0-7 16,0 0-8-16,0 0-9 0,0 0-5 0,0 0-1 16,35-21-8-16,-22 13-3 0,-1 3-9 15,-3 3-1-15,0-4-17 0,-2 2-29 0,-7 4-42 16,11-6-53-16,-11 6-63 0,9-6-66 16,-9 6-82-16,5-1-75 0,-5 1-100 15,0 0-154-15,9-4-78 0,-9 4 79 0,0 0-400 16,0 0-527-16</inkml:trace>
  <inkml:trace contextRef="#ctx0" brushRef="#br0" timeOffset="36809.19">29258 1200 2792 0,'0'0'-8'0,"0"0"30"0,5-6 5 0,-5 6-6 16,0 0 20-16,0 0 37 0,0 0 31 0,0 0 23 0,-9 29 7 15,4-19 8-15,0 0-4 0,-1-1-6 16,3 3-12-16,-1 0-10 0,-2-3-9 0,5 0-7 15,-1 0-6-15,0-2-12 0,2-7 0 16,-7 12-7-16,7-7 5 0,0-5 21 16,-1 8 8-16,1-8 19 0,-2 9 13 0,2-9 13 15,0 0 8-15,0 0-9 0,0 0-26 16,0 0-7-16,0 0-11 0,0 0-6 16,0 0-6-16,0 0-3 0,0 0-10 0,0 0-7 15,2-26-16-15,-2 26-9 16,0 0-15-16,0 0 4 0,0 0-5 0,0 0 2 0,0 0-9 15,0 0-5-15,-19 16-1 16,19-16-7-16,-8 12-41 0,4-7-57 16,0 0-71-16,4-5-87 0,-9 14-89 0,5-8-85 15,-1 0-119-15,-2 0-231 0,2-2 48 16,-3 3 72-16,3-1-312 0,-5 3-436 0</inkml:trace>
  <inkml:trace contextRef="#ctx0" brushRef="#br0" timeOffset="37342.47">28137 1810 2735 0,'-7'-4'23'0,"7"4"-2"0,0 0 1 0,0 0 15 0,-23 10 25 0,12-2 15 0,-3 6 16 15,1 1-8-15,-7 8 5 0,6 0 4 16,3 0-29-16,4-4 1 0,1-1-12 16,5-1 18-16,2-3 13 0,5 1 33 15,9 1 34-15,8-3 2 0,9-1-4 0,7-2-4 16,4-6-8-16,3-6-10 0,2-2-11 15,9-4-12-15,-2 0-9 0,-11 1-11 0,-2-7-8 16,-4 4-7-16,-4-1-7 0,-1-1-6 16,-8 4-4-16,-7-2-8 0,0 3-5 15,-3 1 0-15,-3 0-21 0,-3 1-37 0,-2 2-44 16,-7 3-65-16,14-5-67 0,-14 5-46 16,0 0-50-16,0 0-78 0,0 0-158 0,0 0-128 15,0 13 70-15,0-13-257 0,-9 16-325 16</inkml:trace>
  <inkml:trace contextRef="#ctx0" brushRef="#br0" timeOffset="37892.81">29812 2001 2606 0,'-11'6'145'0,"1"-2"6"0,2-1 26 0,8-3 49 0,0 0 59 0,0 0 32 0,0 0 8 0,0 0-21 15,52-15-22-15,-18 4-32 0,4 1-21 16,3-2-24-16,-3 1-11 0,-2 0-20 0,0-3-23 16,-2 4-20-16,-4 2-13 0,-5-1-13 15,-5 4-32-15,-5 0-54 0,-2 0-64 16,-1 3-69-16,-1-3-70 0,-3 3-80 0,-3 0-85 15,-5 2-84-15,12-1-170 16,-12 1-128-16,0 0 68 0,0 0-385 0,0 0-521 16</inkml:trace>
  <inkml:trace contextRef="#ctx0" brushRef="#br0" timeOffset="38827.16">31481 1603 2814 0,'0'0'-51'0,"0"0"33"0,0 0 31 0,-32 12 20 0,23-3 21 0,-1-3 17 0,0 1 17 16,5 0 8-16,-1-2 4 0,6-5-9 15,-5 7-1-15,5-7 15 0,0 10 53 0,0-10 44 16,16 10 9-16,8-6-5 15,2-2-17-15,12 1-20 0,-4 0-19 0,6-3-15 16,-5 0-10-16,-7-3-14 0,-1 3-8 16,-6 0-10-16,-5-1-22 0,-2 1-32 0,-14 0-40 15,22-2-54-15,-15 0-69 0,-7 2-73 16,13-2-62-16,-13 2-79 0,0 0-124 16,0 0-212-16,0 0 43 0,-6 15-290 0,-6-1-401 15</inkml:trace>
  <inkml:trace contextRef="#ctx0" brushRef="#br0" timeOffset="39209.3">30660 2477 2387 0,'4'-3'-60'0,"-4"3"19"16,0 0 11-16,0 0 14 0,0 0 28 0,0 0 28 15,0 0 27-15,0 0 24 0,0 0 15 16,9-7 14-16,-9 7 32 0,0 0 45 15,19-1 11-15,-9-1-1 0,2 0-13 0,-1-1-17 16,3 1-16-16,-3-2-18 0,-11 4-12 16,19-3-12-16,-11 1-13 0,-8 2-23 0,12-3-42 15,-12 3-57-15,11-4-70 16,-11 4-81-16,7-2-89 0,-7 2-141 16,0 0-232-16,7-4 36 0,-7 4 75 0,0 0-140 15,0 0-153-15</inkml:trace>
  <inkml:trace contextRef="#ctx0" brushRef="#br0" timeOffset="40275.76">32245 3162 1803 0,'0'0'37'0,"-37"17"27"0,13-8 15 0,-6 9 10 0,-13 7 12 0,-4 2 2 0,2 2 0 16,-1 0 7-16,4 0-2 0,1-2-6 15,2-1-14-15,12-4-9 0,-1-3-4 16,4 4-11-16,-1-2-11 0,1-4-13 15,7 0-27-15,6-7-34 0,0 0-31 0,-1-1-46 16,4-2-46-16,-1-2-75 0,2-3-122 16,-2 2-144-16,9-4-111 0,0 0-95 0</inkml:trace>
  <inkml:trace contextRef="#ctx0" brushRef="#br0" timeOffset="40608.71">32419 3221 1784 0,'0'0'52'0,"0"0"8"16,0 0 2-16,21 18 3 0,-11-9 6 0,-3 2-2 16,3 8-8-16,-1-2-5 0,6 11-7 15,-1-1-3-15,1 3-58 0,2-1-91 0,2-2-136 16,-2-1-215-16,7 0-79 0,-1 0-37 15</inkml:trace>
  <inkml:trace contextRef="#ctx0" brushRef="#br0" timeOffset="41592.26">32147 3630 1801 0,'1'-7'274'0,"-1"7"10"0,0 0 0 0,0-10 2 0,0 10-1 15,0 0-19-15,0 0-5 0,0 0 38 0,0 0 28 16,0 0-10-16,-5 36-25 16,-1-13-32-16,-2 8-17 0,1 2-30 0,-3-1-18 15,5 0-15-15,-3-1-20 0,2-6-32 16,-1-3-16-16,1-1-51 0,-4 8-81 16,3-8-73-16,1-4-82 0,-1-5-91 0,1 2-87 15,-2-3-106-15,0-4-151 0,5-1-102 16,-3-3 71-16,1 3-447 0,5-6-559 0</inkml:trace>
  <inkml:trace contextRef="#ctx0" brushRef="#br0" timeOffset="41774.55">31954 3870 3016 0,'-6'-6'205'0,"6"6"55"0,-9-8 17 16,9 8 14-16,-4-7 19 15,4 7 24-15,-5-6-4 0,5 6-13 0,0 0-38 16,-6-6-20-16,6 6-36 0,0 0-37 15,0 0-63-15,15-10-96 0,-3 10-108 0,3-2-118 16,6 4-119-16,1 1-138 0,3 1-190 16,-2 1-97-16,0 2 92 0,-3-2-486 15,-2 2-605-15</inkml:trace>
  <inkml:trace contextRef="#ctx0" brushRef="#br0" timeOffset="42329.28">32256 4016 2982 0,'-11'5'46'0,"6"-1"53"0,5-4 21 16,-11 3 31-16,11-3 29 0,0 0 38 16,-9 4 28-16,9-4 14 0,0 0-5 0,0 0-11 15,0 0-28-15,0 0-23 0,0 0-10 16,0 0-25-16,0 0-13 0,0 0-21 16,0 0-2-16,0 0-15 0,34-16-7 0,-27 9-6 15,-1-1-3-15,1-1 18 0,-1-2-8 16,0 0 9-16,0-4-2 0,-3 3-1 15,-1 0-3-15,0 2 1 0,0-2-5 0,0 3-10 16,-2 2-10-16,2 1-12 0,-2 6-8 16,1-10-13-16,-1 10-3 0,0 0-7 0,-7-7-2 15,7 7 2-15,0 0-8 0,0 0-6 16,-11-2-2-16,11 2 0 0,0 0-7 16,0 0-2-16,0 0 3 0,0 0 7 15,0 0-6-15,0 0 1 0,22-10 2 0,-8 7-3 16,1-1 3-16,0 1-2 0,-2-2 1 15,-1 4-3-15,-1 0 3 0,-11 1 0 0,18-4 0 16,-18 4-6-16,13 0-1 0,-13 0 1 16,13 5 1-16,-8 1-1 0,-5-6-1 15,5 11-1-15,-3-2 2 0,0 0-2 16,0-1-4-16,-1 0 0 0,1-1 2 16,0 0-4-16,0 0 6 0,-2-7-8 0,6 11 2 0,-5-6 3 15,-1-5 3-15,7 8-3 16,-7-8-7-16,7 7 0 0,-7-7 0 0,9 4 0 15,-1 0 0-15,-8-4 0 0,14 2 0 16,-14-2 0-16,13 0 0 0,-13 0-13 16,15 4-29-16,-15-4-22 0,15 1-35 0,-5 1-24 15,-10-2-35-15,13 2-36 0,-13-2-48 16,14 6-67-16,-14-6-67 0,9 0-83 0,-9 0-99 16,0 0-163-16,13-4-32 0,-13 4 87 15,0 0-495-15,0 0-628 0</inkml:trace>
  <inkml:trace contextRef="#ctx0" brushRef="#br0" timeOffset="42559.06">31781 4346 3707 0,'-22'6'311'0,"8"-3"6"0,-2 1 16 0,7-3 41 0,9-1 38 0,-14 2 27 0,14-2 10 16,0 0 0-16,0 0-8 0,0 0-37 15,0 0-36-15,77 2-181 0,-16-6-187 0,7 1 0 16,5-2 0-16,-3-2 0 16,-3 0 0-16,-5-1 0 0,-6 3 0 0,-10-3 0 15,-4 4 0-15,-6-2-149 0,-6 0-379 16,-7 4-86-16,-1-5-115 0,-10 3-147 0,1 0 71 16,-1-2-722-16,-6 2-972 0</inkml:trace>
  <inkml:trace contextRef="#ctx0" brushRef="#br0" timeOffset="59054.9">11083 4189 815 0,'2'-12'427'0,"-2"12"-122"0,0-9-35 0,0 9-27 0,3-8-16 15,-3 8 2-15,0-11-2 0,0 11-8 0,4-10 19 16,-2 3 22-16,4 0 10 0,-4-1 18 16,2 1-2-16,0 0 22 0,-1 0 0 0,-3 7 2 15,4-12-5-15,-2 7-11 0,-2 5-27 16,4-8-27-16,-4 8-30 0,0 0-22 0,0 0-14 16,0 0-2-16,-21 34-1 0,2-4-9 15,-12 15 2-15,-5 6 30 0,-12 21 15 16,3 2 2-16,-3 0-211 0,6-1 0 0,10-17 0 15,3-1 0-15,6-2 0 0,2-2 0 16,6-5 0-16,10-10 0 0,1-8 0 16,4-6 0-16,2-3 0 0,5 0 0 15,4-5 0-15,11-4 0 0,6-1 0 0,8-1 0 16,7-6 0-16,0 0 0 0,1-4 0 16,0 2 0-16,-2-2 0 0,-10 0 0 0,-2 0 0 15,-3-2 0-15,0 4 0 0,-4-2 0 16,-3 0 0-16,0 1 0 0,-3-3 0 0,-6 2 0 15,2-1 0-15,-1 0 0 0,-1-1 0 16,2 2 0-16,-4-4 0 0,0 4 0 0,-3-3 0 16,0-1 0-16,-2 2 0 15,-4 4 0-15,2-8-822 0,-2 8-170 0,-11-8 103 16,11 8-977-16,-13-6-1292 0</inkml:trace>
  <inkml:trace contextRef="#ctx0" brushRef="#br0" timeOffset="59337.89">11224 4737 5558 0,'-2'-5'129'0,"-3"0"57"0,5 5 14 0,-5-7 25 0,5 7 21 0,0 0 12 0,0 0 14 0,0 0 2 16,0 0-10-16,0 0-23 0,43 17-22 15,-29-6-100-15,2 1-119 0,-1 3 0 16,-1 1 0-16,-3 0 0 0,-2 2 0 15,-2 2 0-15,-5 2 0 0,-6-1 0 0,-6 10 0 16,-3-2 0-16,-5 0 0 0,-2-1 0 16,-3-1 0-16,-2-1 0 0,-2-2 0 0,0-3 0 15,0-3 0-15,2-1 0 0,7-5 0 16,2-1 0-16,5-2 0 0,0-6 0 0,3 1 0 16,0-4 0-16,8 0-740 0,-9-10-238 15,7 2 83-15,4-4-1002 0,0 3-1320 16</inkml:trace>
  <inkml:trace contextRef="#ctx0" brushRef="#br0" timeOffset="59706.25">12114 4824 5418 0,'-7'-12'-101'0,"-6"3"53"15,4 2 45-15,-2 0 48 0,-3 0 46 16,1 2 37-16,-2 3 27 0,-4 0 16 16,-2 6 20-16,0 2 14 0,-12 6 13 0,7 2 18 15,0 7 16-15,4 2 16 0,1-2 16 16,6 7 14-16,3 0-3 0,3 1-207 0,6-4-88 15,1 1 0-15,4-2 0 0,-1-2 0 16,3 0 0-16,3-1 0 0,2 0 0 0,0-3 0 16,2-3 0-16,1-1 0 0,3-4 0 15,-4-8 0-15,6 1 0 0,1-3 0 0,2-4 0 16,11-7 0-16,-3-6 0 0,-1-3-425 16,-2-1-215-16,2-14-47 0,4-2-80 0,-7 0-25 15,0-1 55-15,-2-5-672 16,-5-4-861-16</inkml:trace>
  <inkml:trace contextRef="#ctx0" brushRef="#br0" timeOffset="60221.1">12297 4621 3780 0,'5'-21'-10'16,"-1"5"100"-16,-2 4 58 0,1 3 66 16,-1 1 56-16,-2 0 65 0,0 8 10 0,0-11 14 15,0 11 0-15,0 0-1 0,0 0 15 16,0 0 5-16,-24 21-14 0,12 6-10 16,-1 5-29-16,-4 2-176 0,2 11-149 0,-1-1 0 15,0 2 0-15,0-1 0 0,5-5 0 16,4-4 0-16,-5 0 0 0,2-3 0 15,5 0 0-15,-1-7 0 0,3-4 0 0,-4-3 0 16,5-3 0-16,0-4 0 0,1-3 0 16,2 3 0-16,-1-6 0 0,-1 0 0 0,1-6 0 15,0 0 0-15,0 0 0 0,17-18 0 16,-6 4 0-16,3-1 0 0,6-6 0 0,-6 6 0 16,-1 3 0-16,-1 2 0 0,-3 1 0 15,-3 4 0-15,1 1 0 0,2 3 0 0,-9 1 0 16,0 0 0-16,18 6 0 0,-10 0 0 15,0 1 0-15,-3 1 0 0,3 1 0 0,-3-1 0 16,4 2 0-16,-6-2 0 16,3 0 0-16,-1-1 0 0,-1-1 0 0,0-2 0 0,1 1 0 15,0 0 0-15,-5-5 0 16,7 2 0-16,-7-2 0 0,0 0-282 0,11-10-33 16,-3 1-13-16,0-1 2 0,3-6 1 15,5-8 28-15,1 0 27 0,0 2 49 0,-4 5 45 16,-1 5 55-16,-3-1 48 0,-1 7 52 15,-1 0 48-15,0 4 48 0,-2 0 39 0,-5 2 30 16,0 0 18-16,13 8 4 0,-9 0 12 16,-2 0-12-16,-1 3-17 0,1 0-11 15,1 0-16-15,-1 2-12 0,-2-1-16 0,2 0-45 16,-2 0-49-16,0-3-56 0,-2 1-57 16,4-1-57-16,-2-3-69 0,0-1-80 0,0-5-91 15,0 0-91-15,-7 8-105 16,7-8-88-16,0 0 52 0,0 0-508 0,0 0-616 15</inkml:trace>
  <inkml:trace contextRef="#ctx0" brushRef="#br0" timeOffset="60371.13">12569 4867 3040 0,'2'-12'71'0,"-2"4"74"0,0-1 35 0,0 3 34 0,0 6 30 0,0 0 16 0,0-11-8 0,0 11-21 0,0 0-27 15,-2-9-23-15,2 9-44 0,0 0-60 0,0 0-85 16,-3-6-112-16,3 6-147 15,0 0-173-15,0 0-225 0,-2-5 30 0,2 5 83 16,0 0-315-16,0 0-351 0</inkml:trace>
  <inkml:trace contextRef="#ctx0" brushRef="#br0" timeOffset="60605">12772 4413 2430 0,'2'-10'207'16,"-2"3"25"-16,0 7 27 0,0 0 54 0,0 0 53 15,0 0 67-15,0 0 24 16,-13 36 2-16,6-14-10 0,3 13-24 0,-3 4-21 0,3 3-35 16,1-1-34-16,-2 0-35 0,3 0-23 15,-2-2-28-15,3 0-22 0,-3 1-227 16,2-6 0-16,0-3 0 0,2-7 0 16,0-3 0-16,-2-2 0 0,2-2 0 0,0-1-243 15,0-5-245-15,0 0-163 0,0-4-193 16,2-4 17-16,-2-3 79 0,0 0-745 0,0 0-940 15</inkml:trace>
  <inkml:trace contextRef="#ctx0" brushRef="#br0" timeOffset="61423.06">13267 4178 4022 0,'2'-10'118'0,"-2"4"54"15,0 6 47-15,-6-11 31 0,6 11 48 16,0 0 26-16,0 0 69 0,0 0 39 15,-17 32 14-15,6-2-21 0,-1 7-21 0,-1 12-13 16,-6 4-94-16,3 1-297 0,5 3 0 16,-1-2 0-16,1-2 0 0,-3 1 0 0,5-4 0 15,2-10 0-15,-1-2 0 0,0-2 0 16,2-5 0-16,1-6 0 0,1-5 0 0,2-5 0 16,1-1 0-16,-1-4 0 15,-2-1 0-15,4 1 0 0,0-10 0 0,-5 8 0 16,5-8 0-16,0 0 0 0,0 0 0 15,0 0 0-15,-11-22 0 0,9 12 0 0,1-3 0 16,-5 1 0-16,2 5 0 0,1-5 0 16,-6 6 0-16,4 0 0 0,-3 4 0 0,8 2 0 15,-23 4 0-15,9 4 0 0,-4 0 0 16,2 3 0-16,3 3 0 0,-1-1 0 0,2 1 0 16,0-2 0-16,5 1 0 0,1 1 0 15,0-4 0-15,2 1 0 0,4-3 0 0,0 0 0 16,0-1 0-16,0-7 0 0,11 11 0 15,0-10 0-15,-11-1 0 0,28-3 0 0,-6-2 0 16,12-9 0-16,-2 1 0 16,0-6 0-16,3 3 0 0,-5-3 0 0,1-1 0 15,-5-1 0-15,3 2 0 0,-5-2 0 16,-3 3 0-16,-1 3 0 0,-7 2 0 0,-4 4 0 16,-1 3 0-16,1-1 0 0,-3 3 0 15,-1 1 0-15,-5 3 0 0,0 0 0 0,0 0 0 16,0 0 0-16,0 0 0 0,0 17 0 15,0-17 0-15,-5 16 0 0,3-9 0 16,0-1 0-16,2-6 0 0,0 11 0 0,2-6 0 16,-2-5 0-16,4 7 0 0,-4-7 0 15,14 2 0-15,-14-2 0 0,26-9 0 0,-11 4 0 16,3-1 0-16,-4 1 0 0,0 1 0 16,-3 0 0-16,2 2 0 0,-2 2 0 0,-11 0 0 15,16 6 0-15,-6 0 0 0,0 3 0 16,-3 3 0-16,0-1 0 0,2 3 0 15,-2 5 0-15,4 9 0 0,5-1 0 16,0 1 0-16,0-4 0 0,4-2 0 0,-6 0 0 16,2-5 0-16,-3-3 0 0,2-2 0 15,-1-4 0-15,0-3 0 0,2 1 0 0,1-3 0 16,-2-3 0-16,0 0 0 16,5-1 0-16,-5-1 0 0,2-2 0 0,2 2 0 15,-2-3 0-15,6 1 0 0,-2-4 0 16,-4 0 0-16,4-1 0 0,-1 1 0 0,-7 1 0 0,4-3 0 15,-6 3 0-15,3-2 0 16,-7 3 0-16,3-1 0 0,-3 1 0 0,0 1 0 16,-4 2-7-16,-3 3-621 0,4-7-56 15,-4 7-65-15,0 0-83 0,0 0 65 0,0 0-772 16,0 0-982-16</inkml:trace>
  <inkml:trace contextRef="#ctx0" brushRef="#br0" timeOffset="61774">14033 4959 3910 0,'5'-11'-45'0,"-2"5"87"0,3-3 49 0,-5-1 44 0,5 0 36 0,0 1 42 0,-3 1 58 0,3 0 59 0,-2 2 12 16,-4 6 13-16,6-10-3 0,-6 10-7 16,2-7-3-16,-2 7 5 0,0 0 4 0,0 0 6 15,0 0-75-15,0 0-282 16,0 0 0-16,0 0 0 0,-25 15 0 0,17-9 0 16,3 2 0-16,-2-2 0 0,2 1 0 15,-1-1 0-15,4 0 0 0,2-6 0 0,-5 11 0 16,5-11 0-16,-4 7 0 0,4-7 0 15,0 0 0-15,0 0 0 0,0 0 0 0,0 0 0 16,0 0 0-16,31-12 0 0,-31 12 0 16,13-9 0-16,-10 6 0 0,5-3 0 0,-8 6 0 15,8-5 0-15,-8 5 0 0,9-6 0 16,-9 6 0-16,10-2 0 0,-10 2 0 0,0 0 0 16,0 0 0-16,0 0 0 0,23 5 0 15,-23-5 0-15,7 3 0 0,-7-3 0 16,8 4 0-16,-8-4 0 0,8 3 0 15,-8-3 0-15,7 2 0 0,-7-2 0 0,0 0 0 16,0 0 0-16,21-4-680 0,-13 3-141 16,-8 1-75-16,16-4 77 0,-9 2-873 0,-7 2-1127 15</inkml:trace>
  <inkml:trace contextRef="#ctx0" brushRef="#br0" timeOffset="62021.82">14375 4865 4312 0,'0'0'-52'0,"0"0"139"0,-29 11 91 15,10-3 76-15,-16 0 85 16,-13 7 57-16,-9 1 48 0,-8-1 47 0,-9 1-1 16,-29 4 4-16,-7 2-6 0,-6 4-218 15,-6 0-270-15,-11 3 0 0,-1 3 0 0,-8 0 0 16,0-3 0-16,3 1 0 0,13-1 0 16,15 1 0-16,18-3 0 0,28-8 0 0,10 3 0 15,9-4 0-15,14-7 0 0,9-1 0 16,5-2 0-16,5-2 0 0,2-3 0 0,1 3 0 15,7-3 0-15,3-3 0 0,-10 5 0 16,10-5 0-16,0 0 0 0,0 0-1018 0,0 0 78 16,0 0 93-16,0 0-985 0,0 0-1258 15</inkml:trace>
  <inkml:trace contextRef="#ctx0" brushRef="#br0" timeOffset="98464.27">5101 10286 1985 0,'-4'-10'445'0,"-1"2"-136"0,-1 0-83 0,0-1-24 0,-2 5-8 0,1-4-12 0,-2 0-11 0,-3 1-24 0,-1-1-6 16,-3 2-9-16,1-2-6 0,-4 3-7 16,-1 1-9-16,-2 3-7 0,-4 1-8 0,-10 3 0 15,-7 6-4-15,-4 5-2 0,-3 7 0 16,0 4-3-16,-3 8-2 0,-16 14 6 16,3 10-2-16,3 1-5 0,0 9-2 15,6 4 8-15,1 1 3 0,7 5 0 0,7-1 2 16,9 1 21-16,13-13-7 0,8 0 11 15,10-4 26-15,8-2-15 0,11-6 7 0,8-6-4 16,11-5-9-16,11-8-9 0,9-11-6 16,13-5-15-16,7-9-10 0,10-5-13 0,25-10-23 15,-3-11-27-15,-3-6-49 0,-6-7-24 16,-6-6-8-16,-9-6 28 0,-4-5 5 0,-9 1 15 16,-10-4 28-16,-16 8 24 0,-5-6 35 15,-7 2 29-15,-7-7 27 0,-3-4 7 16,-7-6 3-16,-9-1 1 0,-5-2-14 0,-9-2-124 15,-7-1-4-15,-13-15 0 0,-3 9 0 16,-3 20 0-16,-5 8 0 0,-9 6 0 16,-10 9 0-16,-9 11 0 0,-8 13 0 15,-6 11 0-15,-21 11 0 0,3 15 0 0,-4 10-172 16,7 10-179-16,1 10-71 0,5 6-74 16,11 4-63-16,7-2-123 0,15 1-122 0,2 0 77 15,24-15-626-15,8-2-808 0</inkml:trace>
  <inkml:trace contextRef="#ctx0" brushRef="#br0" timeOffset="99146.57">7790 11488 3919 0,'-2'-8'83'0,"-6"0"0"0,-1 5-10 0,9 3 12 0,-23-1 35 0,4 4 37 0,-11 6 27 16,-7 5 9-16,-7 14-4 0,-4 1-6 16,-1 6-10-16,0 6-10 0,-11 13-6 15,1 4-17-15,9 5-11 0,3 0-7 0,17-10-5 16,10 1-10-16,6-4-4 0,10-4-6 16,6-2-12-16,9 4 3 0,6-2-5 0,7-2 1 15,1-7 2-15,6-7 0 0,1-12 8 16,3-5-5-16,1-4-2 0,6-7-8 0,6-4-3 15,9-7 3-15,2-4-4 0,-4-7-7 16,-2-6-5-16,-1-5-3 0,-7-5 6 0,-2-10 8 16,-5-4 2-16,-4-5-11 0,2-17-14 15,-4-4-51-15,-12 10 0 0,-3-3 0 16,-6 0 0-16,-3 2 0 0,-6 4 0 16,-6 7 0-16,-7 1 0 0,-9 7 0 0,-8 8 0 15,-12 6 0-15,-6 5 0 0,-10 5 0 16,-12 8 0-16,2 4 0 0,-8 9-166 0,-1 6-71 15,-1 6-101-15,-1 7-141 0,-16 7-182 16,7 8-203-16,3 8 81 0,6 7 88 16,5 1-655-16,5 7-804 0</inkml:trace>
  <inkml:trace contextRef="#ctx0" brushRef="#br0" timeOffset="99929.32">6541 13089 3671 0,'-11'-20'-74'0,"0"9"7"0,-3 5 13 0,-1 4 14 0,-4 4 39 0,-11 9 41 0,-14 15 48 0,0 13 35 16,-15 17 18-16,1 7 18 0,2 4 10 0,6 2 12 15,4-5 15-15,15-11 11 0,7-1-2 16,7-2 3-16,6-2 3 0,11-9-10 15,5 0-12-15,10 5-5 0,12-1-9 0,7-6-6 16,9-4-15-16,7-4-18 0,8-2-11 16,4-10-10-16,10-5-11 0,0-7-7 0,4-5-13 15,-2-13-20-15,1-1-16 0,-5-5-17 16,-7-6 0-16,-6-6-8 0,-8-3 3 0,-10-12-2 16,-8-8-12-16,-13-10 3 0,-6-7 4 15,-10-11-8-15,-14-22-2 0,-15 2-5 16,-5 3 2-16,-12 4-10 0,-4 13-8 0,-4 10 6 15,-4 15-5-15,8 22-1 0,-4 16-15 16,-7 9-5-16,-9 20-6 0,-17 17-6 16,-3 17-6-16,1 16-11 0,1 15-30 0,5 12-62 15,11 7-90-15,13 0-129 0,13-2-114 16,19-5-177-16,13-17-101 0,19 1 79 0,13-11-562 16,21 10-707-16</inkml:trace>
  <inkml:trace contextRef="#ctx0" brushRef="#br0" timeOffset="100496.75">8579 13196 3296 0,'-27'0'-25'0,"-9"5"24"0,-17 9 20 0,-4 5 42 0,-4 11 69 0,-20 15 51 0,5 4 37 0,0 7 26 16,6 2 19-16,3 0 0 0,13-1 5 0,18-11-2 16,10 0-14-16,10 3 0 0,14-10-16 15,12-1 3-15,17 8-1 0,13-3-24 0,13-4-20 16,21 3-19-16,7-7-18 0,-17-15-14 15,1-4-16-15,2-3-16 0,-5-7-10 0,3-6-23 16,-2-3-23-16,-4-9-7 0,-4-4-9 16,-3-4-11-16,-5-10-5 0,-4-8-1 15,-5-4 2-15,-8-6-6 0,-3-8 1 16,-8-11-2-16,-6-8-7 0,-5-3 3 0,-8-1-5 16,-10 6-11-16,-3 0-12 0,-11 12-7 15,-9 1-33-15,-8 19-51 0,-7 7-83 16,-13 16-95-16,-14 10-137 0,-7 10-143 0,-23 14-188 15,3 12-63-15,0 8 91 0,5 12-662 16,5 6-838-16</inkml:trace>
  <inkml:trace contextRef="#ctx0" brushRef="#br0" timeOffset="102779.25">18551 10398 3590 0,'-11'-16'-147'0,"-5"3"17"0,0 1 13 0,-16-1 24 0,-9 7 36 0,-6 0 26 0,-20 6 37 16,-2 6 38-16,-3 6 30 16,-21 13 29-16,-3 11 21 0,3 12 1 0,0 7 13 15,0 9-1-15,7 10-1 0,7-3 12 16,13 6-1-16,8 3-7 0,19 3-8 0,12-2-9 16,17-18-5-16,16 2-5 0,12-1-7 15,25 8-10-15,18-9-8 0,9-8-4 0,11-9-9 16,4-11-11-16,6-7-4 0,-14-17-4 15,1-7-4-15,4-8-4 0,15-13-6 0,-6-7 5 16,0-7 23-16,-5-7 13 0,-11-5 5 16,-3-11 12-16,-3-6 15 0,-8-8-9 0,-8-4-5 15,-1-7-9-15,-9-9-10 0,-4-6-14 16,-8-8-10-16,-9-5-8 0,-6 0-6 16,-11-4-8-16,-9 6 0 0,-10 10-7 15,-14 12-8-15,-16 16-5 0,-17 15-2 0,-12 14-11 16,-21 14-3-16,-13 17-5 0,-17 14-16 15,1 17-21-15,-10 16-20 0,-32 28-40 0,5 10-75 16,13 11-146-16,48-15-168 0,14-2-262 16,14-2 14-16,21-4 80 0,29-11-524 15,8-3-649-15</inkml:trace>
  <inkml:trace contextRef="#ctx0" brushRef="#br0" timeOffset="103447.77">21189 11215 3040 0,'-29'-14'-104'0,"-3"5"32"0,-10 2 42 0,-8 8 43 16,-14 7 37-16,-9 9 44 0,-22 12 50 0,-1 8 40 15,1 9 23-15,8 10 21 0,7 4 9 16,11 5 9-16,16 2 9 0,14 2 3 0,23-8 2 16,7 2-9-16,18 2-15 0,9 2-13 15,21 10-22-15,6-6-28 0,11-11-16 0,3-6-11 16,5-6-12-16,-6-15-8 0,5-6-17 16,-1-8-6-16,1-5-13 0,2-10-6 0,-2-8-11 15,0-6-7-15,-4-6-10 16,0-5-5-16,-7-13-5 0,-4-5-5 0,4-19-1 0,-16 6-8 15,5-20-10-15,-11-12-30 16,-6-6-27-16,-12-7-29 0,-8 15-19 0,-8 2-14 16,-11-13-4-16,-11 11-6 0,-15 10-9 15,1 23-17-15,-11 10-29 0,-31 8-47 0,4 18-65 16,-14 13-54-16,-28 13-64 0,-16 12-92 16,-6 19-184-16,-35 29-6 0,-1 13 70 0,5 3-393 15,15 5-473-15</inkml:trace>
  <inkml:trace contextRef="#ctx0" brushRef="#br0" timeOffset="104096.46">18961 13482 2994 0,'-10'-6'62'0,"1"4"-1"0,-4 2 32 0,13 0 46 0,-46 17 29 0,14 0 24 0,-15 9 10 0,2 8 13 16,-3 5 15-16,5 2 10 0,1 10 4 0,5-3 11 15,7 8 21-15,4 4-7 0,6-2-11 16,8 0-17-16,9-1-8 0,9 1-22 16,13-3-20-16,7 0-9 0,22 7-11 15,12-8-16-15,4-5-12 0,-6-18-15 0,3-4-13 16,1-10-12-16,1-9-8 0,4-3-11 16,-3-11-7-16,-3-4-9 0,2-9-4 0,-2-7-32 15,-2-5-32-15,11-18 0 0,-9-9 0 16,0-6 0-16,-9-8 0 0,-6-7 0 15,-2-6 0-15,-10-8 0 0,-4-5 0 0,-10-1 0 16,-7 0 0-16,-10 23 0 0,-12 7 0 16,-6 5 0-16,-10 13 0 0,-15 3 0 0,-15 14 0 15,-14 10 0-15,-30 7 0 16,15 10-72-16,-6 10-36 0,-25 11-51 0,0 13-62 16,3 8-98-16,1 12-145 0,8 6-180 15,10-3-213-15,11 1 73 0,13-5 85 0,24-7-615 16,12-7-772-16</inkml:trace>
  <inkml:trace contextRef="#ctx0" brushRef="#br0" timeOffset="104795.45">23864 13906 3814 0,'-61'6'-13'0,"-9"11"38"0,-29 14 44 0,-2 13 46 0,-6 3 30 16,-2 7 38-16,12 6 25 0,2 4 24 0,11 7 21 15,8 1 0-15,15 4-10 0,12-1-13 16,11 2-13-16,16-15-16 0,11 1-10 0,10 0-14 15,8 0-22-15,8-3-12 0,8-6-21 16,5-4-12-16,10-6-26 0,7-6-35 16,2-6-31-16,3-8-15 0,-3-7-10 0,-1-7-4 15,-1-8-5-15,12-9 1 0,3-13-2 16,-1-9 4-16,12-18 0 0,-1-12-4 16,-3-11 4-16,-5-10 2 0,1-10 2 15,-4-11 0-15,-3-8 15 0,-11-3-18 0,-4-4 2 0,-14 0-7 16,-15 13 1-16,-13 26 4 15,-17 8-9-15,-24 1 1 0,-20 13-20 0,-24 14-40 16,-15 16-55-16,-8 13-56 0,-13 12-90 16,-5 17-115-16,-5 12-181 0,-9 10-189 0,-35 25 72 15,49-14 76-15,5 1-469 0,6-6-558 16</inkml:trace>
  <inkml:trace contextRef="#ctx0" brushRef="#br0" timeOffset="109778.07">3125 12673 3812 0,'-18'9'119'0,"2"1"0"0,0 0 7 0,-1 2-21 0,0 0-8 16,2 0 14-16,1-2-2 0,3-1 0 0,4-4-1 15,0 2 0-15,4-1 12 0,3-6 37 16,0 0 38-16,30 4 3 0,14-11-4 0,25-8-13 16,31-13-12-16,13-9-16 0,13-8-18 15,3-3-10-15,-2-1-14 0,-7-1-11 0,-10 1-30 16,-13 3-3-16,-10 5-8 0,-26 11-1 16,-11 1-7-16,-8 4-10 0,-12 5 4 15,-7 1-17-15,-7 1-33 0,-5 7-27 16,-1-3-33-16,-7 3-34 0,2 1-43 15,-3-2-43-15,0 5-46 0,-2 0-57 0,0 7-58 16,0-5-58-16,0 5-59 0,0 0-89 16,0 0-139-16,-31 21 65 0,6 4-412 0,-9 12-511 15</inkml:trace>
  <inkml:trace contextRef="#ctx0" brushRef="#br0" timeOffset="112443.87">5411 11089 2784 0,'0'0'-82'0,"0"0"31"0,0 0 22 0,0 0 20 0,0 0 25 0,-16-11 19 0,16 11 17 0,-4-7 17 15,4 7 16-15,-5-7 6 0,5 7 3 0,-3-8-7 16,3 8 4-16,-2-4-5 0,2 4-2 16,0 0 5-16,-4-6 9 0,4 6-7 15,0 0 1-15,0 0-4 0,0-7-6 16,0 7 4-16,0 0-6 0,0 0 6 0,0 0-7 15,4-10-8-15,-4 10-8 0,8-4-6 16,-8 4-9-16,13-2-4 0,-4 1-3 0,5 2-8 16,-1-1-1-16,8 4 0 0,4-1-8 15,10 4 0-15,2 3 3 0,1 3-7 16,3-2 0-16,8 3-1 0,-7-2 0 0,0-2 2 16,8 5-5-16,-9-5 0 0,-3-3-6 15,-2 2 3-15,1 0-3 0,-10-2-2 0,-5-3-1 16,0 4-1-16,-5-4-2 0,-2 2 1 15,2 1-1-15,-5-3-3 0,0-1 2 16,0 2-1-16,-2-1 4 0,-1 1-1 16,3-2-2-16,-3 1 1 0,0-2 1 0,3 4 2 15,-4-2-5-15,1-1 5 0,1 0 0 16,-1 2 0-16,3-1-4 0,-2 1-1 0,-1 0-1 16,0-1 0-16,1 2-1 0,0-1 3 15,-1 3 0-15,3-2 1 0,-3 1 0 0,0 0-1 16,3 2 0-16,1-2-2 0,1 1 3 15,-3 2 2-15,6-1-4 0,0-1 1 0,3 4-1 16,8 0 5-16,3 2-1 0,-1 0 2 16,-1 0 3-16,2 0 7 0,-6-1 0 0,2 1 0 15,-4-4-2-15,-1 1 0 16,-6-3 1-16,4 2-6 0,-8-4 4 0,4 1-6 16,-3-1 4-16,-1 0-4 0,-1 0-4 15,0 0-1-15,-1-2 0 0,0 1 1 16,-1 1 3-16,-1-1-5 0,2 0 0 0,-5-1 0 15,2-1-1-15,0 2 1 0,-2-2-2 16,1 1 2-16,1 1-2 0,-1-2 2 0,0 3-1 16,2-1 0-16,1 2 2 0,0-1-1 15,9 5 2-15,-1-3-2 0,9 6 1 0,6 0 2 16,-2 0 1-16,2-1 0 16,-1 1-3-16,1-1-2 0,-3 1 4 0,0-1-5 0,-9-4 0 15,-3 0-2-15,-2-1 1 16,-1-2 3-16,-3 1-6 0,-2-2 4 0,3 0 0 0,-4 0 1 15,1-1 4-15,-1-1-2 16,-2 2 2-16,1-1 29 0,3-1 17 0,-4 0-1 16,1-1 0-16,-1 2-10 0,1-2 0 15,-1 3-2-15,-6-5-3 0,12 5-7 0,-7-2 2 16,-5-3 5-16,10 4 12 0,-10-4 12 16,5 4 11-16,-5-4 10 0,0 0 5 0,0 0 8 15,12 4 5-15,-12-4-3 16,0 0-3-16,0 0-1 0,0 0-6 0,11 2-6 15,-11-2-9-15,0 0-5 0,0 0-8 0,0 0-3 16,0 0-10-16,0 0-4 16,0 0-3-16,0 0-33 0,4 3-71 0,-4-3-93 15,0 0-127-15,0 0-143 0,0 0-141 16,0 0-246-16,-42-2 68 0,31 4 86 0,-8 0-515 16,1 3-641-16</inkml:trace>
  <inkml:trace contextRef="#ctx0" brushRef="#br0" timeOffset="113294.75">7455 12505 3197 0,'0'-9'-77'0,"2"0"23"0,0 3 30 0,-4 1 25 0,2 5 22 0,0-9 8 15,0 9 6-15,0 0-4 0,-10-4 3 16,10 4 15-16,-29 14 29 0,0 3 25 0,-10 10 20 16,-7 3 23-16,-4 6 20 0,1 2 18 15,-12 10 7-15,10-9-5 0,-10 11 1 0,15-11-1 16,2 3 3-16,0-3-19 0,4-3 9 16,8-3-18-16,5-8-19 0,6-3-7 15,0 1-20-15,6-8-5 0,2-1-14 16,3-6-8-16,0 3-12 0,3-5-2 15,1 2-8-15,0-2-6 0,0-2-11 0,6-4-5 16,-7 8-8-16,7-8-36 0,-5 7-31 16,5-7-53-16,0 0-88 0,-8 2-119 0,8-2-110 15,0 0-121-15,0 0-165 0,-5-16-19 16,7 9 82-16,3-3-449 0,4-4-544 0</inkml:trace>
  <inkml:trace contextRef="#ctx0" brushRef="#br0" timeOffset="113677.11">7321 12530 2943 0,'4'-12'40'0,"-1"0"19"15,-1 4 9-15,3 1-5 0,-1 2-2 16,-4 5 7-16,7-5 36 0,-7 5 32 0,0 0 14 15,34 17 9-15,-7 3-8 0,9 7-9 16,5 4-12-16,-4 6-2 0,-1-1-6 16,2 2 5-16,3-1-10 0,-3 2 2 0,0 2 9 15,3 0 27-15,0 2 16 16,2-3-2-16,0-2 0 0,-5-7 15 0,0 0-1 16,-12-11-1-16,3 1-9 0,-6-6 2 15,-6-3-2-15,0-2 3 0,-7 0 1 0,-3-5 2 16,3 2-1-16,-2-5-16 0,-5 3-16 15,-3-5-12-15,9 8-15 0,-9-8-15 0,7 4-37 16,-7-4-67-16,0 0 0 0,0 0-91 16,0 0-126-16,0 0-99 0,0 0-137 0,0 0-154 15,-33 0-258-15,14 0 48 0,-2 0 88 16,-2 3-664-16,4-2-846 0</inkml:trace>
  <inkml:trace contextRef="#ctx0" brushRef="#br0" timeOffset="115177.45">18926 11286 1061 0,'-11'-9'359'0,"2"0"-123"0,-1 3-61 0,2 1 0 0,5-2-10 0,-3 0 1 0,3 2 3 16,3 5-6-16,-8-10 22 0,3 4 9 0,5 6-8 16,-1-7-12-16,1 7-14 0,-6-6-15 15,6 6-15-15,0 0-13 0,0 0-11 0,0 0-9 16,12-6-8-16,-12 6-4 0,19 7-8 16,-4 0-4-16,2 2 0 0,10 3 2 15,3 0 9-15,4 2-2 0,2 1-4 16,11 0-7-16,-2 2-6 0,1 1-5 0,-6-7-8 15,1 1-1-15,-4 0-5 0,-1 0-6 16,0-1-4-16,-1-1-3 0,-3-2 0 16,-7 1-7-16,-2-1-5 0,-2-2 1 0,0 1-2 15,-4-3 2-15,1 2-5 0,-4 0 0 16,2 0-2-16,1 0 7 0,-1-1 19 0,-4-1 7 16,6 4 0-16,-1-3 12 0,6 3 8 15,3 3-7-15,7-1-7 0,-3 2-4 16,-3-3-3-16,-7-1-4 0,2-1-7 0,-5-2 0 15,-4 2-5-15,5-2-3 0,-4 0-4 0,0 0 1 16,7 2-1-16,0 2 10 16,8 2 5-16,3-2 7 0,0 1-8 0,4 2 1 15,3-3-7-15,1 1 3 0,-2 0-7 16,1 1 3-16,0 1-6 0,-1-2-4 0,-2 1-3 16,0-1 2-16,-4 0-8 0,-8-3-1 15,-7-2-2-15,-2 0 3 0,-1-2-1 0,1 3 2 16,-6-3-5-16,3 1 2 0,-3-2-3 15,-9-2 23-15,18 5 17 0,-9-2 0 0,2 1 1 16,1-3-4-16,-3 1-3 16,2 0-6-16,1 1-1 0,-1 0-8 0,1-1 5 15,-12-2-14-15,19 4 5 0,-11-3-5 16,-8-1 2-16,15 4-3 0,-15-4 3 0,11 3-6 16,-11-3-6-16,0 0 7 0,14 2 15 15,-14-2 1-15,0 0 5 0,9 2 6 16,-9-2-5-16,0 0 5 0,0 0-4 0,0 0-5 15,0 0 1-15,0 0-8 0,16 1 3 16,-16-1-6-16,0 0-1 0,0 0-10 0,0 0-42 16,0 0-79-16,0 0-107 0,0 0-137 15,0 0-143-15,0 0-154 0,0 0-189 0,0 0 78 16,-45 5 91-16,31 0-549 16,-13 9-682-16</inkml:trace>
  <inkml:trace contextRef="#ctx0" brushRef="#br0" timeOffset="116160.92">20724 12586 3167 0,'4'-10'-112'0,"-4"6"26"0,0-4 20 0,0 8 28 0,2-10 29 0,0 6 25 0,-1-1 24 16,1-3 24-16,-2 8 16 0,6-10-1 16,-4 4 6-16,-1 3 4 0,-1 3 11 0,5-10 9 15,-1 6-1-15,-4 4-4 0,2-10 0 16,-2 10-10-16,3-5-8 0,-3 5-12 0,0 0 0 15,0-6-10-15,0 6-7 0,0 0-10 16,0-7-3-16,0 7-6 0,0 0-1 16,0 0-7-16,0 0-2 0,0 0-2 15,0 0 7-15,-34 13 11 0,13 4 5 0,-6 4 11 16,-9 6 12-16,-4 8 18 0,-4 1 15 16,-5 5 12-16,-12 10 1 0,-3 3 0 0,3-1 9 15,7 2 4-15,8-12 6 0,0-2 3 16,4 1 3-16,2-1-4 0,2 2-6 15,1-4-2-15,3-3-4 0,0 1-3 0,3-4 1 16,7-4-6-16,1-4-7 0,0-1-1 16,6-2-13-16,4-6-4 0,2-2-2 15,2-6-4-15,0 1 18 0,4-3-2 16,-1 0 4-16,1 0 2 0,4-1-4 0,1-5-2 16,-6 6-61-16,6-6-43 0,-4 8 0 15,4-8 0-15,0 0 0 0,-3 6 0 0,3-6 0 16,0 0 0-16,0 0 0 0,0 0 0 15,0 0 0-15,0 0 0 0,0 0 0 0,0 0-42 16,0 0-373-16,0 0-158 0,0 0-195 16,2-20-127-16,1 13 95 0,3-3-798 0,2 0-1038 15</inkml:trace>
  <inkml:trace contextRef="#ctx0" brushRef="#br0" timeOffset="116792.85">21221 12547 4509 0,'-5'-12'-151'0,"-1"2"27"0,4 3 34 0,0-3 41 0,4 2 23 0,-2-1 41 0,4 1 32 0,1 0 24 0,-3 0 8 16,4 3-7-16,-1 1 0 16,-5 4 6-16,22 4 21 0,-5 6 8 0,10 10 13 15,7 11 9-15,4 8 9 0,4 4-2 16,11 16 1-16,5 1-6 0,2 5-10 0,3 1 13 15,0-4-9-15,-4-3-16 0,0-2-9 16,-1-1-10-16,-13-12 11 0,-1-1-1 16,2-4 4-16,-6-3-2 0,-2-2-5 0,-2-2 28 15,-4-1 6-15,-7-7 4 0,0-1 9 16,-4-2-10-16,-4-4-7 0,-4-3-5 0,-1-2-4 16,-1-3-3-16,-1 2 0 15,-2-4-3-15,-1 1-5 0,1-1-84 0,-5-3-23 16,6 2 0-16,-6 0 0 0,3-3 0 15,-2 0 0-15,-4-3 0 0,7 6 0 0,-7-6 0 16,5 5 0-16,-5-5 0 0,0 0 0 16,0 0 0-16,0 0 0 0,0 0-486 0,0 0-141 15,0 0-154-15,0 0-97 0,-14-19 88 16,3 13-784-16,-3 2-1017 0</inkml:trace>
  <inkml:trace contextRef="#ctx0" brushRef="#br0" timeOffset="120626.28">14608 10061 4079 0,'0'-6'-208'0,"0"-3"37"0,0-1 24 0,-2 0 18 0,2-1 30 0,-1-1 22 0,-3 2 21 16,-2-3 21-16,1-2 4 0,-4 1 2 16,-2 2 8-16,-1-1 3 0,-4 1 3 15,-4 4-2-15,2 0 13 0,-5 2 12 16,-6 2 7-16,1 4 8 0,-14 4 7 0,-1 2 7 15,-7 8 3-15,-4 5 16 0,0 6 5 0,-1 4 8 16,-13 17 9-16,-3 2 6 16,3 3 11-16,2 5 0 0,6 5-11 0,2 3 10 15,11 2 6-15,6 1-2 0,10-13-12 16,6 1-2-16,8 3-7 0,6-1-1 0,9 0 2 16,7-1 12-16,15-1 0 0,12-3-1 15,21 4 1-15,11-4-13 0,13-8-3 0,13-8-9 16,5-8-6-16,5-6-3 0,9-9-8 15,6-10-3-15,3-6-4 0,-6-11-3 16,-5-6 6-16,-10-4 22 0,-9-1 6 16,-9-10 3-16,-25 0 4 0,-4-5-5 0,-9-7-4 15,-4-3-8-15,-2-24-4 0,-17 10-10 16,-6-8-4-16,-12-2-10 0,-10-2 4 0,-16-24-9 16,-13 16-3-16,-6 5-7 0,-14 14-6 15,-8 14-8-15,-8 13-31 0,3 17-25 0,-8 10-41 16,-10 11-40-16,-32 15-59 0,-1 12-69 15,-7 9-86-15,-2 8-135 0,8 4-227 0,13 0 54 16,3 5 74-16,12 3-334 0,6-2-395 16</inkml:trace>
  <inkml:trace contextRef="#ctx0" brushRef="#br0" timeOffset="121292.99">12413 11894 2414 0,'-21'-17'-29'0,"-4"2"12"0,-4-1 14 0,-5 6 11 0,-2 3 18 0,-4 6 23 0,-2 2 31 15,-3 4 25-15,-11 9 15 0,3 10 25 16,-2 5 14-16,-6 21 11 0,4 4 1 16,5 9-2-16,11 2-2 0,2 7-6 0,17-9-7 15,2 4-7-15,11-2 2 0,7 2-11 16,11-4-10-16,6 0-12 0,14-5-6 0,13 8-10 15,9-6-11-15,10-8-5 0,10-9-5 16,5-6-11-16,8-7-4 0,-7-16-7 16,8-6-3-16,2-10-7 0,23-8-4 0,-8-11-3 15,2-4-7-15,-9-12 0 0,-8-5-4 16,-5-7-1-16,-13-7-5 0,-10-9 0 0,-12-7-4 16,-9-10-1-16,-15-7-6 0,-12-5-1 15,-11 12 2-15,-13-19-7 0,-12-1-6 16,-11 0-18-16,-13 10-8 0,-11 9-9 15,-8 17-6-15,-4 14-14 0,-7 19-17 0,9 16-31 16,-6 16-27-16,-8 8-44 0,-25 17-37 16,0 10-32-16,-4 11-38 0,0 7-59 0,2 10-60 15,-1 7-220-15,3-1 46 0,11 1 65 16,2-5-164-16,12 4-168 0</inkml:trace>
  <inkml:trace contextRef="#ctx0" brushRef="#br0" timeOffset="121975.56">10948 14010 1916 0,'-16'-10'77'0,"3"-3"19"0,-2 5 9 0,-2 4-3 0,-1 0-1 16,-3 3 7-16,1 2 12 0,-14 7 14 0,-1 10 16 0,-9 7 9 15,1 12 6-15,-2 5 6 0,-4 20 3 16,0 10-3-16,2 7 11 0,10 5-3 15,2 0-12-15,9 2-9 0,4 1-13 16,11-15-14-16,9 1-9 0,6-3-4 0,9 0-2 16,20 9 14-16,11-11-11 0,9-6-4 15,12-10-6-15,17-10-11 0,11-9-2 16,14-9-8-16,7-11-10 0,12-9-7 0,5-10-3 16,-1-11-7-16,-2-10-7 0,-8-10 5 15,-16-1 4-15,-12-13 8 0,-14-7 7 0,-15-6 6 16,-13-7 7-16,-16-7-1 15,-15-13 1-15,-16-11-16 0,-10-5-10 0,-11-11-9 16,-15-5-3-16,-6 2-13 0,-11 1 0 16,-29-27-13-16,13 45-12 0,-6 10 4 0,-3 20-9 15,-2 13-9-15,1 19-14 0,10 20-18 16,-7 15-13-16,-3 10-14 0,-16 15-15 0,3 16-18 16,8 10-32-16,6 8-39 0,5 8-61 15,14 6-75-15,6 1-73 0,23-9-86 0,2-3-106 16,13-3-169-16,6-11 68 0,10-2-451 15,5-3-585-15</inkml:trace>
  <inkml:trace contextRef="#ctx0" brushRef="#br0" timeOffset="122592.11">13903 14535 2993 0,'-5'-23'-78'16,"-1"5"25"-16,-2-1 25 0,1-4 36 0,-4-6 33 0,-2-1 20 0,-3 1 22 0,-2-1 17 0,0 5 18 0,-2-1-5 15,-1 5-3-15,-4 4-3 0,3 5-3 0,-1 8 10 16,-6 6 10-16,-21 12 12 15,0 9 15-15,-6 8 6 0,-8 15 3 0,4 9 9 16,1 3 6-16,21-10-1 0,8 1-4 16,7 3-1-16,7-1-2 0,12-6-26 0,8-4 0 15,16 7-15-15,10 1-3 0,13-10-10 16,15-6-6-16,26 1-14 0,9-10-14 0,-9-13-3 16,4-10-8-16,25-12-12 0,-5-4-2 15,1-9 4-15,-9-8-15 0,-8-3 3 16,-12-6-6-16,-10-9-2 0,-16-5-4 0,-20 2 18 15,-11-10 1-15,-10-8 1 0,-13-5-11 16,-13-22-7-16,-13-6 17 0,-10 3-9 16,-13 4-5-16,-4 6-5 0,-3 10-4 15,-3 18-10-15,10 25-1 0,-8 9-9 0,-6 11-42 16,-5 11-30-16,-5 10-65 0,1 9-70 16,-1 7-111-16,-8 15-109 0,0 4-126 0,15 9-199 15,7 5-31-15,12-12 94 0,8 1-541 16,4-2-684-16</inkml:trace>
  <inkml:trace contextRef="#ctx0" brushRef="#br0" timeOffset="124176.59">26504 9857 3033 0,'-20'-20'-179'0,"0"1"29"0,-7 4 33 0,-1 2 28 0,-5 7 29 0,-1 4 32 15,-8 6 31-15,-16 11 34 0,2 7 31 0,-23 17 24 16,-1 14 19-16,-1 13 17 0,4 2 15 16,3 8 0-16,10 3 6 0,4 2 1 0,10 1 0 15,13-3-13-15,13-15-4 0,12 0-7 16,7 1-4-16,17 0 0 0,17 12 0 0,18-5-2 15,14-3-10-15,12-7-10 16,8-7-10-16,9-9-7 0,8-9-8 0,4-6-6 16,1-10-8-16,2-10-6 0,-17-8-4 15,-1-9-5-15,16-12-6 0,-4-11-5 0,-10-10-1 16,-10-7 1-16,-11-10-3 0,-9-10-4 16,-9-11-4-16,-8-7-6 0,-12-11-3 0,-10-5-2 15,-9-1-4-15,-9-3 0 0,-10-3-3 16,-9 6-11-16,-14 9-2 0,-8 10-6 0,-15 11 2 15,-7 16-2-15,-5 11 2 0,3 21-4 16,-4 8-1-16,-8 12-17 0,1 8-11 0,-6 8-28 16,-15 13-43-16,3 12-82 0,12 8-96 15,8 5-126-15,15 3-257 0,23-13 56 16,10 0 77-16,15-5-274 0,7 1-303 0</inkml:trace>
  <inkml:trace contextRef="#ctx0" brushRef="#br0" timeOffset="124808.13">29452 11350 2250 0,'-17'-20'-37'0,"-4"8"20"0,-10 0 19 0,-5 7 24 0,-8 4 31 0,-13 7 27 0,-4 9 35 0,-4 4 36 0,-14 20 14 15,-4 4 14-15,10 4 8 0,1 5-1 16,4 4-3-16,9 4-9 0,5 0 1 15,20-6-14-15,5 4-6 0,11-2-14 0,8 2-11 16,13 0-5-16,11 0-7 0,11-4-5 16,10 0-9-16,15 5-9 0,9-9-12 0,11-7-6 15,-9-14-11-15,2-9-3 0,3-5-8 16,1-9-3-16,-5-6-8 0,3-5 4 0,-4-11 16 16,-4-6-6-16,-3-8-2 0,-9-10-5 15,0-6-4-15,0-18-1 0,-6-9-7 16,-13 12-9-16,2-16 0 0,-10 5-8 15,-4 1-5-15,-7-2-6 0,-5 4-18 0,-10 3-8 16,-6 11-20-16,-10 6-19 0,-14 11-13 16,-14 8-20-16,-15 11-16 0,-10 11-35 0,-15 6-42 15,-22 16-61-15,-10 11-65 0,-8 7-106 16,-1 12-213-16,-45 22-30 0,3 5 78 16,0 8-342-16,9 12-397 0</inkml:trace>
  <inkml:trace contextRef="#ctx0" brushRef="#br0" timeOffset="125375.39">26940 13544 2725 0,'-2'-24'55'0,"-4"5"27"0,1 2 14 0,-3 7 18 0,-5 0 12 0,-10 3 29 0,-1 7 11 16,-19 7 16-16,-11 15 15 0,-21 15 6 0,-1 8 10 16,1 8-6-16,5 9 6 0,0 5 1 15,6 5-2-15,3 3-6 0,12-1-10 0,6 1-14 16,19-12-13-16,9 1-19 0,7 2-11 16,8-4-9-16,13 1 0 0,16-4-28 15,15 8-8-15,14-8-9 0,6-9-3 16,6-11-11-16,16-6-12 0,4-10-5 15,-11-10-5-15,2-9 3 0,-3-10-9 0,19-13 1 16,-13-10-15-16,-4-14 4 0,-11-13-4 16,-2-14-6-16,-17-13 1 0,-1-13-4 0,-12-11 11 15,-1-4-12-15,-7-10-18 0,-6-7-20 16,-7 4-7-16,-11 8-8 0,-8 34 0 0,-6 3 1 16,-7 17-1-16,-11 6-6 15,-9 15-22-15,-10 10-20 0,-7 14-17 0,-6 10-33 16,-10 14-55-16,-2 8-67 0,-14 19-80 15,-3 12-90-15,5 12-122 0,6 5-194 0,3 4 47 16,7-1 90-16,12 5-428 0,14-3-504 16</inkml:trace>
  <inkml:trace contextRef="#ctx0" brushRef="#br0" timeOffset="125974.56">30441 13575 2986 0,'-32'-7'-18'0,"-11"5"23"0,-11 11 38 0,-7 6 36 0,0 7 36 0,2 7 29 0,2 5 13 0,7 7 13 15,10 2 23-15,6 6 5 0,12 4 10 16,15 3 3-16,11 2 1 0,12 1-9 0,21 12-9 16,14-3-20-16,8-6-16 0,8-8-14 15,4-7-14-15,3-9-13 0,-13-14-10 0,3-7-12 16,1-7-4-16,-1-8-6 0,-3-7-11 15,-3-9 1-15,-4-8 1 0,-3-5 6 0,-7-12 10 16,-5-11-3-16,-3-20-13 16,-6-5-3-16,-7-7-13 0,-10 7-3 0,-5-25-9 15,-7 18-4-15,-2 0-11 0,-9-13-11 16,-4 25-25-16,-4 5-41 0,-13 7-41 0,-8 11-66 16,-13 11-54-16,-11 10-96 0,-5 13-119 15,-11 7-130-15,-3 8-246 0,-4 6 81 16,-15 11 69-16,-1 5-438 0,-2 10-554 15</inkml:trace>
  <inkml:trace contextRef="#ctx0" brushRef="#br0" timeOffset="132858.32">15842 9881 951 0,'-8'-13'124'0,"0"2"-14"0,4 3 6 0,1 1-3 0,1 2-12 16,2 5-11-16,-6-7-14 0,6 7-12 0,-4-7-11 16,4 7-9-16,-3-5-6 0,3 5-2 15,0 0-2-15,0 0-1 0,0 0-1 16,-18 10-1-16,13-5 5 0,1 2 12 0,-2 2 16 16,-2 1-4-16,3 4 1 0,-5 5 5 15,-2 8 7-15,1 5 11 0,0 2-7 16,1 5-3-16,1 0-3 0,1 4 15 15,-2 8 9-15,5 2-1 0,-3 2-3 0,5 4 1 16,-1-1 4-16,-2 4 7 0,5-2 0 16,-4 0 1-16,7 2-3 0,-2-2-5 0,3 0-9 15,0 4 2-15,1-2 3 0,1 4-5 16,3-3-5-16,-3 0-12 0,2 3-4 0,-2-3-4 16,-1 1-5-16,0 1-4 0,-4-2-4 15,-4-1-1-15,0-2-1 0,-6-2 27 16,3-1 2-16,-4-3-2 0,-1-2-4 0,1-2 2 15,-2-2-2-15,2-9-3 0,2 1 3 0,0-2-4 16,4-1-4-16,-4-3 1 16,4 3-4-16,-1 2 39 0,2-3-5 0,1 1-8 15,-4 4-4-15,5-2 2 0,-3 15-10 16,-3-3 27-16,5 5-8 0,-5-2-11 0,-2 0-1 16,5-4-11-16,-3-7 3 0,5-4-11 15,-6 4-3-15,6-1-1 0,-3-2-4 0,0 3-2 16,5 0 1-16,-1-5-8 0,-2 6-7 15,2-5-2-15,2 2 0 0,-2 0-5 16,2 1 1-16,-4 1-5 0,0-2 1 0,2 4-6 16,-1 8 2-16,-5-2-2 0,1 0-3 15,-2 0-1-15,2-10 2 0,-6 6-7 0,5-7 4 16,-1-3-1-16,-3-1-8 16,0 0 1-16,5-2 2 0,-2 1 3 0,1-4-8 15,-2 2 5-15,3-2-2 0,1-1-1 16,-1-4 3-16,0-2-6 0,0 6 6 0,3-5-2 15,1-1 1-15,-3 11-6 0,4-6 6 16,-6 5 3-16,4 0-6 0,2 2-5 0,-1 1 9 16,-1 4-6-16,0-3 0 0,1 5-4 15,-4-1-3-15,0 9 6 0,1-8-2 0,4-1 4 16,-1-1-1-16,-3 2-1 0,3 2-1 16,-6 9 7-16,5 4-7 0,-1-4 65 15,-2 5 0-15,1-1-1 0,-4 4-9 16,2 1 6-16,-3 0 19 0,-1-1-3 0,3-1-7 15,2-2-5-15,0-16 17 0,4-2-80 16,-3-3-4-16,2-4 0 0,2-6 0 0,1-7 0 16,-1-6 0-16,0-1 0 0,0-2 0 15,2-2 0-15,0-1 0 0,0-1 0 0,0-1 0 16,0-7 0-16,0 12 0 0,0-12 0 16,-2 8 0-16,2-8 0 0,0 0 0 0,0 0 0 15,-12-17 0-15,7 2 0 0,-6-14-354 16,0-5-208-16,4-6-168 0,2-18-187 15,-3-6 92-15,4-11-809 0,0-26-1071 16</inkml:trace>
  <inkml:trace contextRef="#ctx0" brushRef="#br0" timeOffset="133609.93">16076 10256 4060 0,'6'-7'-277'0,"-4"5"26"0,-2 2 27 0,0 0 25 0,0 0 33 0,-25 13 25 16,10-1 22-16,-6 5 20 15,-8 5 16-15,2-1 15 0,0 2 9 0,1 1 7 16,1-2 8-16,-1 2 2 0,-1 0 7 16,4-2 3-16,2 2 5 0,0-3 2 0,2-1 2 15,3-1 3-15,5-4-2 0,0 3-18 16,-1-3-26-16,1 3-28 0,0-3-54 0,-1 1-101 15,-1-1-246-15,1-1-1 0</inkml:trace>
  <inkml:trace contextRef="#ctx0" brushRef="#br0" timeOffset="133858.47">15876 10865 1514 0,'13'-14'85'0,"-5"2"35"0,-1 0 29 0,-1 4 9 16,-2 3 9-16,-1-2-19 0,-3 7-18 16,0 0-12-16,0 0-6 0,0 0-7 0,-34 17-5 15,9 6-8-15,-3 8-10 0,-5 2-10 16,1 9-10-16,3-1-4 0,1 0-1 0,2 0-8 16,3-3-3-16,0 1-27 0,6-6-36 15,-1-2-33-15,3 2-49 0,-2-2-71 0,1-2-83 16,3-2-111-16,4-6-144 15,3-4-166-15,-2-3-170 0</inkml:trace>
  <inkml:trace contextRef="#ctx0" brushRef="#br0" timeOffset="134057.95">15799 11476 1898 0,'-5'7'-8'15,"-3"0"10"-15,-1 1 10 0,-3 1 7 16,-1 5-2-16,-3 0 4 0,-4 4-4 0,1 1 0 16,-3 5-3-16,2 1-6 15,-1-2-23-15,-1 5-35 0,4-4-49 0,0 2-78 16,7-6-138-16,-1-3-148 0,5-1 29 16</inkml:trace>
  <inkml:trace contextRef="#ctx0" brushRef="#br0" timeOffset="134259.97">15879 11732 1476 0,'0'0'109'0,"0"0"-8"15,0 0 6-15,0 0 6 0,-16 16 7 16,6-7 0-16,-3 7 2 0,1-1-4 16,-7 6-10-16,4 3-11 0,-2 3-11 0,-1 0-4 15,4 4-10-15,-4 1-10 16,3-3-5-16,1 0-16 0,0 0-26 0,-4 0-32 0,3-1-37 15,-2-1-35-15,-1-5-75 16,5-2-83-16,4-2-118 0,-5-5-96 0,7-1-87 16,-1-2-49-16</inkml:trace>
  <inkml:trace contextRef="#ctx0" brushRef="#br0" timeOffset="134474.32">15729 12225 1603 0,'0'0'101'0,"7"-3"0"15,-7 3-13-15,0 0-3 0,0 0 11 0,0 0 9 16,-2 17 0-16,-5-4-1 16,-2 5 1-16,-7 9-10 0,1 4-8 0,-2 2-12 15,-2 8-3-15,0 0-6 0,-1 1-8 16,8-6-1-16,-2-3-10 0,3 2-11 0,0-2-41 16,-1-1-19-16,2-1-42 0,1-9-87 15,4-1-107-15,-4-1-161 0,0-1-45 0,3-5-109 16,5-3-77-16</inkml:trace>
  <inkml:trace contextRef="#ctx0" brushRef="#br0" timeOffset="134873.66">15765 12845 1658 0,'-2'10'76'0,"0"-1"19"0,-1 1 19 0,-3 0 18 15,-1 2 17-15,-4-3 10 0,2 4 3 16,0-3-10-16,-3 8-11 0,-1-3-14 0,-3 11-11 15,0-2-11-15,-4 6-2 0,-5 8-14 16,3 4-15-16,-5 1-6 0,-1 6-17 0,-3 4-2 16,3 2-23-16,-3 3-17 0,1 0-27 15,1-2-24-15,8-3-21 0,0-5-18 16,9-13-24-16,3-2-3 0,7-8 5 0,2-11-14 16,8-3-10-16,-1-7 11 15,5-4 8-15,1 0 14 0,5-8 33 0,0-1 35 16,7-9 40-16,-2 1 43 0,-2-1 55 15,-8 3 36-15,-2 5 17 0,0 1 9 0,-6 4-17 16,1 0-22-16,-6 5-5 0,0 0 12 16,0 0-6-16,0 0-10 0,-13 38-7 0,1-8-16 15,-3 1-12-15,-1 1-7 0,-2 11-11 16,-2 6-8-16,-3 2-5 0,0-1-34 0,5 1-31 16,-4-2-33-16,4-3-26 0,-3-3-27 15,5-9-53-15,1-1-40 0,-2-3-41 16,4-3-38-16,-3-4-42 0,7-4-63 0,0-7-97 15,0-4-44-15,4 0-152 0,3-3-156 16</inkml:trace>
  <inkml:trace contextRef="#ctx0" brushRef="#br0" timeOffset="135072.93">15178 14330 1729 0,'0'0'28'0,"-2"8"44"0,1-1 23 0,-5 5 22 16,-2 7 24-16,-3 8 7 0,-4 2-4 16,-1 5-5-16,3 2-9 0,1 3-8 0,-3 4-10 15,3-5-20-15,3-3-3 0,4 1-17 16,-3-2-2-16,5-9-13 0,-2 2-41 15,1-6-37-15,2-3-34 0,2-1-36 0,-1 1-28 16,1-5-5-16,0 1 2 0,-2-3-17 16,0 2-3-16,0 1 14 0,0-3 11 15,-1 3 14-15,-1 0 13 0,-5 0 16 16,6-1 4-16,-5 3 8 0,1-3-5 0,-3 4-29 16,2-3-50-16,-1 1-96 0,2-1-223 15,-2-1 29-15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2:54:47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22765 4705 2562 0,'0'0'361'0,"2"-10"-52"0,-2 10-36 0,0-12-12 15,0 12-6-15,0-8-13 0,0 8-21 0,0 0-25 16,0-9-14-16,0 9-18 0,0 0-17 16,0 0-20-16,0 0-1 0,0 0 6 0,0 0 3 15,2 34 8-15,-2-10-6 0,-2 3-11 16,0 13-2-16,0 1 17 0,-2-1 7 0,3 4-6 15,-1-3-14-15,-3-2-12 0,1 1-3 16,3-2 2-16,-5-3 2 0,4-10 0 16,-2-4 2-16,4-1 0 0,-3-3-3 0,1-1-1 15,-2-5 2-15,4 1-1 0,-2-3 5 16,2-1-113-16,-1-2-8 0,1-6 0 16,0 13 0-16,0-13 0 0,-7 4 0 15,7-4 0-15,0 0 0 0,-15-17 0 0,12 8 0 16,-8-7 0-16,0 0 0 0,0-1 0 15,1 0 0-15,-3 5 0 0,4 0 0 0,-7 4 0 16,1 2 0-16,-2 3 0 0,-3 3 0 16,-4 4 0-16,3 3 0 0,-7 7 0 0,3 1 0 15,1 6 0-15,4-1 0 0,3 3 0 16,2 2 0-16,3 3 0 0,3-3 0 0,5-2 0 16,-2 0 0-16,6 2 0 0,0 0 0 15,2-3 0-15,4 3 0 0,-1-4 0 16,5-3 0-16,3-1 0 0,0-1 0 15,9 3 0-15,-1-9 0 0,-3-1 0 0,5-4 0 16,-1-4 0-16,0-1 0 0,3-3 0 16,7-4 0-16,2-3 0 0,-3-4 0 0,-1-2-515 15,-1 1-230-15,-2-3-181 0,-1-1 75 16,-1-3 95-16,0 5-740 0,0-3-942 0</inkml:trace>
  <inkml:trace contextRef="#ctx0" brushRef="#br0" timeOffset="348.76">23068 5204 4412 0,'-18'9'80'0,"9"3"52"0,-2 1 40 0,1-3 32 0,3 2 31 0,-3 2 18 0,5 1 1 0,-4 1-7 0,6-3-2 0,-1 5-16 0,2-6-4 0,2 1-4 15,0 1-4-15,4-2-6 16,-2-2-7-16,3 2-4 0,4-1-12 0,2-3-13 0,0-2-88 15,3-2-87-15,0-4 0 0,4 0 0 16,1-2 0-16,4-6 0 0,-2 1 0 0,0-1 0 16,1-8 0-16,1-1 0 0,-3 3 0 15,-6-9 0-15,0 2 0 0,-3-6 0 16,-3-4 0-16,-5 4 0 0,-3 1 0 16,-1 1 0-16,-3 2 0 0,-2 1 0 0,1 2 0 15,-6 6 0-15,-3-1 0 0,-6 5 0 16,2 5 0-16,-1 2 0 0,-2 4 0 0,-4 1 0 15,-1 3 0-15,1 0 0 0,-8 3 0 16,8 4-442-16,7-5-431 0,-1 3-65 16,3-6 102-16,5 2-899 0,1-2-1168 0</inkml:trace>
  <inkml:trace contextRef="#ctx0" brushRef="#br0" timeOffset="3415.82">24236 5150 4283 0,'0'0'-265'0,"0"0"73"0,0 0 51 0,0 0 50 0,-2-5 50 0,2 5 47 16,0 0 41-16,0 0 42 0,0 0 30 16,0 0 18-16,-2-7 18 0,2 7 8 15,0 0 9-15,0 0-3 0,-2-6-4 0,2 6-5 16,0 0-9-16,0 0-16 0,0 0-4 15,0 0-14-15,-4-7-12 0,4 7-10 0,0 0 0 16,0 0-11-16,0 0-1 0,0 0 3 16,0 0 0-16,0 0 4 0,0 0 4 0,0 0 0 15,0 0-3-15,0 0-4 0,0 0 1 16,0 0-5-16,0 0-13 0,0 0-4 16,-3-7-9-16,3 7 0 0,0 0-6 15,0 0-4-15,0 0-6 0,0 0-9 0,0 0-2 16,0 0-9-16,0 0 8 0,0 0-7 15,0 0-7-15,0 0 0 0,0 0-7 0,0 0-6 16,0 0-3-16,0 0 0 0,0 0 4 16,0 0-2-16,-4 23 4 0,4-11-2 0,0 2-3 15,0 3 2-15,0-1 1 0,-2 3 4 16,0-1-1-16,2-1 12 0,-1 0 1 16,-1 0 10-16,0-5 3 0,-1 0 11 0,1-4 10 15,2 1 14-15,0-2 18 0,-2 0 11 16,2-7 16-16,0 11 16 0,0-11 8 0,0 0-84 15,0 0-52-15,0 0 0 16,0 0 0-16,0 0 0 0,18-36 0 0,-5 6 0 16,1-4 0-16,4-11 0 0,3 3 0 15,-3 11 0-15,-1 4 0 0,-2 3 0 0,-4 5 0 16,-1 6 0-16,-2 2 0 0,-2 5 0 16,1 1 0-16,-2 5 0 0,-5 0 0 0,20 5 0 15,-9 3 0-15,1 2 0 0,1 6 0 16,3 6 0-16,-2-3 0 0,-3-2 0 0,0 0 0 15,0-1 0-15,-6-2 0 0,4-3 0 16,-4 2 0-16,1-3 0 0,-3-3 0 16,1 2 0-16,0-5 0 0,-1 2 0 15,-3-6 0-15,11 7 0 0,-11-7 0 0,0 0 0 16,0 0 0-16,18-17 0 0,-11 9 0 16,2-3 0-16,-4-1 0 0,5 0 0 0,-2 1 0 15,-3 3 0-15,1 2 0 0,-1-1 0 16,1 4 0-16,-6 3 0 0,0 0 0 0,19 7 0 15,-9 0 0-15,0 3 0 0,-1 1 0 16,-2 3 0-16,4-2 0 0,-4 1 0 0,0 1 0 16,1-3 0-16,0 3 0 0,-2-3 0 15,-1-1 0-15,1-2 0 0,-1 1 0 16,2 0 0-16,-4-4 0 0,3 0 0 16,-2-2-381-16,-4-3-163 0,0 0-84 0,21-7-83 15,-12-1-94-15,4-6 40 0,8-4-717 0,1-7-929 16</inkml:trace>
  <inkml:trace contextRef="#ctx0" brushRef="#br0" timeOffset="3781.99">25107 4991 3823 0,'5'-3'-70'0,"-3"-1"50"0,-2 4 22 0,0 0 51 0,0 0 52 0,0 0 44 0,18 11 26 0,-14-6 16 0,1 3 9 16,2 2 10-16,4 4 4 0,-2 3-17 15,0 2-11-15,-1 2 0 0,0-1 6 16,-3 1 8-16,-1-1-1 0,-4 1 5 15,0-2-13-15,-4 2-11 0,-3-3-19 0,-2 3-13 16,-1-2-17-16,-7 3-13 0,-1-5-5 16,5-3-16-16,1-4-8 0,0-1-14 15,-1-5-19-15,2-4-16 0,11 0-20 0,-23-14-23 16,12 0-3-16,6-7-9 0,-6-11-1 16,10-7 1-16,2-2 2 0,6 2 1 0,0 5-4 15,1 3 4-15,-3 9-7 0,2 5-3 16,-2 5 4-16,1 3-1 0,-1 4 4 0,3 3 7 15,-8 2 6-15,0 0 0 0,28 14 0 16,-14-4 4-16,7 11 5 0,0 1-6 0,-2 1-3 16,2 0 3-16,-2 0 3 0,-1-5-2 15,-4 3 0-15,4-1-7 0,-7-5-26 16,-4-1-36-16,5-1-40 0,-4 1-64 16,-3-2-86-16,3-4-107 0,-5 3-123 0,4-3-132 15,-3-1-169-15,-3-2 70 0,-1-5-644 16,6 2-815-16</inkml:trace>
  <inkml:trace contextRef="#ctx0" brushRef="#br0" timeOffset="4465.77">25621 4703 4072 0,'-1'-22'132'0,"1"5"49"0,-2 5 58 16,0 0 65-16,0 2 30 0,2 1-19 0,-2 1-23 15,2 8-38-15,0 0-23 0,0 0-13 16,0 0 8-16,-2 33-17 0,1-8-21 15,-1 19-16-15,-5 9-19 0,5 3-13 0,-1 4-10 16,-1-6-14-16,0 1-4 0,1 0-18 16,-1-14-15-16,-3-2-79 0,2 0 0 0,-3-4 0 15,-3-2 0-15,1-2 0 0,1-9 0 16,2-3 0-16,-4-6 0 0,6 1 0 0,-6-3 0 16,3-5 0-16,-4-3 0 0,5-1 0 15,7-2 0-15,-19-7 0 0,6-3 0 16,0-4 0-16,1-3 0 0,4 0 0 0,-1 0 0 15,3 2 0-15,4-1-28 0,-2 4-31 16,6 0-5-16,0-1-13 0,1-1-13 16,8 0-11-16,0 1-7 0,6-9-7 15,5 4-8-15,3-3-7 0,4 0-10 0,0 4-1 16,3-5 2-16,6-5 10 0,6-2 13 16,-4-5 13-16,-4-4 11 0,-1 0 9 0,-4-6 10 15,-6-5 16-15,-1 7 16 0,-11 11 15 16,4 3 20-16,-7 8 15 0,-2 2 18 0,-1 5 10 15,-3 3 0-15,-4 0-12 0,0 10 5 16,0 0-6-16,0 0 2 0,-29 20 6 0,11 6-1 16,-7 8 3-16,-2 4 8 0,4 6 1 15,0 2 1-15,2 0-1 0,2 4 3 0,1 0-7 16,4 1 1-16,1-3-7 16,1-3-4-16,2-6 1 0,3-1-5 0,-1-5-8 15,0-6 4-15,6-6-5 0,-1-4 0 16,1-5 13-16,0 0 36 0,0-4 22 0,4-1 17 15,-2-7-3-15,11 2-11 0,-11-2-9 16,32-17-6-16,-7 0 8 0,0-2 12 16,0 2 3-16,-4 3 4 0,-6 4 2 0,-2 2-9 15,-3 4-59-15,0-1-36 0,-5 2 0 16,-5 3 0-16,0 0 0 0,23 8 0 0,-15-4 0 16,-3 8 0-16,2-4 0 0,-5 4 0 15,-1 0 0-15,1 2 0 0,-2-2 0 16,0 1 0-16,0-1 0 0,2 0 0 15,-2 1-355-15,2-2-148 0,-2 1-118 0,2-2-137 16,0-3-77-16,0 0 82 0,-1 0-732 16,5-3-932-16</inkml:trace>
  <inkml:trace contextRef="#ctx0" brushRef="#br0" timeOffset="4815.89">26132 5235 4389 0,'-5'-2'72'0,"5"2"28"0,-14-2 30 0,14 2 27 0,0 0 8 0,-11-3 8 16,11 3-12-16,0 0-17 0,0 0-18 15,0 0-5-15,0 0-13 0,0 0-6 0,0 0-9 16,0 0-6-16,0 0-14 0,0 0-3 16,38-9-12-16,-27 7 1 0,3-2 14 0,-3 2-10 15,-1-1-5-15,-3-3 3 0,1 0-4 16,-3 0 6-16,2 0 17 0,-4 1 7 0,-3 5 7 15,2-9-5-15,-2 9-20 0,0 0-11 16,-8-9 1-16,8 9-6 0,-18 2-4 16,18-2-12-16,-29 10-4 0,11 1-4 15,4-3-4-15,-2 6-5 0,3-3 3 0,-1 5-5 16,5-3-1-16,1 0-1 0,3 1-3 16,-2-1 1-16,5-1 0 0,1 0-30 0,1-2-46 15,1 2-71-15,6-1-74 0,-1-1-84 16,1-2-120-16,4 1-113 0,3-5-96 15,1-3-117-15,0 2 17 0,7-6-620 0,-6 0-795 16</inkml:trace>
  <inkml:trace contextRef="#ctx0" brushRef="#br0" timeOffset="5331.6">26335 5223 3436 0,'2'-15'-36'0,"-4"-3"79"16,2 5 62-16,-3 1 56 0,3 1 53 0,-2 2 45 16,0 2 26-16,2-1 16 15,0 8-13-15,-2-10-16 0,2 10-21 0,0 0-23 16,0 0 16-16,0 0 10 0,0 0-6 0,0 0-14 15,-11 33-17-15,9-16-16 0,1 1-20 16,1 2-20-16,-2 3-16 0,2-2-11 16,0-2-15-16,0-1-11 0,2 1-13 0,-2-5-52 15,0 0-43-15,0-2 0 0,0-2 0 16,0-2 0-16,0 1 0 0,0-9 0 0,1 8 0 16,-1-8 0-16,0 0 0 0,0 0 0 15,22-17 0-15,-11 2 0 0,4-9 0 16,2-1 0-16,3-1 0 0,-4 0 0 15,-2 7 0-15,-1 5 0 0,-6 3 0 0,2 1 0 16,-4 2 0-16,1 4 0 0,-1 2 0 16,-5 2 0-16,0 0 0 0,22 6 0 15,-22-6 0-15,12 12 0 0,-6-3 0 0,0-1 0 16,2 4 0-16,-4-3 0 0,1 1 0 16,1-1 0-16,-3-2 0 0,4 0 0 0,-4-2 0 15,1 0 0-15,0 0 0 0,1 0 0 16,-5-5 0-16,11 4 0 0,-11-4 0 0,13-2 0 15,-13 2 0-15,19-4 0 0,-8 1 0 16,-4 1 0-16,5-1 0 0,-12 3 0 0,13-3 0 16,-13 3 0-16,13-2 0 15,-13 2 0-15,0 0 0 0,18 2 0 0,-18-2 0 16,0 0 0-16,16 1 0 0,-16-1 0 16,0 0 0-16,12 4 0 0,-12-4 0 0,10 1 0 15,-10-1 0-15,0 0 0 0,12-1 0 16,-12 1 0-16,9-2 0 0,-9 2-508 0,9-5-103 15,-2 0-44-15,-2 1-34 0,4-1-24 16,2 0-31-16,5-4-709 0,4 1-901 0</inkml:trace>
  <inkml:trace contextRef="#ctx0" brushRef="#br0" timeOffset="5666.02">27146 5078 3716 0,'14'-3'-82'0,"-7"0"86"0,-1-1 73 0,-6 4 61 0,0 0 55 0,0 0 53 0,0 0 34 0,0 0 33 16,3 14 21-16,-3-14 4 0,-3 15-5 15,3-3-10-15,-2-1-16 0,0-1-23 0,2 3-19 16,-2-1-14-16,-2 0-14 0,4 0-17 16,-3-1-20-16,1 1-16 0,-2-1-154 0,-1-1-30 15,2-2 0-15,-3 3 0 0,1-3 0 16,-4-1 0-16,-4-2 0 0,2-1 0 0,-1-3 0 16,12-1 0-16,-22-5 0 0,10-3 0 15,5-4 0-15,-2-7 0 0,5-2 0 0,2 3 0 16,2-3 0-16,2 3 0 15,0 1 0-15,0 5 0 0,-1 0 0 0,5 3 0 16,-1 1 0-16,3 4 0 0,-8 4 0 16,17-1 0-16,-17 1 0 0,25 10 0 0,-12-1 0 15,3 1 0-15,1 3 0 0,-2 1 0 16,10 2 0-16,-8-3 0 0,-1-1 0 16,-2 1 0-16,2-1-344 0,-5 0-115 0,3-5-88 15,-5-1-75-15,4-2-159 0,-3 0-10 16,0-1 81-16,-10-3-629 0,11-2-795 0</inkml:trace>
  <inkml:trace contextRef="#ctx0" brushRef="#br0" timeOffset="6215.58">28067 4148 3804 0,'-8'-16'85'0,"-2"6"53"0,5 2 44 15,-4 4 36-15,-2 2 26 0,11 2 21 16,-23 6 18-16,1 15 7 0,-5 14 19 15,2 9 9-15,-1 12-6 0,-1 22-16 0,2 8-25 16,6 5-26-16,12-15-19 0,-7 23-23 16,7-4-19-16,1-16-15 0,3-1-20 0,-2-5-149 15,-3-3 0-15,3-6 0 0,-2-6 0 16,-4-4 0-16,4-15 0 0,-2-1 0 0,0-8 0 16,2-5 0-16,2-8 0 0,1-5 0 15,-2-6 0-15,3-2 0 0,3-4-4 16,0 0-124-16,0 0 8 0,-14-33 6 15,10 7 14-15,0-9 10 0,-3-6 11 0,0 0 16 16,-2 0 36-16,4 8 7 0,-3 8 26 16,5 5 7-16,-6 7-2 0,6 0-7 0,-3 6 6 15,1 4 20-15,5 3 0 0,0 0 16 16,0 0-10-16,0 0 14 0,0 0 5 0,0 0 6 16,0 0 7-16,0 0 3 0,21 30 2 15,-5-28-2-15,9 2-4 0,0-2-24 16,6-2-43-16,10-4 0 0,4 0 0 15,-2-3 0-15,-5 3 0 0,-8 0 0 16,-5 4 0-16,-3 2 0 0,-3 4 0 0,-2 2 0 16,-2 4 0-16,-2 5 0 0,-3 2 0 15,-4 4 0-15,-2 1 0 0,-4 1 0 0,0 2 0 16,-2 1 0-16,-3 6 0 0,2-2 0 16,-3-4 0-16,0-5 0 0,3-4 0 0,-3-2 0 15,3-3 0-15,-2-2 0 0,3-4 0 16,2-1-276-16,-4-2-90 0,4-5-81 0,0 0-63 15,0 0-69-15,0 0-66 0,0 0-109 16,18-32 49-16,-5 1-625 0,4-2-785 0</inkml:trace>
  <inkml:trace contextRef="#ctx0" brushRef="#br0" timeOffset="6299.25">28230 5010 3328 0,'-7'0'-188'0,"7"0"15"0,0 0 14 0,-30 5-1 0,18-2-26 0,0 3-61 16,1-1-132-16,-1 3-246 0,5-3-122 15</inkml:trace>
  <inkml:trace contextRef="#ctx0" brushRef="#br0" timeOffset="6915.06">28335 5206 1987 0,'4'-6'208'0,"-4"6"36"0,0 0 6 16,6-8 1-16,-6 8-12 0,0 0-7 0,0 0 8 15,0 0-2-15,0 0-18 0,-2 25-19 16,0-11-18-16,0 0-20 0,2 3-14 0,-1 0-13 16,-2 2-16-16,3 0-11 0,-2-2-14 15,2 0-8-15,0-2-8 0,-2-1-8 0,2 1-10 16,0-6-1-16,0 0-4 0,0-1 11 16,0-8 21-16,2 13 15 0,-2-13-8 15,0 0-1-15,0 0-21 0,0 0 7 16,27-20 6-16,-13 5 9 0,0-6 17 15,0 1 15-15,-5 5-6 0,4 3 13 0,-2 1 13 16,-4 3 6-16,-1 1 0 0,3 0-11 0,-5 4-1 16,-4 3-12-16,10-4 9 0,-10 4 4 15,0 0-50-15,21 5-92 0,-12 1 0 16,-2-3 0-16,6 4 0 0,-4-4 0 0,0 2 0 16,5-1 0-16,-1 1 0 0,0-2 0 15,2-1 0-15,3 0 0 0,-3-4 0 0,0-1 0 16,4-1 0-16,0-5 0 0,0-1 0 15,4-9 0-15,0-6 0 0,4-10 0 16,-7-4 0-16,3-8 0 0,0-5 0 16,-1-8 0-16,-4-7 0 0,3-21 0 0,-1-1 0 15,-7 26-4-15,-8 6-60 0,1 18 10 16,-6 10 6-16,0 10 0 0,-4 6 8 0,-3 9 15 16,-4 6 20-16,-5 7 15 0,-9 17 18 15,-1 16 9-15,1 4 20 0,0 9 13 0,2 7 16 16,6 3-86-16,5 2 0 0,5-2 0 15,3 1 0-15,8 0 0 0,3-1 0 16,7-5 0-16,3-4 0 0,0-5 0 0,2-6 0 16,-5-10 0-16,-1-6 0 0,-3-8 0 15,1-4 0-15,-4-5 0 0,1-2 0 0,-2-3 0 16,2-4 0-16,-3 1 0 0,-5-4-185 16,14-2-402-16,-14 2-151 0,7-12-161 0,-7 5 77 15,-1-4 83-15,-5-2-697 0,-6-7-885 16</inkml:trace>
  <inkml:trace contextRef="#ctx0" brushRef="#br0" timeOffset="8098.19">29940 5368 4379 0,'-6'6'160'0,"0"-2"-5"0,6-4 3 0,0 0 29 0,-5 5 37 16,5-5 28-16,0 0 15 0,0 0-1 15,0 0-12-15,0 0-14 0,0 0-17 0,0 0-15 16,0 0-16-16,13 8-18 0,-13-8-18 15,0 0-14-15,25-4-12 0,-25 4-11 16,19-7-12-16,-10 1-8 0,1 0-8 16,-3-2-83-16,1-3-8 0,-2-1 0 0,-2-3 0 15,-3 0 0-15,-1 3 0 0,-1-2 0 16,-3 0 0-16,-5 4 0 0,-3 3 0 16,-7 2 0-16,-4 5 0 0,-17 5 0 0,-10 11 0 15,1 2 0-15,0 8 0 0,2 7 0 16,4-1 0-16,6 6 0 0,8-1 0 0,4 1 0 15,7-5 0-15,7-4 0 0,5-1 0 16,6-4 0-16,6-4 0 0,9 7 0 0,6-6 0 16,9-2 0-16,6-7 0 0,7-6 0 15,6-2 0-15,14-6-206 0,3-6-180 0,2-6-70 16,-4-3-28-16,1-4-4 16,-8-6 16-16,-1 0 22 0,-9-6 29 0,1 2 58 15,-8-4 65-15,-3 2 61 0,-2 2 68 16,-7 0 62-16,-6 8 62 0,-5 5 56 0,-8 4 61 15,2 4 39-15,-2-1 28 0,-2 4 19 16,-3 2 17-16,0 0 13 0,-4 5 21 16,0 0 26-16,0 0 26 0,0 0 6 0,0 0 2 15,-20 28-18-15,9-11-11 0,-7 8-21 16,-2 0-18-16,1 4-21 0,-3-2-20 16,0 2-13-16,-3 4-13 0,0-5-19 0,1-1-10 15,-7 2-10-15,4-5-21 0,1-4-36 16,0-1-45-16,-1-2-41 0,7-5-31 15,2-2-12-15,4-6-17 0,1-4-18 0,5-2-3 16,0-4 8-16,3-6 14 0,5-1 13 16,2-12 19-16,9-8 32 0,1 1 29 0,1 1 15 15,2 5 25-15,-3 6 10 0,-3 5 8 16,1 3 21-16,-3 5-9 0,1 0 16 0,2 4 8 16,-1 3-3-16,-9 0-10 0,21 3-4 15,-10 2-5-15,6 2-4 0,1 1-4 16,-1 2-9-16,2-1-10 0,0 1-50 15,8 4-37-15,-5-4-38 0,-3-1-53 0,3-1-80 16,-8-2-91-16,6-1-98 0,-7-3-110 16,1-1-157-16,-3 1-65 0,-11-2 77 15,15-2-532-15,-15 2-667 0</inkml:trace>
  <inkml:trace contextRef="#ctx0" brushRef="#br0" timeOffset="8348.66">30708 4499 3709 0,'-8'-29'207'0,"0"8"15"0,3 6 20 0,-1 3 17 16,3 3 14-16,-2 1-11 0,0 3-8 0,5 5 26 15,-12 18 9-15,-1 13-4 0,0 22-13 16,2 12-15-16,-3 8-10 0,1 35-18 0,1 11-26 16,1 7-17-16,0 6-19 0,-3 2-17 15,1-2-16-15,-5-9-70 0,2-3-64 0,-2-6 0 16,0-8-40-16,7-11-98 0,0-25-59 15,1-5-54-15,1-9-55 0,2-15-63 0,3-6-58 16,-2-12-55-16,3-7-48 0,2-5-93 16,2-11-99-16,-1 0 59 0,0 0-508 15,22-17-637-15</inkml:trace>
  <inkml:trace contextRef="#ctx0" brushRef="#br0" timeOffset="8581.27">30486 5484 3359 0,'-3'-17'103'0,"3"5"40"0,0 3 16 16,0 1 25-16,3 0 36 0,-3 8 23 0,9-6 5 16,-9 6 9-16,13-4-9 0,-13 4 7 15,19 6-14-15,-10 4-14 0,2 0-18 16,1 5-21-16,0 3-20 0,-3-1-15 0,1 3-18 16,-5 1-14-16,3-1-6 0,-6-1-13 15,-2 0-3-15,-2 0-13 0,-4-2-44 0,1-2-60 16,-3 0-80-16,2-2-101 15,-1-7-140-15,-1-1-168 0,1-3-223 0,7-2-63 16,0 0 81-16,-12-21-618 0,14 1-785 16</inkml:trace>
  <inkml:trace contextRef="#ctx0" brushRef="#br0" timeOffset="9031.62">30850 5618 3575 0,'0'7'74'15,"0"-7"39"-15,-3 9 23 16,3-9 13-16,-2 5 25 0,2-5 7 0,0 0-8 16,0 0-10-16,0 0-17 0,0 0-15 0,4 10-13 15,-4-10-12-15,0 0-17 0,15 2-10 16,-9-2-19-16,-6 0-6 0,0 0-7 16,16-6-5-16,-9 2-2 0,-5-5 2 15,-2 9 12-15,3-15 0 0,-4 5 7 0,-1-4-3 16,-2-1 8-16,-2-1 1 0,0-3 5 15,-1 1-8-15,-4 2-3 0,0 1-5 0,4 0 6 16,-2 3-8-16,-1 0-7 0,0 5-1 16,1 0-10-16,-1 2 3 0,-1 3-11 0,2 0-3 15,9 2-2-15,-18 2-3 16,18-2-3-16,0 0-2 0,0 0 2 0,-7 7-8 0,7-7 3 16,0 0-3-16,43-3-7 0,-8-3-3 15,3-2 0-15,-2 4 0 0,-2-3 3 16,-3 5-3-16,-8 2 4 0,-5 2 16 15,0 1 16-15,1 5 22 0,-8 0 22 16,1 4 8-16,-2 3 6 0,-3 5-2 0,-1 1-5 16,-5 2-14-16,-1 3-5 0,0-2-7 15,0 3-10-15,0-2-4 0,0 1-19 0,-1-7-52 16,-1 0-75-16,2-1-76 0,0-1-89 16,0-3-103-16,0-2-114 0,0 1-144 0,2-5-174 15,-2 0 71-15,1-2-654 0,-1-6-835 16</inkml:trace>
  <inkml:trace contextRef="#ctx0" brushRef="#br0" timeOffset="9414.34">31537 5502 3919 0,'-20'-2'63'0,"13"1"45"0,7 1 29 0,0 0 37 0,-21 5 34 0,21-5 22 16,-13 5-10-16,13-5-6 0,-9 5-17 15,9-5-6-15,-5 5-21 0,5-5-16 0,0 0-8 16,5 10-19-16,-5-10-11 0,13 6-12 16,-13-6-38-16,21 0-20 0,-21 0-13 0,22-2-3 15,-10-2 1-15,-1 0-3 16,-11 4-3-16,16-8 4 0,-11 5-9 0,1-2-1 16,-6 5 0-16,5-9-3 0,-5 9-4 15,0 0-5-15,0 0 2 0,0 0-4 16,-45 14 2-16,18 1 2 0,1 6 12 0,-9 7 3 15,3 1 5-15,2 3 6 0,5-8-1 16,2 4 0-16,4-1 0 0,3-1-4 0,7-3 0 16,4-5-2-16,3-3 0 0,2-1-4 15,3 1 1-15,1-2 2 0,4-1-19 0,1-6-51 16,5 1-56-16,0-3-76 0,8-3-94 16,3-2-117-16,11-6-131 0,1-3-157 15,4-4-86-15,6-5 74 0,-2-3-569 16,0 0-717-16</inkml:trace>
  <inkml:trace contextRef="#ctx0" brushRef="#br0" timeOffset="9781.37">31881 5298 3373 0,'0'0'-56'0,"0"0"44"16,-11-3 42-16,11 3 45 0,0 0 42 0,-21 12 29 15,12-4 34-15,-2 2 7 16,-1 2 3-16,-1 2-5 0,-1 1-10 0,5 1-12 16,0 1 1-16,0 0-8 0,4-1 9 15,1 1 18-15,0 1 13 0,2-1 25 0,2 5 19 16,0-3 12-16,4 6 6 0,-2-1-3 16,2 12 16-16,3-1 0 0,0-2-22 0,-2-4-22 15,1 0-26-15,-3-6-72 0,1 0-129 16,-2-5 0-16,-2 3 0 0,0-4 0 0,-2-1 0 15,-4 2 0-15,5-2 0 16,-7-1 0-16,1 2 0 0,-5-1 0 0,1-6 0 0,-3 2 0 16,-5-2 0-16,2 0 0 15,-3-8 0-15,2 2 0 0,-1-6 0 0,-5-2 0 16,4-6 0-16,-7-3 0 0,6-10 0 16,1-1 0-16,6-1 0 0,8 1 0 0,5 2-900 15,2-1-76-15,7 5 105 0,-3 1-980 16,9 5-1278-16</inkml:trace>
  <inkml:trace contextRef="#ctx0" brushRef="#br0" timeOffset="10150.95">32238 5525 4873 0,'-4'-8'-137'0,"-1"2"57"16,-2 1 45-16,0-1 30 0,7 6 36 15,-15-1 25-15,15 1 24 0,-23 3 16 16,7 3 23-16,0 3 6 0,-2 2 5 0,2 1 0 16,2 2 3-16,1-1 8 0,4 3 5 15,0 3-3-15,2-3 15 0,3 3 15 0,4-2 25 16,0 3 10-16,4 1 17 0,1-1 16 16,-1 3 9-16,3-2 2 0,-2-1-9 0,-1 1-20 15,-1 0-149-15,-3-4-74 0,2 2 0 16,-2-4 0-16,-2 1 0 0,-1 1 0 0,-1-2 0 15,-1-3 0-15,-4 2 0 0,2-2 0 16,-1 0 0-16,-4-2 0 0,3 1 0 16,-2-3 0-16,-1-3 0 0,1-2 0 15,-2-1 0-15,-1 0 0 0,1-6 0 0,-1 0 0 16,2-2 0-16,-1-5 0 0,4-5 0 16,4-1-402-16,1-2-399 0,4 1-148 15,2-5 92-15,3 2-905 0,3 1-1194 0</inkml:trace>
  <inkml:trace contextRef="#ctx0" brushRef="#br0" timeOffset="10631.38">32371 5482 5137 0,'5'-5'13'0,"-5"5"44"0,0 0 52 0,0 0 77 16,0 0 76-16,13 11 27 0,-13-11 11 15,0 21 0-15,-2-5 10 0,-2 9-4 16,-3 8-18-16,-2 1-15 0,-2 3-29 0,0 4-127 15,-6 2-117-15,-1-2 0 0,0 1 0 16,0-9 0-16,1-4 0 0,4-2 0 0,-2 0 0 16,5-8 0-16,0-1 0 0,5-4 0 15,-1-7 0-15,3 5 0 0,1-8-382 0,2-4-68 16,0 0-49-16,0 0-18 16,0 0-8-16,0 0-2 0,20-33 35 0,-2 6 22 15,0-4 56-15,7-10 78 0,2-1 100 16,2-5 90-16,-1-1 86 0,-3 1 80 0,-2 5 67 15,-6 9 60-15,-1 8 55 0,-5 6 45 16,-4 3 32-16,0 5 15 0,-2 2 5 16,-1 4-9-16,-4 5 5 0,0 0-10 0,0 0-8 15,0 0-25-15,2 25-20 0,-4-9-25 16,2-3-19-16,2 5-18 0,-1 0-23 0,1 0-11 16,2-3-16-16,1 5-10 15,6-7-11-15,-6 0-10 0,4 0-8 0,3-4-12 16,0 1-2-16,0-4-8 0,1 2-7 15,-1-5-4-15,4-1-7 0,-3 0-9 0,-2 2-9 0,1-2-20 16,-1 2-16-16,-2-4-44 16,-9 0-59-16,22 4-68 0,-15 0-68 0,0 0-80 15,-6 3-70-15,3 1-83 0,-4 0-108 16,-4 3-178-16,-2 1 21 0,-9 13 85 16,-4-1-513-16,-14 5-644 0</inkml:trace>
  <inkml:trace contextRef="#ctx0" brushRef="#br0" timeOffset="10948.07">27565 6706 3634 0,'-82'3'172'15,"21"-3"-18"-15,12 2-11 0,15-2-6 0,11-2 21 0,14-1 19 0,12-3 18 0,44-12-7 0,55-10-2 16,49-5-16-16,91-8-18 0,39 2-9 0,39 8-20 16,24 4-19-16,22 10-2 0,3 12-9 15,-3 8-7-15,-2 7-5 0,-14 6-9 0,-26 4-6 16,-28-1-10-16,-31-2-19 16,-33 3-45-16,-74-8-32 0,-20-4-33 0,-22-4-28 0,-40-2-31 15,-12-2-31-15,-17-4-20 16,-17 0-45-16,-9-2-49 0,-8 2-57 0,-5-4-83 15,-5 3-153-15,-6-3-75 0,-7-2 72 16,-7-1-340-16,-14-4-395 0</inkml:trace>
  <inkml:trace contextRef="#ctx0" brushRef="#br0" timeOffset="11897.26">21189 5372 2868 0,'11'-21'227'0,"-3"7"2"0,-2 2-13 0,-3 4-18 0,-1 3-14 0,-2 5-11 0,0 0 37 16,-14 31 41-16,-11 21 30 0,-20 26 19 0,-10 15 11 15,-12 9-12-15,-19 36-18 0,20-34 0 16,5-5-7-16,5-4-12 0,15-4-17 0,10-6-19 15,19-17-18-15,10-3-20 0,11-2-14 16,18-5-12-16,25 4-19 0,21-10-143 0,13-13 0 16,19-10 0-16,7-8 0 0,3-13 0 15,-1-6-15-15,-4-7-229 0,-2-9-48 0,-8-10-86 16,-8-5-93-16,-17-6-91 0,-17 6-105 16,-12-2-122-16,-8 4 72 0,-13 3-663 0,-12 7-832 15</inkml:trace>
  <inkml:trace contextRef="#ctx0" brushRef="#br0" timeOffset="12164.61">21772 6239 4166 0,'3'-5'137'0,"1"2"-7"15,-4 3 22-15,0 0 49 0,21 8 36 0,-9-1 35 0,3 6 3 16,5-2 6-16,5 10-8 15,-3 1-14-15,1 1-15 0,-2 1-15 0,-4 0 0 16,-2 1-16-16,-5-3-12 0,-7-1-13 16,-1-2-11-16,-4 5-22 0,-9 5-5 0,-1 0-128 15,-1 0-22-15,-1-2 0 0,-6 0 0 16,-3-3 0-16,2-2 0 0,-1-5 0 0,-3 0-175 16,5-3-166-16,2-4-125 0,0-1-138 15,5-4-193-15,-1-2-24 0,3-1 93 0,11-2-721 16,-15-5-897-16</inkml:trace>
  <inkml:trace contextRef="#ctx0" brushRef="#br0" timeOffset="23279.23">11495 4045 785 0,'5'-3'339'0,"-5"3"-70"0,0 0-25 0,6-12-13 0,-6 12-35 16,6-7-13-16,-5 1-8 0,3-1-16 0,3 0 14 16,-6 0-2-16,5 1 1 15,-1 0-5-15,-5 6-3 0,6-12-8 0,-6 12-15 16,2-6-18-16,-2 6-10 0,0 0-9 16,0 0 3-16,0 0 9 0,-17 29 2 0,3-11 1 15,-12 15-2-15,-3 6-3 0,1 1-1 16,0-2-9-16,-3-2-10 0,4 0-7 15,4-7-4-15,4 0-12 0,-1-1-8 0,2-3-7 16,5-4-3-16,5-4-5 0,-3-1-7 16,3-4-14-16,5-2-23 0,-4-1-24 0,5-3-21 15,0 0-22-15,2-6-61 16,0 0-73-16,0 0-89 0,0 0-94 0,0 0-126 16,0 0-144-16,0 0 56 0,4-31-338 15,3 19-411-15</inkml:trace>
  <inkml:trace contextRef="#ctx0" brushRef="#br0" timeOffset="23762.35">12824 3631 2726 0,'5'-5'18'0,"-5"5"33"0,4-6 8 0,-4 6 4 0,0 0 3 0,0 0 12 16,0 0 24-16,-43 32 27 0,11-3 4 15,-4-1 12-15,-4 5-3 0,-1-4-2 0,2 5-10 16,3-4-10-16,1-1-11 0,9-6-9 15,3 2-8-15,-1-2-6 0,8-1-10 16,0-5-9-16,5 1 12 0,-5 6-8 0,5-8-19 16,4 0-37-16,1-4-41 0,-2-1-63 15,2 1-80-15,1-2-78 0,-1-3-104 0,3 3-151 16,-3 0-101-16,-2-3 49 16,0 1-231-16,-1 3-274 0</inkml:trace>
  <inkml:trace contextRef="#ctx0" brushRef="#br0" timeOffset="24398.14">11900 4316 1996 0,'-3'-7'-52'0,"-3"-1"16"0,-2 3 7 0,2-1 12 15,-5 0 8-15,2 4 12 0,-1 2 18 0,10 0 12 16,-31 6 12-16,5 7 10 0,-3 7 9 15,-7 11 17-15,2 5 7 0,0 3 14 0,-1 5 9 16,5 1-4-16,3 2 1 0,8-3-11 16,8-9-12-16,1 2-1 0,10-6-13 15,6 2 4-15,5-1 2 0,8-2-3 16,6-5-6-16,4-5-3 0,5 0-1 16,6-8-11-16,1-4-7 0,9-4-1 0,-2-6 1 15,13-6-6-15,-8-5 0 0,1-3 3 16,-6-5-10-16,-9-6 1 0,-3-3 8 0,-9-4 4 15,-7 3 2-15,-9-4-10 0,-9-2 0 16,-8-3-5-16,-7-5-4 0,-8-3-6 0,-10 7-6 16,-5 0-8-16,-4 7-10 0,-2 7-17 15,1 8-20-15,2 10-25 0,5 9-25 16,-8 6-32-16,-8 7-36 0,3 3-56 0,1 9-84 16,6 3-135-16,2 2-91 15,10 3 35-15,4-6-92 0,3 0-80 0</inkml:trace>
  <inkml:trace contextRef="#ctx0" brushRef="#br0" timeOffset="26078.27">3422 9118 1883 0,'-8'-10'203'0,"4"1"10"0,2 4-14 0,2 5-7 0,0 0-10 0,0 0 8 16,-22 26 12-16,8 5 3 0,5 4 9 0,-3 14-3 15,3 6-15-15,3-2-7 0,-1 3-19 16,3 2-10-16,4-11-16 0,2-1-12 0,0 1-15 16,0-3-16-16,0-4-6 0,1-1-7 15,1-2-12-15,0-2-16 0,-1-8-45 0,-1-4-58 16,2-6-78-16,1-1-90 15,-2-5-82-15,1-5-86 0,0-3-182 0,-4-3-52 16,0 0 47-16,19-20-335 0,-8-8-384 16</inkml:trace>
  <inkml:trace contextRef="#ctx0" brushRef="#br0" timeOffset="26278.49">3222 9182 2644 0,'-23'-8'127'0,"2"3"59"16,2-3 23-16,4 4 36 0,1-2 26 0,3-2 13 15,1-1-14-15,3-3-25 0,3-2-26 16,6-3-21-16,7-12-19 0,7-2-22 16,14-7-16-16,8 1-28 0,3 0-53 0,0 4-58 15,3 4-66-15,-3 3-80 16,-2 3-88-16,-5 9-72 0,-9 9-73 0,-1 3-119 16,-8 8-134-16,2 5 42 0,0 13-336 15,0 5-403-15</inkml:trace>
  <inkml:trace contextRef="#ctx0" brushRef="#br0" timeOffset="26727.52">3675 9677 2529 0,'-1'16'101'0,"-3"-4"58"16,2-3 40-16,0-5 16 0,2-4 13 0,-2 8 6 15,2-8 4-15,0 0-5 0,0 0-16 16,0 0-19-16,0 0-22 0,0 0-17 0,19-29-16 15,-11 14-13-15,1 1-17 0,-3-8-33 16,1 2-26-16,4-11-26 0,-4 5-26 16,-2-4-11-16,1-5-10 0,-2 7-5 0,-4 3 0 15,-2 2 8-15,0-2-4 16,-4 3 5-16,1-1-1 0,-1 8 3 0,-2 1 2 0,2 2-5 16,-3 3 3-16,0 5-2 0,-3 2 2 15,12 2 4-15,-20 2-1 0,6 1-1 0,3 2-1 16,1 0 3-16,2-1 1 15,8-4-1-15,-11 5 2 0,11-5 4 0,0 0 20 16,0 0 22-16,0 0 8 0,0 0-1 16,36-36-1-16,-11 17-5 0,2 0-3 15,0 4-2-15,-7 3-5 0,-1 2-2 0,-4 4-1 16,1 4-2-16,0 6-4 0,2 0 1 16,1 9-2-16,2 8 0 0,-2 3-2 0,-1 5-5 15,-5 2 1-15,1 0-2 0,-2-1-6 16,1 4-26-16,-1-5-35 0,-2 0-42 15,-3-4-59-15,0-6-62 0,2 0-57 0,-4-2-62 16,-3-7-88-16,2 2-143 16,1-5-28-16,-1-4 50 0,-4-3-272 0,0 0-303 15</inkml:trace>
  <inkml:trace contextRef="#ctx0" brushRef="#br0" timeOffset="27094.08">4208 9036 2318 0,'0'0'49'0,"0"-9"22"0,0 9 14 0,0 0 2 0,0 0 18 0,0 0 10 15,5-8 14-15,-5 8 0 0,11-5-16 0,-2 3-13 16,4-3-3-16,-1 0-14 16,10-2-9-16,-3-2 1 0,1 1-16 0,0-3-3 15,-4 3 1-15,-2-2-8 0,-1 1-8 16,-1-1 23-16,-3 1 13 0,-3-1 15 0,0 2 0 15,-6 1-2-15,0 7-8 0,-6-12-10 16,6 12-4-16,-13-4-11 0,13 4-3 16,-29 12-6-16,4 3-4 0,-1 10-7 0,-7 9-1 15,3 2-7-15,-1 3-2 0,3 2-4 16,1-3 3-16,10-7-8 0,2-2 2 0,4-3-8 16,3-5 5-16,6-4-1 0,2-5 8 15,0-2 1-15,4-2 6 0,3-3-5 0,3-3 2 16,-10-2-6-16,30-7-1 0,-1-6-23 15,3-6-35-15,9-8-57 0,-2-2-78 16,3-2-73-16,1 0-94 0,-6 4-124 16,-1-2-136-16,-9 9 40 0,-2-1-346 15,-5 4-386-15</inkml:trace>
  <inkml:trace contextRef="#ctx0" brushRef="#br0" timeOffset="27430.27">4577 8928 2356 0,'-10'-1'-4'15,"10"1"46"-15,-15 0 31 0,15 0 28 16,-17 5 31-16,7-1 27 0,1 0 10 0,9-4 11 15,-16 7-4-15,11-4-13 16,5-3-13-16,-9 4-7 0,9-4-6 0,0 0-1 16,0 0 7-16,0 0 2 0,0 0-4 15,0 0-8-15,0 0-14 0,30-14-9 16,-17 6-12-16,3-3-10 0,0-3-8 0,8-3-11 16,-1-1-8-16,-3 1-11 0,-4-1-11 15,-3 3 1-15,-3-1-5 0,-3 3 1 0,-1 1 0 16,-3 3-6-16,-3 0-3 0,0 6-2 15,0 3-8-15,0 0-1 0,0 0-1 0,-50 25-1 16,23-4-2-16,-6 13-1 0,-4 2-5 16,5 3 3-16,2-2-2 0,4 1-3 0,8-11-1 15,7-1 1-15,3-4-1 0,4-5-5 16,4 0-5-16,2-6-9 0,4-3-10 16,2 0 2-16,1-2-7 0,7-2-1 15,2-4-25-15,5-2-64 0,2-1-115 16,10-6-133-16,-5-5-177 0,4 0-103 0,0-1 49 15,2 1-428-15,0-3-503 0</inkml:trace>
  <inkml:trace contextRef="#ctx0" brushRef="#br0" timeOffset="27727.33">5822 8710 3297 0,'-48'26'218'0,"-25"13"19"0,-7 10 17 0,-6 5 19 0,-11 15 37 0,-41 28 33 0,-11 10-12 16,-4 6-22-16,-4 8-15 0,-4 3-13 15,3 2-20-15,0-4-12 0,7-8-14 16,12-5-23-16,40-33-25 0,9 0-20 0,16-6-17 16,7-4-19-16,12-8-16 0,18-10-20 15,9-7-37-15,4-2-50 0,6-10-61 0,5-2-65 16,5-8-66-16,4-1-57 0,2-7-56 15,2-1-47-15,4-4-53 0,-4-6-60 16,12-2-98-16,1-12-155 0,-2-1 4 16,3-14 72-16,-1-5-495 0,3-13-597 0</inkml:trace>
  <inkml:trace contextRef="#ctx0" brushRef="#br0" timeOffset="29245.01">8396 5473 3229 0,'11'-31'-41'0,"0"5"37"0,-4 9 34 0,-1 3 2 0,-5 4-3 0,1 5-5 0,-2 5 58 16,0 0 56-16,-28 48 35 0,-17 18 30 15,-9 14 18-15,-16 12 7 0,-28 37 9 16,2 3-14-16,24-28 8 0,5-5 19 0,4-2-14 16,14-5-13-16,10-6-21 0,19-20-9 15,6-5-18-15,10-1-16 0,10-4-12 0,12-3-12 16,7-7-15-16,5-6-6 0,10-5-11 15,6-1-10-15,7-8-16 0,0 2-8 16,8-11-53-16,-2-3-61 0,0-9-68 16,-9-5-78-16,-1-3-90 0,9-10-110 0,-5 0-96 15,-6-8-152-15,-1-6-125 0,-10-4 78 0,-5-7-589 16,-8-7-736-16</inkml:trace>
  <inkml:trace contextRef="#ctx0" brushRef="#br0" timeOffset="29511.6">8404 6295 3593 0,'-2'-7'-3'0,"2"7"31"0,0 0 13 16,0-10 10-16,0 10 25 0,0 0 20 15,11-4 31-15,-11 4 18 0,30 6 15 16,-1 6 4-16,9 3-4 0,6 3-5 16,3 7-9-16,-6 4-2 0,2 3-9 0,-12 2-7 15,-1 4-4-15,-6-1-1 0,-12-2 15 16,-8 0 16-16,-8 2 12 0,-5 1-10 0,-10 3 2 15,-12 2-19-15,-3 1-12 0,-6-1-12 16,-1-1-8-16,-7-3-14 0,-2 0-10 16,-1-1-14-16,1-5-56 0,5-1-54 0,1-6-62 15,4-3-62-15,9-3-98 0,3-5-107 16,7-3-109-16,4-6-152 0,-1-4-115 0,5-2 73 16,3 0-565-16,10 0-700 0</inkml:trace>
  <inkml:trace contextRef="#ctx0" brushRef="#br0" timeOffset="46274.52">7134 10423 885 0,'0'0'159'0,"0"0"15"0,-25 17-10 0,9-3 11 0,-4 7-2 16,1 1-20-16,1 3-20 0,-2-2-20 15,5 0-2-15,3-3-6 0,5-1-6 16,1-5-11-16,1-1-5 0,3-1 1 16,4 0-8-16,2-1 3 0,1-1 2 0,2 0 2 15,7-1-10-15,1-3-8 0,5 0-2 16,-4-5-2-16,5-1-10 0,1-1 2 0,0-5-1 16,-1 1 8-16,-2-2 10 0,-2-6-6 15,-1 1 5-15,-5-3 14 0,-1-5-7 0,-3-1-7 16,-5 0-3-16,-2-4-4 0,-2-1-13 15,-3-9 1-15,-5 2-9 0,2 8-4 16,1 6-6-16,1 3-5 0,-4 4-6 0,1 2 0 16,-2 3-1-16,-3 7-16 0,-1 4-11 15,-6 2-19-15,3 5-35 0,0 1-35 16,-5 6-40-16,3 3-55 0,9-2-79 16,2-3-120-16,6-5-181 0,-2 1 55 0,10 0-190 15,-2-3-199-15</inkml:trace>
  <inkml:trace contextRef="#ctx0" brushRef="#br0" timeOffset="46557.42">7473 10173 2114 0,'-1'-12'67'0,"-3"0"35"0,2 3 25 16,2 1 4-16,0 8-21 0,-2-5-14 15,2 5 19-15,0 0 11 0,0 0 1 0,-7 34-10 16,5-10 8-16,0 12-5 0,-3 5-9 16,5 6-9-16,0 9-7 0,0 2-8 0,2 2-13 15,3-1 1-15,-1-4-6 0,-1 0-10 16,-1-11-8-16,0-3-28 0,0-2-35 16,-2-1-48-16,0-7-41 0,-2-8-39 0,2-3-30 15,-2-1-24-15,0-5-19 0,1-3-63 16,1-4-92-16,-4-3-101 0,4-4-10 0,0 0-113 15,0 0-93-15</inkml:trace>
  <inkml:trace contextRef="#ctx0" brushRef="#br0" timeOffset="46790.46">7529 10430 1738 0,'-2'-7'48'15,"2"4"7"-15,0 3 6 0,0-9 0 0,0 9-7 16,0 0-5-16,0-7-4 0,0 7-3 15,0 0-5-15,0 0-2 0,0 0-3 0,0 0 1 16,6 24-1-16,-10-13 13 0,-2-1 1 16,1 3 1-16,-5 3-2 0,0-1-1 0,-1-1-7 15,-1 1 1-15,3-4-2 16,0-1-4-16,0 0-4 0,2-3 0 0,0 1-6 16,-1-2-33-16,0-2-41 0,2-2-51 15,-3-2-61-15,9 0-111 0,0 0-189 0,-23-6-115 16,18 2-79-16</inkml:trace>
  <inkml:trace contextRef="#ctx0" brushRef="#br0" timeOffset="47240.75">7769 10519 1580 0,'2'3'45'15,"-2"-3"15"-15,0 0 14 0,5 4 16 16,-5-4 27-16,0 0 14 0,0 0 12 16,0 0-8-16,0 0-8 0,0 0-9 0,0 0-13 15,0 0-5-15,20-8-8 0,-20 8-10 16,7-4-11-16,-7 4 3 0,0 0-8 0,9-7 5 16,-9 7-1-16,7-5-7 0,-7 5 9 15,7-7-1-15,-7 7 4 0,4-6 6 0,0 0 6 16,-4 6 4-16,3-8-1 0,-3 8 3 15,0-11 4-15,0 11 0 0,0-10 6 16,0 10-9-16,-5-10-3 0,-1 5-12 16,6 5-4-16,-10-7-9 0,10 7-6 15,0 0-3-15,-28 7-2 0,11 1 2 0,-8 9-2 0,0 4 1 16,5-1-2-16,-2 6-3 16,3-1-3-16,6 1-5 0,4-3-5 0,2-2-2 15,7-3-3-15,0 1-5 0,5-1-1 16,4-1 2-16,2 0-6 0,11 1 0 0,3-2-1 15,-5-4-4-15,1-5-28 0,0 0-34 16,2-2-44-16,-4-5-48 0,0 0-72 0,-2-2-66 16,1-1-92-16,-4-3-119 15,-2 4-159-15,-1-4 58 0,1 1-349 0,-4 0-414 16</inkml:trace>
  <inkml:trace contextRef="#ctx0" brushRef="#br0" timeOffset="47724.82">8032 10778 2641 0,'0'0'3'0,"0"0"24"0,0 0 29 0,0 0 27 0,0 0 28 0,0 0 13 0,0 0-2 15,22-17-8-15,-22 17-8 16,9-9-14-16,-4 3-6 0,-1-1-7 0,2-2 10 15,-5 2-1-15,3 1 4 0,0-1 8 16,-4-4 6-16,2 1-2 0,-4 0 4 0,-2-6-3 16,0 1-16-16,-1 1-1 0,-2-3-10 15,-6-1-8-15,4 4-10 0,-2-1 4 0,-1 5-7 16,1 1-4-16,-3 1-9 0,1 4 1 16,0 1-8-16,0 2-3 0,13 1-5 15,-24 0-5-15,24 0 0 0,-18-2-3 16,18 2-1-16,-14 0-1 0,14 0 4 0,0 0-4 15,0 0 3-15,8-11-4 0,5 3 0 16,9-1-3-16,6-4 0 0,5 1-5 16,-8 3 2-16,-5 2-9 0,3 0 6 0,-4 2-1 15,-4 4 3-15,1-3-9 0,-3 4 7 16,-2 2-1-16,1 1 12 0,-1 4 0 0,-4 1 4 16,3 1 1-16,0 4-4 0,-5 0 0 15,5 4-3-15,-4-5-1 0,1 4 0 0,1-3-2 16,-3 3-22-16,4-2-50 0,-4-1-61 15,3 1-87-15,-5-3-88 0,7 1-101 16,-4-2-154-16,1-3-111 0,-1-1 76 0,4 0-379 16,-3 0-440-16</inkml:trace>
  <inkml:trace contextRef="#ctx0" brushRef="#br0" timeOffset="48458.85">8451 10543 2566 0,'0'0'25'0,"-2"-7"23"0,2 7 12 0,0 0 19 0,-2-7 13 0,2 7 24 0,0 0 13 16,0 0-2-16,14-3-10 0,-14 3-9 0,0 0-16 15,0 0-5-15,27 10-9 0,-22-7-3 16,1 3 11-16,-6-6 10 0,9 8 4 16,-7-1 11-16,-2 1 5 0,0-8-5 15,0 12-1-15,0-12-6 0,-6 13 5 0,5-9 11 16,1-4 6-16,-8 4-9 0,8-4-13 15,0 0-10-15,0 0-8 0,-16-23-10 0,16 9-12 16,-1 1-1-16,1-3-13 0,1 0-5 16,1 2 0-16,-2 4-5 0,2 2-9 0,1-1-4 15,-1 4-3-15,-2 5-3 0,11-5 2 16,-11 5-3-16,0 0 1 0,23 3-3 0,-12 2-2 16,3 0-1-16,1 3-2 0,0-2 2 15,4 1-2-15,0 1-1 0,-2-4 1 16,0 1-4-16,-2-2 1 0,-1 1-5 0,-1-4 3 15,-13 0-14-15,23-4-11 0,-12 1-11 16,1-4-10-16,-1-1-7 0,1-3-3 16,-2 1-1-16,-3-4-3 0,2-3 2 15,0-2 2-15,2-10 8 0,-2-1 0 0,-1-4 4 16,1-3 4-16,1 2 17 0,-5 0-3 16,0 9 6-16,0 7 13 0,-3 4 15 0,0 3 11 15,2 0 6-15,-2 2-9 0,-1 3 4 16,-1 7 14-16,0 0 6 0,0 0 3 0,0 0-3 15,0 0-2-15,2 29-2 16,0-15 2-16,0 3-8 0,2 5-3 0,0-1 1 16,0 2-8-16,0 0-3 0,-1-1 1 15,-1-5-1-15,2 3-5 0,0-5 0 16,-3-3 0-16,1 0-2 0,0-2 3 0,1-1-2 16,-1-3 2-16,-2-6-8 0,2 7 5 15,-2-7-2-15,0 0-4 0,0 0-2 0,0 0 0 16,0 0 2-16,-12-24 6 0,4 14 15 15,3 0 10-15,-1 0 12 0,-2 5 6 0,0-1-10 16,-3 3-7-16,11 3 9 0,-25 1 7 16,10 3 2-16,0 3-2 0,2 7-11 0,-1 1 2 15,3 4-2-15,6-2-7 0,-2 3-1 16,7-3-3-16,0 1-1 0,8-1-2 0,0 1-2 16,1-2-5-16,3-3-8 0,1 1-34 15,2-3-54-15,2-1-40 0,-1-4-65 16,1 0-87-16,-4-4-116 0,0 0-97 15,-3-2-116-15,-10 0-185 0,15-4 67 0,-15 4 83 16,13-1-467-16,-13 1-560 0</inkml:trace>
  <inkml:trace contextRef="#ctx0" brushRef="#br0" timeOffset="49140.21">9919 10572 3058 0,'0'0'43'0,"-14"19"34"0,3-9 25 0,-3 4 23 0,3-1 29 0,-2 3 14 0,-1 0-4 0,3-1-9 0,2 2-13 16,2-6-8-16,4 1-11 0,-1-2-6 0,2-2 3 16,2 1 1-16,2-2 4 0,4 2 0 15,-1-3-4-15,3-2-11 0,3-1-6 0,2-1-12 16,-2-2-10-16,-11 0-4 0,25-5-9 16,-13-1-6-16,-1 2-8 0,0-2 0 0,-4-2-3 15,0-1-9-15,-3-1 1 0,-2-2-6 16,-2-2-2-16,-2-4-2 0,-2-2-6 0,-1-1 0 15,-2 2-4-15,-3-1-4 0,-2 5-3 16,1 1-8-16,-1 4 0 0,-1 3-4 0,2 5-10 16,-1 2-41-16,-1 3-55 15,-1 3-76-15,1 0-104 0,4 0-113 0,-1 0-133 16,4 0-174-16,6-6 40 0,2 7-487 16,-2-7-616-16</inkml:trace>
  <inkml:trace contextRef="#ctx0" brushRef="#br0" timeOffset="49856.42">10111 10152 3463 0,'0'-12'112'0,"-2"2"5"16,2 3-4-16,0 7-7 0,0 0 60 15,0 0 26-15,0 0 8 0,-5 36 2 0,5-10-3 16,-4 13-14-16,6 2-16 0,-2 4-19 15,2 5-11-15,-2 7-15 0,1 1-15 0,-1-11-4 16,2 11-10-16,-2-12-12 0,0-3-7 16,0-2-5-16,0-11-11 0,0-3-4 0,0-7-3 15,-2-3-5-15,2-2 0 0,0-1-3 16,0-4 11-16,0-2 29 0,0-8-9 16,0 8-6-16,0-8-17 0,0 0-4 0,0 0-4 15,4-28-2-15,0 11-10 16,0-7-3-16,-1-6-6 0,4 2 7 0,-4 6-10 0,1 4 1 15,-2 3-3-15,2 3-1 16,-3 2-11-16,-1 1 3 0,2 1-8 0,-2 2 0 16,2 0 3-16,-2 6-6 0,6-3 1 15,-6 3 8-15,0 0-1 0,0 0-1 0,15 1 5 16,-15-1-4-16,13 4 8 0,-13-4 1 16,18 2-6-16,-18-2 9 0,19-2 2 0,-8 0 5 15,0-1 8-15,3-5 4 0,1-2 11 16,3-4-1-16,-2 3-1 0,0-4 12 0,-1 1 14 15,1 2-6-15,-5 2-5 0,-4 3-7 16,1-1-6-16,2 4-11 0,-5 1-9 16,1 1-2-16,-6 2 0 0,0 0-5 15,15 5 2-15,-7-1-1 0,-3 1-6 0,4 2 2 16,-4-2 0-16,3-1 2 0,-3 0-9 16,2-1-12-16,-7-3 0 0,18 1 0 0,-18-1 0 15,21-4 0-15,-4 0 0 0,0-5 0 16,3 1 0-16,-2-3 0 0,4 2 0 15,-8 0 0-15,0 1 0 0,-1 2 0 0,-1-1 0 16,-3 3 0-16,-1 1 0 0,-8 3 0 16,17-4 0-16,-17 4 0 0,15 2 0 15,-15-2 0-15,18 3 0 0,-11 2 0 16,-7-5 0-16,19 4 0 0,-6 0 0 0,-2-3 0 16,0 1 0-16,-11-2 0 0,21 2 0 15,-10-4 0-15,-11 2 0 0,23-3 0 0,-10 1 0 16,-4 0 0-16,-9 2 0 0,18-2 0 15,-18 2-143-15,11-1-87 0,-11 1-65 0,0 0-76 16,12 3-76-16,-12-3-83 0,0 0-111 16,0 7-145-16,0-7 58 0,-2 9-639 0,2-9-822 15</inkml:trace>
  <inkml:trace contextRef="#ctx0" brushRef="#br0" timeOffset="52074.04">9740 8979 3915 0,'0'0'-62'0,"-12"2"34"0,12-2 19 0,0 0 39 0,0 0 30 0,0 0 5 0,-10-5-1 0,10 5-2 15,0 0-10-15,16-13-5 0,-1 6-3 16,2-2-1-16,6 2-3 0,5-5-6 0,7 2-5 16,-4-1-29-16,1 0-59 0,2 1-66 15,-3-4-58-15,-1 3-59 0,-8 1-56 16,-2 2-50-16,-4 0-95 0,-9 4-68 0,0-1 32 15,-7 5-99-15,0 0-78 0</inkml:trace>
  <inkml:trace contextRef="#ctx0" brushRef="#br0" timeOffset="52208.22">10020 8853 1595 0,'-22'10'4'0,"4"1"28"0,0-1 17 0,4 0 16 15,-4-1 4-15,5-1 2 0,5-1 2 16,0 0 29-16,3 0 39 0,1-1 30 16,4-6 10-16,0 0-4 0,13 12-5 0,-3-10-19 15,3 0-15-15,5-2-11 0,2 0-13 16,1 0-15-16,4-2-19 0,2-1-68 0,0-2-74 15,7-1-68-15,-4 3-82 0,5-4-100 16,-7 2-195-16,-5-3 10 0,-2 4-151 16,-6 0-145-16</inkml:trace>
  <inkml:trace contextRef="#ctx0" brushRef="#br0" timeOffset="56357.52">13244 14165 2215 0,'-9'5'316'0,"9"-5"-14"0,-10 1-12 0,10-1 4 0,0 0 6 0,0 0 13 16,-14 4 15-16,14-4 10 0,0 0-19 16,0 0-26-16,0 0-21 0,0 0-28 0,0 0-27 15,0 0-21-15,0 0-18 16,35-12-18-16,-10 8-16 0,11-3-18 0,2 1-10 16,4-4-9-16,1 1-9 0,9-3-15 15,0-2-5-15,-5-1-8 0,1-2-5 0,-3-5-2 16,1 3-13-16,-11 1-7 0,3-5-19 15,-8 7-34-15,-1-3-47 0,-3-2-52 0,-1-1-46 16,0 5-41-16,-2-2-62 0,-4 4-79 16,-3 3-63-16,-2-2-79 0,0 2-93 15,-1 0-189-15,-2 0 67 0,-1 2-535 0,2 0-692 16</inkml:trace>
  <inkml:trace contextRef="#ctx0" brushRef="#br0" timeOffset="57439.11">18126 12332 3607 0,'-23'-10'6'0,"16"3"26"0,-6 2 20 0,-7-4 27 0,-1 1 24 0,-13-3 12 0,-6-1 14 16,-11 2 10-16,-9-3 8 0,3 3-7 15,1 0 9-15,-1 1-14 0,10 3-10 0,2 0-17 16,1 1-10-16,6 2-7 16,7 1-8-16,6-2-9 0,9 4-11 0,0-1-23 15,1-1-58-15,5 2-80 0,-1 0-92 16,11 0-96-16,-19 5-105 0,11-3-157 0,8-2-114 0,-5 4 79 15,5-4-349-15,0 0-411 16</inkml:trace>
  <inkml:trace contextRef="#ctx0" brushRef="#br0" timeOffset="58405.17">16579 11203 2611 0,'25'-5'-117'0,"0"1"12"0,0 2 12 0,13-4 13 0,3 0 5 0,5-3 20 16,5-3 15-16,3 1 3 0,-10 2 5 15,-4 2 4-15,-2 0 3 0,-12 1 9 16,-2 3-6-16,-8-1 4 0,-4 2 6 0,-3-1 5 15,-3 1 16-15,-6 2 8 0,0 0 5 16,0 0 1-16,0 0 5 0,-57 5 2 16,15 1 3-16,1-3 2 0,-6 0 5 15,4 3 4-15,-1-1 1 0,4-2 2 0,9 0-2 16,8 1-3-16,7-2 4 0,-2 0-8 16,7-1-2-16,5 2-3 0,6-3-4 0,0 0-2 15,0 0-1-15,0 0-7 0,46-6 3 16,-8 4-3-16,2-2-4 0,4 1-11 0,-3 0-7 15,-6 2-4-15,-11-1-1 0,-2 0 0 16,-7 0-4-16,-4 2 3 0,-5-1 0 0,-6 1 9 16,0 0 4-16,0 0 4 0,0 0 4 15,-50-3 1-15,22 3-5 0,2 0 1 0,-1 3 5 16,-2-2-10-16,4 1 1 16,6 2-19-16,0-3-41 0,4 2-62 0,4 0-86 15,1-3-174-15,10 0-262 0,-6 4-136 16</inkml:trace>
  <inkml:trace contextRef="#ctx0" brushRef="#br0" timeOffset="60937.93">13867 8432 1883 0,'-9'9'10'0,"-1"-4"7"0,4-1 5 0,5-1-4 0,1-3 0 0,0 0-4 0,0 0 3 0,36-12 22 16,1 2 2-16,15-6-2 0,7 1-1 0,10-2 1 16,4-1-4-16,1 2-2 0,19-5-6 15,-2 0-2-15,-18 4-5 0,-2 1 7 0,-10 3-9 16,-20 3 1-16,-4 2-1 0,-15 2-4 15,-8 4-3-15,-16 0 1 0,2 2-1 0,-34 2 2 16,-21 6-1-16,-13 2 6 0,-8 1 2 16,-21 7 5-16,-1 1 2 0,-4-2-1 15,24 0 0-15,5-3-1 0,9-2-2 0,8 1-4 16,18-4-3-16,10-2 3 0,6-1 2 16,13 0-2-16,7-1-1 0,2-5 0 0,25 8 2 15,11-1-17-15,12-2-53 16,13 0-58-16,0-1-62 0,2-2-107 0,-10-2-196 15,-3-6-124-15,-9 3-97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2:56:29.2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12739 2822 1691 0,'4'-7'290'0,"-4"7"-26"0,0 0-24 0,0 0 1 16,0 0-3-16,2-8-7 0,-2 8-13 15,0 0-14-15,0 0 0 0,0 0-6 0,0 0-3 16,0 0-6-16,2-9-8 0,-2 9-13 16,0 0-5-16,0 0-9 0,0 0 1 0,0 0-4 15,0 0-8-15,0 0 2 0,0 0 4 16,0 0-17-16,0 0 5 0,0 0 2 16,0 0 2-16,0 0 6 0,0 0-10 0,0 0-1 15,0 0-3-15,0 0-5 16,0 0-3-16,0 0-2 0,0 0-4 0,0 0-7 0,0 0-1 15,0 0-1-15,0 0-4 16,-9-7-2-16,9 7-4 0,0 0-6 0,0 0-49 16,0 0-45-16,0 0 0 0,0 0 0 15,-13-2 0-15,13 2 0 0,0 0 0 16,0 0 0-16,0 0 0 0,-20 2 0 0,20-2 0 16,0 0 0-16,-17 4 0 0,17-4 0 15,-11 3 0-15,11-3 0 0,-14 3 0 0,14-3 0 16,-11 4 0-16,11-4 0 0,-12 2 0 15,12-2 0-15,0 0 0 0,-13 3 0 16,13-3 0-16,0 0 0 0,-11 2 0 16,11-2 0-16,-11 3 0 0,11-3 0 15,0 0 0-15,-13 2 0 0,13-2 0 0,-12 3 0 16,12-3 0-16,0 0 0 0,-11 2 0 16,11-2 0-16,0 0 0 0,-14 3 0 0,14-3 0 15,-12 2 0-15,12-2 0 0,0 0 0 16,-15 3 0-16,15-3 0 0,-10 0 0 0,10 0 0 15,0 0 0-15,-17 4 0 0,17-4 0 16,-12 4 0-16,12-4 0 0,-13 4 0 16,13-4 0-16,-11 4 0 0,4-3 0 0,7-1 0 15,-11 6 0-15,11-6 0 16,-11 6 0-16,11-6 0 0,-12 3 0 0,12-3 0 16,-7 3 0-16,7-3 0 0,-9 4 0 15,9-4 0-15,-11 2 0 0,11-2 0 0,-9 5 0 16,9-5 0-16,-9 4 0 0,9-4 0 15,-10 4 0-15,10-4 0 0,-8 4 0 0,8-4 0 16,-9 4 0-16,9-4 0 0,-11 6 0 16,11-6 0-16,-10 2 0 0,10-2 0 15,-7 5 0-15,7-5 0 0,-10 3 0 0,10-3 0 16,-10 5 0-16,10-5 0 0,-9 4 0 16,9-4 0-16,-9 4 0 0,9-4 0 0,-10 6 0 15,10-6 0-15,-12 4 0 16,12-4 0-16,-9 4 0 0,9-4 0 0,-8 6 0 15,8-6 0-15,-9 5 0 0,9-5 0 16,-11 4 0-16,11-4 0 0,-11 8 0 16,4-6 0-16,7-2 0 0,-9 8 0 0,3-4 0 15,6-4 0-15,-8 5 0 0,8-5 0 16,-7 4 0-16,7-4 0 0,-8 6 0 0,8-6 0 16,0 0 0-16,-9 7 0 0,9-7 0 15,-7 3 0-15,7-3 0 0,0 0 0 0,-7 9 0 16,7-9 0-16,-5 6 0 0,5-6 0 15,-6 6 0-15,6-6 0 0,-6 6 0 0,6-6 0 16,-10 7 0-16,10-7 0 0,-5 7 0 16,5-7 0-16,-6 7 0 0,6-7 0 15,-3 5 0-15,3-5 0 0,-6 7 0 16,6-7 0-16,-7 7 0 0,7-7 0 16,-1 7 0-16,1-7 0 0,-6 8 0 0,6-8 0 15,-5 9 0-15,5-9 0 0,-4 8 0 16,2-3 0-16,2-5 0 0,-4 12 0 0,4-12 0 15,-3 5 0-15,3-5 0 0,-7 12 0 16,5-8 0-16,2-4 0 0,-2 10 0 0,1-3 0 16,1-7 0-16,-2 12 0 0,0-6 0 15,2-6 0-15,-2 11 0 0,2-11 0 0,0 8 0 16,-2 0 0-16,2-8 0 16,0 9 0-16,0-9 0 0,0 0 0 0,2 12 0 15,-2-12 0-15,2 8 0 0,-2-8 0 16,4 6 0-16,-4-6 0 0,1 10 0 15,-1-10 0-15,0 7 0 0,0-7 0 0,6 10 0 16,-6-10 0-16,7 6 0 0,-4 0 0 16,-3-6 0-16,6 8 0 0,-3-3 0 0,-1 0 0 15,-2-5 0-15,8 9 0 0,-7-5 0 16,-1-4 0-16,5 8 0 0,-1-4 0 0,-4-4 0 16,4 6 0-16,-4-6 0 0,3 7 0 15,-3-7 0-15,8 5 0 0,-8-5 0 16,1 7 0-16,-1-7 0 0,6 5 0 15,-6-5 0-15,6 7 0 0,-2-4 0 0,-4-3 0 16,8 7 0-16,-7-3 0 0,-1-4 0 16,4 7 0-16,-4-7 0 0,6 7 0 0,-6-7 0 15,6 6 0-15,-2-2 0 0,-4-4 0 16,5 5 0-16,-1-2 0 0,-4-3 0 16,7 5 0-16,-7-5 0 0,6 6 0 0,-6-6 0 15,8 6 0-15,-8-6 0 0,8 4 0 16,-8-4 0-16,5 5 0 0,-5-5 0 0,9 5 0 15,-9-5 0-15,11 3 0 16,-10 1 0-16,-1-4 0 0,10 4 0 0,-10-4 0 16,9 4 0-16,-9-4 0 0,10 3 0 15,-10-3 0-15,7 3 0 0,-7-3 0 0,12 2 0 16,-12-2 0-16,10 3 0 0,-10-3 0 16,7 3 0-16,-7-3 0 0,8 3 0 0,-8-3 0 15,10 3 0-15,-10-3 0 0,7 1 0 16,-7-1 0-16,11 4 0 0,-11-4 0 0,12 1 0 15,-4 2 0-15,-8-3 0 0,11 0 0 16,-11 0 0-16,12 2 0 0,-12-2 0 0,11 2 0 16,-11-2 0-16,9 2 0 0,-9-2 0 15,10 2 0-15,-10-2 0 0,0 0 0 16,13 2 0-16,-13-2 0 0,11 2 0 16,-11-2 0-16,12-2 0 0,-12 2 0 15,0 0 0-15,19 0 0 0,-19 0 0 0,12 0 0 16,-12 0 0-16,13 0 0 0,-13 0 0 15,13 0 0-15,-13 0 0 0,0 0 0 0,13-2 0 16,-13 2 0-16,11 0 0 0,-11 0 0 16,12-2 0-16,-12 2 0 0,12 0 0 0,-12 0 0 15,12-2 0-15,-12 2 0 0,11-2 0 16,-11 2 0-16,13-2 0 0,-13 2 0 0,13-3 0 16,-13 3 0-16,15-1 0 15,-6-1 0-15,-9 2 0 0,11-2 0 0,-11 2 0 16,14-1 0-16,-7-2 0 0,-7 3 0 0,11-3 0 15,-11 3 0-15,16-3 0 0,-16 3 0 16,11-2 0-16,-11 2 0 0,13-1 0 16,-7-1 0-16,-6 2 0 0,13-3 0 0,-13 3 0 15,11-3 0-15,-11 3 0 0,12-3 0 16,-12 3 0-16,11-1 0 0,-11 1 0 16,9-4 0-16,-9 4 0 0,13-4 0 0,-13 4 0 15,7-3 0-15,-7 3 0 0,0 0 0 16,16-5 0-16,-16 5 0 0,5-4 0 0,-5 4 0 15,0 0 0-15,13-2 0 0,-13 2 0 16,0 0 0-16,12-3 0 0,-12 3 0 0,8-4 0 16,-8 4 0-16,0 0 0 15,11-4 0-15,-11 4 0 0,0 0 0 0,12-4 0 16,-12 4 0-16,0 0 0 0,11-3 0 16,-11 3 0-16,0 0 0 0,9-5 0 0,-9 5 0 15,5-4 0-15,-5 4 0 0,11-5 0 16,-11 5 0-16,5-3 0 0,-5 3 0 0,0 0 0 15,11-7 0-15,-11 7 0 0,10-3 0 16,-10 3 0-16,10-5 0 0,-10 5 0 16,9-7 0-16,-4 1 0 0,-5 6 0 15,9-4 0-15,-9 4 0 0,7-7 0 16,-7 7 0-16,8-7 0 0,-8 7 0 0,7-5 0 16,-7 5 0-16,6-6 0 0,-6 6 0 15,6-7 0-15,-6 7 0 0,5-5 0 0,-5 5 0 16,4-8 0-16,-4 8 0 0,8-10 0 15,-7 4 0-15,-1 6 0 0,7-10 0 0,-3 5 0 16,-4 5 0-16,3-9 0 0,1 4 0 16,-4 5 0-16,4-9 0 0,-4 9 0 0,3-8 0 15,-3 8 0-15,2-7 0 0,-2 7 0 16,0 0 0-16,2-10 0 0,-2 10 0 0,7-8 0 16,-7 8 0-16,1-7 0 15,-1 7 0-15,2-8 0 0,-2 8 0 0,2-6 0 16,-2 6 0-16,2-8 0 0,-2 8 0 15,0 0 0-15,4-11 0 0,-4 11 0 0,0-8 0 16,0 8 0-16,1-7 0 0,-1 7 0 16,0 0 0-16,0-11 0 0,0 11 0 0,0-9 0 15,0 9 0-15,0 0 0 0,0-10 0 16,0 10 0-16,2-8 0 0,-2 8 0 0,0-8 0 16,0 8 0-16,0 0 0 0,-2-11 0 15,2 11 0-15,0-9 0 0,0 9 0 16,-1-7 0-16,1 7 0 0,0 0 0 0,-2-10 0 15,2 10 0-15,0-8 0 0,0 8 0 16,0 0 0-16,-2-9 0 0,2 9 0 16,0 0 0-16,-2-9 0 0,2 9 0 0,0-8 0 15,0 8 0-15,-4-7 0 0,4 7 0 16,0-8 0-16,0 8 0 0,-1-9 0 16,1 9 0-16,-2-9 0 0,2 9 0 0,-3-8 0 15,3 8 0-15,0 0 0 0,-4-10 0 16,4 10 0-16,-2-7 0 0,2 7 0 0,-2-7 0 15,2 7 0-15,-1-8 0 0,1 8 0 16,-4-8 0-16,4 8 0 0,-2-8 0 0,2 8 0 16,-2-10 0-16,2 10 0 0,-2-7 0 15,2 7 0-15,-3-8 0 0,3 8 0 16,-4-6 0-16,4 6 0 0,-5-6 0 16,5 6 0-16,0 0 0 0,-3-8 0 0,3 8 0 15,-2-5 0-15,2 5 0 0,-4-6 0 16,4 6 0-16,0 0 0 0,-4-8 0 0,4 8 0 15,-5-4 0-15,5 4 0 0,0 0 0 16,-4-8 0-16,4 8 0 0,0 0 0 0,-3-7 0 16,3 7 0-16,-7-4 0 0,7 4 0 15,0 0 0-15,-7-7 0 0,3 4 0 0,4 3 0 16,-11-8 0-16,4 4 0 0,7 4 0 16,-12-5 0-16,4 1 0 0,3 0 0 15,5 4 0-15,-14-4 0 0,8-1 0 16,1 2 0-16,5 3 0 0,-12-5 0 0,12 5 0 15,-10-4 0-15,10 4 0 0,-11-3 0 16,11 3 0-16,-10-2 0 0,10 2 0 0,-13-3 0 16,13 3 0-16,-14-2 0 0,14 2 0 15,-13-2 0-15,13 2 0 0,-14 2 0 0,14-2 0 16,-16 0 0-16,16 0 0 0,-18 4 0 16,13-4 0-16,5 0 0 0,-13 5 0 0,7 0-674 15,0-2-355-15,-2 4-1177 0,3 2-1612 16</inkml:trace>
  <inkml:trace contextRef="#ctx0" brushRef="#br0" timeOffset="617.63">12282 2282 5705 0,'-2'-9'-233'0,"-1"3"69"0,2-2 73 0,1 8 64 0,-2-13 62 0,0 6 51 16,2 7 30-16,-2-9 13 0,2 9-16 0,-2-10-6 15,2 10-18-15,0 0-19 0,0 0-1 16,0 0 3-16,0 0 7 0,0 0 12 16,8 26 1-16,-7-11-11 0,2 2 4 0,3 5-3 15,-3-5 0-15,1 2 3 0,0 1-7 16,0 0-6-16,-1 3-1 0,-1-6-10 0,0 0 1 15,1 0-10-15,0-1 0 0,-3-3-17 16,0-1 5-16,2 2-8 0,-2-2-9 16,0-2-59-16,0-1-58 0,0-3-56 15,-2 3-58-15,2-9-65 0,0 8-87 0,0-8-90 16,0 0-115-16,0 0-139 0,0 0-22 16,0 0 65-16,-12-20-395 0,12 8-528 15</inkml:trace>
  <inkml:trace contextRef="#ctx0" brushRef="#br0" timeOffset="1067.76">12247 2188 2684 0,'0'-18'-43'15,"0"5"52"-15,0-1 50 0,3 4 48 16,-1-2 34-16,-1 0 38 0,1 1 20 16,0 0 13-16,4 1 0 0,-3-2-1 0,7 3-3 15,0-1-16-15,-1 0-18 0,7 5-17 16,-2-3-13-16,4 4-11 0,0 2-13 0,6 2-15 15,1 2-8-15,0 4-9 0,-5 0-13 16,-1 1-8-16,1 1-4 0,-6 6-5 0,-3-5-7 16,1 2 0-16,-6 3-4 0,1-2-4 15,-7 6 0-15,0 1-1 0,-1 2 8 16,-9-1 19-16,1-1 20 0,-1-2 13 0,-1-3-2 16,-3 1 15-16,3-5 2 0,0-1 7 15,1-1-1-15,0-2-5 0,3 0-5 16,2-4 3-16,5-2-6 0,-13 10-8 15,8-8-7-15,5-2-16 0,-7 5-10 0,7-5-18 16,-6 7-5-16,6-7-8 0,-2 9 1 16,2-9-6-16,6 13-1 0,-3-5 7 0,3 2 2 15,-1-1 12-15,6 3 7 0,-2-2 0 16,-2 0 2-16,1-1-44 0,-2 1-18 16,0-3 0-16,-1 2 0 0,1-4 0 0,-3 1 0 15,-3-6 0-15,9 11 0 0,-6-6 0 16,-3-5 0-16,4 5 0 0,-4-5 0 0,0 0 0 15,6 7 0-15,-6-7 0 0,0 0-294 16,3 1-117-16,-3-1-90 0,0 0-86 16,0 0-128-16,0 0-123 0,0 0 66 15,6-17-613-15,-1 12-839 0</inkml:trace>
  <inkml:trace contextRef="#ctx0" brushRef="#br0" timeOffset="1467.81">12714 2253 3621 0,'0'-9'-66'0,"0"9"63"0,0 0 54 0,0 0 32 15,2-9 19-15,-2 9-1 0,0 0 4 16,0 0-6-16,0 0 21 0,0 0 25 16,0 0 6-16,0 0-3 0,6 24 1 0,-4-12-3 15,-1-1-2-15,1-1-7 0,2 3-6 16,1-1-11-16,-2 2-9 0,1-3-12 0,2-1-6 15,-3-2-2-15,5 3-1 0,-5-2 1 16,6 0 6-16,-4-4 2 0,3 0 6 16,-8-5-16-16,12 5-3 0,-12-5-3 0,13 0-11 15,-13 0-5-15,14-5-7 0,-5 0-1 16,-4-2-10-16,3-4 1 0,-7-1 2 0,5-4-7 16,-1 2-3-16,-2-3-3 15,-1 1-11-15,-2 3 0 0,0-2-2 0,2 5-5 16,-4 0-18-16,2 1-18 0,-2 2-28 15,-1 2-46-15,3 5-37 0,-12-5-39 0,12 5-37 16,0 0-31-16,-29 7-53 0,22-6-59 16,-3 5-65-16,2-3-90 0,2 0-133 15,6-3-68-15,-5 6 68 0,5-6-346 0,0 0-456 16</inkml:trace>
  <inkml:trace contextRef="#ctx0" brushRef="#br0" timeOffset="1834.61">12969 2217 2622 0,'0'0'2'15,"-3"-5"49"-15,3 5 31 0,0 0 23 16,0 0-1-16,0 0-4 0,-4-9-10 0,4 9 31 16,0 0 15-16,0 0 15 0,0 0-7 15,0 0-3-15,11 29 1 0,-3-19 0 16,2 1-14-16,1-1-7 0,4 0-5 0,-2-1 4 15,1-1 1-15,-1 2 6 0,1-5 9 16,-5-1 12-16,2 1 14 0,0-2 27 0,-4 1 18 16,-7-4 3-16,13 0-11 0,-13 0-6 15,0 0-10-15,17-8-8 0,-15 0-10 16,2 3-13-16,-4-5-9 0,0-4-13 16,-2-1-13-16,-2 0-14 0,-3-4-11 0,0 5-9 15,0 0-8-15,0 3-16 0,-2 0-9 16,-2 4-13-16,4 1-28 0,-2 2-36 15,-1 3-44-15,-2 1-50 0,12 0-31 0,-21 3-40 16,12-1-42-16,0 4-58 0,-1 0-81 16,2 0-71-16,4 0-101 0,1-1-116 0,3-5-87 15,3 8 66-15,-3-8-454 0,10 9-605 16</inkml:trace>
  <inkml:trace contextRef="#ctx0" brushRef="#br0" timeOffset="2117.42">13252 1826 3402 0,'-5'-16'141'0,"0"6"63"0,1 2 48 16,2 3 35-16,2 5 7 0,-3-10-25 16,3 10-27-16,-4-4-33 0,4 4-26 15,0 0-21-15,0 0-8 0,4 25-6 0,-1-7-7 16,1 4-23-16,3 10-26 15,4 8 1-15,-2 9-5 0,0 3-16 0,3-3-16 0,-1 0-51 16,-2-10-42-16,-2-1-45 16,0-2-34-16,-3-2-30 0,3-2-33 0,-5-6-35 15,0-2-39-15,0-6-35 0,1-5-38 16,-1-1-54-16,-2-4-71 0,-2 0-106 0,2-8-70 16,0 0 43-16,0 0-223 0,0 0-294 15</inkml:trace>
  <inkml:trace contextRef="#ctx0" brushRef="#br0" timeOffset="2267.26">13278 2242 2102 0,'-6'-10'26'0,"3"8"47"0,3 2 49 16,-6-10 28-16,6 10 50 0,-4-5 30 0,4 5 25 16,0 0 7-16,0 0 3 0,-1-9-21 15,1 9-10-15,0 0-32 0,0 0-15 16,20-5-20-16,-4 0-21 0,-2 2-63 16,10-4-110-16,-1 2-98 0,3 0-112 15,-2-1-131-15,0 3-173 0,0 0-97 0,1 3 54 16,0 6-242-16,-3 3-312 0</inkml:trace>
  <inkml:trace contextRef="#ctx0" brushRef="#br0" timeOffset="4182.85">14136 3570 2125 0,'-14'1'8'0,"14"-1"37"0,-13 0 32 0,13 0 32 0,0 0 40 0,-25-3 45 0,16 1 24 16,9 2 22-16,-15-3 7 0,5 0 4 16,10 3 3-16,0 0 2 0,-21-1 6 0,21 1-3 15,-13-1 9-15,13 1-2 0,-14-2-15 16,14 2-12-16,0 0-19 0,-13-2-10 15,13 2-12-15,0 0-12 0,0 0-15 0,0 0-8 16,-14 0-10-16,14 0-14 0,0 0-1 16,0 0-4-16,0 0-2 0,0 0-4 15,0 0 4-15,0 0 15 0,0 0-2 16,0 0-68-16,0 0-77 0,0 0 0 0,41 6 0 16,-21-6 0-16,9-1 0 0,14 0 0 15,-2 1 0-15,4 0 0 0,-2-2 0 0,-2 0 0 16,-5 2 0-16,-11-1 0 0,4 1 0 15,-4 0 0-15,-2 0 0 0,0 0 0 0,-2 1 0 16,-2-1 0-16,0 2 0 0,-2 0 0 16,-1-2 0-16,-2 1 0 0,0-1 0 0,-1 0 0 15,3 1 0-15,-3-1 0 16,3 0 0-16,-16 0 0 0,25 0 0 0,-11 0 0 16,-1-1 0-16,3 1 0 0,1 0 0 15,-4-1 0-15,-13 1 0 0,31 0 0 0,-14 0 0 16,-4-2 0-16,2 2 0 0,1 0 0 15,-3 0 0-15,-13 0 0 0,27 0 0 16,-13-2 0-16,-2 2 0 0,1-1 0 0,1 1 0 16,-1-2 0-16,1 0 0 0,1 2 0 15,1-1 0-15,-4-1 0 0,8-2 0 0,-4 3 0 16,8-1 0-16,-3 0 0 16,6 0 0-16,1 2 0 0,3 0 0 0,8-1 0 15,-6 1 0-15,-5 1 0 0,-1-1 0 16,-4 0 0-16,-2 0 0 0,-2 0 0 0,-4 0 0 15,1 0 0-15,-4 0 0 0,2 0 0 16,-3 0 0-16,1 0 0 0,1-1 0 0,-2 1 0 16,3-3 0-16,1 2 0 0,1 1 0 15,0-3 0-15,8 3 0 0,0-4 0 0,5 2 0 16,3 1 0-16,-3 1 0 0,0 0 0 16,-2 0 0-16,-5 0 0 0,-5 0 0 0,1 0 0 15,-2 0 0-15,-2 0 0 0,1-2 0 16,1 2 0-16,-3 0 0 0,2-1 0 15,-2 1 0-15,2 0 0 0,-1-3 0 0,-1 2 0 16,1 1 0-16,-5 0 0 16,-9 0 0-16,21-1 0 0,-12 2 0 0,-9-1 0 15,16-1 0-15,-16 1 0 0,13-2 0 16,-13 2 0-16,0 0 0 0,14 0 0 0,-14 0 0 16,0 0 0-16,11-2 0 0,-11 2 0 15,0 0 0-15,0 0 0 0,0 0 0 0,0 0 0 16,0 0 0-16,0 0 0 0,0 0 0 15,0 0 0-15,0 0 0 0,0 0 0 0,-54 4 0 16,33-3 0-16,-3 0 0 0,-4 2 0 16,-9 0 0-16,-5 0 0 0,2 1 0 0,0-1 0 15,-2 1 0-15,1-1 0 0,-2-1 0 16,0 1 0-16,-2 1 0 0,4-2 0 16,-3 1 0-16,4-1 0 0,-2-1 0 15,2 1 0-15,8 0 0 0,3-1 0 0,3-1 0 16,-3 1 0-16,2-1 0 0,4 3 0 15,-4-3 0-15,9 0 0 0,-5 0 0 0,1 0 0 16,1 0 0-16,3 0 0 0,-2 0 0 16,6 0 0-16,-4-3 0 0,3 3 0 15,1 0 0-15,1-1 0 0,-1 1 0 0,0-1 0 16,2 1 0-16,-3 0 0 0,2-2 0 16,1 2 0-16,12 0 0 0,-25-2 0 15,12 1 0-15,-1 1 0 0,1-2 0 16,0 2 0-16,1-2 0 0,-1 2 0 0,-2 0 0 15,0 0 0-15,1-1 0 0,-1 2 0 16,1-2 0-16,2 2 0 0,-6-1 0 0,3 0 0 16,-1 0 0-16,0 2 0 0,-4 0 0 15,8-1 0-15,-8 1 0 0,4 0 0 0,-4-1 0 16,4 0 0-16,-2 2 0 0,2-2 0 16,3 1 0-16,-2-2 0 0,0 4 0 0,-1-4 0 15,1 3 0-15,1-1 0 0,2-2 0 16,0 2 0-16,12-2 0 0,-23 3 0 0,16-1 0 15,7-2 0-15,-18 2 0 0,18-2 0 16,-13 1 0-16,13-1 0 0,-12 2 0 16,12-2 0-16,0 0 0 0,-12 1 0 15,12-1 0-15,0 0 0 0,0 0 0 16,-14 1 0-16,14-1 0 0,0 0 0 0,0 0 0 16,0 0 0-16,0 0 0 0,0 0 0 15,0 0 0-15,0 0 0 0,0 0 0 0,-17-2 0 16,17 2 0-16,0 0 0 0,0 0 0 15,0 0 0-15,0 0 0 0,0 0-769 0,31-12-236 16,-17 7 110-16,8-1-983 16,6-4-1302-16</inkml:trace>
  <inkml:trace contextRef="#ctx0" brushRef="#br0" timeOffset="6199.98">17002 3463 4697 0,'-15'-1'-220'0,"15"1"57"0,0 0 48 0,-14-3 43 0,14 3 50 0,0 0 54 0,-11-4 32 16,11 4 31-16,0 0 11 0,0 0 3 0,-14-2 5 15,14 2-1-15,0 0 10 0,0 0 0 16,0 0 0-16,0 0 2 0,0 0 1 15,0 0 11-15,0 0 23 0,0 0 16 0,0 0 30 16,0 0 13-16,0 0 15 16,0 0 5-16,0 0 1 0,0 0-4 0,0 0-8 15,0 0-9-15,0 0-18 0,45-7-18 16,-30 7-28-16,-2 0-155 0,4-1 0 0,1 1 0 16,-4 0 0-16,8 0 0 0,-3 0 0 15,1 0 0-15,3 0 0 0,-1 0 0 0,-2-3 0 16,1 3 0-16,2 0 0 0,0 0 0 15,1 0 0-15,1 0 0 0,-2 0 0 16,1-3 0-16,-3 3 0 0,-1-1 0 0,1-1 0 16,-1 2 0-16,-4-2 0 0,0 2 0 15,3-2 0-15,0 0 0 0,2 2 0 0,-2 0 0 16,2-3 0-16,-3 1 0 16,9-1 0-16,-2-1 0 0,0 2 0 0,0-1 0 15,0-3 0-15,-1 4 0 0,1-3 0 16,-6 3 0-16,1-1 0 0,-4 1 0 0,4 0 0 15,-7 0 0-15,1 1 0 0,-3 0 0 16,-2-2 0-16,-9 3 0 0,19 0 0 16,-8-3 0-16,-11 3 0 0,27-1 0 0,-13 1 0 15,1 0 0-15,2 0 0 0,-4-2 0 0,5 2 0 16,-3 0 0-16,0 0 0 16,-15 0 0-16,23-2 0 0,-11 2 0 0,-12 0 0 15,16 0 0-15,-16 0 0 0,18-2 0 16,-18 2 0-16,13 2 0 0,-13-2 0 15,12 0 0-15,-12 0 0 0,0 0 0 0,25 0 0 16,-11 0 0-16,6 0 0 0,8 2 0 16,-1-2 0-16,4 0 0 0,8 3 0 0,-6-3 0 15,-8 0 0-15,-7 0 0 0,2 3 0 16,-6-3 0-16,2 0 0 0,-1 0 0 0,-15 0 0 16,21 0 0-16,-21 0 0 0,18 3 0 15,-18-3 0-15,13 0 0 0,-13 0 0 0,15 0 0 16,-15 0 0-16,13 0 0 0,-13 0 0 15,23 0 0-15,-8 1 0 0,1-2 0 0,-3 2 0 16,1-1 0-16,0 0 0 16,-14 0 0-16,29 0 0 0,-13 0 0 0,-1 0 0 15,-2 0 0-15,2 0 0 0,-1 1 0 16,1-1 0-16,1 2 0 0,-5-2 0 0,0 0 0 16,-11 0 0-16,19 0 0 0,-10 0 0 15,-9 0 0-15,16 2 0 0,-16-2 0 16,13 0 0-16,-13 0 0 0,12 0 0 0,-12 0 0 15,0 0 0-15,17 0 0 0,-17 0 0 16,0 0 0-16,14 0 0 0,-14 0 0 0,0 0 0 16,12 0 0-16,-12 0 0 0,13-2 0 15,-13 2 0-15,16-2 0 0,-5 4 0 16,-11-2 0-16,25 0 0 0,-9 0 0 16,-1 0 0-16,-2 0 0 0,2 0 0 0,-1 2 0 15,1-2 0-15,-1-2 0 0,-1 2 0 16,-2 0 0-16,3-2 0 0,-3 2 0 0,-11 0 0 15,19 0 0-15,-12-1 0 0,5 1 0 16,-12 0 0-16,19-1 0 0,-10-2 0 0,3 3 0 16,-1-3 0-16,0 0 0 0,1 1 0 15,3 0 0-15,-1-1 0 0,3-1 0 16,0 3 0-16,3-3 0 0,-2 2 0 16,3 1 0-16,1-1 0 0,-6-2 0 0,0 4 0 15,-1-1 0-15,-3-1 0 0,-12 2 0 16,18 0 0-16,-9-1 0 0,-9 1 0 15,16-2 0-15,-16 2 0 0,0 0 0 0,20-4 0 16,-20 4 0-16,11 0 0 0,-11 0 0 16,0 0 0-16,17-2 0 0,-17 2 0 0,11 0 0 15,-11 0 0-15,13-3 0 0,-13 3 0 16,14-1 0-16,-14 1 0 0,0 0 0 0,0 0 0 16,18 0 0-16,-18 0 0 0,0 0 0 15,13-2 0-15,-13 2 0 0,0 0 0 0,0 0 0 16,0 0 0-16,0 0 0 0,14 0 0 15,-14 0 0-15,0 0 0 0,0 0 0 0,0 0 0 16,0 0 0-16,12-4 0 16,-12 4 0-16,0 0 0 0,0 0 0 0,0 0 0 15,0 0 0-15,0 0 0 0,0 0 0 16,0 0 0-16,0 0 0 0,0 0 0 0,8-3 0 16,-8 3 0-16,0 0 0 0,0 0 0 15,0 0 0-15,0 0 0 0,0 0 0 16,0 0 0-16,0 0 0 0,0 0 0 0,0 0 0 15,0 0 0-15,0 0 0 0,0 0 0 16,0 0 0-16,0 0 0 0,0 0 0 0,0 0-11 16,0 0-1071-16,-29-5 112 15,29 5-1114-15,-25-2-1496 0</inkml:trace>
  <inkml:trace contextRef="#ctx0" brushRef="#br0" timeOffset="8299.83">13866 1966 5169 0,'0'0'-296'0,"0"0"70"0,0 0 53 0,0 0 52 0,0 0 46 15,0 0 40-15,0 0 35 0,0 0 32 16,0 0 22-16,0 0 11 0,0 0 5 16,0 0 2-16,0 0 5 0,0 0 14 0,0 0 7 15,0 0 11-15,0 0 9 0,0 0 11 16,0 0 13-16,28 5 7 0,-9-8-1 0,6-1-3 16,12-1-8-16,2 1-18 15,5-2 4-15,-5-1-25 0,0 2-9 0,-3 0-15 16,-5 1-7-16,-10 2-14 0,-3 0-5 15,-2 0-4-15,-1 0 0 0,-1 2-6 16,-3-3 0-16,-11 3-9 0,17-2-1 0,-17 2-4 16,15-2 3-16,-15 2-5 0,11-1-2 15,-11 1-3-15,0 0-3 0,16 0-6 0,-16 0-7 16,0 0-1-16,0 0 1 0,11 6 5 16,-7 2-2-16,-1 3 8 0,-3 5-8 15,1 2-1-15,-1 8 6 0,0 2 1 0,0 10 2 16,0 5 0-16,0-1 9 0,0-1-9 15,-1 0 2-15,-2-1 0 0,3-3 2 0,-4-8 10 16,4-5 1-16,-2-1 9 0,0-4 3 16,1 0 5-16,1-5 2 0,-2-2 2 15,2 0 5-15,0-2 9 0,-2-2 6 0,0-1 10 16,2 2-1-16,0-9-4 16,0 12 2-16,0-12-7 0,0 8-5 0,0-8-7 15,0 9-5-15,0-9-8 0,0 0-43 16,0 0-69-16,-4 8-117 0,4-8-112 0,0 0-110 15,0 0-116-15,0 0-153 0,-15-13-189 16,5 8 83-16,-1-2-671 0,1-2-904 16</inkml:trace>
  <inkml:trace contextRef="#ctx0" brushRef="#br0" timeOffset="8998.99">14058 2017 3707 0,'0'0'-125'0,"-10"-4"26"0,10 4 18 0,-10-8 21 0,7 5 43 0,3 3 33 15,-10-5 49-15,10 5 20 0,-9-7 10 16,9 7-1-16,-8-5-25 0,8 5 1 0,0 0 2 16,-9-5-6-16,9 5-4 0,0 0-1 15,-4-4 0-15,4 4-5 0,0 0 10 16,0 0 18-16,0 0 15 0,25-6 8 0,-9 4-3 15,9-3-5-15,0 3-14 0,4 0-7 16,0-1-9-16,-3 2-6 0,-2-1-7 0,-6 2-8 16,1-2-3-16,-2 2-6 0,-1-2-6 15,-3 2 1-15,-1-2 1 16,-12 2 1-16,18 0 5 0,-18 0 5 0,18-1 10 16,-18 1 4-16,14-2 0 0,-14 2-2 15,0 0 0-15,16-2-2 0,-16 2 0 0,0 0-2 16,13 0-3-16,-13 0-6 0,0 0 1 15,0 0-13-15,14-1-3 0,-14 1-8 16,0 0-6-16,0 0 0 0,9 8-2 0,-3-1 0 16,-3 1 0-16,2 6 2 0,1 2-4 15,-3 4 3-15,5 2 4 0,-1 15-5 0,1 2 4 16,2-4 7-16,-3 4 2 16,0-3 3-16,2-2 3 0,-6 0 4 0,1-7 3 15,-2-4 6-15,0-3 18 0,0-3-23 16,-1 1 0-16,-1-4 0 0,2 0 12 15,-2-4 4-15,2 0 3 0,-2-1 3 0,2-1 4 16,0-1 1-16,-2-7-5 0,2 12-1 16,-2-12-7-16,0 9-1 0,0-9-8 0,0 7-8 15,0-7-32-15,0 0-69 0,0 0-95 16,0 0-104-16,-11 1-95 0,11-1-106 0,0 0-140 16,-25-17-222-16,14 8 80 0,-7-2 78 15,-6-9-452-15,-3 0-589 0</inkml:trace>
  <inkml:trace contextRef="#ctx0" brushRef="#br0" timeOffset="9498.95">13884 1872 2930 0,'6'-8'-40'0,"-2"3"28"0,2-2 31 0,-3 0 21 0,1 1 33 0,-4 6 28 0,7-10 34 16,-7 10-1-16,7-5-11 0,-7 5-16 16,0 0-12-16,0 0-10 0,0 0-4 0,0 0 26 15,0 0-2-15,-16 31 12 0,1-7 14 16,-4 2 3-16,1-3 2 0,2 2 7 16,-2-2-8-16,7-3-3 0,2-5-3 0,3-3-12 15,-2-1-3-15,6 1-6 16,0-2 10-16,1-3 1 0,2 3 16 0,1-3-5 15,6 0-12-15,-5-2-15 0,8 0 0 16,-2 0-16-16,0-1-4 0,1-1-14 0,-1-2-14 16,-9-1-7-16,16 8-21 0,-8-7-51 15,-8-1-54-15,11 7-68 0,-11-7-77 16,5 7-63-16,2-2-83 0,-7 2-109 0,1 0-202 16,-1 0-42-16,0 3 79 0,0 2-386 15,-4 5-503-15</inkml:trace>
  <inkml:trace contextRef="#ctx0" brushRef="#br0" timeOffset="10115.65">14309 2517 2764 0,'0'0'-37'0,"6"-5"33"0,-6 5 36 0,0 0 38 0,4-9 35 15,-4 9 31-15,0 0 28 16,2-7 14-16,-2 7 11 0,0 0 4 0,0 0-5 15,0 0 2-15,0 0-7 0,2-8-17 16,-2 8-11-16,0 0-16 0,0 0-15 0,0 0-20 16,0 0-4-16,0 0 5 0,0 0-3 15,16 22 0-15,-7-12 0 0,0 2 9 16,2 3 6-16,7-1 4 0,3 5-7 0,1-3-12 16,-1-3-3-16,-1-5-3 0,-4 2-2 15,6-3 6-15,-6-4 12 0,2 0 14 0,-1-3 9 16,-2-1 11-16,5-3 16 0,-6-1 3 15,2-2-5-15,1-3-11 0,-2-2-16 16,-4-4-16-16,3 0-16 0,1-9-20 16,-1-1-31-16,-5 6-51 0,-1-2-60 15,-3 1-71-15,2-1-60 0,-6 5-47 0,1 5-60 16,0 0-65-16,-4 5-84 0,0-1-86 16,-6 6-109-16,8 2-155 0,-20-2 64 0,6 5-523 15,-1 2-718-15</inkml:trace>
  <inkml:trace contextRef="#ctx0" brushRef="#br0" timeOffset="10865.85">15191 2034 3488 0,'-2'-11'7'0,"2"11"57"0,-1-10 42 0,1 10 63 0,1-12 44 0,-1 12 43 0,0-11 30 16,0 5 33-16,0 6-9 0,0-11-9 0,0 11-29 16,0-9-28-16,0 9-28 0,0 0-32 15,0 0-24-15,0 0-11 0,0 0-14 16,0 0-15-16,0 32-9 0,-1-11-10 0,-1 2-10 15,0 2-2-15,0 2-11 0,0-1-10 16,0-1-6-16,0-4-4 0,2 1-3 0,-1-5-21 16,1-2-47-16,-2-1-65 0,-2-4-65 15,2 3-66-15,0-5-71 0,1-1-92 16,-4-4-119-16,5-3-150 0,0 0-180 0,0 0 69 16,-15-12-590-16,13 0-798 15</inkml:trace>
  <inkml:trace contextRef="#ctx0" brushRef="#br0" timeOffset="11065.37">15182 1922 3961 0,'0'0'81'0,"-6"-7"48"0,6 7 44 16,0 0 24-16,-3-9 6 0,3 9-16 16,0 0-19-16,13-17-20 0,-3 11-13 0,1-5-15 15,2 3-10-15,4-1-15 0,1-1-26 16,0 0-62-16,4 2-67 0,-6 0-92 15,4 3-88-15,-5 0-107 0,-2 2-136 0,-2-1-198 16,1 2 3-16,-12 2 89 0,13 4-280 16,-13-4-351-16</inkml:trace>
  <inkml:trace contextRef="#ctx0" brushRef="#br0" timeOffset="11382.62">15205 2014 2648 0,'-7'7'128'0,"-2"-3"19"0,9-4 23 0,-9 4 35 15,9-4 16-15,0 0-1 16,-5 5-10-16,5-5-18 0,0 0-18 0,0 0-23 16,0 0-12-16,0 0-14 0,0 0-10 15,0 0-19-15,51-9-18 0,-34 3-22 16,4 0-13-16,2 0-4 0,-4 1-3 0,-2 0-5 16,-2 2 1-16,-1-1-7 0,-5 2 4 15,0-1 1-15,3 0 14 0,-12 3 2 0,13-4-1 16,-13 4-8-16,12 0-10 0,-12 0-3 15,12 6 4-15,-7 2 20 0,-1 2-4 16,1 5 1-16,0 2-8 0,0 0-3 16,-3 3-2-16,0-2 0 0,2-1-3 0,0 3-3 15,-3-5-3-15,-1-1-4 0,2 0-12 0,-2-2-51 16,0-4-52-16,2 2-72 0,0-3-86 16,-2-7-114-16,2 7-184 0,-2-7-175 15,0 0 67-15,0 0-394 0,0 0-526 16</inkml:trace>
  <inkml:trace contextRef="#ctx0" brushRef="#br0" timeOffset="11548.79">15478 1971 3118 0,'-6'-10'131'16,"2"5"32"-16,4 5 27 0,-4-7 25 16,4 7 10-16,0 0-11 0,-4-10-24 0,4 10-31 15,-2-5-57-15,2 5-75 0,0 0-91 16,0 0-121-16,0-7-132 0,0 7-163 0,0 0-172 15,0 0 68-15,0 0-250 0,0 0-320 16</inkml:trace>
  <inkml:trace contextRef="#ctx0" brushRef="#br0" timeOffset="12016.97">15636 2215 2581 0,'-10'2'176'0,"10"-2"33"0,0 0 38 16,0 0 26-16,0 0 20 0,0 0 0 0,0 0-29 16,-10 5-18-16,10-5-22 0,0 0-26 15,0 0-12-15,0 0-10 0,0 0-15 16,0 0-15-16,0 0-12 0,0 0 1 16,0 0 6-16,0 0 17 0,0 0 26 15,21-17 19-15,-21 17-1 0,6-12-13 0,-4 3-17 16,0 1-16-16,-2-4-17 0,0-2-15 15,0 2-10-15,-2 0-12 0,0 0-10 0,0 4-13 16,2 0-12-16,0 8-12 0,-4-13-9 16,4 13-20-16,-1-8-26 0,1 8 0 15,-8-2 0-15,8 2 0 0,0 0 0 0,0 0 0 16,-14-2 0-16,14 2 0 16,0 0 0-16,0 0 0 0,0 0 0 0,0 0 0 0,0 0 0 15,18-10 0-15,-3 7 0 16,0 1 0-16,5-2 0 0,-5 4 0 0,-2-2 0 15,-13 2 0-15,26 4 0 0,-14-2 0 16,-1 3 0-16,1-1 0 0,-2 6 0 0,-3 0 0 16,0 0 0-16,4 3 0 0,-6 1 0 15,1 0 0-15,-1 0 0 0,1-2 0 16,-2-2 0-16,2 0 0 0,-2-1 0 0,-3-3-36 16,3 1-195-16,0-1-69 0,0-3-64 15,-4-3-72-15,5 7-101 0,-5-7-162 0,0 0-126 16,19-5 76-16,-9-2-616 0,-2 0-820 15</inkml:trace>
  <inkml:trace contextRef="#ctx0" brushRef="#br0" timeOffset="12400.1">16242 1915 3559 0,'1'-12'-34'0,"-1"12"70"0,-1-8 58 0,1 8 46 0,0 0 27 0,-4-7 9 0,4 7-7 15,0 0-15-15,0 0-17 0,0 0-15 0,0 0-6 16,-14-2-4-16,14 2 6 0,-15 9-10 16,8-5-6-16,-3 3-5 0,2-1-12 15,1 0-5-15,1 0-6 0,1-2-8 16,5-4-2-16,-8 7 1 0,8-7-2 16,-2 9 31-16,2-9 36 0,2 9 16 0,-2-9-3 15,8 13-14-15,-3-6 3 0,1-2-2 16,0 5-12-16,-1-6-9 0,3 5-12 0,0-3-11 15,-5 1-8-15,3-2-10 0,0 1-2 16,-3 0-10-16,-3-6-6 0,7 13-1 16,-4-11-5-16,-3-2-3 0,4 12-1 0,-4-12-8 15,6 5 3-15,-6-5-6 0,1 6-2 16,-1-6-1-16,0 0-3 0,0 0-17 16,-12 11-57-16,1-10-78 0,4 1-76 15,7-2-98-15,-17-2-118 0,5-2-157 0,-1-2-214 16,5-5-32-16,4-3 86 0,3-1-559 15,2-2-755-15</inkml:trace>
  <inkml:trace contextRef="#ctx0" brushRef="#br0" timeOffset="12631.78">16568 1509 3863 0,'3'-7'120'16,"-3"1"53"-16,0 6 39 0,2-7 34 15,-2 7 22-15,0 0-13 0,0 0-25 0,0-8-26 16,0 8-27-16,0 0-15 0,0 0 32 15,-3 38-13-15,-3-16-18 0,4 4-12 0,0 8-17 16,0 2-7-16,0 3-11 16,-2-4-14-16,4-2-11 0,0 3-8 0,0-7-12 15,0-3-59-15,0-2-78 0,-4 0-64 16,4-4-70-16,0 1-75 0,-1-4-67 16,1 1-70-16,-2-4-86 0,0 1-113 0,-2-6-120 15,2-1 44-15,2 1-464 0,-2-2-617 16</inkml:trace>
  <inkml:trace contextRef="#ctx0" brushRef="#br0" timeOffset="12781.98">16434 2017 3073 0,'-11'-4'-5'0,"11"4"64"16,-18-6 61-16,18 6 67 0,-7-2 53 0,7 2 35 15,0 0 17-15,-9-4 12 16,9 4-30-16,0 0-21 0,0 0-32 0,0 0-27 16,-8-5-28-16,8 5-38 0,0 0-82 15,20-8-105-15,-2 0-123 0,14-1-143 16,-1 1-158-16,3 0-209 0,10-1-6 0,15 0 69 15,8 4-310-15,5-3-417 0</inkml:trace>
  <inkml:trace contextRef="#ctx0" brushRef="#br0" timeOffset="13165.72">17375 1850 2843 0,'0'0'224'0,"0"0"28"0,-18-9 18 0,18 9 16 16,0 0 14-16,0 0-8 0,0 0-25 15,-16-2-20-15,16 2-24 0,0 0-26 0,0 0-12 16,0 0-18-16,-11 18-11 0,7-11-23 16,1-1-9-16,-1 3-12 0,-1 0-9 15,2-1-4-15,-3 2-7 0,0-1-5 0,5 0-10 16,-7-1-2-16,4 1-3 0,0-4-5 16,0 2-11-16,4-7 12 0,-3 8 7 0,3-8 7 15,-4 7 14-15,4-7 16 16,0 0-16-16,0 0-15 0,0 0-9 0,0 0-9 15,13-22-11-15,-10 15-3 0,-3 7-6 16,11-9-9-16,-11 9-2 0,5-6-7 16,-5 6-6-16,6-4-9 0,-6 4-5 0,0 0 1 15,0 0 2-15,0 0 1 0,0 0 1 16,25 10-2-16,-18-5-1 0,1 2-4 0,3 0-19 16,-3 0-72-16,-1-2-67 0,3 2-59 15,1-2-61-15,-1-2-47 0,0 1-56 16,-1-2-50-16,2-2-55 0,-11 0-60 0,25-6-64 15,-11 1-74-15,1-2 10 0,2-4-421 16,2 0-562-16</inkml:trace>
  <inkml:trace contextRef="#ctx0" brushRef="#br0" timeOffset="13448.12">17640 1855 2779 0,'8'-7'-40'0,"-5"0"90"0,2 4 59 16,-5 3 53-16,0 0 24 0,6-9 19 0,-6 9 7 16,0 0-1-16,0 0 16 0,0 0 5 15,0 0-17-15,0 0-17 0,0 0-20 0,9 16-17 16,-9-16-17-16,5 10-9 0,-1-5-11 15,3-1-13-15,-7-4-5 0,11 10-12 16,-4-5-8-16,3-1-8 0,3-4-6 0,0 0-19 16,5 0-3-16,-3-2-10 0,0-3-3 15,3 1-4-15,-5-1 3 0,-1-2-1 0,2 0 0 16,-4 1 18-16,-5-2 17 0,3 0 9 16,-4-2 6-16,-2-2-7 0,0-1 4 15,-2 2-13-15,-2-1-12 0,2 2-9 16,-4 3-8-16,1 2-2 0,-6 0-14 15,9 5-8-15,-18-4-44 0,2 6-48 0,1 2-65 16,0 2-68-16,-6 0-108 0,4 1-111 16,-3 3-136-16,9-6-197 0,4 2 11 0,0-4 82 15,7-2-404-15,0 0-543 0</inkml:trace>
  <inkml:trace contextRef="#ctx0" brushRef="#br0" timeOffset="13897.91">18286 1382 3372 0,'2'-11'293'15,"1"4"41"-15,-3 2 19 0,0 5 2 16,0 0-19-16,-3-10-29 0,3 10-36 0,0 0-32 16,0 0 16-16,0 0-7 0,-2 31-15 15,2-10-17-15,-2 4-21 0,0 13-17 16,2 2-16-16,0-3-15 0,-3-1-17 0,1 0-9 15,-2-5-12-15,4-7-11 0,-2 0-9 16,2-7-10-16,0 0-8 0,0-3-71 0,0-2 0 16,-1-1 0-16,1-3 0 0,0 1 0 15,0-9 0-15,0 12 0 0,0-12 0 16,1 6 0-16,-1-6 0 0,0 0 0 16,0 0 0-16,0 0 0 0,0 0-31 15,-11-25-53-15,7 15-3 0,-2 5 21 0,1-5 2 16,-5 6 0-16,2 0 8 0,-1 0 1 15,9 4 17-15,-23 0 28 0,23 0 26 0,-24 6 18 16,10 0 21-16,-1 2 0 0,3-1 7 16,3 1-6-16,-2 1-5 0,2 0-4 15,4-4-1-15,-1 5-5 0,4-2-1 0,1 1-2 16,1-3-24-16,0-6-43 0,9 14-94 16,-2-7-112-16,5-3-118 0,5-3-144 0,0 1-190 15,3-4-208-15,-2-1 75 16,9 0 85-16,0-3-563 0,7-2-757 15</inkml:trace>
  <inkml:trace contextRef="#ctx0" brushRef="#br0" timeOffset="14264.54">18645 1777 3768 0,'0'0'135'0,"0"0"49"0,-13 0 26 0,13 0 15 0,0 0-1 0,0 0-8 0,0 0-23 0,0 0-20 15,0 0-20-15,0 0-9 0,0 0-9 16,0 0-24-16,0 0-5 0,26-21-17 16,-16 16-3-16,1-4-7 0,1 1-11 15,-1-1-2-15,-4-2-7 0,2 2-2 16,-4 5 14-16,1-4 5 0,-6 8-14 0,1-8-12 16,-1 8 3-16,0 0-3 0,-26-3 3 15,7 6 0-15,-4 4 4 0,-7 6 15 0,-1 1 18 16,4-2 19-16,4 3 10 0,9-3 4 15,-2-1-6-15,3 5-6 0,3-5-2 16,0 2-4-16,5-1-2 0,3-2 7 0,0 2-93 16,4-2-17-16,2 1 0 0,1-1 0 15,5 0 0-15,2 1 0 0,-1-5 0 16,4 3 0-16,-2-4 0 0,5 0-150 16,-7-1-249-16,5 0-106 0,-5 0-113 0,0-1-193 15,-3 1-37-15,-2-1 85 0,-6-3-630 16,0 0-847-16</inkml:trace>
  <inkml:trace contextRef="#ctx0" brushRef="#br0" timeOffset="27245.8">2544 3730 2144 0,'-4'-21'844'0,"0"3"-260"0,0 1-120 0,0 3-39 0,2-1-41 0,-1 1-10 16,-1 3-22-16,2 0-25 0,0 1 3 16,0 0-7-16,0 5-24 0,2 5-31 0,0-11-38 15,0 11-26-15,0 0 18 0,0 0-12 16,0 0-17-16,17 28-179 0,-7-9-14 0,3 10 0 15,3 2 0-15,-3-2 0 0,0 4 0 16,-1-1 0-16,1-1 0 0,-1-2 0 16,-3 0 0-16,0-7 0 0,-3-1 0 15,0-6 0-15,-2 1 0 0,-2-4 0 16,-2-1 0-16,3 1 0 0,-3-3-86 0,-1 0-448 16,-5-4-145-16,1-4-176 0,5-1-6 15,0 0 78-15,-24-6-711 0,12-4-941 0</inkml:trace>
  <inkml:trace contextRef="#ctx0" brushRef="#br0" timeOffset="27729.45">2429 3477 4335 0,'-5'-12'1'0,"-1"2"44"0,4 1 28 16,0 2 9-16,2 7 6 0,2-14-1 15,2 7-1-15,2 2 3 0,1-5-12 16,0 3-11-16,7 2-6 0,1 1-6 15,1 1-3-15,-2 3-7 0,6 0-5 0,1 0-4 16,1 5 0-16,-1 2-2 0,1 0-5 16,-2 3-4-16,-1-1-4 0,-3 1 1 15,-1 3-2-15,-6-3 6 0,3 3 3 0,-4 3-7 16,-5 0 1-16,-3 2 3 0,0 3 13 16,-5-1 23-16,-3 1 18 0,3 0 11 0,-4-4 1 15,4-4-11-15,1 1-8 0,1-4-5 16,1-1-2-16,0-2-7 0,2-7-10 15,0 13-4-15,5-9 3 0,-1 1 1 0,3 2-1 16,4-2 4-16,-2 0 3 16,0 2 3-16,5 0 5 0,-1 1 3 0,1 2 1 15,-1-2 2-15,-2 1 24 0,3 3 19 16,-3 1 24-16,-1-1 10 0,-1-2 5 0,-1 4 17 16,-3 1 2-16,-1-1 0 0,-2 3-87 15,-4-1-82-15,-2 1 0 0,0 0 0 16,-3 2 0-16,0-5 0 0,-5 1 0 0,1-1 0 15,-2-4 0-15,2-2 0 0,-1-1 0 16,-1-5 0-16,-1-4 0 0,0-2 0 0,1-3 0 16,2-4-6-16,2-3-454 0,4 0-113 15,1-4-119-15,6-3-182 0,2-1 40 16,1 0 91-16,11-6-621 0,1-1-817 16</inkml:trace>
  <inkml:trace contextRef="#ctx0" brushRef="#br0" timeOffset="27948.38">3041 3500 4043 0,'0'0'115'0,"0"-8"65"0,0 8 35 0,0 0 14 0,0 0-12 0,0-8-32 0,0 8-9 0,0 0 49 0,0 0 14 16,12 18-21-16,-7-3-18 0,1-1-21 16,1 8-20-16,2 7-13 0,2-2-9 15,-4-3-20-15,0-5-19 0,2 1-34 16,-4-4-45-16,-1-1-70 0,2-1-50 0,-3-1-72 15,1-1-72-15,-2-6-60 0,1 1-75 16,-3-7-103-16,3 4-130 0,-3-4-124 16,0 0 65-16,0 0-485 0,0 0-623 0</inkml:trace>
  <inkml:trace contextRef="#ctx0" brushRef="#br0" timeOffset="28097.25">3026 3352 3157 0,'-10'-17'32'0,"4"3"53"0,1 2 41 0,-1 4 31 15,4-1 5-15,-1 0-14 0,-2 4-21 16,5 5-36-16,-4-8-66 0,4 8-69 16,0 0-75-16,0 0-84 0,0 0-120 15,0 0-190-15,0 0-56 0,29 19 70 16,-17-2-127-16,3 7-124 0</inkml:trace>
  <inkml:trace contextRef="#ctx0" brushRef="#br0" timeOffset="28462.77">3227 3481 2083 0,'18'-6'268'16,"-18"6"41"-16,0 0 12 0,0 0 13 0,0 0-8 0,7-4-2 16,-7 4-23-16,0 0-27 15,0 0 19-15,0 0 9 0,20 10-1 0,-13-6-23 16,1 5-22-16,2-1-22 0,-3 0-17 16,0 0-19-16,1 1-22 0,-2-1-15 0,2-1-13 15,-3 2-18-15,1-2-10 0,-1-2-13 16,-1 0-7-16,1 0-13 0,-5-5-5 15,9 7-7-15,-9-7-2 0,7 5 4 0,-7-5 8 16,0 0-9-16,0 0-8 0,16-19-61 16,-9 7-7-16,-1-3 0 0,3-1 0 0,0 3 0 15,-2-1 0-15,-2 2 0 16,1 1 0-16,-1 3 0 0,0 2 0 0,1 0 0 0,-6 6 0 16,11-3 0-16,-11 3 0 0,0 0 0 15,27 9 0-15,-18-3 0 16,3 0 0-16,-1 6 0 0,1-4 0 0,-3 1 0 0,0-1 0 15,-1 1 0-15,0-3 0 16,-1 1 0-16,1 0 0 0,-3-3-72 0,-1 1-220 16,-4-5-77-16,8 3-78 0,-8-3-88 15,0 0-124-15,0 0-182 0,0 0 76 0,17-12-667 16,-11 4-883-16</inkml:trace>
  <inkml:trace contextRef="#ctx0" brushRef="#br0" timeOffset="28795.31">3817 3165 4205 0,'0'0'102'0,"0"0"52"16,0 0 53-16,0 0 45 0,0 0 44 15,-29 23 13-15,24-5 13 0,0-1-29 0,3 6-32 16,2-3-23-16,5 3-24 0,0 9-19 16,6-4-21-16,0-3-14 0,7-1-14 0,-2-5-15 15,0-6-12-15,2-1-7 0,-3-6-9 16,2-1-10-16,0-2-8 0,-1 0-65 15,-2-6-20-15,-14 3 0 0,25-6 0 0,-11-2 0 16,-5 2 0-16,3-3 0 0,-7 0 0 16,2 0 0-16,-6-4 0 0,-1 1 0 0,-1-5 0 15,-6-5 0-15,2 0 0 16,-8-7 0-16,-3 3 0 0,1 0 0 0,-1 11 0 16,3 5 0-16,-4 5 0 0,2 3 0 15,-4 4 0-15,-3 3-250 0,2 5-165 0,3 0-112 16,0 1-129-16,-1 0-177 0,9 0 18 15,2-4 82-15,2-2-615 0,5-2-802 16</inkml:trace>
  <inkml:trace contextRef="#ctx0" brushRef="#br0" timeOffset="29295.97">4016 3241 3530 0,'0'0'-10'0,"0"0"72"15,0 0 62-15,0 0 37 0,0 0 45 16,0 0 10-16,0 0 15 0,-1 11 3 15,1-11 15-15,1 8 9 0,-1-8 3 0,2 13 7 16,3-4-7-16,0-3-2 0,1 3-10 16,3-2-16-16,-1 1-26 0,2-3-20 0,1-1-16 15,3 1-16-15,-1-3-19 0,-13-2-10 16,23-2-15-16,-10-1-9 0,-1-1-9 16,1-2-14-16,-2-3-47 0,1-1-32 15,-3-2 0-15,-2-6 0 0,0 2 0 0,-4-3 0 16,-1 0 0-16,-2-7 0 0,-2-9 0 0,-6 4 0 15,1 6 0-15,1 4 0 0,-1 2 0 16,-2 3 0-16,0 2 0 0,2 3 0 16,-4 6 0-16,-1 4 0 0,12 1 0 15,-27 6 0-15,14-4 0 0,1 5 0 0,1-2 0 16,2 0 0-16,0 1 0 0,9-6 0 16,-5 6 0-16,5-6 0 0,0 0 0 0,0 0 0 15,0 0 0-15,53-15 0 0,-20 3 0 16,-3 2 0-16,1-1 0 0,-6 3 0 15,-2 2 0-15,-7 2 0 0,0 0 0 0,-3 3 0 16,1-1 0-16,-14 2 0 0,27 7 0 16,-14 3 0-16,-2 0 0 0,1 5 0 0,-3 3 0 15,0 2 0-15,3 9 0 16,-3 1 0-16,-3-5 0 0,0-4 0 0,0 1 0 16,-2 1 0-16,1-4 0 0,1 1 0 15,-3-5 0-15,1 1 0 0,1-6 0 0,-3-1 0 16,1 3 0-16,1-6-97 0,0 0-318 15,-1-3-133-15,-3-3-167 0,12 0-187 16,-12 0 86-16,17-7-782 0,-1-1-1038 0</inkml:trace>
  <inkml:trace contextRef="#ctx0" brushRef="#br0" timeOffset="29545.9">4893 2762 4423 0,'-5'-12'55'0,"1"2"71"0,-2 5 48 0,6 5 36 0,-5-9 16 16,5 9-25-16,0 0 12 0,0 0 19 16,-14 21 15-16,8-1-5 0,-1 11-23 0,-3 5-13 15,2 3-21-15,-1 11-18 0,2 4-15 16,-2 0-14-16,4-11-10 0,1 0-19 16,2-1-11-16,-3-1-23 0,3-6-46 0,-3-6-52 15,5-5-62-15,-1-6-69 0,-1-1-70 16,0-2-73-16,2-3-74 0,-4-2-108 15,2-4-103-15,0-1-117 0,2-5-52 16,-9 1 67-16,9-1-509 0,-10-12-656 0</inkml:trace>
  <inkml:trace contextRef="#ctx0" brushRef="#br0" timeOffset="29713.16">4642 2997 3369 0,'-9'-16'142'16,"0"7"79"-16,6 0 71 0,-3 4 61 15,2-1 24-15,4 6-9 0,-5-6-23 0,5 6-35 16,0 0-22-16,0 0-27 0,0 0-26 15,0 0-25-15,0 0-22 0,0 0-25 16,9 31-66-16,-5-23-91 0,-1 1-109 16,3-1-99-16,0 2-109 0,-2 1-102 15,2-3-114-15,-3 6-202 0,-1-2-29 0,0-2 82 16,-4 4-517-16,0 3-656 0</inkml:trace>
  <inkml:trace contextRef="#ctx0" brushRef="#br0" timeOffset="30196.3">3344 4330 3228 0,'-4'-11'77'0,"2"-1"71"0,0 1 55 0,2 7 61 0,0 4 66 0,0-10 55 0,0 10 24 16,-1-10-6-16,1 10-15 0,0 0-29 15,-4-8-34-15,4 8-36 0,0 0-3 0,0 0 18 16,5 36-6-16,1-4-29 0,1 4-43 16,4 2-226-16,-4 2 0 0,2-1 0 15,1 0 0-15,1-4 0 0,0-1 0 0,0-2 0 16,-2-2 0-16,-4-4 0 0,1-7 0 15,-2-2 0-15,0-3 0 0,0-2-23 0,-4-1-402 16,2-2-108-16,-6-4-113 16,4-5-165-16,-5 5-20 0,5-5 93 0,0 0-685 15,0 0-874-15</inkml:trace>
  <inkml:trace contextRef="#ctx0" brushRef="#br0" timeOffset="30378.95">3285 4648 4325 0,'-10'-3'235'0,"10"3"85"0,-11-3 55 15,11 3 31-15,0 0 5 0,-10-2-19 16,10 2-22-16,0 0-40 0,0 0-40 0,-7-5-37 16,7 5-22-16,0 0-18 0,0 0-173 15,30-14-40-15,-12 9 0 0,0-2 0 16,7-1-230-16,6-1-195 0,3-1-165 0,0 2-228 16,-3 4-49-16,-5 4 95 0,-1 2-755 15,-3 6-971-15</inkml:trace>
  <inkml:trace contextRef="#ctx0" brushRef="#br0" timeOffset="30828.59">3693 4783 4411 0,'-4'6'130'0,"4"-6"42"0,-8 6 35 0,8-6 27 16,0 0 15-16,0 0-5 0,0 0-20 0,0 0-16 15,0 0-20-15,0 0-18 0,23-24-17 16,-16 16-9-16,2 3 2 0,-2-4 22 15,2 2 14-15,-5 1 4 0,0-3-5 0,0 0-3 16,-2-3-9-16,-2 1-21 16,-2-7-49-16,-4 1-99 0,-1-1 0 0,-3 1 0 15,0-1 0-15,1 1 0 0,0 5 0 16,1 1 0-16,-6 1 0 0,3 3 0 0,-2 6 0 16,-4 5 0-16,-1 4 0 0,-10 7 0 15,5 5 0-15,0-3 0 0,4-5 0 16,6 1 0-16,3-6 0 0,4 0 0 0,1-2 0 15,5-5 0-15,0 0 0 0,0 0 0 16,0 0 0-16,48-12 0 0,-16-3 0 16,1 1 0-16,-3 1 0 0,2 3 0 0,-7 1 0 15,-6 3 0-15,-2 0 0 0,-2 5 0 16,-1 0 0-16,-1 1 0 0,1 0 0 0,-1 2 0 16,0 0 0-16,-1 4 0 0,-1 0 0 15,1 0 0-15,-3-2 0 0,4 3 0 16,-3-1 0-16,-1-2 0 0,2 2 0 15,0-2 0-15,-2 1 0 0,-2-2 0 0,-1-1 0 16,-6-2 0-16,12 3-32 0,-12-3-520 16,9 2-131-16,-9-2-204 0,0 0 27 0,11-10 89 15,-8 3-728-15,2-7-944 0</inkml:trace>
  <inkml:trace contextRef="#ctx0" brushRef="#br0" timeOffset="31195.46">4102 4338 4262 0,'0'0'120'0,"0"0"40"0,0 0 24 0,-2 8 48 0,2-8 55 0,0 0 26 0,0 0 15 0,0 0-19 16,0 0-24-16,31-10-30 0,-20 4-23 16,3 1-24-16,2-7-16 0,-2 4-20 15,-3-1-16-15,1-1-17 0,-2 2-12 0,-1-4-17 16,-1 5-13-16,-4-3-74 0,-2 2-23 15,2-2 0-15,-4 4 0 0,0 6 0 0,-4-12 0 16,4 12 0-16,-9-4 0 0,9 4 0 16,0 0 0-16,-36 20 0 0,16 1 0 15,-3 1 0-15,4 2 0 0,0 5 0 16,2-2 0-16,2 0 0 0,1-1 0 0,3-2 0 16,4-5 0-16,4-1 0 0,1-2 0 15,2-2 0-15,2-1 0 0,1-1 0 16,6-1 0-16,0-1 0 0,2-5 0 0,1-2 0 15,3 0 0-15,6-7 0 0,0-4 0 16,10-5 0-16,-1-4-427 0,1-5-227 16,3-6-193-16,-7 4-40 0,-2 0 103 15,-3 2-778-15,-3 2-1004 0</inkml:trace>
  <inkml:trace contextRef="#ctx0" brushRef="#br0" timeOffset="31578.06">4573 4170 4398 0,'0'0'95'0,"0"0"51"16,0 0 29-16,0 0 19 0,0 0 25 0,-24 10-1 15,24-10 11-15,0 0-6 0,0 0-7 16,0 0-11-16,0 0-23 0,0 0-14 0,0 0-15 16,32-7-16-16,-23 2-12 0,3-5-11 15,1 3-8-15,-4-2-10 0,1 2-10 16,-2 1-4-16,-1-3 7 0,-1 1 14 15,0 1 7-15,-4 0 6 0,-2 7 0 16,2-9-26-16,-2 9-90 0,0 0 0 0,-16-4 0 16,16 4 0-16,-28 18 0 0,11-7 0 15,-6 12 0-15,3-2 0 0,-2 3 0 0,7 1 0 16,4-4 0-16,0-4 0 0,6 2 0 16,1-1 0-16,2-4 0 0,4-1 0 15,2-3 0-15,-1 1 0 0,8 1 0 0,-4-6 0 16,6 0 0-16,1-1 0 0,1-4 0 15,2-1 0-15,2-3 0 0,2-2 0 0,2-5 0 16,0 4 0-16,9-5-400 16,-8 5-347-16,0 0-195 0,-7 0 79 0,0 4 81 15,-2 2-734-15,-2 4-961 0</inkml:trace>
  <inkml:trace contextRef="#ctx0" brushRef="#br0" timeOffset="31866.73">5166 4292 4600 0,'0'0'205'16,"0"0"37"-16,0 0 50 0,-35 9 34 15,14 1 29-15,-9 4 14 0,-12 6 8 16,-6 2-1-16,-3 7-8 0,-4 2-12 16,-17 12-31-16,1 1-325 0,-3 3 0 0,-3 1 0 15,-2 2 0-15,-4 3 0 0,-3 1 0 16,4 0 0-16,-1 6 0 0,-3-3 0 0,4 6 0 15,3-3 0-15,7 0 0 0,10-2 0 16,6-5 0-16,15-15 0 0,5-2 0 16,5-5 0-16,8-9 0 0,7-5 0 0,5-3 0 15,0-6 0-15,5-1 0 0,2-2 0 16,4-5 0-16,0 0-173 0,0 0-550 16,8-31-151-16,3-1-25 0,4-1 102 15,5-9-810-15,-1-4-1047 0</inkml:trace>
  <inkml:trace contextRef="#ctx0" brushRef="#br0" timeOffset="32197.65">5059 3425 4781 0,'-10'-8'87'0,"-1"1"-4"15,-2 2 4-15,-2 5 25 0,-9 2 35 16,-19 8 49-16,-20 12 6 0,-25 14 13 16,-15 10 5-16,-7 13 14 0,-10 2 13 15,-42 20 8-15,1 5-7 0,0 3-12 0,-6 4-13 16,-2 1-1-16,5-7-2 0,6 1-44 16,11-5-176-16,39-20 0 0,9-7 0 15,11-5 0-15,17-8 0 0,24-16 0 0,5-4 0 16,16-5 0-16,5-5 0 0,3-4 0 15,7 0 0-15,2-3 0 0,0 0 0 0,2-4 0 16,5 4 0-16,2-6-361 16,0 0-343-16,0 0-201 0,21 1 24 0,-21-1 85 0,24-9-749 15,-12 2-990-15</inkml:trace>
  <inkml:trace contextRef="#ctx0" brushRef="#br0" timeOffset="43808.9">12141 3722 993 0,'0'0'230'0,"3"-5"-60"0,-3 5-35 0,2-7-12 0,-2 7 4 0,4-7-9 0,-4 7-3 0,0-7-8 0,0 7 4 0,0 0-10 16,2-9-1-16,-2 9-3 0,0 0-4 16,2-9-5-16,-2 9-8 0,1-7 1 15,-1 7-4-15,0 0 5 0,0 0 4 0,2-11 11 16,-2 11 5-16,0 0-3 0,5-8-3 15,-5 8 10-15,0-7 1 0,0 7 0 0,0 0-2 16,2-10-3-16,-2 10 1 0,0 0-7 16,0-9-4-16,0 9-8 0,0 0-5 0,0 0-7 15,0 0 2-15,0 0-8 0,-2-8-1 16,2 8-2-16,0 0-3 0,0 0 7 16,0 0 2-16,0 0 1 0,0 0 1 0,0 0 8 15,0 0 12-15,0 0 17 16,0 0 11-16,0 0 3 0,-32 19 2 0,18-11 14 15,-1 2-2-15,-1 2 13 0,2 1-13 16,-4 0-3-16,-3 7-3 0,4-6-3 0,1 1-6 16,3-2-7-16,0 0-5 0,0 0-2 15,3-2 2-15,-2 2-5 0,3-4-4 0,0 4-2 16,-1-3 5-16,0 2-4 0,3-1 1 16,-3 2 2-16,1-1 1 0,-1 0-39 15,-2 3-64-15,1-1 0 0,0 1 0 0,-1-1 0 16,1-2 0-16,-2 2 0 0,3 1 0 15,-1 2 0-15,2-5 0 0,-1 2 0 16,0-1 0-16,3 0 0 0,-1-1 0 16,-2-1 0-16,3 1 0 0,0-4 0 0,-4 2 0 15,4 2 0-15,0-1 0 0,-2-1 0 16,-2 1 0-16,4 0 0 0,-2-1 0 0,-2 2 0 16,0-5 0-16,2 5 0 0,-1-1 0 15,1-1 0-15,1 0 0 0,-4 0 0 0,5-1 0 16,-2 1 0-16,0 0 0 0,0-1 0 15,4-2 0-15,-3 2 0 0,0-1 0 16,2 0 0-16,-1-1 0 0,0 3 0 0,-1-2 0 16,0 1 0-16,2-3 0 0,-1 3 0 15,0 0 0-15,-4 1 0 0,4 0 0 16,-2-1 0-16,-1 3 0 0,0-2 0 16,1-1 0-16,-1 4 0 0,1-3 0 0,1 2 0 15,-1-1 0-15,-1-1 0 0,1 2 0 16,0-2 0-16,0-1 0 0,0 3 0 0,2-1 0 15,-4-1 0-15,2-1 0 0,0 1 0 16,0 0 0-16,-2-1 0 0,2 3 0 0,-2-2 0 16,1 0 0-16,3-1 0 0,-3 3 0 15,-2-2 0-15,5 0 0 0,-2-1 0 0,0-1 0 16,2 1 0-16,3-3 0 0,-5 3 0 16,4-2 0-16,-4 0 0 0,6 0 0 15,-5-1 0-15,4 0 0 0,-1-1 0 16,-2 2 0-16,2-1 0 0,-1 1 0 15,-1 0 0-15,1 0 0 0,-2 1 0 0,4-2 0 16,-3 0 0-16,3 1 0 0,1 0 0 16,-3 0 0-16,1 1 0 0,0-3 0 0,1 3 0 15,4-8 0-15,-7 10 0 0,3-2 0 16,0-4 0-16,-2 1 0 0,0 3 0 0,3 0 0 16,-3 0 0-16,3-1 0 0,-1 2 0 15,-2 0 0-15,2-1 0 0,-4 1 0 0,3-3 0 16,-1 3 0-16,1 0 0 15,-2-1 0-15,3 1 0 0,-1-1 0 0,-1 1 0 0,3-2 0 16,-1-1 0-16,0 1 0 16,0 0 0-16,-2 2 0 0,2-1 0 0,-1 1 0 15,1-1 0-15,1 1 0 0,-4-2 0 16,3-1 0-16,2 2 0 0,-5-2 0 0,3 4 0 16,1-5 0-16,-1 1 0 0,2 1 0 15,-1 0 0-15,2-1 0 0,1-6 0 0,-8 9 0 16,8-6 0-16,-4 2 0 0,4-5 0 15,-3 12 0-15,-1-6 0 0,2-1 0 0,2-5 0 16,-3 8 0-16,3-8 0 0,-4 8 0 16,1-3 0-16,3-5 0 0,-2 5 0 0,2-5 0 15,-2 7 0-15,2-7 0 16,0 0 0-16,0 0 0 0,-5 6 0 0,5-6 0 16,0 0 0-16,0 0 0 0,0 0 0 15,-4 8 0-15,4-8 0 0,0 0 0 0,0 0 0 16,0 0 0-16,0 0 0 0,0 0 0 15,0 0 0-15,0 0 0 0,9-29 0 0,-5 17-745 16,4-2-243-16,0-3-1208 0,5-12-1602 16</inkml:trace>
  <inkml:trace contextRef="#ctx0" brushRef="#br0" timeOffset="45392.8">12501 3745 5601 0,'0'0'-280'0,"0"0"57"0,-12-9 52 0,12 9 62 0,0 0 57 16,0 0 60-16,-6-4 51 0,6 4 39 0,0 0 26 15,0 0 20-15,-5-8 14 0,5 8 24 16,0 0 12-16,0 0 15 0,-2-7-3 0,2 7 6 16,0 0-5-16,0 0-5 0,0 0-11 15,0 0-7-15,-4-7-10 0,4 7-4 16,0 0-2-16,0 0-2 0,0 0 0 15,0 0-3-15,0 0-123 0,0 0-40 0,0 0 0 16,0 0 0-16,0 0 0 0,0 0 0 16,36 11 0-16,-18-10 0 0,2 2 0 15,7 2 0-15,7 1 0 0,3 3 0 0,-3 0 0 16,2 2 0-16,0-1 0 0,-1 0 0 16,-1 1 0-16,0 1 0 0,1-2 0 0,-3 2 0 15,3 0 0-15,-1 2 0 0,0-2 0 16,4 2 0-16,1-3 0 0,0 3 0 0,-3 3 0 15,2-4 0-15,8 3 0 0,-8-2 0 16,-2 0 0-16,0 1 0 0,-2 2 0 16,-2 2 0-16,0 3 0 0,3-5 0 0,-5 3 0 15,1 1 0-15,-3-4 0 0,3 2 0 16,-5-4 0-16,-2 0 0 0,0-2 0 16,-7-4 0-16,2 2 0 0,-4-2 0 15,-2-1 0-15,3-1 0 0,-1 1 0 0,-1 2 0 16,-3-4 0-16,1 1 0 0,-5-1 0 15,4 2 0-15,-2-2 0 0,3 1 0 0,-2 1 0 16,-3 0 0-16,5-1 0 0,-1 2 0 16,1-4 0-16,1 4 0 0,0 0 0 0,3 0 0 15,-2 2 0-15,0 0 0 0,3-1 0 16,0 1 0-16,-4 1 0 0,3-2 0 0,1-1 0 16,-5 1 0-16,3 0 0 15,-2 0 0-15,2 0 0 0,-3 1 0 0,3 2 0 16,1-4 0-16,-2 5 0 0,0-2 0 15,1 0 0-15,3 1 0 0,-4-1 0 0,2-1 0 16,-1 1 0-16,1-1 0 0,-2 4 0 16,4-3 0-16,-1 2 0 0,-4-2 0 0,2-2 0 15,-1 1 0-15,1 2 0 0,1-1 0 16,-2-2 0-16,0 2 0 0,1-2 0 0,3 1 0 16,-4 2 0-16,6-3 0 0,-4 2 0 15,4-1 0-15,5 5 0 0,2-3 0 0,-7-1 0 16,7 1 0-16,-6-1 0 0,-2 0 0 15,5 1 0-15,-1-1 0 0,-3-2 0 16,-4 1 0-16,6-1 0 0,-3 0 0 16,6 3 0-16,-5 0 0 0,0-3 0 0,-4 0 0 15,4-1 0-15,-3-1 0 0,0 3 0 16,2-3 0-16,-2 1 0 0,2 1 0 0,-4-2 0 16,5 1 0-16,-5 1 0 0,4 1 0 15,-4-1 0-15,-2-3 0 0,-1 1 0 0,1 2 0 16,-2-3 0-16,1 3 0 0,1-2 0 15,-1-2 0-15,-1 3 0 0,1-1 0 0,-2 2 0 16,3-4 0-16,-2 2 0 0,3 1 0 16,-3-1 0-16,6 4 0 0,2-3 0 15,-4 2 0-15,3-1 0 0,-3 0 0 16,-2-1 0-16,-1-2 0 0,-3 0 0 0,0 1 0 16,1-1 0-16,0-2 0 0,-5 0 0 15,5 1 0-15,-4-3 0 0,1 2 0 0,-1 0 0 16,-3-2 0-16,-3-3 0 0,11 7 0 15,-8-3 0-15,-3-4 0 0,8 5 0 0,-8-5 0 16,5 5 0-16,-5-5 0 0,6 4 0 16,-6-4 0-16,0 0 0 0,6 3 0 0,-6-3 0 15,0 0 0-15,0 0 0 0,0 0 0 16,8 3 0-16,-8-3 0 0,0 0 0 0,0 0 0 16,0 0 0-16,0 0 0 0,0 0 0 15,-29-10 0-15,10 3 0 0,-16-1 0 16,-10-9-721-16,-3 3-265 0,-7-3-1219 0,-14-2-1610 15</inkml:trace>
  <inkml:trace contextRef="#ctx0" brushRef="#br0" timeOffset="47858.53">4853 6631 6161 0,'-21'-2'-260'0,"3"2"56"0,0-2 58 0,2 2 53 0,3-2 50 0,-1 2 51 0,14 0 43 16,-25 0 29-16,25 0 11 0,-20 0 8 16,20 0 11-16,-16 0-1 0,16 0 13 0,0 0 11 15,-18 0 8-15,18 0 4 0,0 0 7 16,-16-1-7-16,16 1 5 0,0 0-1 16,0 0-1-16,0 0 1 0,-12 1 1 15,12-1-1-15,0 0-9 0,0 0 1 16,0 0 6-16,0 0-80 0,0 0-67 0,0 0 0 15,0 0 0-15,49 0 0 0,-25 0 0 16,5-1 0-16,15-2 0 0,0 1 0 0,4-2 0 16,11-4 0-16,0 4 0 0,-2-1 0 15,3-1 0-15,-12 4 0 0,2-2 0 0,-1 0 0 16,-1 2 0-16,-3 0 0 0,-4 2 0 16,-7-3 0-16,-9 3 0 0,2-1 0 0,-5 1 0 15,1 1 0-15,4-1 0 16,0 0 0-16,4 0 0 0,8 3 0 0,4-3 0 15,4 0 0-15,1 0 0 0,6 0 0 16,-4 0 0-16,13 2 0 0,-2 2 0 0,-7-4 0 16,-3 2 0-16,-3 0 0 0,-2 0 0 15,-5 3 0-15,-8-4 0 0,-7 2 0 0,-6-1 0 16,1 0 0-16,-2-1 0 0,-6-1 0 16,4 3 0-16,-3-3 0 0,-1 0 0 0,3 0 0 15,-2 0 0-15,-14 0 0 0,29 0 0 16,-10-3 0-16,-2 0 0 0,6 1 0 15,2-1 0-15,2-3 0 0,9 2 0 16,2 0 0-16,1 0 0 0,2-2 0 0,3 0 0 16,-2 1 0-16,5 3 0 0,1-2 0 15,1-2 0-15,1 3 0 0,9-2 0 16,-7 1 0-16,-3 1 0 0,-1 0 0 0,-1 0 0 16,-3-1 0-16,-2 2 0 0,-8 0 0 15,-7 2 0-15,-4-3 0 0,-4 1 0 0,2 2 0 16,-4-1 0-16,-2 1 0 0,1 0 0 15,-3 0 0-15,-13 0 0 0,21 0 0 0,-21 0 0 16,21 0 0-16,-12-2 0 16,-9 2 0-16,22 0 0 0,-22 0 0 0,18 2 0 0,-18-2 0 15,20 0 0-15,-20 0 0 16,12 0 0-16,-12 0 0 0,14 0 0 0,-14 0 0 16,0 0 0-16,15 0 0 0,-15 0 0 15,0 0 0-15,0 0 0 0,0 0 0 0,16 0 0 16,-16 0 0-16,0 0 0 0,0 0 0 15,0 0 0-15,0 0 0 0,0 0 0 0,13 0 0 16,-13 0 0-16,0 0 0 0,0 0 0 16,0 0 0-16,0 0 0 0,0 0 0 0,0 0 0 15,-40 6 0-15,17-4 0 0,-6 2 0 16,-9-1-122-16,8-1-925 0,5-2-1341 0,-2 0-1782 16</inkml:trace>
  <inkml:trace contextRef="#ctx0" brushRef="#br0" timeOffset="48974.52">16966 6685 3640 0,'-21'2'411'0,"-2"0"-100"0,4 0-34 0,0-1-12 0,0 1-19 0,2 1 9 0,-3-1 2 0,4-1-5 0,2 1 15 0,1 0 1 15,13-2-11-15,-20 2-7 0,13 1-7 16,7-3-7-16,0 0-3 0,0 0-7 0,0 0-12 16,0 0-131-16,46 2-83 0,3-4 0 15,18-5 0-15,0 1 0 0,2-3 0 0,-5 1 0 16,-1 0 0-16,-8-1 0 16,-13 1 0-16,-6 2 0 0,-1-2 0 0,-9 4 0 0,-7-1 0 15,-3 1 0-15,-3-2 0 16,-2 4 0-16,-1-2 0 0,-10 4 0 0,15-4 0 15,-15 4 0-15,12-4 0 0,-6 0 0 16,-6 4 0-16,3-4 0 0,-3 4 0 0,0 0 0 16,0 0 0-16,0 0 0 0,0 0-402 15,0 0-440-15,0 0-92 0,0 0 89 0,0 0-913 16,0 0-1188-16</inkml:trace>
  <inkml:trace contextRef="#ctx0" brushRef="#br0" timeOffset="49391.45">18169 7726 5186 0,'-16'2'47'0,"3"2"27"0,-1-1 35 0,5-2 53 0,9-1 58 0,-16 2 44 0,16-2 36 0,-11 2 14 16,11-2 4-16,0 0-7 0,0 0-35 15,0 0-27-15,0 0-19 0,0 0-99 0,61-4-131 16,-16 0 0-16,16 1 0 0,3 0 0 15,-1-3 0-15,2 1 0 0,-6-1 0 0,-14 0 0 16,-1 2 0-16,-7-2 0 0,-9 3 0 16,-5-1 0-16,-4 3 0 0,-4-3 0 0,-2 3 0 15,-2-1 0-15,0-2 0 0,-2 4 0 16,-9 0 0-16,14-6 0 0,-12 4 0 16,-2 2 0-16,5-6 0 0,-5 6 0 15,0-10 0-15,0 10-164 0,-2-7-651 0,2 7-141 16,-8-8 92-16,2 5-970 0,6 3-1260 15</inkml:trace>
  <inkml:trace contextRef="#ctx0" brushRef="#br0" timeOffset="50841.71">8051 3384 4630 0,'-2'-4'-216'0,"2"4"46"0,-6-10 46 0,6 10 50 0,-5-11 40 0,3 5 36 0,2 6 42 0,-4-12 31 16,4 4 27-16,-1-1 21 0,1 1 19 0,0 8 15 15,1-15 15-15,-1 6 17 0,0 2 26 16,2-1 19-16,-2 8 23 0,0-11 2 16,0 11-4-16,0-10-16 0,0 10-15 15,0 0-22-15,0 0 10 0,0 0 31 0,-10 22 10 16,-3 6 12-16,-12 8-9 0,9-4-197 16,-8 11-59-16,1-1 0 0,0 1 0 0,3-3 0 15,4-7 0-15,3-2 0 0,3-2 0 16,5-7 0-16,1-3 0 0,0-4 0 0,2-1 0 15,4-2 0-15,-2-2 0 0,2-1 0 16,4 0 0-16,-1 0 0 0,3-4 0 0,4-1 0 16,-1 0 0-16,2 0 0 0,0-4 0 15,7 0 0-15,-2 0 0 0,4-3 0 16,-3 3 0-16,-1-3 0 0,-2 1 0 16,-1 1 0-16,-1-2 0 0,-3 3 0 15,-11 0 0-15,23 0 0 0,-23 0 0 0,18-3 0 16,-18 3 0-16,12-1 0 0,-12 1 0 15,11-1 0-15,-11 1 0 0,11-2 0 0,-11 2 0 16,0 0 0-16,0 0 0 0,13-4 0 16,-13 4 0-16,0 0 0 0,3-6 0 0,-3 6-31 15,0 0-845-15,-2-8-111 0,2 8 96 16,0 0-948-16,-7-12-1264 0</inkml:trace>
  <inkml:trace contextRef="#ctx0" brushRef="#br0" timeOffset="51298.16">8341 3571 5308 0,'0'0'4'16,"0"0"49"-16,0 0 44 0,0 0 53 0,0 0 29 0,0 0 19 0,0 0-3 0,0 0-7 15,0 0-13-15,0 0-20 0,0 0-12 0,4-8-14 16,-4 8-9-16,9-5-10 16,-9 5-12-16,14-7-11 0,-11 4-5 0,-3 3-8 15,11-9-8-15,-11 9-2 0,10-9-4 16,-6 4 1-16,-4 5 9 0,6-11-2 16,-4 5 10-16,0-2 7 0,-2 8 1 0,-4-12-78 15,0 7-8-15,4 5 0 0,-10-10 0 16,3 8 0-16,7 2 0 0,-25 0 0 0,6 6 0 15,0-2 0-15,-1 3 0 0,0 1 0 16,3 1 0-16,4-2 0 0,2 2 0 0,0 4 0 16,6-1 0-16,1 0 0 0,4 1 0 15,2 0 0-15,4 0 0 0,1 2 0 16,2-4 0-16,3 1 0 0,3 0 0 16,2-2 0-16,-2-1 0 0,3-3 0 15,-1 0 0-15,-2-3 0 0,3 0 0 0,-4 0 0 16,0-3 0-16,1-3 0 0,-1 3 0 15,-1-4-310-15,0 0-354 0,3-2-157 0,-4 0-72 16,2-1 82-16,-1 0-785 0,1 0-1036 16</inkml:trace>
  <inkml:trace contextRef="#ctx0" brushRef="#br0" timeOffset="51658.07">8693 3330 4667 0,'-6'-9'77'0,"4"4"80"0,2 5 57 15,-7-7 55-15,7 7 17 0,0 0-5 16,-4-5-13-16,4 5-4 0,0 0 26 16,0 0-2-16,-5 29-14 0,5-15-24 0,2 5-25 15,-2 2-23-15,0-1-23 0,-2 5-179 16,2-1 0-16,0 1 0 0,2-6 0 0,-2 1 0 16,0-3 0-16,-2-3 0 0,2-1 0 15,0-2 0-15,-3-2 0 0,3-1 0 0,0-8 0 16,0 9 0-16,0-9 0 0,0 0 0 15,0 0 0-15,0 0 0 0,-4-28 0 16,3 11 0-16,1-9 0 0,-2-16 0 0,2-1 0 16,2-18 0-16,1 1 0 0,2 8 0 15,0 9 0-15,1 5 0 0,-1 3 0 16,1 9 0-16,1 6 0 0,-6 3 0 16,3 3 0-16,2 4 0 0,1 1 0 0,0 4 0 15,5 2-412-15,-1 3-264 0,-11 0-142 16,25 8-82-16,-14 3 93 0,5-1-750 0,-1 4-1000 15</inkml:trace>
  <inkml:trace contextRef="#ctx0" brushRef="#br0" timeOffset="51823.49">8746 3446 4212 0,'-11'5'33'16,"4"0"61"-16,-1-2 42 0,8-3 42 15,-11 6 30-15,11-6 10 0,-8 3-4 0,8-3-22 16,0 0-26-16,0 0-20 0,-8 3-37 15,8-3-55-15,0 0-68 0,0 0-101 0,0 0-138 16,0 0-155-16,42-12-182 0,-23 1-125 16,0 1 62-16,10-6-440 0,-2 1-562 15</inkml:trace>
  <inkml:trace contextRef="#ctx0" brushRef="#br0" timeOffset="52074.45">9089 2937 3337 0,'-9'-8'194'15,"2"0"57"-15,-1 4 44 0,0 0 37 16,8 4 8-16,-8-5-6 0,8 5-26 16,0 0-29-16,0 0 8 0,-19 23 19 0,15 0-25 15,-1 10-27-15,1 8-25 0,0 0-22 16,3 3-21-16,-3 2-18 0,2 0-15 0,4-3-20 16,-2 1-18-16,0-3-37 0,-2-2-38 15,2-10-45-15,-2-3-53 0,0-3-61 0,2-5-54 16,0-2-46-16,0-2-39 15,-2-2-50-15,2-4-68 0,2-5-51 0,-2-3-47 16,0 0-56-16,0 0-22 0,0 0 14 0,0 0 37 16,0 0-713-16,0 0-677 15</inkml:trace>
  <inkml:trace contextRef="#ctx0" brushRef="#br0" timeOffset="52190.74">8998 3477 3089 0,'-2'-9'-101'0,"-2"0"75"16,4 9 64-16,-5-9 49 0,5 9 47 16,-6-5 34-16,6 5 21 0,0 0 5 0,-4-7-11 15,4 7-16-15,0 0-15 0,0 0-21 16,0 0-10-16,0-8-18 0,0 8-53 15,13-5-89-15,-3 2-101 0,2-1-125 0,2 2-180 16,2-1-184-16,4-3 49 0,-4 6-298 16,11-4-361-16</inkml:trace>
  <inkml:trace contextRef="#ctx0" brushRef="#br0" timeOffset="52590.06">9793 3331 2583 0,'-10'-1'118'16,"10"1"19"-16,-11-4 22 0,11 4 13 0,0 0 11 16,-9-5-4-16,9 5-13 0,-7-5-16 15,7 5-13-15,0 0 0 0,-5-9 0 16,5 9 9-16,0 0 10 0,-4-6 11 15,4 6 5-15,-4-7 3 0,4 7 2 0,-2-9 8 16,2 9 16-16,-9-8-6 0,9 8-4 16,-8-7-15-16,8 7-19 0,-15 0-17 0,15 0-2 15,-27 8-3-15,8 3-2 0,-8 7 2 16,3 3-2-16,-1 1-8 0,4 2-9 16,1 2-8-16,9-2-7 0,0-2-8 0,6-3-8 15,0 0-6-15,5-3-8 0,2 2-6 16,3-1-3-16,0-1-6 0,4-3-5 0,2 0-42 15,5-3-9-15,2-2 0 0,0-2 0 16,4-6-124-16,2-4-76 0,14-4-74 16,-2-4-86-16,11-7-97 0,-4-4-88 15,-3 0-100-15,-1-6-136 0,-3-3 31 0,-4-2-629 16,-2-3-833-16</inkml:trace>
  <inkml:trace contextRef="#ctx0" brushRef="#br0" timeOffset="53157.02">10088 2871 3584 0,'-7'-16'-38'15,"-1"3"90"-15,-1 1 70 0,1 4 61 0,0 1 51 16,3 2 44-16,-1 0 17 0,6 5 1 16,-10-9-15-16,10 9-23 0,0 0-9 15,0 0 15-15,-15 19-8 0,11-2-12 16,3 10-16-16,-1 12-24 0,0 7-17 16,-1 12-15-16,1 4-17 0,0 1-13 0,1-2-13 15,-5-3-16-15,2-2-7 0,-1-11-12 16,1-3-7-16,-2-4-71 0,0-2-16 0,2-8 0 15,-1-7 0-15,1-4 0 0,2-3 0 16,-1-1 0-16,3-5 0 0,-2-1 0 16,2-7 0-16,0 0 0 0,0 0 0 0,0 0 0 15,15-22 0-15,-8 4 0 0,5-8 0 16,3 0 0-16,0 2 0 0,-3 5 0 0,-3 3 0 16,-1 5 0-16,-1 0 0 0,3 2 0 15,-3 4 0-15,1 1 0 0,-2 0 0 16,-6 4 0-16,0 0 0 0,0 0 0 0,30 12 0 15,-22-5 0-15,-3 1 0 0,4 2 0 16,-2-1 0-16,0 3 0 0,-3-1 0 16,4-1 0-16,-4 0 0 0,2-2 0 15,-3 0 0-15,1-1 0 0,-2-1 0 0,-2-6 0 16,6 6 0-16,-5 0-45 0,-1-6-255 16,2 6-60-16,-2-6-63 0,0 0-38 0,0 0-9 15,0 0 25-15,0 0 22 16,12-24 52-16,-8 9 58 0,3-3 65 0,1-1 62 15,-2 0 77-15,-2 2 71 0,1 4 85 16,-1-2 55-16,0 3 50 0,-1 2 27 0,1 3 20 16,1 1 11-16,-1 0 18 0,-4 6-3 15,7-7 5-15,-7 7-18 0,0 0-18 16,0 0-19-16,21 9-17 0,-15 0-17 0,-3 1-30 16,1 2-68-16,0 0-69 0,-1 3-73 15,-3 1-80-15,2-3-76 0,-2 1-80 0,2 0-68 16,-2-3-80-16,0 1-93 0,-2 0-96 15,2-4 49-15,0-3-382 0,0-5-480 0</inkml:trace>
  <inkml:trace contextRef="#ctx0" brushRef="#br0" timeOffset="53324.6">10315 3221 2893 0,'-2'-11'116'0,"-1"1"62"0,1 1 38 0,-3 0 16 0,5 9-2 0,-4-9-14 0,4 9-33 0,0 0-25 15,-1-6-49-15,1 6-77 0,0 0-94 0,0-8-103 16,0 8-124-16,0 0-178 0,1-8-152 16,-1 8 63-16,0 0-262 0,0 0-305 0</inkml:trace>
  <inkml:trace contextRef="#ctx0" brushRef="#br0" timeOffset="53574.44">10288 2929 2582 0,'-5'-10'236'0,"-1"5"37"16,6 5 15-16,-3-6 16 0,3 6 0 15,0 0 24-15,0 0 37 0,0 0 4 16,0 0-5-16,3 38-22 0,3-16-24 0,1 12-30 16,-1 6-25-16,-1-1-24 0,4 4-23 15,-4 0-27-15,3-2-16 0,-5-1-39 16,1 0-51-16,1-2-69 0,2-4-81 0,-1 1-89 15,-3-8-87-15,-1-7-103 0,4 0-124 16,-5-5-137-16,1-1-162 0,5-5 5 16,-2-3 92-16,1 0-545 0,1-6-680 0</inkml:trace>
  <inkml:trace contextRef="#ctx0" brushRef="#br0" timeOffset="54025.05">10763 2801 3313 0,'-4'-6'169'15,"-2"0"84"-15,6 6 48 0,-4-8 43 16,4 8 24-16,-5-4 5 0,5 4-7 16,0 0 17-16,0 0 8 0,-6 26-14 0,6-7-32 15,0 6-33-15,0 16 2 16,0 0-15-16,0 3-21 0,-2-1-273 0,2 1-5 16,-1-1 0-16,1-4 0 0,0-1 0 15,0-8 0-15,0-6 0 0,0-6 0 0,0 0 0 16,0-5 0-16,0-1 0 0,0-1 0 15,1-3 0-15,-1 1 0 0,0-9 0 0,0 10 0 16,0-10 0-16,0 0 0 0,0 0 0 16,0 0 0-16,0 0 0 0,0 0 0 15,4-34 0-15,-8 22 0 0,1-3 0 0,-4 2 0 16,0 2 0-16,0 7 0 0,-3 2 0 16,0 2 0-16,-5 4 0 0,0 2 0 0,-2 6 0 15,-6 9 0-15,2 0 0 16,4 3 0-16,1-1 0 0,5-2 0 0,6-6 0 15,-2 3 0-15,5-7 0 0,2 3 0 16,2 0 0-16,3-1 0 0,0-4 0 0,3 2 0 16,-1-5 0-16,5 1 0 0,-1-3 0 15,0-2 0-15,3-2 0 0,-14 0 0 0,27-4 0 16,-14 2 0-16,3-2 0 0,-5 1 0 16,-2 1 0-16,3-4 0 0,-5 2 0 0,-3 2-163 15,2-6-880-15,-3 4 79 0,1-2 116 16,-4 6-911-16,5-7-1191 0</inkml:trace>
  <inkml:trace contextRef="#ctx0" brushRef="#br0" timeOffset="54956.99">17079 3993 4101 0,'-7'-6'433'0,"3"0"-74"0,4 6-41 0,-3-10-21 0,3 10-30 0,-4-5-49 16,4 5-41-16,0 0-42 0,0 0-32 0,0 0-7 16,0 0-1-16,0 0-2 0,-15 30-1 15,11-7-15-15,-4 8-6 0,5-2-4 0,-3 4-5 16,2 1-7-16,1-7-5 0,-6 6-7 16,6-10-4-16,-3 1-1 0,2-5-8 15,3-3-26-15,-5-1-45 0,2-2-37 16,2-4-45-16,0 0-44 0,-2-1-54 0,0-4-66 15,4-4-62-15,0 0-41 0,0 0-29 16,0 0-31-16,-11-18-10 0,11 3 0 16,2-5 6-16,0-6 45 0,2-12-616 0,-1-2-498 15</inkml:trace>
  <inkml:trace contextRef="#ctx0" brushRef="#br0" timeOffset="55290.41">16985 4083 2636 0,'4'-38'-79'16,"0"0"65"-16,-1 9 65 0,-1 6 63 0,0-1 58 16,2 5 18-16,0-2 15 0,-3 3-7 15,6 1-13-15,0 0-14 0,1 5-14 16,1-1-14-16,7 1-17 0,-4 6-11 15,6 2-12-15,0 3-8 0,2 4-11 16,3 5-10-16,4 7-8 0,-2-1-3 0,-10 4-9 16,-4-1-7-16,-5 4-3 0,0-1-2 15,-6 4-3-15,-6 12-4 0,-2-2-5 0,-3-1-2 16,1-4-5-16,-5-3 1 0,2-5 0 16,1-7 2-16,3-3 4 0,-1-3 1 0,2-2 9 15,2-2 8-15,6-4 9 0,0 0 0 16,0 0 9-16,0 0 8 0,-25-10 4 15,25 10 3-15,0 0-4 0,-7-4-7 0,7 4-9 16,0 0-4-16,0 0-5 0,0 0 9 16,0 0-4-16,0 0 4 0,0 0-7 15,25 27-8-15,-14-16 7 0,1 3-11 16,1-1-5-16,-1 3-3 0,-1-3-6 0,2 3-1 16,-1-2-3-16,-3-1-25 0,-1-3-30 15,0 0-39-15,-1 1-38 0,-3-2-54 0,2 0-53 16,-3-2-75-16,6 3-67 0,-7-6-88 15,1 0-102-15,-3-4-96 0,8 4 8 16,-8-4-443-16,0 0-550 0</inkml:trace>
  <inkml:trace contextRef="#ctx0" brushRef="#br0" timeOffset="55457.3">17410 4091 2822 0,'2'-8'19'0,"-2"0"59"0,0 8 22 0,0-8 22 15,0 8-9-15,0 0 5 0,0 0 2 16,0 0-9-16,0 0-10 0,11 22-7 0,-11-8-15 15,2 3-44-15,-2 2-60 0,-2 0-71 16,2 0-75-16,0-1-87 0,-2 1-109 16,2-2-142-16,2-1-6 0,-2-2-156 0,2-1-165 15</inkml:trace>
  <inkml:trace contextRef="#ctx0" brushRef="#br0" timeOffset="56107">17542 4021 1856 0,'0'-11'144'0,"-2"2"71"0,0 3 33 0,2 6 5 16,-4-11-17-16,4 11-27 0,-2-4-21 15,2 4-26-15,0 0-15 0,0 0-22 0,0 0-42 16,0 0-49-16,0 0-63 0,0 0-47 16,0 0-40-16,15 21-29 0,-11-12-16 0,-1 0-5 15,-3 0 7-15,2-3 9 0,-2-6 20 16,2 16 13-16,-2-11 20 0,0-5 22 15,5 12 26-15,-5-12 18 0,0 8 22 0,0-8 13 16,2 8 23-16,-2-8 17 0,0 0 16 16,1 10 14-16,-1-10 3 0,0 7 17 0,0-7-5 15,-1 12 6-15,1-12-11 0,3 12-5 16,-1-7 5-16,2 1-4 0,0 1 6 16,-1-1-2-16,3 2 8 0,0-2 7 15,2 0 10-15,-5-1 7 0,5 2 24 16,-3-4 22-16,-5-3 23 0,10 12 14 0,-6-8 14 15,2 1 13-15,-6-5-14 0,5 9 6 16,-3-4-8-16,-2-5-2 0,6 8-17 0,-5-1-12 16,-1-7-18-16,0 16-17 0,0-8-15 15,0 1-13-15,-1-1-11 0,-1 2-7 0,-2-2-18 16,0 1-6-16,1 3-8 16,-3-2-11-16,1-3-21 0,-6 2-22 0,2 0-35 0,4-3-21 15,-1-1-28-15,1 0-23 0,2-1-23 16,3-4-29-16,-8 3-15 0,8-3-26 15,0 0-14-15,0 0-10 0,10-26-10 16,0 9 1-16,-3-2 25 0,6-10 15 16,3 2 35-16,-5-1 35 0,5 2 31 0,-5 5 14 15,-1 6 22-15,-3 0 20 0,2 2 28 16,-3 0 14-16,1 4 0 0,-2 2 2 0,1 1-7 16,-3 0 5-16,3 3 8 0,-6 3 8 15,0 0-2-15,0 0-1 0,0 0 2 16,17 9 12-16,-13-3 1 0,0 1 1 15,-2-2-1-15,-2-5-4 0,3 11-4 0,-1-6-4 16,-2 2-4-16,4-2-3 0,-2 0-13 16,2 0-36-16,-2 1-17 0,-2-6-27 0,6 8-37 15,-6-8-50-15,3 3-45 0,-3-3-65 16,0 0-84-16,0 0-107 0,0 0-160 0,0 0 45 16,0 0-288-16,0 0-340 0</inkml:trace>
  <inkml:trace contextRef="#ctx0" brushRef="#br0" timeOffset="59422.24">7448 2873 2312 0,'0'0'37'0,"0"0"42"0,0 0 40 0,0 0 46 0,0 0 34 15,-3-14 30-15,3 14 23 0,0 0 13 16,2-12 9-16,-2 12 9 0,0 0-2 0,0 0 2 15,1-9-29-15,-1 9-6 0,0 0-14 16,0 0 13-16,0 0 47 0,0 0 9 0,-1 33-11 16,-1-12-13-16,-2 4-2 0,-3 8-10 15,-1 4-3-15,0-1-13 0,1-4-48 16,1-6-203-16,2-2 0 0,-1-7 0 16,3 0 0-16,-1 0 0 0,3-4 0 15,0-2 0-15,0-3 0 0,3 4 0 0,1-4 0 16,1-2 0-16,3-1 0 0,4-1 0 15,1 0 0-15,-1-4 0 0,-12 0 0 0,33-2 0 16,-16-2 0-16,1 0 0 0,-1 1 0 16,-2-1 0-16,2 0 0 0,-1-2 0 0,-5 4 0 15,-2-2 0-15,3 1 0 0,-5 0 0 16,-7 3 0-16,13-4 0 0,-4 2 0 0,-9 2 0 16,7-3 0-16,-7 3 0 0,5-4 0 15,-5 4 0-15,8-4 0 0,-8 4 0 16,0 0-362-16,2-8-354 0,-2 8-139 15,0-7-48-15,0 7 100 0,0-10-745 0,3 6-992 16</inkml:trace>
  <inkml:trace contextRef="#ctx0" brushRef="#br0" timeOffset="59838.96">7814 2959 4021 0,'7'-7'-64'0,"-7"7"83"0,0 0 68 0,0 0 47 0,0 0 51 0,5-6 46 0,-5 6 18 0,0 0 24 16,0 0 4-16,0 0-14 0,0 0-13 0,0 0-20 15,2-7-15-15,-2 7-22 0,0 0-19 16,9-8-19-16,-9 8-11 0,11-4-19 0,-11 4-11 16,7-10-7-16,0 6-12 0,-7 4-4 15,8-13-9-15,-5 7-9 0,-1 0 2 0,3-2-6 16,-5 8-4-16,0-13-4 0,0 5-11 15,0 8-5-15,-7-12-8 0,6 9-7 0,1 3-6 16,-17-2-12-16,17 2-12 0,-23 7 0 16,7 3 0-16,1 0 0 0,2 1 0 15,0 3 0-15,2 2 0 0,0-3 0 0,6 1 0 16,3-3 0-16,0 4 0 16,2-5 0-16,4 2 0 0,1 2 0 0,6-1 0 15,0-4 0-15,4 0 0 0,0-2 0 16,6-1 0-16,-4-2 0 0,2-1 0 0,-3-3 0 15,4-2 0-15,-4-1 0 0,3 0 0 16,-4-4-37-16,4-2-194 0,-4-1-68 0,-2-2-90 16,1 0-99-16,-3 1-83 0,1 0-130 15,-2-1-114-15,-5 0 69 0,2-3-585 16,6 3-788-16</inkml:trace>
  <inkml:trace contextRef="#ctx0" brushRef="#br0" timeOffset="60172.61">8142 2704 3753 0,'-9'-7'89'0,"9"7"43"0,-7-5 35 16,7 5 16-16,0 0 13 0,0 0-6 16,0 0 8-16,0 0 61 0,-16 12 0 0,14-2-4 15,0 2 0-15,0 0-12 0,2 2-13 16,0 1-18-16,0-1-16 0,0 3-17 16,0-3-18-16,0 1-14 0,0 0-13 0,2-4-12 15,-2-1-9-15,0 0-11 0,0 1-7 16,0-3-7-16,0 0-1 0,0-8 8 15,0 11-44-15,0-11-51 0,-2 8 0 0,2-8 0 16,0 0 0-16,0 0 0 0,0 0 0 16,0 0 0-16,-11-23 0 0,7 2 0 15,0-5 0-15,2-15 0 0,0 0 0 0,4-2 0 16,0 6 0-16,0 8 0 0,3 2 0 16,-4 9 0-16,-1 1 0 0,0-1 0 15,2 7 0-15,-2 0 0 0,2 2-252 0,-2 1-189 16,4 3-43-16,-4 5-46 0,5-4-88 15,-5 4-194-15,0 0 21 0,0 0 75 0,18 9-490 16,-18-2-671-16</inkml:trace>
  <inkml:trace contextRef="#ctx0" brushRef="#br0" timeOffset="60340.42">8034 2798 3126 0,'-3'5'-4'15,"3"-5"56"-15,-7 9 32 0,7-9 23 16,0 0 14-16,0 0-1 0,0 0-8 0,0 0-10 15,0 0-18-15,0 0-45 0,32-24-47 16,-12 12-70-16,8-4-71 0,-1-1-68 16,2-2-76-16,-1 1-79 0,-1-3-63 0,-1-1-36 15,-1-2-182-15,-2 2-150 0</inkml:trace>
  <inkml:trace contextRef="#ctx0" brushRef="#br0" timeOffset="60539.7">8352 2495 1871 0,'4'-19'103'0,"-4"3"56"0,0 3 39 0,0 1 46 15,-2 3 38-15,2 2 28 0,0 7 11 16,0-13 1-16,0 13-15 0,0-9-18 15,0 9-29-15,0 0-31 0,0 0-21 16,0 0 31-16,0 0-9 0,-6 29-11 0,4-7-25 16,1 4-18-16,-3 12-16 0,6-1-16 15,0 2-11-15,-1 2-13 0,1-4-12 0,0-1-17 16,2 0-50-16,1-3-70 0,0-6-60 16,-3-7-54-16,2 0-61 0,-3-3-51 0,3-1-49 15,-2-7-36-15,2 3-27 0,-3-4-41 16,-1-6-49-16,0-2-42 0,0 0-8 15,0 0 9-15,0 0-474 0,0 0-450 16</inkml:trace>
  <inkml:trace contextRef="#ctx0" brushRef="#br0" timeOffset="60672.54">8366 2871 2456 0,'-5'-12'-37'0,"2"6"66"0,3 6 52 0,-8-11 42 15,6 7 37-15,2 4 37 0,-3-8 21 16,3 8 9-16,-6-6-5 0,6 6-15 0,-2-7-24 16,2 7-20-16,0 0-17 0,-2-10-26 15,2 10-62-15,2-11-90 0,4 4-101 16,-1-1-134-16,8-6-105 0,8-5-206 0,4-1-18 15,10-7 75-15,2 1-178 0,8 2-192 16</inkml:trace>
  <inkml:trace contextRef="#ctx0" brushRef="#br0" timeOffset="61072.48">8965 2307 1970 0,'-5'-5'103'15,"1"1"37"-15,4 4 26 0,-9-10 32 0,9 10 12 16,-6-6 9-16,6 6-9 0,-8-4-18 16,8 4-22-16,0 0-19 0,0 0-10 15,0 0-13-15,0 0-10 0,-27 10 2 0,20-2 2 16,-4 1 5-16,1 0-8 0,-1 6-8 16,1-4-12-16,0 3-5 0,5-2-13 0,-3-1-7 15,5 1-4-15,-3 0-6 16,6-3 0-16,0 2-1 0,4-1 3 0,1-2 7 0,3 3 2 15,2-2 5-15,1-1 3 16,2 1 3-16,-1-1 8 0,1-1-1 0,-1 3 2 16,-1-5 5-16,-2 2-3 0,1-2-7 15,0 3 7-15,-7-4-5 0,3 2-9 16,-1-3-5-16,-5-3 1 0,9 7-3 0,-9-7 1 16,5 7 1-16,-5-7-5 0,0 8-10 15,0-8-1-15,-5 12-7 0,-2-9-3 0,7-3-9 16,-15 8-10-16,6-7-50 0,9-1-63 15,-23 0-68-15,23 0-80 0,-23-5-80 0,16 1-85 16,-5-1-97-16,2 1-110 16,1-4-139-16,5 0 15 0,1-1-524 0,3 1-710 15</inkml:trace>
  <inkml:trace contextRef="#ctx0" brushRef="#br0" timeOffset="61372.79">8947 2375 3270 0,'7'-9'10'0,"-5"3"90"15,0 0 64-15,-2 6 42 0,7-8 30 16,-7 8 20-16,0 0-6 0,0 0-11 0,4-8-26 15,-4 8-30-15,0 0-19 0,0 0-12 16,0 0-5-16,0 0 8 0,14 22-10 16,-8-13-14-16,-5 3-10 0,3 1-11 0,2-1-10 15,0 5-8-15,0-5-14 0,-1 3 1 16,1-1-8-16,1-2-4 0,3 0 5 16,-1-2-34-16,1-2 3 0,4-1 0 15,-5-3-4-15,7-3 2 0,-4-1-6 0,4-3-5 16,3-2 6-16,-2-4-3 0,0-1-3 15,-1 0 0-15,-4-4-5 0,1 0-6 16,-4-4 1-16,-2 2-3 0,-1-6-7 0,-2 0-23 16,-2-2-23-16,-2 2-45 0,0 4-46 15,0 1-44-15,-2-1-68 0,0 7-68 0,0 2-71 16,-4 2-73-16,2 2-111 0,4 5-187 16,-11-2 49-16,11 2-465 0,0 0-634 0</inkml:trace>
  <inkml:trace contextRef="#ctx0" brushRef="#br0" timeOffset="61622.74">9501 2097 3234 0,'0'0'59'0,"-2"-10"64"0,2 10 39 0,-5-7 5 15,5 7-6-15,0 0-11 0,0 0 7 16,0 0 8-16,-23 15-7 0,12 0-15 0,-5 10-10 15,5 4-11-15,-1 0-13 0,3 2-9 16,3-6-12-16,4-1-5 0,0-3-8 16,4-2-8-16,0-1-13 0,4 3-8 15,-1-2-11-15,4-5-17 0,-2 0-23 0,6-3-38 16,1-2-55-16,0-4-75 0,0-3-75 16,-1 0-103-16,7-4-150 0,0-3-186 15,1-2 58-15,1-1-349 0,4-6-454 0</inkml:trace>
  <inkml:trace contextRef="#ctx0" brushRef="#br0" timeOffset="61889.07">9852 2054 2670 0,'0'0'76'0,"0"0"51"0,-25 6 37 15,15-3 26-15,-1 7 27 0,0-2 8 16,-1 8 3-16,-1 1-11 0,1 0-12 0,3 4-19 15,1-1-10-15,3-1-16 0,1 3-17 16,2-3-10-16,2-2-12 0,0 1-10 16,2 0-13-16,2-2-11 0,1 0-5 0,1-2-7 15,1 1-13-15,4-5-45 0,-4 0-60 16,4 0-72-16,1-3-90 0,1-1-114 0,-2-6-142 16,-1 0-206-16,1 0-16 0,-11 0 82 15,23-4-309-15,-12 0-392 0</inkml:trace>
  <inkml:trace contextRef="#ctx0" brushRef="#br0" timeOffset="62305.86">10066 2162 2462 0,'0'0'-19'15,"-5"2"40"-15,5-2 40 0,0 0 25 16,0 0 31-16,0 0 5 0,0 0 11 16,0 0-10-16,0 0-3 0,0 0-9 0,0 0-4 15,0 0-5-15,43-7-14 0,-38 2-4 16,4-2 1-16,-2 0-17 0,-2 0-4 0,3 0-1 16,-5-1-5-16,1-2 18 0,-2 4 4 15,0 0 1-15,-2-1-7 0,0 7-2 16,-4-12-5-16,0 6-13 0,-3 2-3 0,7 4 1 15,-23 0 0-15,23 0 0 0,-30 12 2 16,10-2-2-16,3 1 9 0,-6 9 0 0,2 1-6 16,6-1 2-16,4-3-3 0,1 0-6 15,6-2-2-15,-1 1 0 0,3-3-3 16,2-1 0-16,6 0 1 0,-3 0-1 16,9-1-6-16,1-3-1 0,3-2-6 0,2-6-22 15,4 0-40-15,4-4-67 0,9-5-60 16,1 0-58-16,2-2-61 0,-4-5-63 15,-2-3-51-15,5 4-68 0,3-9-118 0,-1 0-8 16,-12 2-245-16,0-2-317 0</inkml:trace>
  <inkml:trace contextRef="#ctx0" brushRef="#br0" timeOffset="62638.85">10550 1824 2178 0,'-9'-5'-38'0,"9"5"37"15,0 0 30-15,-20 5 26 16,20-5 19-16,-16 9 24 0,7-4 17 0,-1 2 11 0,-1 3 16 15,0-1 13-15,-1 3 7 16,3-2-10-16,-1 0-10 0,5 0 2 0,0 1-3 16,3 0 5-16,1 0 2 0,2-3 8 15,1 4-2-15,3 0 13 0,2 2 13 16,3-3 17-16,-1 0 25 0,-1 1 29 0,1 0 5 16,4 3 0-16,-3-1-7 0,1 1-18 15,-1-3-15-15,-2-1-19 0,-1 3-13 0,-1 0-14 16,-1-5-11-16,1 4-12 15,-1-2-13-15,-2-1-13 0,-3 0-6 0,0 0-8 0,-1 0-11 16,-3 3-6-16,-3-3-12 16,0 0-5-16,0-1-56 0,-5-1-17 0,0-1 0 15,1-2 0-15,-1-1 0 0,1-2-119 16,0-4-131-16,11 2-102 0,-23-10-80 16,14-1-101-16,1-3-96 0,0-4-187 0,6-1 31 15,2 2 88-15,4-2-520 0,3-3-680 16</inkml:trace>
  <inkml:trace contextRef="#ctx0" brushRef="#br0" timeOffset="62971.79">10753 1835 3289 0,'0'-6'5'16,"0"1"71"-16,0 5 37 0,0 0 22 0,0 0 6 16,0 0-7-16,-2-12-21 0,2 12-10 15,0 0-11-15,0 0-7 0,0 0 13 0,0 0-3 16,-16 23 9-16,5-10-6 0,4 3-3 15,0 1-7-15,-4 0-8 0,2 2-9 16,6-1-3-16,-3-4-9 0,2 3-7 0,4-1 2 16,2-4-2-16,2 3 4 0,1-1 11 15,5-3 7-15,-4 3 22 0,3-2 15 0,2 1 17 16,-2-3-5-16,-2 2 12 0,2-1 9 16,-3-3 4-16,2 1-3 0,-2-1-10 0,-1 0-9 15,-1-2-12-15,0-1-14 0,-4-5-10 16,5 10-5-16,-3-6-16 0,-2-4 0 15,0 0-4-15,-4 15-11 0,4-15-26 16,-11 5-47-16,4-3-54 0,-1 0-58 16,8-2-65-16,-23 0-81 0,10-7-88 0,2-2-110 15,-2-1-145-15,2 0-173 0,4-4 57 16,2 2-549-16,3 2-743 0</inkml:trace>
  <inkml:trace contextRef="#ctx0" brushRef="#br0" timeOffset="63287.81">10916 1947 3467 0,'0'0'-28'0,"0"0"43"0,0 0 63 15,0 0 50-15,3 16 36 0,-3-8 19 0,0-8 11 16,2 14-4-16,-2-5-2 0,4-2-9 16,0 3-1-16,-1-2-13 0,5 2-2 15,-2-3-10-15,2 3-5 0,-3-4-5 0,1 2-7 16,1-5-8-16,1 3-6 0,0-2-2 15,-8-4-8-15,14 7 2 0,-9-6 9 0,-5-1 19 16,0 0 14-16,0 0 7 16,19 0-7-16,-19 0-5 0,0 0-12 0,0 0-10 15,1-16-14-15,-2 11-13 0,1 5-11 16,-10-22-10-16,7 15-11 0,-5-7-8 0,0 6-26 16,2 0-40-16,1 1-68 0,-1 1-87 15,-2 2-81-15,8 4-88 0,-13-4-81 16,13 4-106-16,0 0-155 0,-23 10-179 0,16-4 76 15,3 0-634-15,2 1-859 0</inkml:trace>
  <inkml:trace contextRef="#ctx0" brushRef="#br0" timeOffset="63673">11074 2069 3691 0,'2'8'-27'0,"-2"-8"80"0,0 0 70 15,0 0 55-15,0 0 47 0,0 0 33 16,0 0 14-16,0 0 0 0,3 6 7 15,-3-6-12-15,0 0-12 0,0 0-14 0,0 0-23 16,15-14-15-16,-15 14-9 0,6-13-16 16,0 3-16-16,-2-2-15 0,-1 3-7 0,-1-3-17 15,-2-2-12-15,2-1-10 0,0-1-11 16,-2 3-9-16,0 0-7 0,-2 1-6 0,2 0-14 16,-2 4-8-16,2-1-7 0,-2 3-5 15,2-1-13-15,0 7-13 0,0-11-12 16,0 11-8-16,0-8-8 0,0 8-6 15,2-9-8-15,-2 9-3 0,8-3 7 16,-8 3 5-16,13-2 3 0,-1 2 6 0,-12 0-4 16,26 5 4-16,-12-1 7 0,1 1 8 15,1 2 31-15,-2 0 19 0,-1 1 22 0,-1 0 19 16,-1 1-46-16,0 3-44 0,-2-2 0 16,-2 2 0-16,3 2 0 0,-4-2 0 0,1 0 0 15,-3-2 0-15,2 1 0 0,-3-1 0 16,1-2 0-16,1 2 0 0,-3-5 0 15,-1 3-401-15,-1-8-149 0,0 10-182 16,0-10-185-16,-3 6 76 0,3-6-774 16,0 0-1056-16</inkml:trace>
  <inkml:trace contextRef="#ctx0" brushRef="#br0" timeOffset="65588.25">17976 3868 1528 0,'2'-17'437'0,"-4"1"-83"0,2 3-33 0,0 1 1 0,-4 0-6 0,4 3 12 0,-2 3-15 0,2 6-20 16,-2-12-8-16,2 12-20 0,-2-12-27 15,2 12-33-15,0 0-5 0,0 0 22 16,-13 30 9-16,0 1-13 0,2 4-15 0,-7 10-10 15,5 5-24-15,1 3-5 0,3-2-7 16,1-11-11-16,0 0-6 0,3-4 2 16,-1-4-7-16,4-6-9 0,0-5-8 0,1-4-9 15,-1-3-3-15,2-2 6 0,-2-4-17 16,2 1-95-16,-2-1 0 0,2-8 0 0,-2 11 0 16,2-11 0-16,0 0 0 0,0 0 0 15,0 0 0-15,0 0 0 0,20-25 0 0,-11 12 0 16,-4 3 0-16,-1 0 0 15,3-1 0-15,-5 2 0 0,4 2 0 0,-3 2 0 16,-3 5 0-16,5-9 0 0,-5 9 0 16,0 0 0-16,0 0 0 0,0 0 0 0,20 16 0 15,-11-6 0-15,-2-4 0 0,1 0 0 16,-3 1 0-16,2 1 0 0,4-2 0 16,-6-1 0-16,3 1 0 0,-1-4 0 0,-7-2 0 15,16 4 0-15,-16-4 0 0,13 0 0 16,-13 0 0-16,13-5 0 0,-13 5 0 0,13-7 0 15,-4 4 0-15,-9 3 0 0,9-6 0 16,-9 6 0-16,7-4 0 0,-7 4 0 0,0 0 0 16,11-6 0-16,-11 6 0 0,0 0 0 15,9-3 0-15,-9 3 0 0,0 0 0 16,0 0 0-16,14-1 0 0,-14 1 0 16,11 0 0-16,-11 0 0 0,9-3-199 0,-9 3-36 15,13-4-22-15,-8-2-18 0,6-1-14 16,-4-5-8-16,2-6 4 0,1-3 15 0,-2-12 26 15,-1-4 32-15,3-3 20 0,0-15 41 16,-5-1 33-16,2-4 28 0,2 2 45 16,-6 15 45-16,-1 1 44 0,0 6 35 0,0 10 32 15,-2 8 4-15,0 4-5 0,0 4-18 16,-2 6 6-16,2 4 14 0,0 0-4 16,-7 24-9-16,2-6-5 0,1 7 3 15,1 8-22-15,1-2-2 0,2-4-9 0,2 11-4 16,0-1-8-16,-1-7-4 0,3-5-40 15,1 0-21-15,0 5-30 0,1-6-29 0,-2-4-26 16,-3-6-19-16,3-1-33 0,0-1-4 16,-4-5-1-16,2 3 12 0,-2-2 19 0,-2-2 17 15,-2 0 12-15,-1-2 14 0,5-4 28 16,-15 3 45-16,15-3 41 0,-18-2 34 16,18 2 33-16,-17-6 10 0,9 4 12 0,1-1 8 15,1-1-7-15,6 4-10 0,-10-3-12 16,10 3-6-16,-5-5-12 0,5 5-12 0,0 0-10 15,0 0 0-15,0 0-4 16,0 0-9-16,0 0-12 0,26-2-55 0,-26 2-60 16,24 0-76-16,-12 0-83 0,6 0-99 15,0 0-127-15,7-4-187 0,0 3-6 0,0-1 82 16,-2-1-381-16,1 1-442 0</inkml:trace>
  <inkml:trace contextRef="#ctx0" brushRef="#br0" timeOffset="66337.52">18888 3893 2651 0,'0'0'36'0,"0"0"56"0,11-6 47 0,-11 6 48 0,2-7 45 0,-2 7 32 16,0 0 19-16,1-9 1 0,-1 9-10 0,0 0-9 16,0-11-19-16,0 11-25 0,0 0-19 15,-6-5-16-15,6 5-21 0,0 0-21 0,0 0-11 16,0 0-12-16,-38 13-7 0,25-6-12 16,1 2-34-16,-1-1-3 0,2 2-11 15,1 1 0-15,1 0-10 0,1 0-4 0,0-1-4 16,2 2 0-16,5-2 3 0,1-1-5 15,-2 2-5-15,4-2 3 0,-1 4-5 0,8 1 7 16,-4-3 16-16,3 3 2 0,3-3 2 16,-3 1-3-16,1 0 9 0,2-4 9 0,0 4 13 15,-6-3 6-15,1-1 10 16,-1-1 7-16,-1 0 4 0,-1 1-3 0,-3-8-1 16,2 12 6-16,-2-6-9 0,0-6-86 15,-3 8-16-15,-3-3 0 0,-1 0 0 0,-4-1 0 16,-1-3 0-16,-1 1 0 0,-3-2 0 15,16 0 0-15,-27-5 0 0,14 3-220 0,2-3-113 16,-1-2-86-16,1-1-65 16,4-1-50-16,-2-3-63 0,8 0-98 0,1-1-46 15,3-5 62-15,6 1-508 0,3-10-651 0</inkml:trace>
  <inkml:trace contextRef="#ctx0" brushRef="#br0" timeOffset="66621.78">18840 3916 3189 0,'9'-12'5'0,"-2"1"82"0,-1 5 46 15,-3-1 36-15,2 2 32 16,-5 5 14-16,6-9-2 0,-6 9-18 0,3-6-19 0,-3 6-14 15,0 0 0-15,0 0 10 16,0 0 8-16,25 13-6 0,-16-6-9 0,-1 2-1 16,2 1-15-16,-3 0-6 0,4-1-17 15,0 1-4-15,0 0-17 0,0 1-28 16,1-1-3-16,-1-2-4 0,3-1-11 0,-1 0-4 16,1-1 3-16,-2-3-14 0,3 2 22 15,3-4-25-15,-5-1-7 0,1 0-1 0,-14 0 2 16,25-3-7-16,-14 2 1 15,-2-4-2-15,-4-1-2 0,6 1-1 0,-8-4-4 16,5-1-8-16,-7-2-5 0,3-3-17 16,-2-1-26-16,0 2-27 0,-2 1-39 0,3 1-38 15,-1 0-49-15,-2 4-62 0,-2 1-87 16,-5 1-75-16,7 6-92 0,-7-3-149 16,7 3-60-16,0 0 67 0,-21 9-429 0,15-4-547 15</inkml:trace>
  <inkml:trace contextRef="#ctx0" brushRef="#br0" timeOffset="66871.73">19615 3785 3298 0,'0'0'197'0,"-10"-10"28"0,10 10 14 15,0 0 7-15,0 0-1 0,0 0 4 0,0 0-6 16,-30 17-13-16,16-3-23 0,1 3-17 15,-4 8-22-15,4 2-15 0,2-7-15 0,0 1-38 16,6 0-10-16,-1-1-30 0,3-3-29 16,1 1-31-16,-2-1-23 0,4-3-29 0,0 1-35 15,0-3-39-15,4-2-52 0,-1 1-71 16,1-3-89-16,2-2-124 0,-1-2-176 16,7-4-32-16,-12 0 78 0,27-4-392 0,-14 3-462 15</inkml:trace>
  <inkml:trace contextRef="#ctx0" brushRef="#br0" timeOffset="67088.86">19786 3738 3063 0,'-3'-6'190'16,"3"6"17"-16,-9-2 14 0,9 2 17 0,0 0 12 16,0 0-2-16,-12 15-18 15,8-6-17-15,-2 5-26 0,3 3-14 0,-6 4-17 0,7 0-11 16,-3 1-17-16,-1 0-32 0,3 0-22 15,3-2-37-15,-2-3-38 0,4 3-42 16,-1-3-45-16,3 0-50 0,2-1-75 16,-3 0-74-16,3-7-94 0,2 4-129 0,-2-6-148 15,-1-2 54-15,5-1-394 0,0-1-473 16</inkml:trace>
  <inkml:trace contextRef="#ctx0" brushRef="#br0" timeOffset="68038.12">19991 3987 3070 0,'0'0'178'0,"-11"1"10"16,11-1 8-16,0 0 4 0,-9 4-10 16,9-4-12-16,0 0-14 0,0 0-19 0,0 0-10 15,0 0-17-15,0 0-11 0,0 0-19 16,29-11-22-16,-22 8-21 0,2-3-12 15,2 1-4-15,-2-2-5 0,-2 2 0 0,3-5-1 16,-2 3-4-16,-3-3 3 0,3 2 3 16,-5-3 11-16,2 2 12 0,-1 1 9 0,-1 1 1 15,-3 0-7-15,0 7-6 0,0-7-3 16,0 7-5-16,0 0 3 0,0 0-1 0,-26 9 3 16,15 0 1-16,-1 1 2 15,-1 4 5-15,-1-2-1 0,1 1-4 0,1 4-2 16,4-6-3-16,1 1-6 0,2-3 3 15,1-1 2-15,2 0-7 0,0 2 0 0,2-10 6 16,4 12 10-16,1-9 1 0,-5-3 2 16,17 2-6-16,-17-2-7 0,30-5 4 15,-8-4-9-15,6-4-4 0,1 0 1 0,2-5-2 16,-5 1-4-16,1-1-3 0,0-3-3 16,-5-2 13-16,-3 1 14 0,3 2 4 0,-9 3 12 15,-1 5-4-15,-5 0 8 0,-1 4-9 16,-3 4-16-16,3-2-2 0,-6 6-15 0,0 0-1 15,0 0-6-15,0 0 9 16,0 0-10-16,-19 21-1 0,7-11-4 0,3 1-1 16,4 1 0-16,-4 1 3 0,7-2-8 15,-3 1 1-15,3-2 7 0,0 4 18 0,2-2 29 16,0 1 10-16,4 1 18 0,-2 3 9 16,0-1 1-16,-1-1 6 0,4 1 1 15,-1 0 2-15,-2 1-29 0,-1-4-77 0,-1 3 0 16,-1-2 0-16,-1 1 0 0,0-1 0 15,-3-1 0-15,2 1 0 0,-5-1 0 0,4-1 0 16,-3-1 0-16,3-3 0 16,-2-1 0-16,2-2 0 0,4-5 0 0,0 0 0 0,0 0 0 15,0 0 0-15,0 0 0 16,-4-27 0-16,18 0 0 0,1 1 0 0,5-2 0 16,-4-2 0-16,5 1 0 0,-3 0 0 15,0 0 0-15,0 2 0 0,0 2-9 0,2-2-57 16,-3 0 9-16,-4 3 6 0,0 4 10 15,1 3 12-15,1-7 6 0,-3 8 22 0,-5 3 9 16,1 3 14-16,-5 2-1 0,4 1-9 16,-3 2-10-16,-4 5-5 0,0 0 1 15,0 0 2-15,0 0 2 0,-4 23 2 0,-3-9 11 16,-4 15-2-16,-2 0 0 0,3 2 3 16,-1-4 3-16,6-2 7 0,1-4 13 0,-1-4 21 15,5 2-50-15,-2-2-10 16,4 1 0-16,1-1 0 0,1-1 0 0,-1-2 0 15,5 1 0-15,1-2 0 0,1-1 0 16,1-3 0-16,-1 1 0 0,2 0 0 0,-7-1 0 16,3-2 0-16,-3 1 0 0,2-3 0 15,-4 0 0-15,1 2 0 0,-4-7 0 0,2 13 0 16,-6-7 0-16,-1 1 0 0,-7 1 0 16,0 1 0-16,-3-2 0 0,0-2 0 0,-3 4 0 15,0-2 0-15,0-2 0 0,4-2 0 16,-2-2 0-16,1-1 0 0,1-1-362 15,3-1-627-15,3 0 43 0,2-6 113 16,4 3-888-16,2 5-1155 0</inkml:trace>
  <inkml:trace contextRef="#ctx0" brushRef="#br0" timeOffset="68321.56">20753 4151 4820 0,'0'0'86'15,"5"-3"63"-15,-5 3 44 0,0 0 53 0,0 0 43 0,0 0 14 0,0 0 9 16,0 0 21-16,0 0 24 0,-32 22 5 16,3-5-7-16,-8 9-5 0,-10 2-314 0,-3-2-36 15,-6 3 0-15,-1-2 0 16,-4 2 0-16,2-2 0 0,1 0 0 0,7 1 0 16,4-2 0-16,2-3 0 0,13-4 0 15,1-1 0-15,6-2 0 0,7-3 0 0,2-3 0 16,3-2 0-16,3-3 0 0,1 1 0 15,2 0 0-15,-1-4 0 0,3 2 0 0,5-4-91 16,-7 3-527-16,7-3-100 0,0 0-147 16,0 0 21-16,-13-9 104 0,13 9-728 15,-5-10-915-15</inkml:trace>
  <inkml:trace contextRef="#ctx0" brushRef="#br0" timeOffset="70154.34">18872 5934 3792 0,'0'-14'-39'0,"-2"2"59"0,0 2 62 0,2 3 42 0,0 1 22 0,0 6 9 0,0-9-15 16,0 9-16-16,0 0-9 0,0 0 27 0,0 0 25 16,-6 27-7-16,6-3 9 0,-2 12 3 15,-2 8-10-15,2-1-14 0,0-1-17 16,-1 1-4-16,1-4-13 0,0-1-14 16,0-7-12-16,0-6-7 0,2-2-9 0,-1-5 0 15,-1 0-19-15,-1-4-14 0,3-2-21 16,-2-2-25-16,0-2-28 0,0-2-42 0,2-6-33 15,0 0-29-15,0 0-23 0,0 0-35 16,0 0-24-16,0-27-12 0,2 9 5 16,-2-7 15-16,4-16 19 0,1 0 19 0,-4-3 23 15,3-9 31-15,2 0 27 0,-3 8 27 16,3 4 28-16,-3 1 40 0,6 1 18 0,-4 5 18 16,-1 8 23-16,2 4 14 0,-5 2-4 15,5 4 10-15,1 1-6 0,0 3-5 16,-2 0-8-16,5 5-4 0,-4 2-4 0,5 2-2 15,-2 3-10-15,-9 0-2 0,25 10 1 16,-12-3-7-16,1 5-3 0,-3 5 0 16,-1-1-3-16,-2 2-1 0,-6 1 5 0,0 1-3 15,-6 2 0-15,-5 9-2 0,-2-4 2 16,0 2 0-16,-1-9 4 0,3-3 10 0,4-5 16 16,-7-3 11-16,4-3 4 0,3-2-2 15,5-4-2-15,-10-2-8 0,10 2-3 0,0 0-2 16,0 0 0-16,-14-8-8 0,14 8-7 15,0 0-5-15,0 0 3 0,0 0 11 16,0 0 6-16,0 0 13 0,0 0 0 16,37 14 2-16,-25-4 25 0,0-2 0 0,2 3-6 15,1 1-6-15,1 3-5 0,-3-3-15 16,1 2-6-16,-1-3-3 0,-1 0 1 16,-3-1-20-16,-2-2-55 0,2-2-57 0,-2 2-55 15,0-3-68-15,-1 1-85 0,-1-3-89 16,1 0-89-16,-6-3-108 0,0 0-145 0,0 0 30 15,17-8-565-15,-7-3-711 0</inkml:trace>
  <inkml:trace contextRef="#ctx0" brushRef="#br0" timeOffset="70337.75">19354 5866 3223 0,'4'-6'-34'0,"-2"0"45"0,-2 6 30 0,0 0 45 0,0 0 35 0,0 0 21 0,0 0 4 15,3 17-8-15,-1-7-10 0,2 2-13 16,-2 5-11-16,1 0-8 0,-1 5-11 0,5-5-22 15,-4-1-35-15,1 5-42 0,2-3-43 16,-4-3-47-16,-1-1-42 0,3-1-43 16,-2-1-43-16,0-8-59 0,0 4-91 0,-1-3-97 15,-1-5-23-15,0 0-211 16,0 0-207-16</inkml:trace>
  <inkml:trace contextRef="#ctx0" brushRef="#br0" timeOffset="70470.96">19434 5755 1904 0,'-2'-13'36'0,"-2"-1"35"0,0 6 19 0,2 1 7 16,1 1-4-16,-1 0-11 0,2 6-9 16,-7-9-9-16,7 9-21 0,-2-7-40 15,2 7-51-15,0-7-57 0,0 7-68 0,0 0-97 16,0 0-397-16,0 0-162 0</inkml:trace>
  <inkml:trace contextRef="#ctx0" brushRef="#br0" timeOffset="71187.14">19460 5835 1833 0,'0'15'43'0,"-2"-3"36"0,2-2 31 16,0-1 18-16,0-2 16 0,0 1 12 16,0-8-2-16,0 11 5 0,0-11 2 15,2 13-1-15,0-11 0 0,-2-2-7 16,0 0-3-16,9 9-11 0,-9-9-13 0,0 0-14 16,0 0-5-16,0 0-1 0,0 0 7 15,25-11 7-15,-25 11 10 0,12-6 10 0,-12 6 4 16,6-6-1-16,-6 6 2 0,0 0-16 15,0 0-15-15,7-3-15 0,-7 3-2 0,0 0-11 16,2 15 2-16,-2-15-5 16,-4 23-3-16,3-11 21 0,-3 7-3 0,0 2-7 0,2 3-4 15,-1 1-10-15,0-2-3 16,-3 1-13-16,3-2-4 0,-3 0-3 0,2-1-2 16,-3-3-5-16,2-1-3 0,0-3-5 15,-3 1-6-15,-1-3 1 0,4 1-3 0,-5-3-1 16,-2-2-7-16,5-1-8 0,1-2-12 15,-2 0-7-15,3 1-17 0,-1-4-24 16,6-2-16-16,0 0-20 0,-7 3-24 0,7-3-21 16,0 0-14-16,13-16-22 0,0 2-24 15,4-6-28-15,4-4-9 0,2-2 11 0,5-9 20 16,5-1 22-16,-5 0 15 0,3-2 28 16,-5-1 19-16,-1-2 23 0,0-5 51 0,-3-3 27 15,-6-4 31-15,2-4 22 16,-7 0 16-16,-4 4 3 0,2 12 14 0,-6 5 15 0,-1 11 4 15,0 4-14-15,-4 6-10 16,0 4-6-16,-1 5-1 0,-6 4-1 0,9 2-2 16,-18 10-4-16,2 3-2 0,-2 10 7 15,-2 4-1-15,3 4 10 0,-2 2 6 0,2-1-2 16,2 2-4-16,-1 1-8 0,11 0 3 16,-5 0-6-16,2-2-9 0,2-1-2 15,5-3-7-15,1-5 0 0,1-1-7 0,3 0-1 16,5-1-1-16,-6-6-3 0,6 1 1 15,-1-4-3-15,6 1-7 0,-3-8 0 0,0-3 0 16,5-1-6-16,-4 0 0 16,2-4 2-16,-14 2-6 0,25 0 5 0,-14 0 15 15,-11 0 21-15,18 0 11 0,-18 0-13 16,15 0-2-16,-15 0 0 0,0 0-9 0,15 2-10 16,-15-2 2-16,10 6-7 0,-10-6-1 15,7 6-5-15,-1-2 4 0,-6-4-23 0,6 10-47 16,-2-5-40-16,-1 2-62 0,-1-2-69 15,4-1-85-15,-6-4-93 0,5 6-96 0,-5-6-112 16,6 6-117-16,-6-6 50 0,8 1-536 16,-8-1-669-16</inkml:trace>
  <inkml:trace contextRef="#ctx0" brushRef="#br0" timeOffset="71553.53">20221 5925 3202 0,'0'0'-6'0,"0"0"64"0,0-8 51 0,0 8 27 0,0 0 26 0,-2-7 17 0,2 7 3 15,0 0-7-15,-4-5-10 16,4 5-20-16,0 0-13 0,-7-5-15 0,7 5-14 15,-10-4-8-15,10 4-13 0,0 0-6 16,-35 12-7-16,19-3-9 0,-4 3-3 0,-5 4-7 16,0 0-3-16,1 5-11 0,3-2 4 15,4 1 9-15,2-5-7 0,8-1-3 0,-4-3-1 16,8-1-3-16,-1-2-3 0,2 0 1 16,0-1 1-16,2-7 3 0,6 10-4 0,-6-10-3 15,16 5-5-15,-4-5-27 0,1 0-39 16,5-1-47-16,5-5-70 0,7-4-81 15,5-3-64-15,1-1-73 0,3-10-64 0,2-2-90 16,-5-1-72-16,0-5 43 16,-4-4-312-16,3-8-354 0</inkml:trace>
  <inkml:trace contextRef="#ctx0" brushRef="#br0" timeOffset="72287.37">20518 5298 2366 0,'-11'-48'-11'16,"1"11"23"-16,-5 3 28 0,-2 8 31 15,-2 3 21-15,-6 5 21 0,0 9 13 0,0 5 8 16,-2 8 11-16,-9 5 9 0,2 9 8 15,-4 9 14-15,1 12 4 0,7 7 11 16,1 5-2-16,5 7 2 0,7 9-6 0,2 1-14 16,5 6-14-16,4-2-17 0,6 0-10 15,6 3-14-15,-1-11-9 0,5 1-10 16,2-5-7-16,1-7-10 0,-1-11-9 16,-1-6-6-16,2-7-6 0,-1-1-4 0,0-12-4 15,0-3-5-15,1-7-3 0,1-4-2 16,1-4-9-16,4-4-3 0,10-8-4 0,0-3-6 15,-2-8 1-15,3-5-5 0,-3-2 1 16,-7 6-4-16,1 2 7 0,-1 2 22 0,-7 9 28 16,-6 3 11-16,1-1-6 0,-4 5 18 15,2 0-12-15,-6 6-4 0,0 0 17 0,0 0 0 16,0 0-5-16,0 0 2 0,0 0-8 16,7 21-1-16,-7-21-9 0,-2 14-11 15,6-7-2-15,-4-7-6 0,2 10-6 16,-2-10-4-16,3 8 1 0,-3-8-1 0,11 2-2 15,-11-2-1-15,0 0-1 0,30-10-9 16,-19 4-5-16,0-1 0 0,3-1-3 0,-3 0-2 16,-1 2 2-16,0 1 8 0,-5 0 11 15,-5 5 8-15,11-7-1 0,-11 7-4 16,10-3-12-16,-10 3-32 0,10-1 0 0,-10 1 0 16,0 0 0-16,0 0 0 0,17 4 0 15,-17-4 0-15,9 6 0 0,-9-6 0 0,8 5 0 16,-8-5 0-16,8 8 0 0,0-6 0 15,-8-2 0-15,7 5 0 0,-7-5 0 0,0 0 0 16,16 3 0-16,-16-3 0 16,14-4-92-16,-4-2-74 0,2-2 1 0,-1-1 6 15,0-1 16-15,1-2 15 0,-5 0 17 16,2-2 24-16,2-1 31 0,-6 1 22 0,3 2 24 16,-5 2 17-16,3 0 15 0,-2 1 1 15,-2 1-5-15,4 3-7 0,-4-1 1 0,-2 6 0 16,3-5-1-16,-3 5 10 0,0 0-5 15,0 0 5-15,0 0-4 0,0 0 4 0,0 0-4 16,0 0 5-16,0 0-5 0,0 0-3 16,0 0-2-16,-11 19-12 0,11-19-19 0,0 0-24 15,0 7-31-15,0-7-36 16,0 0-42-16,0 0-44 0,0 0-62 0,0 0-54 0,0 0-40 16,0 0-21-16,0 0 5 15,0 0 0-15,6-24 6 0,-6 9-15 0,2-2-16 16,1-12-22-16,5-10-19 0,4-14 21 15,1-2-375-15,1 1-275 0</inkml:trace>
  <inkml:trace contextRef="#ctx0" brushRef="#br0" timeOffset="72487.03">20945 5382 2173 0,'9'-39'79'0,"-5"4"86"0,-2 11 72 0,-2 7 46 0,0 4 42 0,0 1 24 0,-2 3 10 0,-2 1-9 0,4 0-21 0,0 8-22 16,0 0-20-16,0 0 16 0,0 0 4 16,-18 31-20-16,9-8-23 0,0 13-22 15,-2 13-17-15,1 4-22 0,1 3-21 16,-2 0-16-16,2-1-12 0,6-2-18 0,-7-2-7 15,7-10-16-15,-1-3-11 0,0-3-11 16,2-6-47-16,2-7-44 0,-1-3 0 0,1-5 0 16,0-1-46-16,1-1-71 0,1-1-46 15,2-5-58-15,0-1-63 0,-4-5-92 0,7 4-87 16,-7-4-78-16,0 0-102 0,0 0-125 16,12-13 66-16,-10 5-613 0,-2 0-773 0</inkml:trace>
  <inkml:trace contextRef="#ctx0" brushRef="#br0" timeOffset="79153.56">11624 3456 1114 0,'0'0'298'0,"0"0"-72"0,6-5-32 0,-6 5-18 0,0 0-4 0,0 0-13 15,0 0-8-15,0 0-11 0,3-6 1 0,-3 6 9 16,0 0-6-16,0 0 11 0,0 0-7 15,0 0 7-15,0 0 0 0,0 0 2 0,0 0-3 16,0 0 6-16,0 0 9 0,0 0 7 16,0 0 5-16,-20 14 8 0,14-6 14 15,-4 2 12-15,-2 1 9 0,-6 6 3 16,-3 5 2-16,-1 0-5 0,-3 2-2 0,0 0-12 16,-2 0-6-16,-4 5-7 0,6-5-8 15,0 1-8-15,2-2-9 0,-2 0-12 16,1-1-13-16,1 0-13 0,3 1-5 0,1-1-69 15,-3 0-60-15,6 2 0 0,-4-2 0 16,1 2 0-16,0-1 0 0,6 2 0 0,-8 0 0 16,4-1 0-16,0 1 0 0,0-2 0 15,2 2 0-15,1-7 0 0,3-2 0 0,1 2 0 16,-1-3 0-16,-2 0 0 16,1 2 0-16,1-1 0 0,-1 1 0 0,0 0 0 15,1-1 0-15,-3 1 0 0,3 1 0 16,-1-1 0-16,-1 0 0 0,2-1 0 0,-6 6 0 15,4-4 0-15,-1-1 0 0,7-6 0 16,-3 2 0-16,0-1 0 0,1-2 0 16,2 2 0-16,-1-3 0 0,2-1 0 0,-2-1 0 15,3 3 0-15,-1-3 0 0,1 2 0 16,-4 0 0-16,4 1 0 0,-1-2 0 0,-1 4 0 16,0-3 0-16,2 3 0 0,-1-1 0 15,-3 0 0-15,4 1 0 0,-4 0 0 0,2-1 0 16,1-1 0-16,-1-2 0 0,0 1 0 15,2-2 0-15,-1 2 0 0,3-3 0 16,-1 0 0-16,0 0 0 0,3 0 0 16,-6-1 0-16,7-5 0 0,-4 6 0 0,4-6 0 15,-3 7 0-15,3-7 0 0,-4 7 0 16,4-7 0-16,0 0 0 0,-2 5 0 0,2-5 0 16,0 0 0-16,0 0 0 0,0 0 0 15,0 0 0-15,0 0 0 0,0 0 0 0,0 0-532 16,16-19-254-16,-12 15-133 0,1-2 87 15,1 1-910-15,-6 5-1174 0</inkml:trace>
  <inkml:trace contextRef="#ctx0" brushRef="#br0" timeOffset="79751.6">10540 4645 4325 0,'1'-9'-232'0,"-1"4"62"0,0 5 49 0,2-8 45 0,-2 8 46 0,0-10 41 0,0 10 34 15,2-6 30-15,-2 6 17 0,0 0 9 16,2-11 9-16,-2 11 5 0,3-6 12 16,-3 6 2-16,0 0-2 0,0 0 5 0,0 0 9 15,0 0 24-15,0 0 18 0,0 0 23 16,13 29 20-16,-11-12 13 0,-2 4 5 0,0 5-12 15,-4 8-4-15,2-5-1 0,0-4-4 16,0 0-4-16,-1-3-12 0,-2 1-10 0,3-7-24 16,0-1-11-16,2-3-14 15,-2 0-137-15,2-2-11 0,0 0 0 0,2-3 0 16,0 0 0-16,-2-7 0 0,12 5 0 16,-12-5 0-16,23-4 0 0,-8 1 0 0,6-6 0 15,10-3 0-15,-1 1 0 0,-1-3 0 16,1-1 0-16,-7 5 0 0,-4 3 0 15,-3 0 0-15,-1 2 0 0,-6 1 0 0,1-2 0 16,-3 4 0-16,-7 2 0 0,13-5 0 16,-13 5 0-16,10-3 0 0,-10 3 0 15,6-2 0-15,-6 2 0 0,0 0 0 16,0 0 0-16,0 0 0 0,0 0-447 0,0 0-147 16,0 0-167-16,0 0-99 0,0 0 73 15,0 0-826-15,0 0-1052 0</inkml:trace>
  <inkml:trace contextRef="#ctx0" brushRef="#br0" timeOffset="80735">13469 3548 4747 0,'-5'-7'38'0,"-4"1"28"0,6 0 26 0,3 6 32 0,-8-8 42 0,8 8 32 0,-5-4 23 15,5 4 10-15,0 0 0 0,-9-7-7 16,9 7-16-16,0 0-17 0,-5-5-16 0,5 5-13 15,0 0-13-15,0 0-14 0,0 0-16 16,0 0-11-16,0 0-2 0,0 0 6 0,0 0 10 16,0 0 11-16,14 16 0 0,-5-6-133 15,2 1 0-15,5 5 0 0,5 3 0 16,1-1 0-16,1 3 0 0,2-2 0 0,0 1 0 16,4 3 0-16,5 2 0 0,-4-1 0 15,5 5 0-15,1-1 0 0,-4 1 0 0,4 0 0 16,-1 0 0-16,-3 0 0 0,3 2 0 15,-3 0 0-15,4 0 0 0,0 1 0 16,0 2 0-16,5-5 0 0,-3 1 0 16,1-2 0-16,6-1 0 0,-7 0 0 0,1-1 0 15,2 1 0-15,0-4 0 0,-8-3 0 16,-5-3 0-16,1 0 0 0,-4 1 0 0,-6-6 0 16,-4-1 0-16,-2-1 0 0,-3-2 0 15,-2-1 0-15,-1-3 0 0,0 2 0 0,-3-2 0 16,-4-4 0-16,10 8 0 0,-6-4 0 15,-4-4 0-15,7 5 0 0,-7-5 0 16,0 0 0-16,11 5 0 0,-11-5 0 0,0 0 0 16,5 3 0-16,-5-3 0 0,0 0 0 15,0 0 0-15,0 0 0 0,0 0 0 16,0 0 0-16,0 0-436 0,0 0-487 16,0 0 1-16,0 0 98 0,0 0-906 0,0 0-1162 15</inkml:trace>
  <inkml:trace contextRef="#ctx0" brushRef="#br0" timeOffset="81518.03">14740 4206 4545 0,'-6'-11'-63'0,"0"1"63"0,-1 3 32 0,3 0 24 0,1 0 39 0,-1 1 40 0,4 6 33 0,-7-10 26 0,7 10 8 16,-5-9 14-16,5 9-23 0,-6-5-6 15,6 5-16-15,0 0-3 0,0 0 18 0,0 0 11 16,0 0 5-16,0 29 1 0,4-15-4 16,2 1-21-16,-3 0-12 0,6 2-17 0,-2 1-14 15,0-3-12-15,1-1-12 0,-2 1-68 16,2-1-43-16,-5-3 0 0,1-1 0 0,0-1 0 16,-2 3 0-16,-2-4 0 15,-2 4 0-15,-4 1 0 0,-3 5 0 0,-1-1 0 16,-11 5 0-16,2 0 0 0,-2-1 0 15,2-1 0-15,4-6 0 0,2 1 0 0,2-5 0 16,-1-2 0-16,2 0 0 0,-2 3 0 16,3-5 0-16,4-1 0 0,-3 1 0 0,2 0 0 15,-4-2 0-15,3 0 0 0,-2 0 0 16,1-1 0-16,0-1 0 0,8-2 0 16,-15 2 0-16,15-2 0 0,-12 2 0 0,12-2 0 15,0 0-599-15,0 0-386 0,-13-5 80 16,13 5-1034-16,-1-7-1360 0</inkml:trace>
  <inkml:trace contextRef="#ctx0" brushRef="#br0" timeOffset="85284.64">10332 5771 4872 0,'8'-4'-236'0,"-8"4"64"0,8-2 48 0,-8 2 48 0,0 0 52 0,11-8 43 15,-8 4 41-15,-3 4 29 0,7-5 18 0,-7 5 12 16,0 0 12-16,3-7 1 0,-3 7-2 16,0 0 0-16,0 0-14 0,6-5-5 15,-6 5-11-15,0 0-6 0,0 0-11 0,0 0-4 16,0 0-9-16,0 0-2 0,0 0 2 15,0 0 7-15,0 0 6 0,0 0 8 0,0 0 12 16,0 0 4-16,-23 14 3 0,16-9 1 16,-7 7-5-16,3-6 2 0,-2 0-1 0,-5 5 0 15,3 1-14-15,-2 0-1 0,-1-1-9 16,3 2-3-16,0-1 0 0,-4 2 0 16,4-2 11-16,-2-2-2 0,-1 4 7 15,-5 2-1-15,7-3 4 0,-2 1-2 0,1-1-39 16,0 1-58-16,-4 4 0 0,-2-2 0 15,0 1 0-15,-2 3 0 0,0-2 0 16,5 2 0-16,-3-3 0 0,2 1 0 0,6-3 0 16,-1-2 0-16,3 1 0 0,1-4 0 15,-1 2 0-15,2-2 0 0,-1 0 0 0,3 0 0 16,2-1 0-16,-2-1 0 0,2-1 0 16,1 2 0-16,-3-1 0 0,1 2 0 0,1-1 0 15,-3 1 0-15,0 3 0 16,1-3 0-16,2 2 0 0,-5 2 0 0,2-3 0 15,1 1 0-15,-2 1 0 0,3-1 0 16,-2-2 0-16,-1 1 0 0,1 1 0 0,5 0 0 16,-3-4 0-16,1 1 0 0,-2-1 0 15,2 1 0-15,2-1 0 0,-1 1 0 0,-2-1 0 16,0-1 0-16,1 2 0 0,0 1 0 16,-4 0 0-16,2 3 0 0,0-4 0 0,-3 3 0 15,4-2 0-15,-3-1 0 0,1 1 0 16,1 2 0-16,2-4 0 0,-3 1 0 0,-2 4 0 15,3-2 0-15,0-4 0 0,-3 4 0 16,3 0 0-16,-1-1 0 0,-3-1 0 16,1 3 0-16,0-3 0 0,0 4 0 15,-2-1 0-15,3-2 0 0,-1-2 0 0,0 3 0 16,1-1 0-16,-2-2 0 0,1 3 0 16,1-3 0-16,1 3 0 0,-1-3 0 0,2 2 0 15,0-2 0-15,2-2 0 0,2 1 0 16,-1-2 0-16,2 1 0 0,4-6 0 0,-12 9 0 15,9-5 0-15,3-4 0 0,-6 7 0 16,6-7 0-16,-5 6 0 0,5-6 0 0,0 0 0 16,-8 6 0-16,8-6 0 15,0 0 0-15,0 0 0 0,-8 6 0 0,8-6 0 16,0 0 0-16,0 0 0 0,0 0 0 16,-6 5 0-16,6-5 0 0,0 0 0 0,0 0 0 15,0 0 0-15,0 0 0 0,0 0 0 16,0 0 0-16,0 0 0 0,0 0-663 15,0 0-273-15,0 0 42 0,0 0 101 0,0 0-875 16,0 0-1105-16</inkml:trace>
  <inkml:trace contextRef="#ctx0" brushRef="#br0" timeOffset="85851.5">9008 6807 4226 0,'5'-10'-185'0,"-1"-2"49"0,-2 1 43 0,2 3 38 0,-1-2 45 0,1-1 44 0,1 1 40 16,-2 2 35-16,1 1 20 0,-2 0 11 0,-2 0 6 16,0 7 1-16,5-9-7 0,-5 9-2 15,0 0 26-15,0 0 31 0,0 0 20 0,0 0 4 16,0 24-2-16,-3-10-2 0,-3 5-1 16,1 4-4-16,-4 7-1 0,-2 2-13 0,0 3-15 15,-3-2-3-15,1 0-19 0,1 0-6 16,1 0-6-16,0-6-10 0,5-6-13 0,0-4-11 15,3-3-4-15,-3-2-77 0,4-2-32 16,-2-2 0-16,3 1 0 0,-1-1 0 0,2-8 0 16,0 0 0-16,7 9 0 15,-7-9 0-15,21 0 0 0,-6-2 0 0,6-3 0 16,2 3 0-16,2-4 0 0,-1 0 0 16,1 1 0-16,-1 0 0 0,-6 2 0 0,0-1 0 15,-6 4 0-15,2-4 0 0,-3 2 0 16,-11 2 0-16,16-4 0 0,-7 1 0 0,-9 3 0 15,11 0 0-15,-11 0 0 0,13 0 0 16,-13 0 0-16,0 0 0 0,11-2 0 16,-11 2 0-16,0 0 0 0,0 0-337 0,0 0-225 15,1 9-127-15,-1-9-185 0,-1 10 66 16,1-10 92-16,-10 10-714 0,7-1-881 16</inkml:trace>
  <inkml:trace contextRef="#ctx0" brushRef="#br0" timeOffset="87500.78">15026 6133 3753 0,'0'0'-108'0,"0"0"31"0,0 0 32 0,0 0 41 0,0 0 38 0,-6-13 34 15,6 13 32-15,0 0 21 0,0-7 11 0,0 7 6 16,0 0 4-16,0 0-1 0,0-7 3 15,0 7-3-15,0 0-4 0,0 0-8 16,0 0-4-16,0 0-9 0,-1-7-6 0,1 7-12 16,0 0-8-16,0 0-8 0,0 0 0 15,0 0 8-15,0 0 8 0,-24 22 17 16,13-10 9-16,-8 9 15 0,-4 1 11 16,-4 4 9-16,-4 3 11 0,1 3 3 0,-2 2 2 15,-1 1-2-15,-1 3-1 0,6-2-6 16,-3 1-8-16,1 3 1 0,3-1-8 0,0 0 0 15,0-1-132-15,1-1-19 0,1 2 0 16,0-5 0-16,4-3 0 0,1-4 0 0,0 3 0 16,-1 1 0-16,3-2 0 15,-2 0 0-15,3 0 0 0,-2-2 0 0,0 1 0 0,2-1 0 16,0-3 0-16,2 2 0 16,1-5 0-16,3-6 0 0,4-1 0 0,-2-3 0 0,0 1 0 15,5 0 0-15,-3-5 0 16,0 3 0-16,6-6 0 0,-5 2 0 0,2-2 0 15,3 2 0-15,-5-1 0 0,6-5 0 16,-4 7 0-16,4-7 0 0,-3 7 0 0,3-7 0 16,0 0 0-16,-5 7 0 0,5-7 0 15,0 0 0-15,-4 3 0 0,4-3 0 0,0 0 0 16,0 0 0-16,0 0 0 0,0 0 0 16,0 0 0-16,0 0-617 0,0 0-359 0,0 0 86 15,0 0-1051-15,-20-3-1362 0</inkml:trace>
  <inkml:trace contextRef="#ctx0" brushRef="#br0" timeOffset="87867.41">14035 7112 5204 0,'-2'-6'-78'0,"2"-1"39"0,0-1 47 0,2 2 57 0,-1-1 54 0,-1 7 43 0,2-10 44 15,-2 10 8-15,0-7-4 0,0 7 3 16,0 0 27-16,0 0 17 0,0 0 5 0,9 22-4 16,-9-10-5-16,-2 5-8 0,0 3-6 15,2 0-86-15,0 1-153 0,0-2 0 16,4 4 0-16,-1 0 0 0,-1-5 0 16,4 3 0-16,-3-6 0 0,3 1 0 0,0-3 0 15,4 1 0-15,-3-4 0 0,0-3 0 16,5 1 0-16,1-6 0 0,1 0 0 0,7-4 0 15,-2 1 0-15,2-3 0 0,1-3 0 16,1 0 0-16,-3 3 0 0,-4 0 0 0,-2 1 0 16,-3 2 0-16,1-3 0 0,-6 0 0 15,-6 4 0-15,15-3 0 0,-15 3 0 0,3-2-322 16,-3 2-441-16,0 0-152 16,0 0 64-16,0 0 97 0,0 0-806 0,-32 10-1002 15</inkml:trace>
  <inkml:trace contextRef="#ctx0" brushRef="#br0" timeOffset="88633.76">11397 6461 4097 0,'-7'-2'-32'0,"7"2"28"0,-13-7 28 0,5 4 19 0,8 3 39 0,-12-7 28 16,9 2 17-16,3 5 11 0,-8-12-4 15,6 5-4-15,1-2 1 0,1 2 1 16,0 7 4-16,-4-15 13 0,4 7 1 15,0 8 9-15,-3-12 1 0,3 12-1 0,0-9-6 16,0 9-17-16,-2-8-5 0,2 8-19 16,0 0-12-16,0 0-5 0,0 0 37 0,0 0 35 15,21 42 10-15,-3-9 7 0,2 14 6 16,9 7 0-16,1 2 3 0,9 16-1 16,5 1-178-16,-1-7-14 0,5 2 0 0,2-5 0 15,-8-16 0-15,-5 0 0 0,4-4 0 16,-5-5 0-16,-5-5 0 0,-8-6 0 0,-1-5 0 15,-3-1 0-15,-6-8 0 0,-3-1 0 16,0-1 0-16,-7-3 0 0,3 0 0 0,-2-2 0 16,0-1 0-16,-4-5 0 15,4 9 0-15,-4-9 0 0,-2 5 0 0,2-5 0 16,-6 6 0-16,6-6 0 0,0 0 0 16,-19-2 0-16,19 2-523 0,-16-9-256 0,5-2-119 15,2 1 69-15,-5-5-927 0,-1 1-1186 16</inkml:trace>
  <inkml:trace contextRef="#ctx0" brushRef="#br0" timeOffset="88867.17">11596 7006 4913 0,'0'0'3'0,"-4"7"23"0,4-7 57 0,5 14 61 15,-1-3 68-15,5 1 48 0,3 2 35 16,10 7 14-16,-4 0-5 0,7-1-22 0,0 3-39 15,2-1-24-15,1-1-24 0,1-2-17 16,-3 1-22-16,1-5-32 0,-2 2-61 0,-6-5-68 16,-6-4-80-16,-1 1-81 0,-3-2-71 15,1-2-62-15,-5-1-82 0,3 1-80 0,-8-5-98 16,10 1-136-16,-10-1-33 0,0 0 60 16,11-8-599-16,-5 1-727 0</inkml:trace>
  <inkml:trace contextRef="#ctx0" brushRef="#br0" timeOffset="89050.81">12162 7045 3381 0,'0'0'75'0,"0"0"74"16,-7 21 53-16,0-8 42 0,0 5 43 0,-3-3 33 15,-7 11 26-15,2-1 6 0,-2 2-15 16,-3-4-29-16,7-4-35 0,4-2-27 0,-3 1-24 16,6-8-26-16,-1 4-59 0,2-1-72 15,-4-3-82-15,4 1-95 0,1-1-96 0,-2-2-120 16,5-1-109-16,-3-1-116 0,0-1-207 15,4-5 57-15,-6 7 83 0,6-7-537 0,-10 3-624 16</inkml:trace>
  <inkml:trace contextRef="#ctx0" brushRef="#br0" timeOffset="90649.88">8038 8321 3138 0,'-25'17'-45'0,"-11"10"10"0,-7 4 5 0,-2 5 8 0,-7 4 20 0,-16 10 30 16,-2 2 34-16,-3-1 39 0,-1-2 53 16,3-1 26-16,2-2 12 0,1 1-2 0,16-9-4 15,2-5 11-15,-2 2 2 0,6 1 0 16,2-3-9-16,6-2-3 0,4-1-22 0,7-8-11 15,2 4-20-15,2-5-12 16,2-2-12-16,3 3-13 0,-4-1-9 0,3 0-2 16,2 1-8-16,3-7-3 0,3 1-7 15,-2-3-13-15,3-1-2 0,1-1-8 0,3-5-3 16,-1 3 1-16,1-2-11 0,0-2-22 16,2 0-28-16,4-5-39 0,-5 9-52 0,5-9-73 15,-4 3-95-15,4-3-97 0,0 0-131 16,0 0-181-16,0 0 27 0,0 0 71 15,0 0-457-15,0 0-517 0</inkml:trace>
  <inkml:trace contextRef="#ctx0" brushRef="#br0" timeOffset="91033.65">6869 8981 3105 0,'0'0'81'0,"0"0"-12"0,0 0-9 0,0 0-3 15,-41 22 5-15,18 1 39 0,-13 9 33 16,-4 7 31-16,1 0 14 0,3 3 5 0,-2-1 4 16,6-1 3-16,1-2 0 15,4-2 1-15,8-9 2 0,4-2-5 0,3-5-13 16,7-5-16-16,-1-1-7 0,4-3-16 15,1 1-8-15,2 0-1 0,1-3-15 0,2 2-5 16,6-1-7-16,-1-1 0 0,2-2-5 16,0-3-9-16,1 2-11 0,3-3-5 0,1-1-7 15,0 0-9-15,-2-2-10 0,2 0 3 16,-1 0-10-16,-2-2-6 0,3 0-41 0,-5-1-41 16,-1 3-40-16,1-2-48 0,-11 2-66 15,21 0-85-15,-12-2-83 0,4 4-104 0,1-4-128 16,1 4-116-16,1-2 64 0,-2 0-586 15,10 2-704-15</inkml:trace>
  <inkml:trace contextRef="#ctx0" brushRef="#br0" timeOffset="91716.87">9015 8736 3523 0,'-2'-9'62'0,"1"1"28"0,-3-1 5 0,2 1 13 0,2 1 14 0,0-2 37 0,2 2 40 0,-2-1 35 0,0 8 27 0,4-15 7 0,-4 8-3 0,0 7 3 0,-2-13-3 0,2 13-10 16,2-8-8-16,-2 8-7 0,0-8-14 0,0 8-17 15,0 0-20-15,1-9-18 0,-1 9-15 16,0 0 11-16,13 19 12 0,5 5 11 15,5 14-147-15,4 6-43 0,3 7 0 16,3 6 0-16,6 18 0 0,1 1 0 0,3 1 0 16,-4-4 0-16,-1 1 0 0,0-1 0 15,-11-15 0-15,-2-2 0 0,0-1 0 0,-6-3 0 16,0-4 0-16,-7-12 0 0,-1-2 0 16,-6-3 0-16,3-8 0 0,-2-3 0 0,0-7 0 15,-3 0 0-15,1-4 0 0,2 2 0 16,-5-5 0-16,1 2 0 0,0-1 0 0,1-2 0 15,1 0 0-15,-4-5 0 0,3 7 0 16,-3-7 0-16,2 5 0 0,-2-5 0 0,0 0 0 16,0 0 0-16,0 0 0 0,0 0-314 15,0 0-404-15,0 0-148 0,0 0 19 16,0 0 78-16,-2-19-822 0,2 19-1031 16</inkml:trace>
  <inkml:trace contextRef="#ctx0" brushRef="#br0" timeOffset="92032.83">9329 9679 4762 0,'0'0'138'0,"-3"-9"-2"0,3 9 0 16,0 0 22-16,0 0 50 0,0 0 49 0,0 0 36 15,21 15 7-15,-6-6-16 0,0 8-21 16,9 3-42-16,-2 0-22 0,5 1-16 0,-3-1-18 16,1-1-18-16,-1 0-16 0,-1 0-9 15,2 0-34-15,-7-4-88 0,-1-5 0 0,-2 1 0 16,-4-1 0-16,0-3 0 0,-4 1 0 16,0-2 0-16,-3-2 0 0,-4-4-25 0,10 6-215 15,-10-6-76-15,0 0-100 0,4 2-100 16,-4-2-117-16,0 0-176 0,0 0 66 15,0 0 74-15,0 0-632 0,-2-20-758 0</inkml:trace>
  <inkml:trace contextRef="#ctx0" brushRef="#br0" timeOffset="92283.79">9856 9494 4035 0,'0'0'259'0,"0"0"16"16,0 0 33-16,-25 17 28 0,20-1 44 15,-4 1 42-15,0 14 27 0,-4-2 0 0,1 3-25 16,1 0-29-16,2 1-41 0,-1 0-249 16,-2-4-105-16,3-6 0 0,3-1 0 15,0-5 0-15,4-2 0 0,-1-5 0 16,-1 2 0-16,2-3 0 0,2 1 0 0,-2-3 0 16,2 0 0-16,0-7 0 0,0 9 0 15,0-9-461-15,0 0-123 0,0 0-79 0,0 0-100 16,0 0-31-16,0 0 76 0,-2-26-713 15,2 17-882-15</inkml:trace>
  <inkml:trace contextRef="#ctx0" brushRef="#br0" timeOffset="98998.76">10267 6160 1831 0,'0'0'597'0,"-11"-1"-190"16,11 1-93-16,0 0-42 0,-12-2-28 0,12 2-5 0,-7-1-2 0,7 1-14 0,0 0 6 16,-17-4-8-16,17 4-4 0,0 0-22 15,-16-3-4-15,16 3-14 0,0 0-9 0,-9-4-13 16,9 4-10-16,0 0-8 0,0 0-16 15,-12-3-16-15,12 3-5 0,0 0-2 0,0 0 1 16,0 0 5-16,0 0 9 16,0 0 6-16,0 0 9 0,0 0 2 0,0 0 5 15,39-2-1-15,-39 2 2 0,25 2-2 16,-9-1 2-16,2 1 0 0,6 0-72 0,1 1-64 16,4 1 0-16,7 1 0 0,2 0 0 15,2 2 0-15,0 0 0 0,2-2 0 0,0 3 0 16,-2-6 0-16,0 3 0 0,2-1 0 15,-10-4 0-15,-1 0 0 0,-3 0 0 0,1 0 0 16,0-2 0-16,-3 2 0 0,-2-2 0 16,-2 4 0-16,-3-2 0 0,2-2 0 0,-6 4 0 15,5-2 0-15,-8 2 0 0,4-1 0 16,1-1 0-16,-1 2 0 0,-2-2 0 0,2 0 0 16,1 2 0-16,-2-2 0 15,7-2 0-15,-4 2 0 0,7-2 0 0,5 1 0 16,10-3 0-16,6 2 0 0,1-1 0 15,-2 1 0-15,7-1 0 0,-7 1 0 0,1 1 0 16,-4-1 0-16,-10 0 0 0,-3 2 0 16,-3 2 0-16,-2 0 0 0,-2-2 0 0,-1 0 0 15,0 1 0-15,-1-1 0 0,5 0 0 16,-3 2 0-16,4-4 0 0,-1 1 0 0,4-1 0 16,9-2 0-16,3 3 0 0,-3-1 0 15,3-2 0-15,1 3 0 0,-5-1 0 0,6-1 0 16,-9 4 0-16,-3-1 0 0,-3 0 0 15,1 0 0-15,1 0 0 0,-5 0 0 16,2 0 0-16,-1 0 0 0,-3 0 0 16,-2 2 0-16,1 0 0 0,-2-2 0 0,1-2 0 15,0 2 0-15,2-2 0 0,-2 2 0 16,0-1 0-16,2 1 0 0,1-2 0 0,-3 0 0 16,4 2 0-16,0 0 0 0,-3-2 0 15,2 2 0-15,1 2 0 0,-2-2 0 0,3 2 0 16,-2 0 0-16,3-1 0 0,2 3 0 15,0-3 0-15,-3 1 0 0,1 0 0 0,0 0 0 16,2 1 0-16,-3-1 0 16,3 0 0-16,2-2 0 0,6 3 0 0,-1 0 0 0,0-3 0 15,-7 2 0-15,3-2 0 16,6 0 0-16,-3 0 0 0,-4 2 0 0,9-1 0 16,-6-1 0-16,-6 2 0 0,1 0 0 15,0 0 0-15,-3-1 0 0,-1-1 0 0,-2 0 0 16,3 2 0-16,-4 0 0 0,1-2 0 15,-3 1 0-15,5 1 0 0,0 0 0 0,-2 0 0 16,4-2 0-16,-5 0 0 0,3 0 0 16,0 0 0-16,-2 0 0 0,2 0 0 0,-5-2 0 15,1 2 0-15,-3 0 0 0,-3 0 0 16,1-2 0-16,-4 4 0 0,-12-2 0 0,27-2 0 16,-14 4 0-16,5-2 0 15,0 0 0-15,3 0 0 0,3 0 0 0,4 0 0 16,3 0 0-16,8 2 0 0,-3-2 0 15,5 0 0-15,1 2 0 0,-12-2 0 0,1 1 0 16,-5 2 0-16,-2-3 0 0,-4 2 0 16,1 0 0-16,0-2 0 0,1 0 0 0,0 0 0 15,-1 0 0-15,8 1 0 0,-3-2 0 16,5 1 0-16,11-2 0 0,-8 2 0 0,6-2 0 16,-5 2 0-16,-7 0 0 0,3 0 0 15,-7 2 0-15,-3-2 0 0,-2-2 0 0,-4 2 0 16,1 0 0-16,-3 0 0 0,-13 0 0 15,23 0 0-15,-14 0 0 0,-9 0 0 0,19 0 0 16,-19 0 0-16,24 0 0 16,-13-3 0-16,0 3 0 0,4-1 0 0,3 1 0 15,0-2 0-15,0 2 0 0,-1 0 0 16,-2 0 0-16,-4-2 0 0,-11 2 0 0,25 0 0 16,-15-2 0-16,-10 2 0 0,15 0 0 15,-15 0 0-15,0 0 0 0,17 0 0 0,-17 0 0 16,0 0 0-16,16-3 0 0,-16 3 0 15,0 0 0-15,18 0 0 0,-18 0 0 0,18-2 0 16,-18 2 0-16,17-2 0 0,-7 1 0 16,-10 1 0-16,14-2 0 0,-14 2 0 15,20-2 0-15,-20 2 0 0,17-2 0 0,-17 2 0 16,21 2 0-16,-21-2 0 0,19 0 0 16,-8-2 0-16,3 2 0 0,1-1 0 15,0 1 0-15,6-2 0 0,0 0 0 0,6 2 0 16,1 0 0-16,10-5 0 0,-5 4 0 15,-7-1 0-15,-2 2 0 0,-3 0 0 0,-3 0 0 16,0 0 0-16,-3 0 0 0,-2 0 0 16,-2-2 0-16,-11 2 0 0,20 0 0 0,-13-2 0 15,-7 2 0-15,15-1 0 0,-15 1 0 16,14 0 0-16,-14 0 0 0,9-2 0 0,-9 2 0 16,0 0 0-16,12 0 0 15,-12 0 0-15,0 0 0 0,9-2 0 0,-9 2 0 16,0 0 0-16,0 0 0 0,10-2 0 15,-10 2 0-15,0 0 0 0,0 0 0 0,5-6 0 16,-5 6 0-16,0 0 0 0,9-10 0 16,-8 3 0-16,3-2 0 0,0-2 0 0,-2-4 0 15,-1-3 0-15,3-5 0 0,2 0 0 16,-2-14 0-16,2-4 0 0,-1-2 0 0,5-8 0 16,-5-2 0-16,4 3 0 0,-6 7 0 15,3 3 0-15,-3 1 0 0,-1 3 0 0,2 7 0 16,-2 5 0-16,0 5 0 15,-2-1 0-15,2 4 0 0,-2-1 0 0,0 4 0 0,0-1 0 16,0 2 0-16,0 3 0 16,0-1 0-16,0 0 0 0,2 0 0 0,-2 3 0 15,0 1 0-15,0 6 0 0,0-12 0 16,0 6 0-16,0 6 0 0,2-9 0 0,-2 9 0 16,0-8 0-16,0 8 0 0,0 0 0 15,-2-12 0-15,2 12 0 0,0-6 0 0,0 6 0 16,-2-7 0-16,2 7 0 0,0 0 0 15,0-10 0-15,0 10 0 0,0-7 0 0,0 7 0 16,-2-6 0-16,2 6 0 16,0 0 0-16,-6-6 0 0,6 6 0 0,-4-5 0 15,4 5 0-15,-5-5 0 0,5 5 0 16,-6-4 0-16,6 4 0 0,-12-5 0 0,12 5 0 16,-5-4 0-16,5 4 0 0,-11-3 0 15,11 3 0-15,-9-5 0 0,2 3 0 0,7 2 0 16,-11-3 0-16,5 0 0 0,6 3 0 15,-15-2 0-15,15 2 0 0,-21 0 0 0,7-2 0 16,3 2 0-16,-4-2 0 0,0 4 0 16,-1-2 0-16,1 2 0 0,0-2 0 0,-2 0 0 15,1 2 0-15,3-2 0 0,0 0 0 16,-2 0 0-16,3 0 0 0,1 1 0 16,0-1 0-16,11 0 0 0,-23 0 0 0,11 0 0 15,12 0 0-15,-21-1 0 0,9 1 0 16,12 0 0-16,-24 1 0 0,8-1 0 15,4 2 0-15,-4 0 0 0,-1-4 0 0,-2 4 0 16,1-2 0-16,3 0 0 0,0 1 0 16,0-1 0-16,1-1 0 0,1 1 0 0,-2 1 0 15,3-1 0-15,12 0 0 0,-23-1 0 16,12 1 0-16,11 0 0 0,-21 0 0 0,10 0 0 16,-2 0 0-16,-3 0 0 0,1 0 0 15,0 0 0-15,-7 0 0 0,0-2 0 0,-1 2 0 16,0 0 0-16,0 0 0 0,1 0 0 15,1 0 0-15,-1-2 0 0,2 2 0 0,2-1 0 16,-3 1 0-16,6 0 0 16,0 0 0-16,0-2 0 0,-1 0 0 0,3 0 0 15,-1 2 0-15,2-1 0 0,-2 1 0 16,1-2 0-16,-2 2 0 0,-1-2 0 0,-3 0 0 16,0 1 0-16,0 1 0 0,2-2 0 15,-4-1 0-15,0 1 0 0,2 2 0 0,-6-4 0 16,4 1 0-16,2 1 0 0,-2 1 0 15,2-3 0-15,1 1 0 0,-2 1 0 0,3-3 0 16,0 5 0-16,-1-3 0 0,0 1 0 16,0 2 0-16,-1-2 0 0,4 0 0 15,-2-1 0-15,-2 3 0 0,3 0 0 16,-2-3 0-16,2 3 0 0,2 0 0 0,-2 0 0 16,-4-2 0-16,6 0 0 0,0 1 0 15,-3 1 0-15,1 0 0 0,4 0 0 0,-4-2 0 16,1 2 0-16,2 0 0 0,-1-2 0 15,1 2 0-15,-1 0 0 0,2 0 0 0,-2 0 0 16,1 0 0-16,13 0 0 0,-25-2 0 16,14 2 0-16,-1-2 0 0,12 2 0 0,-22 0 0 15,8 0 0-15,14 0 0 0,-22-1 0 16,11 1 0-16,0 0 0 0,-1-3 0 0,12 3 0 16,-20 0 0-16,8-2 0 0,-1 2 0 15,-1-2 0-15,1 2 0 0,-1-2 0 16,1 0 0-16,-1 0 0 0,-4 0 0 15,0 2 0-15,-2 0 0 0,-1-2 0 0,-6-2 0 16,4 3 0-16,-4-3 0 0,9 4 0 16,-9-3 0-16,8 0 0 0,-4 3 0 0,0 0 0 15,2 0 0-15,0 0 0 0,0 0 0 16,0 0 0-16,6 0 0 0,0 0 0 0,0 0 0 16,-1 0 0-16,5 0 0 15,-1 0 0-15,12 0 0 0,-20 0 0 0,10 0 0 16,0 0 0-16,10 0 0 0,-21 3 0 0,12-6 0 15,-2 6 0-15,11-3 0 0,-27-3 0 0,13 3 0 16,-1 0 0-16,2 0 0 0,-2-2 0 16,-3 2 0-16,0 0 0 0,-2-2 0 15,3 0 0-15,-4 0 0 0,2 0 0 16,1 0 0-16,-4 1 0 0,3 0 0 0,2-3 0 16,-2 2 0-16,-2-2 0 0,0 3 0 15,-4-3 0-15,4-2 0 0,-2 0 0 0,5 5 0 16,-4-3 0-16,1 1 0 0,3-1 0 15,-2 2 0-15,4 1 0 0,-6-1 0 0,1 2 0 16,4-2 0-16,-4-1 0 0,2 2 0 16,0-1 0-16,-2 0 0 0,0 2 0 15,1-2 0-15,-4 2 0 0,1-2 0 16,-2 2 0-16,0 0 0 0,3-3 0 0,-5 3 0 16,1-1 0-16,1-1 0 0,-4 0 0 15,4 0 0-15,-2 0 0 0,3 1 0 0,-1-3 0 16,0 3 0-16,-1-2 0 0,3 3 0 15,-1-4 0-15,-7 2 0 0,6 2 0 0,-13-2 0 16,10-3 0-16,-1 4 0 0,0-3 0 16,3 2 0-16,-3-1 0 0,0 1 0 0,2 1 0 15,1-1 0-15,-3 0 0 0,2 0 0 16,3 1 0-16,-3-1 0 0,2 2 0 0,2-2 0 16,2 2 0-16,3 0 0 0,-4-1 0 15,3 1 0-15,4-2 0 0,-2 2 0 0,-2-2 0 16,2 4 0-16,-5 0 0 15,4-2 0-15,-2 3 0 0,2-1 0 0,0 1 0 16,-1-1 0-16,1-2 0 0,-2 2 0 16,-1 1 0-16,2-1 0 0,0-1 0 0,2 1 0 15,0 2 0-15,0-1 0 0,3 0 0 16,0-3 0-16,-2 2 0 0,3 0 0 0,-1 0 0 16,1 0 0-16,-1-1 0 0,1-1 0 15,1 2 0-15,-2-1 0 0,-1 1 0 0,-3 1 0 16,3 1 0-16,-4-2 0 0,2 0 0 15,-2 2 0-15,2-4 0 0,-5 4 0 0,2-2 0 16,-7 4 0-16,2-4 0 16,-2 1 0-16,-10 3 0 0,6-3 0 0,4 0 0 15,0-1 0-15,-1 2 0 0,1 0 0 16,0-2 0-16,7 0 0 0,2-2 0 0,4 3 0 16,-2-3 0-16,3 0 0 0,1 1 0 15,12-1 0-15,-17 0 0 0,17 0 0 0,-14 0 0 16,14 0 0-16,-12 0 0 0,12 0 0 15,-14-1 0-15,14 1 0 0,-11 0 0 0,11 0 0 16,-18-3 0-16,18 3 0 0,-15-2 0 16,15 2 0-16,-16-2 0 0,7 0 0 15,9 2 0-15,-14-2 0 0,14 2 0 16,-18-2 0-16,18 2 0 0,-15 0 0 0,15 0 0 16,-17 0 0-16,6 0 0 0,-3 2 0 15,-1-2 0-15,1 2 0 0,1-2 0 0,-1 4 0 16,1-2 0-16,-1-2 0 0,2 3 0 15,0-2 0-15,-1-1 0 0,1 1 0 0,12-1 0 16,-17 0 0-16,17 0 0 0,-17 2 0 16,12-2 0-16,5 0 0 0,-12 2 0 0,12-2 0 15,0 0 0-15,-15 3 0 0,15-3 0 16,0 0 0-16,-8 0 0 0,8 0 0 0,0 0 0 16,0 0 0-16,0 0 0 0,0 0 0 15,0 0 0-15,-17-1 0 0,17 1 0 16,0 0 0-16,0 0 0 0,0 0 0 15,0 0 0-15,0 0 0 0,0 0 0 0,0 0 0 16,0 0 0-16,0 0 0 0,0 0 0 16,0 0 0-16,0 0 0 0,-7-4 0 0,7 4 0 15,0 0 0-15,0 0 0 0,0 0 0 16,0 0 0-16,0 0 0 0,0 0 0 0,0 0 0 16,0 0 0-16,0 0 0 0,0 0 0 15,0 0 0-15,0 0 0 0,0 0 0 16,0 0 0-16,0 0 0 0,-12 8 0 0,12-8 0 15,-2 10 0-15,-2-3 0 0,2 5 0 16,-1 2 0-16,-3 3 0 0,-1 1 0 16,2 5 0-16,-1-1 0 0,-5 7 0 0,1 2 0 15,5-7 0-15,-3-2 0 0,1-1 0 16,1 0 0-16,2-1 0 0,-4 1 0 0,5-4 0 16,-1-3 0-16,0 3 0 0,2-2 0 15,-1 0 0-15,-2 1 0 0,3-1 0 16,0-1 0-16,1 1 0 0,-1-2 0 0,0 0 0 15,0-1 0-15,0 0 0 0,0 1 0 0,2-1 0 16,-2-1 0-16,1-1 0 0,-1 2 0 16,0-3 0-16,0 1 0 0,2 1 0 0,0-2 0 15,-2-2 0-15,2 3 0 16,-2 0 0-16,2-2 0 0,-2 3 0 0,0-1 0 16,0 2 0-16,0-1 0 0,2-2 0 15,-2 2 0-15,0-1 0 0,2 2 0 0,-2 0 0 16,2-2 0-16,0 4 0 0,-1-1 0 15,-1 3 0-15,0 1 0 0,2 0 0 0,-2 2 0 16,2-1 0-16,-2 1 0 0,2 1 0 16,-2-1 0-16,2 0 0 0,0-3 0 0,0 4 0 15,0-7 0-15,0 1 0 0,0-1 0 16,0-4 0-16,0 1 0 0,0-1 0 0,0-1 0 16,0-1 0-16,0 2 0 0,0-9 0 15,0 8 0-15,0-8 0 0,0 9 0 16,0-9 0-16,-1 8 0 0,1-8 0 15,0 8 0-15,0-8 0 0,0 0 0 0,0 6 0 16,0-6 0-16,0 0 0 0,0 8 0 16,0-8 0-16,0 0 0 0,0 0 0 0,-4 4 0 15,4-4 0-15,0 0 0 0,0 0 0 16,-7 5 0-16,7-5 0 0,0 0-964 0,0 0 3 16,0 0 98-16,0 0-975 0,0 0-1263 15</inkml:trace>
  <inkml:trace contextRef="#ctx0" brushRef="#br0" timeOffset="105082.27">8529 7474 1465 0,'-11'-10'234'0,"-1"1"-57"0,3 3-18 0,0-1-8 0,-1 1 6 16,-1-1 6-16,1 2 5 0,-2 1 10 15,1-2 8-15,-1-2 5 0,1 2 8 0,2 3-1 16,2-3-2-16,-6 4-2 0,6-2-1 16,7 4-5-16,-16-6-9 0,11 4-7 0,5 2-5 15,-8-3-3-15,8 3-6 0,0 0-10 16,-12-6-11-16,12 6-14 0,0 0-15 16,-11-2-6-16,11 2-14 0,0 0-9 0,0 0-5 15,0 0-4-15,0 0-9 0,48 5-2 16,-10 1-5-16,2-4-8 0,6 2-5 15,17-2 0-15,4 2-4 0,3-7 2 16,6 0-2-16,9-1 1 0,19-4-6 0,3-2-4 16,1 1 1-16,-3-1-7 0,0 0-1 15,-17 5-3-15,17-4-2 0,-22 4-4 0,-3 0-1 16,-4 3 2-16,1 0-5 0,-7 1-2 16,-2 0 3-16,-2 2-2 0,-1 0 2 0,-12-1-5 15,-2 2 0-15,1-2 1 0,1 0-2 16,-4 2 5-16,3-2 2 0,-2 0-8 0,3 0 3 15,-3 0-2-15,0 0 1 0,-2 0-5 16,2 0 5-16,0 0-5 0,-3 5 8 0,3-4-8 16,-3 1 4-16,3 0-2 0,0 0-3 15,-1-1 7-15,5-1-4 0,8-1 3 16,-1-1 1-16,2 0-7 0,-11 0 2 16,9-1 1-16,0-2 0 0,-4 1 2 15,-8-1-6-15,10-1 5 0,-11 2-1 0,12-4 3 16,0 3-3-16,0-1 1 0,-3 0-5 15,2 0 7-15,-3-1-1 0,-8 4-5 0,2-3 1 16,-3 4 0-16,1 0 3 0,0 0-9 16,0-1 8-16,0-1-2 0,-5 1 6 0,0 0-4 15,-2 2-6-15,-1 0 8 0,-6-1-2 16,7 0-1-16,-2-2 0 0,3 3-1 0,2-2 3 16,-4 0-3-16,3 2 0 15,6-2 0-15,-1 1 3 0,-1-1 0 0,1 3-3 16,1 0 6-16,1 1-6 0,-1 1 4 15,12 2-3-15,-10-3-1 0,1 3-1 0,9-1-1 16,0 2 5-16,-2-1-6 0,2-2 0 16,-9 1 2-16,9-2 3 0,-9 1-1 0,12-4 5 15,1 4-6-15,-1-4 0 0,3-2 4 16,1 3 2-16,-3 1-3 0,1 0-9 0,-4-3 10 16,3 3-7-16,0 0 0 0,-1 0 1 15,-12 2 5-15,15-1-7 0,-4-1 4 16,-14 1-4-16,2-1 3 0,-3 0 6 15,-3 3-3-15,-2-3 3 0,-9 0-1 16,-5 0-1-16,-6-3 2 0,-5 3 0 0,4 0 4 16,-6-1-4-16,0 0-3 0,-1-1 0 15,0 0 9-15,-2 0-7 0,-1 0 18 0,1-2 2 16,1 4-8-16,-3-3 1 0,0 1-3 16,-11 2-5-16,22 0 2 0,-22 0-2 0,17 0-2 15,-8 2-2-15,2 4 4 0,3 1-2 16,-1 1 0-16,-1 3-4 0,3 2 6 15,1 3-1-15,-1-3 0 0,4 8 6 16,1 0-3-16,2 1-4 0,-3-2 0 0,-1 3 10 0,-2 1-5 16,1 2-4-16,-3 4 17 0,-1 1 13 15,-1 4-2-15,-3 1 14 0,-2 1 6 16,3 4 12-16,-2 0 6 0,-3 11 0 16,-1-8-1-16,3 7-19 0,-5 5 8 0,3-10 0 15,-1-1-7-15,-3-3-2 0,1 1-8 16,4 0 1-16,-4-1-1 0,-1 0-6 0,3-1 5 15,-2 2-43-15,-2-4 0 0,0 2 0 16,4-2 0-16,-4-1 0 0,0 1 0 0,-4-3 0 16,2 1 0-16,0-10 0 0,0-4 0 15,1-3 0-15,-1 0 0 0,-2-5 0 0,4-4 0 16,-2 2 0-16,0-1 0 0,2-3 0 16,0 1 0-16,0-3 0 0,0 0 0 0,0-7 0 15,-1 12 0-15,1-7 0 16,0-5 0-16,-2 8 0 0,2-8 0 0,0 9 0 15,0-9 0-15,0 0 0 0,-2 9 0 16,2-9 0-16,-2 5 0 0,2-5 0 0,0 0 0 16,-5 6 0-16,5-6 0 0,-11 4 0 15,11-4 0-15,-13 4 0 0,3-3 0 0,10-1 0 16,-25 3 0-16,12 1 0 0,0-4 0 16,-6 4 0-16,-2-4 0 0,-4 4 0 0,-1-4 0 15,-5 0 0-15,-15-3 0 0,-6 0 0 16,-14-3 0-16,-4 0 0 0,-5-1 0 15,-1-2 0-15,-2 2 0 0,0-1 0 0,0 1 0 16,6 2 0-16,-5 0 0 0,8 0 0 16,3 1 0-16,1 1 0 0,4-1 0 15,11 3 0-15,-1-3 0 0,4 2 0 16,-3 1 0-16,0-1 0 0,3 2 0 16,-3-2 0-16,-1 2 0 0,1-1 0 0,-2 1 0 15,3 0 0-15,-6 0 0 0,3-2 0 0,-11 4 0 16,13-1 0-16,2 1 0 0,-1 0 0 15,2-1 0-15,1 3 0 0,6-2 0 0,3 1 0 16,3-1 0-16,8 0 0 0,-2-1 0 16,1 4 0-16,0-3 0 0,0 3 0 0,-9 0 0 15,0 0 0-15,-2-1 0 16,0 4 0-16,-2-2 0 0,-1 0 0 0,2-2 0 16,-3 1 0-16,-2 0 0 0,0-2 0 15,0 3 0-15,0-4 0 0,-2 2 0 0,5-4 0 16,-3 2 0-16,0 0 0 0,1-1 0 15,-4 1 0-15,2 0 0 0,-3 0 0 0,1-2 0 16,-3 2 0-16,-2-2 0 0,3 1 0 16,-2 2 0-16,-3-2 0 0,-9-1 0 0,0 1 0 15,12-1 0-15,-2 0 0 0,1 0 0 16,4 0 0-16,5 2 0 0,1-2 0 16,2 0 0-16,5 2 0 0,5-2 0 0,1 2 0 15,-1-2 0-15,-1 2 0 0,3 0 0 16,-14 0 0-16,8-2 0 0,5 3 0 15,-13 1 0-15,2-2 0 0,2 0 0 0,-3-1 0 16,9 2 0-16,-8-2 0 0,6 0 0 16,7-2 0-16,-3 1 0 0,1-1 0 0,-1 1 0 15,-1-3 0-15,1 3 0 0,-10-1 0 16,-2-1 0-16,-2 0 0 0,3 0 0 0,-6 0 0 16,0 2 0-16,-1 0 0 0,0-3 0 15,1 3 0-15,-5-2 0 0,2 0 0 0,-2 0 0 16,2 0 0-16,-2-2 0 15,3 2 0-15,1-2 0 0,-1 0 0 0,1-1 0 16,2 1 0-16,1-2 0 0,1 2 0 16,-2-2 0-16,3 0 0 0,-3 3 0 0,-3-2 0 15,6 1 0-15,-2-1 0 0,-1 3 0 16,-1-1 0-16,0 3 0 0,4 0 0 0,0-2 0 16,-2 2 0-16,1-1 0 0,10 1 0 15,3 0 0-15,2 0 0 0,1 0 0 0,1-2 0 16,-2 0 0-16,1 0 0 0,-1 2 0 15,1-1 0-15,-14-3 0 0,11 3 0 0,5-1 0 16,-5 0 0-16,-7-1 0 16,6 1 0-16,3 0 0 0,2 1 0 0,3-1 0 15,1 2 0-15,2-2 0 0,0 2 0 16,2-1 0-16,2 1 0 0,-1 0 0 0,5 0 0 16,-4 0 0-16,2 0 0 0,-1 0 0 15,3 1 0-15,-2 1 0 0,0 0 0 0,2-1 0 16,-3-1 0-16,3 2 0 0,-1-2 0 15,5 2 0-15,9-2 0 0,-17 1 0 16,17-1 0-16,-17 2 0 0,17-2 0 0,-10 0 0 16,10 0 0-16,0 0 0 0,-15 2 0 15,15-2 0-15,0 0 0 0,0 0 0 0,-14-2 0 16,14 2 0-16,0 0 0 0,0 0 0 16,0 0 0-16,-11-3 0 0,11 3 0 15,-5-7 0-15,1 2 0 0,2-4 0 16,-2-3 0-16,3-5 0 0,-4-5 0 0,7-7 0 15,1-15 0-15,-2-11 0 0,5-8 0 16,-1-7 0-16,1-4 0 0,0-3 0 0,0 2 0 16,0 3 0-16,-3 4 0 0,-1 0 0 15,0 6 0-15,-2 1 0 0,-2 4 0 0,0 15 0 16,0 3 0-16,1 4 0 0,-3 6 0 16,2 4 0-16,-3 3 0 0,4 2 0 0,-3 1 0 15,2 2 0-15,0 1 0 0,0 3 0 16,0 1 0-16,1 1 0 0,-1 2 0 0,0 1 0 15,0 2 0-15,-2 0 0 0,4 6 0 16,-10-2 0-16,10 2 0 0,-18 12-324 0,4 1-443 16,-5 11-189-16,2-1 99 15,-3 2 83-15,2 2-761 0,0-2-979 0</inkml:trace>
  <inkml:trace contextRef="#ctx0" brushRef="#br0" timeOffset="108563.65">6012 10040 4328 0,'-23'-12'-153'0,"4"2"21"0,4 3 15 0,2-3 19 0,-3 2 43 0,5-3 46 16,-1 5 30-16,1-2 34 0,3 2 22 0,-1 0 15 16,5 0-7-16,-4 3-6 15,8 3-5-15,-5-8-17 0,5 8 1 0,0 0-2 16,0 0-5-16,26-3-2 0,1 6-8 15,17 1 0-15,15 0-4 0,7 0-6 0,9 1 0 16,6-1-5-16,9 0 4 0,26 0-7 16,6 4 2-16,10-4-6 0,2 1 0 0,0-3 1 15,2 4-1-15,3-2-3 0,2 2-3 16,-3 0 0-16,-5-4-6 0,0 1 4 16,-3 1 0-16,-8 0-2 0,-4 0-1 0,-24 1 0 15,-5-2 0-15,-1 1-2 0,-1-2-2 16,-7 2 3-16,1 0-6 0,-8-1-7 0,-4 3 2 15,0-2-5-15,-2-2-2 0,-5 2 0 16,-12-2 3-16,11 1 2 0,-12-3 1 16,-1 2-2-16,-1-1 2 0,2-1 1 15,-4 2-1-15,1 0-2 0,-1 0 2 0,5-2 1 16,0-2 2-16,3 0 1 0,10 2 3 16,4-2-2-16,-1 1 1 0,3-1-1 0,-3-1 0 15,5 1 0-15,-2 0 0 0,-1 0 0 16,1 0-2-16,-2-2 4 0,-2 3-3 0,-15 2-2 15,0-2 4-15,0 0-1 16,-5-1-2-16,4 2 1 0,-8-2 1 0,4 0 3 16,-6 2-5-16,-1-1 1 0,5-3 3 0,-4 0-1 15,1 4 1-15,3-4-3 0,-4-1-2 16,6 0 4-16,2-1 0 0,-2 1 0 16,3 1 0-16,6 2 0 0,7-4-2 0,0 0 2 15,0 3 2-15,-2-4-4 0,2 5-2 16,-4-5 1-16,4 1 1 0,-2-1-2 15,2 0 6-15,0 0-7 0,2-1 4 0,-2 1 0 16,-2-3 4-16,4 1-7 0,-2-2 3 16,0 0-1-16,1 1 5 0,-1-2-6 0,2 0 1 15,0 1 0-15,0 1-1 0,0 2-1 16,0-3 1-16,-2 3 2 0,-1-1 3 0,3 1-11 16,2 1 7-16,4 0 3 0,-4 0-3 15,1 1 1-15,-3 2 2 0,0 0-4 16,-2 0-2-16,0-2 5 0,-2 2-1 15,-7 1 1-15,7-1-3 0,2 0 1 0,-10 2-1 16,10-1 0-16,-2-2 2 0,-7 3-2 16,-2-2 0-16,9-2 5 0,-12 3-6 0,10-3 4 15,2-2 3-15,-2 4-3 0,3-4-3 16,-12 2 3-16,6-3-1 0,-8 3-2 0,-4-2 2 16,-1 2-5-16,-4-1 5 0,-1 0-4 15,-7 0 3-15,-4 4 3 0,0-4 0 0,-3 2 2 16,3-2 4-16,0 2-7 0,7-4 6 15,4 2-4-15,0-1-2 0,5 1 2 16,1 2-2-16,-1-2 2 0,5 0-1 16,3-1 0-16,-4 4-1 0,1-1 1 15,1 2 0-15,1-2 2 0,1 1-1 0,-1-1-5 16,-5 2 3-16,0-3 0 0,-3 3 1 16,-10 0 0-16,-1 1-2 0,-2-1 4 0,-2 1-7 15,1 0 2-15,0 2 1 0,5 0-1 16,-3 0-1-16,3 0 2 0,13-2 0 0,3 2 1 15,1 0-3-15,0 2 3 0,1-2-2 16,-1-2 0-16,0 0-1 0,-2 2 4 0,-5-4-1 16,2 4 0-16,-3-6 0 15,-10 2-3-15,-1 2 4 0,-4 0 0 0,-1-1-2 16,-5-1 1-16,2 2 3 0,0 0 2 16,2-2-1-16,-2 4-1 0,0-2 1 0,1 2 0 15,1 0 1-15,2-2-2 0,2 0-1 16,0 4-2-16,-2-2 3 0,-5 0-2 0,3 0-3 15,0 2 5-15,-4 0-1 0,-2-2 0 16,-2 0-5-16,1 0 1 0,-1 4 2 0,0 0 1 16,-2 0 1-16,-1 5 2 0,1-1-5 15,-1 4 2-15,-1 3 1 0,0 2 5 16,2 0 1-16,-1 11 1 0,-1 1-1 0,0 2 4 16,-4 2 0-16,2 0 1 0,-2 2 5 15,-2 3 4-15,-3-2-3 0,0 1 0 16,0-1 3-16,-4 2 4 0,-2-3 5 15,1 3 10-15,-6 0 20 0,4-3-7 0,-3 1-4 16,1 0-4-16,0 1-3 0,0 3-7 16,2 2-1-16,-3 1-1 0,6-1-3 0,-1 2-1 15,-2-1 2-15,5 2 16 0,0-6-4 16,0 0-6-16,3-2-2 0,-3-10-5 0,-3-6 1 16,3-4-8-16,-2 0 1 0,2-5-3 15,-2 0-3-15,0-2 2 0,2-1-3 0,-1-2 7 16,1-1 5-16,-2 1 3 15,2-7-1-15,-6 7-1 0,6-7-3 0,-7 5-5 0,7-5 2 16,-14 2-10-16,7 0 1 16,7-2 1-16,-27 0-3 0,8 0-4 0,-6 0 3 15,-3-2-2-15,-1 2-3 0,-1 0 1 16,-13 0-2-16,3 2 2 0,3 1-4 0,2-1 0 16,-2 3-2-16,-2-2 4 0,1 2-2 15,-2 1-6-15,-1-1 4 0,2 2 7 16,-7-1 17-16,0 1 8 0,-13 0 2 0,-2-2-5 15,-4 1-3-15,-3-2-1 0,-7 0 0 16,-6-1-2-16,-1 1-5 0,0-1 0 0,-1 3-7 16,6-1-1-16,-2 1 0 0,7 0 4 15,6-1-8-15,1-1 4 0,15 0-4 16,4-2-5-16,2 0-5 0,5 0 7 16,6-2-1-16,7 2-4 0,-3-4 7 0,2 0-7 15,4 2-4-15,-6-2 3 0,3 2 1 16,-3-2-2-16,-2 4 3 0,-10-4-2 0,-1 2 1 15,-2-1 3-15,-3 1-5 0,-1 0 3 16,-4-3-6-16,1 3 2 0,-11-3 4 0,6 3-1 16,-9-1 2-16,3 1-2 0,-2-2-5 15,11 4 4-15,1-2-2 0,-3 0-3 0,6 0 3 16,-3 0 1-16,2 0 2 0,1 0-2 16,0 0-2-16,0 1 3 0,-1-1 1 15,-2 0 1-15,-2 3-4 0,-8-3-1 16,-3 0 3-16,0 0 4 0,2 0 6 0,-3 0-4 15,3 3-6-15,-3-2-1 0,16 1 2 16,-4 0-3-16,4-2-6 0,5 2 4 16,1 0 0-16,2-2-1 0,4 2 5 0,8 1-5 15,5-3 7-15,2 1-1 0,1-1 2 16,4 0-2-16,-2 2 1 0,4-2-7 0,-4 0 7 16,-1 0-3-16,3 0 0 0,-4 2-1 15,-2-2-1-15,-3 2 0 0,0-1 2 0,-1 3 1 16,1-4-3-16,1 4 4 15,-3-2 1-15,-7 4-2 0,7-4-5 0,4 2 4 16,0 0 0-16,0-1 4 0,1 3-5 16,0-4-2-16,0 0 0 0,1 4 1 0,4-4 3 15,0 1 5-15,-4 2-9 0,0-1 4 16,1-1-2-16,-1 2 0 0,0 0 0 0,-2-3 4 16,3 5-3-16,-3-2 7 0,0 0-8 15,0 0-3-15,-7 5 5 0,3-5 1 0,6 2 0 16,-2-3-4-16,-7 4 1 0,6-4 5 15,1 2-4-15,0-2-4 0,2 1 5 16,0-1 0-16,-10 4 0 0,8-2 0 0,1 1-5 16,-1-5 1-16,0 4 5 0,-11-1-2 15,8 0 0-15,-10 3 1 0,7-4-1 16,-6 1 1-16,1 0 1 0,0 0-2 16,0-1 1-16,-3 2-4 0,-2-2 9 0,1 0-5 15,2 1 1-15,-4-1-5 0,4-1 4 16,0 0 2-16,0 0-2 0,5 0-3 0,5-1 2 15,0-2-4-15,-3 2 5 0,3 0-4 16,-3 0 2-16,2 0-2 0,1 0 7 0,-1-2-4 16,2 1-1-16,-1 0 3 0,-3 2-2 15,3-3-4-15,-12 4 2 0,1-2-1 16,-1 2 4-16,2-2-1 0,1 0 3 0,-8 1-7 16,7-2 11-16,-1 1-3 0,3-2 2 15,-5 2-4-15,-1-2-5 0,0 2 4 16,0-2-3-16,3-2-1 0,-6 2 3 0,2 0 1 15,-3-4-4-15,0 0 5 0,-4 4-3 16,2-2 5-16,-1 0-3 0,-2-2-1 0,2 1 1 16,-5 0-3-16,-7 3 3 0,9-3-3 15,-9 1-1-15,12 0 4 0,-2 2-1 0,1-4 2 16,3 2 2-16,1-2-3 0,0 4 1 16,0-3-3-16,3 2 0 0,-2-1 2 15,0-1 5-15,3 0-4 0,-4 3-4 0,-4 0 2 16,3-4 3-16,-3 4-6 0,1-2 1 15,-2 2 2-15,-1 0-3 0,0-1 3 0,2 1-5 16,-2-2 3-16,0 0 0 16,3 2 2-16,-1-2 5 0,0 2-9 0,3 2 3 15,-3-4 1-15,2 1 1 0,1 1-5 16,-1 0 5-16,-3 1-3 0,1 1 6 0,0-2-6 16,-2 0 0-16,-14 2 1 0,3 0 2 15,1 1-2-15,-1-2-3 0,12 2 7 0,-10 1-9 16,13-2 4-16,-2 0 1 0,3-2-4 15,1 1 4-15,0-1-2 0,12 3 1 0,6-6 1 16,-13 2-1-16,10 1 2 16,6 0 3-16,-4 0-3 0,0 1 1 0,1 2-4 0,-3-3 3 15,-9 4-2-15,-2 0-1 0,0 0 3 16,0 1 2-16,-3-1-3 0,-2 2-2 16,4-2 4-16,1 2-3 0,2-1 2 15,9-1-4-15,6-1 2 0,2 0-1 0,5-1 7 16,0 0-8-16,5 0 9 0,-1-1-1 15,5-1 12-15,0 1 18 0,9-1-3 16,-16 4 3-16,9-4-6 0,7 0 2 0,-11 2-5 16,11-2-1-16,0 0-8 0,-16 2-1 15,16-2 9-15,0 0-8 0,-13 0 0 0,13 0-2 16,-12 2 8-16,12-2 1 16,0 0 16-16,-13-2 2 0,13 2-1 0,-14-2-2 0,14 2-5 15,-13-3-1-15,6-1-1 16,7 4-5-16,-17-5 0 0,5 1-2 0,3 0-3 15,1-1 3-15,-1-1-7 0,-1-2 1 16,0-2 4-16,-1-7 0 0,0-8 2 0,3-8-5 16,2-6-4-16,6-7 0 0,4-19-2 15,4-10-5-15,9-24-1 0,4 5-3 0,2-1 0 16,-1 7-4-16,1 4 2 0,-7 19 0 16,-3 4-3-16,-2 5 3 0,-7 15-2 0,4 3-1 15,-4 6-5-15,1 6 0 0,-5 4 1 16,2 6-22-16,-4 3-43 0,4 1-51 0,-2 6-68 15,0 1-69-15,0 5-106 0,0 0-111 16,-5-4-150-16,5 4-217 0,-14 13 93 16,3-3 79-16,-4 2-515 0,-12 9-649 15</inkml:trace>
  <inkml:trace contextRef="#ctx0" brushRef="#br0" timeOffset="156788.04">28819 3081 1053 0,'0'0'305'0,"0"0"-79"0,0 0-32 0,0 0-9 0,6-5-2 0,-6 5 6 16,0 0 10-16,0 0-10 0,0 0 21 0,0 0 12 16,0 0 11-16,0 0 9 0,0 0 3 15,6-9 8-15,-6 9 0 0,0 0 16 16,0 0-10-16,0 0 10 0,0 0-10 15,0 0 0-15,0 0 3 0,0 0-7 16,0 0-3-16,0 0-3 0,0 0-7 0,0 0-4 16,0 0-10-16,0 0-10 0,0 0-8 15,0 0-15-15,0 0-49 0,0 0-146 0,0 0 0 16,0 0 0-16,0 0 0 0,-7-10 0 16,7 10 0-16,0 0 0 0,0 0 0 0,-14-2 0 15,14 2 0-15,0 0 0 0,-15-3 0 16,15 3 0-16,0 0 0 0,-20 0 0 15,20 0 0-15,-17 0 0 0,17 0 0 16,-17 1 0-16,17-1 0 0,-15 2 0 16,15-2 0-16,-19 2 0 0,19-2 0 0,-16 2 0 15,16-2 0-15,-14 3 0 0,3-1 0 16,11-2 0-16,-14 3 0 0,4 1 0 0,10-4 0 16,-15 5 0-16,7-3 0 0,8-2 0 15,-15 4 0-15,7-2 0 0,8-2 0 0,-14 7 0 16,3-3 0-16,11-4 0 0,-13 5 0 15,6-2 0-15,7-3 0 0,-14 6 0 0,7-2 0 16,-1 0 0-16,8-4 0 0,-14 5 0 16,7-2 0-16,7-3 0 0,-14 7 0 0,7-3 0 15,-1 2 0-15,1-2 0 0,7-4 0 16,-16 9 0-16,9-5 0 0,0 0 0 16,-2 0 0-16,2 0 0 0,-1 2 0 15,1-1 0-15,7-5 0 0,-16 10 0 0,11-4 0 16,-3-4 0-16,0 6 0 0,3-4 0 15,-1 1 0-15,1-1 0 0,-1 2 0 0,0-2 0 16,2 0 0-16,-2 2 0 0,1-1 0 16,-1 1 0-16,3 0 0 0,-1-1 0 15,-3 2 0-15,4-2 0 0,-1 0 0 0,-2 2 0 16,5-2 0-16,-3 2 0 0,0 0 0 16,0 0 0-16,0-1 0 0,2 1 0 0,-4-2 0 15,5 2 0-15,-1-2 0 0,-2 2 0 16,0-2 0-16,4 2 0 0,-1 1 0 0,-3-2 0 15,2 2 0-15,-1-1 0 16,1 0 0-16,0 0 0 0,1 1 0 0,1-3 0 16,-2 4 0-16,0-2 0 0,0 1 0 15,2-2 0-15,-2 1 0 0,0 0 0 0,2 2 0 16,0-1 0-16,0-2 0 0,0 3 0 16,0-1 0-16,0 2 0 0,0-2 0 0,0 1 0 15,2-1 0-15,0 4 0 0,0-3 0 16,-2-1 0-16,2 3 0 0,-2-3 0 0,2 0 0 15,-1 0 0-15,1 0 0 0,3 1 0 16,-3-3 0-16,0 1 0 0,1 0 0 16,1 0 0-16,-2 0 0 0,3-2 0 0,-1 0 0 15,0 3 0-15,0-4 0 0,-2 2 0 16,4-2 0-16,-6-4 0 0,9 11 0 16,-5-6 0-16,-1 0 0 0,-3-5 0 15,13 11 0-15,-8-6 0 0,1-2 0 0,-1 3 0 16,3-2 0-16,0 0 0 0,-3 0 0 15,6 0 0-15,0 2 0 0,-2-3 0 0,0 1 0 16,3-4 0-16,-12 0 0 0,19 6 0 16,-9-3 0-16,-1 0 0 0,-9-3 0 0,18 4 0 15,-11-2 0-15,-7-2 0 0,18 2 0 16,-9 0 0-16,-9-2 0 0,20 0 0 0,-20 0 0 16,23 0 0-16,-9-2 0 15,-1 2 0-15,-13 0 0 0,25-4 0 0,-12 3 0 16,1 1 0-16,-3-3 0 0,-11 3 0 15,21-3 0-15,-10 2 0 0,0-3 0 0,-11 4 0 16,20-4 0-16,-8 1 0 0,-1 2 0 16,-2-2 0-16,3-1 0 0,-3 1 0 0,0 0 0 15,3-1 0-15,-2 0 0 0,-1 0 0 16,0 1 0-16,1 0 0 0,-2 0 0 16,-1-2 0-16,1-1 0 0,0 3 0 0,-3-3 0 15,3 4 0-15,0-4 0 0,-2 1 0 16,1-2 0-16,-2 0 0 0,3 0 0 15,-2 0 0-15,2 2 0 0,-1-3 0 16,-1 2 0-16,-3 0 0 0,4-1 0 0,-3 2 0 16,1-2 0-16,-1 3 0 0,-4 4 0 15,7-11 0-15,-5 3 0 0,2 2 0 0,-1-1 0 16,-3 7 0-16,3-14 0 0,1 6 0 16,-4-1 0-16,4-1 0 0,-3 0 0 0,-1-1 0 15,2 1 0-15,-2 0 0 0,2 0 0 16,-2 1 0-16,-2 1 0 0,0-4 0 0,2-1 0 15,-3 1 0-15,-3-4 0 0,0 3 0 16,-4-5 0-16,3-2 0 0,-7-5 0 16,3 4 0-16,2 4 0 0,-1-2 0 15,0 4 0-15,3 1 0 0,2 4 0 0,-6-1 0 16,2 1 0-16,2-1 0 0,-5 3 0 16,1 2 0-16,0 4 0 0,-7-5 0 0,-5 1 0 15,-1 3 0-15,-19 0 0 0,15-1 0 16,1 4 0-16,3 4 0 0,-1-3-458 0,4 3-565 15,-1 0 105-15,4 6-1052 0,-5 5-1388 16</inkml:trace>
  <inkml:trace contextRef="#ctx0" brushRef="#br0" timeOffset="158153.79">28472 5248 4902 0,'0'0'-192'0,"0"0"80"0,0 0 64 0,0 0 64 0,0 0 40 0,0 0 47 15,0 0 38-15,0 0 25 0,0 0 15 16,0 0 9-16,0 0 8 0,0 0 9 0,0 0-1 16,0 0 11-16,0 0 2 0,0 0-1 15,0 0 1-15,-7-5-1 0,7 5-3 0,0 0-5 16,0 0-4-16,0 0-10 0,0 0 3 15,0 0-139-15,-23 5-60 0,23-5 0 16,0 0 0-16,-18 4 0 0,18-4 0 16,-14 2 0-16,14-2 0 0,-18 3 0 0,11-1 0 15,7-2 0-15,-22 5 0 0,11-2 0 16,-2 3 0-16,0-3 0 0,0 4 0 0,-3-4 0 16,1 4 0-16,-1 0 0 0,4 0 0 15,-4-1 0-15,3 1 0 0,-5 0 0 16,5 2 0-16,-2 1 0 0,0 0 0 0,1 0 0 15,-1 2 0-15,3-5 0 0,1 3 0 0,0 4 0 16,-5-2 0-16,7 1 0 0,-2 1 0 16,1-3 0-16,-1 5 0 0,-1-1 0 15,3 3 0-15,-1-1 0 0,3-4 0 16,0 1 0-16,4 1 0 0,-3 2 0 0,4-1 0 16,-1 0 0-16,1-3 0 0,2 3 0 15,0-3 0-15,4 3 0 0,-3-1 0 0,5 0 0 16,-1 1 0-16,4 0 0 0,0 1 0 15,4-3 0-15,3-2 0 0,-3 1 0 0,4 1 0 16,3-4 0-16,-4 2 0 0,4-2 0 16,-2 1 0-16,0-1 0 0,1-2 0 0,-2 1 0 15,0 0 0-15,0 1 0 0,-1-3 0 16,-2-1 0-16,2 0 0 0,-1 0 0 0,1-1 0 16,-4-1 0-16,0-1 0 0,1 1 0 15,0-3 0-15,3-1 0 0,-3 0 0 16,1-1 0-16,2-3 0 0,2 1 0 15,-3-2 0-15,2 1 0 0,-1-6 0 0,-1 3 0 16,2-3 0-16,-2 0 0 0,1-1 0 16,-3 1 0-16,0-2 0 0,-1-1 0 0,-1-3 0 15,-1-1 0-15,-3-2 0 0,1-3 0 16,-1-13 0-16,1 2 0 0,0-1 0 0,-4 5 0 16,-1 5 0-16,1 0 0 0,-2 2 0 15,0 3 0-15,-2 4 0 0,0-2 0 0,-4 0 0 16,0 2 0-16,1-1 0 0,-5 2 0 15,0 1 0-15,-3-2 0 0,-4 1 0 16,-6-4 0-16,-6 1 0 0,0 1 0 16,-3 5 0-16,-1 0 0 0,-1 1 0 0,3 4 0 15,4 3 0-15,0 1 0 0,-1 1 0 16,2 2 0-16,0 1 0 0,5 0 0 0,1 1 0 16,0-1 0-16,5 1 0 0,3-1 0 15,1 2 0-15,1-3-36 0,8-1-1002 0,0 0 88 16,0 0 109-16,0 0-970 0,-9-12-1240 15</inkml:trace>
  <inkml:trace contextRef="#ctx0" brushRef="#br0" timeOffset="161086.54">28461 3813 4591 0,'0'0'-208'0,"0"0"58"0,8-11 34 16,-8 11 36-16,0 0 36 0,0 0 37 0,0 0 20 0,0 0 23 0,3-4-5 15,-3 4 15-15,0 0 9 0,0 0 17 16,0 0 22-16,0 0 14 0,0 0 14 0,0 0 17 16,0 0 10-16,0 0 16 0,0 0 9 15,0 0 12-15,0 0 3 0,0 0 8 0,0 0 3 16,0 0-2-16,0 0 2 0,0 0-8 16,0 0-4-16,13 15 0 0,-13-15-9 15,0 0-2-15,5 5-2 0,-5-5-2 16,2 7-10-16,-2-7 5 0,0 0 1 0,0 14-110 15,0-7-59-15,0-7 0 0,-2 14 0 16,2-6 0-16,0 2 0 0,0-1 0 0,-3 1 0 16,3 2 0-16,0 3 0 0,-2 2 0 15,2 1 0-15,-3 1 0 0,1 3 0 16,0 3 0-16,-2-4 0 0,2 4 0 0,-1-2 0 16,-1 1 0-16,0 0 0 0,-2-2 0 15,2 3 0-15,1-3 0 0,-1 0 0 16,-2 0 0-16,4-5 0 0,-1 3 0 0,-1-5 0 15,-1 3 0-15,4-4 0 0,-3 1 0 16,-2-1 0-16,4-1 0 0,2-1 0 16,-3 0 0-16,1 0 0 0,0 0 0 0,-2-2 0 15,3 2 0-15,-2-2 0 0,-1 0 0 16,2 1 0-16,0-1 0 0,2-2 0 0,-3 3 0 16,3-2 0-16,-2-1 0 0,2 0 0 15,-2 1 0-15,0 1 0 0,0-2 0 0,0 0 0 16,2 3 0-16,-1-3 0 0,1 1 0 15,-2-1 0-15,0 2 0 0,2 3 0 0,-3-3 0 16,-1 2 0-16,4-2 0 0,-1 2 0 16,-1 0 0-16,2-2 0 0,-2 2 0 0,0 0 0 15,0-1 0-15,0-1 0 16,2 0 0-16,-1-1 0 0,-1 2 0 0,0-2 0 16,0 0 0-16,0-1 0 0,0 1 0 15,0-1 0-15,2-8 0 0,-1 16 0 0,1-8 0 16,-3-1 0-16,1 1 0 0,2-8 0 15,-2 14 0-15,2-7 0 0,-4-1 0 0,4-6 0 16,0 12 0-16,-1-5 0 0,1-7 0 16,-2 10 0-16,2-10 0 0,0 10 0 0,0-10 0 15,-2 11 0-15,2-11 0 0,-2 10 0 16,0-5 0-16,2-5 0 0,-2 12 0 16,1-5 0-16,1-7 0 0,-4 10 0 0,2-3 0 15,-1 0 0-15,1 0 0 0,0 1 0 16,2-1 0-16,-1 0 0 0,-1 1 0 0,0 1 0 15,2-9 0-15,-2 15 0 0,-2-6 0 16,4-1 0-16,-1 0 0 0,-1-2 0 16,0 3 0-16,2-9 0 0,-2 15 0 0,2-8 0 15,-4 0 0-15,2 0 0 0,2 2 0 16,0-2 0-16,-1-1 0 0,-2 2 0 0,1 2 0 16,2-2 0-16,-2 1 0 0,0-1 0 15,0 1 0-15,1 1 0 0,1-3 0 16,-2 0 0-16,0 1 0 0,2-2 0 0,0-6 0 15,-2 9 0-15,2-9 0 0,-2 8 0 16,2-8 0-16,-2 8 0 0,2-8 0 16,0 7 0-16,0-7 0 0,-1 5 0 0,1-5 0 15,0 0 0-15,0 0 0 0,-2 7 0 16,2-7 0-16,0 0 0 0,0 0 0 0,0 0 0 16,0 0 0-16,0 0 0 0,0 0 0 15,0 0 0-15,2 7 0 0,-2-7 0 16,0 0 0-16,0 0 0 0,0 0 0 0,0 0 0 15,0 0 0-15,0 0 0 0,0 0 0 16,0 0 0-16,0 0 0 0,0 0 0 0,0 0 0 16,12-22 0-16,-8 13 0 0,0-2 0 15,0-4 0-15,2-5 0 0,0-5 0 16,1-8 0-16,-2-6 0 0,6 0 0 0,-2 0 0 16,0-1 0-16,-1 1 0 0,2 1 0 0,-5 3 0 15,1-2 0-15,-3 10 0 16,-3-1 0-16,2 2 0 0,-2 2 0 0,-2-1 0 15,2-1 0-15,-3-1 0 0,-1-6 0 16,0-2 0-16,1-2 0 0,-1 3 0 0,-2-4 0 16,5 9 0-16,1 5 0 0,-3 4 0 15,3 1 0-15,-2 1 0 0,0 3 0 0,2-1 0 16,0 4 0-16,0 1 0 0,-2-1 0 16,0 2 0-16,2 1 0 0,0 1 0 0,-1-4 0 15,1 4 0-15,-2-1 0 0,2-1 0 16,-2-2 0-16,0 0 0 0,0-2 0 15,0 2 0-15,2 0 0 0,0 2 0 16,0 0 0-16,0 1 0 0,0 1 0 0,0-3 0 16,0 3 0-16,0 1 0 0,0-1 0 15,4-1 0-15,-4 0 0 0,2 0 0 0,0 1 0 16,0-1 0-16,-1-2 0 0,3-1 0 16,-2-1 0-16,4 0 0 0,-4 1 0 0,4-3 0 15,-2 4 0-15,-3 0 0 0,5 0 0 16,-4 1 0-16,1-1 0 0,-3 1 0 0,4 2 0 15,1 1 0-15,-3-2 0 0,-1 2 0 16,1 1 0-16,2-1 0 0,-2 0 0 16,0 0 0-16,-2 7 0 0,3-11 0 15,-3 7 0-15,0 4 0 0,4-12 0 0,-2 8 0 16,0-1 0-16,-2 5 0 0,4-12 0 16,-2 7 0-16,0 0 0 0,-2 5 0 0,2-12 0 15,0 8 0-15,-2 4 0 0,2-7 0 16,-2 7 0-16,1-6 0 0,-1 6 0 0,0 0 0 15,2-9 0-15,-2 9 0 0,2-6 0 16,-2 6 0-16,0 0 0 0,2-9 0 0,-2 9 0 16,2-5 0-16,-2 5 0 15,0 0 0-15,2-8 0 0,-2 8 0 0,0 0 0 16,0 0 0-16,0-7 0 0,0 7 0 16,0 0 0-16,0 0 0 0,0 0 0 0,0 0 0 15,0-7 0-15,0 7 0 0,0 0 0 16,0 0 0-16,0 0 0 0,0 0 0 0,0 0 0 15,0 0 0-15,0 0 0 0,0 0 0 16,0 0 0-16,2-7 0 0,-2 7 0 0,0 0 0 16,0 0 0-16,0 0 0 0,0 0 0 15,0 0 0-15,-4 30 0 0,4-22 0 0,0 4 0 16,-2 4 0-16,0 1 0 0,0 2 0 16,0 2 0-16,-1 1 0 0,1 1 0 15,0 2 0-15,-2-2 0 0,3 0 0 16,-2 1 0-16,-1-2 0 0,0 0 0 0,4 0 0 15,-1-2 0-15,-1 0 0 0,2-1 0 16,-2 0 0-16,0 0 0 0,2 0 0 0,-4-2 0 16,4 0 0-16,0 3 0 0,0-3 0 15,0-3 0-15,-2 3 0 0,2 1 0 0,-1-5 0 16,1 1 0-16,0-1 0 0,-2 2 0 16,0-1 0-16,2-2 0 0,-3 3 0 0,3-1 0 15,-2-2 0-15,0 0 0 0,2-1 0 16,0 2 0-16,0-1 0 0,-1-1 0 15,1-2 0-15,0 3 0 0,0-2 0 16,0 0 0-16,-2 2 0 0,2-2 0 0,0-2 0 16,-2 3 0-16,2-1 0 0,-2-2 0 15,2 3 0-15,-2-1 0 0,0-1 0 0,2 3 0 16,0-4 0-16,-1 2 0 0,1 1 0 16,-2-1 0-16,2 0 0 0,-2-1 0 0,2 1 0 15,-2 2 0-15,2-3 0 0,-2 1 0 16,0 0 0-16,2-1 0 0,0-1 0 0,-2 2 0 15,2 1 0-15,-1-3 0 0,1 1 0 16,0-3 0-16,-3 3 0 0,1 0 0 0,2-3 0 16,0 3 0-16,-2 0 0 15,0-2 0-15,0 2 0 0,2-3 0 0,0 2 0 16,-1 0 0-16,-1 1 0 0,0 3 0 16,0-4 0-16,2 0 0 0,-4 3 0 0,4-3 0 15,-3 3 0-15,3-3 0 0,-2-1 0 16,0 2 0-16,-1 1 0 0,1-1 0 0,0-1 0 15,2 0 0-15,0 1 0 0,-1 0 0 16,1-3 0-16,0-6 0 0,-2 16 0 0,0-8 0 16,0 1 0-16,2-2 0 0,0-7 0 15,-4 13 0-15,4-4 0 0,0-1 0 0,0-8 0 16,-1 14 0-16,1-7 0 0,0-7 0 16,0 10 0-16,0-10 0 0,0 11 0 0,0-11 0 15,-2 9 0-15,2-9 0 16,0 8 0-16,0-8 0 0,0 0 0 0,-2 11 0 15,2-11 0-15,0 0 0 0,0 10 0 16,0-10 0-16,0 0 0 0,-2 7 0 0,2-7 0 16,0 0 0-16,0 0 0 0,0 0 0 15,0 9 0-15,0-9 0 0,0 0 0 0,0 0 0 16,-2 7 0-16,2-7 0 0,0 0 0 16,0 0 0-16,0 0 0 0,0 0 0 0,-2 10 0 15,2-10 0-15,0 0 0 0,0 0 0 16,0 0 0-16,0 0 0 0,0 0 0 0,0 0 0 15,0 0 0-15,-3 6 0 16,3-6 0-16,0 0 0 0,0 0 0 0,0 0 0 16,0 0 0-16,-22-6 0 0,22 6 0 15,-14-4 0-15,5 2-452 0,-2-2-550 0,11 4-1289 16,-21-2-1691-16</inkml:trace>
  <inkml:trace contextRef="#ctx0" brushRef="#br0" timeOffset="164118.4">12592 2999 2085 0,'0'0'282'0,"0"0"-70"0,0 0-38 0,0 0-8 16,13-2-6-16,-13 2 0 0,0 0 25 0,0 0-1 15,0 0-2-15,0 0-7 0,0 0-12 16,0 0-21-16,0 0-13 0,0 0-15 16,0 0-14-16,0 0-13 0,0 0-16 15,0 0-45-15,0 0-49 0,0 0-76 16,0 0-52-16,12 4-68 0,-12-4-86 0,2 13-132 16,-4-3-173-16,-4 4 43 0,-1 5-245 15,-8 8-298-15</inkml:trace>
  <inkml:trace contextRef="#ctx0" brushRef="#br0" timeOffset="164888.22">10893 5420 2294 0,'0'0'78'0,"0"0"35"0,0 0 13 0,0 0 17 0,0 0 20 0,0 0 11 0,0 0-3 16,0 0-10-16,0 0-15 0,0 0-16 15,0 0-21-15,0 0-17 0,0 0-33 16,0 0-36-16,0 0-49 0,0 0-68 16,0 0-74-16,0 0-92 0,0 0-123 15,1-21-154-15,-1 13 40 0,0-8-189 0,-1-1-181 16</inkml:trace>
  <inkml:trace contextRef="#ctx0" brushRef="#br0" timeOffset="166752.87">12227 3633 1782 0,'5'-9'-19'0,"1"1"19"0,-3 1 20 0,1-1 30 0,3 2 25 0,-6-1 26 15,-1 7 31-15,4-10 15 0,-4 10 7 16,2-8-3-16,-2 8 21 0,4-7 0 0,-4 7-14 15,0 0-2-15,1-9-4 16,-1 9-11-16,0 0-12 0,0-8-7 0,0 8-14 16,0 0-5-16,0 0-10 0,0 0-9 15,0 0-6-15,0 0 3 0,0 0-1 16,0-9-5-16,0 9 0 0,0 0 5 0,0 0 6 16,0 0 2-16,0 0-1 0,0 0-3 15,0 0 2-15,0 0-4 0,0 0 10 0,0 0 20 16,0 0 9-16,0 0 5 0,-17 26 2 15,13-19 0-15,1 1 5 0,-3 2 2 0,0-1-9 16,-1 1-8-16,1 1-10 16,-4 1-5-16,3 0 1 0,0 1-2 0,-2-4 1 15,2 3-5-15,-2 1-3 0,-2-1-2 0,2 0 1 16,4 0-7-16,-5 2 2 16,-2 2-4-16,3-4-2 0,-2 2-3 0,3-3-1 15,-1 2-3-15,-1-4-6 0,0 4 1 16,1-3-3-16,3 1-2 0,-3-1-13 0,3-2-53 15,-4 3 0-15,3-3 0 0,0 0 0 16,-2 1 0-16,2 2 0 0,1-3 0 0,-6 2 0 16,7 0 0-16,-4-1 0 0,-1 0 0 15,0 3 0-15,1 1 0 0,0-2 0 16,-1 1 0-16,-2 0 0 0,3 3 0 16,-1-1 0-16,3 0 0 0,-3-2 0 0,3-1 0 15,-3 2 0-15,4-1 0 0,-1-2 0 16,0 2 0-16,0-3 0 0,2 1 0 15,-1-1 0-15,2-1 0 0,-1 1 0 0,-1-1 0 16,2 2 0-16,-4-3 0 0,3 2 0 16,-1 1 0-16,1-2 0 0,-4 5 0 0,4-5 0 15,-3 3 0-15,3-2 0 0,-4 1 0 16,4-2 0-16,-1 3 0 0,-1-3 0 0,3 2 0 16,-4-2 0-16,2 1 0 0,1-1 0 15,-2 5 0-15,1-4 0 0,0-2 0 16,-2 3 0-16,4-2 0 0,-3 1 0 15,2-1 0-15,-2 0 0 0,1 2 0 0,-1 0 0 16,2-1 0-16,-6 2 0 0,4 1 0 16,1-5 0-16,-1 5 0 0,-3 0 0 15,3 0 0-15,-3-1 0 0,5-1 0 0,-4 1 0 16,2-3 0-16,1 2 0 0,1-2 0 16,-1-1 0-16,0 1 0 0,0 0 0 0,3-2 0 15,-1-1 0-15,-2 3 0 0,3-1 0 16,-1 0 0-16,-2 0 0 0,0-1 0 0,2 3 0 15,-1-2 0-15,-3 1 0 0,5 0 0 16,-6 1 0-16,4 0 0 0,-1 0 0 0,1-1 0 16,-1 1 0-16,0-1 0 15,0 1 0-15,-1-1 0 0,1 1 0 0,1-1 0 16,-2 1 0-16,4-2 0 0,-3 0 0 16,2-1 0-16,-1 2 0 0,-1 0 0 15,0-1 0-15,0-1 0 0,3 3 0 0,-5-2 0 16,3 3 0-16,-4-3 0 0,4 3 0 15,-3 0 0-15,1-3 0 0,1 3 0 0,-2-2 0 16,3 1 0-16,-3 1 0 16,1-2 0-16,0 0 0 0,2 2 0 0,-3-3 0 0,3 3 0 15,-3-2 0-15,0 1 0 0,3-1 0 16,-3 1 0-16,1 0 0 0,0-1 0 16,0 1 0-16,0 1 0 0,-1-1 0 15,0-3 0-15,2 3 0 0,-1-2 0 0,1 0 0 16,0-1 0-16,0 2 0 0,1 0 0 15,-1 1 0-15,3-3 0 0,-5 1 0 0,4 1 0 16,-4 1 0-16,5-2 0 0,-5 3 0 16,4-5 0-16,3 1 0 0,-6 0 0 0,3 0 0 15,3 0 0-15,-3-2 0 0,4-4 0 16,-6 8 0-16,6-8 0 0,-1 7 0 0,1-7 0 16,-6 8 0-16,6-8 0 0,-4 6 0 15,4-6 0-15,-3 9 0 0,2-5 0 0,1-4 0 16,-4 10 0-16,2-8 0 15,2-2 0-15,-2 10 0 0,2-10 0 0,-3 7 0 16,3-7 0-16,-2 4 0 0,2-4 0 16,0 0 0-16,-2 8 0 0,2-8 0 0,0 0 0 15,0 0 0-15,-2 8 0 0,2-8 0 16,0 0 0-16,0 0 0 0,-2 5 0 0,2-5 0 16,0 0 0-16,0 0 0 0,-2 7 0 15,2-7 0-15,0 0 0 0,0 0 0 0,0 0 0 16,0 0 0-16,-2 5 0 0,2-5 0 15,0 0 0-15,0 0 0 0,0 0 0 16,0 0 0-16,0 0 0 0,0 0 0 0,0 0 0 16,0 0 0-16,0 0 0 0,0 0 0 15,0 0 0-15,0 0 0 0,0 0 0 0,0 0 0 16,0 0 0-16,0 0 0 0,0 0-150 16,0 0-882-16,12-15 86 0,-7 1 109 15,2-7-940-15,6-9-1208 0</inkml:trace>
  <inkml:trace contextRef="#ctx0" brushRef="#br0" timeOffset="174034.1">27563 5790 2727 0,'-23'0'246'0,"5"0"-54"0,-3 0-29 0,3 0 11 0,1 0 6 15,5 0 13-15,12 0 2 0,-24 0-8 16,24 0 3-16,-17-2-3 0,17 2 2 0,-11 0-8 16,11 0-4-16,0 0-13 0,0 0-16 15,-10-4-7-15,10 4-19 0,0 0-8 0,30-13-12 16,-12 9-4-16,5-4-19 0,-1 2 7 16,1 1-64-16,4-2-59 0,-2 2-78 0,0 1-96 15,-3-2-124-15,-1 4-126 0,-2-1-221 16,-2 6-18-16,-3-3 78 0,-3 2-430 0,-4 2-526 15</inkml:trace>
  <inkml:trace contextRef="#ctx0" brushRef="#br0" timeOffset="174666.89">27782 6297 3353 0,'-5'-7'264'0,"-3"-1"5"0,5 4 13 0,3 4 47 0,-9-10 42 0,9 10 2 0,-3-5-25 0,3 5-39 15,0 0-36-15,0 0-33 0,0 0-24 16,0 0-6-16,0 0-13 0,8 38-18 0,-1-18-17 16,4 9-16-16,3 0-13 15,-1 0-10-15,5-2-11 0,-3-1-10 0,0-4-4 16,4 0-11-16,-5-7-72 0,-3-1-15 15,-4-3 0-15,1-5 0 0,0 4 0 0,-3-6 0 16,1 1 0-16,-6-5 0 0,0 0 0 16,19-4 0-16,-19 4 0 0,19-13 0 0,-9 1 0 15,-1-5 0-15,7-11 0 0,-5 1 0 16,2-5 0-16,1-5 0 0,-5 3 0 0,3 0 0 16,-3 3 0-16,-1 8 0 0,-3 5 0 15,-1 3 0-15,2 2 0 0,-2 1-209 0,0 2-329 16,-2 2-95-16,-1 1-133 0,1 0-96 15,2 4 93-15,-4 3-732 0,6-6-948 16</inkml:trace>
  <inkml:trace contextRef="#ctx0" brushRef="#br0" timeOffset="175301.28">28280 6354 4176 0,'-3'7'41'15,"3"-7"24"-15,-3 5 9 0,3-5 5 16,0 0 26-16,0 0 29 0,-2 11 12 16,2-11 1-16,0 0-8 0,12 7-13 0,-5-4-10 15,-7-3-12-15,13 5-7 16,-13-5-4-16,16 2-5 0,-16-2-1 0,18 1 6 0,-18-1 6 16,11 0 9-16,-11 0 10 15,0 0-7-15,14-4 3 0,-14 4-14 0,4-7-4 16,-4 7-6-16,0 0-9 0,-4-11-13 15,4 11 2-15,-7-8-12 0,7 8 1 0,-17-5-8 16,17 5 9-16,-15-2 13 0,15 2-4 16,-18 0 2-16,18 0-3 0,-15 7-5 0,10-2-3 15,-1 4-5-15,0-1 0 0,2 1-5 16,2 3-2-16,0 0 2 0,8-1 4 0,-1 3-1 16,-2-2 1-16,7 2-1 0,1-4 5 15,-1-1 6-15,3-1-64 0,-2-1 0 16,1-2 0-16,-1-1 0 0,1-4 0 15,-12 0 0-15,18-2 0 0,-6-2 0 0,-1-1 0 16,-1 0 0-16,-2-3 0 0,1-1 0 16,-3-1 0-16,-1-4 0 0,1 2 0 0,-4 0 0 15,1 2 0-15,-3-2 0 0,0 3 0 16,1 2 0-16,-1 7 0 0,0-13 0 16,0 13 0-16,4-9 0 0,-4 9 0 0,2-8 0 15,-2 8 0-15,4-7 0 0,-4 7 0 16,1-8 0-16,-1 8 0 0,8-8 0 0,-4 7 0 15,6-4 0-15,-1 5 0 0,-2-2 0 16,-7 2 0-16,22 0 0 0,-11 2 0 16,1 0 0-16,-1 4 0 0,0 0 0 0,1 2 0 15,-1 1 0-15,1 3 0 0,-1 3 0 16,-4-3 0-16,3 2 0 0,-2-3 0 16,-1 3 0-16,1-2 0 0,-1 0 0 0,0 0 0 15,-2-2 0-15,1-1 0 0,-3-2 0 16,3 0 0-16,0-1 0 0,-2 0 0 0,0-3-468 15,-4-3-246-15,0 0-114 0,0 0-33 16,25-9 84-16,-12-4-768 0,8-8-989 0</inkml:trace>
  <inkml:trace contextRef="#ctx0" brushRef="#br0" timeOffset="175785.9">29018 5820 4539 0,'-4'-20'80'0,"2"6"59"0,-2 5 41 0,2-1 40 0,2 6 30 0,0 4 5 15,-6-8-14-15,6 8 16 0,0 0 24 0,-15 22-4 16,6-3-13-16,-5 13-8 0,-1 12-13 16,0 4-17-16,2 7-13 0,-1 0-20 0,5 0-116 15,-1-2-77-15,6-10 0 0,-2 0 0 16,2-4 0-16,4-3 0 0,-1-8 0 0,1-5 0 16,0-3 0-16,0-6 0 0,0-2 0 15,0 1 0-15,0-4 0 0,0 0 0 16,0-9 0-16,0 6 0 0,0-6 0 15,0 0 0-15,0 0 0 0,0 0 0 0,-11-38 0 16,7 18 0-16,-3-5 0 0,0-4 0 16,1 3 0-16,1 9 0 0,1 0 0 0,2 5 0 15,-2 0 0-15,0 2 0 0,2 3 0 16,0 1 0-16,2 6 0 0,0 0 0 0,0-9 0 16,0 9 0-16,0 0 0 0,0 0 0 15,0 0 0-15,0 0 0 0,29 2 0 0,-15-2 0 16,-14 0 0-16,34-2 0 0,-19 2 0 15,2-2 0-15,0 2 0 0,-1 0 0 16,-2 2 0-16,2 1 0 0,-1 5 0 0,-1 0 0 16,-3 2 0-16,3 2 0 0,-5 3 0 15,-2-1 0-15,1 2 0 0,0-3 0 16,-2 4 0-16,-3-2 0 0,5-1 0 16,-5-1 0-16,1-1 0 0,1-2-269 0,-2 0-64 15,-3-1-65-15,6 0-67 0,-4-4-51 16,0 0-97-16,-2-5-119 0,3 4-4 0,-3-4 75 15,0 0-519-15,0 0-644 0</inkml:trace>
  <inkml:trace contextRef="#ctx0" brushRef="#br0" timeOffset="175933.59">29225 6075 3119 0,'0'-16'70'0,"-3"5"98"0,1-1 63 15,0 2 47-15,-3 5 39 0,4-3 21 0,1 8-15 0,-6-12-19 0,6 12-25 0,-4-6-38 16,4 6-22-16,-2-7-35 0,2 7-75 15,0 0-94-15,0 0-81 0,0 0-82 0,0 0-113 16,0 0-141-16,0 0-194 0,0 0-127 16,0 23 78-16,0-13-496 0,0 10-608 0</inkml:trace>
  <inkml:trace contextRef="#ctx0" brushRef="#br0" timeOffset="176149.97">29490 6178 3336 0,'0'0'172'0,"-10"-12"46"0,10 12 34 16,0 0 26-16,0 0 16 0,-5-4 28 16,5 4 5-16,0 0-8 0,-13 14-18 15,6-5-30-15,0 2-21 0,0 7-28 0,-3-1-19 16,4 1-23-16,0 3-20 0,1-1-52 16,3-3-89-16,-4 4-101 0,3-1-109 0,-2-3-127 15,3 0-132-15,0-3-155 0,2-1-182 16,4-1 55-16,1-4 90 0,0-2-523 0,5-1-631 15</inkml:trace>
  <inkml:trace contextRef="#ctx0" brushRef="#br0" timeOffset="176684.81">29760 6245 3018 0,'0'0'11'0,"0"0"60"15,0 0 41-15,0 0 22 0,0 0 31 0,0 0 21 16,0 0 15-16,0 0 3 0,0 0 2 15,0 0-5-15,0 0-11 0,0 0-15 0,0 0-10 16,16 12-12-16,-16-12-13 16,13 2-10-16,-13-2-9 0,0 0 6 0,19-4 13 0,-19 4 4 15,15-6 19-15,-8 3 23 0,-7 3 0 16,7-9-1-16,-5 4-4 0,-2 5-15 16,-2-10-19-16,2 10-18 0,-7-6-9 15,7 6-20-15,-23 1-5 0,5 4-11 16,-9 9-9-16,-3 1-6 0,4 4-10 0,1 3-6 15,0 1-1-15,4 0-8 0,0 2-5 16,6-1-3-16,4-5-8 0,2-2-28 0,4-3 0 16,1-1 0-16,6-1 0 0,0-2 0 15,5 1 0-15,3-4 0 0,3-2 0 0,5-4 0 16,2-1 0-16,5-5 0 0,9-3 0 16,1-3 0-16,1-2 0 0,-3-3 0 0,-1 1 0 15,-3-4 0-15,-3-1 0 0,-1 1 0 16,-1-1 0-16,-6 6 0 0,-7 2 0 0,-1 3 0 15,-2 1 0-15,-1 4 0 16,-7 4 0-16,0 0 0 0,0 0 0 0,0 0 0 16,-13 25 0-16,-5 0 0 0,2 1 0 15,-11 9 0-15,2 1 0 0,4-8 0 0,6-3 0 16,-2 1 0-16,5-6 0 0,0-6 0 16,7 1 0-16,-2-3 0 0,1-4 0 15,0 1 0-15,2-1 0 0,0-2 0 0,0 0 0 16,-1-1 0-16,-1-1 0 0,3 0 0 15,3-4 0-15,-14 4 0 0,5-4 0 0,9 0-63 16,-31-4-603-16,13 0-109 16,-10-12-129-16,1-1 79 0,-1-8-861 0,-5-12-1122 0</inkml:trace>
  <inkml:trace contextRef="#ctx0" brushRef="#br0" timeOffset="178132.92">28411 3926 4098 0,'0'0'-330'0,"0"0"43"0,0 0 56 0,8-12 48 0,-8 12 54 0,0-12 32 0,2 7 35 15,0-1 37-15,-1-1 29 0,1 1 13 16,-2 6 18-16,5-10 9 0,-3 6 7 16,-2 4 12-16,0 0 16 0,2-9 17 0,-2 9 16 15,0 0 25-15,1-9 21 0,-1 9 15 16,0 0 11-16,0 0 2 0,-1-9 6 16,1 9-3-16,0 0 0 0,0 0-7 15,0 0-8-15,0-8-14 0,0 8-16 0,0 0-17 16,1-9-11-16,-1 9-17 0,0 0-6 15,4-10-11-15,-4 10-8 0,4-8-10 0,-4 8-6 16,2-6-2-16,-2 6-8 0,0 0-3 16,5-8-3-16,-5 8-6 0,0 0 2 15,4-7-2-15,-4 7-3 0,0 0-1 0,2-7-2 16,-2 7-7-16,0 0 2 0,0 0-6 16,0 0-1-16,0 0-3 0,4-7 3 0,-4 7-6 15,0 0 3-15,0 0-5 0,0 0-8 16,0 0 0-16,0 0 4 0,0 0 14 15,0 0 25-15,0 22 6 0,0-11 19 16,-1 6 20-16,-4 0 9 0,1 5 17 0,1 0 17 16,-5 12-5-16,3-3-22 0,-1 4-1 15,0 0-6-15,0-2 8 0,0 4 5 16,3-6 5-16,-1-2-13 0,0-4-12 0,3-1-92 16,-4 0 0-16,3 2 0 0,-2-2 0 15,1 0 0-15,1-1 0 0,-2 0 0 0,0 1 0 16,1 0 0-16,-2-2 0 15,1 1 0-15,-1-1 0 0,1-2 0 0,1-2 0 0,1-1 0 16,-2-2 0-16,0-1 0 16,2 1 0-16,1-2 0 0,-2-2 0 0,1-1 0 0,2 2 0 15,-2-3 0-15,0-1 0 16,0 2 0-16,2-2 0 0,0-8 0 0,-1 15 0 16,-1-7 0-16,2 0 0 0,-2-2 0 15,0 3 0-15,2 0 0 0,-4 0 0 0,4-1 0 16,0 1 0-16,0-1 0 0,0 1 0 15,-1-1 0-15,1 1 0 0,0 1 0 16,-2 0 0-16,2-1 0 0,0 1 0 0,0 1 0 16,0 0 0-16,0 2 0 0,0-1 0 15,-2-1 0-15,2 1 0 0,0 3 0 16,-2-1 0-16,2-2 0 0,-3 3 0 16,1-1 0-16,0-2 0 0,2 1 0 0,-1 1 0 15,1-4 0-15,-2 0 0 0,2 1 0 16,-2-1 0-16,0-2 0 0,0 3 0 0,0-3 0 15,2 2 0-15,0-1 0 0,-1 3 0 16,1 0 0-16,-2-2 0 0,-2 2 0 0,2 0 0 16,0-3 0-16,0 1 0 0,1 0 0 15,1-5 0-15,-3 2 0 0,3-7 0 0,-2 11 0 16,2-11 0-16,-2 9 0 0,2-9 0 16,-2 8 0-16,2-8 0 0,0 0 0 0,-2 10 0 15,2-10 0-15,0 0 0 16,0 8 0-16,0-8 0 0,0 0 0 0,0 0 0 15,-1 8 0-15,1-8 0 0,0 0 0 16,0 0 0-16,0 0 0 0,0 0 0 0,-4 7 0 16,4-7 0-16,0 0 0 0,0 0 0 15,0 0 0-15,0 0 0 0,0 0 0 0,0 0 0 16,0 0 0-16,0 0 0 0,-21-11 0 16,11 7 0-16,-5-8 0 0,-2 1-555 15,-4-7-454-15,2 4 92 0,2-7-1025 0,2 2-1362 16</inkml:trace>
  <inkml:trace contextRef="#ctx0" brushRef="#br0" timeOffset="188980.51">27158 8274 1728 0,'0'0'298'0,"0"0"-37"0,4-6-23 0,-4 6-16 0,0 0-4 0,0 0-25 16,1-8-22-16,-1 8-20 0,0 0 6 0,0-7-5 15,0 7-6-15,0-8-11 0,0 8-13 16,0 0 5-16,2-8-5 0,-2 8-9 16,2-6-5-16,-2 6-8 0,0 0-9 0,0-11-7 15,0 11-7-15,0-6-5 0,0 6-5 0,-2-10-7 16,2 10-4-16,0-7-2 16,0 7 9-16,0 0-4 0,0 0 4 0,-2-10 3 15,2 10 1-15,0 0 6 0,-1-8-5 16,1 8-3-16,0 0-9 0,0 0-2 0,0 0-4 15,0 0-10-15,0 0 1 0,0 0-6 16,0 0-2-16,0 0 2 0,-29 24 2 16,20-7 17-16,-3 2 9 0,-3 8-3 0,-3 0 5 15,2 3 5-15,0-1 1 0,-2 2 2 16,4-4-8-16,-2 2-7 0,3-1-1 0,2-8-5 16,1-3-7-16,2 1-6 0,1-3-1 15,1-1-6-15,0-3 4 0,0-1-3 16,1 0-6-16,-1-3-9 0,4-1 7 15,-1 2-1-15,-1-4-5 0,4-4-2 0,-6 11-1 16,6-11-9-16,-4 7-15 0,4-7-23 16,0 0-42-16,0 0-49 0,0 0-56 0,0 0-67 15,0 0-69-15,12-35-66 0,-5 19-59 16,10-9-59-16,1 2-59 0,1-4-60 0,-1 5 8 16,0 1-487-16,-3 3-565 0</inkml:trace>
  <inkml:trace contextRef="#ctx0" brushRef="#br0" timeOffset="189231.01">27108 8315 2880 0,'5'-16'-51'0,"-3"6"52"15,2-5 48-15,1 3 44 0,-2 3 42 0,1-1 41 16,-2-1 21-16,0 2 18 0,1 0-2 16,-1 1-3-16,2 1-9 0,-4 7-17 15,5-7-12-15,-5 7-4 0,0 0 3 16,0 0-16-16,25 22-11 0,-14-8-12 0,0 12-10 16,2 3-7-16,-1 3-10 0,1 0-12 15,-1 4-11-15,2-2-8 0,-3-1-3 16,1-2-11-16,0-2-1 0,-3-8-12 0,-3-1-2 15,2-1-8-15,-5-5 0 0,1-3-8 16,0 1-18-16,-1-4-30 0,2 4-39 16,-3-4-45-16,0-1-54 0,-2-4-87 15,0-3-80-15,0 0-70 0,0 0-86 0,0 0-100 16,0 0-58-16,0 0 54 0,-7-25-386 16,5 14-447-16</inkml:trace>
  <inkml:trace contextRef="#ctx0" brushRef="#br0" timeOffset="189497.19">27331 8415 2557 0,'-2'-5'13'0,"0"-2"44"16,2 7 42-16,-2-10 49 0,2 10 41 15,-4-8 33-15,4 8 21 0,-1-7 9 16,1 7 5-16,0 0 9 0,-6-9 11 0,6 9 3 16,-10-4-2-16,10 4-8 0,-24 0-5 15,4 2-8-15,-3 2-15 0,-4 1-13 16,-5 2-23-16,3 0-16 0,6-2-14 15,-2 0-23-15,1 2-19 0,5-2-10 0,1 0-17 16,0 0-7-16,3 0-14 0,1-1-13 16,0 1-39-16,3-2-54 0,0 1-47 0,2-1-57 15,1-1-70-15,-1 1-80 0,3 2-95 16,6-5-97-16,-16 4-135 0,16-4-191 0,-5 1 67 16,5-1 83-16,0 0-552 0,0 0-658 15</inkml:trace>
  <inkml:trace contextRef="#ctx0" brushRef="#br0" timeOffset="190564.53">31178 13176 3410 0,'-7'-4'69'0,"7"4"17"0,0 0 10 0,-12-8 7 0,12 8 20 0,0 0 2 16,-9-2 0-16,9 2 5 0,0 0 30 0,0 0 5 16,-15 17-3-16,7-5-8 0,-2 2-9 15,1 1 2-15,-1 4-3 0,-1 0-13 0,2-1-9 16,-1 2-9-16,0-4-4 0,3 3-15 16,0-2-15-16,-2-3-8 0,2-1-6 15,-1 1-6-15,3-2 0 0,-3 1-45 16,2-5-34-16,-1 0-41 0,1-1-57 15,1-1-74-15,-2-2-88 0,7-4-80 0,0 0-108 0,0 0-137 16,-4-17-69-16,11 5 70 16,-2-2-375-16,6-6-456 0</inkml:trace>
  <inkml:trace contextRef="#ctx0" brushRef="#br0" timeOffset="190797.19">31150 13130 2692 0,'3'-12'55'0,"1"0"36"15,1 4 31-15,-1-1 49 0,-1 1 40 16,1 2 36-16,0-4 23 0,1 3-8 0,2 1-10 15,2 0-28-15,2 3-21 0,0 1-11 16,-11 2-14-16,29 5-15 0,-16 4-2 0,2 3-18 16,1 2-15-16,-3 3-7 0,-3 1-11 15,1 9-3-15,-2-4-10 16,-5-1 1-16,-4-2 18 0,0 1 12 0,-5 3 2 16,-7 3-1-16,-1 2-15 0,-4-4-8 15,-4-1-8-15,-2 1-12 0,-1-4-17 0,-5 1-52 16,2-3-81-16,-1-5-96 0,1 1-116 15,4-5-129-15,2-1-182 0,6-4-228 0,4-3 67 16,2-1 78-16,9-1-543 0,0 0-676 16</inkml:trace>
  <inkml:trace contextRef="#ctx0" brushRef="#br0" timeOffset="193312.75">26312 8993 700 0,'0'0'28'0,"0"0"-22"0,0 0 1 0,0 0 21 0,0 0 28 16,-16 21 6-16,-3 1 10 0,0 7 6 0,-11 10 14 15,-5 6 5-15,-15 15 13 0,2 5 7 16,-6 4 1-16,-2 2 4 0,-3-3-3 16,2 0-11-16,2-1-5 0,2-5-2 15,5-1-4-15,8-15-9 0,6 0-5 0,2-2-9 16,1 1-3-16,4-6-7 0,1-2-6 16,4-8-6-16,3 0-5 0,1-3-4 0,0-4-4 15,1-6-5-15,5 0 1 0,-1-2-6 16,4-2-2-16,1-2-1 0,-1-3-1 0,3 0-1 15,-1-2 4-15,-2-2-12 0,9-3-18 16,-7 2-42-16,7-2-53 0,0 0-81 0,0 0-137 16,-6-17-181-16,6 17-168 0,2-9-160 15</inkml:trace>
  <inkml:trace contextRef="#ctx0" brushRef="#br0" timeOffset="193945.79">25890 11360 2046 0,'-11'-23'114'0,"-1"3"16"0,3 3 10 0,0 1 27 0,-3-1 30 0,4 5 21 0,1-3 13 15,0 8-22-15,2 0-22 0,-1 0-22 16,6 7-16-16,0 0-13 0,0 0-8 15,0 0 4-15,29 46-10 0,2-3-5 0,6 7-8 16,17 14-8-16,9 6-5 0,7-2-7 16,3-5-6-16,-3 1-10 0,-1-3-9 0,-7-4-6 15,-4-2-7-15,-19-17-5 0,-3-3-5 16,-12-8-1-16,-3-4-4 0,0-1-4 16,-10-8-5-16,1-1-1 0,-3-1-2 15,-3-5-1-15,-1-1 0 0,2 1-1 0,-3-2 0 16,-1 1-1-16,1-3 0 0,-4-3-11 15,6 2-51-15,-6-2-63 0,0 0-109 0,0 0-108 16,7-11-144-16,-7 11-234 0,6-8 54 16,-4-2 77-16,4 6-340 0,-6 4-390 0</inkml:trace>
  <inkml:trace contextRef="#ctx0" brushRef="#br0" timeOffset="194380.22">28564 12283 2680 0,'-11'-4'47'0,"1"-2"-4"0,-1 3-3 0,5-1 2 0,6 4 23 0,-10-2 37 0,10 2 41 16,-8-4 16-16,8 4-6 0,0 0 10 0,0 0 9 16,33 6-5-16,9 4-2 0,23 1-12 15,13 5-18-15,29 3-13 0,6 1-12 0,-4-1-10 16,0 2-16-16,-4-5-1 0,-4 2-10 15,-5-1-7-15,-24-2-8 0,0 0-4 0,-3 1 8 16,-4-4-6-16,-8 1-1 16,-17-5-5-16,-4-2-7 0,-10 1-2 0,-6-3 0 0,-5 0-5 15,-1-2-2-15,-3 0-8 0,-2 0-4 16,-1 0-6-16,-8-2-23 0,9 4-39 16,-9-4-71-16,0 0-105 0,0 0-131 0,0 0-181 15,0 0-169-15,-28 2 72 16,28-2-406-16,-33-4-510 0</inkml:trace>
  <inkml:trace contextRef="#ctx0" brushRef="#br0" timeOffset="199312.82">27235 8810 2666 0,'0'0'-133'0,"0"0"19"0,-1-9 22 0,1 9 19 0,0 0 26 0,-2-7 22 15,2 7 10-15,0 0 9 0,0 0-1 0,-2-5 10 16,2 5-1-16,0 0 2 0,0 0 14 15,0 0 12-15,-6-7-1 0,6 7-5 0,0 0-1 16,0 0-3-16,0 0-1 0,0 0-2 16,0 0-5-16,0 0 0 0,0 0-4 0,0 0 4 15,0 0-2-15,-15 15-2 0,4-4 2 16,-11 12 0-16,-6 7-1 0,-12 8 3 0,-21 19 2 16,-6 1 2-16,-7 7 0 0,-6 1 2 15,-2 4 0-15,-2-2 3 0,-2-3-5 0,8-2-2 16,3-2 2-16,15-8 17 15,11-16 10-15,6 1 2 0,3-2-4 0,3-4 2 16,2-1-4-16,10-8-1 0,0-1-4 16,4 1 0-16,3-4-2 0,2-4-2 0,3-1 1 15,3-4-3-15,-1 0 3 0,0 2-1 16,1-2 15-16,-2-1 8 0,5 0-1 0,0-3 4 16,-2-1-2-16,2 1 11 0,0 0 5 15,1-2 12-15,0 0 2 0,6-4 4 0,-12 6 11 16,11-3 3-16,1-3-6 0,-8 4 3 15,8-4 0-15,-3 5-4 0,3-5-6 16,0 0-8-16,-7 3-9 0,7-3-5 16,0 0-5-16,0 0-6 0,0 0-8 0,-7 6-3 15,7-6-1-15,0 0-7 0,0 0-5 16,0 0 0-16,-4 3-6 0,4-3-4 16,0 0-2-16,0 0-9 0,0 0-1 0,0 0-4 15,0 0 3-15,0 0 2 0,0 0-3 16,0 0 0-16,-6 7-2 0,6-7 1 0,0 0-3 15,0 0 4-15,0 0-3 0,0 0 1 16,0 0-3-16,0 0-1 0,-1 5-3 0,1-5 0 16,-8 5 1-16,4 0 4 15,-4 1-5-15,1 2 2 0,-1 1 0 0,-2-3 0 16,5 4-1-16,-3-2-2 0,3 1 2 16,-4-3 1-16,6 0 0 0,-3 0-2 0,4 0 4 15,-1-1 1-15,3-5-3 0,-8 6 4 16,8-6-1-16,-2 6-3 0,2-6-14 0,0 0-20 15,-3 2-34-15,3-2-52 0,0 0-68 16,0 0-69-16,0 0-91 0,0 0-107 0,-20-8-178 16,15 3 60-16,1 1-293 0,4 4-350 15</inkml:trace>
  <inkml:trace contextRef="#ctx0" brushRef="#br0" timeOffset="199844.74">27632 9687 2318 0,'2'-10'-18'0,"-1"1"37"0,1 3 12 0,-2 6-1 0,0-6-3 0,0 6 22 0,0 0 49 15,0 0 22-15,0 0 32 0,-26 21 8 16,14-5 9-16,-6 5 3 0,-3 3 1 0,1-1 8 16,2 2-7-16,-3 2-8 0,-1-1-15 15,4-1-10-15,-3 3-14 0,-1-1-12 0,6-1-11 16,-4-3-9-16,1 0-6 0,2 0-8 15,2-1-9-15,0-5-7 0,3-3-13 16,3-2-30-16,-1-2-28 0,3-1-16 0,0-3-26 16,4-2-67-16,3-4-83 0,0 0-63 15,0 0-56-15,0 0-50 0,15-34-60 0,2 3-119 16,6-9-2-16,4-3-228 0,0-3-264 16</inkml:trace>
  <inkml:trace contextRef="#ctx0" brushRef="#br0" timeOffset="200044.83">27531 9648 2002 0,'6'-9'-26'0,"-3"1"12"0,1 4 2 0,-4 4 23 15,6-1 42-15,-6 1 17 16,0 0 34-16,0 0 20 0,12 13 14 0,-5-6 25 16,-2 7 12-16,8 0-8 0,-1 9-7 15,6 2-3-15,-3 0-16 0,2 2-12 0,-2 0-14 16,3 0-12-16,-4 2-10 0,4 0-4 16,-3 0-10-16,-1 1-3 0,-3-3-12 15,-1-5-29-15,-5-2-45 0,1-3-51 0,-4-2-57 16,0-4-77-16,-2 1-95 0,0-2-120 15,-2-3-152-15,2-3 46 0,0-4-176 0,-6 6-186 16</inkml:trace>
  <inkml:trace contextRef="#ctx0" brushRef="#br0" timeOffset="200229.14">27506 9945 2078 0,'-11'-4'94'0,"4"4"29"0,7 0 25 16,-9-6-8-16,9 6-12 0,0 0-14 15,11-11 1-15,0 6-7 0,3 1-11 0,9-1-5 16,2-1-13-16,11 2-7 16,0-1-9-16,3 0-31 0,1 1-61 0,0 3-70 15,0-1-103-15,-4 0-138 0,-3-1-189 16,-8 1 43-16,-5 1-126 0,-1 1-110 0</inkml:trace>
  <inkml:trace contextRef="#ctx0" brushRef="#br0" timeOffset="200462.64">28266 9677 1969 0,'0'-7'162'0,"0"7"-15"0,0 0-12 16,0 0 29-16,0 0 53 0,0 0 2 16,-9 21-8-16,7-9-3 0,-1 3-14 0,-1 3-18 15,-1-1-17-15,3 7-15 16,2-2-14-16,-1 4-11 0,-1-1-12 0,2 1-9 15,0 0-8-15,-2-1-18 0,0 1-41 16,2-5-44-16,-2-1-70 0,0-3-87 0,1 0-78 16,-3-5-95-16,2-1-126 0,-2-5-127 15,3 2 51-15,-2-4-232 0,3-4-267 16</inkml:trace>
  <inkml:trace contextRef="#ctx0" brushRef="#br0" timeOffset="200850.85">28230 9624 2283 0,'2'-22'25'16,"2"3"11"-16,-2 2 2 0,1 3 1 16,8 1 6-16,-4 2 4 0,0 1-3 0,4 3-3 15,0 4-8-15,2 1-2 0,1 4-2 16,-2 5-5-16,8 3-1 0,-4 2-4 0,-2 3 0 16,5 8-3-16,-9-3-3 0,-5 0 2 15,1 4-3-15,-8-1 5 0,-2 0-1 16,-7 6 2-16,-1-3 7 0,-2 1 9 0,-2-2 7 15,-1-2 10-15,3-3-2 16,3-3 1-16,1 0 3 0,1-1-10 0,3-3-5 0,1-1-2 16,-1 2 3-16,4-2 1 0,2 0 3 15,0-2 2-15,4 4 11 0,2-1 6 0,3 5-1 16,0-1-11-16,1 1-4 16,7 5-2-16,-3-3 4 0,-3-5-11 0,-2 0-5 15,1 1-6-15,-2-3 10 0,-5-1 19 16,-3 0 22-16,0-1 12 0,-1-1 12 0,-5 2 8 15,-3-2 0-15,-3-1-5 0,-5 1-6 16,0-1-9-16,-7-5-8 0,2 2-9 0,-3 0-6 16,0-4-8-16,-1-2-18 0,-1 3-47 15,7-3-64-15,-2 0-117 0,1-3-130 16,3 1-166-16,0 2-189 0,5-2 62 16,-3 0-374-16,5 2-460 0</inkml:trace>
  <inkml:trace contextRef="#ctx0" brushRef="#br0" timeOffset="201445.25">29019 9819 2579 0,'4'-11'-76'0,"0"1"35"0,-2-2 29 0,-2 6 36 0,1 1 21 0,-1 5 10 0,-3-10 6 0,-1 6 4 16,4 4 21-16,-19-1 27 0,19 1 19 15,-38 12 27-15,5 2 12 0,-6 10 11 0,1 3 8 16,-1 2 0-16,3 3 4 0,4 5-4 16,3-2-10-16,8-6-11 0,4 4-10 0,8-2-18 15,1 0-7-15,6-6-15 16,2 0-5-16,5-3-17 0,6 7-6 0,1-2-12 15,2 0-4-15,1-8-33 0,4 2-50 16,-2-5-62-16,-1-6-110 0,0 1-133 0,-4-5-150 16,1 0-228-16,-1-4 31 0,-2 1 75 15,-7-2-346-15,-3-1-411 0</inkml:trace>
  <inkml:trace contextRef="#ctx0" brushRef="#br0" timeOffset="202311.83">29238 9806 2772 0,'0'0'36'0,"-7"-5"2"0,7 5 33 0,0 0 27 16,-31 14 35-16,16 1 22 0,-7 9 12 15,0 3 6-15,1 11-13 0,3 1-8 16,0 4-21-16,5-6 3 0,3 0-14 0,3 1-14 16,1-4-6-16,1 2-7 0,3-7-11 15,0-2-7-15,2-6-7 0,-5 1-8 0,3-3-36 16,0-1-42-16,2-5-50 0,-1 1-70 15,-1-5-60-15,0-1-102 0,-4-2-138 0,6-6-191 16,0 0 46-16,0 0-293 0,0 0-360 16</inkml:trace>
  <inkml:trace contextRef="#ctx0" brushRef="#br0" timeOffset="202561.67">29242 9772 2598 0,'4'-15'63'0,"0"7"10"0,0 3-8 0,0 1 10 0,-4 4 59 15,13 0 34-15,-13 0 17 16,28 13 7-16,-1 3-1 0,-2 7-1 0,6 8-9 16,-5 5-9-16,-3 7 6 0,-2 3-12 15,-6 3-15-15,-7-10-16 0,-4 4-11 0,-6-3-8 16,-8 2-8-16,-5 4-8 0,-6-4-10 16,-4-5-5-16,-1 1-9 0,-5-7-6 0,-1 1-6 15,0-2-8-15,1-10-15 16,-1-1-36-16,-1-2-33 0,0-1-46 0,-1-5-72 15,0-1-104-15,0-2-104 0,5-4-141 0,2-4-193 16,-2-3 44-16,7 2 78 0,-3-5-321 16,0 4-369-16</inkml:trace>
  <inkml:trace contextRef="#ctx0" brushRef="#br0" timeOffset="202977.93">27040 10692 2544 0,'-31'-5'13'0,"8"4"7"15,5-1 5-15,6 2 17 0,2-3 29 0,10 3-1 16,-3-4-1-16,3 4 5 0,34-8 2 16,13 4-4-16,31 0-9 0,41 0-4 0,16 2-4 15,17 0-10-15,12 2-4 0,7 0 0 16,14 2-1-16,52 1-10 0,-5 4-2 0,-54 0-4 16,-5-4 16-16,-7 1 20 15,-12-1 11-15,-17 1 1 0,-23-3 7 0,-33-1 12 16,-13 0 21-16,-20-1 17 0,-6-1 5 15,-14 2-3-15,-3-2-16 0,-8 2-11 16,-1-1-14-16,-5 1-18 0,-1-2-35 0,-10 2-47 16,11 0-80-16,-11 0-86 0,0 0-94 15,0 0-112-15,0 0-185 0,0 0-29 0,-43 2 68 16,27-1-227-16,-11 1-246 0</inkml:trace>
  <inkml:trace contextRef="#ctx0" brushRef="#br0" timeOffset="206260.39">26482 8032 1947 0,'9'-6'-82'0,"-9"6"26"0,2-6 0 0,-2 6 15 0,2-7 15 0,-2 7 21 0,0-10 11 0,0 10 17 15,-2-8 3-15,2 8 0 0,-2-6 1 16,2 6-3-16,0-7-5 0,0 7 1 16,0 0-1-16,-4-8-3 0,4 8-1 0,0 0-3 15,-5-6 1-15,5 6-5 0,0 0 2 16,-11-4 1-16,11 4-3 0,-11-2 0 0,11 2-1 15,-17 0 1-15,17 0-2 0,-22 2 3 16,10-2 4-16,-1 2 10 0,-5 0 2 0,2 0 1 16,-2 2-1-16,-1-1-3 0,0 0 0 15,0 0 0-15,-3 0-1 0,-1 1-3 16,1 1 2-16,-1-1 3 0,0 0-7 0,-2 0 2 16,1 2-2-16,1 1 0 0,-8 2-2 15,6-2 0-15,6 2 1 0,1 3-1 16,-2-2 0-16,4 2 3 0,-2 2 2 15,3-3 4-15,-1 4 1 0,4-2-2 0,0 1 1 16,-1 3-1-16,1-1 1 0,2 1 0 16,-1 1 6-16,1 0-4 0,3-1 2 0,-2 4 0 15,-2-1-3-15,2 8 0 0,2 3-4 16,-3-1 0-16,7-4-5 0,0-2 4 0,1 3-1 16,7-4-3-16,-2 9 3 15,7 0 2-15,3-1-3 0,2-2 6 0,7-2-1 16,0-1 2-16,1-4 2 0,4 0-2 15,-1-1 0-15,1-4 2 0,0 1 13 0,-1-4 0 0,-1-5 14 16,-2-3 6-16,-2 2-6 0,1-4-2 16,5 0-3-16,0-1-6 0,2-1 0 15,1-2-1-15,11-2-4 0,-2 2-7 16,3-2 3-16,1-1-8 0,0 1 2 0,-3-2 0 16,-2-2 3-16,-2 1 28 0,-9 0 8 15,-3 0 5-15,-1-2 3 0,-1 0 7 0,-1-1 11 16,-4-4-9-16,-2-2-2 0,-2-2-7 15,-4-4-7-15,2-9-7 0,-10 2-7 0,-2-10-6 16,-3 2-5-16,-6-3-7 0,-1 3 2 16,-2-1-6-16,-5 4-4 0,-3 3-6 15,1 3-2-15,-7 2-7 0,-4 4 1 16,1 3 0-16,-3 5-21 0,-5 3-31 0,0 5-46 16,2 2-77-16,-6 6-79 0,0 5-83 15,-2-1-164-15,-9 6-137 0,-1 1 68 16,0 8-255-16,0 2-298 0</inkml:trace>
  <inkml:trace contextRef="#ctx0" brushRef="#br0" timeOffset="207193.9">24978 10286 2074 0,'3'-12'-100'0,"3"2"20"0,-3 2 34 0,-1-3 24 0,2 2 16 0,1-1 14 0,-3 0 10 0,-1 0 20 16,-1-3 2-16,2 3 4 0,-2 0 7 15,0-1 0-15,-2 1 0 0,2 0-3 0,-3 1-4 16,-2 1-2-16,-1 1-1 0,-3-1-2 16,4 2 5-16,-5 3 0 0,-2 0 0 15,1 1 5-15,11 2-3 0,-25 2 0 16,10 3-2-16,-4 0 7 0,-2 2 1 16,-9 3 8-16,3 2-3 0,-4 3 1 0,6 4-1 15,-2 2-5-15,4-1 0 0,-1 3 0 16,1 2-1-16,2 1 3 0,3 3-9 0,-2-1 4 15,5 1-1-15,1-2-2 0,2 2 0 16,0 0-5-16,0 1-5 0,9-5 0 0,-5-2-2 16,7-2-5-16,-3 1-2 0,1-3 0 15,1 1-3-15,7-1 4 0,-3-2 31 0,1 4 3 16,3-3 5-16,3 0-5 0,3-1 7 16,3-2 18-16,3-3 3 0,6 3 10 0,-1-4 5 15,0-6-6-15,0 3 2 16,2-8 0-16,-1 3 0 0,3-3 0 0,-1-3-6 0,9-5-7 15,-1-1-3-15,-2-3-7 16,0-1-4-16,2-3-7 0,-7-2-5 0,2-7-4 16,1-7-6-16,4-2-5 0,-12-4-1 15,-4-3-9-15,-4-6 1 0,-4 8-7 0,-4-1-4 16,-6 1-3-16,-6 3-3 0,0 1-5 16,-9 6-3-16,-2 3-2 0,-6 5-3 15,-3 4 0-15,-7 3-2 0,-4 7-20 0,-1 3-26 16,-3 6-27-16,-5 7-34 0,-7 3-49 15,1 5-75-15,2 1-67 0,2 5-76 0,-2 0-102 16,2 4-189-16,0-1 45 16,6 1 68-16,4-1-275 0,8 4-308 0</inkml:trace>
  <inkml:trace contextRef="#ctx0" brushRef="#br0" timeOffset="207777.14">26285 13094 2046 0,'0'0'-114'0,"0"0"5"0,2 6 17 0,-2-6-1 0,3 4 16 0,-3-4 2 0,10 8 13 0,-4-2 5 15,1 0 9-15,5 0-2 0,-2 3 0 16,1-1 6-16,0 4 0 0,-1-3 7 0,1 2 5 16,2 3 0-16,-1-4 7 0,-1-2-3 15,3 1-2-15,-5-2-18 0,2-2-26 0,1-3-59 16,1-2-103-16,3-2 80 0</inkml:trace>
  <inkml:trace contextRef="#ctx0" brushRef="#br0" timeOffset="208193.49">26699 12886 795 0,'-3'-22'75'0,"3"5"-4"0,-2-3 5 16,-2 5 9-16,3-3 7 0,-1 3 14 0,-4-1 2 0,2-1 8 15,-1 2 11-15,-2 1 10 16,0 1 5-16,1 1-3 0,-1 0-7 0,0 0-6 15,-2 3-2-15,-2 3-5 0,2 0-1 16,-5 5 1-16,-1-1 11 0,15 2 4 0,-40 9 1 16,9 2 8-16,-3 7 2 0,-6 4 5 15,4 7 1-15,-2 1-5 0,2 5 5 0,1 4-5 16,9 6-6-16,1 3 7 0,2-2-6 16,8 3-7-16,2-2-6 0,4-5-10 0,8 1-2 15,4-4-1-15,13 7-3 0,3-3 2 16,4-3-5-16,9-3-10 0,9-4-13 15,2-6-1-15,5-2-14 0,3-10-6 0,2-5-3 16,-5-8-6-16,1-6-8 0,9-7-4 16,-7-5 0-16,-1-5-6 0,-8-6-1 15,-4-8-3-15,-6-6 10 0,-7-5-15 16,-4-5-3-16,-10-7 3 0,-5-2-11 0,-6-1-1 16,-9 1-2-16,-11 2-7 0,0 5 5 15,-7 3-5-15,-3 7-5 0,-8 10 4 0,-7 4-23 16,2 9-16-16,1 10-22 0,0 6-27 15,-4 4-32-15,2 5-43 0,-1 4-60 0,-5 8-82 16,9 3-77-16,7-2-120 0,9 2-218 16,3-1 56-16,11 0 74 0,7-2-373 0,4 1-433 15</inkml:trace>
  <inkml:trace contextRef="#ctx0" brushRef="#br0" timeOffset="212392.6">12537 3033 1009 0,'0'0'125'0,"0"0"-36"0,0 0 2 0,0 0 6 0,0 0 8 0,0 0-6 0,19-7-1 0,-19 7-7 16,0 0 1-16,0 0 1 0,0 0 4 16,0 0 5-16,0 0 4 0,0 0 14 15,0 0-3-15,0 0 4 0,0 0 3 16,0 0-22-16,0 0-2 0,-12-8-15 0,12 8 0 16,0 0-6-16,0 0 10 0,-20 25 11 15,12-11 0-15,-1 3-1 0,-3 2 4 0,2 1-2 16,-1 6-8-16,2-6-5 0,-1 0 8 15,2 1-9-15,5-7 1 0,-5 2-5 16,5 0-7-16,-4-4-9 0,3 0-2 0,3-4-6 16,-3 2-9-16,2-3 3 0,-2 0-7 15,3 0-5-15,1-7-3 0,-6 12-4 0,6-12-5 16,-5 9-2-16,5-9-5 16,-2 7-47-16,2-7-43 0,-5 6-68 0,5-6-99 0,-2 7-125 15,2-7-213-15,-5 7-70 16,5-7 73-16,-6 7-230 0,2-1-287 15</inkml:trace>
  <inkml:trace contextRef="#ctx0" brushRef="#br0" timeOffset="213259.13">10692 5654 2264 0,'6'-5'31'0,"-5"-1"31"0,6-3 26 0,0 0 18 0,1 0 23 0,1-4 21 0,7 1 1 0,-2-1 0 15,10-5 3-15,-5 5-4 0,-1 3-19 16,9-2-3-16,-4 1-23 0,-5 5-4 16,-3 0-8-16,-3 3-14 0,-3 3-4 15,-9 0-4-15,15 5 0 0,-11 4 4 0,-4-1 7 16,-6 8 7-16,-3 1 2 0,-9 12-1 16,0-4 4-16,-6 1 0 0,5 0-2 0,1-4-5 15,4-5-5-15,5-3-2 0,1-3-1 16,4-3 11-16,1-2 21 0,1 2 25 0,2-8 10 15,5 7 7-15,-5-7 0 16,21 4-2-16,-6-4-15 0,5-2-11 0,2 0-11 16,3-1-9-16,-2-3-18 0,-4 3-12 15,2-2-31-15,-4-1-48 0,5 0-50 16,-6 3-68-16,2 0-73 0,-3 0-91 0,-4 1-99 16,1 0-97-16,-3 0-124 0,-9 2-126 15,17-2 64-15,-17 2-494 0,10 0-629 0</inkml:trace>
  <inkml:trace contextRef="#ctx0" brushRef="#br0" timeOffset="214091.97">8762 8065 3212 0,'6'-10'-33'0,"-3"2"21"0,5-1 27 0,-3 0 32 0,2 0 33 0,0 2 21 0,2-3 16 15,-1 2 2-15,2-1-6 0,1 0-9 0,-2 2-9 16,3-1-3-16,-2 3-11 0,-1 0-15 16,-1 2-1-16,0 1-1 0,-8 2-12 15,12-2-2-15,-12 2-1 0,12 6-3 16,-6-1-1-16,1 0-4 0,-5 0 2 0,2 3-7 15,2-2-5-15,-4 0 1 0,2 1-2 16,-2 0 5-16,-2 2 14 0,2 0 11 0,0-3 11 16,-2 2 12-16,0-2 2 0,0-6 2 15,-2 14-7-15,0-8-4 0,0 1 0 0,2-1-8 16,-2 1-8-16,2 0-4 0,-2 1-5 16,2-1-5-16,-2 1-4 0,2-1-11 15,2 2 4-15,-2-1 0 0,-2-1-3 16,2 2-3-16,0-3 8 0,0 1 17 0,-2 0 5 15,-2 0 5-15,0 0-11 0,1 0 3 0,-5 1-10 16,-1 1-6-16,-3 1-4 16,-3 0-8-16,-1 3-45 0,-2-3-53 0,-1 2-78 15,-3-1-120-15,4-3-131 0,-2 1-166 16,-1-1-173-16,6-2 68 0,-8 2-543 0,2-1-676 16</inkml:trace>
  <inkml:trace contextRef="#ctx0" brushRef="#br0" timeOffset="-214521.01">6431 10518 3286 0,'2'-13'-54'0,"0"3"30"0,0 0 38 0,-2 3 46 0,0 0 47 0,0 7 25 15,2-9 13-15,0 4 2 0,-2 5-9 16,0-6-12-16,0 6-13 0,0 0-12 16,1-7-13-16,-1 7-6 0,0 0-9 0,6-4-7 15,-6 4-3-15,0 0-4 0,0 0 3 16,0 0-1-16,21 6 0 0,-21-6 9 15,0 0-7-15,16 1-2 0,-16-1-7 0,0 0-5 16,18-3-6-16,-14-2 1 0,6-4-4 16,1-3-5-16,0-2-6 0,1-3 0 0,-1-1-5 15,2 1 0-15,1-9-6 0,-3 10 3 16,-4 3 0-16,-2 1 10 0,-1 3 9 16,2 1 1-16,-5 0-2 0,-1 8-5 15,6-4-2-15,-6 4 7 0,0 0-1 0,18 24-2 16,-11-10-8-16,0 3-1 0,4 4-2 15,0 4-3-15,2 4-2 0,-5-7 1 0,7 2-9 16,-5-4-19-16,1-4-42 0,-4-3-49 16,3-1-61-16,-4 0-88 0,1-5-88 15,-3-1-136-15,2-5-221 0,-6-1 53 16,0 0 73-16,0 0-371 0,0 0-415 0</inkml:trace>
  <inkml:trace contextRef="#ctx0" brushRef="#br0" timeOffset="-193724.89">25598 13529 1619 0,'0'0'369'0,"0"0"-123"0,0 0-60 0,0 0-1 0,0 0 1 0,0 0-6 0,0 0-16 16,0 0-29-16,0 0 3 0,0 0-10 16,0 0-12-16,0 0-1 0,14-9-6 15,-14 9-11-15,0 0-1 0,2-9-2 16,-2 9-3-16,0 0-13 0,0 0-3 0,-16-13-10 16,5 11-1-16,-3 2 8 0,-4 2 12 15,-7 1 0-15,-11 5 2 0,-4 3 2 0,-4 6 11 16,1 4 1-16,-2 1-5 0,5 3 0 15,4 3-1-15,6-1-1 0,5 0 1 16,4-2 0-16,4 0-18 0,1 2 13 16,9-5-11-16,1-3-1 0,0 1 1 0,4-3-9 15,0 2-2-15,2 0-13 0,4-3 0 16,4 2 15-16,2-1-10 0,2-2-10 0,4 1-41 16,5 3-73-16,3-5-86 0,0-4-111 15,-1-5-120-15,2-1-121 0,1-4-139 16,1 0-73-16,7-6 70 0,-1 2-451 0,1-5-564 15</inkml:trace>
  <inkml:trace contextRef="#ctx0" brushRef="#br0" timeOffset="-193409.1">25711 13801 3056 0,'-4'-7'47'0,"-1"2"27"16,5 5 36-16,-18-5 31 0,18 5 35 0,-19 0 28 15,19 0 10-15,-28 9-3 0,11 3-6 16,-1 0-8-16,-2 7-7 0,0 3-19 0,6 2-11 15,2-4-16-15,4 1-7 0,4-3-13 16,3-1-12-16,2 0-5 0,5-1-11 16,1 3-7-16,5-5-9 0,5 0-8 0,1-5-1 15,2-1-11-15,3-4-4 0,-4-1-6 16,5-3 24-16,-2-3 14 0,-1-3 12 0,-2-2 5 16,2-4 5-16,4-5-16 0,-6-6-3 15,-1 0-20-15,-2-6-9 0,-1 2-4 16,-1-2-5-16,-5 0-9 0,-2 7-7 15,-2 6-14-15,-3 1-11 0,-4 3-18 0,-3 3-29 16,-6 3-35-16,-3-1-38 0,-4 5-45 16,-3 2-58-16,-3 4-78 0,-11 4-101 0,0 1-121 15,9-1-199-15,5 1-41 0,4-1 82 16,6 2-512-16,2-3-647 0</inkml:trace>
  <inkml:trace contextRef="#ctx0" brushRef="#br0" timeOffset="-192958.92">26035 13776 3626 0,'0'0'162'0,"6"-5"-2"15,-6 5 1-15,0 0-7 0,0 0 37 16,0 0 29-16,0 0-6 0,2 20-19 16,-6-6-16-16,-1 8-17 0,-6 7-10 0,4 3-15 15,-4 1-14-15,-3-2-7 0,-1 1-16 16,1 0-3-16,1-2 5 0,0-2-3 15,0-9 10-15,3-3 7 0,0-2 0 0,3-1-3 16,-1-3 3-16,5-2 14 0,-3 1 10 16,2-4 17-16,4-5-6 0,-4 5-12 0,4-5-15 15,0 0-13-15,0 0-12 16,17-29-12-16,0 5-11 0,10-12-19 0,2 2-57 16,3 0 0-16,2-1 0 0,-2 4 0 15,-5 10 0-15,-4 1 0 0,-1 5 0 0,-10 3 0 16,0 3 0-16,0 4 0 0,-3 2 0 15,1 3 0-15,-10 0 0 0,17 3 0 0,-10 4 0 16,-1 3 0-16,2 2 0 0,-4-2 0 16,-3 6 0-16,-1 2 0 0,2-1 0 0,-4 2 0 15,1 3 0-15,-5 1 0 0,0-2 0 16,0-2 0-16,0 1 0 0,3-4 0 0,-3-1 0 16,3-5 0-16,-1 1 0 0,2-3-69 15,-3-1-196-15,3 0-119 0,2-7-148 0,2 7-153 16,-2-7-183-16,0 0 70 15,0 0 93-15,23-12-616 0,-11 5-779 0</inkml:trace>
  <inkml:trace contextRef="#ctx0" brushRef="#br0" timeOffset="-192540.48">26495 13983 3546 0,'-2'-8'64'0,"2"8"24"0,0 0-6 0,0 0 34 0,0 0 30 0,0 0 14 0,0 0-4 0,-22 16-5 0,17-2-9 0,-4 3-16 15,-5 8-10-15,-1 0-13 0,-3 1-9 16,4-1-10-16,-4 1-5 0,2-2-8 16,2-2-4-16,1-3-7 0,-1-4-1 0,5-3 0 15,-2-1-1-15,6-3-4 0,-3 0-6 16,1 0 16-16,3-3 15 0,1-2 4 15,3-3-7-15,0 0-8 0,0 0-9 0,0 0-7 16,11-26-14-16,8 3-11 16,9-8-11-16,5-2-16 0,1 3-1 0,-7 7 1 0,-3 3-3 15,-1 1 5-15,-5 7-6 0,-3 2 3 16,-3 3 3-16,-3 2 13 0,-4 5 1 16,-5 0 12-16,13 5-1 0,-4 2 6 0,-8 0-5 15,1 3 2-15,0 2-5 0,-4 2 0 16,0-1-2-16,1 3 4 0,-3 1-4 15,-3-2-6-15,0 6-1 0,0-3-3 0,-3 1-1 16,0-3-25-16,1 1-63 0,4-3-90 16,-6-2-122-16,6-1-147 0,-3 0-202 0,1-2-118 15,0-2 75-15,2-3-542 0,5-4-686 16</inkml:trace>
  <inkml:trace contextRef="#ctx0" brushRef="#br0" timeOffset="-192176.33">26755 14158 3675 0,'0'0'93'0,"-32"5"29"0,32-5 40 15,0 0 29-15,0 0 15 0,-4 5 0 0,4-5-21 16,0 0-19-16,0 0-13 0,19 7-17 16,-19-7-16-16,19 0-15 0,-7 0-20 0,1-4-29 15,1 1-25-15,0 0-10 0,2-1-2 16,-1-1-2-16,-1-2-2 0,-1 0 1 15,-2-1-4-15,-1-1-4 0,-3 1-1 0,-1 0-4 16,-4 4-2-16,-2 4 6 16,-8-7 0-16,8 7 2 0,-28 0 2 0,3 5 8 15,-9 3 12-15,-8 13 15 0,6-6 0 16,4 1 3-16,3 3 3 0,2-1-8 0,2 3-2 16,6-1-2-16,6-6 1 0,3 1-3 15,2-2-3-15,3-1-3 0,3-2-3 0,0-1-1 16,6-1-16-16,0 0-43 0,5 0-57 15,3-4-70-15,3-1-89 0,6-3-110 0,4-3-114 16,16-5-159-16,0 0-66 0,6-7 65 16,1-1-430-16,-4-3-534 0</inkml:trace>
  <inkml:trace contextRef="#ctx0" brushRef="#br0" timeOffset="-191992.03">27113 14122 2839 0,'0'0'-1'0,"0"0"53"0,0 0 58 15,0 0 46-15,0 0 37 16,-28 0 29-16,28 0 14 0,-27 10-2 0,10 0-4 15,0 2-13-15,-5 5-17 0,0 0-16 16,3 4-21-16,1-1-17 0,2-3-11 0,5 1-16 16,1-1-13-16,4-3-6 0,-1 0-28 15,3-5-35-15,2 3-44 0,4 0-52 0,2-4-69 16,1 1-84-16,6-4-97 0,1-4-111 16,7-1-121-16,2-1-101 0,11-8 41 15,4-3-362-15,7-9-441 0</inkml:trace>
  <inkml:trace contextRef="#ctx0" brushRef="#br0" timeOffset="-191759.13">27838 13464 2513 0,'9'-29'20'0,"-4"12"33"0,-8 5 19 15,-5 6 37-15,-3 5 61 0,11 1 40 16,-25 5 22-16,6 3 15 0,-10 13 10 0,-1 8 8 16,-4 5 1-16,-2 4-9 0,2 6-26 15,-2 3-6-15,-1 5-12 0,2 1-19 16,-6 13-12-16,7-11 0 0,-1 0-15 0,5-3-20 15,-2-2-12-15,1 1-13 0,2-5-12 16,6-2-14-16,-2-3-11 0,0-2-8 0,9-14-41 16,-2 0-59-16,7-5-64 15,4-5-65-15,-2-3-69 0,4-5-93 0,-1-2-67 16,-1-1-75-16,7-4-84 0,0 0-114 16,0 0-7-16,-19-12-490 0,17 8-618 0</inkml:trace>
  <inkml:trace contextRef="#ctx0" brushRef="#br0" timeOffset="-191608.03">27087 14246 3044 0,'-2'-5'18'0,"2"5"75"15,-2-10 63-15,2 10 48 0,-4-6 38 16,4 6 40-16,0 0 20 0,0 0 14 0,-2-9-15 16,2 9-15-16,0 0-27 0,0 0-22 15,0 0-27-15,0 0-18 0,18-4-24 16,-18 4-82-16,18-3-113 0,-2 2-125 0,3-3-168 16,4 0-200-16,2-1-257 15,2 0 60-15,9 0 88 0,0 0-478 0,-4 3-576 16</inkml:trace>
  <inkml:trace contextRef="#ctx0" brushRef="#br0" timeOffset="-191239.77">27689 14241 3408 0,'-21'-2'176'0,"21"2"17"0,0 0 34 0,-15-4 37 15,15 4 20-15,0 0-11 16,-9-4-12-16,9 4-19 0,0 0-20 0,0 0-20 15,0 0-19-15,0 0-17 0,0 0-16 0,0 0-17 16,0 0-10-16,0 0-16 0,0 0-11 16,0 0-9-16,34-6-14 0,-28 2-3 15,-6 4-7-15,11-5-3 0,-11 5-6 0,10-4-10 16,-10 4-7-16,3-8-8 0,-3 8 0 16,0 0-2-16,-12-10-2 0,12 10-1 0,-22-4 12 15,8 6-12-15,-2 0 13 0,-4 4 4 16,-1-2 10-16,3 4 2 0,0 3 5 0,1 1 12 15,4-2 11-15,0 3 8 0,2-1 6 16,6 2 8-16,-1-1 2 0,5-1-89 16,2-1-16-16,1 2 0 0,6 1 0 0,2-4 0 15,1 0 0-15,5-1 0 16,-2-5 0-16,10 4-16 0,0-5-317 0,7-3-109 16,11-3-119-16,13-9-138 0,4-5-159 15,4-8 70-15,14-12-740 0,4-12-974 0</inkml:trace>
  <inkml:trace contextRef="#ctx0" brushRef="#br0" timeOffset="-190826.1">28901 13544 4002 0,'14'-15'-17'0,"-5"3"66"0,-1 0 40 0,-5 8 49 15,-1 1 74-15,-2 3 71 0,0 0 59 0,0 0 15 16,0 0 16-16,-55 27 2 0,21 2 12 16,-6 5-2-16,-4 7-10 0,-9 13-8 0,-8 4-24 15,2 2-212-15,1 5-131 16,3-2 0-16,6-1 0 0,8-13 0 0,5-3 0 15,0-2 0-15,6-1 0 0,-1-4 0 16,6-1 0-16,4-10 0 0,5-2 0 0,2-8 0 16,4-2 0-16,3-4 0 0,-1-3 0 15,2-1 0-15,2-3 0 0,1-1 0 0,3-4 0 16,0 0 0-16,0 0 0 0,0 0 0 16,2-21 0-16,-1 4 0 0,-1-3 0 0,2 1 0 15,-4-1 0-15,1-4 0 0,-9-5 0 16,-7 5 0-16,-6 5 0 0,-10 7 0 0,-3 7 0 15,4 7 0-15,-6 8 0 16,0 4 0-16,-4 8 0 0,4 5 0 0,6 2 0 16,7-2 0-16,3 0 0 0,4 2 0 15,2-2 0-15,9-4 0 0,1-4 0 0,4-4 0 16,4-1 0-16,4 0 0 0,1-2 0 16,3-2 0-16,3-2 0 0,5-1 0 0,0-3 0 15,5-6 0-15,-1 2 0 0,5-4 0 16,-4 1 0-16,2 0 0 0,0-4 0 0,-3 3-176 15,-8 1-874-15,0 3 110 0,-4 0-1109 16,-10 0-1463-16</inkml:trace>
  <inkml:trace contextRef="#ctx0" brushRef="#br0" timeOffset="-190458.72">28460 14878 6164 0,'3'-8'184'0,"3"2"2"0,-6 6-9 0,2-6-1 0,-2 6 15 0,0 0 31 16,-25-13 34-16,-10 9 29 0,-20-5-1 0,-17 2-218 16,-12 0-66-16,-27 1 0 15,-9-2 0-15,-8 1 0 0,-5-2 0 0,-4 4 0 16,2-1 0-16,1 2 0 0,8 2 0 0,8 2 0 15,28 4 0-15,9 4 0 0,4-3 0 16,11 4 0-16,5 2 0 0,7-1 0 16,17-2 0-16,2 3 0 0,10-5 0 0,4 0 0 15,6 0 0-15,0 0 0 0,4-5 0 16,0 3 0-16,0 0 0 0,11-4 0 0,-11 5 0 16,8-2 0-16,3-3 0 0,-2 5 0 15,2-5 0-15,0 0 0 0,11 10 0 16,-11-10-323-16,11 6-475 0,-5-5-154 15,2 3 90-15,-3 1-926 0,4-2-1216 16</inkml:trace>
  <inkml:trace contextRef="#ctx0" brushRef="#br0" timeOffset="-184393.1">7001 12332 2433 0,'10'-14'173'0,"-7"4"-5"0,3-1-13 0,-3 1-12 0,2 3 27 16,-3-3 10-16,2 4 4 0,-2-2-4 0,-2 8-3 15,1-11-12-15,-1 11-27 0,4-8-14 16,-4 8-9-16,0 0-10 0,0 0 15 16,0 0-1-16,7 21-4 0,-7-6 0 15,2 5-9-15,-2 2-4 0,0 3-9 16,-2 10-10-16,-3 1-6 0,3-1-8 0,-3-2-9 15,-3 2-6-15,-2-4-4 0,3-2-8 16,-1-6 1-16,0-2-3 0,0-2-8 0,1-1-4 16,2-2-7-16,-6-2-48 0,6-2-64 15,-3 0-80-15,1-2-107 0,2-1-106 0,-4-4-173 16,4-2-154-16,5-3 73 0,-10 4-424 16,10-4-534-16</inkml:trace>
  <inkml:trace contextRef="#ctx0" brushRef="#br0" timeOffset="-183943.95">6953 12247 3119 0,'0'-18'22'0,"2"4"11"0,4 3 3 16,-1-2 6-16,5 3 7 0,3-2 14 15,1 3-2-15,6 0-7 0,4 5 2 16,1 3 2-16,1 1-19 0,3 1-8 0,7 3 3 15,-2 2-2-15,0 4-4 0,-5 0-1 16,-8 0-5-16,-6 3-4 0,-3-3-1 0,-5 2 0 16,-5 3 4-16,-4-1-5 0,-3 5-3 15,-11 4 7-15,-4 6 1 0,-5-5-3 0,-7 6 3 16,3-6 3-16,2-3-6 0,2-1 5 16,9-6 9-16,0-4 35 0,5-3 20 15,2 0 26-15,2-3 13 0,2 0-4 16,-1 1-8-16,6-5-8 0,-6 6-12 0,6-6-9 15,0 8-7-15,0-8-10 0,10 12-2 16,-3-3-3-16,5 1-1 0,3 4-4 16,8 3 4-16,-3 2 0 0,3 2-2 0,2-3-5 15,-2 2-5-15,-4 0-5 0,-2-4-5 16,-4-5-2-16,3 3-1 0,-5-5-8 0,-1 1-3 16,0 0-2-16,-5-3 0 0,4 0-7 15,-4 0-3-15,1-2-19 0,-3-2-41 0,1 3-60 16,-4-6-85-16,0 6-102 0,0-6-112 15,0 0-173-15,0 0-119 0,0 0 72 16,0 0-406-16,0 0-505 0</inkml:trace>
  <inkml:trace contextRef="#ctx0" brushRef="#br0" timeOffset="-183593.9">7630 12537 2945 0,'0'0'4'0,"0"0"16"0,0 0 35 0,0 0 37 16,0 0 38-16,-29 10 24 0,23-3 19 16,-3 1-2-16,4 2-3 0,-6 0 1 15,6 1-5-15,1 1-9 0,0 0-10 16,3-1-10-16,-1 0-9 0,4 1-6 0,-1 0-10 16,5 0-9-16,1-4-10 0,5 2-10 15,0-3-4-15,1 0-9 0,0-2-4 0,0-1-8 16,1-3-3-16,-14-1-7 0,21-1-1 15,-8-3-3-15,0-3-4 0,-1 0-4 0,-3-3-7 16,4-2 2-16,-6-5 1 0,2-2-12 16,-5 1 0-16,1-3-5 0,-3 2 1 0,1 1 0 15,-1 1-4-15,-2 5-2 0,-2-2-4 16,-1 3 1-16,-1 2-2 0,-3 6-1 16,-2-1-1-16,9 4-32 0,-27 4-56 0,6 3-72 15,2 0-106-15,-4 2-103 16,6-1-138-16,2 0-200 0,8 0 53 0,-2-6 71 15,7 5-327-15,2-7-389 0</inkml:trace>
  <inkml:trace contextRef="#ctx0" brushRef="#br0" timeOffset="-183242.9">7952 12500 2787 0,'0'0'103'0,"0"0"-5"0,0 0 14 16,0 0 28-16,0 0 30 15,0 0 5-15,0 0 4 0,-23 18-16 0,17-11-6 0,1 7-11 16,1 0-10-16,0-3-9 16,4 4-8-16,0-3-5 0,0 2-9 0,2-2-7 15,2 1-4-15,1-3-7 0,1-1-5 16,3-1-5-16,1-1 2 0,2-3 2 0,1-3 8 16,-2 1 26-16,-11-2 23 0,25-3 1 15,-14-1-5-15,2-1-8 0,-2-3-5 0,-2-3-2 16,-2-3-8-16,3-4-13 0,-6-3-5 15,2-2-12-15,-3-2-6 0,-1 4-15 16,0-5-1-16,-2 9-13 0,0 0-8 16,0 5-5-16,-2-1-4 0,-2 2-5 15,-1 5-8-15,-2 4-3 0,7 2-2 0,-24 2-37 16,3 6-44-16,-4 8-50 0,-1 2-68 16,-2 3-90-16,3 1-113 0,4-2-97 0,8-6-156 15,7-2-107-15,1-3 72 0,10-3-533 16,-1-2-674-16</inkml:trace>
  <inkml:trace contextRef="#ctx0" brushRef="#br0" timeOffset="-182843.88">8628 11983 3570 0,'10'-27'79'0,"-6"6"37"16,2 7 41-16,-5-1 33 0,3 5 9 15,-2 1-4-15,0 2-23 0,-2 7-11 16,0 0 55-16,0 0 8 0,0 0-11 0,-4 28-14 15,0-6-12-15,-3 16-9 0,2-1-22 16,-4 2-11-16,2 0-13 0,3 1-10 16,-8 12-18-16,7-13-9 0,-6 9-17 0,1-9-34 15,2-1-64-15,1-1-61 0,-3-2-68 16,3 0-67-16,-5-4-78 0,3-2-59 0,-1-6-38 16,0-5-20-16,3-7 10 15,1-1 34-15,-1-2 41 0,0-5 41 0,0-2 52 0,7-1 66 16,0 0 62-16,-13-10 73 0,11 4 70 15,2 6 69-15,-4-13 47 0,0 9 40 16,4 4 16-16,-2-12 8 0,2 12 11 16,2-8 13-16,-2 8 13 0,10-9 8 15,-1 5-5-15,1-2-19 0,0 3-31 0,1-1-20 16,4-1-19-16,0 1-15 0,3 1-12 16,0 0-32-16,0 0-75 0,0-3-85 0,7 5-92 15,-7-4-109-15,2 3-117 0,-2-2-115 16,-2 4-137-16,-4 0-90 0,-2 2 65 0,-2 3-459 15,-4 2-573-15</inkml:trace>
  <inkml:trace contextRef="#ctx0" brushRef="#br0" timeOffset="-182543.76">9028 12714 3111 0,'0'0'48'0,"0"0"21"0,0 0 17 0,0 0 36 0,0 0 44 0,0 0 32 0,-47 8 25 0,9 1 13 16,-19 1 28-16,-9 4 9 0,-31 3 7 16,-14 0 5-16,-11 0 7 0,-10-1-3 15,-9-1-9-15,-4 3-8 0,-6-3-14 16,-6 3-23-16,-4-1-19 0,6 1-21 0,11 3-17 0,14-2-17 16,20 0-20-16,12-3-13 15,30-2-12-15,9 2-47 0,10-3-69 0,8 0 0 16,9-4 0-16,7 0 0 0,6-2 0 15,5-2 0-15,2 0 0 0,2-1-221 0,-2-1-166 16,7 2-102-16,3-2-109 0,2-3-140 16,0 0-103-16,13 8 93 0,-1-6-670 15,4 2-869-15</inkml:trace>
  <inkml:trace contextRef="#ctx0" brushRef="#br0" timeOffset="-182227.27">8748 13079 4208 0,'0'-14'50'0,"-2"4"18"0,-3 1 30 0,-1 1 35 16,-1 1 33-16,-7 2 23 0,-2 0 12 16,-21 0 10-16,-7 1 7 0,-6 6-1 15,-20 3 6-15,-9 4 7 0,-23 4-2 0,-13 4 1 16,-5 0-10-16,-13 2-9 0,-12 5-19 15,-13-3-16-15,0 4-17 0,6-1-13 0,9-1-11 16,11 0-13-16,14-1-12 0,18-2-49 16,28-4-60-16,8-3 0 0,8-1 0 15,18 0 0-15,4-5 0 0,11 0 0 16,4-2 0-16,4 1 0 0,3-2 0 0,5 0 0 16,-3-1 0-16,5 1 0 0,5-4 0 15,-2 6-325-15,2-6-134 0,0 0-113 0,0 0-121 16,24 0-173-16,-24 0 70 0,19 0-728 15,-8-3-968-15</inkml:trace>
  <inkml:trace contextRef="#ctx0" brushRef="#br0" timeOffset="-176129.5">2001 17499 4415 0,'1'-4'-62'0,"-1"4"-1"0,0 0 10 0,0 0 6 0,0 0 41 0,-7 31 85 0,-5-1 44 0,-6 11-1 16,-7 10 14-16,-4-4 1 0,4 1-11 16,2-3 5-16,10-11 5 0,-1 0-10 0,3-3-8 15,4-5-10-15,5-6-9 0,0-3-4 16,4 0-7-16,0 1-6 0,3-2 1 15,3-3-9-15,5 1-1 0,0-5-6 0,1 1-6 16,5-3-2-16,-4-4-8 0,4-1-1 16,2 0-8-16,-3-2-52 0,-2-2-59 0,4-2-81 15,1-4-96-15,-3 1-60 16,4 0-43-16,-8 0-52 0,2-5-101 0,-5 2-186 16,1 0 31-16,-1-1-388 0,-3-1-518 0</inkml:trace>
  <inkml:trace contextRef="#ctx0" brushRef="#br0" timeOffset="-175528.82">2357 17942 2983 0,'0'0'67'0,"4"6"9"0,-4-6 14 16,0 0-4-16,0 0 24 0,5 6 13 16,-5-6 35-16,0 0 25 0,10 4 1 0,-10-4-8 15,0 0-19-15,28-6-15 0,-12 2-13 16,2-2-13-16,2-3-9 0,-1 1-10 15,0-1-10-15,-4 0-4 0,-2 3-8 16,-1-1-9-16,-2-1-9 0,-5-3-13 0,-1 2-9 16,-4 1-1-16,0-1-9 0,0 9-7 15,-8-15-1-15,-3 12-8 0,1 1-1 16,10 2 0-16,-23 0 2 0,23 0-8 16,-22 8 1-16,8-1 4 0,5 2-6 0,0-1 2 15,0 4 6-15,2 1 7 0,3 2 12 16,1 0 6-16,-1 0-3 0,4-1 1 15,0 1-4-15,4-1 0 0,-1 1-4 0,5-3 0 16,2-1-3-16,3 0 3 0,4-2-3 16,5-6-9-16,0-1-25 0,1 1-23 15,4-8-8-15,-2 2 4 0,7-6 5 16,-3-4 5-16,-7 2 6 0,-5 1 0 16,-2-2 3-16,-1 2 5 0,-3 1 12 0,-2-1 18 15,1 4 11-15,-2 0 3 0,-3 1 7 16,-5 5 7-16,12-6-1 0,-12 6-5 15,0 0 0-15,13 0 41 0,-13 0 12 0,13 11 10 16,-5-5-15-16,2 2-4 0,-1 2 4 16,1-1-1-16,1-1-4 0,0 2 1 0,1-3-2 15,1 1 7-15,3-4 11 0,-1 2 0 16,0-4-2-16,-2-2-10 0,3-2-2 16,1-2-7-16,-2-2-7 0,-2-2-8 15,5-3-2-15,-2-1-6 0,-5 1-5 16,-2-1-1-16,0-3-4 0,1-3-7 0,-2-1-5 0,-3 0-6 15,4-2-4-15,-5 2-12 16,3 2-54-16,-4 2-70 0,1 1-70 0,0 2-85 16,-1-1-96-16,-1 6-86 0,2-3-99 15,0 6-156-15,-3 0-76 0,-1 4 71 16,0 0-517-16,13-5-693 0</inkml:trace>
  <inkml:trace contextRef="#ctx0" brushRef="#br0" timeOffset="-174945.96">3371 17602 3238 0,'0'0'57'0,"0"0"61"0,3-7 23 0,-3 7 32 0,0 0 21 0,0 0 18 15,0 0 20-15,0 0 1 0,0 0-12 16,0 0-17-16,0 0-6 0,0 0-27 0,0 0-9 16,0 0-15-16,0 0-11 0,0 0-10 15,16 12-9-15,-16-12-14 0,11 4-8 0,-11-4 4 16,9 2-20-16,-9-2-3 0,0 0-6 15,14 3-6-15,-14-3-1 0,0 0-9 16,0 0-8-16,0 0-11 0,0 0-5 0,9-9-5 16,-9 9-6-16,0 0-1 15,0 0-10-15,-3-10-3 0,3 10 1 0,0 0-6 16,0 0 1-16,0 0 3 0,-29 24-1 16,16-7 4-16,-1 10-7 0,-2-1 1 15,2 3 0-15,3 0 2 0,3-6-5 0,4 2 10 16,6-5-2-16,0 4 4 0,2-4-6 15,5 1 2-15,-3-5 6 0,3-1 7 0,5-1-7 16,-1-5 4-16,4-7 4 0,0 0-2 16,6-9-1-16,8-3-1 0,1-7 4 15,7-12-12-15,0-4-1 0,-6-6-2 0,-1-9-2 16,-1-7-6-16,-6-9 0 16,3-18 0-16,-5-5-4 0,-8-5 4 0,-4-1-9 15,-1 19 5-15,-6 7 0 0,-2 9 3 16,-2 17 0-16,-4 6-12 0,-3 13 0 0,-7 12 3 15,1 8 1-15,-5 7 12 0,-12 14 10 16,-4 15 4-16,5 12 27 0,2 8 7 16,6 8-7-16,6 4-2 0,4 3 6 0,5 1 12 15,2-4 11-15,4 2 4 0,7-1 56 16,5-3 6-16,3-6-15 0,7-2-10 0,2-6-9 16,1-6-24-16,0-8-76 0,-3-9 0 15,0-5 0-15,1-6 0 0,-3-7 0 16,0-5-13-16,-3-6-291 0,0-9-116 0,11-3-120 15,-4-10-130-15,0-1-207 16,-7-4 70-16,2-2 95 0,1-12-597 0,-7 7-766 16</inkml:trace>
  <inkml:trace contextRef="#ctx0" brushRef="#br0" timeOffset="-174046.51">4900 17810 3475 0,'-16'-2'-63'0,"0"-1"53"0,5 1 48 0,0 0 53 0,11 2 52 0,-18-3 43 0,18 3 31 16,-12-3 21-16,12 3 12 0,-11-2 9 16,11 2 5-16,0 0 4 0,-7-5-6 0,7 5-25 15,0 0-21-15,30-14-19 16,6 4-22-16,18-5-19 0,7 3-17 0,6 1-20 15,-5 1-77-15,1 0-108 0,-2 2-107 16,-15 5-124-16,-2 2-98 0,-12 2-118 0,-7 2-238 16,-2 1 5-16,-5 0 88 0,-9 2-464 15,-4 2-592-15</inkml:trace>
  <inkml:trace contextRef="#ctx0" brushRef="#br0" timeOffset="-173796.16">5362 17662 3044 0,'0'-14'198'0,"-3"2"45"16,0 3 23-16,1 1 12 0,2 0 10 16,0 8-4-16,-4-9-25 0,4 9-24 15,0 0 3-15,0 0 11 0,0 0-11 0,0 0-16 16,27 14-19-16,-11-1-23 0,4 3-15 16,3 4-20-16,0-2-12 0,-6-3-17 15,-5 1-13-15,1 0-12 0,-6-3-8 0,0 6-7 16,-5-3-11-16,-4 1-3 0,-10 14-34 15,-7-2-43-15,-11 6-63 0,-2-2-61 0,-9 2-67 16,1-4-83-16,2-4-97 0,12-8-100 16,2-2-130-16,8-5-181 0,7-9 63 15,6-4-540-15,3 1-734 0</inkml:trace>
  <inkml:trace contextRef="#ctx0" brushRef="#br0" timeOffset="-173578.88">5997 17181 3915 0,'6'-15'204'0,"-3"3"32"16,-1 3 17-16,0 1 5 0,0 4-6 16,-2 4-10-16,0 0 8 0,5-8 19 0,-5 8 8 15,0 0-17-15,18 29-26 0,-7 0-23 16,-2 1-22-16,1 6-17 0,-2 2-16 16,1 1-19-16,-4 0-54 0,-2 2-82 0,-3-2-110 15,2 0-119-15,-4-1-116 16,2 1-113-16,0-3-124 0,0 0-204 0,4-8-3 15,4-8 87-15,-1-3-526 0,3-1-688 16</inkml:trace>
  <inkml:trace contextRef="#ctx0" brushRef="#br0" timeOffset="-173228.72">6292 17565 3755 0,'0'0'188'0,"-2"-10"10"0,2 10 23 15,0 0 20-15,-2-11 25 0,2 11 33 16,0 0 15-16,-2-8-15 0,2 8-23 0,0 0-24 15,2-9-30-15,-2 9-16 0,7-5-19 16,-7 5-19-16,14-7-14 0,-1 0-17 16,3 0-14-16,2-3-17 0,2-2-22 15,-3-1-13-15,-4-1-13 0,0-1-10 0,-3 1-8 16,-2-1-4-16,-3 1-5 0,-3 5-7 16,-2-2-4-16,-2 2-5 0,2 9-5 15,-14-4 0-15,0 5-5 0,-1 6 3 0,-3 3 2 16,-7 13-6-16,3 0 1 0,5 6 0 15,0 0-2-15,5 3 2 0,5-1 0 0,3-4-1 16,4-3 2-16,0-5-2 0,4 1 2 16,-1-4 0-16,1 1 1 0,3-3 2 15,2-1-1-15,0-1-10 0,2-4-45 16,3-4-81-16,-3 0-84 0,9-4-86 16,-6-1-94-16,8-2-65 0,6-11-63 0,-1-1-87 15,-2-3-87-15,-3-7-44 0,7-8 57 16,-8 5-470-16,-2-1-617 0</inkml:trace>
  <inkml:trace contextRef="#ctx0" brushRef="#br0" timeOffset="-172927.14">6654 17441 3102 0,'7'-14'21'16,"0"5"55"-16,-3-1 49 0,-1 4 46 16,1 0 53-16,-4 6 43 0,4-5 45 0,-4 5 27 15,0 0-3-15,5-8-13 0,-5 8-19 16,0 0 13-16,0 0 6 0,0 0-19 16,-2 31-23-16,0-14-28 0,2 1-19 15,-1 7-23-15,-1-1-17 0,2 0-20 16,-2 2-16-16,2-6-16 0,0 2-142 0,0-5 0 15,0 3 0-15,0-5 0 0,0-3 0 16,0-1 0-16,-2-2 0 0,2 0 0 0,-2-1 0 16,2-8 0-16,-7 4 0 0,7-4 0 15,0 0 0-15,-14-18 0 0,8 1 0 16,6-22 0-16,6-14 0 0,6-10 0 0,3-7 0 16,13-23 0-16,3 9 0 0,3 9 0 15,-9 21 0-15,-4 13-9 0,-6 8-75 0,-3 8-21 16,-1 4-9-16,-3 9-12 15,-3 3-15-15,2 7-33 0,-2 0-56 0,-5 2-63 16,0 0-82-16,19 6-100 0,-16-1-134 16,2 2-197-16,-5 4 60 0,4 4-582 15,-8 5-784-15</inkml:trace>
  <inkml:trace contextRef="#ctx0" brushRef="#br0" timeOffset="-171996.57">6591 17539 3579 0,'0'0'-39'0,"0"0"34"0,0 0 48 0,9-3 68 0,-9 3 72 16,0 0 56-16,23 6 52 0,-10-2 28 0,-2 1 9 16,1 2 3-16,1 0-2 0,-1 0-14 15,0 3-9-15,0-2-8 0,-3-1-6 16,1 0 0-16,-3 0-7 0,3 1-19 0,-7-2-3 16,-1 2-98-16,-2-1-165 0,-4 3 0 15,-3 2 0-15,-2-3 0 0,-5 1 0 0,-1-2 0 16,-2-1 0-16,0 1 0 15,-2-6 0-15,-1 0 0 0,7-2 0 0,-6-2 0 16,6-6 0-16,6-3 0 0,-4-9 0 16,11 1 0-16,0-2 0 0,4-4 0 15,3 5 0-15,-2 4 0 0,1 3 0 0,-1 4 0 16,1 1 0-16,0 4 0 0,-6 4 0 16,0 0 0-16,24 12 0 0,-8 2 0 0,2 5 0 15,4 3 0-15,-1 2 0 0,4 1 0 16,-3 0 0-16,5 0 0 0,-4-3 0 0,0-5 0 15,-3 3 0-15,0-8 0 0,-6-3 0 16,-2-4 0-16,1-2 0 0,-1-3 0 16,1-2 0-16,3-4 0 0,3-6 0 15,2-7 0-15,2-8 0 0,0-12 0 16,-3-6 0-16,2-1 0 0,-3-10 0 0,1 5 0 16,-2 1 0-16,-7 11 0 0,1 7 0 15,-5 10 0-15,1 3 0 0,-3 4 0 0,-1 3 0 16,2 2 0-16,-2 3 0 0,-4 7 0 15,0 0 0-15,0 0 0 0,7 30 0 0,-7 7 0 16,-1 6 0-16,-5 11 0 0,1 3 0 16,-4 1 0-16,2-3 0 0,-1-4 0 15,-4 3 0-15,7-15 0 0,-2-3 0 16,-3-5 0-16,4-7 0 0,-2-5 0 0,7-6 0 16,-3-1 0-16,0-8 0 0,4-4 0 15,0 0 0-15,0 0 0 0,-11-41 0 16,11-2 0-16,6-20 0 0,3-34 0 0,10-7 0 15,14-13 0-15,4-13 0 0,24-44 0 16,6 3 0-16,1 15 0 0,-16 55 0 0,-8 19 0 16,-15 27 0-16,-5 10 0 0,-1 18 0 15,-5 12 0-15,-3 7 0 0,-8 8 0 16,1 4 0-16,-2 8 0 0,-3 7 0 0,-1 5-251 16,-4 14-480-16,-7 12-228 0,-5 4 66 15,1 4 92-15,-8 4-749 0,-4 4-992 0</inkml:trace>
  <inkml:trace contextRef="#ctx0" brushRef="#br0" timeOffset="-171829.75">7218 17470 4728 0,'-7'8'237'0,"1"-5"55"0,6-3 44 0,0 0 43 0,0 0 33 0,0 0-7 0,0 0-33 0,34-19-40 16,-19 12-35-16,5-1-9 0,-2-2-175 0,5 6-113 15,-3-4 0-15,-4 6-28 0,2-1-348 16,-3 3-165-16,2-2-217 0,-4 4-156 15,-13-2 93-15,25 3-796 0,-11-1-1055 0</inkml:trace>
  <inkml:trace contextRef="#ctx0" brushRef="#br0" timeOffset="-160964.17">20599 12018 1905 0,'-13'-13'113'0,"1"1"-54"0,-4 6 13 0,-3 2 22 0,-4 6 16 0,-15 4 11 16,-11 8 7-16,-7 7 12 0,2 8 17 0,6 2 11 15,-2 4-1-15,4 1 2 0,6 1 5 16,6 4 3-16,9 0 9 0,10-6 4 0,9 1 3 16,8 2 13-16,13-4 1 15,14 5-7-15,10-1-15 0,11-5-16 0,7-4-19 16,4-7-14-16,4-5-11 0,3-5-7 15,2-3-18-15,0-7-7 0,-4-5-9 0,-5-6-10 16,-3-3-7-16,-10-8-5 0,-7 0-11 16,-6-9-9-16,-12 2 1 0,-9-8-10 15,-2-1-5-15,-12-1-4 0,-3-8-3 0,-11-6-11 16,-6-4-11-16,-7 5 0 0,-6 6-6 16,-2 4 0-16,-3 8-23 0,-7 8-19 0,4 13-34 15,-2 3-40-15,-3 8-62 0,-13 7-73 16,1 2-82-16,-2 4-120 0,11 4-223 0,0-2-19 15,13 1 88-15,6-2-409 0,3 1-498 16</inkml:trace>
  <inkml:trace contextRef="#ctx0" brushRef="#br0" timeOffset="-160314.77">18899 12289 3004 0,'-25'-4'14'0,"3"1"20"16,8 1 24-16,2 1 46 0,2-2 35 0,10 3 27 0,-12 0 24 0,12 0 1 0,0 0-10 15,25 9-14-15,9 2-15 0,22 1-18 16,10 0-9-16,7 3-14 0,21 1-15 0,-17-1-65 15,6-3-120-15,15 3-157 0,-21-8-178 16,-1-3-236-16,-3-1 49 0,-7-1 68 16,-14-2-248-16,-7-2-278 0</inkml:trace>
  <inkml:trace contextRef="#ctx0" brushRef="#br0" timeOffset="-160112.17">19832 12167 2354 0,'-6'-2'29'15,"6"2"-3"-15,0 0 7 0,0 0 34 0,0 0 21 16,-16 10 7-16,14-4-2 0,-1 4-11 16,-3 4-3-16,1 4-6 0,-3 6-9 0,-4 5-8 15,-6 0-7-15,-7 12-2 0,-4-7-3 16,-3 0 1-16,-4-2-12 0,-7-3-9 16,2-4-24-16,-4-4-48 0,-7-5-53 0,-2-3-60 15,9-7-93-15,1-2-163 16,0-4-91-16,0-2-136 0,2-3-140 0</inkml:trace>
  <inkml:trace contextRef="#ctx0" brushRef="#br0" timeOffset="-159630.84">18252 11445 1948 0,'4'-2'50'0,"-4"2"-1"0,0 0 33 0,-24 31 37 0,-3-7 28 0,-14 7 25 0,1 5 24 16,-3 0 2-16,2 0 3 0,4 0-6 15,2-1-9-15,10-8 0 0,9-1 5 0,2-2 2 16,7-4 18-16,5-2 0 0,5-1-4 15,3-4-8-15,10 3-15 0,8-1-23 16,4-1-11-16,9-4-16 0,5-2-12 0,-3-3-11 16,2 1-11-16,-3-3-10 0,-6 0-25 15,-5-6-47-15,-2 2-57 0,-5-1-69 0,4-3-92 16,-9 1-94-16,2-1-102 16,-3-3-143-16,-7-1-170 0,0 0 65 0,-5-1-426 15,0-2-543-15</inkml:trace>
  <inkml:trace contextRef="#ctx0" brushRef="#br0" timeOffset="-159047.05">18655 11751 3143 0,'2'3'5'0,"-2"-3"-5"15,7 9 37-15,-3-7 36 0,-4-2 31 16,9 6 9-16,-1-4-3 0,-8-2-10 15,21 0-9-15,-8 0-8 0,2-4-10 16,5 0-3-16,-4 0-8 0,4-2-8 0,-6-1-6 16,2 1 1-16,-1-2-12 0,-3 2-2 15,-5 0-6-15,1 0-3 0,-7 0-5 16,-1 6-3-16,0 0-1 0,0 0-5 0,-28 0 0 16,9 4 0-16,-13 4-3 0,0 4 1 15,-2-1 1-15,-2 5-2 0,2-1-2 16,6 2 4-16,4 0 3 0,2 2 5 0,7-4 1 15,5-1 12-15,7 0 12 0,3-2 4 0,3-2 0 16,7 2-4-16,4-2-2 0,12 4-6 16,-1-5-1-16,-1-4-3 0,3-3-4 15,2-1-1-15,-3-4-1 0,12 0-4 16,-3-5-1-16,-3-3-3 0,-4 0-2 0,-4 0 1 16,-7 2-6-16,2-3 1 0,-4 0-1 15,-4 3-1-15,0-1 0 0,0 2 10 0,-6 1 7 16,3 2-4-16,-5-1-2 0,4 1-5 15,-7 5-2-15,7-3 4 0,-7 3 9 0,0 0 3 16,0 0 10-16,0 0 14 0,21 8 11 16,-13-2 7-16,3 0 5 0,1 0 3 0,3 0-6 15,0-1-7-15,0 1-3 0,5-1-6 16,-6-2-6-16,6 1-5 0,-5-4-3 0,-2 2-1 16,0-1-6-16,1-1-4 15,-1-1-3-15,1-1-1 0,-5 2-6 0,-9 0-4 16,17-4-11-16,-9 1-35 0,-2-2-33 15,-1-1-43-15,1-2-56 0,-3-2-82 0,2-1-90 16,1-1-90-16,-3 0-110 0,-1 0-166 16,0 4 52-16,0-1-420 0,2 1-537 15</inkml:trace>
  <inkml:trace contextRef="#ctx0" brushRef="#br0" timeOffset="-158498.92">19500 11778 2789 0,'-2'7'-78'0,"0"0"52"0,1-1 27 16,-3 1 36-16,0 0 34 0,2-2 20 0,0 1 18 16,2 0 4-16,0-6-2 0,-3 12-4 15,3-7 0-15,0-5-6 0,0 9-2 0,0-9 1 16,3 7-7-16,-3-7-3 0,6 5-10 16,-6-5-9-16,9 2-6 0,-9-2-8 0,0 0-4 15,18-6-3-15,-15 1-6 0,1 0-6 16,0-2-4-16,0 1-4 0,-3-3-2 15,-1 1-8-15,0 2-1 0,0 6-2 16,-3-13-6-16,-3 7 0 0,1 2 4 0,5 4-6 16,-23 0 4-16,4 4 0 0,0 2 3 0,-10 5 4 15,2 3 4-15,2 3 3 16,5 0 10-16,2 0 7 0,7-1 1 0,3-2 3 16,4 1-2-16,4-1-1 0,2 1 0 15,6 1-3-15,4-1-2 0,2-3-3 0,11 3-4 16,6-5-4-16,-3-2-1 0,-1-6-5 15,6-2-1-15,7-7-5 0,13-7-13 0,-1-4-10 16,-3-3-5-16,-3-7-8 0,-5-1 3 16,0-6 3-16,-3-4-2 0,-8-5-1 0,3-5 1 15,-8-6 3-15,-2-3 0 16,-5-4 1-16,-4 0 1 0,-7 5-1 0,-3 13 4 0,-6 3-1 16,-5 9 6-16,-5 5 12 15,-7 6 9-15,-4 11 20 0,0 6 15 0,-4 8 18 16,-9 6 12-16,-3 12 13 0,4 9 15 15,7 7 3-15,3 4 2 0,5 5-2 0,9 3-1 16,6-7-12-16,5 1-8 0,4 0-5 16,7 7-12-16,4-1-6 0,4-4-5 15,0-2-7-15,2-1-50 0,4-4-50 0,-1-2-53 16,1-10-71-16,-5-3-83 0,-1 0-92 16,0-5-94-16,-4-4-121 0,-5-4-163 0,-3 1 62 15,-2-4-482-15,-3 1-605 0</inkml:trace>
  <inkml:trace contextRef="#ctx0" brushRef="#br0" timeOffset="-157949.21">21909 11110 3233 0,'0'-12'-101'0,"-5"7"11"0,-3 5 32 0,8 0 37 16,-29 14 36-16,2 5 35 0,-5 10 25 0,-4 8 32 15,-4 4 23-15,-1 7 5 0,-11 11 0 16,2 6-7-16,12-15-6 0,0 2-10 0,6-4-11 16,-1 2-8-16,7-4-7 0,-1-1-8 15,2-2-9-15,2-2-7 0,-2 0-26 0,6-12-71 16,-7 8-93-16,3-11-93 0,-12 4-115 15,10-9-204-15,0-4-49 0,1-1 70 0,1-3-205 16,6-7-217-16</inkml:trace>
  <inkml:trace contextRef="#ctx0" brushRef="#br0" timeOffset="-157746.89">21019 11778 2231 0,'-19'2'113'0,"2"-2"33"16,-2 5 23-16,2 0 34 0,-4 2 18 15,-2 0 1-15,4 1-3 0,1 3-12 16,4 2-13-16,3 1-2 0,2-1-12 16,7 3-12-16,2-1-15 0,11 4-9 15,5 5-15-15,5-1-16 0,4-2-8 0,6-1-46 16,-2-2-65-16,-2 0-96 0,2-4-114 16,-1-1-120-16,-3-4-150 0,6 1-167 0,-10-3 56 15,0 1-346-15,-6-2-422 0</inkml:trace>
  <inkml:trace contextRef="#ctx0" brushRef="#br0" timeOffset="-157031.89">21711 12104 2806 0,'0'0'97'0,"0"0"6"0,-9 3 8 0,9-3 34 0,0 0 30 16,0 0 26-16,0 0 9 0,0 0-9 0,0 0-14 15,0 0-18-15,37-13-18 0,-17 4-12 16,-5 4-13-16,6-2-12 0,0-3-11 16,6-6-9-16,-5-3-16 0,-1-4-3 15,-1-1-3-15,-4-1-6 0,-4-4-10 0,1-4-4 16,-5-4-7-16,-5-1-5 0,4-1-4 16,-7-1-4-16,-7 3 0 0,-2 4-6 15,2 3-6-15,-11 7-2 0,3 7-2 0,-4 8-1 16,2 4 0-16,-4 7 0 0,2-2-1 15,-2 7-5-15,4 2 2 0,-1 2-2 0,7 0 1 16,6 3 3-16,5-3 1 0,3 2 0 16,7 3 2-16,15 0 0 0,7 1-2 0,4-3 1 15,3 1-4-15,-1-4 1 0,0-3-1 16,-2 1-2-16,-4-2-3 0,-5 1-4 16,-10-1-1-16,-2-1 1 0,1 5-3 15,-5 2 1-15,-6 1 0 0,0 1 2 0,-3 1-3 16,-2 2 3-16,-2 3-1 0,-3 3 2 15,2-2-2-15,-1-3 0 0,-2 3 2 0,3 0 2 16,-3-8-39-16,4 4-48 0,1-2-61 16,-4-5-83-16,1-3-70 0,2 4-61 0,0-3-82 15,4-6-146-15,4-1-61 0,0 1 71 16,-6-4-338-16,21 0-393 0</inkml:trace>
  <inkml:trace contextRef="#ctx0" brushRef="#br0" timeOffset="-156716.68">22464 11911 2565 0,'0'-7'13'0,"0"1"15"16,0 6 21-16,-8-7 35 0,8 7 32 0,0 0 28 16,-12-2 12-16,12 2 9 0,0 0-9 15,0 0-6-15,-11 9-12 0,11-9-12 0,-2 8-2 16,2-8-14-16,6 12-14 0,-1-3-2 16,4-1-9-16,2 0-8 0,4 0-6 0,2-1-8 15,6-1-22-15,-2 0-19 0,-2-4-12 16,0-1 5-16,-2-1 3 0,-1-1-1 0,-1-1-10 15,-3-2 18-15,1-2 4 16,-6-2 10-16,-1 2 13 0,0-5 7 0,-4 1 8 0,-2 0-7 16,-2-5-1-16,-4-3-3 15,0 1-5-15,-1-4-6 0,-5 3-6 0,2 1-4 16,-1 2-6-16,0 4-2 0,-3 4-6 16,-1 4-2-16,-2 3-9 0,-8 3-65 0,-7 7-107 15,-3 4-115-15,1 3-145 0,4 2-229 16,3 2 2-16,6-1 75 0,10-1-335 15,7-4-390-15</inkml:trace>
  <inkml:trace contextRef="#ctx0" brushRef="#br0" timeOffset="-156166.42">22756 11991 2670 0,'0'0'75'0,"0"0"-1"15,0 0 0-15,0 0 23 0,0 0 30 16,0-8 12-16,0 8 3 0,0 0-5 15,0 0 5-15,0 0-5 0,0 0-12 0,0 0-4 16,5 20-9-16,-1-15-13 0,0-1-5 16,3 3-13-16,3 0-3 0,-1 1-8 0,4-2-5 15,5 0-5-15,0-4-5 0,-2 1-5 16,4 0-3-16,-2 0-2 0,-2-3-3 16,-2-2 8-16,0-2 20 0,-3 1 8 0,3-1-3 15,-1-3-1-15,-5-2-6 0,0 0-5 16,-3 0-8-16,-3-2-5 0,2-3-6 0,-4 2-5 15,-2-3-2-15,0 0-6 16,-1-1-4-16,1-1-5 0,-5 1 1 0,4 2-4 16,-3 1-3-16,2 1-10 0,3 0-22 15,-3 2-28-15,4-1-25 0,-2 1-48 0,4-2-30 16,2-2-32-16,7-1-10 0,10-5-14 16,2-3 0-16,4 0 12 0,1 1 19 0,0 6 18 15,-9 1 23-15,-3 3 22 0,-1 7 16 16,-8-1 32-16,4 4 50 0,-6 0 61 0,-5 2 41 15,0 0 21-15,7 15 17 0,-5-5 6 16,0 0 2-16,0 3-2 0,-2 1-11 0,2 4-11 16,0-1-6-16,-1 1-12 15,4-1-12-15,1 6-7 0,-3-3-7 0,1-3-6 16,2-1-17-16,-5 1-44 0,6-2-35 16,-5 0-44-16,0 3-39 0,-2-1-25 0,-7 3-17 15,0 1-11-15,-10 2-6 0,0-1 10 16,4-7 19-16,2-3 14 0,2-1 20 0,4-3 25 15,-3-1 27-15,4 0 15 0,2-4 2 16,2-3-2-16,0 0-23 0,0 0-39 16,17 4-43-16,-17-4-64 0,24-4-56 0,-12-1-98 15,-1 1-115-15,3 0-170 0,-3 4-149 16</inkml:trace>
  <inkml:trace contextRef="#ctx0" brushRef="#br0" timeOffset="-155615.77">18342 12382 1860 0,'-27'-4'96'0,"6"1"21"0,8 1 22 0,2-2-4 0,7-1-6 0,4 5-19 0,13-13-14 0,17 1-7 0,18-5-6 15,19 3-10-15,10-1-5 0,32 2-5 16,10 1-6-16,8 4-51 0,2 0-70 0,5 1-95 16,-8-3-162-16,0 2-184 0,-14 2 42 15,-26 1-85-15,-10-1-49 0</inkml:trace>
  <inkml:trace contextRef="#ctx0" brushRef="#br0" timeOffset="-155282.3">20303 11555 1712 0,'-4'-5'108'0,"2"1"-5"15,2 4-10-15,10-10-3 0,1 7-5 0,4-2-3 16,9 0-4-16,10-1-6 0,4 0-8 16,-1 5-10-16,8 0-20 0,-6 1-69 0,5 1-103 15,-14-2-140-15,-1 2-181 0,-8-1-108 16,-3 0-67-16</inkml:trace>
  <inkml:trace contextRef="#ctx0" brushRef="#br0" timeOffset="-154883.16">20855 11461 1764 0,'-9'7'95'15,"-1"3"18"-15,-3 2 11 0,-5 3 8 16,0 3 7-16,4-2-1 0,3-2-13 0,4 0 8 16,1-1-4-16,6 1 2 0,4 0-12 15,7 1-7-15,14 2-9 0,5-3-9 0,5-1-4 16,2-4-9-16,1-4-8 0,3-3-7 16,-7-2-7-16,2-3-4 0,-2-5-2 0,-3-2-9 15,-8-2-4-15,-4-8 1 0,-6 1-5 16,-5 1-7-16,-7 0 0 0,-4-4-10 15,-6-9 3-15,-7 1-5 0,-3 1-2 16,-6 2-1-16,-3 5-6 0,-5 5-3 0,-4 7 7 16,-4 4-5-16,-3 6-4 0,1 8-9 15,-9 6-53-15,2 5-68 0,9 2-75 16,-2 1-106-16,18-2-181 0,3 0-79 0,8-3 69 16,11-1-185-16,5-3-179 0</inkml:trace>
  <inkml:trace contextRef="#ctx0" brushRef="#br0" timeOffset="-153017.05">20753 12617 2433 0,'-37'15'116'0,"-18"8"5"0,-31 15 2 0,-7 7 26 0,-4 6 15 0,-5 5 17 16,0 2 18-16,0 0-4 0,3-2-9 15,10-2 4-15,9-7-7 0,9-3-13 16,24-10-14-16,6-1-18 0,5-4-14 15,11-4-15-15,5 1-7 0,3-4-11 0,6-3-9 16,0-2-9-16,6-5-20 0,-3 2-47 16,5-3-56-16,-1-1-77 0,0-3-73 0,3 2-58 15,-1-6-59-15,2-3-111 0,-5 4-167 16,5-4-1-16,0 0 70 0,0 0-238 0,0 0-255 16</inkml:trace>
  <inkml:trace contextRef="#ctx0" brushRef="#br0" timeOffset="-152699.68">19421 13453 2329 0,'-11'21'109'0,"-3"3"28"15,-4 7 50-15,-6 8 29 0,1 4 26 0,-2 4 24 16,-2-4 6-16,0 6 8 0,4-1-10 16,7 0-15-16,2-2-8 0,6-9-28 0,5 0-7 15,6-3-7-15,8 0-22 0,3-3-12 16,8-3-20-16,10 1-2 0,6-5-19 0,-4-7-16 15,9-7-3-15,0-3-18 0,0-5-8 16,7-6-15-16,-3-4 15 0,1-6-8 16,-1-6-12-16,-11-8-9 0,-13 0 1 15,1-9-5-15,-10 1-10 0,-3-13-7 0,-9 3-7 0,-4-14-4 16,-6 1-21-16,-1-4-18 0,-5 3-8 16,-1 4-8-16,3 8-1 0,-2 4-7 15,0 15-24-15,3 10-36 0,0 4-43 16,-1 7-38-16,1 4-52 0,0 4-72 15,-2 0-76-15,2 4-98 0,2 2-158 0,3 1-79 16,4-1 81-16,2 0-463 0,8 0-566 16</inkml:trace>
  <inkml:trace contextRef="#ctx0" brushRef="#br0" timeOffset="-152466.73">21112 12692 3341 0,'9'-7'96'16,"-8"10"-6"-16,-1-3 46 0,6 28 33 16,-6-4 21-16,4 15 6 0,3 15 8 0,3 6-5 15,9 1-12-15,4 2-19 0,11 16-17 16,7 1-13-16,-2-9-14 0,1-2-15 0,-6-14-39 16,0-4-49-16,1 1-28 0,-2-3-75 15,-5-4-50-15,-4-2-130 0,-8-8-80 16,-7-6-82-16,-5 0-128 0,-2-7-77 0,-8-1 62 15,-5 8-315-15,-3-4-364 0</inkml:trace>
  <inkml:trace contextRef="#ctx0" brushRef="#br0" timeOffset="-152150.47">21411 13605 2749 0,'-39'26'183'0,"-5"9"19"0,-4 3 26 0,5 3 21 16,0 0 26-16,4 0 7 16,5 3 3-16,5-8 7 0,9-2-21 0,9 0-23 0,10-1-24 15,4-7-23-15,8-1-15 16,9 2-20-16,5-6-12 0,3-6-21 0,6-3-33 16,1-4-26-16,-5-4-34 0,2-4-36 15,6-5-16-15,-2-2 2 0,-3-4 5 0,-10 1-3 16,-6-2 4-16,-4-3-2 0,-3 1 2 15,-8-3-1-15,-5-5-1 0,-13-10-4 0,-13-7 3 16,-7 0-4-16,-8-4-34 0,-15-8-58 16,-8 1-72-16,-1 7-101 0,7 17-98 0,-11 5-88 15,-5 7-167-15,-5 7-72 0,-8 7 81 16,-20 7-425-16,-2 5-519 0</inkml:trace>
  <inkml:trace contextRef="#ctx0" brushRef="#br0" timeOffset="-151700.1">17395 13759 3132 0,'-2'-9'76'0,"-2"4"-6"15,4 5-7-15,0 0 51 0,0 0 43 0,7 29 25 0,1-9 17 0,-4 6 9 0,-2 10 1 16,2 4-6-16,2 1 9 0,-3-3-20 16,5 1-8-16,-3-2-5 0,5-2-2 0,1-3-7 15,0-1-17-15,0-2-6 16,0-7-15-16,-2-3-19 0,1-1-12 0,1-3-6 16,-2-1-13-16,-2-4-7 0,0 1-17 15,-1-3-35-15,-1-3-55 0,-1 2-63 0,4-1-71 16,-4-5-127-16,-4-1-131 0,0 0-165 15,19-13-166-15,-11 5 62 0,-1-2-552 16,3-3-705-16</inkml:trace>
  <inkml:trace contextRef="#ctx0" brushRef="#br0" timeOffset="-151100.12">18054 13946 3778 0,'11'0'106'0,"-11"0"-15"15,0 0-14-15,2 9 6 0,-2-9 15 16,2 7 8-16,-2-7 9 0,2 8-2 0,-2-8-11 16,5 5-6-16,-5-5-11 0,9 9-7 15,-9-9-6-15,5 7-10 0,-5-7-5 0,8 6-7 16,-8-6-10-16,0 0-12 0,7 3-3 16,-7-3-15-16,0 0-16 0,0 0-4 15,0 0-8-15,0 0 6 0,0 0-2 0,0 0 0 16,-24-13-2-16,24 13 5 0,-25 0-2 15,9 4 1-15,0 5 4 0,-4-1 2 0,4 6 4 16,-2 0-6-16,1 7 2 16,6-2 2-16,1-4 3 0,7 1 1 0,-2-1 1 15,8-3 3-15,0 1-3 0,7-1-7 16,1-1 10-16,6-1 0 0,5-3 3 0,0-4-2 16,1-1 1-16,2-4-2 0,0-1 1 15,0-4-5-15,5-7 2 0,1 0 4 0,-7-2-3 16,-1-3 3-16,-4 0-3 0,-2 1 3 15,-5 5 8-15,-5 3 18 0,1 0 15 16,-3 3 0-16,2 1-8 0,-6 2 0 16,-1 4 5-16,0 0 13 0,0 0 1 0,0 0 1 15,8 17-5-15,-10-5-4 0,4-2-3 16,0 3-3-16,1 1-3 0,1-1-2 16,2 1-1-16,2 0-1 0,-1-2-3 0,4-2-5 15,0-1-1-15,0 0-1 0,0-4 1 16,3-4-8-16,0 1 0 0,0-4 1 0,5-1 1 15,-4-2-9-15,4-2-1 0,-2-2 3 16,-1 2-2-16,3-3 2 0,-5 2-7 0,-3 1-1 16,-2 0 3-16,-1 2 7 0,1-1-17 15,-3 4 6-15,-6 2-4 0,9-9-5 0,-2 5-20 16,-7 4-28-16,9-5-32 0,-9 5-45 16,9-5-69-16,-9 5-75 0,7-2-67 15,-7 2-96-15,11-3-127 0,-11 3-103 16,9-3 61-16,-9 3-397 0,0 0-477 0</inkml:trace>
  <inkml:trace contextRef="#ctx0" brushRef="#br0" timeOffset="-150815.68">18887 13540 2972 0,'-8'-8'25'0,"1"1"-2"0,0 4 5 0,2-1 6 0,5 4 11 0,-9-3-1 0,9 3-8 0,0 0 6 16,0 0-6-16,0 0-4 0,0 0 0 16,-8 19-6-16,8-6 2 0,2 6-5 15,0 5-1-15,2 2 1 0,-3 10 0 0,1-1 12 16,-2-6 7-16,0-2 0 0,-2-1-1 16,2 1-6-16,0-1 1 0,0-2-4 0,0 1-1 15,-1-2-5-15,-1-1-5 0,2-1 3 16,-2-4-39-16,0 0-49 0,2-4-53 0,-2 2-65 15,0-4-85-15,2 3-122 16,-1-2-136-16,-1-2 31 0,-1 3-121 0,-1-7-112 16</inkml:trace>
  <inkml:trace contextRef="#ctx0" brushRef="#br0" timeOffset="-150399.73">17942 14672 2090 0,'-25'5'288'0,"6"1"-22"0,3-3-9 16,3-2 21-16,5-1 28 0,8 0 7 15,0 0-11-15,0 0-24 0,43-29-32 0,12 9-21 16,30-11-26-16,13-1-18 0,10-2-27 16,8-1-48-16,-1 0-52 0,-5 3-43 0,-8 5-45 15,-7 1-31-15,-29 9-16 0,-5-2-9 16,-7 5 4-16,-14 4 2 0,-8 0 10 15,-9 7 8-15,-5-3 1 0,-6 3 5 0,-2-1 8 16,-4 1-7-16,-6 3-1 16,9-4-37-16,-9 4-52 0,0 0-69 0,0 0-97 15,0 0-141-15,0 0-140 0,0 0 60 16,0 0-250-16,0 0-275 0</inkml:trace>
  <inkml:trace contextRef="#ctx0" brushRef="#br0" timeOffset="-131636.7">12438 3342 228 0,'20'-4'27'0,"-20"4"3"0,14-1 17 0,-14 1 0 0,11-4-3 0,-11 4 4 15,12-2 4-15,-12 2-6 0,0 0 4 16,0 0 0-16,13-3 4 0,-13 3-10 0,0 0-4 16,0 0-2-16,0 0-10 0,0 0 1 15,0 0-3-15,0 0-8 0,0 0 0 0,0 0-17 16,0 0-34-16,0 0-34 0,0 0-49 16,0 0-139-16,0 0 225 0</inkml:trace>
  <inkml:trace contextRef="#ctx0" brushRef="#br0" timeOffset="-129405.21">10868 5519 793 0,'0'0'46'0,"0"0"0"0,0 0 19 0,1 6 27 0,-1-6 13 0,0 0 9 0,0 0 10 0,0 0 6 0,0 0 1 16,0 0 1-16,0 10-4 0,0-10-4 15,0 0-9-15,0 0-8 0,0 0-10 0,0 0-12 16,0 0-10-16,0 0-3 16,0 0-21-16,0 0-39 0,0 0-62 0,0 0-86 15,0 0-133-15,0 0-214 0,0 0-98 16,-11 3-80-16</inkml:trace>
  <inkml:trace contextRef="#ctx0" brushRef="#br0" timeOffset="-128820.33">8880 8158 1841 0,'0'0'91'0,"0"0"-13"0,0 0-6 0,0 0-5 0,0 0 6 0,0 0 9 15,0 0 2-15,0 0-5 0,0 0-8 0,0 0-8 16,0 0-8-16,0 0-17 0,0 0-36 15,0 0-49-15,0 0-65 0,0 0-80 16,0 0-140-16,-35-5-110 0,35 5-93 0,-13-3-37 16</inkml:trace>
  <inkml:trace contextRef="#ctx0" brushRef="#br0" timeOffset="-127555.18">6722 10113 1699 0,'0'0'98'0,"-11"-7"-37"0,8 4-40 0,-5-1-10 0,8 4-1 0,-12-9-26 0,8 5-39 16,-1-1-61-16,1-1-126 0,4-2-259 15,0-2-5-15</inkml:trace>
  <inkml:trace contextRef="#ctx0" brushRef="#br0" timeOffset="-121471.7">15625 5511 861 0,'0'0'85'0,"9"-5"-23"0,-9 5-5 0,3-4 4 0,-3 4-14 0,6-6-5 0,-6 6 0 16,8-6-4-16,-8 6 5 0,2-6-1 0,-2 6-6 16,6-5-4-16,-6 5-4 0,0 0-3 15,0 0-12-15,3-2-29 0,-3 2-49 0,0 0-59 16,0 0-165-16,0 0-58 15,0 0 138-15</inkml:trace>
  <inkml:trace contextRef="#ctx0" brushRef="#br0" timeOffset="-120772.23">14620 8154 1072 0,'4'-8'34'0,"-4"8"15"0,0-8-4 0,0 8 7 0,0-13-10 0,0 9 7 0,2-3-2 0,0-3 0 0,-2 4 3 16,2 1-1-16,-1-2-8 16,1 0-1-16,0 2-7 0,-2 5-5 0,4-9-28 0,-4 9-37 15,3-7-54-15,-3 7-63 16,0 0-159-16,11-3-56 0,-11 3 119 0</inkml:trace>
  <inkml:trace contextRef="#ctx0" brushRef="#br0" timeOffset="-120105.93">16220 10132 1226 0,'4'-9'150'0,"1"3"5"0,-3 0-5 16,-2 6-1-16,1-7-2 0,-1 7 1 0,4-6-1 0,-4 6-6 16,4-9-6-16,-2 2-7 0,-2 7-5 0,1-7-13 15,3 1-13-15,-4 6-12 0,2-4-8 16,-2 4-3-16,4-8-27 0,-4 8-35 0,0 0-46 16,4-4-44-16,-4 4-49 0,0 0-65 15,0 0-116-15,0 0-191 0,-12 21 50 16,7-13-100-16,-6 2-52 0</inkml:trace>
  <inkml:trace contextRef="#ctx0" brushRef="#br0" timeOffset="-119355.5">14405 11596 1878 0,'7'-9'136'0,"-5"2"2"0,2 0-14 0,-2 5-13 0,-2 2-10 15,4-9-4-15,-4 9-10 0,1-5-2 16,-1 5-5-16,0 0-12 0,2-7-7 0,-2 7-24 16,0 0-41-16,4-6-50 0,-4 6-74 15,2-6-94-15,1 1-131 0,-2-2-109 0,3 0-144 16,0-3-104-16</inkml:trace>
  <inkml:trace contextRef="#ctx0" brushRef="#br0" timeOffset="-115357.36">15965 7824 735 0,'10'-14'139'0,"-5"4"-11"0,4-2 3 0,-2-1-3 0,0 2 9 0,4-1 15 15,-6 2 2-15,2 0 9 0,1 2 19 0,-5 2-3 16,1 1-6-16,1-2-15 16,-1 4-14-16,-4 3-17 0,5-6-4 0,-5 6 23 15,0 0 6-15,0 0-9 0,0 0-8 16,-4 21-14-16,3-13-13 0,-1 2-11 0,0-1-8 15,0 1-6-15,2-1-8 0,0 0-7 16,0-1-2-16,2-1-6 0,0 1-5 0,-2-2 0 16,0-6-5-16,5 8-8 0,3-4 0 15,-8-4-7-15,21-4-1 0,-6-2-4 0,4-3-2 16,10-7-6-16,-3 1 0 0,-1-3-3 16,-8 7 1-16,-1 0-6 0,-5 5-8 15,-2 1-1-15,1-1-5 0,-2 5 2 0,-8 1-1 16,0 0 3-16,13 5 0 0,-13-5-2 15,3 15-1-15,-3-5-1 0,2 3 7 16,-2-1-5-16,3 1 3 0,-1 1 1 16,-2-2-2-16,2-2 0 0,-1 1-3 0,-1 0 1 15,2 0-1-15,0-4 3 0,0 3-15 16,0-3-37-16,-2-7-59 0,0 12-37 0,0-8-32 16,0-4-28-16,-2 9-36 0,2-9-41 15,0 0-28-15,0 0-53 0,0 0-77 0,0 0-65 16,-6-29-176-16,6 10-176 0</inkml:trace>
  <inkml:trace contextRef="#ctx0" brushRef="#br0" timeOffset="-115040.77">16375 7409 1864 0,'-8'-12'-12'15,"-1"4"26"-15,-3 4 23 0,-1 2 30 16,-6 5 21-16,-14 8 23 0,-3 6 24 0,-13 11 8 16,0 4 18-16,-3 5 6 0,-7 15-4 15,15-9-7-15,6 0-8 0,3 3-6 16,9 1-15-16,9 1-7 0,8-6-3 0,7 0-9 15,7-1-9-15,10 6-8 0,6-6-10 16,8 0-7-16,1-6-4 0,5-2-8 0,1-7-3 16,4-6-9-16,-6-10-2 0,4-5-6 15,-2-6-1-15,4-6-3 0,14-10-6 0,-4-7 2 16,-2-10-6-16,1-4-3 0,8-17-1 16,-4-5-4-16,-7-7-2 0,-4-7-4 0,-6-4-9 15,-9-1-4-15,-12 14 2 0,-12 1-5 16,-10 6-1-16,-12 6-8 0,-14 6-3 15,-14 10-13-15,-16 7-20 0,-10 10-17 16,-27 5-37-16,10 8-32 0,-21 16-44 0,9 5-57 16,5 9-80-16,11 8-174 0,29-2-99 15,9 2 72-15,13 4-199 0,19-7-206 16</inkml:trace>
  <inkml:trace contextRef="#ctx0" brushRef="#br0" timeOffset="57725.01">11350 5031 372 0,'0'0'39'0,"-9"-4"11"0,0 2-10 15,9 2 5-15,-13-3-10 0,1 1 14 0,1 0 13 0,-2 1-2 0,-1-1 3 0,-2 0-2 16,-4-1 2-16,1 0 1 0,-3 1-4 15,-3-1 1-15,0-1-4 0,-2 2-1 0,0-1-3 16,1-1-5-16,-5 3-5 0,2-1-6 16,-1 2 1-16,-8-2-8 0,-2 4-1 0,-1 0-7 15,-2-1 1-15,0 5 0 0,-1-3 7 16,-2 2-3-16,-2-1-4 0,-9 2 3 0,2 3-2 16,9-2 4-16,0-2 0 15,3 3-5-15,-1 3-6 0,4-3 3 0,-16 3-1 16,16-3-3-16,-3 3-1 0,-7 2-2 15,12-3-4-15,-1 1 2 0,2 2 0 16,1-1-3-16,1 1 1 0,3 2 0 0,3-1-3 16,-5 2 2-16,6 1-1 0,-3-2-2 15,4-1 0-15,2 3 1 0,2 0 3 0,1 0-5 16,3-2 5-16,-4 2-4 0,-1 0 1 16,2 1-1-16,-1 1-3 0,-2-1 2 0,0 1 1 15,1 2-2-15,-1-3 0 0,-1 3 3 16,-3-1-4-16,0 0 2 0,1-1-3 15,-1 0 4-15,4-2-1 0,-2 2 1 0,3-3-2 16,-1 2 0-16,6-5 0 0,2-1 1 16,-6 5-2-16,6-4 4 0,-8 3-3 15,3 1-3-15,-2 1 3 0,-1-3-1 0,1 3 0 16,-5-3 0-16,0 3 1 0,1-3-3 16,2-1 1-16,-5 1 3 0,-4 2-4 15,5-1 3-15,-3-1 2 0,1 1-7 0,2 0 5 16,-7 1 1-16,3 0-5 0,-5 3 3 15,4-5-2-15,-2 1 2 0,-10 8-2 16,1 0 0-16,5-2 2 0,-4 2 1 0,6 0-1 16,-9-2-1-16,6-1 1 0,8-4 1 15,1 2-4-15,3-2 6 0,-1-2-3 0,-1 2-2 16,3-2 1-16,-1 2 0 16,3-1-2-16,-1 0 3 0,1 1-1 0,-2-1 2 15,0 1-2-15,1 0 1 0,-1 0-2 16,3-1 5-16,1 0-3 0,0-2-2 0,0 3 1 15,9-5 2-15,0 0 1 0,3-2-3 16,1 2 2-16,1-1 1 0,2-1-5 16,-3 2 6-16,3-2-5 0,-1 2 0 0,-2-1 1 15,3 1 0-15,0-1 1 0,1 4-3 16,-4-3 0-16,0 5 3 0,-8 3-2 0,-1-1 4 16,2 2-2-16,2-4 0 0,2-5-2 15,-6 7 3-15,1-2 0 0,-1 0-3 0,5-4-1 16,-2-1 4-16,-4 4-1 15,2-3-2-15,1-1 0 0,2-1 4 0,-9 7-6 16,-1-5 7-16,2 3-5 0,-2-1 0 16,0 0-1-16,1 3 1 0,-4 0 2 15,1 1 0-15,1 2 1 0,-1 1-2 0,0 1-1 16,1-2 2-16,-6 5-2 0,5-5 3 16,4 2 0-16,-4-2 0 0,3 1-4 0,-3-1 2 15,4 0-4-15,-1 0 6 0,-1 1-3 16,1-3 2-16,-1 1-4 0,0 1 7 15,0 1-5-15,2-2 2 0,-2 4-5 0,-7 5 3 16,4 0 2-16,-4 1-2 0,-1 0 2 16,1 2 0-16,-2-1-3 0,2-2 1 15,-1 0 0-15,-1-2 1 0,3 1-7 16,-3-2 6-16,0 0-2 0,6-6 0 0,-6 7-1 16,1-2 4-16,-3 3-2 0,2 1 0 15,0 0 0-15,0 3 1 0,-1-1-4 0,1 2 5 16,2 1-2-16,1 0 2 0,1 0-1 15,2 0-2-15,-3 4 0 0,6-2 2 16,-1 1 1-16,3 2 3 0,-4 2-5 0,7-4 1 16,1 5-1-16,3-10 1 0,3 2 0 15,2 1-3-15,-2 0 3 0,1-2-2 0,1 2 1 16,0-1 3-16,1-1-1 0,1 1-3 16,-1 0 1-16,6 0 7 0,-5 0-5 0,4 1-1 15,-1 1-5-15,0 1 6 16,1 3-1-16,1 1 2 0,1 0-3 0,-2 12 4 15,4 3-3-15,-5 0 2 0,6 0-2 16,-3 0 4-16,-2-2-4 0,5-11 1 16,1-1 0-16,-3-1 2 0,2-4 0 0,-2 1-2 15,4-7-3-15,-1-6 5 0,1 1-2 16,-2 1 1-16,2 0-2 0,0-2 1 0,0 1 0 16,3 3-2-16,-3 7 2 0,4-3-4 15,-2 6 7-15,3-2 5 0,-3 1-6 0,5 4 3 16,-2-4-4-16,-3 3 0 0,4 0 1 15,-1-2 2-15,2-2-1 0,2 1-4 16,-3-2 4-16,-3-1-2 0,3-2-2 16,0-3 2-16,-2-6 0 0,5 5 0 15,-5-3-2-15,1-4 2 0,1 0-1 0,0-1 4 16,0 1-3-16,0 1 3 0,3 6-1 16,-1 0 3-16,-1-3 2 0,6 3 1 0,-1 0 1 15,1 1 0-15,3-1-3 0,-3 4 3 16,5-4-2-16,-4 5 0 0,0-2-2 0,-1 1 1 15,-2 1 4-15,1-1-2 0,-1 0 2 16,0-5-3-16,0-6 3 0,-4 0 12 16,0-5 6-16,4 3 7 0,-4-5 8 0,4 3 9 15,1-3 5-15,1 1 1 0,3-1-1 16,-2-3-4-16,11 5-1 0,-2 0-10 16,1 0-4-16,3-1-3 0,2-1-6 15,1 0 4-15,1 2-6 0,1-2-5 0,0-1-2 16,-1 0-1-16,4 1-4 0,-3 2 2 15,1-5-3-15,-1 5 5 0,0-5-10 0,1 0 4 16,1 0 0-16,2-5-2 0,2 4 5 16,1-2 0-16,-3-1-4 0,3 3-4 15,-1-3-3-15,3 1 9 0,-3-1-9 0,2 1 5 16,-2 1-6-16,-3 0 1 16,-1-3-2-16,-2 4 0 0,0-3-2 0,-5 1 2 0,6 2 0 15,-3-1 2-15,2 3-7 16,-1-5 3-16,3 1 4 0,-2 2-4 0,4-4 0 0,1-1 2 15,1-1 5-15,2-2 5 16,2 1-2-16,2 0 0 0,-3-2-1 0,4 0 4 16,-6 1 0-16,1 2-8 0,-1-2 2 15,-3 0 5-15,-5 0-3 0,-3 0-3 16,-1 0 3-16,2 1-7 0,-3-2 3 0,3 0 3 16,3 6-6-16,1-5 2 0,-6 1 9 15,-2-4 2-15,4 3 4 0,1-1 6 0,11-4 11 16,4 2 13-16,0 0-12 0,0 0-4 15,1 0-9-15,-2 2 10 0,-3-1-7 16,0 1-4-16,-1 3 0 0,-10-4-7 16,-3 2 6-16,2 0-13 0,-5 1 3 0,1 1-3 15,1-2 4-15,-1 2-3 0,0-1-3 16,2 1 0-16,-2-2 3 0,2-1-16 16,1 0 5-16,3-2 0 0,10 0 0 0,1 0-2 15,2 0 5-15,2-2 4 16,-2 2-7-16,-1-2 4 0,2 4-7 0,-6-2 7 0,-3 0-3 15,2 2-4-15,-3-1 3 0,-4-1 5 16,9 2-7-16,-1-2 5 0,-4 2-2 0,5-4 0 16,4 0 3-16,-5 1 0 0,4-3-4 15,-2-2-1-15,4 4 2 0,-6-5 0 16,3 2 0-16,2-2-2 0,-4-1-3 16,2 2 0-16,-2 1 3 0,0-2-1 0,2 0 3 15,-2 2-2-15,-2-2 2 0,0 1-4 16,1 0 1-16,-1-2 2 0,0 1-3 15,-1-1 0-15,-1-2 7 0,3 3-3 0,-1-5-4 16,0 2 0-16,3-1-2 0,-2 1 5 16,3-1-2-16,1 0-4 0,5-2 4 0,-7 3 1 15,3-2-7-15,-5 1 7 0,6 1-3 16,-8-1-2-16,3-2 6 0,-1 3-6 0,-1-2 4 16,-2 0 1-16,-2-3-3 15,0 2 2-15,3 0 0 0,7-7 2 0,-10 6-3 16,0-2 4-16,0-1-6 0,1 0-2 15,-2-1 5-15,-3 2 0 0,2-1 3 0,-3-1-6 16,0 3 7-16,-2-1-5 0,-2 1 2 16,2-2-1-16,-2 3-2 0,2-2 0 15,-2 0 3-15,0 2 4 0,-1-2-16 0,3 1 12 16,-1-4 0-16,1-1 3 0,0 3-5 16,2-3 1-16,-3 1 4 0,3 0-5 0,-3-3 7 15,1 3-2-15,0-1 0 0,-3-2 1 16,1 3-11-16,0-3 6 0,-1 4 1 15,-1-3-1-15,1 0-5 0,-5 3 9 0,1-2-3 16,2 0 16-16,1-2-3 0,-7 0 4 16,7 0-1-16,-1-2 4 0,-2-2-7 15,3 1-1-15,-2-3 4 0,2 1 5 0,6-6-6 16,-7 5 8-16,5-4 2 0,-6 3-3 16,1 0 3-16,-4 0-9 0,7-6 8 0,-6 6-4 15,-2-3 1-15,6-4-5 0,-4 3-14 16,-4 1 14-16,6-10-1 0,-2 3 0 15,-2 6-5-15,-4-1-4 0,5 2-1 0,-2-1 6 16,-2 0-7-16,2 2 2 16,-1 0 1-16,3 2-5 0,-4-2 4 0,4 0-5 15,-2 2 0-15,2-2-2 0,0-2 6 16,-2 2-3-16,4-1-2 0,-6-2-4 0,8-7 1 16,-4 0 5-16,0 5-2 0,-2-5 0 15,-2 7-1-15,1-2-1 0,-1 2 1 0,-1-3-2 16,-1 4 4-16,1-1-2 0,-1 0 4 15,-3 2-1-15,2-1-7 0,3 2 2 0,-3 2 3 16,-2-3-2-16,3 3 3 0,-4 6-8 16,3-5 8-16,-5 3 1 0,3-6-8 0,-1 0 6 15,-3 5 2-15,4-5-6 0,-4 6 0 16,3-8 0-16,-7 7 1 0,3 2 0 16,3-8-2-16,-5-1 4 0,7-1-4 15,-6 7 2-15,1-6 3 0,2 6-4 16,-5 0-1-16,3 1 0 0,3-6 1 0,-6 3-3 15,3 5 5-15,0-1 3 0,0 0-16 16,-3 0 9-16,1-1 4 0,0 2-2 0,0-4 3 16,0 3 3-16,0 0-2 0,-1-2-1 15,-1 1-8-15,2-1 7 0,-2 0-2 0,0 1 6 16,3-1-2-16,-1-9 0 0,-2 4-13 16,2 7 13-16,0-1-3 0,-2-1 1 0,0 1 3 15,-4-2-4-15,4 3 3 0,-2-2-9 16,-3-9 9-16,4 2-7 0,-3 5 6 15,0 4 1-15,1-8 3 0,-5-2 0 16,4 2-1-16,-4-1-2 0,3 0 5 16,-3-1-6-16,3 1 2 0,-6 1 2 0,4 3-5 15,-2-2 3-15,2 0-3 0,-6 1-1 16,1-1-4-16,-2 1 5 0,-1 0 2 0,-3-2 2 16,4 1-5-16,-10-10 1 0,-2 3-3 15,1 1 0-15,-2-3 7 0,-2 2-7 0,3-1-6 16,-4-1 6-16,-1 1 0 0,1-2-1 15,0 1 1-15,-3 0 4 0,0 0-11 0,1 5 6 16,-3 0-5-16,-1 2-17 0,4 4-18 16,-4 1-51-16,7 6-46 0,1 3-51 15,-3 1-62-15,4 2-89 0,1 0-193 16,1 0-44-16,4 3 72 0,7 0-162 0,2 3-165 16</inkml:trace>
  <inkml:trace contextRef="#ctx0" brushRef="#br0" timeOffset="65156.29">13430 11233 1108 0,'-13'-5'49'0,"4"0"3"0,-3 3-9 16,5-4 15-16,-1 2 0 0,-4 2 8 0,3-4 5 15,2 3 8-15,-1-3 8 0,-2 5 8 0,5-2 4 16,5 3 2-16,-13-5-2 0,6 0-3 16,7 5-1-16,-9-2 2 0,9 2-4 0,-7-4-1 15,7 4-9-15,0 0-6 16,-10-2-11-16,10 2-2 0,0 0-4 0,0 0-6 0,-8-4-8 15,8 4 1-15,0 0-1 16,0 0-9-16,32 12-3 0,2-4 0 0,5 2-4 16,22 3-6-16,8 5 2 0,22 4-3 15,6 0-6-15,9-1 0 0,3 2-4 0,13-3 6 16,9 3-4-16,2-2-5 0,4 1 3 16,0-3-2-16,-3 1-7 0,-3-3 2 15,-7-2 5-15,-8-1-6 0,-7-2 3 0,-29-5-2 16,-4 1-6-16,-5-2 0 15,-7-4-2-15,-1 1 0 0,-11-1-5 0,-1-7 2 0,-1 3-3 16,-4-2 3-16,-3-2 0 16,-3 2-2-16,-4-3 0 0,-7 1 3 0,-6 2 4 15,-2-3-5-15,0 2 1 0,-6-1 4 16,1-1-2-16,-3 5 1 0,-2-2 2 0,-1 0-3 16,-3 0-1-16,3 4-7 0,-10 0 7 15,14-4-3-15,-14 4-1 0,11 0 2 0,-11 0-1 16,11 10 4-16,-7 1-4 0,0-1 0 15,2 5 0-15,-5 3 2 0,3 6 1 16,0-1 0-16,-2 3-1 0,-2-1-4 0,1 1 8 16,-1 3-1-16,0-3 0 15,0 10 7-15,2-8 4 0,-2-2 0 0,0-8-3 0,2 1 2 16,-4 0-3-16,4-5 2 16,-2-1-5-16,-2 0 3 0,2-2-4 0,-2 2-2 15,2-3 1-15,-3 1-1 0,-1-3-1 16,0 4 6-16,-5-2-5 0,-3 3 3 0,-1-1-1 15,-10 9 2-15,-4 0-1 0,0 0 6 16,-10 3-1-16,-3-2 8 0,-4-2-2 0,-2 1-1 16,0-4 2-16,-5 0-2 0,-6-1 0 15,0-3-3-15,-10-2-3 0,0-5 3 16,-5 3-2-16,-7-3 1 0,3-4 0 16,-8 2-6-16,2-2 7 0,1-2-3 0,-3-2-4 15,0 2 4-15,1-2-2 0,0-1-3 16,-3-1 5-16,2 0-6 0,5-4 3 15,-1 2-2-15,-1-3 3 0,2-1 0 0,-4 1-1 16,3 0 3-16,3 3-6 0,-2-1 0 16,5 0 0-16,1 2-3 0,7 0 3 0,3 1 6 15,9 4-7-15,5-1-1 0,1 2-1 16,5-1 2-16,-2 2 2 0,6 1-1 0,4-1 3 16,9 0-2-16,1 0 0 0,3 1-1 15,0 1-3-15,3-1-1 0,1 0-1 16,4 1 3-16,-2-3 4 0,5 1-3 0,0 0 1 15,1-1 4-15,10-1 30 0,-17 0 7 16,17 0-1-16,-18-8-12 0,13 0 3 16,-3-5 4-16,3-7-8 0,1-4 6 15,0-11-3-15,4-6-7 0,4-1-6 0,5-17 0 16,2-4-2-16,5-4-13 0,6-17-17 16,-4 15-28-16,9-15-41 0,-13 18-39 0,0 5-30 15,-3 9-14-15,-5 14-13 0,-6 9-52 16,-2 6-71-16,0 6-143 0,-3 3-28 0,-3 4-139 15,-1 3-112-15</inkml:trace>
  <inkml:trace contextRef="#ctx0" brushRef="#br0" timeOffset="66624.37">13606 11262 1642 0,'-20'10'-36'0,"20"-10"10"0,-11 3 22 0,11-3 15 16,0 0 10-16,-11 2 6 0,11-2 8 0,-14-2 5 15,14 2 3-15,-14-2 0 0,14 2 2 16,-22-1-2-16,13-2 2 0,-2 2 3 0,-3 0-1 15,3-1-3-15,-1 1 2 0,-1-1-1 16,2 0-2-16,-1 0-1 0,12 2-2 0,-18-3-3 16,9 3-6-16,9 0 0 15,-14-4-4-15,5 3-2 0,9 1-2 0,0 0 0 16,-16-6-4-16,16 6 1 0,-11-4-7 16,11 4 2-16,-11-2-2 0,11 2-3 0,-9-4 3 15,9 4-5-15,0 0 0 0,-9-5 0 16,9 5 0-16,0 0-4 0,-10-6 2 15,10 6-2-15,-8-2 1 0,8 2 0 0,0 0 1 16,0 0-1-16,-9-6 3 0,9 6 1 16,0 0 2-16,0 0 0 0,-5-5 2 0,5 5-1 15,0 0-5-15,0 0-1 0,-7-7 0 16,7 7 2-16,0 0 2 0,0 0-3 0,-4-6 1 16,4 6-3-16,0 0-1 15,0 0 0-15,-7-7-1 0,7 7-1 0,0 0 1 16,-7-5 0-16,7 5 1 0,0 0-3 15,0 0 1-15,-9-5 2 0,9 5-4 16,0 0 3-16,-9-6-2 0,9 6 0 0,0 0 0 16,-15-3-3-16,15 3 2 0,-17-3 0 15,17 3 1-15,-20 0 0 0,11 0-3 0,9 0 0 16,-16 0 1-16,16 0 0 0,0 0 0 16,-22 0 2-16,22 0-3 0,0 0 1 0,-14-3-3 15,14 3 0-15,0 0-4 0,0 0 1 16,-13 3-1-16,13-3-1 0,-3 10 1 15,-1 0 4-15,0 3 8 0,1 9 10 16,-4 13 15-16,3 1 16 0,-1 2 6 0,1 3 7 16,1-2 10-16,1 0-4 0,-2-4 6 15,4-4-6-15,4-4-4 0,-2 8-7 16,3-3-4-16,1-6-29 0,-1-1-59 0,2-6-70 16,-4-1-93-16,1-3-141 0,-2-1-165 15,2-3 40-15,-4-5-120 0,0-6-87 0</inkml:trace>
  <inkml:trace contextRef="#ctx0" brushRef="#br0" timeOffset="74988.89">15944 5318 1425 0,'0'0'-116'0,"0"0"11"0,0 0 18 0,-11 2 3 0,11-2 14 15,0 0 15-15,0 0 13 0,0 0 3 16,0 0 7-16,0 0 8 0,0 0 11 0,0 0-1 15,0 0 6-15,-17-5 2 0,17 5 6 16,0 0 1-16,0 0-1 0,0 0 4 0,0 0-4 16,0 0 9-16,0 0-5 0,0 0-4 15,-12-2 4-15,12 2 0 0,0 0 4 16,-7-3-7-16,7 3 1 0,0 0-2 0,-16-2 3 16,16 2-7-16,-9-1 7 0,9 1 7 15,-16-4-9-15,9 3 2 0,7 1 3 0,-15-2-1 16,5 0-4-16,10 2 5 0,-17-3 0 15,7 3-1-15,1-2 1 0,9 2-7 0,-21-2 3 16,12 2 2-16,-4-2 5 16,2 2-4-16,0-1 1 0,11 1-2 15,-21-2-2-15,10 2 4 0,0 0 3 0,11 0-4 16,-21 0-2-16,5 0 0 0,1 2 4 16,1-2 1-16,1 3-2 0,-2-1 0 0,-2 1 2 15,1 1-8-15,3-1 6 0,-2 1 0 16,-2 1-1-16,1 0-7 0,3 0 6 0,1 0 1 15,-4 0-2-15,3 0-4 0,-3 3 7 16,3-2-1-16,-1 3 2 0,1-3 1 16,-2 2-8-16,-2 1 11 0,1 0-6 0,-2 2-1 15,2-1 0-15,-1 1 1 0,-2 1 1 16,3-2 3-16,-2-1-2 0,0 3-2 16,-6 3-1-16,3-1 0 0,-4-1 3 15,6 3-1-15,2-4-3 0,3 0 3 0,-2-1-10 16,0 2 9-16,3-2-5 0,-3 1 3 15,5 0 1-15,-4 2-3 0,4 0 0 0,-3-1 5 16,3-1 1-16,-2 2-11 0,1 0 10 16,-1 0-3-16,1 0 2 0,1 1-7 0,0 1 10 15,-2-3-6-15,1 3 2 16,-2-3 3-16,1 3-5 0,0 1 2 0,-3-2 4 16,0 6-6-16,2-4 6 0,1-2-3 0,1 2-2 15,-3-1 5-15,1 1 2 16,-3 5-9-16,5-3 4 0,1-2-7 0,-2 1 3 0,1-1 2 15,1 2 3-15,1-2-7 16,1 2 6-16,0-2-2 0,-1 2 3 0,-2 1 1 16,5-1 0-16,-9 5-2 0,7-2-1 15,-4 4-1-15,-1-1 4 0,1 4-1 0,-2 0 1 16,2-2-8-16,-5 2 9 0,3-2-1 16,2 2-1-16,-4 1 0 0,1-3-1 0,1 2 1 15,0 0-4-15,0-1 2 0,-1-1-3 16,1-1-1-16,2-3 7 0,2 0-3 15,-7 1 5-15,5 0-5 0,-3 2-1 16,5-4 1-16,-2 2 0 0,-1-5 0 16,5 1 2-16,-8 5 0 0,2-2-6 0,-1 4 4 15,1-1 0-15,-2 1-3 0,2 4 1 16,-1-4 3-16,2 2 4 0,-4 1-3 0,3-1-6 16,1-1 2-16,1-1 3 0,0 2 2 15,-2 1-6-15,1 0 0 0,-1-1 5 0,1 3 4 16,3-3-6-16,2 1 1 0,-5 0-4 15,3 2 1-15,-2-3 6 0,-1 0-4 16,1 0 3-16,-1 0 3 0,2-2-5 0,-2 2 1 16,1-1 0-16,-3 1-4 15,1 0 4-15,1 1-2 0,0-1-1 0,-4 1 5 16,3 1-2-16,0 2-2 0,-2-1 4 16,-1 1 7-16,4-1-1 0,-4 2 4 0,1-2-3 15,4 0-1-15,-4 3 1 0,1-1-1 16,1-2 0-16,2 1-3 0,0 1-4 0,-3 0 4 15,3 2 0-15,-5 8-7 0,7-7 4 16,-3-1 1-16,3 3 2 0,0-1-3 0,-3 0 3 16,5-1-3-16,0 2-3 0,-3-5 4 15,3 2-1-15,0 0-4 0,-4 0 0 16,6-2 2-16,-4 0 0 0,3 0 2 0,-2-1-3 16,-1 2 3-16,3 1-4 15,1 1 3-15,-4 1-2 0,-1 11-4 0,-3-6 4 16,1 5-1-16,-1-3 1 0,-1 0-1 15,5-8-3-15,-6 8-1 0,6-8 4 0,-6 6 2 16,1-8 1-16,4 0 3 0,-2-3 2 16,1 0 1-16,-1-3-2 0,3 1-2 0,0-3 5 15,-1 0-1-15,2-3 4 0,3-3-6 16,-1-1 0-16,-3 9 0 0,1 0 1 0,0 5-3 16,-1-2-5-16,0 2 9 0,-1 4 0 15,-1 6-2-15,-3 4-1 0,2-1-2 16,-4-1 3-16,3-1-2 0,0-1 2 15,0-1-1-15,3-5 1 0,3-3 0 16,-3 4 2-16,4-1-1 0,1-4-1 0,-1 0 5 16,5 0 0-16,-3 0-1 0,1-5-3 15,4-4 5-15,-3 8-4 0,2-4 0 0,0-3-2 16,2 1 3-16,0 0-2 0,-2 13-4 16,1-3 3-16,1 4 0 0,-2-1-1 0,2-1-2 15,-2 1 2-15,2 1-3 0,0-2 1 16,0-2-1-16,4-1 3 0,-3-6-2 15,3 5 2-15,2-6-2 0,-3-5 3 0,2 0-1 16,2 7-1-16,1 1 3 0,-3-6 1 16,4-3-2-16,2 6 4 0,-2-3-1 0,1-1 1 15,1 2 2-15,2-1 3 0,-3-4 2 16,5 6 2-16,3-3-1 0,-4-1 1 16,4 0 2-16,-1-1-3 0,-2-6 1 15,-2-1-3-15,3-2 0 0,-1 0 5 0,8 6 4 16,-6-8-3-16,5 6 0 0,3-1-1 15,0 1-3-15,-1-1-2 0,-6-4-2 0,1-1-2 16,6 5-2-16,0 0-3 0,-3-1 0 16,3 1-2-16,-3-5 2 0,3 5-4 15,1-3 0-15,1 0 1 0,-1 1 0 0,3-1 1 16,3-3 2-16,0 1-4 16,3 0-1-16,0 1 1 0,-3-3 2 0,0 2 0 15,2-1-5-15,-3 1 2 0,-1-2-5 16,-3 2 4-16,-2-4-4 0,-5 1 4 0,2 0 0 0,-3-1 0 15,1 1-4-15,2-3 1 16,-1 1 3-16,2 2-1 0,1-4 0 0,1 0 0 16,11 2-3-16,1 1 5 0,3-4 0 15,-1 1-4-15,-1 0 1 0,1-2 0 0,-3 3-1 16,0 0-5-16,-5-2 1 0,-6 0 0 16,1-1-3-16,-1 0 6 0,-1 2-2 15,-1 1 0-15,2-2 1 0,-1 0 0 0,-2 0-1 16,1 0-1-16,4-2 6 0,-1 1-6 15,10-1 5-15,-3 2-3 0,-3-4 2 0,13 2-2 16,-7-2 3-16,3 0-3 16,4-2-3-16,-1 2 2 0,-3-2 3 0,6 0-2 15,-6 1-1-15,-1 0-1 0,5-4 1 16,-5-1 0-16,-6 4 1 0,-3 0 4 0,-3-4-6 16,9 0 2-16,-5 1 1 0,-5 2 1 15,9-6-2-15,-7 4 3 0,7-2-3 0,-2-1-4 16,3-2 6-16,-1 1-1 0,0-3 0 15,3-2-2-15,1 1 0 0,0-1-2 16,10-6 0-16,-5 2 2 0,3-4-4 16,-2 2 7-16,-4-3-2 0,0 3-1 15,-7 1 0-15,-5 1 0 0,1-1 2 0,-1-1-2 16,-4-1 1-16,1 2 0 0,0-3-5 16,-2 2 5-16,2-4 0 0,-2 0-1 0,0 0-1 15,0 0 3-15,2-3-5 0,3-4 4 16,5-2-2-16,-1 0 0 0,-7 7 0 0,4-6 2 15,7 3-4-15,-4-3 5 0,-2 1 0 16,1 2-3-16,-4 2 2 0,-3 3-4 0,1 1 4 16,-2-2-3-16,0 0 2 0,-1 1-1 15,1-4 11-15,0 3 4 0,0-1-2 16,-1-1-4-16,3-2 6 0,4-3 1 16,-6 6-4-16,2 1 1 0,0-1 0 0,-1 1-6 15,9-6 3-15,-9 5 3 0,7-6-9 16,-10 9-1-16,4-2 1 0,-2-2 7 15,-1 0-4-15,1-1-3 0,-1-2 2 0,1-6-2 16,-1-4-2-16,1 1 1 0,-2-3 0 16,-6 11-1-16,6-13-1 0,-1 3 12 0,-7 5-1 15,4-5 1-15,-4 5 0 0,7-8 3 16,-6 0 1-16,4 1-4 0,-2-4-1 0,2 2 2 16,-3-1-3-16,2 2-4 0,-2 1 1 15,3-2-1-15,-4 0-1 0,4-1-1 16,-2-2-2-16,-1 0 4 0,-3-2-2 0,4 0 0 15,-1-3 0-15,3 4-3 0,-6-3 2 16,4 1-5-16,4 0 1 0,-6-2-2 16,2 1 2-16,1 0 1 0,-2 3-4 15,-4-1 3-15,3 5 0 0,-3 7 1 0,0-3-2 16,-2 5 0-16,-2-3-1 0,1 0-2 16,-3 1 2-16,2-2 2 0,-2 2 0 0,1-1-4 15,-4 0 0-15,-1-1 8 0,1 1-8 16,0-2 3-16,2 1-4 0,-4 1 3 0,0-1-1 15,0 1 0-15,0-1-1 0,-4 1 1 16,0 0 1-16,1 3 1 0,-3-4-3 0,1 2 3 16,-2 2-3-16,2 0 5 15,-5 4-4-15,5-1-3 0,-4 1 4 0,2 6 2 16,3 3-7-16,-1 0 5 0,-1 1-3 16,2-1 4-16,-4 1-2 0,5 0-4 15,-3 1 5-15,2-1 2 0,1-1-2 0,-4 0 2 16,5 2-5-16,0-4 1 0,-1 3 2 15,-1-2 0-15,2 1-2 0,0-2 3 0,-1 1-3 16,-1 0 2-16,2 1-2 0,-1-2 2 16,0 1 3-16,-1 1-4 0,0-2 3 0,2 2-5 15,-1 2 5-15,-1-3-2 16,2 3-1-16,0 0-1 0,1 1 2 0,-6-3 5 0,5 2-6 16,0-2 1-16,-1 3 0 0,-3-1-2 15,2 0 1-15,3-1-1 0,-7 0 2 16,4 0 0-16,-4 1-3 0,1 0-1 15,1-1 1-15,-2 1 2 0,2 1 1 0,-3-1-1 16,4 2-1-16,-6-3 3 0,4 4 0 16,2-3 2-16,-3 1-4 0,3-2 2 15,-4 3-1-15,6 1 1 0,-5-3-3 0,5 2 2 16,-5 1 0-16,2-1 0 0,0 3 0 16,2-3 1-16,-5 2-2 0,2 0 0 0,-2 0-1 15,2 0 3-15,0-2 1 16,-4 2-1-16,2-3 2 0,0 2-3 0,2 0 1 0,-4 0-1 15,0 0-1-15,4 1 3 0,-3 0-4 16,2-3 4-16,-3 3-3 0,1 0 1 16,3 0 1-16,-1 1 4 0,-3-2-6 15,1 2 2-15,3-3-2 0,-4 2 2 0,1 2-3 16,-2-3 0-16,3 1 2 0,-3-1 1 16,3 1-1-16,-7-10 1 0,5 9-1 15,0 3 0-15,-1-5-1 0,3 3 2 0,0 0 1 16,-3 3 0-16,-1-5-2 0,1 3-2 15,-3 0 3-15,-1 1 5 0,1-1-4 0,-6-2 0 16,3-2-3-16,-2 3 0 16,5 5 5-16,0-2-2 0,-3 1-5 0,3-1 4 0,0 2 0 15,-2 1 1-15,1-1-3 16,2-1 1-16,-6 3 1 0,5-1 0 0,-2 1 1 16,-3 2-2-16,6-3 3 0,-6 1-2 15,6 2-1-15,-8-3 1 0,6 1 1 0,-4 0 4 16,-7-4-5-16,2-1 3 0,5 3-6 15,-7-2 2-15,2-1 1 0,6 1 0 0,-8-1 0 16,1-2 0-16,0 3-2 0,-3-3 2 16,0 5-1-16,-3-5-1 0,2 2 3 15,-8 1 4-15,2-4-6 0,-7-1-1 0,1 0 2 16,-4 2-1-16,3-2 3 0,-1 2-3 16,8 2 0-16,0-1 0 0,-3 3-1 0,4-1 2 15,-1 2 0-15,2-1-2 16,2 4 1-16,0-1 1 0,7 4 1 0,0 2-5 15,2 0 2-15,2 1 1 0,-2 3 2 16,4 0 0-16,-1 3-1 0,-2-3 0 0,3 2 6 16,0 0-4-16,-2 2-27 0,5 2-17 15,-4-3-24-15,-3 2-31 0,2-1-33 0,0 1-39 16,-4-1-53-16,4-2-183 0,-2 0-235 16,-3-4-140-16</inkml:trace>
  <inkml:trace contextRef="#ctx0" brushRef="#br0" timeOffset="86388.61">18390 8592 968 0,'5'-20'94'0,"1"1"25"0,-1-1 7 0,4 5-4 0,-6-1 3 0,5 3-4 0,-3-1 5 15,3 0 5-15,-4 4 1 0,2 2-7 16,-4 1-16-16,-1 4-16 0,-1 3 18 0,0 0 31 16,0 23-2-16,-9 6 6 15,-5 6 3-15,-2 11-15 0,-9 3-5 0,0 1-9 16,0 0-9-16,-4 0-4 0,4 0-7 15,1-2-9-15,3 0-8 0,2-3-6 16,4-13-10-16,3 1 1 0,3-10-6 0,1-3-7 16,5-7-5-16,-1-1 3 0,-1 0 2 15,1-3 19-15,6-5-8 0,-2-4-4 0,0 0-10 16,0 0-3-16,34-13-3 0,-10-6-9 16,1 1-5-16,0-3-4 0,-2 2-2 0,-7 3 1 15,2 6-7-15,-7 0-4 0,-4 3-3 16,3 2-3-16,-2-2-5 0,-5 2-2 15,5 2 2-15,-8 3 1 0,10-5-3 16,-10 5 4-16,0 0 0 0,19 0-3 0,-19 0 2 16,17 1 1-16,-2 1 3 0,2-2-2 15,5 0 0-15,2-2-1 0,2-1 1 0,10-1-5 16,3-2 6-16,-3-3-9 0,-1 1 5 16,-3-1-2-16,-7 2 1 0,-6 2-6 0,-4 0 3 15,-2 2-3-15,-3 1-2 0,-1 0 1 16,1 0-5-16,-10 2 0 0,12 0 5 15,-12 0 1-15,0 0-2 0,12 2 0 0,-12-2 1 16,8 5 3-16,-8-5-2 0,6 4 4 16,-6-4-1-16,10 3 4 0,-10-3 1 0,12 3-3 15,1-3 2-15,-2 0 1 16,4 0-2-16,4-3 0 0,0 0-3 0,4-2 3 16,-1-1-3-16,2 3 1 0,-5 0-1 15,-1-1 2-15,-2 0-3 0,-3 2 0 0,1 0 1 16,-5 0-2-16,0-1-5 0,2 2 2 15,-11 1 0-15,13-2-4 0,-13 2 6 0,13-1-2 16,-13 1 4-16,10-2 1 0,-10 2-1 16,14 2 0-16,-14-2 2 0,16 1-7 0,-7 1-31 15,2 2-27-15,-2-2-36 0,-2-2-38 16,2 4-42-16,3 2-32 0,-4-4-45 0,-3 4-55 16,4-2-67-16,-4-1-123 0,4-1-46 15,-9-2 65-15,20 0-161 0,-7-3-141 16</inkml:trace>
  <inkml:trace contextRef="#ctx0" brushRef="#br0" timeOffset="86553.01">19618 8732 1749 0,'-7'2'0'0,"7"-2"9"0,0 0-4 0,0 0-1 0,0 0 0 0,0 0-2 0,0 0-1 15,0 0-8-15,0 0-39 0,40 0-46 16,-23 0-72-16,6 2-335 0,1-2-3 0</inkml:trace>
  <inkml:trace contextRef="#ctx0" brushRef="#br0" timeOffset="86735.97">19760 8857 1349 0,'-25'15'24'0,"0"-3"31"0,3 0 34 15,2-2 13-15,3-1 22 0,6-1 8 0,-2-1 12 16,1-1 0-16,2 2 9 0,7-5-5 16,3-3-8-16,-6 12-16 0,6-12-13 0,13 14-13 15,2-8-39-15,2 0-69 0,5-1-78 16,3-3-97-16,0-1-117 0,6-1-174 16,10-3-182-16,-2-6-155 0</inkml:trace>
  <inkml:trace contextRef="#ctx0" brushRef="#br0" timeOffset="87369.4">20531 8436 1679 0,'0'0'-82'0,"0"0"14"16,-5 24 25-16,3-17 20 0,-4 1 14 15,2 2 17-15,3-1 11 0,-3 1 7 0,-1 0 9 16,3-2 0-16,1-2 1 0,-1 1-3 15,0-2-2-15,2-5 2 0,-4 11 2 16,4-5 7-16,0-6-5 0,2 7-2 0,-2-7-2 16,7 6-2-16,-7-6-3 15,12 2-5-15,-12-2 1 0,12 0 4 0,-12 0 5 16,0 0 6-16,17-2 8 0,-17 2 1 16,0 0-3-16,11-4-5 0,-11 4-3 0,0 0-1 15,0 0 5-15,0 0 11 0,0 0 5 16,-43 16 0-16,18-9 5 0,-8 3 4 0,-3 2-1 15,1 0-2-15,3 0-5 0,1 0-2 16,6 2-1-16,3-4-9 0,9 2-6 0,1-2 9 16,7 2-2-16,3 0 6 0,6 2-6 15,1 1-3-15,6 4-4 0,5 3-5 16,-1-3-3-16,-1-1-4 0,2 3-4 16,-2-1-4-16,-3-3-2 0,0 0 2 15,-6-3-6-15,-1 1 14 0,-2 1 10 0,-4-4 20 16,-4 3 17-16,-2 0 10 0,-5 1 4 15,-10 1 3-15,-2-2-2 0,-6-1-13 0,4-4 5 16,-7 0-5-16,7-8-7 0,2 0 9 16,-4-2-7-16,0 0-10 0,-7-4-5 0,-1-6-6 15,3 0-1-15,7-2-25 0,7-2-57 16,4-1-90-16,5 0-102 0,8-3-93 0,3 0-124 16,3-6-170-16,12-10 54 15,10-4-291-15,9 0-333 0</inkml:trace>
  <inkml:trace contextRef="#ctx0" brushRef="#br0" timeOffset="87719.09">20478 8257 2414 0,'-26'4'-29'0,"-13"5"46"0,-17 7 34 0,-10 7 28 0,-19 13 36 0,-7 7 32 0,-7 8 14 0,-6 4 13 15,5 2 2-15,2 1-9 0,15 0-12 16,11 1-14-16,22 0-1 0,23-9-8 0,15 4-9 15,15 4-7-15,21 2-12 0,25 12-11 16,16-6-6-16,14-8-6 0,2-5-25 16,1-14-38-16,6-8-22 0,-14-18-7 15,1-4 1-15,2-9 2 0,0-9 2 0,-1-8-1 16,11-15 6-16,-4-9 6 0,-11-14 7 16,-6-8 5-16,-4-10 0 0,-11-6-4 0,-9-11-6 15,-13-10 0-15,-9-1 0 0,-14 2-5 16,-15 21 3-16,-16-9-8 0,-13 8 5 15,-18 10-2-15,-12 9-1 0,-18 14-7 0,-11 7-55 16,-8 6-66-16,-9 9-58 0,-10 11-67 16,-8 1-95-16,7 7-189 0,6 3-53 15,3-2 76-15,31 8-209 0,5-4-215 0</inkml:trace>
  <inkml:trace contextRef="#ctx0" brushRef="#br0" timeOffset="92718.42">14839 7149 476 0,'-12'0'44'0,"12"0"40"0,-15 0-3 0,15 0 13 0,0 0-35 0,0 0-22 0,0 0 2 0,31-10-5 15,9 5-12-15,6 0 2 0,17 0-1 0,3 1-3 16,4-4 6-16,0 3-4 0,-6 1 2 16,-3-4-10-16,-15 6-41 0,-4 0-49 0,-11 2-81 15,-5 0-137-15,-9 0 189 0</inkml:trace>
  <inkml:trace contextRef="#ctx0" brushRef="#br0" timeOffset="93167.93">15453 9394 822 0,'25'-12'49'0,"-2"0"19"16,-7 4 18-16,0 2 19 0,-3-2 23 0,-1 3-1 15,-3 1-4-15,-1 0-12 0,-8 4-5 16,7 0 17-16,-7 0 19 0,0 0 11 16,-20 15 7-16,-13 0 2 0,-13 5-14 15,-6 3-6-15,-7 1-9 0,-5 4-10 16,-22 8-7-16,-6 0-10 0,-3 3-16 0,4 0-7 16,-5 2-10-16,5 2-3 0,1 3-6 15,3 0-27-15,-1 5-57 0,8 2-61 0,6 2-64 16,7-3-92-16,24-13-119 0,0-1-169 15,16-4 56-15,13-9-149 0,4-6-117 0</inkml:trace>
  <inkml:trace contextRef="#ctx0" brushRef="#br0" timeOffset="93435.71">15589 10744 1934 0,'12'-7'142'0,"-2"3"4"16,-7 1-19-16,-3 3-11 0,0 0-8 15,0 0 17-15,0 0 19 0,-61 24 15 0,7-3 7 16,-10-3-5-16,-2 7-9 0,-24 4-12 16,5-2-13-16,16-7-10 0,-1 5-13 15,7-5-5-15,2 1-17 0,5 0-9 16,6 2-8-16,7 0-54 0,1 0-82 0,12-6-90 15,-1-1-113-15,5 1-142 0,-1-3-169 16,7-3 69-16,9-8-258 0,1-5-263 0</inkml:trace>
  <inkml:trace contextRef="#ctx0" brushRef="#br0" timeOffset="94401.51">14441 4316 2034 0,'-8'14'-107'0,"-9"1"16"0,-12 7 15 0,-12 7 12 0,-11 4 10 0,-21 9 5 0,-3 3 13 15,-11-2 6-15,-7-1 3 0,-1-1 5 0,0-8 11 16,0 2 1-16,5-4 6 16,1-4 3-16,-1-3 9 0,24-5-4 0,-4 0-2 15,7-2 5-15,2 3-4 0,4-3-49 16,6-5-57-16,11-1-88 0,0-2-196 15,11-4 102-15</inkml:trace>
  <inkml:trace contextRef="#ctx0" brushRef="#br0" timeOffset="114564.05">23744 3592 1570 0,'0'0'372'0,"4"-5"-88"0,-4 5-38 0,0 0-21 0,0 0 3 0,2-9-21 0,-2 9-11 15,0 0-5-15,0 0 10 0,0 0 3 16,2-8-3-16,-2 8-4 0,0 0-2 16,0 0-2-16,0 0-2 0,0 0-7 0,0 0 4 15,0 0-2-15,0-10-7 0,0 10 4 16,0 0 0-16,0 0-16 0,-6-7-20 0,6 7-15 15,0 0-14-15,-9-11-11 0,1 8-13 16,8 3-12-16,-12-8-11 0,3 4-2 16,0 0-6-16,-3 2-3 0,-3 1-13 15,1-2-7-15,1 0-3 0,-2 3 1 0,15 0-6 16,-35 3-5-16,19 0 1 0,-4-2-5 16,-3 7-2-16,5-3-6 0,-5 3-1 15,-8 6 3-15,4 0 0 0,3 3-3 0,-3 0-4 16,5 2 6-16,0 1-1 0,-1 1 2 15,7-1 3-15,2-3-1 0,5 1 4 0,-1-3-2 16,4 3 8-16,0-3 2 0,6 2 4 16,0-1 8-16,6 1 3 0,2 1-1 0,7 7 5 15,2 0 2-15,6-1-4 16,2-2 1-16,1 0-2 0,5-4-8 0,-1-1 10 0,6-4-46 16,-1-1-3-16,2-4 0 15,-3-1 0-15,-6-3 0 0,1-2 0 0,-2 0 0 16,-1-2 0-16,0-4 0 0,1 2 0 15,0-3 0-15,-2 1 0 0,7-4 0 16,-1-4 0-16,-3 3 0 0,-3-2 0 0,-3-3 0 16,0 2 0-16,-1-8 0 0,-3-1 0 15,4-1 0-15,-8-4 0 0,-1 1 0 0,-6 1 0 16,-3 1 0-16,-3 0 0 0,-1 6 0 16,-1-7 0-16,-9 4 0 0,-3-6 0 0,-10 4 0 15,-3 3 0-15,-7 4 0 16,-3 1 0-16,-6 4 0 0,-4 3 0 0,0-1 0 15,5 4 0-15,1 3 0 0,-3-3 0 16,13 2-377-16,1 1-466 0,2-1-131 0,7 0 110 16,3 0-882-16,4-1-1177 0</inkml:trace>
  <inkml:trace contextRef="#ctx0" brushRef="#br0" timeOffset="115630.91">23655 3587 4389 0,'0'0'-229'0,"0"0"63"0,-13-3 48 0,13 3 50 0,-11-6 36 0,11 6 37 0,-9-5 38 0,9 5 24 16,-7-5 15-16,7 5 16 0,0 0 9 16,-9-8 6-16,9 8 6 0,0 0 3 15,-9-4 5-15,9 4 0 0,0 0 8 0,0 0 7 16,0 0-3-16,-5-5 4 0,5 5-9 16,0 0-16-16,0 0-15 0,0 0-11 0,17-10-9 15,-6 6-9-15,0 1-11 0,3 0-6 16,-3 2-9-16,3-2-3 0,-1 1-8 15,-13 2 1-15,23-2-9 0,-12 0-3 16,-11 2-4-16,20-1 1 0,-20 1-2 0,17 0-8 16,-17 0 1-16,17 0-2 0,-17 0 3 15,14 1-11-15,-14-1-28 0,13 0-47 16,-13 0-61-16,0 0-64 0,15 2-74 0,-15-2-88 16,8 0-124-16,-8 0-197 0,0 0-13 15,0 0 81-15,0 0-376 0,0 0-463 0</inkml:trace>
  <inkml:trace contextRef="#ctx0" brushRef="#br0" timeOffset="117097.76">23670 3542 2624 0,'0'0'-27'0,"-5"-7"38"0,5 7 29 0,-7-5 28 0,7 5 23 0,0 0 21 0,-7-7 15 0,7 7 15 16,-6-5 15-16,6 5 0 0,0 0-2 15,0 0-4-15,-5-5-4 0,5 5-17 0,0 0-7 16,0 0-15-16,0 0-6 0,0 0-14 15,0 0-6-15,0 0-6 0,0 0-3 16,0 0 2-16,32 0-2 0,-32 0-5 16,25 4 1-16,-10-1-6 0,-3 0-3 0,3 1-3 15,0 0-6-15,-2 0 0 0,2 2-4 16,-1-4-2-16,-5 3 1 0,5 0 3 16,-3-2-3-16,-2 0 2 0,3 2-2 0,-2-1 1 15,-3-1-2-15,-7-3-3 0,16 6 0 16,-13-3-6-16,-3-3-2 0,11 5-5 0,-11-5-2 15,13 4-3-15,-13-4-3 16,7 4-2-16,-7-4 1 0,5 4-4 0,-5-4-3 16,0 0 0-16,11 7 0 0,-11-7 2 15,7 3-2-15,-7-3-4 0,7 5 2 0,-7-5-2 16,8 6 1-16,-8-6-2 0,7 5 2 16,-7-5-3-16,9 5 2 0,-9-5-2 15,7 5 0-15,-7-5-1 0,5 5 0 0,-5-5 2 16,0 0 3-16,6 7-5 0,-6-7 1 15,0 0 2-15,5 5-3 0,-5-5 1 0,0 0 3 16,5 9-5-16,-5-9-2 0,4 7 2 16,-4-7 0-16,4 8 1 0,-4-8 0 15,0 10-2-15,0-10 1 0,1 7 0 0,-1-7 3 16,0 9 0-16,0-9 1 16,-1 9 3-16,1-9 3 0,-2 8 0 0,2-8-3 15,-4 8 13-15,4-8-11 0,-7 11-2 16,7-11-1-16,-5 9 1 0,-1-4 0 0,3 0-1 0,3-5 1 15,-8 10 11-15,5-4-5 16,3-6 8-16,-9 8 5 0,9-8 14 0,-5 6-4 16,5-6 1-16,-6 7-3 0,6-7-2 15,-5 6 10-15,5-6 22 0,-8 8-8 16,8-8-5-16,-6 6-7 0,6-6-1 0,-8 6-6 16,8-6-1-16,-11 7-4 0,11-7 6 15,-5 5 1-15,5-5-4 0,-10 7 5 0,10-7-6 16,-10 5-3-16,10-5 0 15,-9 6-5-15,9-6 1 0,-6 5-1 0,6-5-8 16,0 0 2-16,-11 5 2 0,11-5-3 16,0 0 9-16,-10 5-1 0,10-5 3 0,-10 3-2 15,10-3-3-15,-7 4-1 0,7-4 3 16,-9 3-2-16,9-3-2 0,-12 4-2 16,12-4-5-16,-12 5-1 0,12-5 0 0,-11 5 5 15,11-5-1-15,-13 4 6 0,13-4-10 16,-13 2-20-16,13-2 0 0,-16 4 0 0,9-2 0 15,7-2 0-15,-15 3 0 0,15-3 0 16,-18 4 0-16,11-3 0 0,7-1 0 16,-16 5 0-16,16-5 0 0,-15 1 0 15,15-1 0-15,-15 1 0 0,15-1 0 0,-15 2 0 16,15-2 0-16,-16 2 0 0,16-2 0 16,-16 2 0-16,16-2 0 0,-16 0 0 15,16 0 0-15,-19 0 0 0,19 0 0 0,-15 0 0 16,15 0 0-16,-18 0 0 0,18 0 0 15,-17-2 0-15,17 2 0 0,-15-2 0 0,15 2 0 16,-17-3 0-16,8 2 0 0,9 1 0 16,-20-6 0-16,9 2 0 0,1 1 0 0,1 1 0 15,9 2 0-15,-18-6 0 0,11 2 0 16,7 4 0-16,-15-7 0 0,9 4 0 0,6 3 0 16,-11-9 0-16,3 4 0 15,3 0 0-15,-4-4 0 0,6 1 0 0,-3-2 0 16,3 2 0-16,1-1 0 0,-2 1 0 15,2-2 0-15,0-1 0 0,2 3 0 16,-2-2 0-16,2 2 0 0,0-1 0 0,0-2 0 16,2 2 0-16,2-4 0 0,0 3 0 15,-1-1 0-15,3 2 0 0,-1 0 0 0,2-2 0 16,-2 3 0-16,5-2 0 0,-5 3 0 16,5-2 0-16,-2 2 0 0,-1-1 0 15,1 3 0-15,0-2 0 0,-3 3 0 0,3-1 0 16,-8 5 0-16,9-8 0 0,-9 8 0 15,8-5 0-15,-4 3 0 0,-4 2 0 0,7-5 0 16,-7 5 0-16,0 0 0 0,6-6 0 16,-6 6 0-16,0 0 0 0,0 0-125 15,14 0-547-15,-14 0-190 0,0 0-67 0,16 7 116 16,-6-3-816-16,4 2-1068 0</inkml:trace>
  <inkml:trace contextRef="#ctx0" brushRef="#br0" timeOffset="119296.83">23692 4220 4340 0,'7'-9'-105'0,"-5"0"38"0,-2 2 38 0,0 7 34 0,0-10 28 0,0 10 22 0,0 0 22 0,-10-3 35 16,10 3 35-16,-53 13 15 0,1 1 8 15,-5 6 3-15,-8 6 19 0,-21 9 1 16,-3 0 14-16,-1 2 17 0,2 1-9 0,9-3-1 16,0 3-12-16,18-9-4 0,4-1-10 15,6 1-23-15,1-4-11 0,9 0-17 16,-2-3-15-16,15-5-13 0,3-1-10 0,4-6-8 16,6-1-11-16,2-1-6 0,3-3-9 15,0 1-26-15,1-3-42 0,2 0-81 16,7-3-84-16,-12 0-94 0,12 0-102 0,-11-5-109 15,3 0-118-15,8 5-186 0,-8-10-20 16,4 5 90-16,2-1-591 0,2 6-755 0</inkml:trace>
  <inkml:trace contextRef="#ctx0" brushRef="#br0" timeOffset="119630.11">22480 4599 3384 0,'0'0'6'16,"-38"6"52"-16,16 2 51 0,-10 4 43 15,-3 1 37-15,3 4 33 0,-8 5 24 0,0 3 15 16,11-5-13-16,1 4-1 0,1-4-1 16,4 3-4-16,5 0-5 0,5-3-8 0,6-2-9 15,3-1-10-15,4 0-6 0,8 1-10 16,8 5-9-16,6 2-14 0,6-4-12 0,18 1-14 16,7-5-16-16,4-3-12 0,4-7-10 15,-13-4-10-15,-2-5-8 0,-4-3-4 16,0-4-82-16,-8-4-3 0,-5-4 0 15,-4-5 0-15,-6-7 0 0,-8-6 0 0,-4-2 0 16,-5-4 0-16,-4-1 0 0,-5 3 0 16,-2 4 0-16,-7 6 0 0,-2 4 0 15,-9 4 0-15,-6 7 0 0,-3 4 0 0,-1 4-65 16,5 6-195-16,5 2-58 0,-1 2-89 16,4 0-95-16,1 2-126 0,3-2-217 0,9-2 65 15,4 1 90-15,5 0-567 0,2-3-718 16</inkml:trace>
  <inkml:trace contextRef="#ctx0" brushRef="#br0" timeOffset="120496.99">22294 5044 3369 0,'0'0'-48'0,"0"0"35"0,0 0 33 0,0 0 47 0,0 0 56 0,0 0 41 0,-34 16 41 15,5 2 35-15,-13 13 34 0,-6 3 58 16,-20 15 18-16,0 2 13 0,-4 2 7 0,-1 4-2 16,2-1-14-16,5 0-20 0,5-5-17 15,13-10-32-15,6-2-20 0,3-3-24 0,5-2-30 16,4-5-211-16,9-6 0 15,0-3 0-15,5-5 0 0,4-1 0 0,2-4 0 16,0-2 0-16,3-1 0 0,-1 0 0 16,3-4 0-16,-2 1 0 0,7-4 0 0,0 0 0 15,-14 0 0-15,14 0 0 0,0 0-141 16,-14-10-441-16,8 6-116 0,6 4-161 0,-5-6 16 16,5 6 103-16,-8-4-732 15,8 4-920-15</inkml:trace>
  <inkml:trace contextRef="#ctx0" brushRef="#br0" timeOffset="120865.94">21252 5750 3843 0,'2'-12'28'0,"-2"4"55"0,0 2 21 0,0-1 13 15,0 7 23-15,0 0 12 16,-4-10 0-16,4 10 3 0,0 0 14 0,0 0 10 0,-29 25 3 15,10-4 3-15,0 5-1 0,-7 9 21 16,10-2-1-16,-3-1-11 0,7 3-12 0,5-3-9 16,3 4-11-16,2-5-11 0,8 2-5 15,1 0-5-15,7-4-3 0,3-2-2 16,6-5-3-16,4-5 1 0,3 0-8 16,6-6-3-16,5-6-8 0,0-2-45 0,1-5-69 15,1-4 0-15,-6-5 0 0,10-8 0 16,-13 1 0-16,-2-11 0 0,-1-2 0 0,-9-6 0 15,-7-5 0-15,-2-7 0 0,-6 7 0 16,-9-6 0-16,-3-5 0 0,-2 14 0 16,-4 5 0-16,-7 2 0 0,-5 9 0 0,-3 3 0 15,-11 8 0-15,0 7 0 0,1 5-316 16,-9 5-180-16,5 4-114 0,1 1-141 16,-1 3-93-16,5 1 85 0,4-2-743 15,13 3-947-15</inkml:trace>
  <inkml:trace contextRef="#ctx0" brushRef="#br0" timeOffset="121863.42">21327 6508 4170 0,'5'-5'30'0,"-1"-2"33"0,-2 4 32 0,-2 3 32 0,1-7 24 0,-1 7 15 0,0 0-1 0,2-7-9 15,-2 7-5-15,0 0 3 16,0 0 4-16,-28 28-12 0,6-4-1 0,-2 4-2 16,-11 8-2-16,5 0 1 0,-1-2-2 15,1 5-6-15,-1-1-21 0,5-3-5 0,3-9-10 16,2 3-23-16,3-6-9 0,0 0-9 15,4-6-7-15,1-5 7 0,6 1-16 0,0-2-2 16,-4-6 0-16,6 5-18 16,-3-3-34-16,3-2-42 0,-2-1-53 0,7-4-58 0,-7 3-68 15,7-3-78-15,0 0-81 0,0 0-82 16,0 0-126-16,-17-7-124 0,17 7 64 16,0 0-563-16,0 0-686 0</inkml:trace>
  <inkml:trace contextRef="#ctx0" brushRef="#br0" timeOffset="144208.06">14580 4301 1448 0,'5'-8'428'0,"4"-1"-119"0,-8 1-48 0,1 2-25 0,-2 6-20 15,4-9-19-15,-4 9-19 0,2-8-33 0,-2 8-7 16,0 0 8-16,0 0 19 0,-33 25 16 15,-3 4 10-15,-10 9 7 0,-20 17 19 16,-15 8-10-16,-4 2 2 0,-4 0-11 16,-3 1-8-16,3-3-10 0,5-2-13 0,7-3-27 15,7-5-15-15,20-14-4 0,5-1 1 16,1-2-3-16,7-6-8 0,10-7-10 0,3-1-7 16,-1-5-4-16,11-4-6 0,3-1-17 15,0-4-5-15,3 1-4 0,2-5 3 0,3 1-2 16,3-5-12-16,-9 5-5 0,9-5-17 15,0 0-53-15,0 0-68 0,0 0-79 16,-8-17-93-16,10 13-122 0,-2 4-159 0,7-10-249 16,-1 6 35-16,-6 4 87 0,0 0-545 15,21 12-684-15</inkml:trace>
  <inkml:trace contextRef="#ctx0" brushRef="#br0" timeOffset="144893.36">14751 6740 3604 0,'-19'-3'38'0,"2"1"33"0,0-1 41 0,0-2 41 0,3 3 40 0,2 2 32 0,-2-2 26 15,14 2 21-15,-21-2 16 16,11 1-16-16,10 1-30 0,0 0-21 0,-15 3 4 16,15-3 11-16,10 17 11 0,9 0-4 15,21 9-7-15,8 3-13 0,9 0-14 0,21 8-19 16,2-2-15-16,-1 1-28 0,2-1-29 15,-22-10-118-15,-4-1 0 0,-1-3 0 0,-11-3 0 16,-10-5 0-16,-8-3 0 0,-7-2 0 16,0-3 0-16,-5 1 0 0,2 0 0 0,-4-2 0 15,-2 0 0-15,-4-3 0 0,-5-1 0 16,11 5 0-16,-11-5 0 0,12 4 0 0,-12-4 0 16,10 3 0-16,-9 2-34 15,-1-5-511-15,-7 15-152 0,-7-1-224 0,-2 9 82 16,-6 4 87-16,-6 13-746 0,-6 11-943 15</inkml:trace>
  <inkml:trace contextRef="#ctx0" brushRef="#br0" timeOffset="145441.63">15456 8721 4298 0,'2'-7'112'0,"0"1"18"0,-2 6 13 0,0 0 23 0,-2-8 29 0,2 8 35 0,0 0 56 15,-18 15 25-15,-3 6 2 0,-12 8-3 16,-3 3 0-16,-5 4 2 0,-6 5 7 0,-14 17-7 16,0 2-8-16,-8-2-164 0,4-4-140 15,1-1 0-15,15-12 0 0,3-2 0 0,2-3 0 16,5-2 0-16,5-5 0 0,12-5 0 16,-3-5 0-16,9-5 0 0,4-2 0 15,-1-3 0-15,6-1 0 0,0-2 0 16,1 0 0-16,1-2 0 0,-2-2 0 0,7-2 0 15,-7 5 0-15,7-5 0 0,-8 6 0 16,8-6-37-16,-3 9-809 0,-1-2-117 0,1 4 97 16,1 5-997-16,2 5-1289 0</inkml:trace>
  <inkml:trace contextRef="#ctx0" brushRef="#br0" timeOffset="145793.41">15214 10555 5543 0,'2'-10'115'0,"0"1"15"15,0 2 25-15,-2 7 45 0,2-7 16 0,-2 7 4 16,0 0 14-16,0 0 9 0,0 0-4 15,-11 33-1-15,-2-6-15 0,-3 2 2 16,-1 3-15-16,-6 7-210 0,-4 1 0 16,3-2 0-16,-7-1 0 0,2-1 0 0,4-1 0 15,5-10 0-15,4-1 0 0,2-5 0 16,3 0 0-16,0-5 0 0,0 3 0 0,3-7 0 16,1 2 0-16,1-3 0 0,2-4 0 15,-1 2 0-15,-2-3 0 0,4-2 0 0,3-2-502 16,-11 2-308-16,11-2-112 0,0 0 93 15,-11-8-915-15,11 8-1176 0</inkml:trace>
  <inkml:trace contextRef="#ctx0" brushRef="#br0" timeOffset="146591.81">18262 9732 5156 0,'4'-4'77'0,"-2"0"25"0,-2 4 42 0,0 0 65 0,0 0 38 0,2-10 24 0,-2 10 4 0,0 0 8 15,0 0 32-15,0 0 16 0,-2 30 2 0,-2-13-20 16,2 2-178-16,-3 5-135 0,5 2 0 16,0 0 0-16,0 1 0 0,3 0 0 15,3 6 0-15,-1-8 0 0,-1-4 0 0,3 1 0 16,-1-9 0-16,2 1 0 0,2-4 0 0,2-3 0 15,0-5 0-15,3-3 0 0,6-6 0 16,12-10 0-16,-5-1 0 0,8-11 0 16,1 0 0-16,-9-5 0 0,-3 9 0 0,-2 1 0 15,-2 3 0-15,-6 6 0 0,-6 5 0 16,4 2 0-16,-8 2 0 0,2 3 0 0,-7 3 0 16,0 0 0-16,12 11 0 0,-12 0 0 15,8 3 0-15,-6-3 0 0,1 7 0 0,1-1 0 16,0 1 0-16,-2-2 0 0,-1-1 0 15,-1 0 0-15,3-3 0 0,-3 0 0 16,2-5 0-16,0 3 0 0,-2 0 0 16,2-3 0-16,-2-3 0 0,0-4-162 0,-10 6-856 15,10-6 85-15,0 0 99 0,-17-10-949 16,11-3-1214-16</inkml:trace>
  <inkml:trace contextRef="#ctx0" brushRef="#br0" timeOffset="146908.03">18546 9310 5146 0,'-36'-5'87'0,"0"4"31"0,-22 7 45 16,-3 11 82-16,-1 9 67 0,-15 20 53 0,7 8 26 15,0 2 22-15,12 13-12 16,12 4-18-16,8 7-216 0,11 4-167 0,13-13 0 16,13-1 0-16,5 0 0 0,11-4 0 15,17 11 0-15,10-10 0 0,12-9 0 0,-5-18 0 16,9-7 0-16,5-11 0 0,1-12 0 15,6-10 0-15,3-7 0 0,-2-10 0 0,-5-6 0 16,11-19 0-16,-11-8 0 16,-8-10 0-16,-13-8 0 0,-11-8 0 0,-11-10 0 0,-14-9 0 15,-11-11 0-15,-10-5 0 0,-17 3 0 16,-14 3 0-16,-15 11 0 0,-11 19 0 16,-10 18 0-16,-15 20 0 0,-15 22 0 0,-13 22 0 15,-7 15 0-15,-11 15 0 0,-43 23 0 16,6 15 0-16,6 10-385 0,9-1-632 15,11-4 108-15,37-16-1091 0,2-1-1416 0</inkml:trace>
  <inkml:trace contextRef="#ctx0" brushRef="#br0" timeOffset="157805.3">12301 15543 3244 0,'-17'0'30'0,"3"2"-11"0,14-2 1 0,-17 2 12 0,17-2 21 16,-12 3 24-16,12-3-3 0,0 0-9 15,-11 2-7-15,11-2 3 0,0 0 20 0,0 0-1 16,0 0 12-16,23 13-5 16,-12-9-5-16,7 1-15 0,1-2 0 0,4 2-5 15,3-3-7-15,-1 2-11 0,-1-2-1 16,3 2-4-16,0-4-6 0,2 1-3 0,-3-1-3 16,3 0-1-16,13 0 37 0,4 1 23 15,17 2 16-15,7 3 9 0,8 1 4 16,6 1 7-16,19 1 4 0,1 3-19 0,-18-3-8 15,21 1-9-15,-4 0 5 0,-19 0-23 16,-2-1-8-16,-2-3-6 0,-5 1-7 16,-7 3 1-16,-5-6-9 0,-13 0-6 15,-9 0-4-15,-3-1 0 0,-6 0-4 0,-7-1-1 16,-7 0-6-16,0-2 6 0,-2 0-4 16,-1 0-1-16,1-2-5 0,-16 2 1 0,23 0-4 15,-10-2-1-15,1 1-3 0,0-1-1 16,6 0-5-16,-2 1 3 0,9-3-4 15,2 4 7-15,10-4 1 0,7 4-1 0,4 2-2 16,1-2-3-16,20 2 0 0,1 0 0 16,0 3 0-16,5-2-2 0,1 2 0 0,-2-2-1 15,5 3-2-15,-4-1 5 0,-2-1-3 16,-3-1 2-16,-3 0 4 0,-5-1-11 0,-1 0 5 16,-9 0 0-16,-6-2 11 0,-3 0-14 15,-1 0 2-15,-4-2 1 16,-8 0-2-16,-7 2 1 0,-3 0 0 0,-4-2 2 0,0 2-7 15,-4 0 2-15,2-1 3 16,-1 1-4-16,1 0 1 0,-2 0-4 0,8 1 6 16,-3-1-3-16,10 2 1 0,10 2-4 15,3-3 2-15,4 3 3 0,3-1-2 0,17 2-1 16,0 0 4-16,3 0 1 0,-1 1 1 16,3-3-2-16,1 1-3 0,7-1 8 15,-5-2-8-15,2 3-2 0,-2-2 4 0,-4-1-1 16,0-1 1-16,-6 0-3 0,-15 0-4 15,1 0 2-15,0 0-1 0,-3 0-3 0,1 0-1 16,-1 0-3-16,0-1 5 16,0 1 0-16,1 0 2 0,2 0 0 0,0 1 7 15,13-1-8-15,0 1 3 0,6 4-3 16,-4-2 6-16,3-1-6 0,-3 1 0 0,2 1 2 16,-5-1 2-16,-1 2 6 0,1-2-5 15,-1 3 1-15,-14-1-3 0,1-2-2 16,-4 1 1-16,-4-2 6 0,-12-2-5 0,-1 1 6 15,-4 2-3-15,-2-3-1 16,1 0 2-16,0 0 1 0,1 1 0 0,4-2 1 0,-1 1-2 16,-3 0 3-16,0-3 3 15,-6 3 3-15,4-1 17 0,-8 1 12 0,0-2 6 0,-13 2 3 16,25 0-1-16,-15-2-5 16,-10 2-4-16,17 0-1 0,-17 0-8 0,11-2-7 15,-11 2-4-15,0 0-23 0,14-2-52 16,-14 2-69-16,0 0-104 0,0 0-123 15,0 0-189-15,0 0-256 0,-25 12 61 0,9-3 84 16,-11 8-479-16,-18 4-601 0</inkml:trace>
  <inkml:trace contextRef="#ctx0" brushRef="#br0" timeOffset="158688.69">11607 16999 3285 0,'-17'-5'-32'0,"3"-1"11"0,3 2 24 0,0 0 27 0,1 2 40 0,10 2 51 0,-15-5 29 0,15 5 6 0,-14-3-7 16,14 3-11-16,-7-5-15 15,7 5-12-15,0 0-4 0,0 0 15 0,0 0 0 16,53 7 0-16,-13-4-11 0,27 4-9 16,9-2-10-16,35 0-8 0,8 0-6 0,19 0-11 15,13-3-6-15,10 3-6 0,20-1-5 16,65 2 4-16,14-6-6 0,-2 11-5 16,9 1-7-16,2 3 0 0,-4 1-2 0,-10 1-6 15,-14-1-5-15,-70-6-5 0,-7-3-17 16,-13-1-18-16,-17-4-23 0,-21-2-7 0,-27 0-2 15,-9-6 3-15,-9 1 9 0,-3-4 5 16,-8-2 12-16,-3 1 24 0,-4-1 31 16,-11-1 30-16,-5 4 34 0,-1-3 32 15,-10 5 12-15,-5 0 3 0,-2 0 0 0,-1 0-7 16,-5 3-10-16,-1 1-19 0,0-1-12 16,-9 3-17-16,14-5-3 0,-14 5-6 15,11-4-17-15,-11 4 2 0,0 0-8 0,13 0-10 16,-13 0-31-16,0 0-66 0,0 0-78 15,0 0-100-15,2 12-124 0,-2-12-171 0,0 0-262 16,-15 12 12-16,4-7 86 0,3 3-524 16,-1 0-681-16</inkml:trace>
  <inkml:trace contextRef="#ctx0" brushRef="#br0" timeOffset="163953.36">16846 16912 3149 0,'0'0'310'0,"0"0"-129"0,0 0-4 0,-6-7 20 0,6 7 4 0,0 0-5 0,0 0-8 15,0 0-14-15,0 0-1 0,-3-7-5 0,3 7-14 16,0 0-15-16,0 0-15 0,0 0-6 16,0 0-10-16,0 0-6 0,0 0-8 15,0 0-10-15,0 0-14 0,0 0-4 16,-7-9 1-16,7 9-2 0,0 0 4 16,0 0 6-16,0 0-3 0,0 0 9 0,0 0-1 15,-15 2-12-15,15-2 6 0,0 0 10 16,0 0-1-16,0 0-8 0,0 0 1 0,0 0 5 15,0 0 5-15,-17 2 12 0,17-2 5 16,0 0-4-16,0 0 0 0,0 0-8 0,0 0-8 16,0 0-6-16,0 0-8 0,0 0-3 15,0 0-6-15,0 0-23 0,0 0-37 16,0 0 0-16,0 0 0 0,16-17 0 16,-16 17 0-16,0 0 0 0,1-10 0 15,-1 10 0-15,0 0 0 0,2-8 0 0,-2 8 0 16,0 0 0-16,0 0 0 0,0 0 0 0,0 0 0 15,0 0-141-15,0 0-146 0,-25 2-81 16,25-2-100-16,-18 10-128 0,6-2-238 16,3 0 4-16,1 1 83 0,3 1-586 15,5-2-790-15</inkml:trace>
  <inkml:trace contextRef="#ctx0" brushRef="#br0" timeOffset="207445.28">12821 2801 384 0,'0'0'205'0,"0"0"-10"0,0 0-19 0,0 0-20 0,17-1 5 0,-17 1-1 16,0 0-3-16,0 0 0 0,0 0 18 0,0 0 18 16,9-4 9-16,-9 4 15 0,0 0 15 15,0 0 3-15,0 0 11 0,0 0-3 16,0 0 0-16,0 0-10 0,0 0-12 0,0 0-17 16,0 0-17-16,0 0-15 15,0 0-13-15,0 0-17 0,4-7-7 0,-4 7-13 16,0 0-11-16,0 0 0 0,0 0-12 15,0 0-1-15,0 0-6 0,0 0-2 0,0 0-7 16,0 0-13-16,0 0-4 0,-18-8-9 16,18 8-4-16,-11-5-9 0,11 5-4 15,-11-5-3-15,11 5-6 0,-12-5-1 0,1 3-7 16,11 2-2-16,-16-4 2 0,16 4-4 16,-22-1-5-16,11 1 0 0,11 0 0 0,-25-2-3 15,13 2 3-15,12 0-4 16,-24 0-2-16,12 0 0 0,12 0-6 0,-25 0 8 15,14 0-1-15,11 0-2 0,-21 0 1 0,10 2-4 16,11-2-4-16,-21 0 3 16,10 0-1-16,11 0 1 0,-23 1 1 0,10 1 2 15,-1-2-8-15,14 0 3 0,-22 2 1 16,8 0-2-16,3-1 1 0,-5 1-2 0,5 0 4 16,-3-1-5-16,3 1 5 0,11-2 10 15,-20 3-12-15,9-1-3 0,11-2 5 16,-14 3-3-16,14-3 1 0,-18 2-1 0,18-2 4 15,-16 4-6-15,7-4 0 0,9 0 1 16,-15 3-2-16,15-3 0 0,-15 2 2 0,15-2 3 16,-17 3-4-16,9-1 2 0,8-2-4 15,-17 3 4-15,17-3-1 16,-16 2 0-16,16-2-2 0,-13 4 4 0,6-1-5 16,7-3-11-16,-14 3 2 0,14-3 6 15,-11 2-8-15,11-2 5 0,-12 2-1 0,12-2 2 16,-13 5 2-16,13-5 0 0,-11 3 2 15,11-3-2-15,-14 5 2 0,14-5 3 0,-11 4-4 16,11-4 2-16,-12 5-3 0,7-2 3 16,5-3 2-16,-13 4 6 0,13-4-3 15,-12 5-4-15,12-5-3 0,-10 5 1 0,10-5 2 16,-11 7 1-16,11-7 0 16,-10 6 0-16,10-6-2 0,-11 6 4 0,7-3 0 0,4-3-4 15,-9 10 4-15,3-6 0 16,6-4 0-16,-10 8-2 0,5-2 4 0,1-1 6 15,4-5-11-15,-10 10 4 0,6-4 0 16,1-2-4-16,3-4 3 0,-6 12 2 16,2-9-2-16,4-3-3 0,-5 12 1 0,1-6 3 15,4-6-1-15,-6 11 1 0,2-6 6 16,0 2-3-16,4-7-3 0,-3 14-3 0,-3-8 5 16,4-1-3-16,2-5 0 0,-3 14 3 15,-2-7 0-15,3-2-2 0,2-5 0 16,-4 15-1-16,4-9 4 0,-1 1-4 15,1-7 4-15,-4 13-4 0,2-4 6 16,0-2-2-16,2 1 0 0,0-8-5 0,-2 14 3 16,2-7-1-16,-2 1 2 0,2 2 9 15,0-10-12-15,0 13 4 0,0-6 3 0,0-7-8 16,-1 13 3-16,1-4 1 0,0-2 1 16,0-7 1-16,1 14 11 0,-1-6-12 15,0-2 10-15,0-6-15 0,2 16 6 0,0-9-3 16,0-1 1-16,-2 4-4 0,2-4 3 15,0 3 2-15,0-2 1 0,-1 1-4 0,1-1 1 16,0 2-4-16,-2-9 0 0,7 13 2 16,-6-6 0-16,1 2 0 0,-2-1 0 15,2-2 0-15,4 0 1 0,-5 3 0 16,-1-9 1-16,4 12-2 0,-2-5 7 16,2 0-4-16,-2 0 2 0,-2-7-1 0,6 14-2 15,-4-7 0-15,2-1 2 0,-1 2-5 16,1-4 3-16,1 4-1 0,-3-2 4 0,2-1 2 15,4 1 14-15,-2 3-8 0,1-2 7 16,1 1 5-16,0-3 10 0,-1 3-4 0,3-2-8 16,-3 0-3-16,1 0 1 0,2 1 0 15,-3-1-5-15,0 1-3 0,2-2-5 16,-2-1 2-16,0 4 6 0,4-3-6 16,-6-1-6-16,3 0 5 0,-8-4-2 15,12 11 7-15,-1-6 11 0,-4 0 22 0,2-2 7 16,1 2 8-16,2-1 9 0,-1 0-3 15,2-1 2-15,0 0-4 0,3 2-8 0,-3-4-6 16,1 2-4-16,1 1-6 0,-1-1-3 16,-3-2-5-16,0 1-6 0,-11-2 1 15,17 5-5-15,-8-3 0 0,2 2 0 0,-11-4-5 16,14 4 1-16,-4-3 1 0,-10-1 2 16,19 3 15-16,-8-3 6 0,3 0 0 0,3 0 1 15,-2-2-2-15,7 2-35 0,-6-1-8 16,5 0 0-16,-4 1 0 0,3-4 0 15,-6 4 0-15,0-2 0 0,-1 2 0 16,1-2 0-16,-14 2 0 0,21-2 0 0,-10 1 0 16,-11 1 0-16,20 0 0 0,-20 0 0 15,16-2 0-15,-16 2 0 0,20 0 0 16,-20 0 0-16,18 0 0 0,-8-2 0 0,-10 2 0 16,21-2 0-16,-11-1 0 0,1 0 0 15,2 1 0-15,1-1 0 0,-1-1 0 0,1 1 0 16,-2-2 0-16,6 1 0 0,-7 0 0 15,7-1 0-15,-4 2 0 0,0-2 0 0,-1 2 0 16,-2-1 0-16,3 1 0 0,-3-1 0 16,1 1 0-16,-1-2 0 0,0 1 0 15,0 1 0-15,0 0 0 0,1-3 0 16,-3 3 0-16,2-2 0 0,-1 0 0 16,-1-1 0-16,2 1 0 0,0 0 0 0,0 0 0 15,-4-3 0-15,2 4 0 0,2-1 0 16,-4-1 0-16,2 2 0 0,1-2 0 0,0-1 0 15,-3 2 0-15,3 1 0 0,-2-4 0 16,1 2 0-16,-4 0 0 0,4-1 0 0,-4 2 0 16,1 0 0-16,-1-1 0 0,3-1 0 15,-5-1 0-15,6 2 0 0,-6-2 0 16,1 1 0-16,3-1 0 0,-3 0 0 16,0-1 0-16,0 1 0 0,-2-1 0 15,2 1 0-15,0-1 0 0,-2 1 0 0,-1-3 0 16,1 1 0-16,0-2 0 0,0 0 0 15,0-6 0-15,-2 5 0 0,0-3 0 0,0 5 0 16,0-3 0-16,-2 0 0 0,0 3 0 16,0-1 0-16,2-1 0 0,-2 3 0 0,2-1 0 15,-1 2 0-15,-1-2 0 0,0 2 0 16,-2 0 0-16,2-2 0 0,0 4 0 0,1-2 0 16,-2 1 0-16,-1-1 0 0,0 1 0 15,3-3 0-15,-5 3 0 0,2-1 0 0,2 3 0 16,-1-1 0-16,-1 0 0 0,-1 0 0 15,4 0 0-15,-3 0 0 0,0 0 0 16,2 2 0-16,-1-3 0 0,-3 5 0 16,2-3 0-16,-2-1 0 0,2 0 0 0,1 1 0 15,-5-1 0-15,5 2 0 0,-5-2 0 16,0-1 0-16,0 2 0 0,1-2 0 16,2 3 0-16,-4-3 0 0,4 4 0 0,-5-2 0 15,3-1 0-15,-1 3 0 0,-2-2 0 16,1 0 0-16,-1 1 0 0,1-2 0 0,0 4 0 15,-2-2 0-15,0 0 0 0,2 0 0 16,-1 0 0-16,1-1 0 0,-1 1 0 0,1 0 0 16,-1 2 0-16,1-2 0 15,1 1 0-15,-4-1 0 0,3 2 0 0,0-1 0 16,2 1 0-16,-2-1 0 0,4 1 0 16,-3-1 0-16,8 4 0 0,-12-4 0 0,12 4 0 15,-9-2 0-15,9 2 0 0,-7-4 0 16,7 4 0-16,-11-3 0 0,11 3 0 0,0 0 0 15,-9-4 0-15,9 4 0 0,0 0 0 16,0 0 0-16,0 0 0 0,-11 0 0 0,11 0 0 16,0 0 0-16,0 0 0 0,0 0 0 15,0 0 0-15,0 0 0 0,-16 2 0 0,16-2 0 16,0 0 0-16,0 0 0 0,0 0 0 16,0 0 0-16,0 0 0 0,0 0 0 15,0 0 0-15,-9-2 0 0,9 2 0 16,0 0 0-16,0 0 0 0,0 0 0 0,0 0 0 15,-9-6 0-15,9 6-318 0,-5-6-323 16,5 6-109-16,-2-6-182 0,2 6 82 16,0 0-748-16,0 0-1040 0</inkml:trace>
  <inkml:trace contextRef="#ctx0" brushRef="#br0" timeOffset="210112.25">11380 3992 4569 0,'-3'-11'-68'0,"-3"4"35"0,4 0 40 0,-1 4 13 0,3 3 14 0,-5-7 3 0,5 7-3 16,0 0 15-16,0 0 32 0,0 0 18 0,27 14 4 15,-2 2-6-15,5 2-3 0,8 7-8 16,6-1-6-16,-2-1-9 0,1 0-6 15,2 2-7-15,-6-1-4 0,2 0-4 16,-9-5-4-16,-3 2-4 0,2-5-6 16,-7 4-3-16,-7-6-18 0,1-5-33 0,-4 5-46 15,-4-4-63-15,0 1-68 0,-3-2-85 16,-1 0-86-16,-1-4-113 0,-3-1-185 0,2 0 41 16,-4-4-378-16,0 0-477 0</inkml:trace>
  <inkml:trace contextRef="#ctx0" brushRef="#br0" timeOffset="210397.01">11567 3860 2818 0,'-25'-7'20'16,"2"-3"36"-16,6 4 50 0,0 0 32 16,0 0 51-16,1 3 28 0,5-1-2 15,2-1-19-15,9 5-20 0,-16-3-20 0,16 3-13 16,0 0-1-16,-1 15 17 0,12 1-1 15,8 7-8-15,13 10-8 0,10 0-16 0,2 3-12 16,6-1 5-16,1 2-10 0,1-1-11 16,-2 0-11-16,0-4-7 0,-2 1-20 0,-6-6-22 15,-4-3-29-15,-9-5-20 0,-5 0-23 16,-4-5-28-16,-5-4-24 0,-3 1-40 16,-3-5-43-16,-2 0-49 0,4 2-54 15,-6-4-74-15,1-2-127 0,-6-2-208 16,14 0 55-16,-14 0-366 0,16-4-469 0</inkml:trace>
  <inkml:trace contextRef="#ctx0" brushRef="#br0" timeOffset="211061.94">13864 4122 2952 0,'2'-14'84'0,"-1"4"44"0,-2 1 36 0,2 3 17 0,-1 6 2 16,-1-9-8-16,1 9-18 0,0 0-5 0,0 0 30 15,-22 17 16-15,3 5-8 0,-7 13 1 16,-3-1-10-16,1 0-4 0,-3 5-1 0,4-6-10 16,6-4-16-16,2-1-10 0,0-2-16 15,4 1-1-15,2-7-14 0,3-3-11 0,-2-1-15 16,3-1-5-16,4-4-10 0,-1-3 5 16,1 2-9-16,0-5-6 0,5-5-3 15,-4 6-40-15,4-6-42 0,0 0-29 16,0 0-22-16,25-45-24 0,-4 15-16 15,5-13 5-15,5-3 2 0,-3 3 12 0,-3 5 12 16,-3 10 8-16,-9 8 8 0,-3 6 5 16,-7 4 6-16,-1 6 28 0,-2 4 39 0,0 0 17 15,-27 19 4-15,-3 2 6 0,-6 9 10 16,-5-1 12-16,5 0 0 0,2 0 4 0,0 0-3 16,7-7-8-16,4-2-3 15,5-1-5-15,2-2-3 0,5-3-4 0,3-4-24 16,-2 0-66-16,6-1-76 0,-1-2-106 15,1 0-109-15,2-4-146 0,2-3-235 16,-3 5 17-16,3-5 84 0,-9 4-403 0,9-4-504 16</inkml:trace>
  <inkml:trace contextRef="#ctx0" brushRef="#br0" timeOffset="211845.07">9602 6895 3319 0,'0'0'257'0,"0"-7"-13"0,0 7-10 0,4-6-12 0,-4 6-12 0,0 0-13 0,0 0 21 0,0 0 3 16,0 0-3-16,26 18-12 0,-15-7-18 15,2 3-21-15,0 1-15 0,0 1-19 0,-2-1-13 16,3 1-6-16,-3-1-14 0,-1-4-25 15,-2-1-1-15,-3 0-9 0,3-3-7 0,-3 0-8 16,-1-2 0-16,-4-5-14 0,8 7 1 16,-8-7-26-16,0 0-5 0,0 0-5 15,0 0-2-15,-8-24 5 0,4 7-4 16,-3-5-3-16,-4-9 3 0,5 6 12 0,0 6 11 16,2 5-1-16,2 2 1 0,1-1-12 15,-3 5-4-15,2 2 2 0,2 6-4 0,0 0 0 16,0 0 2-16,0 0 1 0,0 0-3 15,19 24 4-15,-9-12-5 0,-1 4 4 0,5-2-24 16,-3 0-52-16,2 1-57 0,2-3-69 16,-3-2-93-16,-2 1-88 0,-3-4-98 0,0-1-142 15,-3-1-126-15,0 2 76 0,-6-1-553 16,2-6-682-16</inkml:trace>
  <inkml:trace contextRef="#ctx0" brushRef="#br0" timeOffset="212179.13">7864 8630 3637 0,'0'0'47'0,"0"0"-3"0,0 0 0 0,0 0-2 0,0 0 9 0,4 24-5 15,1-11 0-15,0 5-5 0,4 9-1 16,2-1-16-16,3 1-34 0,-1-1-69 0,1-1-76 15,-5-4-100-15,2-3-133 0,1-1-163 16,-2 0 52-16,-1-3-224 0,1 4-215 0</inkml:trace>
  <inkml:trace contextRef="#ctx0" brushRef="#br0" timeOffset="-213252.4">10950 5274 1231 0,'0'0'267'0,"16"7"-84"0,-16-7-22 0,0 0-10 0,0 0 1 0,0 0-5 15,0 0 9-15,0 0 4 0,0 0 19 0,0 0 7 16,0 0 2-16,0 0 1 0,0 0-4 16,0 0 1-16,0 0 0 0,0 0-3 15,0 0 2-15,0 0 3 0,0 0 4 0,0 0 6 16,0 0 0-16,0 0 0 0,0 0 12 15,0 0 16-15,0 0-14 0,0 0-17 0,0 0-24 16,0 0-15-16,0 0-15 0,0 0-11 16,-36-12-10-16,27 12-9 0,-3-3 2 0,12 3-13 15,-27-2-5-15,14-2 0 16,-1 4-2-16,0-1-4 0,1-1-3 0,-1-1-3 16,1 3-1-16,-1 0-1 0,1-2 2 15,4 2-1-15,9 0-5 0,-19-2-2 0,9 0-39 16,0 0-36-16,10 2 0 0,-16 0 0 15,5 0 0-15,11 0 0 0,-18 0 0 0,18 0 0 16,-18 0 0-16,7 0 0 0,11 0 0 16,-21 0 0-16,12 0 0 0,0 2 0 15,-2 0 0-15,11-2 0 0,-18 4 0 0,6-4 0 16,5 5 0-16,-3-4 0 16,-2 1 0-16,3 0 0 0,-2 1 0 0,1-1 0 15,2 2 0-15,-1-1 0 0,2 0 0 0,-1-1 0 16,8-2 0-16,-13 7 0 0,2-4 0 15,4 2 0-15,0-1 0 0,-1 1 0 16,3 0 0-16,-4 2 0 0,0-2 0 0,4 2 0 16,-6 0 0-16,4 0 0 0,2-1 0 15,-5 5 0-15,2-3 0 0,1 2 0 0,-3 1 0 16,1-1 0-16,3 0 0 0,-2 2 0 16,3-3 0-16,-1-1 0 0,3 2 0 0,-6-3 0 15,5 3 0-15,3-4 0 16,-5 2 0-16,4-1 0 0,0 1 0 0,1 0 0 15,-3-1 0-15,2 1 0 0,0 0 0 0,2 4 0 16,-5-4 0-16,5 4 0 0,0 0 0 16,-1 0 0-16,1 0 0 0,0 0 0 15,0 1 0-15,0 0 0 0,0-1 0 16,1-1 0-16,-1 1 0 0,3 0 0 0,-3 1 0 16,2-1 0-16,0-2 0 0,0 1 0 15,0-3 0-15,0 2 0 0,-1-2 0 0,1-1 0 16,0 3 0-16,0-2 0 0,2 1 0 15,-1-1 0-15,1 2 0 0,1-1 0 0,-2 1 0 16,3 0 0-16,-1 1 0 16,1-3 0-16,-1 2 0 0,2 1 0 0,0-1 0 15,3 2 0-15,-3-3 0 0,1 1 0 16,0-2 0-16,-3 1 0 0,3-1 0 0,0 1 0 16,-3 0 0-16,1-3 0 0,1 1 0 15,0 0 0-15,-2 0 0 0,3 0 0 0,-3-4 0 16,1 2 0-16,-6-5 0 0,12 10 0 15,-5-6 0-15,1 2 0 0,-3-2 0 0,4 1 0 16,-2 1 0-16,2 0 0 0,1 2 0 16,0-4 0-16,-1 0 0 0,0 1 0 15,3 1 0-15,1 0 0 0,1 2 0 16,-1-3 0-16,3 2 0 0,-4-2 0 0,-1-2 0 16,3 0 0-16,-3 1 0 0,3-1 0 0,-3-1 0 15,-1 1 0-15,-10-3 0 16,19 4 0-16,-19-4 0 0,21 0 0 0,-11 0 0 15,-10 0 0-15,23-4 0 0,-10 3 0 16,2-3 0-16,2 1 0 0,2-3 0 0,-1 2 0 16,2-1 0-16,1-2 0 0,-4 2 0 15,4-3 0-15,-3 4 0 0,-2-2 0 0,0-1 0 16,-1 3 0-16,-1-2 0 0,-3 0 0 16,5 2 0-16,-7-2 0 0,0 2 0 0,1 1 0 15,1-3 0-15,-3 0 0 0,1 4 0 16,-1-4 0-16,0 0 0 0,-1 2 0 0,0-1 0 15,4-1 0-15,-6 0 0 0,3 0 0 16,-1-1 0-16,1 1 0 0,0 0 0 16,-3-4 0-16,3 2 0 0,-2-1 0 15,0 1 0-15,-1-3 0 0,3 3 0 0,-5-1 0 16,2-1 0-16,2-2 0 0,-3 2 0 16,3-4 0-16,-3 2 0 0,2 0 0 0,-2-2 0 15,2 2 0-15,-3-1 0 0,3-1 0 16,-1-1 0-16,-1 3 0 0,-2-3 0 0,3 3 0 15,-3 0 0-15,-1 0 0 0,1-1 0 16,0 1 0-16,0-2 0 0,0 0 0 0,0-1 0 16,-1 1 0-16,-1 0 0 0,2 1 0 15,-2-1 0-15,2-3 0 0,-2 1 0 16,0 3 0-16,0-3 0 0,0 2 0 16,0 1 0-16,0-1 0 0,-2 3 0 0,2-1 0 15,-2 0 0-15,2 1 0 0,-1 1 0 16,-3 2 0-16,2-2 0 0,0 3 0 0,0-1 0 15,-3-1 0-15,0 1 0 0,1 0 0 16,1-1 0-16,-3 0 0 0,3 2 0 0,-8-1 0 16,6-1 0-16,-3 1 0 0,-3 1 0 15,1-2 0-15,-1 1 0 0,4 1 0 0,-5-3 0 16,1 4 0-16,0 0 0 0,-3-1 0 16,3 0 0-16,-3 2 0 0,3-1 0 15,0 2 0-15,0-1 0 0,0 1 0 16,0-1 0-16,-1 2 0 0,1 1 0 0,-3-2 0 15,1 0 0-15,2 2 0 0,-3 2 0 16,2 0 0-16,-4-2 0 0,1-1 0 0,1 3 0 16,1 0 0-16,1-1 0 0,1 1 0 15,11 0 0-15,-21-1 0 0,12 1 0 16,9 0 0-16,-22 0 0 0,13 0 0 0,9 0 0 16,-17 0 0-16,17 0 0 0,-17 0 0 15,17 0 0-15,-18 0 0 0,18 0 0 16,-18 0 0-16,8 0 0 0,10 0 0 0,-19 1 0 15,7-1 0-15,3 0 0 0,-2 4 0 0,-1-4 0 16,1 2 0-16,0 0 0 0,1 0 0 16,-3 0 0-16,2 2 0 0,0-2 0 15,0 1 0-15,-3 0 0 0,3 1 0 16,0-1 0-16,-1 1 0 0,3-1 0 0,-3 0 0 16,5-1 0-16,-3 2 0 0,-1 0 0 15,3 0 0-15,8-4 0 0,-13 4 0 0,9-3 0 16,4-1 0-16,-12 5 0 0,12-5 0 15,-9 2 0-15,9-2 0 0,-5 3 0 16,5-3 0-16,0 0 0 0,-11 2 0 16,11-2 0-16,0 0 0 0,0 0 0 0,-9 4 0 15,9-4 0-15,0 0 0 0,-9 3 0 16,9-3 0-16,-6 5 0 0,3-1 0 0,-4 1 0 16,4 2-519-16,-5-1-509 0,3 3 104 15,-6 3-1021-15,4 0-1366 0</inkml:trace>
  <inkml:trace contextRef="#ctx0" brushRef="#br0" timeOffset="-211997.84">9571 6735 4942 0,'0'0'-213'0,"2"-14"35"0,-2 14 29 0,-3-5 42 0,3 5 40 0,0 0 43 16,-8-7 36-16,8 7 25 0,0 0 11 16,-3-7 10-16,3 7 11 0,-4-5 5 15,4 5 8-15,0 0 21 0,2-12 15 0,-2 12 24 16,0 0 19-16,2-12 15 0,-2 12 43 15,0-8-2-15,0 8 6 0,0 0 8 0,0 0-4 16,0-9-9-16,0 9-12 0,0 0-16 16,0 0-24-16,0 0-20 0,0 0-22 0,0 0-11 15,0 0-1-15,0 0 9 0,16 40-1 16,2-11-9-16,1 2-7 0,8 8-45 0,-3 0-59 16,6 1 0-16,-1-5 0 0,3 2 0 15,-1-5 0-15,-8-4 0 0,-2-6 0 16,-2 0 0-16,-4-2 0 0,-2-9 0 0,-1-1 0 15,-4-1 0-15,-1-1 0 0,0-1 0 16,-2-2 0-16,3 1 0 0,-8-6 0 16,7 8 0-16,-2-4 0 0,-5-4 0 15,4 7 0-15,-4-7 0 0,7 4 0 0,-7-4 0 16,3 6 0-16,-3-6-349 0,0 0-371 16,0 0-211-16,-14 12 69 0,5-6 93 0,-7-1-782 15,0 3-994-15</inkml:trace>
  <inkml:trace contextRef="#ctx0" brushRef="#br0" timeOffset="-211219.81">7534 8767 4465 0,'0'0'88'0,"-7"-4"27"0,7 4 32 0,0 0 35 0,0 0 28 0,-9-5 21 16,9 5-4-16,0 0-20 0,0 0-14 0,0 0-2 16,0 0 9-16,0 0-3 0,39 23-9 15,-10-7-15-15,0 3-14 0,10 8-12 0,-3-4-16 16,-1 5-9-16,0-1-15 0,-7-4-3 15,-2 2-10-15,-3 3 4 0,2-4-4 16,-3-1 3-16,-4 1-73 0,-4-3-24 16,-3-4 0-16,-2 1 0 0,1-5 0 0,-4-1 0 15,1 0 0-15,-3-4 0 0,3 1 0 16,-6-1 0-16,3-2 0 0,-2 0 0 0,-2-6 0 16,2 5 0-16,-2-5 0 0,0 0-163 15,0 0-288-15,0 0-119 0,-20-17-139 0,11 7-145 16,0 1 69-16,-3-3-800 0,3 1-1025 15</inkml:trace>
  <inkml:trace contextRef="#ctx0" brushRef="#br0" timeOffset="-127485.83">6525 10162 1566 0,'0'0'191'0,"0"0"-39"0,0 0-20 0,0 0 0 0,0 0-9 0,0 0-5 0,13-5 3 0,-13 5-8 15,0 0 5-15,0 0 4 0,0 0 7 16,3-8 9-16,-3 8 6 0,0 0 12 0,0 0 4 16,0 0 4-16,0 0 8 0,0 0 2 15,0 0 7-15,0 0 2 0,0 0 3 0,-2-9 0 16,2 9 1-16,0 0 3 0,0 0-9 15,0 0 2-15,0 0-5 0,0 0-6 16,0 0-7-16,0 0-20 0,0 0-14 16,-20-7-12-16,20 7-18 0,-10 0 3 0,10 0-24 15,-17-1-1-15,17 1-10 0,-21 1-10 16,8 1-5-16,-1 0-5 0,1 0-3 0,-2 1-9 16,2-1-3-16,-3 1-3 0,3 1-7 15,0-3-3-15,-1 1 3 0,1 1-5 0,-2 1-2 16,4-3-2-16,-3 3-3 0,1-1 1 15,-1 1 0-15,3-1-3 0,0 2-3 0,-5 0-5 16,5 1 4-16,-1 0-9 0,-1 3 7 16,2-2 0-16,-1 0-5 0,4-1 1 15,-1 2-1-15,-1 0 4 0,1 0 2 16,1 3-4-16,-2-3 3 0,3 3-3 0,0 1 1 16,-1 2-2-16,1-1 4 0,0 3-3 15,4 0-2-15,-3 1 2 0,2 0-4 16,2 1 2-16,2 1-3 0,0 0 6 0,0 1-8 15,6 1 2-15,3 6 10 0,3 2-2 16,1-3 2-16,1-1-7 0,5-1-2 0,0-4 14 16,-1 1-6-16,5-4-2 0,2-2 7 15,4-1-3-15,2-2 2 0,1-3-3 0,-2-6 4 16,-1-1-11-16,13-4 6 0,0-5 5 16,3-1-7-16,3-6-6 0,-8 2 3 15,6-9 0-15,-4-3-1 0,-10 6 9 16,-3-6-5-16,-4 3 5 0,-7-4-3 0,-2-2 7 15,-7-4 9-15,-5 5-2 0,-4-1 5 16,-6-10-5-16,-5-1 0 0,-4-7-3 0,-6 3-5 16,6 13 7-16,-7 2-15 0,8 11-3 15,-4 2-24-15,1 5-38 0,-4 2-22 0,0 6-42 16,-1 2-49-16,-3 6-62 0,-9 2-85 16,1 3-97-16,3 0-139 0,1 1-182 0,8-3 5 15,3 2 93-15,7-7-580 16,4-3-686-16</inkml:trace>
  <inkml:trace contextRef="#ctx0" brushRef="#br0" timeOffset="-125920.49">10484 5893 3231 0,'-11'0'-50'0,"11"0"23"0,-17-2 24 0,17 2 20 0,-15-2 27 0,15 2 21 0,-11-3 26 0,11 3 7 15,-9-3-3-15,9 3-2 0,-9-2-19 0,9 2-6 16,-5-3-7-16,5 3-40 0,0 0-67 15,-11-4-66-15,11 4-91 0,0 0-108 16,0 0-192-16,-24 7-23 0,11 1 59 16,-12 10-115-16,-11 9-82 0</inkml:trace>
  <inkml:trace contextRef="#ctx0" brushRef="#br0" timeOffset="-125567">8617 7858 1675 0,'0'0'145'0,"0"0"6"16,11 2 1-16,-11-2 8 0,0 0 20 0,0 0 18 16,0 0 6-16,0 0-13 15,0 0-18-15,0 0-13 0,14-4-22 0,-14 4-13 16,0 0-47-16,0 0-60 0,7-3-69 15,-7 3-75-15,0 0-89 0,0 0-98 0,0 0-176 16,13 5-4-16,-13-5 60 0,0 9-121 16,0-9-56-16</inkml:trace>
  <inkml:trace contextRef="#ctx0" brushRef="#br0" timeOffset="-125186.29">6204 10176 1934 0,'0'0'275'0,"0"0"-20"0,0 0-29 16,0 0-6-16,0 0 2 0,-24-10-6 0,24 10-17 15,0 0-25-15,-10-2-21 0,10 2-43 16,0 0-61-16,0 0-72 0,0 0-76 0,-6-5-77 15,6 5-99-15,0 0-132 0,0 0-122 16,14-12 39-16,-10 5-202 0,1 4-186 0</inkml:trace>
  <inkml:trace contextRef="#ctx0" brushRef="#br0" timeOffset="-123687.16">10826 5670 2074 0,'0'0'59'0,"0"0"12"0,0 0 15 0,0 0 11 0,0 0 10 0,0 0-5 0,0 0 3 16,0 0-7-16,0 0-6 0,-6-21-4 15,6 21-13-15,0 0-4 0,0 0-14 16,0 0-3-16,1-8-7 0,-1 8-3 16,0 0-6-16,0 0-6 0,3-9 3 0,-3 9-8 15,8-5 0-15,-5 2-2 0,1-3-2 16,2 2-7-16,-1-3-1 0,2 0-9 0,-2 2-3 16,1-1 0-16,-1 1 1 0,-1 0-4 15,-4 5 2-15,8-5-5 0,-8 5 2 16,6-5-1-16,-6 5 0 0,0 0 3 0,0 0-1 15,0 0-4-15,0 0 6 0,0 0 2 16,0 0-3-16,-4 17 1 0,4-17 9 0,0 0 10 16,0 0 8-16,0 0 2 0,-2 10 8 15,2-10 6-15,0 0 14 0,0 0-11 16,0 0-2-16,0 0-2 0,0 0-8 16,0 0 0-16,0 0-7 0,0 0 4 0,0 0-10 15,0 0-3-15,0 0 4 0,0 0-11 16,0 0-7-16,0 0-40 0,0 0-49 0,0 0-50 15,0 0-78-15,0 0-90 0,0 0-168 16,0 0-71-16,0 0 51 0,-8 4-162 16,8-4-148-16</inkml:trace>
  <inkml:trace contextRef="#ctx0" brushRef="#br0" timeOffset="-123136.44">8673 8282 2150 0,'0'0'225'0,"0"0"10"0,1-6 1 0,-1 6 14 0,0 0 13 0,0 0 11 0,2-6-3 0,-2 6-6 15,0 0-23-15,0 0-26 0,0 0-21 0,0 0-25 16,2-8-19-16,-2 8-14 0,0 0-31 16,0 0-45-16,0 0-60 0,0 0-61 0,0 0-48 15,0 0-80-15,0 0-79 0,6 24-95 16,-5-13-131-16,-1 5-124 0,0 7 46 0,-1 5-375 16,1 13-426-16</inkml:trace>
  <inkml:trace contextRef="#ctx0" brushRef="#br0" timeOffset="-122786.86">8920 10549 3099 0,'0'0'326'0,"0"0"-10"16,2 6-11-16,-2-6 10 0,0 0 25 0,0 0-6 15,0 0-11-15,0 0-24 0,0 0-29 16,0 0-31-16,0 0-26 0,0 0-34 0,0 0-69 15,0 0-76-15,0 0-89 0,0 7-100 16,0-7-118-16,0 0-121 0,0 0-134 16,0 0-201-16,0 0 46 0,0 0 68 15,0 0-497-15,0 0-582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2:50:03.2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10850 2791 3036 0,'-7'-10'234'0,"-3"1"-33"0,3 3 12 0,1 0-58 0,-4 3-6 0,1-1-17 15,9 4-1-15,-29 6-7 0,-1 6 2 16,-13 10 4-16,-2 3 3 0,4 6-8 0,-4 8-6 15,7 3 0-15,2 0 0 0,8 2-10 16,7 0-1-16,9-8-6 0,12 0-3 0,6-1 3 16,11-2-10-16,11 2-4 0,11-2-10 15,8-6-10-15,5-6-2 0,3-4-9 16,3-7-3-16,-1-3 4 0,-12-4-3 0,-1-4-4 16,-4-4-3-16,-4-1-5 15,0-7 4-15,-5-1 25 0,-8-5 23 0,0-4 13 16,-6-7 1-16,-7-2-1 0,-5-5-6 15,-5-2-18-15,-3-6-11 0,-9-9-9 0,-5-4-7 16,-2 2-8-16,-3 6-10 0,0 6-18 16,1 15-25-16,0 8-47 0,-8 10-33 0,0 7-39 15,4 8-57-15,-12 7-66 0,-11 8-89 16,6 7-100-16,0 5-136 0,3 0-243 0,0 6 67 16,5 2 82-16,1 3-456 0,8-4-591 15</inkml:trace>
  <inkml:trace contextRef="#ctx0" brushRef="#br0" timeOffset="331.1">10776 3542 3057 0,'4'-17'87'16,"0"2"79"-16,-3 5 58 0,-1 2 28 15,0 1 5-15,0 7-5 0,-3-8-4 0,3 8-5 16,0 0 7-16,-42 15 13 16,0 11 12-16,-11 10-1 0,-24 16-1 0,-5 8-16 15,-3 1-14-15,-1 10-18 0,0 1-9 16,-3 5-22-16,1 4 8 0,0 1 1 16,4-1-10-16,3-2-19 0,2-1-16 0,7-4-153 15,8-7-5-15,4-6 0 0,14-15 0 16,6-2 0-16,3-7 0 0,2-2 0 0,2-5 0 15,9-6 0-15,3-7 0 0,5-4 0 16,3-4 0-16,4-3-143 0,-1-5-309 0,2-1-98 16,8 0-94-16,-11-6-125 0,11 6-56 15,-1-10 85-15,2 3-644 0,-1 7-836 0</inkml:trace>
  <inkml:trace contextRef="#ctx0" brushRef="#br0" timeOffset="712.62">9284 4768 3980 0,'-12'9'93'15,"-1"-3"45"-15,-2 7 41 0,-8 2 28 16,-2 4 54-16,-1 1 36 0,-3 4-5 16,2 1 1-16,-1 6-15 0,-1 3-18 15,2 0-17-15,5 5-2 0,6-4-22 16,3 0-23-16,8-1-18 0,3-5-14 0,6-3-15 0,3 3-14 15,10 0-12-15,8-5-12 16,5-7-6-16,13-5-56 0,4-7-49 0,15-7 0 0,3-10 0 16,4-3 0-16,-4-14 0 15,16-4 0-15,-29 2 0 0,-4-2 0 0,-4 1 0 16,-16-2 0-16,-5-4 0 0,-10 3 0 16,-4 0 0-16,-11-3 0 0,-8-11 0 0,-7-2 0 15,-2 3 0-15,-6 5 0 0,0 6 0 16,-6 3 0-16,7 13 0 0,-3 4 0 15,-1 5 0-15,1 4 0 0,4 8 0 0,3 0 0 16,-4 6 0-16,5 1-276 16,0 1-112-16,4 3-125 0,2-2-126 0,6-4-223 15,7-1 48-15,0-4 91 0,0 0-629 16,0 0-808-16</inkml:trace>
  <inkml:trace contextRef="#ctx0" brushRef="#br0" timeOffset="1030.05">10965 3413 4151 0,'-8'-17'222'16,"6"5"9"-16,-1 4 11 0,1 2-9 0,2 6-16 15,-4-6-22-15,4 6 55 0,0 0 33 16,20 49-15-16,4-6-15 0,6 9-21 0,13 20-21 15,7 3-18-15,11 9-19 0,8 6-14 16,7 6-19-16,27 27-14 0,-21-29-11 0,29 23-8 16,-32-31-6-16,6-2-20 0,-9-6-82 15,-4-3 0-15,-9-7 0 0,-11-8 0 0,-18-12 0 16,-7-9 0-16,-11-6 0 0,-2-8 0 16,-6-4 0-16,-3-5 0 0,-1-6-127 15,0-1-161-15,-4-7-121 0,0-2-132 0,0 0-133 16,0 0-179-16,0 0 71 15,0 0 87-15,0 0-605 0,0 0-758 0</inkml:trace>
  <inkml:trace contextRef="#ctx0" brushRef="#br0" timeOffset="1362.79">11954 4789 3985 0,'-16'3'192'0,"0"4"29"16,-2 3 59-16,-7 7 57 0,3 12 57 15,-8 4 31-15,1 4 8 0,2 9-17 16,6 3-44-16,3-1-32 0,9-7-33 16,5-1-21-16,4-3-83 0,8 2-203 15,8-5 0-15,10 0 0 0,10-5 0 0,-3-10 0 16,10-2 0-16,0-9 0 0,-4-6 0 16,3-4 0-16,0-3 0 0,0-5 0 0,-1-2 0 15,-5-3 0-15,2-9 0 0,-10 5 0 16,-5-3 0-16,-4-2 0 0,-5-5 0 0,-7-2 0 15,-5 1 0-15,-6-6 0 0,-5-3 0 16,-11-11 0-16,-6-1 0 0,-8 1 0 0,-8 3 0 16,-2 7 0-16,-5 7 0 0,-7 11 0 15,-5 11 0-15,-8 8-221 0,-5 11-441 0,-25 10-180 16,-1 4-65-16,0 8 100 0,-1 7-809 16,-12 8-1056-16</inkml:trace>
  <inkml:trace contextRef="#ctx0" brushRef="#br0" timeOffset="1762.14">9132 5562 4709 0,'-12'-10'-23'0,"-3"3"16"0,-4 4 8 0,-8 4 46 0,-15 6 49 0,-17 9 31 0,-21 16 27 15,-12 6 11-15,-7 10 14 0,-9 6 23 16,-4 4 27-16,-5 8 20 0,-28 23 8 0,35-21-6 15,1 2 0-15,5-2-16 0,6 0-17 16,4-2-23-16,10-1-19 0,3-1-16 16,11-3-15-16,4-8-17 0,19-12-81 0,8-1-47 15,0-6 0-15,5-4 0 0,9-7 0 16,2 0 0-16,0-6 0 0,8-3 0 16,5-4-255-16,1-4-103 0,4 1-105 15,-2-3-97-15,7-4-124 0,0 0-136 0,0 0 74 16,0 0-718-16,0 0-913 0</inkml:trace>
  <inkml:trace contextRef="#ctx0" brushRef="#br0" timeOffset="2111.96">7418 6727 4251 0,'-11'16'68'0,"-5"12"33"15,0 1 37-15,-11 16 42 0,2-2 50 16,0 3 79-16,5-1-1 0,-2 3-11 0,9-3-18 15,3-5-23-15,7-3-28 0,3-8-13 16,7 4-25-16,3-2-19 0,5-1-15 0,6-6-13 16,4-4-15-16,2-3-9 0,3-5-12 15,6-3-11-15,-5-7-12 0,9-6-19 0,-1-5-20 16,-2-2-18-16,-3-5-27 0,-3-3 0 16,-2-1 0-16,-11-4 0 0,-6-4 0 0,-5 1 0 15,-10-8 0-15,-13-8 0 0,-4-3 0 16,-13 0 0-16,-4 2 0 0,-2-2 0 0,-1 10 0 15,-1 2 0-15,3 11 0 16,10 6 0-16,-1 3-18 0,4 8-16 0,5 5-33 16,0 1-47-16,4 5-65 0,0 0-67 15,3 4-67-15,3-1-75 0,5 1-92 0,-1 0-98 16,4-2-149-16,4-3-25 0,-2-4 85 16,13 7-567-16,-1-7-696 0</inkml:trace>
  <inkml:trace contextRef="#ctx0" brushRef="#br0" timeOffset="2428.06">9207 5639 3922 0,'0'-21'307'16,"2"8"-26"-16,0 1-25 0,1 5-14 15,-1 4 26-15,-2 3 64 0,13 22 35 0,2 10-8 16,8 20-27-16,2 3-28 0,9 22-30 16,4 5-23-16,2 4-25 0,6 4-22 0,7 7-18 15,6-3-106-15,4-1-80 0,5-6 0 16,2-5 0-16,-7-7 0 0,-9-7 0 0,-8-6 0 16,-12-14 0-16,-9-4 0 0,0-6 0 15,-10-9 0-15,-3-6 0 0,-3-8 0 16,-3-1-321-16,-1-4-143 0,-5-5-125 15,2-1-160-15,-2-4-96 0,0 0 82 0,0 0-754 16,0 0-962-16</inkml:trace>
  <inkml:trace contextRef="#ctx0" brushRef="#br0" timeOffset="2779.65">9824 6822 4722 0,'-23'4'291'0,"-1"6"10"15,-6 6 36-15,1 6 40 0,-3 11 31 16,2 6 1-16,-3 6 5 0,6 7-30 16,2 5-34-16,9 4-152 0,0 2-198 0,11 0 0 15,6 2 0-15,3-3 0 0,10-3 0 16,4-11 0-16,7 1 0 0,4-9 0 0,2-7 0 16,-3-12 0-16,5-7 0 0,1-6 0 15,-4-8 0-15,6-6 0 0,9-14 0 0,-6-8 0 16,-3-5 0-16,-2-5 0 0,2-4 0 15,-11-2 0-15,-1-5 0 0,-7 1 0 16,-4-5 0-16,-5-5 0 0,-4-2 0 16,-8 2 0-16,2 2 0 0,-8 3 0 0,1 16 0 15,-3 2 0-15,-5 5 0 0,-4 7 0 0,1 6 0 16,-9 5 0-16,4 4 0 0,0 8 0 16,-1 2 0-16,-10 8 0 0,-2 0 0 15,1 7-602-15,3 0-127 0,1 2-176 0,5 3 76 16,-7 7 88-16,10-8-750 0,5-3-939 15</inkml:trace>
  <inkml:trace contextRef="#ctx0" brushRef="#br0" timeOffset="3261.83">12169 5461 4244 0,'-9'-12'23'0,"1"4"7"0,0 1 15 0,5 1 39 0,3 6 49 0,-11-4 46 0,11 4 42 0,-18 14 45 16,-7 23 43-16,0 13 26 0,-13 32 16 15,-5 8 10-15,-1 15 21 0,-12 9-8 0,-16 37 3 16,-2 2-15-16,-4-3-247 0,-1-3-115 15,18-33 0-15,2-2 0 0,3 0 0 0,0-5 0 16,6-8 0-16,9-8 0 0,3-12 0 16,11-19 0-16,4-8 0 0,5-6 0 15,2-15 0-15,6-2 0 0,0-9 0 16,1-5 0-16,5-4 0 0,3-6 0 0,-6-5 0 16,7 0 0-16,0 0 0 0,-4-22 0 15,4 8-781-15,0-1-193 0,0 2 100 0,-1 1-1018 16,1 0-1314-16</inkml:trace>
  <inkml:trace contextRef="#ctx0" brushRef="#br0" timeOffset="3611.3">11043 7602 5717 0,'-27'35'170'0,"2"8"44"0,0 3 56 15,3 3 50-15,3 5 37 0,3-4 19 16,3-1-18-16,13-5-29 0,2-5-249 0,5-1-80 16,9-6 0-16,13 2 0 0,0-11 0 15,8-1 0-15,1-12 0 0,7-8 0 16,-4-6 0-16,16-10 0 0,-1-8 0 0,-3-3 0 16,-2-8 0-16,-5-1 0 0,-8-3 0 15,-3-4 0-15,-9 0 0 0,-4 1 0 0,-11 2 0 16,-8-3 0-16,-3-4 0 0,-9-9 0 0,-7 0 0 15,0 4 0-15,-7 4 0 0,-6 8 0 16,-1 7 0-16,1 8 0 0,-2 7 0 16,-5 6 0-16,2 3 0 0,-5 1 0 0,7 8 0 15,-8 2 0-15,-1 4-381 0,0 1-401 16,1 1-145-16,3 0 88 0,-1 0-951 0,3 1-1218 16</inkml:trace>
  <inkml:trace contextRef="#ctx0" brushRef="#br0" timeOffset="6344">7550 7340 4857 0,'4'-13'-119'0,"-1"0"43"0,-3 3 38 0,-1 3 32 0,1 1 47 0,0 6 39 15,-2-12 30-15,2 12 18 0,-6-2 13 16,6 2 25-16,-23 12 17 0,-13 19 22 16,-10 6 9-16,-22 26 4 0,-15 12 7 0,-6 2 1 15,-6 7-6-15,-31 31-12 0,2-4-12 16,33-29-25-16,1 3-13 0,6-9-16 16,6 0-13-16,4-3-14 0,3-2-6 0,9-8-15 15,4-1-9-15,14-17-76 0,4-3-9 16,4-4 0-16,2-1 0 0,5-5 0 0,4-8 0 15,4-2 0-15,1-3 0 0,2-5 0 16,5-1-188-16,3-4-120 0,1-1-102 0,0 1-88 16,-2-2-114-16,6 1-164 0,-1-4-12 15,3 1 85-15,-1 0-626 0,4-5-786 0</inkml:trace>
  <inkml:trace contextRef="#ctx0" brushRef="#br0" timeOffset="6727.9">5842 8903 3958 0,'-13'10'108'16,"7"0"2"-16,-6 7 3 0,-4 10 20 0,-5 16 32 16,2 0 29-16,-2 3 17 15,3 2 0-15,2-1 9 0,4 1-10 0,2-12-6 0,5 1-20 16,3-2-6-16,2-4-22 15,7 2-11-15,4-2-13 0,5-2-7 0,7-9-10 16,8-3-18-16,5-7-4 0,5-8-12 16,7-7 1-16,10-5-13 0,-1-12-9 0,-1-7-10 15,-2 0-7-15,-6-6 0 0,-7-2-8 16,-3-2 6-16,-13-4-3 0,-5-1-8 16,-11-6 0-16,-5 6-3 0,-10-15-1 0,-7 1-2 15,-4-5-8-15,-16-13 0 0,8 16-2 16,-1 7-4-16,-3 5-5 0,3 8 2 0,5 11-11 15,0 7-6-15,-3 5-3 0,4 9-11 16,3 6-25-16,0 7-44 0,-2 4-57 0,-3 11-62 16,6 2-75-16,0 2-85 15,10-3-85-15,-3-2-97 0,9-4-173 0,2-3-3 16,5-4 86-16,4-4-541 0,3-2-649 16</inkml:trace>
  <inkml:trace contextRef="#ctx0" brushRef="#br0" timeOffset="7062.07">7900 7381 3762 0,'-15'-19'274'0,"0"6"-8"0,6 1 20 0,-3 2 24 0,4 3-4 0,3 1-32 0,-1 5-23 16,6 1 16-16,-14 29 13 0,9 22-9 0,-1 17-25 16,6 4-24-16,2 35-24 0,10 5-18 15,-3 3-26-15,4 4-19 0,3 7-11 0,2-1-14 16,5-4-10-16,0-6-9 0,-1-4-13 16,-2-9-72-16,-1-7-6 0,-7-23 0 0,-2-6 0 15,-3-4 0-15,-3-5 0 0,-1-13 0 16,-1-4-82-16,-2-9-94 0,2-8-69 0,-2-1-65 15,0-9-95-15,0 1-112 0,-2-4-133 16,0-3-164-16,-1-5 74 0,3-2-706 16,-6 8-896-16</inkml:trace>
  <inkml:trace contextRef="#ctx0" brushRef="#br0" timeOffset="7411.88">7830 9281 4517 0,'-23'17'253'0,"0"11"21"0,-8 14 22 0,7 6 45 15,-1 5 8-15,2 3 1 0,6 0-23 16,4 2-23-16,5 4-34 0,1-3-24 16,9-4-22-16,7-1-6 0,2-13-26 0,12-3-162 15,2-1-30-15,8-8 0 0,-3-11 0 16,4-4 0-16,2-7 0 0,5-11 0 0,0-5 0 15,11-11 0-15,-3-6 0 0,1-6 0 16,-7-6 0-16,2-3 0 0,-5-5 0 0,-8-2 0 16,-2-5 0-16,-8-2 0 0,-8-2 0 15,-5-1 0-15,-7-2 0 0,-11-1 0 16,-2-2 0-16,-8 0 0 0,-3 5 0 0,-7 10 0 16,0 9 0-16,-1 8 0 0,-1 16 0 15,5 7 0-15,-3 10 0 0,-9 10 0 16,-12 7-243-16,-2 6-337 0,5 6-132 0,-3 4-169 15,3-1 63-15,-1 2 93 0,10 0-714 16,-4-1-890-16</inkml:trace>
  <inkml:trace contextRef="#ctx0" brushRef="#br0" timeOffset="8760.09">11560 2658 3736 0,'3'-7'-103'0,"1"-2"72"0,0 2 55 0,-2-1 63 0,-1 0 58 0,-1 8 51 15,2-6 28-15,-2 6 5 16,0 0-4-16,2-11-21 0,-2 11-20 16,0 0-23-16,2-4-18 0,-2 4-23 0,0 0-5 15,0 0 1-15,0 0-4 0,8 27-4 16,-4-10-12-16,0 1 2 0,-3 3-19 0,3 2-1 15,-2 1 1-15,0-2-8 0,0 2-7 16,-2-3-2-16,0-1-10 0,-4 4-2 16,2-1-7-16,-2 0-5 0,-1-2-4 0,1 0-21 15,1-4-49-15,-4-2-73 16,5-2-71-16,-1-2-82 0,1 0-68 0,2-4-63 16,0-2-96-16,0-5-120 0,0 0-105 15,0 0 53-15,0 0-383 0,0 0-517 0</inkml:trace>
  <inkml:trace contextRef="#ctx0" brushRef="#br0" timeOffset="9178.27">11586 2598 2791 0,'4'-16'-48'0,"0"3"39"0,-1-1 29 0,1 3 24 16,0-1 18-16,1 4 3 0,2-4 0 15,0 1-11-15,4 1-4 0,1 1 1 16,1 3-3-16,3 0-7 0,2 5-5 15,0 1-2-15,7 3-4 0,2 2 0 0,7 6-7 16,-4 2 1-16,-6-1-4 0,-2 2-3 16,-7 0-5-16,-4 0 7 0,-5 2 18 15,0-2 20-15,-6 3 10 0,-2 6 3 0,-9 8-8 16,-5-6 1-16,-3 0-8 0,0-5 23 16,2 1 9-16,0-8 22 0,4-1 21 0,3-3 15 15,2-2 16-15,-1-2 1 16,4 0-2-16,5-5 0 0,-11 5 4 0,11-5-12 15,-9 5-12-15,9-5-20 0,0 0-18 0,-9 5-16 16,9-5-17-16,-2 7-4 16,2-7-4-16,6 12-7 0,-3-2-2 0,7 1-10 15,-3 3-13-15,5 1 0 0,1 3-2 16,6 3-3-16,-2 2 4 0,-1-4-4 0,-3-2-9 16,-1-3 3-16,-1 1 2 0,-4-5-8 15,1 1-2-15,-2-3-11 0,-1 1-34 16,1-3-41-16,-2 1-58 0,-4-7-91 0,6 9-108 15,-6-9-74-15,6 3-137 16,-6-3-185-16,0 0 53 0,0 0-435 0,15-12-579 0</inkml:trace>
  <inkml:trace contextRef="#ctx0" brushRef="#br0" timeOffset="9542.94">12191 2834 3101 0,'0'0'36'0,"0"0"32"0,-9-9 24 0,9 9 5 0,0 0 16 0,0 0 42 0,0 0 22 16,0 0 4-16,-16 14-1 0,16-6 2 15,-4 4-10-15,2-2-4 0,2 3 2 0,0 1-2 16,4 1-3-16,1 1-5 0,3 3-7 16,1-2-12-16,5-3-1 0,1 1-10 0,8 2-14 15,2-2-8-15,-4-4-6 16,-1-4-7-16,0-4-6 0,-6 0 12 0,2-1 18 15,2-4 17-15,-5 1 12 0,1-4 3 16,-2 1-7-16,1-4-8 0,-1-1-10 0,-4-3-9 16,-5-2-11-16,1 0-14 0,-2-1-8 15,-2-1-12-15,-2 0-6 0,-2-1-14 16,3 5-20-16,-5-3-18 0,-1 5-39 0,-5 5-35 16,1 1-51-16,-9 4-56 15,5 0-33-15,-10 2-45 0,8 1-57 0,-3 3-78 0,2-3-94 16,0 2-114-16,2-1-149 15,2 0-32-15,7-2 84 0,7-2-476 0,0 0-626 16</inkml:trace>
  <inkml:trace contextRef="#ctx0" brushRef="#br0" timeOffset="9893.69">12512 2862 3042 0,'-13'-13'17'15,"13"13"44"-15,0 0 25 0,0 0 11 0,0 0 7 16,-12-2 16-16,12 2 26 0,0 0 7 16,0 0 7-16,-5 18 14 0,5-10 1 0,1 1-3 15,1 3-2-15,7 0-12 16,-2-1-5-16,6 6-11 0,3-5-31 0,-2 0-9 16,4 0-6-16,0-2-1 0,2-2-8 15,1-2 0-15,-1-3 12 0,0-1-8 16,-3 0 20-16,0-4 32 0,1-2 26 0,-4 1 15 15,-2-1 13-15,-1-3-5 0,0 1-4 16,-6-3-17-16,1 1-13 0,-4-6-17 0,-4 0-10 16,-4-5-19-16,0-2-14 0,-7-4-13 15,-1 4-17-15,1 7-24 0,-2 1-43 0,-2 3-64 16,-5 4-83-16,2 6-80 0,-3 0-72 16,-2 2-47-16,6 0-51 15,0 1-53-15,2-1-78 0,5-2-157 0,0 2-90 16,12-2 73-16,-7-5-483 0,7 5-650 15</inkml:trace>
  <inkml:trace contextRef="#ctx0" brushRef="#br0" timeOffset="10309.36">13075 2311 3157 0,'-6'-19'109'0,"3"3"78"0,3 7 71 0,-3-2 40 16,-1 4-5-16,2 2-14 0,2 5-37 15,-4-9-30-15,4 9-26 0,0 0-5 16,0 0 32-16,-3 41-6 0,3-15-20 16,2 16-21-16,-1 1-15 0,1 13-9 0,2 2-13 15,2-4-13-15,0 0-14 0,1-3-47 16,-1-9-49-16,-1-3-41 0,-1-3-43 0,3-1-47 16,-4-9-33-16,1-5-33 0,0-4-35 15,-2-3 1-15,-1-2-15 0,-1 0-26 0,2-5-47 16,-2-1-38-16,0-6-30 0,0 0-7 15,0 0 16-15,0 0 22 0,0 0 44 16,0 0 40-16,-7-33 52 0,1 21 85 0,-2 1 68 16,1-1 78-16,-3 0 50 15,3 4 41-15,1-1 41 0,-2 3 21 0,3-1 15 16,-1 2 3-16,6 5-4 0,-4-7-15 16,4 7-10-16,-3-5-7 0,3 5 2 0,0 0-3 15,0 0-14-15,0 0-15 0,14-5-9 16,-14 5-22-16,20 1-63 0,-9-1-100 0,2 4-121 15,-1-1-137-15,3 2-192 0,-9 4-103 16,2 4 77-16,-5-4-219 0,-3 3-257 16</inkml:trace>
  <inkml:trace contextRef="#ctx0" brushRef="#br0" timeOffset="10644.45">11626 3347 2543 0,'-34'-4'303'0,"9"4"19"0,6-1 25 0,2 0 59 0,3-2 31 0,5 2-5 0,9 1-31 0,0 0-35 16,0 0-37-16,0 0-30 0,91-14-25 16,20 7-27-16,28-2-18 0,23 3-27 15,19 0-19-15,53 3-21 0,6 0-19 16,2 1-19-16,-3 2-6 0,-60 1-19 0,0-1-10 15,-7 4-11-15,-16-2-20 0,-19 1-58 16,-19 1 0-16,-39-3 0 0,-15 1 0 16,-17 0 0-16,-11-2 0 0,-11 0 0 0,-5 0 0 15,-3 0 0-15,-6 0 0 0,-11 0 0 16,13-2 0-16,-13 2 0 0,0 0 0 0,0 0 0 16,0 0-9-16,-36-7-373 0,18 7-145 15,-9 5-166-15,-12 5-221 0,3 1 77 0,-2 1 90 16,-10 6-641-16,-1 0-842 0</inkml:trace>
  <inkml:trace contextRef="#ctx0" brushRef="#br0" timeOffset="14198.13">10073 4420 3697 0,'0'0'-1'0,"0"0"7"0,4-10 26 0,-4 10 19 16,-2-10 35-16,2 10 37 0,-6-9 24 0,5 2 18 16,1 7 3-16,-12-13 6 15,2 7 2-15,-1 0-10 0,-1-3-3 0,-1 1 0 16,-1 0 7-16,-6-1 7 0,1 1-19 15,-3 0-5-15,-6-5 0 0,-1 1-8 16,2 0 1-16,2 4-1 0,-8-1-4 0,1 1-7 16,-1-1-11-16,-3 2-4 0,-2 1-15 15,-2 1-8-15,-3-1-9 0,-4 1-8 0,-1 2-1 16,1-1-11-16,-3 1-1 0,-9-1-9 16,11 1-4-16,-1 3-10 0,1 0-5 0,-1 0 0 15,-3 3-6-15,-10 1-4 0,-7 1 1 16,-2 2-7-16,3 2 6 0,-2 0-5 0,-2 0-8 15,0 0-1-15,-2 1 1 16,-6 3 3-16,3-3-6 0,-2 3-3 0,4-1 1 16,-1 0 3-16,1 1-5 0,3-1-2 15,2 1 5-15,-1 3 1 0,5-3-12 16,-5 3 0-16,0 4 0 0,-3-1 0 0,-17 5 0 16,21-2 0-16,-20 4 0 0,24-5 0 15,-2 0 0-15,5-2 0 0,0 1 0 0,6 1 0 16,5 1 0-16,-4-2 0 0,8 4 0 15,-4-1 0-15,5-1 0 0,1 0 0 0,4 2 0 16,-6 1 0-16,3 0 0 0,2 0 0 16,-3 2 0-16,-3 3 0 0,2-1 0 0,-3 2 0 15,2 2 0-15,-6-3 0 0,2 3 0 16,2 1 0-16,1-1 0 0,1-3 0 16,3-1 0-16,2 0 0 0,0 1 0 15,3 3 0-15,-2-2 0 0,2-1 0 16,2 3 0-16,-1 0 0 0,2 2 0 0,2-2 0 15,-2 5 0-15,2 0 0 0,-3 1 0 16,2 0 0-16,-1 2 0 0,1-4 0 0,2-2 0 16,4 0 0-16,9-9 0 0,-3 0 0 15,1 3 0-15,3-2 0 0,2-1 0 0,0 1 0 16,0 0 0-16,1 3 0 0,0 0 0 16,-4 10 0-16,1-2 0 0,-2 3 0 0,-1-2 0 15,4 2 0-15,-3 2 0 0,1-2 0 16,-3 1 0-16,-1 1 0 0,5-3 0 15,-1 0 0-15,6-7 0 0,-1-1 0 16,2 0 0-16,0 0 0 0,3-3 0 0,-1 2 0 16,1 0 0-16,1 1 0 0,-2 3 0 15,5-3 0-15,-2 0 0 0,-1 5 0 16,0-4 0-16,1 2 0 0,-1 3 0 0,3-2 0 16,-5 0 0-16,5 0 0 0,-5 0 0 15,3 0 0-15,1-1 0 0,-2 0 0 0,3 1 0 16,-2 0 0-16,-2-1 0 0,2 2 0 15,0 1 0-15,3-1 0 0,-4 4 0 0,5-3 0 16,-1 1 0-16,1 3 0 16,-1-1 0-16,4 0 0 0,-2-2 0 0,0 1 0 15,2 0 0-15,-2-1 0 0,4 1 0 16,0-1 0-16,0-1 0 0,0 2 0 0,0-3 0 16,0 4 0-16,2 0 0 0,0 2 0 15,-2 0 0-15,0 2 0 0,0 2 0 16,2 12 0-16,-2-2 0 0,0-11 0 0,0 2 0 15,2-1 0-15,1-1 0 0,0-3 0 16,3 1 0-16,-1-1 0 0,1 0 0 0,-1-1 0 16,7 11 0-16,-6-12 0 0,3-3 0 15,0 4 0-15,3 7 0 0,-2-1 0 0,2-9 0 16,-1 8 0-16,2 1 0 16,1-1 0-16,-1 1 0 0,-1-11 0 0,0 7 0 0,6 3 0 15,-3-5 0-15,2 2 0 16,0 0 0-16,1-2 0 0,0 0 0 0,1-1 0 15,-3-8 0-15,4 7 0 0,-4-10 0 16,-1 3 0-16,3-4 0 0,-4 4 0 16,4-3 0-16,-2 2 0 0,2-3 0 0,1 0 0 15,-4-2 0-15,5 1 0 0,-4-2 0 16,2-2 0-16,1-1 0 0,0 3 0 0,0-4 0 16,-1 4 0-16,2-2 0 15,1-2 0-15,-1 1 0 0,0-2 0 0,3 2 0 0,0 1 0 16,3-1 0-16,1-1 0 0,3 0 0 15,-1-1 0-15,5 4 0 0,-2-4 0 0,7 1 0 16,3 2 0-16,2-1 0 0,0-2 0 16,-1-3 0-16,3 3 0 0,-8-7 0 15,3-1 0-15,-2 1 0 0,-1-2 0 0,0 0 0 16,-1-2 0-16,-1 0 0 0,0-3 0 16,-2 0 0-16,1 0 0 0,-7-3 0 15,-1-3 0-15,0 2 0 0,3-3 0 0,12-3 0 16,0 0 0-16,4-1 0 0,-2-4 0 15,1 1 0-15,9-2 0 0,-7 3 0 0,-3-1 0 16,1 0 0-16,-2 1 0 0,0 0 0 16,-2-1 0-16,-3-1 0 0,4 4 0 15,-3-4 0-15,2 3 0 0,-1-4 0 16,-1 0 0-16,4-2 0 0,2-3 0 0,5-4 0 16,-2-1 0-16,1-2 0 0,-1 3 0 15,1-1 0-15,-1 1 0 0,-3 0 0 16,-4 4 0-16,-5 0 0 0,2 3 0 0,-4-1 0 15,0 1 0-15,1-1 0 0,1 0 0 16,-1 1 0-16,1-3 0 0,-4 0 0 0,4-1 0 16,6-7 0-16,2-1 0 0,0-5 0 15,5-1 0-15,-1-3 0 0,-1 1 0 0,3 2 0 16,-2 0 0-16,-1 4 0 0,-2-2 0 16,-4 7 0-16,-7 3 0 0,2 0 0 0,-3-1 0 15,-3 3 0-15,-1-3 0 16,3 1 0-16,1 2 0 0,-3-4 0 0,2 0 0 15,-5-1 0-15,2-4 0 0,0 3 0 16,1-8 0-16,-3 4 0 0,-2-1 0 0,0-1 0 16,-4 2 0-16,-1-1 0 0,2 0 0 15,-3 2 0-15,-1 2 0 0,0-2 0 0,0-1 0 16,-2 0 0-16,1 2 0 16,0-1 0-16,3-3 0 0,-4 2 0 0,2-1 0 0,2 0 0 15,1 1 0-15,1-1 0 16,1-1 0-16,-1 1 0 0,1-2 0 0,-2 5 0 0,2 0 0 15,0 1 0-15,-4-1 0 16,0 1 0-16,-2 7 0 0,-3 0 0 0,1 1 0 0,0-2 0 16,-4 3 0-16,2-1 0 15,1-1 0-15,-1 1 0 0,1-1 0 0,-1-1 0 16,1 1 0-16,4-6 0 0,4 0 0 16,-4 0 0-16,5 1 0 0,-3-1 0 0,-1 1 0 15,-2 3 0-15,4-2 0 0,-1 3 0 16,-2-1 0-16,-5 4 0 0,-3 2 0 0,1-2 0 15,3-1 0-15,-5 2 0 0,2-3 0 16,-1-1 0-16,-1 1 0 0,3-2 0 0,0-1 0 16,-3-1 0-16,4-4 0 0,-1 1 0 15,1 6 0-15,2-8 0 0,4 0 0 16,-2 0 0-16,0 2 0 0,-3 3 0 16,2-2 0-16,-2 1 0 0,-1 4 0 0,3-6 0 15,-5 2 0-15,3-7 0 0,-3 7 0 16,0-8 0-16,-1 6 0 0,1-9 0 0,0 4 0 15,1-2 0-15,1 0 0 0,-1 3 0 16,-2 4 0-16,1-5 0 0,1-2 0 0,-3 7 0 16,2 3 0-16,-1 2 0 0,-1-1 0 15,-1 2 0-15,0 1 0 0,1 1 0 0,-5-1 0 16,4 1 0-16,-3-1 0 16,2 1 0-16,-2-3 0 0,1 5 0 0,-1-5 0 15,3 0 0-15,-2-3 0 0,1 2 0 16,1-2 0-16,-1 2 0 0,2-1 0 0,-2 1 0 15,-2 1 0-15,5-1 0 0,-4 1 0 16,2 1 0-16,-3 1 0 0,2-1 0 0,-1 3 0 16,2-3 0-16,0-1 0 0,-1 0 0 15,0 1 0-15,4-1 0 0,-6 3 0 0,3-5 0 16,-1 1 0-16,1-1 0 0,0 0 0 16,-3 0 0-16,3-1 0 0,2-11 0 0,-3 8 0 15,1 3 0-15,-3 1 0 16,3-1 0-16,-2 0 0 0,1 0 0 0,-3-1 0 15,3 1 0-15,-2-1 0 0,2-1 0 16,-1 0 0-16,3-7 0 0,1-2 0 0,-6 4 0 0,3-6 0 16,3 2 0-16,-2-4 0 15,-1 4 0-15,-1-1 0 0,-1 6 0 0,-1 4 0 16,1 2 0-16,-1-1 0 0,-3 2 0 16,1 2 0-16,0 2 0 0,0-3 0 0,0 1 0 15,0-1 0-15,-1 1 0 0,-1-3 0 16,2 1 0-16,0-3 0 0,0 1 0 0,-2 1 0 15,0-1 0-15,0 1 0 0,2-6 0 16,0 1 0-16,-2 0 0 0,0 4 0 0,0 1 0 16,-4-3 0-16,4 4 0 0,0-3 0 15,0 2 0-15,-2-2 0 0,0 1 0 16,2 3 0-16,0-3 0 0,-2 2 0 16,2-5 0-16,0-1 0 0,0 6 0 0,0-8 0 15,0 7 0-15,0-3 0 0,0 2 0 16,0-4 0-16,0 5 0 0,0-1 0 0,0 1 0 15,0-1 0-15,0 1 0 0,-1-1 0 16,1 1 0-16,1 1 0 0,-1-1 0 16,0 2 0-16,0 1 0 0,0-3 0 0,2 3 0 15,-2 2 0-15,2-2 0 0,-2 2 0 16,2 1 0-16,-2-1 0 0,0-2 0 16,2-1 0-16,0 5 0 0,-2-4 0 0,2 0 0 15,-2 3 0-15,0 0 0 0,0-1 0 0,0 3 0 16,0-3 0-16,0 3 0 0,2 0 0 15,-2-1 0-15,0 1 0 0,0 0 0 16,0-2 0-16,0 2 0 0,-2-2 0 16,0-3 0-16,2 2 0 0,-4-2 0 0,2-5 0 15,-2 3 0-15,4 0 0 0,-5-4 0 16,1 2 0-16,2 0 0 0,-3 1 0 0,2 1 0 16,-1-3 0-16,2 5 0 0,-3-2 0 15,1 1 0-15,1 1 0 0,-3-4 0 16,2 1 0-16,-2 1 0 0,0-2 0 15,1-1 0-15,-3 1 0 0,0-2 0 0,3 2 0 16,-3 1 0-16,1-3 0 0,-5-4 0 16,4 4 0-16,-1 4 0 0,4-2 0 0,-6 3 0 15,4-1 0-15,1-2 0 0,-3 3 0 16,1-2 0-16,1-1 0 0,-1 0 0 0,1 1 0 16,-2-3 0-16,0 3 0 0,4 0 0 15,-6 2 0-15,6 2 0 0,-1 0 0 0,-1 3 0 16,3 1 0-16,-4 3 0 0,4-1 0 15,-3 2 0-15,3 2 0 0,1-1 0 0,-5 4 0 16,-2-4 0-16,1 2-85 16,-4-1-887-16,-5-3-16 0,-3 0 114 0,-9-4-919 15,-5-3-1222-15</inkml:trace>
  <inkml:trace contextRef="#ctx0" brushRef="#br0" timeOffset="14760.05">7760 3234 4443 0,'0'0'-290'0,"-5"-9"60"0,5 9 50 0,-4-8 45 0,4 8 43 0,0 0 44 0,-5-9 38 0,5 9 35 15,-2-8 29-15,2 8 39 0,-4-8 25 0,4 8 6 16,0 0 15-16,-1-8 2 0,1 8-10 16,0 0-14-16,0 0-18 0,0 0-6 0,0 0 6 15,0 0 0-15,-8 30 2 0,8-10 9 16,-2 5-10-16,2 1-9 0,-1 10-6 0,-2 0-6 15,-1 0-8-15,2 1-8 0,-2-4-6 16,1-4-3-16,1-4-5 0,-2-1-3 16,1-2-9-16,-6-1-2 0,5 1-3 0,-3-2-2 15,2-3-9-15,-3-1-45 0,2-1-65 16,2-5-52-16,-2 1-62 0,1-3-73 16,-1-2-80-16,1-2-124 0,5-4-196 15,0 0 33-15,0 0-365 0,-18-20-483 0</inkml:trace>
  <inkml:trace contextRef="#ctx0" brushRef="#br0" timeOffset="14991.57">7455 3153 2976 0,'0'0'44'15,"0"0"15"-15,0 0 8 0,-12-4 19 0,12 4 15 0,0 0 10 16,0 0-7-16,0 0-8 15,0 0 18-15,0 0 6 0,30-10-6 0,6 5-12 16,9-2-1-16,-2-2-13 0,14-2-13 16,-3-1-4-16,2 4-8 0,-4-1-21 0,-11 3-43 15,-11 1-42-15,-7 0-70 0,-4 3-60 16,-3 2-62-16,-9 0-73 0,-7 0-146 16,6 11-146-16,-6-11 59 0,-12 18-162 0,0 0-196 15</inkml:trace>
  <inkml:trace contextRef="#ctx0" brushRef="#br0" timeOffset="15277.88">8112 3488 2386 0,'3'-7'339'15,"-3"7"-7"-15,0 0-28 0,0 0-16 0,0 0-24 16,0 0-29-16,0 0-16 0,0 0 73 15,-1 19-11-15,-3-2-25 0,2 1-21 16,-2 6-17-16,3 1-16 0,1 0-19 16,-6 8-18-16,2-4-13 0,3-5-15 15,-6 8-3-15,1-5-26 0,3-6-3 0,-3 2-10 16,3-3-18-16,-6 1-54 0,4-5-68 16,-3 2-74-16,5-4-85 0,-1-2-108 0,0 1-120 15,2-7-175-15,2-3-196 0,0-3 75 16,0 0-558-16,0 0-744 0</inkml:trace>
  <inkml:trace contextRef="#ctx0" brushRef="#br0" timeOffset="26207.87">12175 9331 1658 0,'-4'-9'252'0,"1"1"19"0,-5-1-12 0,-4 1-15 0,-1-1-13 16,-3 4 9-16,0 0 13 0,-9 3 16 0,5 2-1 16,-16 5-1-16,-3 6-9 0,-9 9-13 15,2 7-6-15,-2 4-11 0,3 10-3 0,-7 17 5 16,16-8-6-16,-6 16-10 0,9-10-4 16,9 0-15-16,5 4-11 0,7-4-20 0,8 0-9 15,15-3-15-15,5-5-11 16,5-3-12-16,10-5-15 0,10-6-9 0,6-6-6 15,3-10-9-15,4-4-4 0,5-6-11 16,-9-6-5-16,7-9-11 0,3-5-3 0,-6-7-2 16,1-4-3-16,-3-6-4 0,-2-6-5 15,-5-2 0-15,-5-2-30 0,-3 0 0 0,-6-2 0 16,-9-4 0-16,-8-6 0 0,-9 0 0 16,-5 2 0-16,-5-11 0 0,-9-1 0 0,-7-1 0 15,-4 3 0-15,-5 4 0 0,-2 9 0 16,-6 5 0-16,-7 11 0 0,-5 6 0 0,9 17 0 15,-11 3 0-15,3 8 0 16,-12 6 0-16,0 4 0 0,2 1-197 0,0 6-489 0,5-3-200 16,4-2 14-16,13-6 97 15,2-3-849-15,10-5-1063 0</inkml:trace>
  <inkml:trace contextRef="#ctx0" brushRef="#br0" timeOffset="28022.99">12859 4737 4182 0,'0'-13'-224'0,"2"1"37"0,-4 0 38 0,2 1 35 15,0 1 35-15,0 2 28 0,-1-4 25 16,-2 1 18-16,1-1 5 0,0 1 19 16,-2 2 8-16,1-4-1 0,-3 0 5 15,3 3 0-15,-8-3 2 0,4 3-2 0,0 0-4 16,-3-2 0-16,-2 3 1 0,1-1 6 15,0 1 2-15,-3 1 5 0,-2-2 6 0,-4 3 6 16,1-4-5-16,-1 6-3 0,-4-3 1 16,-10-1-6-16,0 2 0 0,-5 2-2 15,1 2 14-15,1 1 0 0,-6 1-1 0,0 2 0 16,-1-1 1-16,4 2-3 0,-2-1 5 16,4 1 1-16,3 0-6 0,6 1-5 0,3-2 1 15,-11 5-2-15,7-1-11 16,4 1 5-16,-7 2-14 0,2 1 4 0,-1 1-9 15,2 3-1-15,-1 1 4 0,1 2-3 16,-5 1 2-16,5 3-5 0,-10 3 1 0,1 0-1 16,-2 0-1-16,-1 3 1 0,4-2 2 15,-4 0 0-15,6 0 6 0,-2 3-1 0,9-5-3 16,3 2 1-16,-3 1 6 0,-2 6-5 16,6-6 1-16,-1 8 2 0,5-2 1 15,-4 8-3-15,2-1-3 0,0 1-1 0,3 2-2 16,1-1 1-16,-5-1-1 15,11-4-1-15,-10 8 0 0,4-2-3 0,2 0 4 16,-4 3 1-16,4 0-6 0,-4-1 4 16,4 1-2-16,-2 0 0 0,2-1 3 0,0 1-4 15,-1 1-5-15,4-2 11 0,2-6-3 16,-3 9 2-16,1 0-1 0,-1 3-2 0,1-1 5 16,1 3-2-16,0-3-1 0,0-1 1 15,0 1 1-15,3-8-2 0,-2 9-3 16,7-8 1-16,-3 1 0 0,-2 8-2 0,3-9 2 15,-2 8 1-15,0-6-3 16,0 6 3-16,4-8-3 0,-7 10 4 0,1-1 2 16,0-4 4-16,-2 3 2 0,1 1-3 15,-1-1 1-15,4 2-2 0,0-2-3 0,-3-1-1 16,5-7 2-16,1 0-2 0,1 1-1 16,1 1-1-16,0 2-1 0,2-1 2 0,-2 11-2 15,4-9-3-15,-2 2 2 0,0 8 0 16,0-7-1-16,2 7 1 0,-4 2-5 0,4 0 2 15,-1 0 3-15,-3 0-2 0,0 0 0 16,2 0 0-16,-1 2-2 0,-2-1 2 16,3-1-2-16,-2 0 2 0,4-12-2 0,0 12 0 15,4-3 1-15,1 2-2 0,0-4 1 16,1-7 2-16,1 4 2 0,1 1 0 16,0-9 1-16,-1 1 3 0,3 7 2 15,-3 1 20-15,1-1-4 0,2 2 6 0,-5 2-5 0,2-1 1 16,2 2 1-16,-4 0-6 15,3-1 0-15,-1 2-1 0,5-3-7 0,-3 3-3 16,1-2 2-16,0-4-1 0,-1 3-2 16,9-5 3-16,-4-2-1 0,6 0 1 0,0 0-2 15,1 0 3-15,2 3-3 0,2-3-2 16,2 0-4-16,-1 4-3 0,5-1 3 0,-5-1-3 16,3-1 0-16,1 0-2 0,-1-1 3 15,3-4-2-15,3 1 0 0,2-2 2 0,-5-3-6 16,9-3 5-16,1-3 3 15,4-1-7-15,4-2 2 0,1-7-5 0,4-1 4 16,3-4 5-16,3 0-8 0,0-2 1 16,3-3-2-16,3-1 2 0,0-3 3 0,2-2 0 15,-5-2-2-15,5-6 0 0,-5 0 0 16,6-4-1-16,-4 0 0 0,2-2-1 0,1 1 0 16,-3-3-8-16,-2-2 11 0,-3-1-1 15,-2-3-1-15,-2-1 2 0,-6-2 12 16,1-3 5-16,-3-5 2 0,-3-5 0 0,1-1 1 15,-1-5-7-15,1-7 5 0,3-10 8 16,-1-6 2-16,-2-6-2 0,-1-4 1 16,-3-4 0-16,0-5-9 0,0-1 0 0,0 3 9 15,-5 0-4-15,-2 3 12 0,-8 17 8 16,5-14 11-16,-8 11 1 0,-7 0 14 16,3 1 10-16,-3-3 14 0,-3-4 8 0,-3-2 3 15,-5-5 3-15,0-5-7 0,3-28-6 16,-7 1-9-16,4-4-9 0,-2-4-81 0,3-3 0 15,1-3 0-15,3 2 0 0,1 4 0 16,1 1 0-16,-5 13 0 0,-2 24 0 0,-1 1 0 16,-1 10 0-16,-4-2 0 15,-1 6 0-15,-1-2 0 0,-1 5 0 0,-7-2 0 0,2 2 0 16,-4 0 0-16,-3 0 0 16,1-2 0-16,-3-6 0 0,2 0 0 0,0-5 0 0,-7-19 0 15,0 0 0-15,4-1 0 0,0-2 0 16,-1 0 0-16,2 0 0 0,-4 3 0 15,-1-2 0-15,-1-1 0 0,-5 5 0 16,0 1 0-16,-1 8 0 0,-5 4 0 0,5 16 0 16,-8 6 0-16,-7 4 0 0,0 9 0 15,-22-7 0-15,6 20 0 0,-9 8 0 0,-11 7 0 16,-9 9 0-16,-21 8 0 0,1 8 0 16,-3 11 0-16,3 7-437 0,3 4-132 0,2 3-112 15,6-3-198-15,8 7 60 16,7-6 97-16,3 0-667 0,18-6-842 0</inkml:trace>
  <inkml:trace contextRef="#ctx0" brushRef="#br0" timeOffset="28722.76">11515 8170 3675 0,'-2'-14'-95'0,"-1"-1"34"0,-3 3 33 0,2-3 47 0,3-3 60 0,-3 1 59 0,0 2 38 15,1-2 29-15,2 2 21 0,-1 3 8 16,0 1-1-16,-2 1-7 0,2 1-16 0,2 2-28 16,-1 1-20-16,1 6-12 0,0 0-14 15,0 0 0-15,0 0 5 0,17 38 9 16,0 4-17-16,0 8-3 0,5 10 10 15,9 18 2-15,-1 5 2 0,4 3-1 0,-2 4-14 16,2 3-13-16,0 2-6 0,1-2-11 16,1 0-8-16,-6 0-7 0,2-11-9 0,-3 2-11 15,-4-23-3-15,-6-3 4 0,5-6 7 16,-6-4 4-16,1-5-53 0,-6-11-23 0,-2-6 0 16,0-7 0-16,-6-3 0 0,-1-2 0 15,-1-5 0-15,-1-1 0 0,2-1 0 0,-1 0 0 16,-3-7 0-16,5 7 0 0,-5-7 0 15,0 0 0-15,4 5 0 0,-4-5 0 0,0 0 0 16,0 0 0-16,0 0 0 16,0 0 0-16,0 0 0 0,0 0-496 0,-9-19-174 0,2 14-255 15,2-2 86-15,-3 0 92 16,5 0-788-16,-8-3-980 0</inkml:trace>
  <inkml:trace contextRef="#ctx0" brushRef="#br0" timeOffset="29574.74">14133 7106 4548 0,'-18'-3'66'0,"5"-1"24"0,3 0 43 0,2 0 49 0,3 1 24 0,-1 0 0 0,6-4-1 15,0 7-1-15,6-17-13 16,5 6-7-16,19-4-3 0,17-2-12 0,7 2-8 15,14-1-15-15,7 4-15 0,4 2-10 16,2 1-17-16,3 2-12 0,-3 2-8 0,-6 1-10 16,-9 2-6-16,-15 0-6 0,-7 2-3 15,-10 0-10-15,-7 0 0 0,-7 0 4 0,-4 0 13 16,1 0 15-16,-1 0 13 0,-4 0 1 16,-1-2-58-16,-11 2-37 0,18 0 0 0,-18 0 0 15,12-1 0-15,-12 1 0 16,11 0 0-16,-11 0 0 0,0 0 0 0,14 0 0 15,-14 0 0-15,0 0 0 0,9-4-36 16,-9 4-475-16,0 0-199 0,0 0-211 0,0 0 82 16,0 0 90-16,0 0-756 0,0 0-951 15</inkml:trace>
  <inkml:trace contextRef="#ctx0" brushRef="#br0" timeOffset="29922.73">15419 6745 4317 0,'0'-7'104'0,"0"7"39"15,-6-10 27-15,4 7 11 0,2 3 7 16,0 0-3-16,0 0-10 0,0 0 39 0,0 0 22 15,0 0 6-15,0 0-8 0,6 37-16 16,-4-13-26-16,-1 2 4 0,-1 11-11 0,0 4-14 16,-1-4-16-16,-3-1-17 0,0 0-11 15,0-2-6-15,0-6-17 0,-2-6-14 0,4-2-7 16,-3-3-61-16,1 1-22 0,0-4 0 16,1-3 0-16,1 0 0 0,-3-3 0 0,3-2-52 15,-3-2-177-15,5-4-84 16,0 0-106-16,0 0-98 0,-13-14-123 0,11 1-190 15,0-6 69-15,4-1 85 0,-2-6-601 16,6-10-736-16</inkml:trace>
  <inkml:trace contextRef="#ctx0" brushRef="#br0" timeOffset="30106.16">15338 6601 3792 0,'-11'-9'188'0,"4"3"71"15,-4-2 72-15,8 2 36 16,-3 2 24-16,6 4 5 0,-5-7-11 0,5 7-39 15,-4-6-31-15,4 6-32 0,0 0-30 16,11-12-30-16,0 6-24 0,1 5-59 0,7-4-68 16,0 3-94-16,2 1-107 0,6-1-123 15,2 4-136-15,7 1-120 0,4 2-152 0,-3 2-172 16,0 1 80-16,-1 4 73 0,-7 3-586 16,2 2-724-16</inkml:trace>
  <inkml:trace contextRef="#ctx0" brushRef="#br0" timeOffset="30605.68">15723 7091 3464 0,'-13'12'173'0,"1"-7"38"16,5 1 26-16,2-3 25 0,-1 0 24 0,6-3 13 16,0 0-2-16,0 0-8 0,-8 8-6 15,8-8-22-15,0 0-17 0,0 0-23 0,30-6-28 16,-16 1-15-16,1 2-19 0,0-3-18 15,0 1-4-15,1-3 1 0,1 1 13 0,-4-3 8 16,0 2 4-16,-3-5 7 0,2-2-95 16,-7 1-75-16,1-3 0 0,-3 0 0 0,-3-2 0 15,2 0 0-15,-2 1 0 0,-2 0 0 16,1 2 0-16,-3 0 0 0,0 6 0 0,-1-5 0 16,-3 7 0-16,-2 2 0 0,3 0 0 15,-6 4 0-15,3 0 0 0,10 2 0 16,-21 0 0-16,21 0 0 0,-15 2 0 15,15-2 0-15,-10 2 0 0,10-2 0 0,0 0 0 16,0 0 0-16,0 0 0 0,42-9 0 16,-19 4 0-16,13-4 0 0,-2 1 0 0,0-1 0 15,-5 5 0-15,-6-2 0 0,-3 4 0 16,-6 1 0-16,2 2 0 0,1 3 0 0,-3 1 0 16,-3 2 0-16,-2 3 0 0,1 2 0 15,-3 2 0-15,-5 6 0 0,4 1 0 0,-3 12 0 16,4 3 0-16,-2-2 0 0,-5 2 0 15,4-7 0-15,-2-3 0 0,2-1 0 16,-2-2 0-16,-1 0 0 0,1-7 0 16,0 1 0-16,2-3 0 0,-2-3 0 0,0 1 0 15,0-4 0-15,0-4 0 0,-2-4-167 16,0 0-757-16,0 0-23 0,20-16 98 0,-9 4-955 16,3-16-1232-16</inkml:trace>
  <inkml:trace contextRef="#ctx0" brushRef="#br0" timeOffset="31040.52">16583 6960 5309 0,'-8'5'61'0,"3"-2"59"0,5-3 50 0,-8 7 40 0,6-4 28 0,2-3 15 0,0 7-1 16,0-7-14-16,6 7-19 0,-6-7-15 15,9 4-22-15,0-3-18 0,-9-1-15 0,20 2-17 16,-20-2-6-16,23-5-18 0,-10 2-52 16,-1-4-56-16,-1 0 0 0,0-2 0 0,-1-1 0 15,-1-2 0-15,-1-1 0 0,-3-1 0 16,-1-3 0-16,-1 3 0 0,-1 0 0 0,-4 1 0 16,-3 1 0-16,0 2 0 15,-3 3 0-15,-5 1 0 0,-1 4 0 0,0 2 0 16,-6 4 0-16,5 0 0 0,-6 7 0 15,-6 7 0-15,8 1 0 0,2 5 0 0,4 3 0 16,3-4 0-16,-3 2 0 0,5 0 0 16,4-2 0-16,4-5 0 0,0 1 0 0,2 0 0 15,6 1 0-15,-2-1 0 0,2-2 0 16,1 1 0-16,3-6 0 0,-3-3 0 0,2 3 0 16,1-6 0-16,1 1 0 0,3-3 0 15,-3-1 0-15,0-3 0 0,0-3 0 0,4-2-537 16,4-5-366-16,4-4-5 0,2-3 92 15,0 1-894-15,0 0-1143 0</inkml:trace>
  <inkml:trace contextRef="#ctx0" brushRef="#br0" timeOffset="31490.74">17251 6903 5115 0,'-11'-3'132'0,"11"3"28"0,-5-4 35 0,5 4 48 0,0 0 32 0,0 0 10 0,0 0-13 0,0 0-26 15,0 0-24-15,23-6-22 0,-10 6-21 16,-2-4-14-16,1 0-16 0,3-3-30 16,0 4-12-16,-2-4-8 0,-1-1-71 15,-1 0-28-15,0 0 0 0,-5-1 0 0,2 1 0 16,-4-2 0-16,-2 1 0 0,0 1 0 15,-6-1 0-15,-3 0 0 0,-4 1 0 0,-3 3 0 16,-6 3 0-16,-1 2 0 16,1 2 0-16,-5 1 0 0,-8 6 0 0,5 3 0 15,5-2 0-15,-2 7 0 0,6-2 0 0,5-1 0 16,3 1 0-16,2 4 0 0,3-3 0 16,0-1 0-16,2 1 0 0,4 1 0 0,0-3 0 15,2 1 0-15,6 1 0 0,2-1 0 16,1 1 0-16,3-3 0 0,1-3 0 15,2-1 0-15,0-2 0 0,-2-2 0 0,0-1 0 16,3-2 0-16,-5-1 0 0,1-1 0 16,-1 1 0-16,-2-1 0 0,-11 0 0 0,17 0 0 15,-17 0 0-15,13 0-85 0,-13 0-702 16,10-1-159-16,-10 1 72 0,0 0 94 16,0 0-825-16,0 0-1045 0</inkml:trace>
  <inkml:trace contextRef="#ctx0" brushRef="#br0" timeOffset="32023.11">18788 7016 4205 0,'2'-14'23'0,"-2"1"87"0,1 1 50 0,-1 2 64 0,0 3 51 16,0 0 32-16,0 7 26 0,2-11 6 0,-2 11-12 15,0 0-27-15,0 0 3 0,0 0-2 16,0 0-8-16,-3 29-15 0,-1-6-20 0,-2 10-103 16,3-1-155-16,-6 4 0 0,6-2 0 15,-7-2 0-15,5 2 0 0,-2-9 0 0,4-3 0 16,1-4 0-16,-4-1 0 0,4-3 0 16,1-2-69-16,-3-2-385 0,0-3-95 0,2-2-87 15,2-5-124-15,-6 6-55 16,6-6 83-16,0 0-688 0,0 0-872 0</inkml:trace>
  <inkml:trace contextRef="#ctx0" brushRef="#br0" timeOffset="32188.74">18868 6507 3883 0,'-3'-21'68'0,"1"4"54"16,1 4 35-16,-1 2 19 0,0 3-2 0,2 0-16 15,-2 2-15-15,0 1-16 0,2 5-33 16,0 0-47-16,0 0-66 0,0 0-100 0,0 0-131 15,0 0-151-15,20 11-202 0,-15 2-17 16,4-1 76-16,2 5-338 0,0 2-365 16</inkml:trace>
  <inkml:trace contextRef="#ctx0" brushRef="#br0" timeOffset="32855.65">19407 6400 2949 0,'0'-11'422'0,"-6"1"52"15,4 4 11-15,1 0-10 0,1 6-31 0,0 0-24 16,0 0-11-16,-15 20-7 0,5 11-49 16,0 8-26-16,-2 14-38 0,3 3-25 0,0 3-23 15,0 1-24-15,-3 2-197 0,-1-2-20 16,-1 1 0-16,-3-2 0 0,1-2 0 16,0-6 0-16,-2-5 0 0,5-7 0 15,-1-10 0-15,2 0 0 0,1-9-173 0,2-3-70 16,4-3-30-16,-1-5-36 0,2-5-24 0,1 0-15 15,3-4 3-15,0 0 7 0,0 0 15 16,0 0 19-16,-7-26 27 0,7 9 31 16,0-2 28-16,0-2 43 0,0 1 43 0,-2 1 51 15,1 1 45-15,1-2 50 0,-4 4 52 16,2 0 33-16,0 4 20 0,0 1 4 0,2 1-5 16,0 2-8-16,-2-1-11 0,4 4 1 15,2-2-6-15,3 2-6 0,5 0-4 16,3-2-9-16,8 2-6 0,11-7-11 0,4 0-19 15,3 0-28-15,6-3-23 0,5-6-20 16,-2 1-8-16,-5-1 2 0,-2-2 2 16,0-1 4-16,-7-1 9 0,-9 2 10 0,-2 3 25 15,-5-1 23-15,-4 6 28 0,-3 3 26 16,-5 0 20-16,-3 3 15 0,-1 1-11 16,0 5-9-16,-4 3-14 0,0-6-5 0,0 6-3 15,0 0-2-15,-31 9 4 0,17 1 3 16,-4 2-12-16,-3 7-5 0,1 3-5 0,0 0-7 15,7-1-7-15,5-2-6 0,0-2-6 16,7-4 3-16,1 3-1 0,1 0 11 16,3 0 25-16,3-2 24 0,6 6 26 15,-2-5 26-15,1-1 8 0,4 8 8 0,-5-5 22 16,1-3 14-16,-1-1-70 0,-3-1-135 16,-4 2 0-16,2-4 0 0,-2 4 0 0,-4 0 0 15,-2-3 0-15,-4 5 0 0,0-1 0 16,-3-4 0-16,-2 4 0 0,-7-1 0 0,-2 4 0 15,-2-5 0-15,5-3 0 0,-3-2 0 16,-2 0 0-16,7-4 0 0,0-1 0 0,1-3 0 16,-1-3 0-16,4 1 0 0,1-5 0 15,1-6 0-15,-1 0 0 0,7-3-80 0,-2-1-801 16,3-2-79-16,6 1 96 0,1-4-975 16,6-6-1264-16</inkml:trace>
  <inkml:trace contextRef="#ctx0" brushRef="#br0" timeOffset="33658.17">19955 6868 5051 0,'0'0'71'0,"0"0"80"0,0 0 58 0,0 0 56 0,0 0 25 0,0 0 4 16,0 0-9-16,0 0-33 0,0 0-15 16,0 0-21-16,0 0-15 0,-9 16-19 0,9-16-13 15,0 0-15-15,9 4-16 0,-9-4-112 16,0 0-26-16,0 0 0 0,20-2 0 15,-20 2 0-15,13-6 0 0,-13 6 0 16,14-6 0-16,-11 0 0 0,3 1 0 0,-6 5 0 16,5-10 0-16,-5 10 0 0,2-8 0 15,-2 8 0-15,0 0 0 0,0 0 0 0,0 0 0 16,-43 12 0-16,23-4 0 0,-3 9 0 16,-1 3 0-16,-1-2 0 0,2 2 0 0,9 5 0 15,2-5 0-15,0-2 0 0,5 2 0 16,2-1 0-16,3-4 0 0,2-1 0 0,3 1 0 15,1-4 0-15,3 0 0 0,5 1 0 16,0-6 0-16,4 0 0 0,5-2 0 0,6-4 0 16,0 0 0-16,11-7 0 0,2-2 0 15,6-5 0-15,-3-6 0 0,3-2 0 16,-2-7 0-16,0-4 0 0,-2-9 0 16,11-18-57-16,-6-8-59 0,-2-5-4 0,-4-7 1 15,-3-9 13-15,-1-1 7 0,-1-4 10 16,-7 1 15-16,-11 33 4 0,-4 3 33 0,-5 18 8 15,-7 2 13-15,-2 9 10 0,-5 9 16 16,-3 3 6-16,-4 9 14 0,-1 5 14 0,-1 4 4 16,-18 15 21-16,-4 15 12 0,2 7 16 15,0 9 11-15,-6 21 10 0,12 10-3 0,-5 1-8 16,8 6-12-16,9-21-95 0,5 2 0 16,6-2 0-16,-1-3 0 0,5-1 0 15,1-16 0-15,1-3 0 0,9 0 0 16,-3-7 0-16,5-5 0 0,1-4 0 0,0-10 0 15,3-4 0-15,-2-8 0 0,6-2 0 16,3-5 0-16,9-6 0 0,2-3 0 0,8-11 0 16,-1-5 0-16,4-1 0 0,-4-5 0 15,-5 2 0-15,-4 3 0 0,-7 9 0 0,-10 4 0 16,-3 6 0-16,-1 1 0 0,-8 6 0 16,-3 3 0-16,0 0 0 0,0 0 0 0,-14 19 0 15,-4 4 0-15,0 4 0 16,-2 2 0-16,-5 6 0 0,2 6 0 0,7-11 0 15,-4 3 0-15,4-4 0 0,3-2 0 16,4-5 0-16,1-2 0 0,2-5 0 0,3-1 0 16,-3-5 0-16,4 3 0 0,0-4 0 15,2-1 0-15,0-3 0 0,0-4 0 0,0 10 0 16,0-10 0-16,0 0 0 0,0 0 0 16,0 0 0-16,0 0 0 0,0 0 0 0,0 0 0 15,-3-21 0-15,-6 11 0 0,-4-2-723 16,-2 2-254-16,-16-13 99 0,-8 0-1031 0,-9 5-1331 15</inkml:trace>
  <inkml:trace contextRef="#ctx0" brushRef="#br0" timeOffset="36071.83">8728 4235 1450 0,'-3'-9'360'0,"0"3"-63"0,3-1-64 0,-2 0-45 0,2-2-32 16,0 9-10-16,-2-12 11 0,2 5-1 15,0 0 18-15,0 7 8 0,0-9 7 0,0 9 4 16,0-9-3-16,0 9 0 16,-2-10-9-16,2 10 1 0,-2-4-11 0,2 4-11 0,0 0-19 15,-4-7-13-15,4 7-17 16,0 0-12-16,0 0-11 0,0 0-5 0,0 0-3 15,-5 28 12-15,7-10-7 0,-2 8 9 16,3 12 3-16,3 2-2 0,1 3-8 0,5 6-4 16,-1-1-1-16,3 0-10 0,-3-2 1 15,0-9 13-15,3-4-24 0,-1 0 4 16,-1-4-12-16,-1-2-2 0,-3-4-6 0,-3-6-6 16,0-3-8-16,1-2 8 0,-3-2-12 15,1-1 2-15,0-3 2 0,-3 1-7 16,3 0-2-16,-4-7 2 0,6 9-31 15,-6-9-46-15,2 3-69 0,-2-3-81 0,0 0-117 0,0 0-131 16,0 0-159-16,4-15-183 16,-4 15 66-16,-6-11-604 0,-2 3-785 0</inkml:trace>
  <inkml:trace contextRef="#ctx0" brushRef="#br0" timeOffset="36454.94">8398 4702 3854 0,'-8'-4'-20'0,"8"4"7"0,-9-5 22 15,9 5 33-15,0 0 37 0,-10-5 28 16,10 5 15-16,-3-4 11 0,3 4-6 16,0 0-2-16,0 0 4 0,0 0 6 15,0 0 7-15,0 0 9 0,30 11-5 0,-15-3-1 16,14 7-4-16,1 3 6 0,10 2-7 15,6 2-27-15,1 1-11 0,-1 0-10 0,1-6-6 16,-4 3-9-16,-5-7-5 16,-6 1-10-16,0-3-4 0,-7-3-7 0,-5-2-3 0,-5 0 12 15,-2-2 41-15,-1 1 29 0,-5-5 16 16,-7 0-8-16,0 0-7 0,23-5-9 16,-17-2-10-16,-3-2-17 0,4-2-7 15,-5-1-13-15,-1-5-3 0,-1 0-14 16,0-3-6-16,0-5-18 0,-1 0-33 0,-6 1-32 0,3 2-41 15,-1 5-50-15,3 2-69 16,-2 2-87-16,-1 3-121 0,-1 6-126 0,-2 3-181 16,-5 1-122-16,-5 1 86 0,-2 7-660 15,-1 0-855-15</inkml:trace>
  <inkml:trace contextRef="#ctx0" brushRef="#br0" timeOffset="39370.82">12397 4986 3923 0,'0'0'28'0,"0"0"49"0,-22 3 38 0,22-3 25 0,0 0 29 0,-15 2 34 0,15-2 45 15,0 0 20-15,0 0 19 0,-15 0 2 0,15 0-3 16,0 0-20-16,0 0-15 16,0 0-18-16,0 0-13 0,0 0-25 0,0 0-20 15,0 0-16-15,22-14-19 0,-3 11-14 16,3-2-12-16,-2 0-14 0,3 0-5 0,-2 0-19 16,-6 1-68-16,3 0-8 0,-5 0 0 15,-1 4 0-15,-1-4 0 0,-6 3 0 0,-5 1 0 16,14-2 0-16,-14 2 0 0,0 0 0 15,0 0 0-15,0 0 0 0,0 0 0 0,0 0 0 16,-36 10 0-16,13-5 0 0,2 4 0 16,-2-2 0-16,2-2 0 0,4-1 0 15,2 4 0-15,3-5 0 0,3 0 0 16,9-3 0-16,-14 6 0 0,14-6 0 16,0 0 0-16,0 0 0 0,0 0 0 0,42-4 0 15,-6-3 0-15,0 2 0 0,7-1 0 16,-3 2 0-16,-1-5 0 0,0 3 0 0,-1 0 0 15,-4 0 0-15,-5 1 0 0,-6-1 0 16,-1 3 0-16,-1 0 0 0,-5-3 0 0,-1 4 0 16,-2-2 0-16,-1 4 0 15,1-2-214-15,-3 0-63 0,-1 0-63 0,-9 2-77 16,11-1-76-16,-11 1-108 0,0 0-189 0,0 0 39 16,0 0 82-16,-39 10-569 0,1-5-699 15</inkml:trace>
  <inkml:trace contextRef="#ctx0" brushRef="#br0" timeOffset="39837.91">12628 4795 3437 0,'0'0'50'0,"0"0"69"0,0 0 45 0,-36 0 47 15,10 6 32-15,-12 5 24 0,-16 9 39 0,-5-2 4 16,0 4 20-16,-2 2 20 0,6-1-1 0,6-2-8 16,4-1-21-16,18-6-33 15,4 0-25-15,10-6-23 0,2 3-14 0,10-3-3 16,2 1-63-16,5 1-159 0,15 0 0 16,11 4 0-16,19 2 0 0,8-5 0 0,8-1 0 15,0 2 0-15,-2-5 0 0,-4 0 0 16,-14-3 0-16,-4-1 0 0,-6 1 0 0,-8-2 0 15,-4 0 0-15,-6 0 0 0,-2-2 0 16,-4 3 0-16,1-2 0 0,-5 0-442 0,0-1-110 16,-9 0-93-16,16-2-147 0,-16 2-28 15,7-3 81-15,-7 3-690 0,0 0-879 16</inkml:trace>
  <inkml:trace contextRef="#ctx0" brushRef="#br0" timeOffset="40636.69">13482 4700 3754 0,'0'0'40'0,"-4"-9"58"0,4 9 20 0,-3-7 6 0,3 7-4 0,0 0 40 0,0 0 51 16,0 0 54-16,-20 26-8 15,17-11 3-15,-5 6-10 0,-1 8-23 0,-1 3-14 16,1-1-24-16,1-6-12 0,3 6-20 16,-6 0-2-16,8-11-14 0,-1-1-17 0,0-4-11 15,3-3-3-15,-1-1-4 0,2-3 10 16,-2 0 8-16,0-1 18 0,2-7 12 0,-3 11 1 15,3-11-24-15,0 0-131 0,0 0 0 16,0 0 0-16,0 0 0 0,-5-24 0 0,5 10 0 16,0-5 0-16,0-6 0 0,3-10 0 15,6-6 0-15,2-11 0 0,3 1 0 0,2 3 0 16,2 2 0-16,0 5 0 16,-2 10 0-16,-1 4 0 0,-1 6 0 0,-7 3 0 15,2 5 0-15,1 3 0 0,-2 1 0 16,-1 2-7-16,2 3-31 0,-2 3 5 0,-7 1-3 15,0 0 4-15,18 8-1 0,-14-1 5 16,0 3 9-16,-1 1-5 0,-6 1 8 16,-1 6 4-16,-1 1 2 0,-8 6-3 0,-5-1 2 15,1 2 7-15,-2-6 2 0,3-3-1 16,3-3 2-16,4-4 4 0,-1 1-5 0,4-5 4 16,-1-1-6-16,3-1-4 0,4-4-5 15,0 0-2-15,-3 3-2 0,3-3 1 0,0 0 0 16,0 0 5-16,0 0 1 0,0 0 6 15,0 0-3-15,0 0 1 0,11 9 5 0,-8-6 4 16,1 2 2-16,5 0 2 16,-6 2 3-16,6 2 0 0,-3 1 1 0,1 0-2 15,5 1-5-15,-2 1-33 0,-3-1-42 16,1-2-79-16,3 0-74 0,-1-1-101 0,2 3-119 16,-5-5-122-16,2 0-153 0,3 0-62 15,-2 0 84-15,-7 1-594 0,1-3-751 16</inkml:trace>
  <inkml:trace contextRef="#ctx0" brushRef="#br0" timeOffset="41239.43">12580 4500 3788 0,'-9'-5'28'0,"9"5"30"0,-5-8 11 0,5 8 19 0,0-9 18 0,0 9 15 0,14-10 11 15,-2 8 3-15,10 2-2 0,12 5 7 16,11 16-3-16,1 7-4 0,3 9-4 0,14 19-9 15,-4 8-3-15,0 7-10 16,-9 1-5-16,-4 2-5 0,-8-2 10 0,-16-13-9 16,2 1-13-16,-9-3-11 0,-4-3-26 15,-5-2-40-15,-4-12-48 0,0-1-57 0,-6-3-87 16,0-4-116-16,2-6-123 0,1-5-150 16,1-6-122-16,0-1 68 0,0-1-469 0,1-3-565 15</inkml:trace>
  <inkml:trace contextRef="#ctx0" brushRef="#br0" timeOffset="44819.21">16645 8654 3000 0,'2'-12'195'0,"-2"2"56"0,0-1 30 15,0 5 31-15,0 6 32 0,-2-14 6 0,2 14 7 16,0-11-23-16,0 11-26 0,-1-6-33 15,1 6-29-15,0 0-15 0,0 0-5 0,-15 19-8 16,7-1-13-16,-11 11-9 16,1 4-9-16,2 8-13 0,-4 0-14 0,4-7-2 15,-4 10-10-15,3-1-113 0,0-1-35 16,3-7 0-16,1-1 0 0,-1-4 0 0,3-1 0 16,0 0 0-16,1-8 0 0,3-1 0 15,-1-7 0-15,-1 5 0 0,3-6 0 0,-2 1 0 16,6-5 0-16,-1 0 0 0,-1-3 0 15,2-2-76-15,2-3-335 0,0 0-67 0,0 0-50 16,0 0-51-16,2-34-52 0,5 2-63 16,4-4-15-16,3-10-680 0,6-2-843 0</inkml:trace>
  <inkml:trace contextRef="#ctx0" brushRef="#br0" timeOffset="45019.45">16537 8640 3692 0,'6'-20'-31'0,"-2"3"75"0,-3 4 69 15,1 1 50-15,0 2 43 0,-2 3 23 0,2 1 6 16,0 0-5-16,-2 6 23 0,0 0 4 0,0 0 4 15,23 15-13-15,-9 3-20 0,2 7-24 16,4 3-16-16,-4 1-18 0,4 3-19 16,1 6-16-16,-4-4-14 0,-2 0-11 0,-2-3-25 15,1 2-39-15,-1 0-10 0,-4-5-42 16,2-5-31-16,-6 0-26 0,2-6-40 0,-3-2-43 16,2 2-54-16,-5-6-74 0,4-1-78 15,-1-2-70-15,-2-3-98 0,0 1-151 0,-2-6-24 16,0 0 74-16,0 0-489 0,0 0-580 15</inkml:trace>
  <inkml:trace contextRef="#ctx0" brushRef="#br0" timeOffset="45204.99">16629 8886 3369 0,'-16'-4'243'16,"5"2"47"-16,0 0 43 0,1 0 41 0,10 2 12 15,-13-2-1-15,13 2-12 0,-12-2-32 16,12 2-35-16,0 0-28 0,0 0-27 0,0 0-23 15,0 0-16-15,0 0-48 0,0 0-75 16,37 6-101-16,-23-4-99 0,4 0-116 16,-1-4-134-16,2 2-138 0,2 0-161 15,-6 0-138-15,6-4 67 0,-2 2-705 0,-2 0-887 16</inkml:trace>
  <inkml:trace contextRef="#ctx0" brushRef="#br0" timeOffset="45485.98">16934 8528 4343 0,'-10'-12'165'0,"4"0"40"0,2 4 26 0,1 1 26 16,1 3-11-16,2 4-26 0,-6-6-20 16,6 6 5-16,0 0 5 0,0 0-4 15,13 36-19-15,-5-6-18 0,0 5-13 16,-3 5-17-16,1 1-12 0,-4 3-14 0,1 1-26 0,-3-1-12 15,4 1-21-15,1-2-25 16,-3-2-33-16,-1-3-38 0,1-7-35 0,0-6-38 16,2-3-43-16,-1-3-47 0,-1-4-56 15,0-3-54-15,2 0-59 0,0-5-62 0,0-5-75 16,-4-2-98-16,11-2-76 0,-11 2 64 16,20-15-471-16,-9-2-563 0</inkml:trace>
  <inkml:trace contextRef="#ctx0" brushRef="#br0" timeOffset="45752.97">17143 8388 3047 0,'-3'-14'151'0,"-2"4"69"15,3 2 45-15,-2 2 31 0,4 6 6 16,-1-10-19-16,1 10-13 0,0 0 10 0,0 0 17 16,0 0 4-16,19 36-28 0,-8-5-23 15,7 13-23-15,-4 2-21 0,-2 4-18 0,1 0-17 16,-2 0-26-16,-2-1-6 0,-6-7-4 15,5-3-3-15,-4 4-6 0,-1-3-7 0,-1-2-5 16,1-4-12-16,-1-2-10 16,0-10-32-16,-2-1-60 0,0-4 0 0,0 2 0 15,0-6 0-15,1-1 0 0,-1-3-38 16,0 1-153-16,0-3-74 0,0-2-92 0,0-5-107 16,0 0-114-16,0 0-164 0,0 0-50 15,0 0 85-15,0 0-673 0,6-24-833 0</inkml:trace>
  <inkml:trace contextRef="#ctx0" brushRef="#br0" timeOffset="46585.7">18014 8225 4180 0,'0'-7'168'0,"0"3"34"0,0 4 66 16,0 0 43-16,0 0 40 0,-6 26 20 16,4-2-1-16,0 15 3 0,2 8 15 0,-1 11-14 15,1 4-22-15,-2-1-40 0,4 3-141 16,-2-2-171-16,0 0 0 0,0-2 0 0,-2-2 0 16,-4-3 0-16,2-12 0 0,3-4 0 15,1-10 0-15,-2-5 0 0,2-5 0 0,-3 0 0 16,3-5 0-16,-2-4 0 15,2 0 0-15,0-3 0 0,0-7 0 0,0 8 0 0,0-8 0 16,0 0 0-16,0 0 0 16,0 0 0-16,-2-29 0 0,0 12 0 0,-1 2 0 15,-3-5 0-15,-7-8 0 0,5 6 0 16,1 3 0-16,-5 2 0 0,0 2-60 0,0 2-180 16,-2 3 13-16,-3 0 20 0,1 3 17 15,5 1 17-15,0 4 20 0,-1 0 12 0,5-2 8 16,-2 4 9-16,9 0 0 0,0 0 5 15,0 0-1-15,0 0-3 0,0 0-31 0,0 0-35 16,30-4-47-16,6-5-25 16,4-3-4-16,11-4-3 0,1-5 17 0,-3-1 33 0,3 0 47 15,-5-6 38-15,-1-4 18 16,-1-1 30-16,2-2 52 0,-8-3 51 0,6-2 54 16,-7 0 27-16,-4-4 5 0,-2 5 4 15,-3 1 13-15,-10 9 19 0,-2 0 17 0,-3 3 20 16,-7 6 14-16,0 5 6 0,-5 3 10 15,2-1-5-15,-6 6 15 0,-2 2-9 0,4 5 4 16,-14-2-1-16,0 9-2 0,-5 3-7 16,-7 12-11-16,-9 15-10 0,3 4-12 0,0 7-12 15,-3 3-5-15,2 2-8 16,6 1-11-16,0-3-12 0,4 1-15 0,1-3-7 16,6-1-91-16,0 0-8 0,3-11 0 0,3-8 0 15,1-6 0-15,3-3 0 0,3-5 0 16,-1-1 0-16,-1-4 0 0,1 0 0 15,4-1 0-15,-1-4 0 0,1-5 0 0,0 0 0 16,0 0 0-16,0 0 0 0,25-19 0 16,-13 7 0-16,2-3 0 0,-1 3 0 0,-1 1 0 15,-1 1 0-15,3 2 0 0,-4 1 0 16,1 3 0-16,-4 2 0 0,3 2 0 0,-10 0 0 16,19 9 0-16,-9-1 0 0,-5 3 0 15,5 1 0-15,-3 2 0 0,1 1 0 0,0-1 0 16,-1 5 0-16,0-4 0 15,-2-1 0-15,2-2 0 0,-3-1 0 0,0 1 0 0,1-4 0 16,-3-2 0-16,2 1 0 16,1-3 0-16,-5-4-448 0,0 0-173 0,0 0-134 15,0 0-114-15,22-13 81 0,-14 1-814 16,1 0-1042-16</inkml:trace>
  <inkml:trace contextRef="#ctx0" brushRef="#br0" timeOffset="47035.65">18646 8797 4205 0,'-5'0'-36'0,"-2"4"80"0,7-4 58 16,-2 5 46-16,2-5 29 0,0 0 18 0,0 0 0 0,11 10-4 16,-11-10-7-16,15 2-17 0,-2 0-11 15,1-2-17-15,-1-2-14 0,7-1-12 0,-6-1-8 16,6-1-11-16,-5-2-7 0,0 1 14 15,2-5 9-15,-1 4 3 0,-4-5 5 0,-1 2 9 16,-2-2 6-16,-2-2-2 0,1 1-6 16,-7 1-5-16,4 0-8 0,-5 1-11 0,-5 1-13 15,0 2-14-15,-4 4-6 0,-5 3-9 16,-5 2-9-16,-4 6-4 0,-7 3-6 16,-3 6-5-16,7 2 0 0,-3 5-21 15,2 2-14-15,9-2 0 0,-2 2 0 0,7-1 0 16,1-1 0-16,5-2 0 0,3-7 0 15,4 3 0-15,0 1 0 0,4-3 0 0,3 1 0 16,4-1 0-16,0-3 0 0,0-1 0 16,6-4 0-16,0-1 0 0,1-1 0 0,-1-3 0 15,3 0 0-15,-2-2 0 0,-1 0 0 16,0-2 0-16,-2 0 0 0,-1 1 0 0,-1-3 0 16,-1 3 0-16,-5-1-123 0,-7 2-209 15,18-5-89-15,-15 3-100 0,-3 2-112 0,0 0-175 16,4-7 42-16,-4 7 80 15,0 0-641-15,0 0-783 0</inkml:trace>
  <inkml:trace contextRef="#ctx0" brushRef="#br0" timeOffset="47986.79">19830 8806 3570 0,'4'-5'-1'0,"-4"5"74"0,0 0 57 0,1-4 37 0,-1 4 32 0,0 0 14 16,2-10 11-16,-2 10-6 0,-2-10-6 15,2 10-13-15,0-10-13 0,0 3-9 0,0-2-9 16,0 1-16-16,0-4-4 0,0 3-8 15,0-1-3-15,0-4-15 0,-3-1-15 0,3-3-11 16,-8-2-19-16,3 0 9 16,-3-2-16-16,-2 3-8 0,5-1 1 0,-6 3-11 15,0 1-15-15,2 5 13 0,0-1-12 16,-3 3-10-16,-3 4 2 0,4 2-24 0,-5 3 11 16,-1 2-1-16,0 2-1 0,0 5-4 15,-7 9-2-15,1 1 17 0,3 2-21 0,5 4 0 16,9-3-6-16,0-1-5 0,4 3-9 15,2-1-13-15,4 1-15 0,6 7-12 0,7 0-8 16,2-2-10-16,0 1 8 0,0-5 3 16,4 2 5-16,-1-2 7 0,-2-1 9 0,1-5 2 15,-1 3 23-15,-6-5 33 0,-3-3 27 16,1-1 65-16,-6-1 38 0,0-1 38 0,-3-3 27 16,1-1 15-16,-1 1 15 15,-3 0 3-15,0 0-208 0,-3 1-37 0,-3-1 0 16,-3 2 0-16,0-3 0 0,-3 1 0 0,-1-2 0 15,-3 0 0-15,3-4 0 0,-1 1 0 16,0-3 0-16,-2 0 0 0,-1-3 0 16,-4-5 0-16,-4-10 0 0,5 1 0 0,-1-4 0 15,1-2 0-15,5-1 0 0,2 5 0 16,3 0-495-16,7 4-235 0,1 0-144 0,2 1 29 16,3-2 91-16,5 3-774 0,4-1-973 15</inkml:trace>
  <inkml:trace contextRef="#ctx0" brushRef="#br0" timeOffset="48284.3">19943 8667 4155 0,'3'-3'10'0,"-3"3"74"0,0 0 51 0,0 0 45 0,9 12 26 0,-9-12 22 16,2 16-1-16,1-6-8 0,1 3-20 0,0 1-19 16,-1 3-18-16,3-1-16 0,-1 3-8 15,4-1-18-15,0-1-13 0,-2-2-26 0,2-1-26 16,4 1-24-16,-2-6-25 0,2 0-25 15,0-1-27-15,3-2-12 0,1-2-15 0,-2-2-1 16,-2-2 5-16,7-6 7 16,-4 3 10-16,-2-4 12 0,3-3 12 0,-1-2 16 15,-4-4 12-15,2-8 15 0,-3-3 7 16,1-8 8-16,-4-1-2 0,-4-1 5 0,-3 1-3 16,1 8-5-16,-2 6-25 0,0 3-30 15,-2 7-45-15,1 1-61 0,-5 5-88 0,0 0-88 16,6 6-88-16,-13 0-125 0,13 0-153 15,-13 8 56-15,2-4-506 0,6 3-597 16</inkml:trace>
  <inkml:trace contextRef="#ctx0" brushRef="#br0" timeOffset="48768.73">20572 8086 3103 0,'-2'-25'175'0,"0"6"81"0,-1 1 53 16,1 7 54-16,2 1 31 0,0 0-8 0,-1 3-24 16,1 1-35-16,0 6-31 0,0 0-18 15,0 0-16-15,-2 33-24 0,2-8-22 0,0 16-23 16,0 7-18-16,0 12-17 0,0 2-19 16,-2 2-10-16,0-3-14 0,-2-3-9 0,2-3-12 15,1-11-10-15,-5-1-51 16,2-4-33-16,3-3 0 0,-4-11 0 0,1-4 0 15,2-6 0-15,2-1 0 0,-1-2 0 16,1-4 0-16,0-1 0 0,0-7 0 0,0 0 0 16,0 0 0-16,0 0 0 0,21-13 0 15,-14-4 0-15,11-12 0 0,-2-4 0 0,7-1 0 16,-1 4 0-16,-4 1 0 0,2 3 0 16,-1 6 0-16,-2 6 0 0,-4 4 0 0,0 3 0 15,3 3 0-15,-3 4 0 0,-2 1 0 16,3 7 0-16,-3 2 0 0,-2 2 0 0,0 5 0 15,-6 1 0-15,5 1 0 0,-8 0 0 16,-2-1 0-16,-2 5 0 0,-3 6 0 16,-2-5 0-16,-2 3 0 0,-3-3 0 15,-4-2 0-15,5-5 0 0,1-3 0 0,1-4 0 16,1-1 0-16,-1 0 0 0,2-4 0 16,-2-3 0-16,2-2 0 0,9 0 0 0,-15-7-391 15,12-2-256-15,-2 0-126 0,3-7-98 16,6-2 85-16,-1-4-820 0,2 0-1047 0</inkml:trace>
  <inkml:trace contextRef="#ctx0" brushRef="#br0" timeOffset="48972.09">20981 8578 4774 0,'0'0'146'0,"0"0"57"0,0 0 37 0,0 0 28 0,0 0 4 0,0 0-4 0,18 2-23 0,-18-2-23 0,16 0-27 15,-16 0-17-15,23 0-32 0,-10 0-50 16,1 0-61-16,1-4-75 0,1 4-89 0,-2-2-96 16,4 0-134-16,-1-2-142 0,2-2-166 15,2-1-94-15,0-1 72 0,2 0-643 16,3-5-789-16</inkml:trace>
  <inkml:trace contextRef="#ctx0" brushRef="#br0" timeOffset="49251.22">21606 8040 4105 0,'-10'-14'268'15,"5"3"54"-15,-3 5 50 0,5 0 19 16,-3 0-10-16,4 0-29 0,2 6-35 0,0 0-13 16,0 0-14-16,-19 27-18 0,11-9-32 15,-4 17-20-15,1 1-18 0,2 3-47 0,-5 11-155 16,5-1 0-16,0 1 0 0,0-9 0 15,2 1 0-15,0-3 0 0,1 0 0 0,1-8 0 16,-2-3 0-16,3-6 0 0,3-2 0 16,-3-1 0-16,4-5 0 0,-2-1 0 15,0-1 0-15,2-2 0 0,0 0-61 16,0-3-417-16,0 0-89 0,0-7-89 0,0 8-115 16,0-8-27-16,0 0 78 0,0 0-688 15,0 0-860-15</inkml:trace>
  <inkml:trace contextRef="#ctx0" brushRef="#br0" timeOffset="49419.03">21389 8549 3819 0,'-15'-2'80'0,"7"2"82"0,8 0 76 16,0 0 67-16,-15-2 56 0,15 2 27 15,0 0 15-15,0 0-1 0,-12-2-25 0,12 2-20 16,0 0-18-16,0 0-26 0,0 0-34 16,0 0-26-16,25-8-138 0,-12 4-115 15,7 1 0-15,-4 1 0 0,7-2 0 0,2-2-159 16,-1 1-252-16,0-2-142 0,-1 2-146 15,-2 3-164-15,-2-1 79 0,0 3 87 16,-4-1-672-16,-2 2-823 0</inkml:trace>
  <inkml:trace contextRef="#ctx0" brushRef="#br0" timeOffset="49901.42">21664 8674 3904 0,'0'0'102'0,"-9"4"43"15,9-4 42-15,0 0 32 16,0 0 8-16,0 0-6 0,0 0-11 0,0 0-6 16,0 0-33-16,31 3-14 0,-31-3-22 15,17-2-16-15,-17 2-23 0,18-3-15 0,-11 0-15 16,3-3-9-16,-5 0-6 0,5 2 2 16,-4-4-13-16,-1-1-3 0,1-1-2 0,-2-5-5 15,-3 1 2-15,1-3 3 0,-2-5 4 16,0 5 2-16,-2-6 8 0,-3 0-4 0,-1 5-5 15,-3 0-4-15,-3 3 0 0,3 0-8 16,-4 6 2-16,-3 2-15 0,2 2 7 16,0 3-10-16,1-1 3 0,-1 1-5 0,5 2-6 15,9 0 2-15,-16-2-12 0,16 2 10 16,-7 5-16-16,7-5 3 0,0 0 13 16,0 0-1-16,19 9-6 0,-8-7-15 0,5 0 3 15,0-1 3-15,6 1 1 0,-3-1 1 16,-1-1 16-16,2 4 22 0,-4-2 12 0,4 0 40 15,-3 3 19-15,-4 0 13 0,2 0 12 16,-3 4 7-16,-1-1 9 0,1 6-4 0,-2 0-9 16,-3 3-14-16,-2-1-15 0,-1-2-98 15,-1 3 0-15,1 0 0 0,-3 1 0 0,3-3 0 16,0 1 0-16,0-3 0 0,-3 0 0 16,-1-3-16-16,0 0-229 0,2-3-100 0,2 2-130 15,-4-4-145-15,0-5-202 16,6 5 28-16,-6-5 84 0,0 0-706 0,0 0-868 15</inkml:trace>
  <inkml:trace contextRef="#ctx0" brushRef="#br0" timeOffset="50335.68">22119 8443 4138 0,'-14'-2'32'0,"3"4"25"0,11-2 16 0,-14 3 5 0,9 1 2 0,5-4 1 0,-6 7-3 16,6-7-4-16,2 6 1 0,-2-6-11 16,9 9-5-16,0-6-5 0,2 1-6 15,0-2-4-15,1-1-5 0,-1-1-3 16,3-1-2-16,-1-1-5 0,0 0-2 0,1-2-3 16,0 1 1-16,-2-2-5 0,1 0-1 15,-1 1-2-15,-1-6 1 0,-1 2-1 0,-2 1-2 16,-3-2 0-16,-1-1 2 0,2 3-1 15,-6 0 2-15,0 7-4 0,-4-10 0 0,-2 5-5 16,6 5 2-16,-15 0 2 0,15 0 3 16,-27 7 12-16,8 1 17 0,-7 6 22 0,4-1 27 15,-1 6 28-15,5 2 30 16,-2 1 12-16,4 5 31 0,0-2 12 0,1-2 12 16,1 4 11-16,9-5 5 0,-1-3 3 15,5-2-17-15,-1-3-1 0,4 4-24 0,-1-2-136 16,3-1-60-16,2-1 0 0,-1-2 0 15,4 0 0-15,0-2 0 0,2-1 0 0,-4-4 0 16,9 0 0-16,-3-3-412 0,3-2-146 16,0-2-116-16,7-2-196 0,2-1 74 0,8-7 87 15,-3 0-710-15,1-3-870 16</inkml:trace>
  <inkml:trace contextRef="#ctx0" brushRef="#br0" timeOffset="50769.03">22552 8568 4155 0,'0'0'140'0,"-16"-6"41"0,10 5 16 0,6 1 15 0,0 0 0 0,0 0-4 0,0 0-4 0,0 0-9 0,0 0-18 16,0 0-12-16,0 0-16 0,0 0-17 15,29-12-13-15,-20 10-15 0,3-2-8 16,-1 1-8-16,1-2-9 0,-1-4-8 0,0 1-8 15,1 1-7-15,0-2-10 0,-5 3-1 0,1-5-9 16,-2 1-6-16,-3 0-6 16,-1 1-8-16,0-3 1 0,-2 4-11 0,-4-3-8 15,1 5-6-15,-9 2-3 0,1 1 6 16,-7 3-5-16,-4 5 0 0,-10 5-2 0,-1 4 8 16,3 5 2-16,1 3 8 0,-3 10 7 15,11-7 14-15,1 4 10 0,5-2 19 0,2 1 11 16,5-6 15-16,6-2 19 0,0 0 4 15,4-3 9-15,4-2-1 0,-1 2 1 0,6-5-6 16,1 0-19-16,4-2-89 16,4-1 0-16,2-1 0 0,-5-6 0 0,2 2 0 15,-2-2 0-15,-4-1 0 0,5 2 0 16,-5-6 0-16,1 3-108 0,-1 0-130 0,-2 0-59 16,-11 0-82-16,19-1-79 0,-12 1-90 15,-7 0-116-15,11-2-104 0,-11 2 72 0,0 0-676 16,0 0-827-16</inkml:trace>
  <inkml:trace contextRef="#ctx0" brushRef="#br0" timeOffset="51518.84">23504 8461 4363 0,'0'-10'363'0,"0"2"13"0,0 8 27 0,0-10 8 0,0 10-2 0,-2-4-23 0,2 4-19 15,0 0 18-15,0 0-19 0,0 0-27 16,10 29-316-16,-6-12-23 0,0 4 0 0,-1 1 0 16,-1 3 0-16,0-2 0 0,-2-3 0 15,0 0 0-15,-2 2 0 0,0-3 0 0,2-2 0 16,-1-3 0-16,-1 0 0 0,0-4 0 16,-4-2 0-16,4-1-481 0,-4-5-226 0,6-2-165 15,0 0 34-15,0 0 85 16,-15-12-791-16,13 0-988 0</inkml:trace>
  <inkml:trace contextRef="#ctx0" brushRef="#br0" timeOffset="51655.72">23487 8146 4220 0,'-3'-22'68'0,"-4"5"62"0,4 3 48 16,-1 2 23-16,0 2 9 0,2 0-23 16,0 4-20-16,1 0-23 0,1 6-39 0,-2-9-61 15,2 9-78-15,0 0-95 0,0 0-115 16,0 0-131-16,15 29-169 0,-12-13-115 0,4 3 62 15,-4 6-448-15,1 0-518 0</inkml:trace>
  <inkml:trace contextRef="#ctx0" brushRef="#br0" timeOffset="52068.6">23636 8315 3376 0,'0'0'325'0,"4"-8"39"0,-4 8 19 15,0 0 24-15,2-8-5 0,-2 8-18 0,0 0-6 16,0 0-20-16,0 0-29 0,26 16-27 15,-16-10-33-15,1 3-26 0,-1 1-24 0,-1 2-20 16,0 0-26-16,0 0-93 0,-4-2-80 16,3 2 0-16,-5-2 0 0,3-1 0 0,-2-1 0 15,0-1 0-15,-2 0 0 0,2-2 0 16,-4-5 0-16,2 7 0 0,-2-7 0 0,0 0 0 16,0 0 0-16,0 0 0 0,9-22 0 15,-5 7 0-15,1-9 0 0,3 5 0 16,3-8 0-16,1 6 0 0,-2 5 0 15,-1 2 0-15,-2 7 0 0,2-1 0 0,-2 4 0 16,0 0 0-16,-7 4 0 0,18 2 0 16,-18-2 0-16,18 4 0 0,-5 2 0 0,-1 1 0 15,-1-1 0-15,3 2 0 0,-1-4 0 16,1 4 0-16,-3-5 0 0,1 2 0 0,1-2 0 16,-4-1 0-16,5-2 0 0,-14 0 0 15,21 0 0-15,-21 0 0 0,19-7 0 0,-10 4 0 16,1-2 0-16,-2-2 0 0,1-4 0 15,1-6-106-15,-1-1-482 0,-1-3-136 0,-1-10-171 16,7-4 78-16,5-6 89 16,0 2-746-16,4 3-921 0</inkml:trace>
  <inkml:trace contextRef="#ctx0" brushRef="#br0" timeOffset="52668.42">24678 8336 4196 0,'-3'4'135'0,"3"-4"52"0,0 0 35 0,-6 5 33 0,6-5 20 0,0 0 1 0,0 0-30 16,0 0-11-16,0 0-28 0,0 0-19 0,20-21-19 16,-9 12-17-16,0 0-19 0,0-7-25 15,4-10-15-15,-2 1-5 0,5-4-9 0,-2-14-14 16,6-2-6-16,-1 1-3 0,-3 4-9 15,0 8 7-15,0 3 2 0,-4 3 12 0,0 6 16 16,-3 4 7-16,2 4 7 0,-1 3 5 16,3 2 0-16,-1 5-40 0,-5 2-63 0,7 7 0 15,-3 3 0-15,-2 3 0 0,1 5 0 16,-1 10 0-16,-6 2 0 0,1 5 0 0,-3 0 0 16,-6 2 0-16,-3-2 0 15,1 2 0-15,-6-1 0 0,-3-2 0 0,-1 0 0 16,-2-2 0-16,-2-3 0 0,0-3 0 15,-3 1 0-15,-1-5 0 0,1-1 0 0,1-4 0 16,2-7 0-16,2-3 0 0,1-4 0 16,7-3 0-16,-2-3 0 0,-1-4 0 0,5-7 0 15,3-8 0-15,4-5 0 0,9-28 0 16,3 1 0-16,5-4 0 0,4 7 0 0,-3 6 0 16,6 6 0-16,-5 11 0 0,-2 7 0 15,0 5 0-15,1 6 0 0,-4 7 0 16,-1 1 0-16,5 4 0 0,0 3 0 0,0 7 0 15,3 5 0-15,2 1 0 0,-1 1 0 16,2 2 0-16,-1-3 0 0,-6 0 0 0,0-7 0 16,-1 2 0-16,-5-7 0 0,2 3 0 15,0-4 0-15,-1-2 0 0,0-3 0 0,-1-1 0 16,0-1 0-16,1 0 0 0,-1-8 0 16,0 0 0-16,1-5 0 0,3-11 0 0,-1-2 0 15,-2-3 0-15,2-5 0 0,-3-2 0 16,0-1 0-16,0 3 0 0,-2 3-230 0,-4 10-415 15,-3 2-117-15,0 7-109 0,-4 3 69 16,0 1-858-16,-1 6-1097 0</inkml:trace>
  <inkml:trace contextRef="#ctx0" brushRef="#br0" timeOffset="53167.89">26954 7954 4920 0,'2'-27'190'0,"-2"4"57"0,0 4 46 0,0 6 32 0,0 1 22 0,1 2 6 0,-1 3-31 15,0 7-38-15,0 0 9 0,0 0 4 16,-11 34-15-16,1 0-244 0,-5 21-38 16,3 3 0-16,-4 4 0 0,0 5 0 0,-1-2 0 15,2-3 0-15,0-2 0 0,1-7 0 16,-1-7 0-16,4-8 0 0,3-5 0 0,0-10 0 16,5-3 0-16,-1-5 0 0,2-5 0 15,0-2 0-15,2-4-92 0,0-4-380 0,0 0-52 16,0 0-66-16,0 0-86 0,0-28-134 15,4 6 77-15,-2-3-727 0,3-17-910 0</inkml:trace>
  <inkml:trace contextRef="#ctx0" brushRef="#br0" timeOffset="53334.73">26679 7800 3758 0,'-7'-10'42'0,"0"2"105"0,2 1 66 15,-1 3 46-15,6 4 25 0,-3-13 11 16,4 4-2-16,3 0-22 0,5-3-24 0,5-1-28 15,6 1-24-15,6-5-21 0,9 5-41 16,-3-2-59-16,2 3-95 0,2 5-99 0,-5 0-124 16,-5 2-133-16,-1 3-146 0,4 4-174 15,-5 1 6-15,7 7 77 0,-7 5-514 0,1 1-597 16</inkml:trace>
  <inkml:trace contextRef="#ctx0" brushRef="#br0" timeOffset="53818.29">27097 8417 3463 0,'-8'4'430'0,"2"-3"14"0,6-1 12 16,0 0-30-16,0 0-38 0,0 0-44 16,0 0-36-16,19-15-31 0,-2 4-43 0,2 3-53 15,6-6-50-15,-1 1-40 16,-6 2-22-16,5-7-19 0,-2 1 1 0,1-5-16 0,-2 3 3 15,-3-6 1-15,-5-1 0 16,0-1 9-16,-5 3 9 0,-2-9-7 0,-5 4 12 16,0 4-16-16,0 1-4 0,-3 3-2 15,-4 1-9-15,2 0-6 0,-3 6-8 0,-3 5-5 16,-3 2 0-16,0 5 1 0,-4 4-8 16,0 2 2-16,-4 2-5 0,3 3-9 0,2 1-1 15,3-2-6-15,3 3 1 0,4-5 1 16,0 5-3-16,9-4 4 0,5 1-6 0,2 0-3 15,11 1-3-15,-4-2-11 0,5 2-3 16,2-2 12-16,0-2-2 0,9 3 6 16,-3-3 9-16,-4 2 9 0,-4-3 8 15,2 1 26-15,-5 2 22 0,4 0 12 0,-8-1 4 16,0 3 5-16,-3 1 0 0,0 2 0 16,-2-1-2-16,0 6-62 0,-4-4-10 0,4 4 0 15,-4-1 0-15,-3-1 0 0,2 3 0 16,-2-1 0-16,1-1 0 0,-1-1 0 0,0-3 0 15,0-2-148-15,0 2-106 0,2-2-77 16,-2-3-101-16,2 0-104 0,-2 0-144 0,2-2-127 16,-4-5 87-16,12-2-737 0,-12 2-905 15</inkml:trace>
  <inkml:trace contextRef="#ctx0" brushRef="#br0" timeOffset="54251.19">28032 8199 4240 0,'0'0'160'0,"-15"-2"40"0,15 2 26 0,-11-1 29 0,11 1 38 0,0 0 11 0,-12-4-5 16,12 4-12-16,0 0-23 0,0 0-31 16,0 0-21-16,0 0-25 0,34-10-32 0,-18 5-36 15,-1 0-43-15,0 0-40 16,2-2-43-16,0-5-38 0,7-5-19 0,-8 1-1 15,0 3-5-15,-3-3 9 0,-1 1 13 16,-3-1 12-16,-2 1 10 0,-1 3 12 0,-4 2 8 16,0 1 1-16,-2 9 0 0,-10-12 5 15,3 8 3-15,7 4 3 0,-36 7 17 0,4 8 5 16,-2 2 7-16,-7 6 7 0,5 3-5 16,2 3-1-16,1 2-4 0,12-4-1 0,0 2-4 15,4-1-2-15,5 1 6 0,5-5-3 16,1-5-4-16,4-1 1 0,1 2-2 0,2-3 4 15,1 0-2-15,2-1-1 0,1-3 0 16,6 1 2-16,-2-4-9 0,7 1-12 16,-2-1-26-16,-1-5-26 0,7-2-39 15,-3-1-32-15,4-2-48 0,0-2-51 0,0-1-83 16,1-4-94-16,12-2-100 0,-4-2-134 16,-2-3-126-16,-1-3 67 0,-1 1-601 0,5-2-746 15</inkml:trace>
  <inkml:trace contextRef="#ctx0" brushRef="#br0" timeOffset="54684.66">28472 8132 3911 0,'-12'0'182'0,"12"0"38"0,-11 4 27 0,11-4 18 0,0 0 18 16,0 8-2-16,0-8-9 0,16 7-30 0,-7 0-24 15,2-2-20-15,5-1-25 0,-5-1-22 16,3 0-16-16,1-4-16 0,-3 2-13 0,1 1-4 16,-2-2-9-16,1-2-12 0,-1-1-10 15,1 0 0-15,-5-4-6 0,4-2-3 16,-1-1 1-16,-2 0 6 0,-2-4-2 0,-3 0 4 16,-1 1-4-16,-2 4-12 0,-4-1-6 15,-3 3-10-15,-3 0-1 0,-9 5-3 16,0 2-6-16,-15 6-1 0,0 4-5 0,3 5-13 15,1 3-10-15,1 3 0 0,4 2 0 0,4 4 0 16,2 1 0-16,7 0 0 0,-1-3 0 16,8-1 0-16,3-3 0 0,4-4 0 15,0 0 0-15,5 2 0 0,2-4 0 0,7 1 0 16,7-1 0-16,-4-1 0 0,0-4 0 16,0-2 0-16,2-1 0 0,0 0 0 0,-2-2 0 15,-2 0 0-15,1-1 0 0,-4-3 0 16,-2 5 0-16,3-1 0 0,-6-2 0 15,3 1 0-15,-4-2 0 0,-8-2-468 0,17 0-387 16,-17 0-57-16,11 0 92 0,-11 0-927 16,0 0-1178-16</inkml:trace>
  <inkml:trace contextRef="#ctx0" brushRef="#br0" timeOffset="56636.9">29541 8127 4975 0,'8'-12'66'0,"-4"1"51"0,0 5 34 0,0-2 24 0,-2 4 26 0,-2 4 20 0,0-7 15 0,0 7-1 16,0 0 38-16,0 0 24 0,0 24 3 0,-2-5-26 15,-2 5-28-15,0 11-16 16,3-5-36-16,-4 6-194 0,5 0 0 0,-6-1 0 16,6-6 0-16,-1-5 0 0,1-5 0 15,-2-1 0-15,2-2 0 0,0-1 0 0,-2-1 0 16,2-6 0-16,0 1 0 0,-2-4 0 16,2-5-219-16,0 0-259 0,0 0-76 0,0 0-68 15,-7-22-113-15,8 5-59 0,-1-4 73 16,2-15-663-16,2-5-836 0</inkml:trace>
  <inkml:trace contextRef="#ctx0" brushRef="#br0" timeOffset="56784.76">29633 7803 3631 0,'3'-19'-45'15,"-1"6"53"-15,2 3 46 0,-4-2 32 0,3 5 30 16,-3 0 11-16,0 0-7 0,0 7-10 16,2-8-13-16,-2 8-12 0,2-7-25 15,-2 7-27-15,0 0-61 0,0 0-76 0,0 0-88 16,0 0-94-16,18 19-128 0,-11-11-162 15,0 1 53-15,0 3-280 0,2 0-289 0</inkml:trace>
  <inkml:trace contextRef="#ctx0" brushRef="#br0" timeOffset="57118.12">30056 7894 2276 0,'-9'10'125'0,"-3"-6"39"0,2 2 18 0,-4-2 24 16,-4 6 17-16,3-3 15 0,0 5 8 15,-3-2-3-15,1 5-12 0,2-1-17 16,2 0-20-16,2 4-17 0,1-4-19 0,2 6-15 16,6-5-13-16,2 1-14 0,0 1-8 15,6 0-9-15,-1 2-2 0,7 1 0 0,-1 6 5 16,3-4 23-16,-1 2 3 0,-2-3 10 16,-2-2 25-16,-2-1 12 0,-1-3 21 0,-1-1 18 15,-1 1 7-15,-2-1 5 0,-2-1-7 16,-2-1-6-16,0 0-8 0,-4 0-18 0,3 0-175 15,-5 0-12-15,0 0 0 16,-1-3 0-16,-2-1 0 0,-1 2 0 0,-1-6 0 16,2 1 0-16,-3-2 0 0,1-3 0 15,13 0 0-15,-31-5 0 0,14-5 0 0,6 1 0 16,-3-4-41-16,1-1-466 0,4-3-117 16,0 3-136-16,4 1-100 0,5 1 82 0,-4 1-794 15,4 5-1013-15</inkml:trace>
  <inkml:trace contextRef="#ctx0" brushRef="#br0" timeOffset="58033.98">31114 8257 4608 0,'0'0'113'0,"0"-6"3"0,0 6-9 0,0 0-9 0,0 0 2 0,0 0 15 0,0 0 24 16,0 0 12-16,0 0-10 0,-13 19-3 0,4-9-13 15,4 1-11-15,-6 7-8 0,-1-3-14 16,-7 10-12-16,-2-3-5 0,0-3-12 16,-1 3-3-16,-3-2-5 0,4-1-10 0,-6-2-22 15,2-3-11-15,4-3-21 0,6-7-6 0,2-2-11 16,3-4-9-16,0-4-12 15,5-8-3-15,1-3 5 0,4-11 4 0,4-8 8 16,3 1 7-16,2 0 10 0,4 6 11 16,-6 6 4-16,2 6 5 0,-1 0 3 0,2 5 5 15,-1 4 2-15,1 2 7 0,-1 0 8 16,2 2 9-16,1 3 5 0,5 2-2 16,1 1 3-16,3 2-8 0,1 0 4 0,3 0-6 15,0 0-4-15,-2-1-4 0,-1 3-4 16,-1-5 1-16,-1-1-1 0,-4-1-1 15,4-2-5-15,3-2-8 0,-5-3-10 16,2-3-12-16,1-6-14 0,-4 0-11 0,2-5-8 16,-2-5-8-16,6-11-14 0,-6-3-6 15,2-8-5-15,-3-7 0 0,0-6 0 0,2-6 6 16,-7-4 7-16,1 5 8 0,-3 9 17 16,-2 6 14-16,-1 13 16 0,-3 10 9 0,-1 10 1 15,-4 3 1-15,-1 7 1 0,-3 9 11 16,6 0 5-16,-30 32 9 0,10 5 8 0,-3 8 5 15,3 9 4-15,2 3-1 0,2 7 0 16,3 3-2-16,7-1-1 0,6-2-3 0,1-5-6 16,8-5-5-16,0-13 4 0,5-5-5 15,-1-4-2-15,3-5 4 0,0-9-2 16,2-6 1-16,0-3-2 0,0-6-5 16,2-1-3-16,3-5-2 0,0-4-1 15,6-5-2-15,-2-5-4 0,-2-6 0 0,-3-2 1 16,1-3 4-16,-2-3-4 0,2-4 5 15,-8 6 6-15,-4 9 3 0,-3 3-8 0,0 5 6 16,-5 3-8-16,-3 3-3 0,0 2-2 16,0 4 10-16,0 0-10 0,0 0 2 0,0 0-3 15,-19 19 4-15,15-11 22 0,4 4 39 16,2-1 39-16,0 3 59 0,5 3 45 16,4 2 50-16,3 7 42 0,8 1-78 15,1 0-226-15,4 7 0 0,-4-5 0 0,-5 1 0 16,0 1 0-16,-5 1 0 0,-1 0 0 15,-7 3 0-15,-5-4 0 0,-5 5 0 0,-6 0 0 16,-1-3 0-16,-6-3 0 0,-7 5 0 16,3-10 0-16,-1 0 0 0,0-3 0 0,0-3 0 15,0-4 0-15,2-5 0 0,2-1 0 16,2-6 0-16,0 1 0 0,2-4 0 0,-1-4 0 16,-1-2 0-16,4-6 0 0,-2-14 0 15,5-6 0-15,8-9 0 0,5-13 0 0,11-3-295 16,3-1-737-16,8 1 102 0,0 7 84 15,7 1-884-15,2 6-1164 0</inkml:trace>
  <inkml:trace contextRef="#ctx0" brushRef="#br0" timeOffset="58333.83">32215 7952 4690 0,'0'0'-33'0,"-17"18"79"0,3-2 61 0,-2 11 63 0,-9 9 66 0,0 1 44 16,-2 4 22-16,0-1 11 0,9-10 1 0,2 4-17 15,1-3-18-15,3-2-22 0,7-2-25 16,1-7-20-16,6-1-22 0,2-3-19 16,1-1-43-16,5-3-128 0,7-2 0 0,2-3 0 15,3-2 0-15,0-3 0 0,1-4 0 16,4-1 0-16,7-6 0 0,2-3 0 16,-6-1 0-16,-1-5 0 0,-2-2 0 15,-4-4 0-15,-5-4 0 0,-2-3 0 0,-7-1 0 16,0-3 0-16,-7 3 0 0,-7-6 0 15,-4 4 0-15,-6 5 0 0,-8 1 0 0,-8 7 0 16,-15 3 0-16,-6 7 0 0,2 11 0 16,-17 3-832-16,-4 3-144 0,-5 2 96 0,-17 13-992 15,16-5-1295-15</inkml:trace>
  <inkml:trace contextRef="#ctx0" brushRef="#br0" timeOffset="59732.93">16249 10744 2159 0,'-2'27'218'0,"0"-5"-40"0,2-3 0 0,2-4 10 16,2 1 9-16,0-2-6 0,0-3-21 16,2-1 1-16,-3-2 9 0,5-2 9 0,-3-4 6 15,-5-2-3-15,14 3-4 0,-14-3-8 16,19-11-14-16,-9-1-7 0,1-3-22 15,5-11-11-15,-2-5-12 0,-3-3-10 0,7-17-13 16,-2-5-10-16,-3 0-9 0,0-4-6 16,2 2-8-16,-2 3-4 0,1 5 7 0,-1 14 12 15,-3 4 11-15,-2 7 18 0,-3 6 1 16,1 5-10-16,-3 3-8 0,6 2 1 0,-2 6 12 16,2 5 25-16,3 4 1 0,3 9-8 15,6 7-8-15,-2 7-5 0,-2 4-6 0,3 8 10 16,-7-4 11-16,-4 1 13 15,-3-2 10-15,-4 1 10 0,0 2-66 0,-6-2-85 16,-6-2 0-16,-1 2 0 0,-3-3 0 16,-2 7 0-16,-4-8 0 0,2-4 0 0,-2-4 0 15,3-2 0-15,2-7 0 0,8-4 0 16,-3-5 0-16,2-3 0 0,8-4 0 0,0 0 0 16,-13-25 0-16,13 0 0 0,6-19 0 15,3-7 0-15,2-2 0 0,1 3 0 0,1 14 0 16,-1 4 0-16,-1 0 0 0,-3 12 0 15,-3 5 0-15,3 2 0 0,0 5 0 0,-1 4 0 16,3 4 0-16,-10 0 0 16,23 9 0-16,-10 1 0 0,6 2 0 0,6 7 0 15,2 0 0-15,-1 1 0 0,3-3 0 16,2-1 0-16,-7-3 0 0,-1-2 0 0,-8-4 0 16,0-1 0-16,1-5 0 0,-3 1 0 15,1-2 0-15,-1-2 0 0,0-3 0 0,0-4 0 16,1-4 0-16,1-2 0 0,1-8 0 15,-2-7 0-15,0-2 0 0,-4-5 0 0,1-12 0 16,1-2 0-16,-5-8 0 0,0 1 0 16,-1 2 0-16,-1 13 0 0,2 7 0 15,-3 10-16-15,-4 9-556 0,0 5-62 0,-4 9-96 16,4 3-119-16,0 0 73 0,0 0-793 16,-14 19-1012-16</inkml:trace>
  <inkml:trace contextRef="#ctx0" brushRef="#br0" timeOffset="60233.99">18327 9777 4591 0,'-9'-28'138'0,"2"7"32"0,2 4 43 0,-1 3 47 0,0 2 19 16,3-1 6-16,-2 6-20 0,1 2-24 0,4 5-2 16,0 0 9-16,-20 27-11 0,8 4-17 15,5 8-35-15,-4 12-20 0,-3 5-10 0,5 4-14 16,-1 1-14-16,4 3-95 0,-2 2-32 16,1-3 0-16,2-2 0 0,-2-3 0 0,1-2 0 15,3-11 0-15,-3-4 0 0,3-4 0 16,-1-1 0-16,0-6 0 0,0-7 0 0,0 0-40 15,-2-4-232-15,4-3-44 0,1-5-58 16,1-2-45-16,-2-2-18 0,2-7-13 0,0 0 18 16,0 0 31-16,0 0 46 15,0 0 50-15,0-36 69 0,0 16 71 0,-4-6 69 16,0 3 62-16,-1-10 87 0,-4 8 58 16,4 2 68-16,-1 5 49 0,-3-1 39 0,3 2 45 15,-4-1 25-15,7 5 25 0,-3 3 8 16,3 1 1-16,-2 1-7 0,1-1-22 0,1 2-23 15,1-1-34-15,0 2-30 0,2 6-78 16,0-11-177-16,2 5 0 0,1 0 0 0,8 0 0 16,-2 0 0-16,6 4 0 0,2-2 0 15,4 3-67-15,2 1-441 0,1-2-170 16,1 2-234-16,8 2 75 0,5 0 82 16,-8 2-753-16,5 4-954 0</inkml:trace>
  <inkml:trace contextRef="#ctx0" brushRef="#br0" timeOffset="60715.81">18597 10610 4342 0,'-13'9'127'0,"0"-2"61"0,2-3 50 0,2 0 59 0,0-2 37 0,9-2 22 16,-9 3 1-16,9-3-10 0,-10 4-17 15,10-4-28-15,0 0-30 0,0 0-21 16,0 0-15-16,0 0-36 0,0 0-186 15,1-20-14-15,5 8 0 0,2 0 0 0,-2-2 0 16,-1-7 0-16,6-10 0 0,0-2 0 16,-8-3 0-16,-1-3 0 0,2 0 0 0,-6-3 0 15,0 5 0-15,0 10 0 0,2 3 0 16,-3 7 0-16,-3-1 0 0,1 4 0 0,2 4 0 16,-5 1 0-16,1 6 0 0,0 1 0 15,7 2 0-15,-20 2 0 0,20-2 0 0,-15 5 0 16,7-3 0-16,8-2 0 0,-7 6 0 15,7-6 0-15,0 0 0 0,0 0 0 0,0 0 0 16,0 0 0-16,34-3 0 0,-15 1 0 16,2 1 0-16,-2-1 0 0,2 0 0 15,0 4 0-15,0 1 0 0,-2 4 0 0,3 3 0 16,2 4 0-16,-3 3 0 0,-2 4 0 16,-2 3 0-16,-1 0 0 0,-5 6 0 0,-2-1 0 15,-4 3 0-15,6 0 0 0,-8-6 0 16,3-2 0-16,-3 3 0 0,1-6 0 0,3 1 0 15,-5-3 0-15,-1-1 0 0,3-3 0 16,0-1 0-16,-2-3 0 0,-1-1 0 16,3 0 0-16,0-5-111 0,-1-2-526 15,-3-3-141-15,0 0-123 0,0 0 88 0,25-14-871 16,-9-7-1119-16</inkml:trace>
  <inkml:trace contextRef="#ctx0" brushRef="#br0" timeOffset="61116.49">19068 10324 4626 0,'-13'2'32'0,"1"-2"59"0,3 4 46 0,9-4 38 0,-13 4 30 0,13-4 26 0,-11 4 4 0,11-4 7 0,-3 6-5 0,3-6-8 16,0 0-16-16,2 11-18 0,-2-11-16 15,0 0-18-15,15 8-19 0,-5-8-13 16,-10 0-13-16,24-3-19 0,-11 0-22 15,3-1-20-15,3-1-12 0,-2-3-4 0,1-2-5 16,-5 2-2-16,0 0-2 0,-3-1-6 16,-3-2-1-16,0 3-5 0,-3-6-1 0,0 4-7 15,-4-1-3-15,-2 3-1 0,2 8 1 16,-13-12-4-16,6 10 1 0,7 2-3 0,-33 6 3 16,12 2-3-16,-6 5-1 0,1 3 2 15,2 3 2-15,4 0 0 0,4-1 2 0,5 0 7 16,2-1-11-16,1 1 5 0,2-1-5 15,4-2 8-15,1-3-4 0,1 2-4 16,1-1 0-16,1-3-9 0,4 3-26 16,-3-5-36-16,8 1-55 0,-2-1-70 0,5-1-74 15,-1-4-104-15,1-3-107 0,0 0-111 16,9-3-150-16,12-6-28 0,-5-2 88 0,2-1-626 16,3-2-765-16</inkml:trace>
  <inkml:trace contextRef="#ctx0" brushRef="#br0" timeOffset="61517.11">19388 10280 3598 0,'-12'5'102'0,"-1"1"69"0,4 0 63 0,1 0 49 15,0 0 41-15,1-4 27 0,7-2 14 0,-12 9-2 16,8-5-7-16,4-4-25 16,0 0-4-16,-5 6-21 0,5-6-8 0,0 0-23 15,0 0-20-15,0 0-21 0,25 4-216 16,-25-4-18-16,27-8 0 0,-13 2 0 0,4 0 0 15,-2-3 0-15,0 1 0 0,-1 0 0 16,-1 0 0-16,-5-1 0 0,-2 5 0 0,4-4 0 16,-8 4 0-16,3-1 0 0,-4 1 0 15,-2 4 0-15,0 0 0 0,-11-11 0 0,0 11 0 16,-3 3 0-16,-9 1 0 0,-12 6 0 16,1 5 0-16,4 4 0 0,-6 8 0 15,3 2 0-15,10-3 0 0,6 3 0 16,4 0 0-16,-1 0 0 0,8-5 0 0,4-4 0 15,4-1 0-15,0-3 0 0,2 0 0 16,2-3 0-16,2 1 0 0,3-4 0 0,1-1 0 16,1-1 0-16,3-3 0 0,-4-1 0 15,4-1 0-15,1-1 0 0,-3 0 0 0,-3-2 0 16,0 2 0-16,-1-2 0 0,-10 0 0 16,18 1 0-16,-9 1 0 0,-9-2 0 0,7 2-54 15,-7-2-873-15,0 0-23 0,0 0 96 16,-16 15-985-16,2-12-1264 0</inkml:trace>
  <inkml:trace contextRef="#ctx0" brushRef="#br0" timeOffset="62588.39">15689 9026 4663 0,'6'-16'-143'0,"-3"3"44"0,-1 1 36 0,0 0 34 0,2 0 46 0,-2 0 39 0,0-1 40 16,0 4 22-16,0 0 0 0,-2 2-11 16,2 2-14-16,-2 5-8 0,0 0-5 15,0 0 18-15,0 0 7 0,-23 15 10 0,7-1-2 16,-6 8-2-16,-3 2-4 0,2 0-1 16,-2 0-14-16,3-3 9 0,2-6-4 0,5-3-11 15,6-4-5-15,-1 0-6 0,3-2-3 16,0-1-6-16,0-1 2 0,7-4-10 0,0 0-6 15,0 0-3-15,-13-19-12 0,11 3 0 16,2-1-2-16,4-18-11 0,1-1-3 16,-3-2 0-16,4 2 1 0,3-1-7 0,1 7 3 15,-2 8 0-15,-3 6 4 0,-3 4-12 16,5 3 5-16,-4 9 14 0,-3 0 10 16,11 12 10-16,-1 2 1 0,-4 6-8 0,5 9 2 15,-2 1-7-15,3 3-7 0,1 0 5 16,-2-3-6-16,1-2-5 0,-2-6 0 15,-3-2-7-15,1-8 4 0,-4 1-1 0,3-1-7 16,-3-3 3-16,0-1 4 0,-1-2 0 16,-1 0 4-16,5-2 3 0,-7-4-7 0,0 0-9 15,0 0 8-15,0 0-4 0,7-25-5 16,-5 9 2-16,-2-5-3 0,2-5 1 16,0-14-5-16,0 1 4 0,-1-5-2 0,1 7-1 15,-2 10 1-15,2 4-15 0,-2 6 7 16,0 3-5-16,0 6-7 0,0 4 10 15,0 4-9-15,0 0 5 0,0 0-3 0,-4 21 10 16,3-5-2-16,-5 6-1 0,2 0 3 16,-1 2 0-16,-2-1 6 0,2 0-13 0,1-5-3 15,2-1 14-15,0-3-5 0,1-6 10 16,-1 1-10-16,2-3 5 0,0-6 6 0,0 0-1 16,0 0 1-16,0 0-3 0,25-20 7 15,-18 3 4-15,4 0-5 0,1 1 9 0,-1-1 2 16,-3 3-4-16,2 3 2 0,-7 1-7 15,3 2-18-15,0 2-26 0,-5 2-32 0,-1 4-24 16,0 0-34-16,0 0-44 16,0 0-67-16,0 0-91 0,16 10-103 0,-10-2-100 15,-3-4-125-15,1 4-122 0,3-3 81 16,2 5-619-16,-6-4-768 0</inkml:trace>
  <inkml:trace contextRef="#ctx0" brushRef="#br0" timeOffset="74213.89">8268 6631 1398 0,'6'-4'215'0,"0"-2"-51"0,-6 6-10 0,7-8-7 0,-3 4 4 0,0-1 3 16,-1 0 4-16,-3 5-6 0,0 0 2 15,2-9 8-15,-2 9 4 0,3-10 0 0,-3 10-7 16,0-8-2-16,0 8-2 0,-3-6-11 16,3 6-12-16,-5-7-5 0,-1 1-11 15,1 2 0-15,-3 0-13 0,-2 0-5 16,-3-1-8-16,-3 0-7 0,-2 0-9 0,2-1-9 16,-2 3-10-16,-5-2 0 0,1 0-5 15,-3 1-6-15,-12 1-3 0,6-1-2 0,2 1-5 16,-7 0-4-16,4 1-5 0,3 0 0 15,-1 1-3-15,1-1-4 0,3 0 0 16,-3 2 0-16,0-2-5 0,2 2 0 0,-3-1 0 16,1 1-2-16,-12-2 0 15,8 2-3-15,-10 0-1 0,1-2-2 0,-4 2 2 16,0 0 0-16,-4 0-3 0,1 2 2 16,-3 0-7-16,5-1 5 0,-1 3-2 0,7-2-3 15,-2 3 7-15,7 0-3 0,-2-2 2 16,13 1-4-16,0 1 0 0,7-2 1 0,-3 1-1 15,-1 2 0-15,-1 0-1 0,-1-1 0 16,-6 5 1-16,-5-2-3 0,2 2 4 0,-3-3 0 16,0 2 3-16,-5 0-1 0,-11 3-3 15,14-1 3-15,-1-1-5 0,2-2 2 16,-3 3-7-16,2-1 6 0,-1 2 4 16,3-3 1-16,2 3-4 0,0-2 0 15,0 1-1-15,-2 0-1 0,-1 1 2 0,2 0 0 16,-1 0-1-16,0 2 3 0,-2-1 0 15,0 1-2-15,0 0-4 0,-7 4 4 0,-2-4-3 16,2 5 2-16,-1-2 0 0,2 1-2 16,7-4 1-16,1 1 1 0,0 1 2 0,0 0-2 15,4 2 1-15,-2 0 2 0,3 1-1 16,-1 2-1-16,-7 4 1 0,9-4-5 0,-6 7 2 16,2-3 0-16,-1 0 0 0,1 4 2 15,6-5-3-15,-7 1 7 0,5-3-2 16,1 1 0-16,2 1-1 0,-1-4 0 15,1 1-2-15,4-1 1 0,3 0 1 16,4-4-6-16,3-2 1 0,5-1 5 0,-3 3-2 0,1-3-2 16,2 3 1-16,-1 3-3 15,0 1 5-15,-5 7 1 0,1 0-2 0,-3 2 2 16,3 0-1-16,-3 0 2 0,2 0-5 16,-4 3 4-16,3-2 2 0,1 3-5 0,-2 0 2 15,2-2-1-15,1 6 2 0,4-4 0 16,0 1-3-16,0 3-1 0,5 0 1 0,-1 1 5 15,1-2-6-15,2 3 2 0,1-2 3 16,-6 3-3-16,7-2 3 0,0 1-2 16,0 3 3-16,0-1-5 0,0 0 5 0,0 1-1 15,-2 1 0-15,2-2-4 0,0 1 4 16,0 1-2-16,0-2 2 0,-2-2 0 16,4 2-2-16,-2-3-1 0,-3 4 3 15,3-5-4-15,1 2 4 0,1 1 0 0,0-4 0 16,3 1-2-16,-2-1 1 0,-1 0 0 15,4 0 0-15,-3-2-4 0,5 3 8 0,0-4-1 16,-2 2 5-16,-3-2 0 0,7 3-2 16,-1-2-4-16,-1 0 4 0,1 3 0 0,1-1 1 15,0 0 10-15,1 0 1 0,-2 0 0 16,3-2-3-16,-1 0-3 0,0 2 2 16,1-1-1-16,-1-2-5 0,3 6 14 0,-3-3-2 15,7 6 4-15,-5-4-7 16,4 3 1-16,2 1 2 0,-3-9-6 0,2 7 12 0,3 1-2 15,-5-8-1-15,1-1-1 16,-2 1-7-16,0-2 6 0,5-1-4 0,-2 1 10 16,1-2-10-16,-1 0 5 0,0-4 1 15,2-1-4-15,-4-2 4 0,6 0-9 0,-3 1 10 16,1-1 8-16,5-2 13 0,-1 4 12 16,1-7-17-16,-1 4-2 0,0-3-3 0,3 1-1 15,4-1 6-15,-1-1-9 0,3 3 18 16,-1-4-2-16,3 0-3 0,-1-1-1 15,4-1-3-15,7 3-2 0,-6-3-6 0,1 0-4 16,1-4 11-16,0-2-14 16,2 1 12-16,6-1-4 0,4-3-7 0,-4 1 6 15,10 0-11-15,-9-4 5 0,9 2-3 16,-10-1-3-16,10 2-4 0,0 0-6 0,-9-1 0 16,-1-1-2-16,-1 0 7 0,0 1-8 15,-1 0 5-15,0-2 0 0,-4 0 4 0,3-2-6 16,0-2 3-16,0-2 11 0,-1 1 4 15,5-3-6-15,5-1-2 0,-2-3-8 0,-7 3 2 16,11-5 3-16,-3 2-2 16,-1-2 4-16,0-2-9 0,-5-3 2 0,1 2 0 15,-1-2-6-15,-1-2 0 0,-2 0 2 0,-2 0 2 16,-9 1-8-16,2 1 2 0,-6-3-10 16,10-3 14-16,-1-2-6 0,-1-1 3 15,3 1 1-15,-3 1-2 0,2-4 0 0,-2 1-1 16,2-2 9-16,0-2 0 0,1 0 3 15,-2-2 0-15,1 0-1 0,2-4 0 0,-4-4 0 16,0-2-1-16,2 0 0 0,1-4-2 16,-4 1-9-16,-1-1 3 0,0 2 2 0,-1-3 7 15,-5 4 15-15,1-3 12 0,-6 5 19 16,-4-2-27-16,-5 12-35 0,-5-3 0 0,2 0 0 16,-5 0 0-16,1-1 0 15,0 1 0-15,2-2 0 0,-2 2 0 0,2-14 0 16,5 3 0-16,-2-4 0 0,2 6 0 15,-5 5 0-15,5-4 0 0,-1 8 0 0,-4-1 0 16,3 3 0-16,-5 2 0 0,1 1 0 16,-3 6 0-16,-3 2 0 0,2-3 0 0,-3 2 0 15,-1 0 0-15,2-3 0 0,0 2 0 16,-2-10 0-16,2 5 0 0,0-7 0 0,1 0 0 16,1 0 0-16,1-1 0 0,1 0 0 15,4-1 0-15,-3 3 0 0,1 0 0 0,1 2 0 16,-4-2 0-16,5 6 0 0,-6-4 0 15,1 2 0-15,-3-4 0 0,-2 6 0 0,-2-7 0 16,0-3 0-16,-6-2 0 0,-3-11 0 16,-3 0 0-16,-4-4 0 0,-4-2 0 15,-2-3 0-15,-5 1 0 0,-1 2 0 16,-3 4 0-16,-3 4 0 0,3 4 0 0,-1 5 0 16,2 2 0-16,-2 6 0 0,3 2 0 15,2 8 0-15,-2 1 0 0,0 5 0 0,-5 0 0 16,-5 5 0-16,-4 4 0 0,-7 4 0 15,-2 4 0-15,-20 5 0 0,-7 9-353 0,-34 14-345 16,1 11-167-16,-12 10 1 16,-46 31 78-16,-13 7-787 0,5 8-1015 0</inkml:trace>
  <inkml:trace contextRef="#ctx0" brushRef="#br0" timeOffset="74614.13">3530 9731 4097 0,'-26'1'-163'0,"4"3"31"0,-2 0 31 0,-8 5 36 0,-2-1 38 0,0 7 45 0,1-1 46 0,0-1 25 16,7 3 25-16,-1 4 18 0,10-5 9 0,4 1 11 16,3-6 10-16,4 2 12 0,4 0 25 15,4 0 14-15,4 2-9 0,8-1 8 0,2-2 22 16,21 1-6-16,8-4-19 0,16-2-17 15,6-10-13-15,13-4-18 0,21-6-18 0,6-7-13 16,-6-1-15-16,0-7-18 16,-5 0-26-16,-7-2-50 0,-28 3-57 0,-10-2-58 15,-1 1-48-15,-8 1-50 0,-10-3-65 16,-11 5-86-16,-8 1-87 0,-6 4-97 0,-6 2-151 16,-6 4-24-16,-7-2 68 0,-3 3-464 15,-10-3-568-15</inkml:trace>
  <inkml:trace contextRef="#ctx0" brushRef="#br0" timeOffset="74914.1">3933 9486 3363 0,'-6'6'154'0,"6"-6"-9"0,0 0-4 0,0 0 1 15,0 0 27-15,0 0 31 0,25 6 25 16,-4-3 1-16,11 2-7 0,6 4-21 0,0 6-2 15,6 4-29-15,2 1-4 0,-6 6 4 16,-4 0 9-16,-13-1 5 0,-2 3-4 16,-7 1 1-16,-7 4 1 0,-7-4-11 0,-6 5-15 15,-3 2-12-15,-6-2-14 0,-9 7-16 16,-2-1-9-16,-3-5-14 0,1 2-13 0,2-3-16 16,2-9-68-16,-1-2-61 15,0-8-66-15,2 6-67 0,1-2-75 0,3-9-92 0,2-1-100 16,3-2-99-16,-2-2-219 15,0 0 50-15,3 2 70 0,-3 1-519 0,-3 0-653 16</inkml:trace>
  <inkml:trace contextRef="#ctx0" brushRef="#br0" timeOffset="75264.1">2944 11403 3802 0,'-4'-16'300'0,"0"4"-4"16,-1 4 13-16,2 1 11 0,3 7 9 15,-4-10-10-15,4 10-30 0,0 0-26 0,0 0-3 16,0 0 6-16,0 0-24 16,7 47-27-16,2-18-19 0,-2 6-21 0,1-2-16 15,2 2-17-15,1 0-16 0,-2-1-16 16,0-2-37-16,-2 2-73 0,0-1-34 0,-5-4-124 16,-2-4-94-16,0 12-83 0,-2-10-122 15,-5 8-121-15,0-5-109 0,-2-5-122 16,0-7 63-16,0 0-660 0,-1-8-859 0</inkml:trace>
  <inkml:trace contextRef="#ctx0" brushRef="#br0" timeOffset="75464.07">2776 11502 4203 0,'-15'-28'104'0,"-1"1"32"0,1 2 37 16,1 4 52-16,5 1 43 15,2 0 6-15,3-2-9 0,2 5-22 0,2-1-23 16,2 3-25-16,4-1-13 0,3 1-23 15,3 5-17-15,1 1-20 0,3 3-27 0,-2 1-62 16,4 0-90-16,2 5-104 0,3 3-124 16,2-1-161-16,13 1-190 0,-2 2-139 0,1-1 65 15,-3 7-640-15,-7-2-805 0</inkml:trace>
  <inkml:trace contextRef="#ctx0" brushRef="#br0" timeOffset="75914.13">3193 11725 4039 0,'-2'9'174'0,"-1"-1"27"0,-1-3 17 16,4-5 42-16,0 0 54 15,-2 7 23-15,2-7-2 0,0 0-18 0,0 0-31 16,0 0-28-16,25-15-26 0,-6 2-18 16,7-5-26-16,-1-3-18 0,2-2-18 0,-2-4-18 15,-5 1-14-15,0-1-22 0,-3 0-23 16,-6-2-19-16,-5 1-43 0,-2 4-13 15,-6-1 0-15,-4-10 0 0,-3 2 0 0,-3 1 0 16,-1 4 0-16,-5 5 0 0,6 4 0 16,-2 3 0-16,-1 4 0 0,1 3 0 0,1 3 0 15,2 2 0-15,-1 1 0 16,1 3 0-16,11 0 0 0,-25 8 0 0,16-3 0 16,0 1 0-16,4-3 0 0,5-3 0 15,-9 5 0-15,9-5 0 0,0 0 0 0,0 0 0 16,0 0 0-16,0 0 0 0,46-15 0 15,-14 0 0-15,2 1 0 0,2 3 0 0,-3 1 0 16,-5 5 0-16,-4 2 0 0,-6 4 0 16,5 6 0-16,-2 0 0 0,8 8 0 0,-7 6 0 15,3 0 0-15,-4 4 0 0,-1 1 0 16,-2 1 0-16,-2 2 0 0,-1-3 0 16,-3 2 0-16,-1-7 0 0,-4-3 0 15,3-1 0-15,-6 1 0 0,3-5 0 0,-3 1-90 16,2-4-566-16,-3 0-174 0,1-5-68 15,-1-1 79-15,-3-4-847 0,0 0-1102 16</inkml:trace>
  <inkml:trace contextRef="#ctx0" brushRef="#br0" timeOffset="76270.85">4030 11329 4988 0,'0'0'129'0,"-7"8"29"0,7-8 27 0,0 0 55 0,-8 5 35 0,8-5 21 0,0 0-13 15,0 0-17-15,0 0-16 0,0 0-22 16,0 0-25-16,0 0-20 0,0 0-16 16,0 0-19-16,0 0-18 0,15-20-68 0,-9 11-62 15,1 0 0-15,-1-3 0 0,-3 1 0 16,0-5 0-16,-3 2 0 0,-3-3 0 0,-4-3 0 16,0-1 0-16,-1 8 0 0,-6-2 0 15,3 7 0-15,-3 4 0 0,-4 4 0 0,-7 10 0 16,-4 5 0-16,1 7 0 0,3 1 0 15,4 4 0-15,2 0 0 0,4 4 0 0,3-4 0 16,7-1 0-16,1-4 0 16,4-4 0-16,0 0 0 0,4-1 0 0,-1 1 0 15,5-3 0-15,0-1 0 0,3-4 0 16,0 1 0-16,3-5 0 0,3-2 0 16,-1-4 0-16,0-4-69 0,7-2-270 0,4-8-115 15,4-4-117-15,-5-3-141 0,-1 2-108 16,-3-1 67-16,-6 4-768 0,0 3-967 0</inkml:trace>
  <inkml:trace contextRef="#ctx0" brushRef="#br0" timeOffset="76529.82">4114 11221 4133 0,'-6'-10'18'16,"2"0"39"-16,2 6 26 0,2 4 40 15,-2-11 35-15,2 11 30 0,-1-6 20 16,1 6 6-16,0 0 11 0,-4-8 2 15,4 8-1-15,0 0-6 0,0 0 5 0,0 0 8 16,0 0 2-16,0 0-5 0,0 0-8 16,0 0-19-16,0 0-20 0,0 0-12 0,0 0-19 15,0 0-14-15,0 0-19 0,0 0-119 16,0 0 0-16,21 14 0 0,-21-14 0 16,17 6 0-16,-10-6 0 0,-7 0-215 0,18 2-147 15,-13-2-113-15,-5 0-116 0,16-4-164 16,-7-1-50-16,0-2 76 0,2-3-720 15,0-5-897-15</inkml:trace>
  <inkml:trace contextRef="#ctx0" brushRef="#br0" timeOffset="78829.17">12550 7683 3894 0,'12'-6'-85'0,"-3"-3"33"0,-3 2 42 0,-1 2 45 0,0 1 38 0,-1-1 25 15,-1 1 24-15,-3 4 21 0,4-12 19 16,0 4 18-16,-2 1 8 0,-1-1-5 0,-1 2 10 15,0-4-10-15,0 1-4 0,-1 0-7 16,-3-4-8-16,0 0-5 0,0-2 1 16,-1 1-6-16,-2-2-13 0,-2-1-14 0,0-2-12 15,-7-6-8-15,1 0-8 0,-6-1-8 16,-2-3-6-16,-9-1-6 0,-2-3-9 16,-10 4-6-16,0-1-15 0,-5 1-10 0,-7 4-8 15,5 2-1-15,-7 5-7 0,-3 1-4 16,8 4 5-16,0 1-4 0,11 4-3 0,2 3 0 15,2 0-13-15,2-1 10 0,7 4-5 16,3-1 2-16,-1 3-2 0,0 0-13 16,0-2 16-16,0 4-12 0,3 1 9 0,-5-1 0 15,-9 4-3-15,2 0 8 0,0 2-8 16,-2 1 0-16,-3 3-2 0,0 0 4 0,-9 5-18 16,1-1 15-16,15-3-3 0,-10 7 6 15,11-5 0-15,-8 8-5 0,8-5-1 0,3 2 4 16,1 2-1-16,1 0 7 0,-1 0-14 15,2 4 8-15,-2 5 3 0,1 4 1 16,-1 0-6-16,2 5 8 0,1-2-3 16,1 2-1-16,-4 3-4 0,3 3 2 0,-4-5 0 15,-1 5-2-15,3-4 8 0,-7 5 7 16,5 0-17-16,1 1 2 0,1 0 2 0,3 1 3 16,-2-1-2-16,0 1 2 0,4-1-1 15,-2 2 2-15,3-1 11 0,1 1 11 0,-3 0 0 16,4-3 3-16,-3 5-1 0,5-2 4 15,-2 1 17-15,1 1-6 0,-1-2-16 0,0-2-33 16,2 5 0-16,4 1 0 0,0-1 0 16,5 0 0-16,-1 1 0 0,8-1 0 15,-2-5 0-15,4-3 0 0,6 13 0 16,2 1 0-16,1-1 0 0,5 0 0 0,1 0 0 16,0-2 0-16,2-2 0 0,4 0 0 15,-2-2 0-15,2-1 0 0,-2-1 0 0,3 1 0 16,2 0 0-16,-3 0 0 0,0-3 0 15,1 1 0-15,1-5 0 0,2 1 0 0,0-1 0 16,0-1 0-16,4-2 0 0,-1 3 0 16,2-2 0-16,5-2 0 0,-1 0 0 0,2 2 0 15,2-5 0-15,2 4 0 0,2-4 0 16,0 1 0-16,2 1 0 0,0-3 0 16,-2 0 0-16,-2 1 0 0,0-2 0 15,-1-1 0-15,2 0 0 0,-3-5 0 0,5 3 0 16,0-3 0-16,2-5 0 0,7-2 0 15,2-1 0-15,-1-6 0 0,3 0 0 0,5-3 0 16,0-3 0-16,0-3 0 0,3-2 0 16,-13-2 0-16,3-4 0 0,5-2 0 0,-11-2 0 15,4-5 0-15,-7 5 0 0,-4-4 0 16,9-6 0-16,-3-1 0 0,1-2 0 16,-2-2 0-16,-4-2 0 0,3-1 0 0,2-5 0 15,-4 0 0-15,-1 0 0 0,0-3 0 16,1-2 0-16,0-2 0 0,-1-4 0 0,-5-2 0 15,4 1 0-15,-7-5 0 0,0-1 0 16,2-3 0-16,-1-3 0 0,0-2 0 16,4-14 0-16,-8 14 0 0,1-1 0 0,-1 0 0 15,-3-2 0-15,1 0 0 0,2 2 0 16,-5-1 0-16,3 1 0 0,0 0 0 0,-4 2 0 16,0 1 0-16,0 0 0 0,0 3 0 15,-2 1 0-15,0-4 0 0,-4 2 0 0,0-2 0 16,-4-2 0-16,5-3 0 0,-8-3 0 15,2-4 0-15,-3-1 0 0,-5-6 0 0,1-6 0 16,0-4 0-16,-3 2 0 0,-4 0 0 16,-4 0 0-16,-5 3 0 0,-3-17 0 0,-10 4 0 15,-6 7 0-15,-8 4 0 16,-11 2 0-16,-13 3 0 0,-9 0 0 0,-7 6 0 16,-11 1 0-16,-9 1 0 0,-5 7 0 15,-2 5 0-15,3 2 0 0,3 9 0 0,0 7 0 16,11 3 0-16,16 12 0 0,2 4 0 15,3 8 0-15,4 7 0 0,11 3 0 0,-11 6 0 16,6 6 0-16,2 6 0 0,4 9 0 16,0 5-671-16,4 4-307 0,6 8 84 0,-15 11 96 15,-2 7-851-15,3 7-1088 0</inkml:trace>
  <inkml:trace contextRef="#ctx0" brushRef="#br0" timeOffset="79346">9401 11693 5069 0,'-12'3'224'0,"2"0"-18"0,5-1 45 0,5-2 48 16,0 0 33-16,0 0 6 0,0 0-11 0,-2-20-31 15,9 9-26-15,4 1-27 0,5-4-19 16,9-2-112-16,2-1-112 0,2 0 0 0,0 0 0 15,4 0 0-15,9-5 0 0,-8 5 0 16,8-2 0-16,0-2 0 0,-8 6 0 0,-1 1 0 16,-5-1 0-16,-5 8 0 0,-6-3 0 15,2 2-448-15,-6 4-148 0,1-5-146 0,-1 1-119 16,-6 2 67-16,6 0-821 0,-6 4-1056 16</inkml:trace>
  <inkml:trace contextRef="#ctx0" brushRef="#br0" timeOffset="79747.05">9625 11277 4811 0,'-13'-4'61'0,"-1"3"-6"16,3-3 29-16,2 1 44 0,1 2 43 15,8 1 22-15,-10-6 15 0,9 1 2 0,1 5-19 16,1-13-21-16,9 6-20 0,5-4-27 16,16-4-6-16,3 0-17 0,6 3-10 15,0 3 11-15,2 2-10 0,0 2-11 0,-4 3-6 16,-3 4-6-16,-12 2-8 0,4-2-5 16,4 13-9-16,-6-1 0 0,-8 3 2 15,0 5 7-15,-7 0 11 0,-4 0 15 0,-5 2 18 16,-4 2 13-16,-6 8 8 0,-2 1 0 15,-2-1-113-15,-11 4-7 0,-5-2 0 0,0-2 0 16,-3-1 0-16,0-3 0 0,-4-2 0 16,-1-1 0-16,6-7 0 0,3 3 0 15,-2-3 0-15,3 0 0 0,-2-4 0 0,5 0 0 16,-3-1-330-16,0-1-144 0,7-2-82 16,0-5-108-16,4 0-159 0,0-4 47 15,-2 1 89-15,2-3-633 0,-2 1-777 0</inkml:trace>
  <inkml:trace contextRef="#ctx0" brushRef="#br0" timeOffset="80212.72">8015 12283 4142 0,'-11'0'240'0,"11"0"-7"0,0 0 34 0,-20 0 41 0,20 0 21 0,0 0 1 15,-7-1-23-15,7 1-25 0,0 0-28 16,0 0-26-16,0 0-21 0,0 0-17 0,30-12-24 16,-15 6-13-16,3 4-18 0,0-4-15 15,3 1-12-15,-1 1-12 0,3-2-12 0,-6 0-72 16,-2 1-12-16,2 0 0 15,-3-2 0-15,-5 3 0 0,0-2 0 0,0-1 0 16,-6 0 0-16,-1-1 0 0,-4-2 0 16,0-3 0-16,-2 3 0 0,0 3 0 0,0-3 0 15,1 5 0-15,3 5 0 0,-6-10 0 16,6 10 0-16,-2-6 0 0,2 6 0 0,0 0 0 16,0 0 0-16,0 0 0 0,0 0 0 15,22 19 0-15,-15-12 0 0,2-1 0 0,2-2 0 16,-1 2 0-16,2-1 0 0,-5-2 0 15,3 1 0-15,-10-4 0 0,15 6 0 0,-10-5 0 16,4 0-69-16,-9-1-417 16,0 0-117-16,18-1-141 0,-18 1-102 0,14-5 74 15,-8 3-817-15,-6 2-1029 0</inkml:trace>
  <inkml:trace contextRef="#ctx0" brushRef="#br0" timeOffset="81411.53">12594 9163 1971 0,'10'-18'31'0,"-3"5"0"0,1-1 20 0,0 0 20 0,-3 1 25 0,3-1 19 15,-7-1 6-15,2 1 6 0,-3 0-1 16,-3-3-2-16,2 0 0 0,-9 0 13 15,-3 0 7-15,-6-5-13 0,-4 5-11 0,-2 1-6 16,-4 3-18-16,0 1-6 0,-5 4-7 16,-2 4-14-16,-1 2-3 0,-7 2-7 15,-2 2-2-15,-13 4-9 0,0 4-6 16,-6 3-2-16,0 3-4 0,-3 3-6 0,-18 10-2 16,-2 6 0-16,2 2-5 0,2 6 2 15,1 3 12-15,1 6 12 0,7 8 21 0,-1 8 24 16,6 6 17-16,1 4 14 0,12 1 7 15,6-1 7-15,10 10-8 0,9-7-6 0,15-10-5 16,15-1-3-16,12 0-13 0,18 8-10 16,20-6-3-16,15-7-13 0,18-7-3 0,15-2-14 15,7-8-2-15,7-7-7 16,4-9-8-16,10-8 1 0,-4-5-3 0,-1-11-6 16,-5-6-2-16,-3-9-8 0,-8-8-4 15,-3-7 4-15,-10-11-2 0,0-4-3 0,-10-6 3 16,-4-6-4-16,-7-9 19 0,-15-5 11 15,4-7 8-15,-14-9-5 0,-8-6-13 0,-9-14 3 16,-9-5-10-16,-6-5 3 0,-12-3-17 16,-12-2 1-16,-10 6-2 0,-10 7-3 0,-11 10-2 15,-6 12-5-15,-13 11 2 0,-10 12-2 16,-7 13 2-16,-11 14-8 0,-6 9-2 16,10 15 0-16,-29 8-26 0,-1 9-51 15,-5 11-57-15,-4 7-83 0,1 4-121 0,11 7-127 16,13 0-164-16,8 1-149 0,14-5 89 15,22-16-605-15,9 2-752 0</inkml:trace>
  <inkml:trace contextRef="#ctx0" brushRef="#br0" timeOffset="82529.98">6575 8458 1429 0,'-11'-20'72'0,"2"-1"4"0,-2 4-14 0,-10-5-22 0,-6-4 10 0,-11 0 6 0,-8 3 3 15,-3-4-3-15,-10 7 6 0,-6 1 2 0,-6 4 10 16,-3 4 2-16,-3 6 7 16,-4 5 7-16,-3 5 11 0,-18 9 9 0,-2 8 8 15,3 11 1-15,2 7 7 0,0 11 7 16,4 9 1-16,7 6 6 0,10 3-11 0,9 5-1 15,18 3-8-15,10 5-8 0,19 5-8 16,16-14-5-16,14 1-5 0,18 15-12 0,18-2-1 16,12-4-8-16,14-10-7 0,18-6-5 15,12-9 0-15,9-8-8 0,1-11-2 16,5-6-4-16,-4-10-5 0,-7-12-6 16,-20-7-3-16,-5-8-2 0,-3-6-4 15,13-12-3-15,-5-9-2 0,-3-8 1 0,-11-4 0 16,-5-9-3-16,-8-10-3 0,-10-4 13 15,-5-11 3-15,-6 0-2 0,-11-5 0 0,-8-8-7 16,-9 10-5-16,-8-21 1 0,-15-5-3 16,-9 4-8-16,-17-2 2 0,-9 7-3 0,-11 10-3 15,-13 8-1-15,-14 13-4 0,-10 18-2 16,-10 13-1-16,-8 18-17 0,-6 13-26 0,-4 14-22 16,-3 13-28-16,0 11-37 0,3 7-51 15,12 5-58-15,4 5-86 0,15-1-98 0,21 4-201 16,10-5 61-16,25-9-281 0,12-1-332 15</inkml:trace>
  <inkml:trace contextRef="#ctx0" brushRef="#br0" timeOffset="83163.84">7855 8865 2284 0,'-39'-10'-68'0,"-2"2"35"0,-5 8 33 0,-15 6 22 0,-1 7 16 16,-6 13 23-16,-9 18 28 0,-4 15 35 0,5 10 19 16,7 12 27-16,4 14 4 0,4 6-12 15,12 3-4-15,11 0-17 0,14-2-11 0,19-2-4 16,21-5 9-16,23-6 2 0,17-6-8 16,10-5-12-16,15-8-18 0,7-10-4 0,-1-10-5 15,3-12-10-15,-5-12-8 16,-12-13-7-16,4-9-5 0,0-8-6 0,5-9-5 0,15-12-4 15,-1-4-5-15,-5-10-5 16,-5-10 1-16,-8-5 0 0,-4-11-1 0,-3-5-5 16,-10-10 0-16,-6-9 0 0,-12-8-8 15,-2-5-3-15,-9-7-3 0,-13-3-6 0,-5-3-7 16,-18 6-12-16,-14 2-16 0,-18 11-14 16,-17 9-29-16,-21 12-25 0,-17 19-38 15,-20 17-36-15,-11 17-46 0,-15 15-52 0,-10 10-71 16,-2 16-133-16,-9 10-146 0,-37 21 71 15,20 11-244-15,10 10-276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13:08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12943 2305 3012 0,'0'0'115'0,"-8"-9"12"0,8 9-9 0,-5-8 14 0,5 8 11 0,0 0 11 0,-27 12 2 16,9 1-4-16,-4 8-14 0,-5 13 4 15,-1 0-5-15,-1 3-4 0,6 1-2 16,6-5-8-16,3-1-4 0,5-1-9 0,6-2-12 16,3-6 1-16,1 0 3 0,10 6-9 15,5-4-4-15,4-3-1 0,5-6-8 16,6-3-4-16,1-6-10 0,9-1-1 0,1-10-7 16,-1-3-18-16,11-7-4 0,-4-3 14 15,-14-1 19-15,4-5 19 0,-9 0 30 0,-6-3 21 16,-3-3 17-16,-4 0-12 0,-9-6-12 15,-1-3-11-15,-5-3-14 0,-4-3-12 16,-8-10-13-16,-5 7-11 0,1 12-12 0,-1 4-10 16,-2 4-21-16,-9 8-52 15,0 5-70-15,-3 11-58 0,3 4-74 0,-26 13-71 16,-5 10-88-16,2 5-100 0,-19 17-154 16,1 6-162-16,3 8 79 0,5 8-576 0,3 6-755 15</inkml:trace>
  <inkml:trace contextRef="#ctx0" brushRef="#br0" timeOffset="365.16">12607 3098 3822 0,'9'-14'49'0,"-4"1"35"0,1 4 39 16,-5 2 39-16,1 2 26 0,-2 5 13 0,2-7-12 16,-2 7-16-16,0 0-14 0,0 0-16 15,-27 19-7-15,2 3-6 0,-7 12-11 0,-6 7-2 16,-3 2-1-16,-13 13-11 0,-5 3 3 16,0 4-10-16,-4 2 12 0,-2-4-6 15,-3 1-5-15,2-2-7 0,5-4 3 16,5-2-24-16,12-13-8 0,0 0-3 15,0-2-5-15,4-1-7 0,1-4-3 0,2-5-7 16,9-5-20-16,1-3-31 0,2-3-50 16,6-5-65-16,2-7-67 0,-1 2-85 0,7-4-105 15,-1-3-93-15,-1 1-126 0,4 0-147 16,9-2 69-16,-19-2-522 0,19 2-669 0</inkml:trace>
  <inkml:trace contextRef="#ctx0" brushRef="#br0" timeOffset="764.19">11508 4278 3297 0,'-4'-6'205'0,"4"6"15"0,-17-2-8 16,17 2 10-16,-26 8 37 0,6 2 29 15,-6 9 24-15,-3-1-3 0,-2 14-19 0,6-6-20 16,5 3-29-16,-3 7-18 0,7-4-26 16,3 2-18-16,4 1-19 0,1-2-11 0,6-4-21 15,2-5-11-15,6 0-12 16,7 6-6-16,2-4-15 0,6-4-10 0,6-5-8 16,6-3-21-16,4-7-28 0,6-7-47 15,0-5-40-15,2-2-25 0,6-10 0 0,-9-2 17 16,0-3 14-16,-14 1 20 0,-5 1 17 15,-6-6 15-15,-3-5 33 0,-9-2 9 0,-5 2 3 16,-7-3-3-16,-5-4-4 0,-5-2-4 16,-2 5-10-16,0 7-10 0,-2 2-26 15,0 5-28-15,0 1-38 0,0 11-51 0,6 1-63 16,-4 4-79-16,3 2-90 0,5 4-93 16,-4 0-133-16,4 0-158 0,-1 2 59 0,4 0-575 15,8-4-732-15</inkml:trace>
  <inkml:trace contextRef="#ctx0" brushRef="#br0" timeOffset="1181.34">12713 3118 3855 0,'0'0'111'0,"-6"-8"-3"0,6 8 9 0,-5-7 14 0,5 7 18 0,0 0-2 0,0 0 4 0,0 0 43 0,0 0 37 0,23 50 3 15,1-9 3-15,4 6-17 0,8 1-22 0,20 20-21 16,8 2-6-16,7 5-16 0,11 8 24 15,7 2 15-15,33 19-4 0,-27-20-8 16,31 24-7-16,-33-32 4 0,1 0-6 16,-8-3 1-16,-10-7-15 0,-7-4-159 0,-16-10 0 15,-13-11 0-15,-8-10 0 0,-10-8 0 0,-3 0 0 16,-6-8 0-16,-4-3 0 0,0-3 0 16,-6-2 0-16,1-1 0 0,0-2 0 15,-4 1 0-15,0-5 0 0,0 0 0 16,-4 10 0-16,-2-6-76 0,0 2-515 0,-2-2-153 15,-1 1-169-15,0-1 86 0,-3 0 85 16,5 2-720-16,-1-3-910 0</inkml:trace>
  <inkml:trace contextRef="#ctx0" brushRef="#br0" timeOffset="1514.08">14041 4496 4344 0,'-14'6'169'0,"-2"4"28"15,-9 12 45-15,-4 1 66 0,0 12 47 16,3-2 32-16,4-1 6 0,4-1-9 16,4 3-22-16,7-3-28 0,5-2-37 0,2-5-28 15,5 8-119-15,9-3-150 0,3-4 0 16,2-4 0-16,8 1 0 0,3-7 0 0,1-1 0 16,7-7 0-16,-6-4 0 0,-1-3 0 15,8-3 0-15,2-6 0 0,-3-1 0 0,-6-2 0 16,1-3 0-16,-7-1 0 0,-3-3 0 15,-10 0 0-15,-3-2 0 0,-7-1 0 16,-3-3 0-16,-9-12 0 0,-4 0 0 16,-12-9 0-16,-3 5 0 0,-7 8 0 0,-1 2 0 15,-2 8 0-15,-8 3 0 0,7 10 0 16,-4 5 0-16,0 1-300 0,-7 6-412 0,4 0-236 16,0 2 88-16,1 2 83 0,2 0-785 15,0 5-1006-15</inkml:trace>
  <inkml:trace contextRef="#ctx0" brushRef="#br0" timeOffset="2464.84">11365 4843 4062 0,'1'-5'-96'0,"-1"1"41"0,0 4 23 0,0 0 28 0,0 0 28 0,-16-4 43 16,-4 12 42-16,-14 11 44 0,-16 12 29 0,-22 21 20 16,-12 8 2-16,-4 6-2 0,-7 2 4 15,-2 2 13-15,-5 4 11 0,2-3-9 16,5 1-7-16,5-5-10 0,7-3-12 0,5-6-15 16,7-2-12-16,2-5-20 0,20-11-4 15,3-1-13-15,4-6-13 0,-2 2-14 0,6-8-11 16,4 2-7-16,7-6-25 0,4-5-46 15,5-4-72-15,0-1-82 0,7-4-79 16,0 1-99-16,1-4-109 0,0 2-122 0,3-3-139 16,1 1-84-16,0-2 75 0,2 4-605 15,-3-2-761-15</inkml:trace>
  <inkml:trace contextRef="#ctx0" brushRef="#br0" timeOffset="2831.21">9704 6150 3762 0,'0'0'67'0,"-37"4"19"16,14 2 45-16,-11 6 47 0,-3 4 53 15,-2 6 42-15,-5 0 28 0,0 7 1 0,0 5-4 16,6 3-9-16,-2 8-9 0,4 3-4 16,4-1-20-16,1 1-27 0,6 2-19 0,7-5-23 15,9-7-16-15,7 0-16 16,4-9-12-16,7 3-15 0,9-3-12 0,5-3-12 15,6-4-86-15,14-2-18 0,0-8 0 16,2-10 0-16,9-4 0 0,8-2 0 0,1-10 0 16,2-3 0-16,-6-6 0 0,-4-3 0 15,-13-2 0-15,-1-7 0 0,-11-2 0 16,-10-4 0-16,-7 4 0 0,-12-1 0 0,-6-6 0 16,-13-7 0-16,-7 1 0 0,-3 1 0 15,-7 6 0-15,-1 3 0 0,2 7 0 16,6 13 0-16,-7 5 0 0,3 4-36 15,5 9-153-15,2 2-64 0,2 5-78 0,-2 3-103 16,5 0-118-16,2 2-161 0,6-3-92 16,1 1 79-16,10-4-686 0,1-4-864 0</inkml:trace>
  <inkml:trace contextRef="#ctx0" brushRef="#br0" timeOffset="3199.05">11127 5075 4169 0,'-10'-9'56'0,"1"3"32"0,0 0 37 0,0 1 29 0,7 0 26 16,2 5 9-16,-7-7-2 0,7 7-18 15,0 0-7-15,0 0 21 0,0 0 15 0,40 26 8 16,-3 10-3-16,4 8-14 16,18 21-20-16,-3 3-9 0,1 9-19 0,-2 2-12 15,-5 8-14-15,-2-1-9 0,-5-2-11 0,0-3-8 16,2-2 0-16,-2-1-3 0,0-6 0 0,-11-17 11 16,2-3-4-16,-1-4-9 15,-7-6-9-15,-1-4-6 0,-10-9-6 0,3-6-54 16,-9-5-7-16,-2-5 0 0,2-2 0 15,-6-3-116-15,1 4-110 0,1-6-106 16,-3 1-145-16,-2-2-170 0,0-5-216 0,-2 9 71 16,1-2 90-16,-9 0-671 0,2-1-826 15</inkml:trace>
  <inkml:trace contextRef="#ctx0" brushRef="#br0" timeOffset="3547.74">11938 6406 4144 0,'-28'-6'159'0,"-3"5"10"0,4 1 38 16,-14 7 51-16,-11 7 50 0,5 6 31 15,-1 9 23-15,3 7 1 0,2 5-10 0,9 5-16 16,4 2-24-16,6 4-28 0,10-1-26 16,8-8-27-16,10-1-129 0,7 8-103 0,10-3 0 15,10-4 0-15,1-5 0 0,6-9 0 16,3-2 0-16,-5-11 0 0,0-3 0 0,0-4 0 15,-4-6 0-15,7-6 0 0,-1-4 0 16,-6-5 0-16,2-1 0 0,-5-6 0 16,-1-2 0-16,-6-4 0 0,-6-5 0 15,-2-1 0-15,-5-4 0 0,-7-9 0 0,-4-11 0 16,-10-3 0-16,-1 2 0 0,-6 2 0 16,-5 6 0-16,-3 9 0 0,-3 6 0 0,-3 13 0 15,-4 6 0-15,-2 6 0 0,-5 4 0 16,0 4-483-16,-1 4-257 0,-2-1-189 15,4 4 85-15,5 0 91 0,-1 0-758 0,5-1-956 16</inkml:trace>
  <inkml:trace contextRef="#ctx0" brushRef="#br0" timeOffset="4130.97">14529 5029 4364 0,'7'-7'-18'0,"1"2"35"0,-5 1 30 0,-3 4 24 0,0 0 30 0,0 0 79 0,-5 28 58 16,-18 18 68-16,-19 26 8 0,-6 9 0 0,-6 11-2 16,-4 6-9-16,1 0-15 0,-2-1-18 15,2 2-14-15,3-2-19 0,5-2-21 0,1-4-20 16,6-6-17-16,4-8-179 0,11-19 0 15,1-3 0-15,1-3 0 0,6-4 0 0,-3-7 0 16,8-10 0-16,4-9 0 0,-2-5 0 16,5-3 0-16,1-1 0 0,1-4 0 15,-2-2 0-15,4-2 0 0,-1-1 0 0,4-4-412 16,-6 4-170-16,6-4-120 0,0 0-177 16,0 0 77-16,-7 4 85 0,7-4-676 15,0 0-847-15</inkml:trace>
  <inkml:trace contextRef="#ctx0" brushRef="#br0" timeOffset="4480.1">13711 6702 4287 0,'-23'7'214'0,"0"4"38"16,-6 2 66-16,3 4 50 0,-5 5 33 15,-3 6-1-15,3 4-11 0,1-1-33 16,12-2-31-16,0 3-27 0,5 2-16 0,1-1-36 15,6 1-191-15,6-7-55 0,2-1 0 16,6 6 0-16,6-4 0 0,2-1 0 0,7-4 0 16,4-7 0-16,4-1 0 0,1-5 0 15,4-7 0-15,2 3 0 0,1-10 0 0,-2-3 0 16,-4-3 0-16,-1 0 0 0,-1-5 0 16,-5-3 0-16,-4 1 0 0,-6-6 0 15,0-1 0-15,-5-3 0 0,-4 1 0 0,-5 4 0 16,-4-2 0-16,1 2 0 0,-7 0 0 15,-1 1 0-15,-7-4 0 0,3 8 0 16,-4 5 0-16,-2 4 0 0,-4 2 0 0,4 6 0 16,-3-3-156-16,0 6-415 0,1-1-144 15,2 0-187-15,0 2 82 0,4 0 91 16,2 2-733-16,3-6-910 0</inkml:trace>
  <inkml:trace contextRef="#ctx0" brushRef="#br0" timeOffset="4847.42">14761 5054 4370 0,'-6'-13'99'15,"2"3"39"-15,3 1 16 0,-3 0 16 0,2 4 7 0,2 5 17 0,0 0 34 0,0 0 35 16,32 12 23-16,1 22 7 0,3 13-4 16,14 25-22-16,-1 9-28 0,2 8-15 0,-3 4-26 15,0 0-13-15,-4 10-20 0,-1 11-11 16,5 0-56-16,1 0-98 0,9 1 0 0,-1-4 0 16,2-8 0-16,-4-6 0 0,3-7 0 15,-9-10 0-15,-1-8 0 0,-16-20 0 0,-1-11 0 16,-7-4 0-16,-3-10 0 15,-5-4 0-15,-5-6 0 0,-1-4 0 0,-3-4 0 16,2-2 0-16,1-1 0 0,0-2 0 16,-3 0 0-16,1-2 0 0,-8-2 0 0,13-2-166 15,-13 2-651-15,10-4-134 0,-10 4 97 16,3-4-984-16,-3 4-1263 0</inkml:trace>
  <inkml:trace contextRef="#ctx0" brushRef="#br0" timeOffset="5197.7">15878 6730 5412 0,'-27'7'64'0,"-4"5"46"15,-3 5 60-15,-9 7 47 0,-2 6 53 16,4 5 38-16,-4 2 8 0,6 7 14 0,-1 4 5 16,8 3-18-16,1-1-20 0,8-1-252 15,7 1-45-15,15-7 0 0,1-2 0 0,10-1 0 16,8 2 0-16,7-2 0 0,8-10 0 15,1-4 0-15,-2-7 0 0,5-9 0 0,1-4 0 16,3-6 0-16,6-7 0 0,3-6 0 16,2-4 0-16,-2-7 0 0,-5-1 0 0,0-6 0 15,-6-1 0-15,-8-6 0 0,-1-3 0 16,-8-2 0-16,-6-6 0 0,-6-2 0 16,-8 5 0-16,-4 0 0 0,-10-2 0 15,-6 2 0-15,-11 8 0 0,-8 5 0 0,-4 9 0 16,-11 2 0-16,-1 6 0 0,-6 8 0 15,-2 2 0-15,-2 3 0 0,12 6 0 0,-16-1-811 16,4 7-157-16,1 2 96 0,0 2-1012 16,1 3-1308-16</inkml:trace>
  <inkml:trace contextRef="#ctx0" brushRef="#br0" timeOffset="6098.45">9636 6904 2434 0,'0'0'212'0,"-26"3"-44"0,0 9 28 0,-19 11 38 15,-10 10 5-15,-23 15-1 0,-6 8-1 0,-2 4-5 16,-7 4 13-16,-1 5 0 0,-1 1-5 16,8 3-2-16,-3-2-12 0,11-4-14 0,2-6-17 15,12-5-16-15,8-4-18 0,17-13-17 16,6-5-10-16,5 0-10 0,8-10-22 0,4-2-14 15,4-5-11-15,3-3-49 0,2-4-55 16,3-1-64-16,1-3-69 0,0-4-120 0,4-2-126 16,0 0-142-16,0 0-201 0,0 0 57 15,0 0 72-15,2-23-487 0,-2 16-577 0</inkml:trace>
  <inkml:trace contextRef="#ctx0" brushRef="#br0" timeOffset="6465">8276 8045 3384 0,'-10'5'147'0,"-5"9"22"0,-6 8 31 0,0 6 25 16,-5 8 18-16,1 3 20 0,4 3 6 15,-1 1 2-15,8-2-4 0,2-2-16 0,4-3-23 16,6-4-21-16,6 3-16 15,6-3-25-15,7-1-12 0,8-6-13 0,9 2-16 16,10-9-13-16,-2-5-17 0,3-9-8 16,7-4-30-16,11-8-34 0,1-5-29 0,1-9-4 15,-6-2-15-15,-7-5 4 0,-4-3 5 16,-12-6 4-16,-9-3 1 0,-11-2-4 0,-14 4 4 16,-5-5-4-16,-16-14 12 0,-6 2-1 15,-9 0-8-15,-3 5 0 0,-3 5-4 0,-3 9 1 16,-1 4-2-16,-3 11 0 0,-5 6-16 15,8 9-27-15,-2 9-39 0,5 3-49 16,-2 7-73-16,-4 8-84 0,6 3-101 0,11 0-114 16,4-1-187-16,7-1 17 0,8-5 72 15,2-2-481-15,9-3-568 0</inkml:trace>
  <inkml:trace contextRef="#ctx0" brushRef="#br0" timeOffset="6863.55">9595 7088 3318 0,'3'-22'111'0,"1"3"33"0,0 5 28 0,-3 4 19 0,2 0 9 0,-3 3-2 0,2 0-15 0,-2 7 14 16,0 0 49-16,0 0 27 0,11 29 8 15,-2 9-19-15,5 16-9 0,5 12-10 0,11 23-20 16,7 4-21-16,3 0-15 0,3 4-20 16,4-6-18-16,-10 4-14 0,3-1-11 15,-8-1-8-15,-7-4-13 0,-5-21-13 16,-4-3-8-16,-2-4-10 0,-3-3-5 0,-4-15-8 15,-2-4-8-15,-1-3-6 0,0-9-21 0,0-6-29 16,-3-6-44-16,1-1-53 0,0-6-60 16,0 2-68-16,2-8-90 0,-4-2-104 15,0 0-109-15,0 0-137 0,0 0-130 0,13-19 87 16,-11 14-702-16,-2 5-866 0</inkml:trace>
  <inkml:trace contextRef="#ctx0" brushRef="#br0" timeOffset="7230.12">10048 8467 4311 0,'-23'-4'161'0,"5"4"25"16,-4 2 35-16,-1 3 44 0,2 4 28 0,-5 8 18 15,1 7 7-15,2 3-7 0,4 6-14 16,4 0-17-16,4 4-24 0,4 3-39 0,7-3-17 15,11 3-24-15,1-5-18 0,10 3-16 16,6-2-54-16,1-3-88 0,2-10 0 16,-1-8 0-16,4 1 0 0,2-8 0 0,2-5 0 15,-6-3 0-15,9-3 0 0,-3-5 0 16,2-5 0-16,-6-2 0 0,-2-5 0 16,5-3 0-16,-15-1 0 0,0-4 0 0,-10-2 0 15,0-5 0-15,-6-4 0 0,-6-2 0 16,-6-10 0-16,-7 1 0 0,-6 1 0 0,-8 12 0 15,-3 4 0-15,-1 14 0 0,-5 6 0 16,-10 3 0-16,-3 8 0 0,-1 3-220 16,-9 6-186-16,6 4-120 0,13-4-148 0,2 6-183 15,4 3 79-15,3-1 80 0,3 0-673 16,6 0-826-16</inkml:trace>
  <inkml:trace contextRef="#ctx0" brushRef="#br0" timeOffset="8297.92">11973 7149 3655 0,'0'-10'-112'0,"0"3"38"0,0 7 30 0,-2-8 38 16,2 8 33-16,-2-9 30 0,2 9 20 0,0 0 15 15,0 0 50-15,-31 30 39 0,3 6 30 16,-5 8 12-16,-14 25 18 0,-1 8 20 15,-4 4 1-15,0 5-2 0,2 1 4 0,-2 1-13 16,9 1-12-16,1-4-12 0,3 0-19 16,7-7-14-16,7-16-19 0,7-2-13 0,-4-6-18 15,8-2-15-15,-2-2-14 0,5-13-12 16,3-4-9-16,-4-2-9 0,5-7-11 0,2-5-13 16,-2-4-47-16,3-3-49 15,2-3-74-15,-1-3-98 0,-3-4-110 0,6-2-131 16,0 0-111-16,0 0-108 0,-9-19-125 15,9 11 72-15,2-4-687 0,0 2-860 0</inkml:trace>
  <inkml:trace contextRef="#ctx0" brushRef="#br0" timeOffset="8630.14">11344 8349 4101 0,'-21'16'12'0,"-2"9"46"16,-6 12 51-16,3 4 42 0,2-1 34 15,-1 1 24-15,2 0 18 0,3 1 8 16,9-7-12-16,4 0-12 0,3-1-14 0,8-5-26 16,1 3-11-16,8-1-12 0,7-2-19 15,3-6-16-15,3-2-10 0,9-3-3 0,2-5-20 16,3-7-7-16,5-4-3 0,-4-6-22 16,3 0-4-16,-6-5-1 0,-4-1-3 0,-5-5-9 15,-2-1 9-15,-9-5-10 0,-4 0-4 16,-3-5-1-16,-7-3-4 0,-6-8 4 0,-3-3-9 15,-12-9-7-15,-1 3 5 0,-3 5-5 16,5 9 0-16,-6 6-10 0,-1 3-3 0,1 5-16 16,3 10-47-16,-3 3-48 0,6 3-60 15,-4 4-70-15,1 1-100 0,4 2-99 16,-4 2-120-16,0 3-180 0,5-4 34 16,5-1 67-16,0 0-520 0,4-2-628 0</inkml:trace>
  <inkml:trace contextRef="#ctx0" brushRef="#br0" timeOffset="9346.01">11935 7250 3310 0,'-4'-12'-60'0,"-2"-2"46"0,5 3 52 0,-3 2 48 0,0 3 53 0,1-2 33 0,0 4 14 0,3 4-6 15,-4-8-13-15,4 8-5 0,0 0 33 0,0 0 30 16,-13 41 16-16,9-6 5 0,-2 19 4 16,4 12-6-16,2 4 1 0,7 3-9 0,2 21-4 15,7 1-17-15,9-3-16 0,4 4-34 16,5-4-9-16,5-7-21 0,-1-3-14 0,2-4-15 16,-14-20-7-16,-1-2-8 15,-2-5-13-15,-4-4-6 0,-3-13-14 0,-7-3-3 0,-4-8-6 16,1-3-1-16,0-5-10 15,-4-3-20-15,0-1-24 0,2-3-32 0,-2-4-60 16,-2-4-57-16,0 0-56 0,0 0-61 16,0 0-83-16,0 0-83 0,5-17-97 0,1 9-144 15,-3 0-93-15,-3 1 77 0,3 1-641 16,-3 6-793-16</inkml:trace>
  <inkml:trace contextRef="#ctx0" brushRef="#br0" timeOffset="9696.61">12130 8535 3936 0,'-18'8'54'0,"0"0"43"0,-5 5 43 0,-4 9 43 16,0-1 28-16,4 4 14 0,0 0 20 16,4 3 1-16,4-1-19 0,3 2-9 0,5-3-23 15,5-6-18-15,6 4-9 0,3-4-34 16,6 6-12-16,10-3-15 0,4-2-7 0,4-4-14 15,1-5-11-15,4-2-28 0,-6-6-25 16,-1-4-4-16,2 0-16 0,9-8-3 0,-2 2 5 16,-6-5 0-16,3-2 2 15,-9-1 6-15,-2-4 4 0,-8 4-2 0,-4-3 19 0,-3 0-4 16,-3-7 8-16,-6 1 4 16,-2-15-4-16,-3-1-5 0,-11-9-6 0,-3 3 2 15,-4 2-10-15,-2 3 0 0,0 15-12 16,-1 5 0-16,-9 2-42 0,1 8-44 0,-2 5-62 15,6 3-77-15,-1 4-113 0,-3 6-120 16,4-1-147-16,1 5-173 0,9 0 69 0,8-3 76 16,1-1-543-16,10-1-635 0</inkml:trace>
  <inkml:trace contextRef="#ctx0" brushRef="#br0" timeOffset="10079.08">13587 7488 3446 0,'-8'-19'78'0,"4"3"22"0,-1 5 29 0,-1 1 24 0,5 0 10 0,-3 5-4 0,4 5 18 16,0 0 27-16,-33 27 19 0,7 7 3 0,-5 13-2 16,-9 22 7-16,-4 8-4 15,3 7 7-15,-2 2-25 0,5 5-10 0,0-1-19 16,1 0-16-16,3-3-17 0,4-3-16 16,1-6-3-16,9-15-20 0,-5-2-12 0,3-6-11 15,2-3-15-15,-1-2-22 0,2-6-36 16,0-11-38-16,3-4-56 0,5-2-64 0,1-5-80 15,3-8-105-15,1-1-88 0,2-6-99 16,4-1-127-16,0-6-108 0,0 0 81 0,0 0-598 16,0 0-729-16</inkml:trace>
  <inkml:trace contextRef="#ctx0" brushRef="#br0" timeOffset="10379.12">12968 8797 3562 0,'-19'14'39'0,"2"3"59"15,-7 2 43-15,4 3 41 0,1 3 25 16,-1 0 19-16,4 0 2 0,0 4-10 16,3 0-7-16,8-5-21 0,0-4-17 0,3-2-14 15,7 0-16-15,-2-1-14 0,5 0-11 16,-1-1-14-16,5-4-8 0,-1-1-13 0,4-5-15 16,3-2-29-16,1-2-24 0,5-4-27 15,11-6-13-15,-1 0-10 0,0-5 2 16,-1-5 9-16,-5-1 2 0,-3-1 5 15,-10-3 5-15,3-4 6 0,-9-2 13 0,-4 2 10 16,-6-2 3-16,-7-9 0 0,-1 0-5 16,-7-6-1-16,0 13-7 0,-6 1-1 0,-3 5-9 15,0 4-33-15,-1 6-49 0,4 5-63 16,-2 1-82-16,7 5-91 0,-2-1-102 0,4 4-155 16,0-1-103-16,1 0 66 0,3 0-483 15,5-1-569-15</inkml:trace>
  <inkml:trace contextRef="#ctx0" brushRef="#br0" timeOffset="10696.62">13566 7345 3267 0,'-5'-14'120'0,"-4"3"5"0,6 4 10 15,-5 2 39-15,8 5 42 0,0 0 41 0,-7 35 25 16,11 5 30-16,5 19 14 0,10 7 6 16,15 25-9-16,4 5-24 0,8 5-30 15,-6 2-32-15,0-2-27 0,-8 2-21 0,-5-3-22 16,-6-4-12-16,-1 0-19 0,-9-21-11 16,-4 0-17-16,1-5-14 0,-4-6-26 15,-2 0-23-15,-2-18-27 0,-2-4-34 0,0 1-48 16,-1-8-51-16,-2-8-63 0,3-4-64 15,-2-6-86-15,4-5-96 0,-1-2-122 16,-1-3-176-16,-2-4-38 0,4-3 73 0,0 0-642 16,0 0-785-16</inkml:trace>
  <inkml:trace contextRef="#ctx0" brushRef="#br0" timeOffset="11030.86">13866 8840 3860 0,'-13'5'89'0,"2"5"38"16,-3 3 40-16,-6 9 39 0,3 6 20 15,-2 3 13-15,2 10-5 0,0-7-5 0,3 0-12 16,7 1-20-16,1 0-18 0,4-8-20 16,4-2-18-16,4-2-12 0,-1-1-23 0,8 3-14 15,1-6-28-15,-1-5-21 0,3-2-16 16,-1-5-12-16,0-2-8 0,5-4-4 0,0-2-6 15,3-2 7-15,0-6-4 16,6-1 2-16,-9-4 4 0,3-5 2 0,-2-3 0 16,-4-2-5-16,1-8 3 0,-7-2 3 15,-3-4 7-15,-1 0-6 0,-5-7 0 0,-4 2-1 16,1-1-5-16,-5 8-7 0,-6 0-10 16,-3 4-27-16,-2 10-49 0,-8 1-59 0,-4 9-73 15,-5 4-98-15,5 5-106 0,2 3-147 16,2 1-148-16,0 4 64 0,3 0-583 15,1 3-700-15</inkml:trace>
  <inkml:trace contextRef="#ctx0" brushRef="#br0" timeOffset="11429.07">15438 7592 3453 0,'7'-20'-27'0,"-3"2"24"0,2 7 27 0,-5 1 20 0,1 2 4 0,-2 4 30 0,0 4 52 16,0 0 42-16,-23 28 30 0,-3 10 23 15,-11 12 15-15,-10 19 8 0,-5 11 20 16,-1 9-10-16,0 4-1 0,-8 4-15 0,-2 3-18 16,6 1-22-16,2 0-18 0,3-7-17 15,5-2-14-15,3-9-13 0,2 0-16 0,4-5-17 16,9-20-6-16,5-6-15 0,0 0-7 16,1-6-11-16,5-5-18 0,2-10-28 0,3-7-40 15,3-5-72-15,3-3-64 16,1-7-80-16,2-1-121 0,1-4-123 0,3-4-130 0,0 0-172 15,0 0 63-15,0 0 75 0,0 0-545 16,0 0-652-16</inkml:trace>
  <inkml:trace contextRef="#ctx0" brushRef="#br0" timeOffset="11728.78">14544 9211 3441 0,'-17'12'114'0,"1"2"15"0,5-2 19 15,1-2 21-15,3 2 11 0,-1 0 12 16,6-2-2-16,1 1-7 0,1-3-19 16,1 1-14-16,5-3-12 0,3 2-13 15,1-4-16-15,5-2-11 0,3-2-23 0,0-2-20 16,5-1-30-16,4-2-37 0,5-5-20 0,1-3-8 16,-10 3 5-16,-5 0 5 0,-2 0 2 15,-1-4-1-15,-5 2 5 0,-5-3 1 16,-5-3 6-16,0 0 3 0,-11-11 1 15,-2 1-2-15,-9 2 1 0,2 1-2 0,-5 0-3 16,-2 3-10-16,0 3-33 0,2-1-56 16,2 3-91-16,-1 5-92 0,5 1-124 0,2 1-202 15,-4 0 45-15,10 1 66 0,-1 1-319 16,5-4-321-16</inkml:trace>
  <inkml:trace contextRef="#ctx0" brushRef="#br0" timeOffset="12047.1">15445 7486 2690 0,'0'0'255'0,"0"0"47"0,8 24 29 15,-1 7 19-15,11 15 13 0,0 6-1 16,5 8-8-16,0 5-31 0,8 21-24 0,3 4-44 15,0 5-28-15,7 6-6 0,2 6-9 16,5 0-17-16,1 1-9 0,-1-2-14 16,-4-3-24-16,-8-3-12 0,-3-2-11 15,-2-7-15-15,-11-8-10 0,-6-16-11 0,-11-6-12 16,5-7-28-16,-6-12-31 0,-1-5-30 16,-2-11-47-16,1-6-54 0,-2-2-50 0,-2-7-68 15,0-1-93-15,1-4-107 0,-4-4-115 16,7-2-175-16,0 0-40 0,-20-6 77 15,13 1-644-15,-4 0-784 0</inkml:trace>
  <inkml:trace contextRef="#ctx0" brushRef="#br0" timeOffset="12345.34">15897 9238 4040 0,'-21'9'164'0,"-6"8"32"16,2 4 36-16,-2 4 49 0,-1 9 18 15,2 4 12-15,3 8-7 0,1-2-16 0,13-7-26 16,2-2-25-16,2 2-26 0,5-6-18 16,3-4-22-16,1-1-20 0,-1-4-17 0,8 5-23 15,-1-5-28-15,0-7-20 0,5-1-20 16,-3-5-21-16,-3-6-11 0,2 0-1 0,1-3 6 16,-12 0-5-16,25-11-1 0,-14 3 1 15,0-9-2-15,1-11-9 0,-3-3 3 16,-5-6 3-16,-4-4-4 0,-6-14 0 15,-3 1-12-15,-8-1-25 0,-5 5-41 0,-2 3-30 16,-2 8-46-16,-3 6-72 0,2 9-97 16,-5 6-124-16,-2 4-130 0,1 3-236 0,-5 5 68 15,5 4 85-15,3 2-611 0,-10 7-729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1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2098 29 5140 0 0,'0'-7'1267'0'0,"0"6"-1142"0"0,0 0 0 0 0,0 0 0 0 0,0 0-1 0 0,0 0 1 0 0,0 0 0 0 0,0 0 0 0 0,0 0-1 0 0,0 0 1 0 0,0 0 0 0 0,0 0-1 0 0,0 0 1 0 0,-1 0 0 0 0,1 0 0 0 0,0 0-1 0 0,-1 0 1 0 0,1 1 0 0 0,-2-3 0 0 0,1 3-38 0 0,-1-1 0 0 0,1 1 1 0 0,-1 0-1 0 0,1-1 1 0 0,-1 1-1 0 0,0 0 1 0 0,1 0-1 0 0,-1 0 0 0 0,1 0 1 0 0,-1 0-1 0 0,1 0 1 0 0,-1 1-1 0 0,0-1 1 0 0,1 0-1 0 0,-1 1 0 0 0,1-1 1 0 0,-3 2-1 0 0,-122 40 2644 0 0,-179 88 0 0 0,-119 89 815 0 0,241-122-2483 0 0,67-36-547 0 0,-529 300 1431 0 0,457-233-1486 0 0,114-67-4208 0 0,74-60 3579 0 0,0-1 0 0 0,-1 1 0 0 0,1-1 0 0 0,0 1 0 0 0,0 0 0 0 0,-1-1 0 0 0,1 1 0 0 0,0-1 0 0 0,0 1 0 0 0,0 0 0 0 0,0-1 0 0 0,0 1 0 0 0,0 0 0 0 0,0-1 0 0 0,0 1 0 0 0,0 0 0 0 0,0-1 0 0 0,0 1 0 0 0,0 0 0 0 0,0-1 0 0 0,1 1 0 0 0,-1-1 0 0 0,0 1 0 0 0,0 0 0 0 0,1-1 0 0 0,-1 1 0 0 0,0-1 0 0 0,1 1 0 0 0,-1-1 0 0 0,1 1 0 0 0,-1 0 0 0 0,17 18-3791 0 0,-15-17 3178 0 0,6 8-2480 0 0,1 1-980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2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687 178 9833 0 0,'-4'-3'50'0'0,"1"1"0"0"0,-1 0-1 0 0,0 0 1 0 0,0 0 0 0 0,0 0 0 0 0,0 1 0 0 0,0 0-1 0 0,0 0 1 0 0,-1 0 0 0 0,1 0 0 0 0,0 1 0 0 0,0-1-1 0 0,-1 1 1 0 0,1 0 0 0 0,0 1 0 0 0,-1-1 0 0 0,1 1 0 0 0,0-1-1 0 0,0 1 1 0 0,-1 1 0 0 0,1-1 0 0 0,0 1 0 0 0,-4 1-1 0 0,-14 7 189 0 0,1 0-1 0 0,-37 24 0 0 0,51-30-179 0 0,-51 33 611 0 0,2 3 0 0 0,-87 78-1 0 0,118-94-438 0 0,1 1-1 0 0,2 1 0 0 0,0 0 0 0 0,2 2 0 0 0,0 1 1 0 0,2 0-1 0 0,-18 42 0 0 0,30-57-105 0 0,1 0 1 0 0,0 1-1 0 0,0 0 1 0 0,2 0-1 0 0,-4 31 0 0 0,7-39-74 0 0,0 0 0 0 0,0 1 0 0 0,1-1-1 0 0,0 0 1 0 0,0 0 0 0 0,1 1-1 0 0,0-1 1 0 0,0 0 0 0 0,0 0 0 0 0,1-1-1 0 0,0 1 1 0 0,1-1 0 0 0,-1 1 0 0 0,9 9-1 0 0,-1-3 6 0 0,1-1 0 0 0,1-1 1 0 0,-1 0-1 0 0,2-1 0 0 0,0 0 0 0 0,0-1 0 0 0,0 0 0 0 0,1-2 0 0 0,0 1 1 0 0,1-2-1 0 0,0 0 0 0 0,0-1 0 0 0,0-1 0 0 0,1 0 0 0 0,32 3 0 0 0,-1-3 26 0 0,0-2-1 0 0,1-2 1 0 0,-1-2-1 0 0,65-12 0 0 0,-64 6-5 0 0,-1-2 0 0 0,0-3 0 0 0,78-31-1 0 0,-105 36-48 0 0,0-2 1 0 0,-1-1-1 0 0,0 0 0 0 0,-1-1 0 0 0,0-1 0 0 0,-1-1 0 0 0,-1-1 0 0 0,0-1 0 0 0,-1 0 0 0 0,18-22 0 0 0,-28 28-12 0 0,1 0 0 0 0,-1-1 0 0 0,-1 1 1 0 0,0-1-1 0 0,0-1 0 0 0,-1 1 0 0 0,-1 0 1 0 0,0-1-1 0 0,0 0 0 0 0,1-18 0 0 0,-3 12 0 0 0,-1-1-1 0 0,-1 1 0 0 0,0 0 1 0 0,-2 0-1 0 0,0 0 0 0 0,-7-22 0 0 0,-5-3 4 0 0,-1 1-1 0 0,-3 1 0 0 0,-1 1 0 0 0,-44-65 0 0 0,43 73-7 0 0,-2 1-1 0 0,0 2 1 0 0,-2 0-1 0 0,-1 2 1 0 0,-31-26-1 0 0,51 49-70 0 0,-1 0 0 0 0,0 0 0 0 0,1 0 0 0 0,-1 0 0 0 0,-1 1 0 0 0,1 1 0 0 0,0-1 0 0 0,-1 1 0 0 0,1 0 0 0 0,-1 1 0 0 0,0 0 0 0 0,0 0 0 0 0,1 0 0 0 0,-1 1-1 0 0,0 0 1 0 0,0 1 0 0 0,0 0 0 0 0,1 0 0 0 0,-1 1 0 0 0,1 0 0 0 0,-1 0 0 0 0,1 0 0 0 0,-14 7 0 0 0,9-3-477 0 0,0 1 0 0 0,1 0 0 0 0,0 0-1 0 0,0 1 1 0 0,1 0 0 0 0,-1 1 0 0 0,2 0 0 0 0,-1 1-1 0 0,2 0 1 0 0,-1 0 0 0 0,1 1 0 0 0,1 0 0 0 0,-7 13 0 0 0,12-21 153 0 0,1 0 0 0 0,0 0 0 0 0,0 1-1 0 0,0-1 1 0 0,0 0 0 0 0,0 0 0 0 0,1 0 0 0 0,0 1 0 0 0,-1-1 0 0 0,1 0 0 0 0,1 1 0 0 0,-1 2 0 0 0,6 10-3083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2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77 8837 0 0,'-6'-70'2221'0'0,"6"70"-2198"0"0,0-1 0 0 0,0 1-1 0 0,0 0 1 0 0,0 0 0 0 0,0-1-1 0 0,0 1 1 0 0,0 0 0 0 0,0 0-1 0 0,0 0 1 0 0,0-1-1 0 0,0 1 1 0 0,0 0 0 0 0,1 0-1 0 0,-1 0 1 0 0,0-1 0 0 0,0 1-1 0 0,0 0 1 0 0,0 0 0 0 0,0 0-1 0 0,0 0 1 0 0,0-1 0 0 0,0 1-1 0 0,1 0 1 0 0,-1 0 0 0 0,0 0-1 0 0,0 0 1 0 0,0 0 0 0 0,0-1-1 0 0,1 1 1 0 0,-1 0-1 0 0,0 0 1 0 0,0 0 0 0 0,0 0-1 0 0,1 0 1 0 0,-1 0 0 0 0,0 0-1 0 0,0 0 1 0 0,0 0 0 0 0,1 0-1 0 0,-1 0 1 0 0,0 0 0 0 0,0 0-1 0 0,0 0 1 0 0,1 0 0 0 0,-1 0-1 0 0,0 0 1 0 0,0 0 0 0 0,0 0-1 0 0,1 0 1 0 0,-1 0-1 0 0,0 0 1 0 0,0 0 0 0 0,0 0-1 0 0,1 0 1 0 0,-1 0 0 0 0,0 1-1 0 0,0-1 1 0 0,0 0 0 0 0,0 0-1 0 0,0 0 1 0 0,1 0 0 0 0,-1 0-1 0 0,0 1 1 0 0,0-1 0 0 0,0 0-1 0 0,0 0 1 0 0,0 0 0 0 0,0 1-1 0 0,350 458 4205 0 0,-207-282-3215 0 0,137 221 0 0 0,-253-351-913 0 0,-1 1 0 0 0,-3 2 0 0 0,-2 0 0 0 0,-2 2 0 0 0,-2 0 0 0 0,-3 1 0 0 0,-2 0 0 0 0,6 68-1 0 0,-20-103-1125 0 0,2-17 560 0 0,0 0-1 0 0,-1 0 1 0 0,1 0-1 0 0,-1 0 1 0 0,0 0-1 0 0,1 0 1 0 0,-1 0-1 0 0,0 0 1 0 0,1 0-1 0 0,-1-1 0 0 0,0 1 1 0 0,0 0-1 0 0,1 0 1 0 0,-1-1-1 0 0,0 1 1 0 0,0-1-1 0 0,0 1 1 0 0,0-1-1 0 0,0 1 1 0 0,0-1-1 0 0,0 0 1 0 0,0 1-1 0 0,0-1 0 0 0,0 0 1 0 0,0 0-1 0 0,-3 0 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2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493 239 10417 0 0,'-2'-1'132'0'0,"0"1"-1"0"0,-1 0 1 0 0,1 0 0 0 0,0 0-1 0 0,-1 0 1 0 0,1 1-1 0 0,0-1 1 0 0,0 1 0 0 0,-1-1-1 0 0,1 1 1 0 0,0 0 0 0 0,0 0-1 0 0,0 0 1 0 0,0 0 0 0 0,0 0-1 0 0,0 1 1 0 0,0-1-1 0 0,0 0 1 0 0,0 1 0 0 0,-1 1-1 0 0,-32 42 959 0 0,22-26-481 0 0,-17 22 1228 0 0,-47 84-1 0 0,65-102-1345 0 0,2 0 0 0 0,1 0 1 0 0,0 1-1 0 0,2 0 0 0 0,-8 46 0 0 0,13-57-384 0 0,1 1-1 0 0,0-1 1 0 0,1 0 0 0 0,1 1-1 0 0,0-1 1 0 0,1 0 0 0 0,0 0-1 0 0,1 0 1 0 0,1 0 0 0 0,0 0-1 0 0,0-1 1 0 0,2 0 0 0 0,-1 0-1 0 0,1 0 1 0 0,1 0 0 0 0,0-1-1 0 0,1 0 1 0 0,0-1 0 0 0,1 0-1 0 0,0 0 1 0 0,0 0 0 0 0,1-2 0 0 0,0 1-1 0 0,1-1 1 0 0,0 0 0 0 0,0-1-1 0 0,0-1 1 0 0,1 0 0 0 0,0 0-1 0 0,1-1 1 0 0,-1 0 0 0 0,1-1-1 0 0,0-1 1 0 0,0 0 0 0 0,0-1-1 0 0,0 0 1 0 0,0-1 0 0 0,0-1-1 0 0,1 0 1 0 0,14-2 0 0 0,-10 0-107 0 0,0-1 1 0 0,1-1 0 0 0,-1 0-1 0 0,-1-2 1 0 0,1 0 0 0 0,-1-1 0 0 0,0-1-1 0 0,0 0 1 0 0,-1-1 0 0 0,0-1-1 0 0,18-15 1 0 0,-24 16 10 0 0,0 0-1 0 0,0-1 1 0 0,-1 0 0 0 0,-1-1-1 0 0,0 1 1 0 0,0-2 0 0 0,-1 1-1 0 0,0-1 1 0 0,-1 0 0 0 0,-1 0-1 0 0,0-1 1 0 0,0 1-1 0 0,-1-1 1 0 0,-1 0 0 0 0,0-1-1 0 0,1-21 1 0 0,-2 0 24 0 0,-2 1-1 0 0,-2-1 1 0 0,-1 1 0 0 0,-2-1-1 0 0,-12-44 1 0 0,1 20-5 0 0,-4 1 0 0 0,-30-64 0 0 0,42 103-23 0 0,-2 0-1 0 0,0 0 1 0 0,-1 1-1 0 0,-1 0 1 0 0,-1 1 0 0 0,-27-28-1 0 0,33 38-51 0 0,0 1 0 0 0,-1 0 0 0 0,0 0 0 0 0,0 1 0 0 0,0 0 0 0 0,-1 1 0 0 0,1-1 0 0 0,-1 1 0 0 0,0 1 0 0 0,-1 0 0 0 0,1 0 0 0 0,0 1 0 0 0,-1 0 0 0 0,1 1 0 0 0,-1 0 0 0 0,0 0 0 0 0,-15 2 0 0 0,-7 3-625 0 0,-1 1 1 0 0,1 1-1 0 0,0 2 1 0 0,1 2-1 0 0,0 0 1 0 0,0 3-1 0 0,-47 25 1 0 0,52-23-949 0 0,1 1 0 0 0,0 1 1 0 0,1 1-1 0 0,-42 42 0 0 0,35-24-2675 0 0,13-6-1710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3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58 11669 0 0,'-4'-55'215'0'0,"4"53"571"0"0,-1 9-197 0 0,-24 194 1958 0 0,-15 95-702 0 0,-35 314 905 0 0,56-348-5117 0 0,15-240 1012 0 0,3-19 620 0 0,0 1 0 0 0,1 0 1 0 0,-1-1-1 0 0,1 1 0 0 0,-1 0 0 0 0,1-1 1 0 0,0 1-1 0 0,1 7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3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6 10641 0 0,'-18'20'717'0'0,"1"0"-1"0"0,0 1 1 0 0,2 1-1 0 0,1 1 1 0 0,-18 38-1 0 0,11-24 28 0 0,7-12-103 0 0,1 1 0 0 0,1 0 0 0 0,1 1 0 0 0,2 0 0 0 0,-11 47 0 0 0,19-64-496 0 0,-1 0-1 0 0,1 0 0 0 0,0 0 0 0 0,1 0 0 0 0,0 0 0 0 0,1 0 0 0 0,0 0 0 0 0,0 0 0 0 0,1 0 0 0 0,1-1 0 0 0,-1 1 0 0 0,2 0 0 0 0,-1-1 1 0 0,1 0-1 0 0,1 0 0 0 0,0 0 0 0 0,0 0 0 0 0,0-1 0 0 0,12 13 0 0 0,-13-17-183 0 0,0-1 0 0 0,0 0 0 0 0,0 0 0 0 0,0 0 0 0 0,0 0 0 0 0,1-1 0 0 0,-1 0 0 0 0,1 0 0 0 0,0 0 0 0 0,0 0 0 0 0,0-1 0 0 0,0 0 0 0 0,0 0 0 0 0,0 0 0 0 0,5 0 0 0 0,-7-1 13 0 0,-1 0 1 0 0,0 0-1 0 0,1 0 1 0 0,-1 0 0 0 0,0 0-1 0 0,1-1 1 0 0,-1 1 0 0 0,0-1-1 0 0,0 1 1 0 0,0-1-1 0 0,1 0 1 0 0,-1 0 0 0 0,0 0-1 0 0,0 0 1 0 0,0 0-1 0 0,0-1 1 0 0,0 1 0 0 0,-1-1-1 0 0,1 1 1 0 0,0-1 0 0 0,-1 1-1 0 0,1-1 1 0 0,-1 0-1 0 0,1 0 1 0 0,-1 0 0 0 0,0 0-1 0 0,0 0 1 0 0,0 0 0 0 0,0 0-1 0 0,0 0 1 0 0,0-1-1 0 0,-1 1 1 0 0,1 0 0 0 0,0-4-1 0 0,0-15-49 0 0,0-1-1 0 0,-1 1 1 0 0,-1 0 0 0 0,-1 0-1 0 0,-8-41 1 0 0,-2 16-211 0 0,-27-69 0 0 0,29 90-320 0 0,-1 1 1 0 0,-1 0-1 0 0,-1 0 0 0 0,-31-42 1 0 0,33 53-590 0 0,-1 0 0 0 0,0 1-1 0 0,0 0 1 0 0,-1 1 0 0 0,-17-11 0 0 0,9 8-2178 0 0,2-1-1074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3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31 10837 0 0,'0'-7'630'0'0,"0"6"-505"0"0,-1 0 0 0 0,1 0 1 0 0,0 0-1 0 0,0 0 0 0 0,0 0 1 0 0,0 0-1 0 0,0 0 0 0 0,0 0 1 0 0,0 0-1 0 0,0 0 0 0 0,0 0 1 0 0,0 0-1 0 0,1 0 0 0 0,-1 0 1 0 0,0 0-1 0 0,1 0 0 0 0,-1 0 1 0 0,1 1-1 0 0,-1-1 0 0 0,1 0 1 0 0,-1 0-1 0 0,1 0 0 0 0,1-1 1 0 0,2 6 955 0 0,35 45 598 0 0,-3 1 0 0 0,33 59 0 0 0,52 116 89 0 0,-104-194-1467 0 0,30 68 317 0 0,-5 1 0 0 0,-3 1 0 0 0,26 119 0 0 0,42 319-5274 0 0,-96-479 16 0 0,20 61 0 0 0,-21-98 702 0 0,2-7-1466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4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 11221 0 0,'-9'8'384'0'0,"0"1"1"0"0,0 0-1 0 0,0 1 0 0 0,1 0 0 0 0,1 0 1 0 0,-1 1-1 0 0,2 0 0 0 0,0 0 1 0 0,0 1-1 0 0,1 0 0 0 0,0 0 1 0 0,1 0-1 0 0,1 0 0 0 0,-3 14 0 0 0,4-16-130 0 0,0-1-1 0 0,0 1 1 0 0,1 0-1 0 0,1 0 0 0 0,0 0 1 0 0,0 0-1 0 0,1 0 1 0 0,0 0-1 0 0,1-1 0 0 0,0 1 1 0 0,0 0-1 0 0,1-1 1 0 0,0 1-1 0 0,1-1 0 0 0,0 0 1 0 0,1 0-1 0 0,0-1 1 0 0,11 16-1 0 0,-10-20-269 0 0,0 0 0 0 0,1 0 0 0 0,0 0-1 0 0,0-1 1 0 0,0 0 0 0 0,0 0 0 0 0,0-1 0 0 0,0 0 0 0 0,1 0 0 0 0,-1-1-1 0 0,1 0 1 0 0,0 0 0 0 0,12-1 0 0 0,-15 0-80 0 0,6-11-24 0 0,-10 10 117 0 0,0 1 0 0 0,0-1 0 0 0,-1 1 0 0 0,1-1-1 0 0,0 1 1 0 0,0-1 0 0 0,0 0 0 0 0,-1 1 0 0 0,1-1 0 0 0,0 0 0 0 0,-1 1-1 0 0,1-1 1 0 0,0 0 0 0 0,-1 0 0 0 0,1 0 0 0 0,-1 0 0 0 0,1 0-1 0 0,-1 0 1 0 0,0 0 0 0 0,1-1 0 0 0,-1-4-10 0 0,0 0 1 0 0,0 0-1 0 0,-1 1 1 0 0,0-1-1 0 0,0 1 1 0 0,0-1-1 0 0,0 1 1 0 0,-1-1-1 0 0,0 1 0 0 0,-1 0 1 0 0,1-1-1 0 0,-1 1 1 0 0,0 0-1 0 0,0 1 1 0 0,0-1-1 0 0,-1 1 1 0 0,1-1-1 0 0,-6-3 0 0 0,5 3-86 0 0,-1 0-1 0 0,0 0 0 0 0,-1 1 0 0 0,1 0 0 0 0,-1 0 0 0 0,0 0 1 0 0,0 0-1 0 0,0 1 0 0 0,-1 0 0 0 0,1 1 0 0 0,-1-1 0 0 0,1 1 0 0 0,-1 1 1 0 0,-9-2-1 0 0,-1 2-898 0 0,0 1 0 0 0,0 1-1 0 0,0 0 1 0 0,1 2 0 0 0,-19 4 0 0 0,-41 19-6674 0 0,57-18 3633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6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64 8445 0 0,'2'-8'43'0'0,"0"3"53"0"0,0-1 0 0 0,0 1 0 0 0,0 0 0 0 0,1-1-1 0 0,0 1 1 0 0,0 0 0 0 0,5-7 0 0 0,-8 12-71 0 0,0 0 1 0 0,0 0-1 0 0,0 0 0 0 0,-1 0 1 0 0,1 0-1 0 0,0 0 0 0 0,0 0 1 0 0,0 0-1 0 0,0 0 1 0 0,-1 0-1 0 0,1 0 0 0 0,0 0 1 0 0,0 0-1 0 0,0 0 0 0 0,0 0 1 0 0,0 0-1 0 0,-1 0 0 0 0,1 0 1 0 0,0-1-1 0 0,0 1 1 0 0,0 0-1 0 0,0 0 0 0 0,0 0 1 0 0,0 0-1 0 0,-1 0 0 0 0,1 0 1 0 0,0-1-1 0 0,0 1 1 0 0,0 0-1 0 0,0 0 0 0 0,0 0 1 0 0,0 0-1 0 0,0-1 0 0 0,0 1 1 0 0,0 0-1 0 0,0 0 0 0 0,0 0 1 0 0,0 0-1 0 0,0-1 1 0 0,0 1-1 0 0,0 0 0 0 0,0 0 1 0 0,0 0-1 0 0,0 0 0 0 0,0-1 1 0 0,0 1-1 0 0,0 0 1 0 0,0 0-1 0 0,0 0 0 0 0,0 0 1 0 0,0-1-1 0 0,0 1 0 0 0,1 0 1 0 0,-1 0-1 0 0,0 0 0 0 0,0 0 1 0 0,0 0-1 0 0,0 0 1 0 0,0-1-1 0 0,1 1 0 0 0,-38 56 1031 0 0,-53 110 0 0 0,-15 76 292 0 0,85-195-1058 0 0,-204 585 2764 0 0,214-600-3514 0 0,-25 59 0 0 0,18-71-1310 0 0,9-14 278 0 0,-12-39-10076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6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0 7345 0 0,'0'0'266'0'0,"-4"6"82"0"0,-13 14 220 0 0,-128 171 3464 0 0,127-163-3443 0 0,0 1 0 0 0,2 1 1 0 0,1 1-1 0 0,1 0 0 0 0,-10 37 1 0 0,22-62-490 0 0,1-1 0 0 0,0 1 0 0 0,0-1 0 0 0,0 1 0 0 0,1-1 1 0 0,-1 1-1 0 0,1 0 0 0 0,1 0 0 0 0,-1-1 0 0 0,1 1 0 0 0,0-1 0 0 0,0 1 0 0 0,1-1 0 0 0,0 1 1 0 0,0-1-1 0 0,0 0 0 0 0,0 0 0 0 0,1 0 0 0 0,6 9 0 0 0,-3-7-12 0 0,-1-1 0 0 0,1 0 0 0 0,1-1-1 0 0,-1 1 1 0 0,1-1 0 0 0,0-1 0 0 0,0 1-1 0 0,0-1 1 0 0,1 0 0 0 0,0-1 0 0 0,-1 1 0 0 0,13 2-1 0 0,-8-3-27 0 0,0 0 0 0 0,0-1 0 0 0,1-1 0 0 0,-1 1 0 0 0,0-2 0 0 0,0 0 0 0 0,1 0 0 0 0,19-4 0 0 0,-25 2-46 0 0,0 1 0 0 0,1-1 0 0 0,-1 0 0 0 0,0-1 0 0 0,0 0 0 0 0,0 0 0 0 0,-1 0 0 0 0,1-1 0 0 0,-1 0 0 0 0,0 0 0 0 0,0-1 0 0 0,0 0 0 0 0,10-10 0 0 0,-13 9-65 0 0,1 0-1 0 0,-1 0 1 0 0,0-1 0 0 0,0 1-1 0 0,-1-1 1 0 0,0 1 0 0 0,0-1 0 0 0,-1 0-1 0 0,0 0 1 0 0,0 1 0 0 0,0-1 0 0 0,-1 0-1 0 0,0 0 1 0 0,0 0 0 0 0,-1 0-1 0 0,0 0 1 0 0,0 0 0 0 0,-1 0 0 0 0,-3-8-1 0 0,-1-7-387 0 0,-2 0 0 0 0,-1 0 0 0 0,0 1 1 0 0,-19-30-1 0 0,20 40-271 0 0,-1-1 0 0 0,-1 2 1 0 0,1-1-1 0 0,-2 1 0 0 0,1 1 1 0 0,-1 0-1 0 0,-1 0 0 0 0,0 1 1 0 0,-17-9-1 0 0,-12-9-3769 0 0,24 14 1157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6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8829 0 0,'1'-2'100'0'0,"0"1"1"0"0,0 0-1 0 0,0-1 1 0 0,0 1 0 0 0,0 0-1 0 0,0-1 1 0 0,1 1-1 0 0,-1 0 1 0 0,1 0-1 0 0,-1 0 1 0 0,0 0-1 0 0,1 1 1 0 0,0-1 0 0 0,-1 0-1 0 0,1 0 1 0 0,0 1-1 0 0,-1-1 1 0 0,1 1-1 0 0,0 0 1 0 0,3-1 0 0 0,-3 2-43 0 0,-1 0 1 0 0,1 1 0 0 0,0-1 0 0 0,0 0 0 0 0,-1 1-1 0 0,1-1 1 0 0,-1 1 0 0 0,1-1 0 0 0,-1 1 0 0 0,1 0 0 0 0,-1 0-1 0 0,0-1 1 0 0,0 1 0 0 0,0 0 0 0 0,1 3 0 0 0,8 16 296 0 0,0 0 1 0 0,-2 1-1 0 0,10 38 0 0 0,-2-9 27 0 0,105 282 1339 0 0,-31-94-863 0 0,59 171-2342 0 0,-41-139-5636 0 0,-89-221 4488 0 0,-5-11-540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7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15 8277 0 0,'0'0'2533'0'0,"-8"4"-1749"0"0,-1 2-488 0 0,1-1 0 0 0,0 2 0 0 0,0-1 0 0 0,0 1 1 0 0,1 0-1 0 0,0 0 0 0 0,1 1 0 0 0,-1 0 0 0 0,1 0 1 0 0,1 1-1 0 0,0 0 0 0 0,0 0 0 0 0,1 0 0 0 0,0 0 0 0 0,0 1 1 0 0,-2 10-1 0 0,5-12-129 0 0,-1 1 0 0 0,2-1 1 0 0,-1 1-1 0 0,1 0 0 0 0,0-1 0 0 0,1 1 1 0 0,0-1-1 0 0,1 1 0 0 0,-1-1 0 0 0,1 1 1 0 0,6 12-1 0 0,2 0 332 0 0,0-1 0 0 0,27 38 0 0 0,-23-37-145 0 0,-60-112 664 0 0,-65-64-1600 0 0,91 131-554 0 0,0 2-1 0 0,-29-24 1 0 0,6 19-3111 0 0,4 4-3198 0 0,29 14 3479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7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8605 0 0,'0'0'1255'0'0,"-1"8"-676"0"0,1 23-136 0 0,1 0 0 0 0,1 0 0 0 0,2-1 0 0 0,1 1 0 0 0,10 31 0 0 0,55 159 988 0 0,-57-185-1199 0 0,56 156 606 0 0,47 145-517 0 0,-91-250-3274 0 0,27 174-1 0 0,-36-141-1890 0 0,-7-72 1532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7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0 8533 0 0,'0'0'1745'0'0,"-7"2"-1063"0"0,-3 3-429 0 0,0 0-1 0 0,1 1 0 0 0,0 0 0 0 0,0 0 0 0 0,0 1 1 0 0,1 0-1 0 0,0 0 0 0 0,0 1 0 0 0,1 0 1 0 0,0 0-1 0 0,0 1 0 0 0,1 0 0 0 0,0 0 0 0 0,0 1 1 0 0,1-1-1 0 0,-4 12 0 0 0,0-1 133 0 0,1 1-1 0 0,1 0 1 0 0,1 0-1 0 0,0 0 1 0 0,2 1-1 0 0,0 0 1 0 0,0 34-1 0 0,4-41-149 0 0,1 0 0 0 0,1 0 0 0 0,3 14 1 0 0,-4-23-146 0 0,0-1 0 0 0,1 1 0 0 0,0-1 0 0 0,-1 0 0 0 0,2 0 1 0 0,-1 0-1 0 0,1 0 0 0 0,0 0 0 0 0,0-1 0 0 0,0 1 0 0 0,5 4 1 0 0,-8-9-76 0 0,0 1 1 0 0,1-1 0 0 0,-1 0 0 0 0,0 1 0 0 0,1-1 0 0 0,-1 0 0 0 0,1 1 0 0 0,-1-1 0 0 0,1 0 0 0 0,-1 0 0 0 0,0 0 0 0 0,1 1 0 0 0,-1-1-1 0 0,1 0 1 0 0,-1 0 0 0 0,1 0 0 0 0,-1 0 0 0 0,1 0 0 0 0,-1 0 0 0 0,1 0 0 0 0,-1 0 0 0 0,1 0 0 0 0,-1 0 0 0 0,1 0 0 0 0,-1 0 0 0 0,1 0 0 0 0,-1-1-1 0 0,1 1 1 0 0,-1 0 0 0 0,0 0 0 0 0,1 0 0 0 0,-1-1 0 0 0,1 1 0 0 0,-1 0 0 0 0,1-1 0 0 0,-1 1 0 0 0,0 0 0 0 0,1-1 0 0 0,-1 1 0 0 0,0 0-1 0 0,1-1 1 0 0,-1 1 0 0 0,0-1 0 0 0,0 1 0 0 0,1 0 0 0 0,-1-1 0 0 0,0 1 0 0 0,0-1 0 0 0,0 1 0 0 0,0-1 0 0 0,0 1 0 0 0,0-1 0 0 0,1 1-1 0 0,-1-1 1 0 0,0 1 0 0 0,0-1 0 0 0,0 1 0 0 0,-1-1 0 0 0,1 1 0 0 0,0-1 0 0 0,1-32 46 0 0,-3 28-166 0 0,1 0 0 0 0,-1 0-1 0 0,0 0 1 0 0,-1 0 0 0 0,1 1 0 0 0,-1-1 0 0 0,0 1-1 0 0,0-1 1 0 0,0 1 0 0 0,-1 0 0 0 0,1 0 0 0 0,-1 1-1 0 0,0-1 1 0 0,-7-4 0 0 0,-4-2-1894 0 0,-1 0 0 0 0,-32-13-1 0 0,-4-3-5325 0 0,35 17 2682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7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10589 0 0,'0'0'423'0'0,"4"5"141"0"0,52 73 1499 0 0,71 130 0 0 0,-62-96-1205 0 0,181 349 441 0 0,-117-136-4453 0 0,-9 18-5828 0 0,-100-283 5115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3:58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 8705 0 0,'-1'0'95'0'0,"-1"-1"0"0"0,1 1 0 0 0,-1 0 0 0 0,1 0 1 0 0,-1 0-1 0 0,1 1 0 0 0,-1-1 0 0 0,1 0 0 0 0,0 0 0 0 0,-1 1 1 0 0,1-1-1 0 0,-1 1 0 0 0,1-1 0 0 0,0 1 0 0 0,-1 0 0 0 0,1-1 1 0 0,0 1-1 0 0,0 0 0 0 0,0 0 0 0 0,-1 0 0 0 0,0 2 0 0 0,-22 34 1692 0 0,17-22-1121 0 0,2 1-1 0 0,0 1 1 0 0,-3 16-1 0 0,5-15-70 0 0,1-1 0 0 0,1 1 0 0 0,1-1 0 0 0,3 33 0 0 0,-3-48-603 0 0,0-1 0 0 0,0 0-1 0 0,0 1 1 0 0,0-1 0 0 0,0 0 0 0 0,0 1 0 0 0,0-1 0 0 0,-1 0 0 0 0,1 1 0 0 0,0-1 0 0 0,-1 0 0 0 0,1 0 0 0 0,-1 1 0 0 0,1-1 0 0 0,-1 0 0 0 0,1 0 0 0 0,-1 0 0 0 0,0 0 0 0 0,0 0 0 0 0,0 1-1 0 0,0-2 1 0 0,0 1 0 0 0,0 0 0 0 0,0 0 0 0 0,0 0 0 0 0,0 0 0 0 0,0-1 0 0 0,0 1 0 0 0,0 0 0 0 0,0-1 0 0 0,-1 1 0 0 0,1-1 0 0 0,0 1 0 0 0,-1-1 0 0 0,1 0 0 0 0,0 0 0 0 0,-3 1-1 0 0,-6 0-349 0 0,0 0 0 0 0,0-1 0 0 0,0 0 0 0 0,-12-2 0 0 0,2 1-469 0 0,-23 0-1664 0 0,-51 3-5755 0 0,71 3 5541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0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0 179 6349 0 0,'7'-27'582'0'0,"1"0"0"0"0,1 1 0 0 0,1 1 0 0 0,22-39 0 0 0,-28 54 155 0 0,11 34 49 0 0,-12-19-707 0 0,0-1 0 0 0,-1 1 1 0 0,1-1-1 0 0,-1 1 0 0 0,0 0 1 0 0,0 0-1 0 0,-1 0 0 0 0,3 9 1 0 0,70 676 3921 0 0,-60-486-3144 0 0,-7 0 125 0 0,-7-118-4113 0 0,0-43-774 0 0,-8-35-1107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0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5 7409 0 0,'0'0'17'0'0,"0"0"0"0"0,0-1 0 0 0,0 1 0 0 0,0 0 0 0 0,0 0 0 0 0,0 0 0 0 0,0 0 0 0 0,0-1 0 0 0,0 1 0 0 0,0 0 0 0 0,0 0 0 0 0,0 0 0 0 0,0 0 0 0 0,0 0 1 0 0,0-1-1 0 0,0 1 0 0 0,0 0 0 0 0,0 0 0 0 0,0 0 0 0 0,0 0 0 0 0,0 0 0 0 0,-1 0 0 0 0,1 0 0 0 0,0-1 0 0 0,0 1 0 0 0,0 0 0 0 0,0 0 0 0 0,0 0 0 0 0,0 0 0 0 0,-1 0 0 0 0,1 0 0 0 0,0 0 0 0 0,0 0 1 0 0,0 0-1 0 0,0 0 0 0 0,0 0 0 0 0,0 0 0 0 0,-1 0 0 0 0,1 0 0 0 0,0 0 0 0 0,0 0 0 0 0,0 0 0 0 0,0 0 0 0 0,-1 0 0 0 0,1 0 0 0 0,0 0 0 0 0,0 0 0 0 0,0 0 0 0 0,0 0 0 0 0,0 0 0 0 0,-1 0 1 0 0,1 0-1 0 0,0 0 0 0 0,0 0 0 0 0,0 0 0 0 0,0 0 0 0 0,0 0 0 0 0,0 0 0 0 0,0 1 0 0 0,-1-1 0 0 0,1 0 0 0 0,-14 12 324 0 0,-15 28 122 0 0,-1 17 229 0 0,3 0 0 0 0,3 2 0 0 0,-20 69 0 0 0,37-104-439 0 0,1 1 0 0 0,1 0 1 0 0,1 0-1 0 0,2 1 0 0 0,0-1 1 0 0,1 1-1 0 0,2-1 1 0 0,1 1-1 0 0,1-1 0 0 0,10 46 1 0 0,-10-63-163 0 0,0 0 1 0 0,0 0-1 0 0,0 0 0 0 0,1 0 1 0 0,0-1-1 0 0,0 0 1 0 0,1 0-1 0 0,0 0 0 0 0,0 0 1 0 0,1-1-1 0 0,0 1 1 0 0,0-1-1 0 0,11 7 1 0 0,-12-9-39 0 0,1-1 1 0 0,-1-1 0 0 0,1 1 0 0 0,0-1 0 0 0,-1 0-1 0 0,1 0 1 0 0,0-1 0 0 0,1 0 0 0 0,-1 0 0 0 0,0 0 0 0 0,0-1-1 0 0,0 1 1 0 0,0-2 0 0 0,1 1 0 0 0,-1-1 0 0 0,0 0-1 0 0,0 0 1 0 0,0 0 0 0 0,9-4 0 0 0,-8 3-19 0 0,0-1 0 0 0,0 0-1 0 0,0 0 1 0 0,-1 0 0 0 0,1-1 0 0 0,-1 0 0 0 0,0 0 0 0 0,0-1-1 0 0,0 0 1 0 0,-1 0 0 0 0,1 0 0 0 0,-1-1 0 0 0,0 1 0 0 0,-1-1-1 0 0,0 0 1 0 0,7-12 0 0 0,-7 8-7 0 0,0 0-1 0 0,-1-1 0 0 0,0 1 1 0 0,-1-1-1 0 0,0 0 1 0 0,0 0-1 0 0,-1 0 1 0 0,-1 0-1 0 0,0 1 0 0 0,0-1 1 0 0,-3-14-1 0 0,-3-16 16 0 0,-1-1 0 0 0,-16-48 0 0 0,17 73-98 0 0,1 0 0 0 0,-2 0-1 0 0,-1 1 1 0 0,0 0 0 0 0,0 0 0 0 0,-2 1-1 0 0,0 1 1 0 0,-12-15 0 0 0,18 25-69 0 0,-1 1 0 0 0,1-1 0 0 0,0 1 1 0 0,-1 0-1 0 0,0 0 0 0 0,0 1 0 0 0,1 0 1 0 0,-1-1-1 0 0,-1 1 0 0 0,1 1 0 0 0,0-1 1 0 0,0 1-1 0 0,-1 0 0 0 0,1 0 0 0 0,-1 1 1 0 0,1 0-1 0 0,-1 0 0 0 0,1 0 0 0 0,-6 1 1 0 0,3 0-578 0 0,1 0 0 0 0,0 1 0 0 0,0 0 0 0 0,0 0 0 0 0,0 0 0 0 0,0 1 1 0 0,1 0-1 0 0,-10 6 0 0 0,0 6-3675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1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72 6689 0 0,'0'-11'164'0'0,"0"-9"-88"0"0,0 11 4 0 0,0-11-128 0 0,-3 8-332 0 0,12 50-1977 0 0,1-15 917 0 0,-4 14 512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1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50 4780 0 0,'-78'-48'3429'0'0,"76"47"-2413"0"0,4 7-375 0 0,9 17-183 0 0,0 0 0 0 0,1 0 0 0 0,1-1 0 0 0,25 31 0 0 0,76 82 543 0 0,-86-103-755 0 0,386 377 1925 0 0,-58-65-819 0 0,-294-276-1538 0 0,-3 1 0 0 0,-4 4 1 0 0,64 107-1 0 0,-60-61-3376 0 0,-20-38-3925 0 0,-30-63 4209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1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586 9 8877 0 0,'-3'0'181'0'0,"0"0"1"0"0,0 0-1 0 0,0 1 0 0 0,0-1 1 0 0,0 1-1 0 0,0 0 1 0 0,1-1-1 0 0,-1 1 0 0 0,0 1 1 0 0,0-1-1 0 0,1 0 0 0 0,-1 1 1 0 0,1-1-1 0 0,-1 1 1 0 0,1 0-1 0 0,-1 0 0 0 0,1 0 1 0 0,0 0-1 0 0,0 0 1 0 0,0 0-1 0 0,0 1 0 0 0,-1 2 1 0 0,-41 62 1256 0 0,40-60-1160 0 0,-8 13 143 0 0,2 0 0 0 0,0 1 0 0 0,1 1 0 0 0,1 0 0 0 0,1 0 0 0 0,1 0 0 0 0,1 1 0 0 0,-2 26 0 0 0,6-35-254 0 0,1 0 0 0 0,0 1 0 0 0,1-1 0 0 0,1 0 0 0 0,0 0 0 0 0,0 0 0 0 0,2 0 0 0 0,0-1 0 0 0,0 1 0 0 0,2-1 0 0 0,-1 0 0 0 0,2-1 0 0 0,-1 1 0 0 0,14 17 0 0 0,-7-13 11 0 0,0-1 1 0 0,2 0 0 0 0,-1-1 0 0 0,2-1-1 0 0,25 18 1 0 0,-32-25-111 0 0,0-1 0 0 0,1 0 0 0 0,0-1 0 0 0,0 0 0 0 0,0-1 0 0 0,1 0 0 0 0,-1 0 0 0 0,1-1 0 0 0,0 0 0 0 0,0-1 0 0 0,20 1 0 0 0,-29-3-63 0 0,-1 0 1 0 0,1 0-1 0 0,0 0 1 0 0,-1 0-1 0 0,1 0 0 0 0,0-1 1 0 0,-1 1-1 0 0,1 0 1 0 0,-1-1-1 0 0,1 1 1 0 0,-1-1-1 0 0,1 0 1 0 0,-1 1-1 0 0,1-1 0 0 0,-1 0 1 0 0,1 0-1 0 0,-1 0 1 0 0,0 0-1 0 0,0 0 1 0 0,1 0-1 0 0,-1 0 1 0 0,0-1-1 0 0,0 1 0 0 0,0 0 1 0 0,0-1-1 0 0,-1 1 1 0 0,1-1-1 0 0,0 1 1 0 0,0-1-1 0 0,-1 1 1 0 0,1-1-1 0 0,-1 1 0 0 0,0-1 1 0 0,1 0-1 0 0,-1 1 1 0 0,0-1-1 0 0,0 1 1 0 0,0-1-1 0 0,0 0 1 0 0,0-2-1 0 0,-1-5 6 0 0,-1 0 0 0 0,1 1 0 0 0,-1-1 1 0 0,-1 1-1 0 0,1-1 0 0 0,-5-7 0 0 0,-21-44 2 0 0,-2 1 1 0 0,-3 1-1 0 0,-3 2 0 0 0,-2 1 1 0 0,-2 2-1 0 0,-3 2 0 0 0,-2 2 1 0 0,-64-56-1 0 0,98 97-94 0 0,1 1 0 0 0,-1 1 0 0 0,-1-1-1 0 0,1 1 1 0 0,-1 1 0 0 0,0 0 0 0 0,0 1 0 0 0,0 1 0 0 0,-1-1-1 0 0,1 2 1 0 0,-1 0 0 0 0,0 0 0 0 0,0 1 0 0 0,-13 1 0 0 0,-42 9-3058 0 0,56-6 1524 0 0,0 0 1 0 0,0 2 0 0 0,-16 7-1 0 0,28-12 1253 0 0,-6 4-1778 0 0,3-1-1373 0 0,-5 4-1170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2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17 121 10345 0 0,'-9'-70'996'0'0,"2"19"2936"0"0,13 54-3362 0 0,29 16-82 0 0,-1 2 1 0 0,-1 1-1 0 0,48 42 1 0 0,-5-4-105 0 0,546 358 1416 0 0,27-31-773 0 0,-394-238-706 0 0,985 547 1170 0 0,-1239-696-1495 0 0,3 4-30 0 0,1-2 0 0 0,0 1 0 0 0,-1-1-1 0 0,1 1 1 0 0,0-1 0 0 0,1-1 0 0 0,-1 1-1 0 0,0-1 1 0 0,0 0 0 0 0,1 0 0 0 0,-1 0-1 0 0,0-1 1 0 0,1 1 0 0 0,-1-2 0 0 0,0 1-1 0 0,7-1 1 0 0,-11 0-244 0 0,0 1 1 0 0,0-1-1 0 0,0 0 0 0 0,0 1 0 0 0,0-1 0 0 0,0 0 1 0 0,-1 0-1 0 0,1 0 0 0 0,0 0 0 0 0,0 1 1 0 0,-1-1-1 0 0,1 0 0 0 0,0 0 0 0 0,-1-1 1 0 0,1 1-1 0 0,-1 0 0 0 0,1 0 0 0 0,-1 0 1 0 0,1 0-1 0 0,-1 0 0 0 0,0-1 0 0 0,0 1 1 0 0,0 0-1 0 0,0 0 0 0 0,0 0 0 0 0,0-1 1 0 0,0 1-1 0 0,0 0 0 0 0,0 0 0 0 0,0 0 0 0 0,-1 0 1 0 0,1-2-1 0 0,-1 2 141 0 0,1-2-2384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2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906 25 11093 0 0,'-2'-2'239'0'0,"-15"-15"470"0"0,16 17-614 0 0,1-1-1 0 0,0 1 0 0 0,0 0 1 0 0,-1-1-1 0 0,1 1 0 0 0,-1-1 0 0 0,1 1 1 0 0,0 0-1 0 0,-1-1 0 0 0,1 1 1 0 0,-1 0-1 0 0,1 0 0 0 0,0-1 0 0 0,-1 1 1 0 0,1 0-1 0 0,-1 0 0 0 0,1 0 1 0 0,-1-1-1 0 0,1 1 0 0 0,-1 0 0 0 0,1 0 1 0 0,-1 0-1 0 0,1 0 0 0 0,-1 0 1 0 0,1 0-1 0 0,-1 0 0 0 0,1 0 0 0 0,-1 0 1 0 0,1 1-1 0 0,-1-1 0 0 0,1 0 1 0 0,-1 0-1 0 0,1 0 0 0 0,-1 1 0 0 0,-5 10 190 0 0,1 0-1 0 0,1 1 0 0 0,0 0 0 0 0,1 0 0 0 0,0 0 1 0 0,0 0-1 0 0,2 0 0 0 0,-1 1 0 0 0,2-1 1 0 0,-1 1-1 0 0,2-1 0 0 0,0 1 0 0 0,0-1 0 0 0,1 0 1 0 0,1 0-1 0 0,0 1 0 0 0,5 13 0 0 0,3 3 34 0 0,0 1 0 0 0,2-2 0 0 0,1 0 0 0 0,2 0 0 0 0,35 48 0 0 0,-30-50-82 0 0,2-2 1 0 0,0 0-1 0 0,1-2 1 0 0,2 0 0 0 0,33 21-1 0 0,-57-42-81 0 0,-10-7-148 0 0,-83-59-1061 0 0,-2 4 1 0 0,-2 4-1 0 0,-121-53 1 0 0,104 66-3170 0 0,-2 4 0 0 0,-200-43 0 0 0,205 63-944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3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0 191 11261 0 0,'5'-25'572'0'0,"15"-50"-1"0"0,-18 69-397 0 0,1-1 1 0 0,-1 1-1 0 0,1 0 0 0 0,0 0 0 0 0,1 0 0 0 0,-1 0 0 0 0,1 0 0 0 0,0 0 0 0 0,1 1 1 0 0,-1 0-1 0 0,1 0 0 0 0,9-7 0 0 0,-11 10-102 0 0,0 1-1 0 0,0 0 1 0 0,0 0-1 0 0,0 0 1 0 0,0 0-1 0 0,0 0 1 0 0,0 1-1 0 0,0 0 1 0 0,1-1-1 0 0,-1 1 1 0 0,0 0-1 0 0,0 0 1 0 0,0 1-1 0 0,0-1 1 0 0,6 2-1 0 0,47 20 538 0 0,-54-22-592 0 0,41 22 325 0 0,0 2 0 0 0,-2 2 0 0 0,42 34-1 0 0,112 104 594 0 0,-156-129-743 0 0,525 527 1929 0 0,-43 42-601 0 0,-346-397-1012 0 0,-88-105-365 0 0,117 142 575 0 0,-158-183-935 0 0,-3 1 1 0 0,39 76-1 0 0,-78-129-146 0 0,0-1 1 0 0,0 1-1 0 0,-1 0 0 0 0,0 0 0 0 0,0 0 0 0 0,1 11 1 0 0,-2 13-7574 0 0,-5-32 4443 0 0,-8 0 862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3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631 1 11081 0 0,'-19'10'509'0'0,"1"1"-1"0"0,1 1 1 0 0,0 0 0 0 0,1 2-1 0 0,-18 18 1 0 0,-67 82 1633 0 0,68-72-1105 0 0,1 1 1 0 0,2 1-1 0 0,-34 69 1 0 0,54-92-649 0 0,1-1 0 0 0,1 1 0 0 0,1 0 1 0 0,0 0-1 0 0,2 1 0 0 0,0 0 0 0 0,2 0 1 0 0,0 0-1 0 0,2 1 0 0 0,2 43 0 0 0,2-52-232 0 0,0 0-1 0 0,2 0 0 0 0,0 0 0 0 0,0 0 0 0 0,1 0 1 0 0,1-1-1 0 0,0 0 0 0 0,1-1 0 0 0,0 1 1 0 0,1-2-1 0 0,0 1 0 0 0,1-1 0 0 0,0 0 1 0 0,1-1-1 0 0,0-1 0 0 0,1 0 0 0 0,0 0 1 0 0,0-1-1 0 0,26 13 0 0 0,-33-19-120 0 0,1 1 0 0 0,0-1 0 0 0,0 0 0 0 0,0-1 0 0 0,0 0 0 0 0,0 1 0 0 0,0-2 0 0 0,0 1 0 0 0,0-1 0 0 0,0 0 0 0 0,0 0 0 0 0,0-1-1 0 0,1 1 1 0 0,-1-2 0 0 0,0 1 0 0 0,0 0 0 0 0,7-4 0 0 0,-9 3-27 0 0,0 0 0 0 0,-1 0 0 0 0,1 0 0 0 0,0 0 0 0 0,-1-1 1 0 0,0 0-1 0 0,1 0 0 0 0,-1 0 0 0 0,0 0 0 0 0,0 0 0 0 0,-1 0 0 0 0,1-1 0 0 0,-1 0 0 0 0,1 1 0 0 0,-1-1 0 0 0,0 0 0 0 0,-1 0 0 0 0,1 0 0 0 0,-1 0 0 0 0,0 0 0 0 0,0 0 0 0 0,0-1 1 0 0,0 1-1 0 0,0-7 0 0 0,-1-11-34 0 0,0 0 1 0 0,-1 0 0 0 0,-2 0 0 0 0,0 0-1 0 0,-1 0 1 0 0,-1 1 0 0 0,-2 0-1 0 0,0 0 1 0 0,0 0 0 0 0,-2 1 0 0 0,-1 0-1 0 0,-1 0 1 0 0,0 1 0 0 0,-1 1-1 0 0,-21-24 1 0 0,20 27-389 0 0,-1 1 1 0 0,0 0-1 0 0,-1 1 0 0 0,-1 1 0 0 0,0 1 0 0 0,-1 0 1 0 0,0 1-1 0 0,0 1 0 0 0,-1 0 0 0 0,0 2 1 0 0,-23-7-1 0 0,-58-9-4254 0 0,3 2-5611 0 0,70 13 3716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7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22490 0 0,'1'-9'369'0'0,"4"-17"-213"0"0,-2 19 3605 0 0,38 204 899 0 0,-5-20-3329 0 0,-30-144-1331 0 0,-5-24 0 0 0,0-1 0 0 0,0 1 0 0 0,1-1 0 0 0,1 0 0 0 0,-1 0 0 0 0,1 0 0 0 0,5 9 0 0 0,-8-16 0 0 0,0-1 0 0 0,1 1 0 0 0,-1-1 0 0 0,0 1 0 0 0,0-1 0 0 0,0 0 0 0 0,1 1 0 0 0,-1-1 0 0 0,0 0 0 0 0,1 1 0 0 0,-1-1 0 0 0,0 0 0 0 0,0 1 0 0 0,1-1 0 0 0,-1 0 0 0 0,1 1 0 0 0,-1-1 0 0 0,0 0 0 0 0,1 0 0 0 0,-1 0 0 0 0,1 1 0 0 0,-1-1 0 0 0,1 0 0 0 0,-1 0 0 0 0,0 0 0 0 0,1 0 0 0 0,-1 0 0 0 0,1 0 0 0 0,-1 0 0 0 0,1 0 0 0 0,0 0 0 0 0,3-2 0 0 0,0 0 0 0 0,-1 0 0 0 0,1 0 0 0 0,-1 0 0 0 0,1-1 0 0 0,-1 1 0 0 0,0-1 0 0 0,0 0 0 0 0,0 0 0 0 0,4-6 0 0 0,37-49 0 0 0,-18 23 0 0 0,-16 23 0 0 0,20-25 0 0 0,2 2 0 0 0,47-41 0 0 0,-77 74 0 0 0,1 1 0 0 0,-1-1 0 0 0,1 1 0 0 0,-1 0 0 0 0,1 0 0 0 0,-1 0 0 0 0,1 0 0 0 0,0 0 0 0 0,-1 0 0 0 0,5 0 0 0 0,-5 1 0 0 0,-1-1 0 0 0,1 0 0 0 0,0 1 0 0 0,0 0 0 0 0,-1-1 0 0 0,1 1 0 0 0,0 0 0 0 0,0 0 0 0 0,-1 0 0 0 0,1 0 0 0 0,0 0 0 0 0,0 0 0 0 0,-1 1 0 0 0,1-1 0 0 0,0 0 0 0 0,-1 1 0 0 0,1 0 0 0 0,0-1 0 0 0,-1 1 0 0 0,1 0 0 0 0,-1 0 0 0 0,3 1 0 0 0,0 1 0 0 0,5 3 0 0 0,0-1 0 0 0,0 2 0 0 0,-1-1 0 0 0,0 1 0 0 0,-1 0 0 0 0,1 0 0 0 0,-2 1 0 0 0,1 0 0 0 0,-1 1 0 0 0,0-1 0 0 0,0 1 0 0 0,-1 0 0 0 0,4 12 0 0 0,24 33 0 0 0,-22-37-242 0 0,18 23 343 0 0,-9-27-2620 0 0,6-14-3613 0 0,-7-6 3540 0 0,-1-1 1 0 0,1-1 0 0 0,-2 0-1 0 0,21-14 1 0 0,3-10-6571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7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73 136 16249 0 0,'0'-1'33'0'0,"1"1"0"0"0,-1 0-1 0 0,0-1 1 0 0,0 1 0 0 0,0 0-1 0 0,0-1 1 0 0,0 1 0 0 0,0 0-1 0 0,0-1 1 0 0,1 1-1 0 0,-1-1 1 0 0,0 1 0 0 0,0 0-1 0 0,-1-1 1 0 0,1 1 0 0 0,0 0-1 0 0,0-1 1 0 0,0 1 0 0 0,0-1-1 0 0,0 1 1 0 0,0 0-1 0 0,0-1 1 0 0,-1 1 0 0 0,1 0-1 0 0,0-1 1 0 0,0 1 0 0 0,0 0-1 0 0,-1 0 1 0 0,1-1 0 0 0,0 1-1 0 0,0 0 1 0 0,-1-1-1 0 0,1 1 1 0 0,0 0 0 0 0,-1 0-1 0 0,1 0 1 0 0,0-1 0 0 0,-1 1-1 0 0,1 0 1 0 0,0 0-1 0 0,-1 0 1 0 0,1 0 0 0 0,0 0-1 0 0,-1 0 1 0 0,1 0 0 0 0,-1 0-1 0 0,1 0 1 0 0,0 0 0 0 0,-1 0-1 0 0,1 0 1 0 0,0 0-1 0 0,-1 0 1 0 0,1 0 0 0 0,-1 0-1 0 0,1 0 1 0 0,0 0 0 0 0,-1 0-1 0 0,1 0 1 0 0,0 1 0 0 0,-1-1-1 0 0,1 0 1 0 0,0 0-1 0 0,-1 0 1 0 0,1 1 0 0 0,0-1-1 0 0,-1 1 1 0 0,-19 19 1812 0 0,17-18-2172 0 0,-1 4 531 0 0,0 0 0 0 0,0 0-1 0 0,0 0 1 0 0,1 1-1 0 0,0-1 1 0 0,0 1-1 0 0,1 0 1 0 0,0 0-1 0 0,0 0 1 0 0,0 0-1 0 0,1 0 1 0 0,0 0-1 0 0,1 0 1 0 0,-1 13 0 0 0,1-11-20 0 0,1 0 0 0 0,0 0 1 0 0,0 0-1 0 0,1 0 1 0 0,0 0-1 0 0,0 0 1 0 0,1 0-1 0 0,0 0 0 0 0,0-1 1 0 0,8 13-1 0 0,-8-16-104 0 0,1-1 0 0 0,-1 1 0 0 0,1-1 0 0 0,0 0 0 0 0,1 0 0 0 0,-1 0 0 0 0,0-1 0 0 0,1 0 0 0 0,0 0 0 0 0,0 0 0 0 0,0 0 0 0 0,0-1-1 0 0,0 0 1 0 0,7 2 0 0 0,-2-1 12 0 0,1-1 0 0 0,-1 0 0 0 0,0-1 0 0 0,1 0 0 0 0,-1-1 0 0 0,1 0 0 0 0,12-2 0 0 0,-1-2 92 0 0,1 0 1 0 0,-2-2-1 0 0,1 0 1 0 0,-1-1-1 0 0,0-1 0 0 0,30-17 1 0 0,-42 20-21 0 0,-1-1 0 0 0,1 0 0 0 0,-1 0 0 0 0,0-1 1 0 0,-1 0-1 0 0,0 0 0 0 0,0-1 0 0 0,0 0 0 0 0,-1 0 0 0 0,0-1 0 0 0,-1 1 1 0 0,0-1-1 0 0,0-1 0 0 0,-1 1 0 0 0,4-13 0 0 0,-5 14-76 0 0,-1 0 0 0 0,-1 0 0 0 0,1 0 0 0 0,-1-1 0 0 0,-1 1 0 0 0,1 0 0 0 0,-1 0 0 0 0,-1-1 0 0 0,0 1 0 0 0,0 0 0 0 0,0 0 0 0 0,-1 0 0 0 0,0 0 0 0 0,-1 0 0 0 0,0 0 0 0 0,0 1 0 0 0,0-1 0 0 0,-1 1 0 0 0,-7-10 0 0 0,6 11-188 0 0,-1 0 1 0 0,1 1 0 0 0,-1-1-1 0 0,0 1 1 0 0,-1 1 0 0 0,1-1-1 0 0,-1 1 1 0 0,0 0 0 0 0,0 0-1 0 0,0 1 1 0 0,0 0 0 0 0,-1 0-1 0 0,0 1 1 0 0,1 0 0 0 0,-1 0-1 0 0,0 1 1 0 0,0 0-1 0 0,0 0 1 0 0,-15 2 0 0 0,-15 0-3379 0 0,1 3 0 0 0,-73 15 1 0 0,60-9-1680 0 0,22-5-212 0 0,7-4-2477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8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44 16209 0 0,'-3'-6'653'0'0,"-11"-21"-116"0"0,4 16 5437 0 0,3 66-4262 0 0,3 0 1 0 0,5 107-1 0 0,1-51-520 0 0,35 743 1872 0 0,-26-679-3063 0 0,2-13-1 0 0,4-181 0 0 0,-14 7 0 0 0,-1-1 0 0 0,0 0 0 0 0,0 0 0 0 0,-1 0 0 0 0,-1 0 0 0 0,0 0 0 0 0,-1 0 0 0 0,-3-15 0 0 0,3 16 0 0 0,-2-14-20 0 0,-1 0 1 0 0,-13-47-1 0 0,16 67-61 0 0,0 1 0 0 0,0 0 0 0 0,-1 0-1 0 0,0 0 1 0 0,0 0 0 0 0,-1 0 0 0 0,1 0 0 0 0,-1 1 0 0 0,0-1 0 0 0,0 1 0 0 0,-1 0 0 0 0,1 0 0 0 0,-1 0 0 0 0,0 0 0 0 0,0 1 0 0 0,0 0 0 0 0,-1-1-1 0 0,1 1 1 0 0,-1 1 0 0 0,1-1 0 0 0,-10-3 0 0 0,8 6 33 0 0,0 0-1 0 0,0 0 1 0 0,0 0-1 0 0,-1 1 1 0 0,1 0 0 0 0,0 0-1 0 0,0 1 1 0 0,0-1-1 0 0,0 1 1 0 0,0 1-1 0 0,1-1 1 0 0,-1 1-1 0 0,1 0 1 0 0,-1 0 0 0 0,1 1-1 0 0,0-1 1 0 0,-7 8-1 0 0,-6 4 62 0 0,1 1-1 0 0,1 1 1 0 0,-19 24-1 0 0,22-25 55 0 0,1 1 1 0 0,0 0-1 0 0,1 1 0 0 0,1 0 1 0 0,1 1-1 0 0,0 0 0 0 0,2 0 1 0 0,0 1-1 0 0,1 0 0 0 0,-5 32 1 0 0,10-47-61 0 0,0-1 0 0 0,1 0 1 0 0,0 0-1 0 0,0 0 0 0 0,0 1 1 0 0,1-1-1 0 0,-1 0 0 0 0,1 0 1 0 0,0 0-1 0 0,0 0 0 0 0,0 0 0 0 0,1 0 1 0 0,0 0-1 0 0,-1 0 0 0 0,1 0 1 0 0,1-1-1 0 0,-1 1 0 0 0,0-1 1 0 0,1 1-1 0 0,0-1 0 0 0,0 0 0 0 0,0 0 1 0 0,0 0-1 0 0,0-1 0 0 0,0 1 1 0 0,1-1-1 0 0,-1 1 0 0 0,1-1 0 0 0,0-1 1 0 0,0 1-1 0 0,0 0 0 0 0,0-1 1 0 0,0 0-1 0 0,0 0 0 0 0,8 1 1 0 0,5 0-632 0 0,0-1 1 0 0,0-1-1 0 0,1 0 1 0 0,-1-2-1 0 0,0 0 1 0 0,0 0-1 0 0,23-8 1 0 0,-2-1-2832 0 0,59-25 0 0 0,-7-6-5003 0 0,-31 14-436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8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202 614 17514 0 0,'-3'0'395'0'0,"1"1"1"0"0,0-1-1 0 0,0 0 1 0 0,-1 0-1 0 0,1 0 1 0 0,0-1-1 0 0,0 1 1 0 0,-1 0-1 0 0,1-1 1 0 0,0 0-1 0 0,0 1 1 0 0,-2-2-1 0 0,-10-3 1191 0 0,21 0-903 0 0,51-34 473 0 0,-26 20-717 0 0,-1-3-1 0 0,-1 0 0 0 0,52-51 0 0 0,-69 58-371 0 0,-8 10-34 0 0,0 0 1 0 0,0-1-1 0 0,0 1 1 0 0,0-1-1 0 0,-1-1 1 0 0,0 1-1 0 0,0-1 1 0 0,3-8-1 0 0,-7 15-26 0 0,0 0-1 0 0,0-1 1 0 0,0 1-1 0 0,1-1 0 0 0,-1 1 1 0 0,0 0-1 0 0,0-1 1 0 0,0 1-1 0 0,0 0 0 0 0,0-1 1 0 0,0 1-1 0 0,0-1 1 0 0,0 1-1 0 0,0-1 1 0 0,0 1-1 0 0,0 0 0 0 0,0-1 1 0 0,0 1-1 0 0,0-1 1 0 0,0 1-1 0 0,-1 0 1 0 0,1-1-1 0 0,0 1 0 0 0,0 0 1 0 0,0-1-1 0 0,-1 1 1 0 0,1 0-1 0 0,0-1 0 0 0,0 1 1 0 0,-1 0-1 0 0,1-1 1 0 0,0 1-1 0 0,0 0 1 0 0,-1 0-1 0 0,1-1 0 0 0,0 1 1 0 0,-1 0-1 0 0,1 0 1 0 0,-1 0-1 0 0,1 0 1 0 0,0-1-1 0 0,-1 1 0 0 0,1 0 1 0 0,-1 0-1 0 0,1 0 1 0 0,0 0-1 0 0,-1 0 0 0 0,1 0 1 0 0,-1 0-1 0 0,1 0 1 0 0,0 0-1 0 0,-1 0 1 0 0,1 0-1 0 0,-1 0 0 0 0,1 0 1 0 0,-1 1-1 0 0,-29 10 108 0 0,1 1 0 0 0,0 1-1 0 0,1 2 1 0 0,1 1 0 0 0,0 1-1 0 0,1 1 1 0 0,1 1 0 0 0,0 1 0 0 0,2 2-1 0 0,1 0 1 0 0,0 1 0 0 0,2 2-1 0 0,0 0 1 0 0,2 1 0 0 0,1 0-1 0 0,-19 42 1 0 0,32-61-61 0 0,2 1 0 0 0,-1-1 0 0 0,1 0 0 0 0,0 1 0 0 0,1 0-1 0 0,0-1 1 0 0,0 1 0 0 0,0 0 0 0 0,1-1 0 0 0,0 1 0 0 0,1 0 0 0 0,1 8 0 0 0,-1-12-23 0 0,0-1 1 0 0,0 0 0 0 0,0 0 0 0 0,1 0-1 0 0,-1 0 1 0 0,1 0 0 0 0,0 0-1 0 0,0 0 1 0 0,0 0 0 0 0,0 0 0 0 0,0-1-1 0 0,1 1 1 0 0,-1-1 0 0 0,1 0-1 0 0,0 0 1 0 0,-1 0 0 0 0,1 0-1 0 0,0 0 1 0 0,0-1 0 0 0,0 1 0 0 0,1-1-1 0 0,-1 0 1 0 0,0 1 0 0 0,0-2-1 0 0,1 1 1 0 0,-1 0 0 0 0,0-1 0 0 0,7 1-1 0 0,11-1 37 0 0,-1 0 0 0 0,1-1 0 0 0,-1-1-1 0 0,1-1 1 0 0,-1-1 0 0 0,0 0 0 0 0,27-11 0 0 0,4-4-57 0 0,75-40 1 0 0,-58 20-180 0 0,-2-2 0 0 0,-2-4 0 0 0,-2-2 0 0 0,-2-3 0 0 0,-2-2 0 0 0,-3-3 0 0 0,-2-2 0 0 0,-2-3 0 0 0,-3-1 0 0 0,-3-3 0 0 0,47-88 0 0 0,-88 145 135 0 0,-2 4 0 0 0,0-1-1 0 0,0 0 0 0 0,0 1 1 0 0,0-1-1 0 0,-1 0 0 0 0,1 0 1 0 0,-1 0-1 0 0,1-8 0 0 0,-2 11-53 0 0,-13 9-30 0 0,-9 5 95 0 0,1 1-1 0 0,0 1 1 0 0,1 1-1 0 0,1 1 1 0 0,0 0 0 0 0,1 2-1 0 0,-25 34 1 0 0,33-39 93 0 0,0 1 0 0 0,2 0 1 0 0,-1 0-1 0 0,2 1 0 0 0,0 0 0 0 0,1 1 1 0 0,1-1-1 0 0,0 1 0 0 0,1 0 1 0 0,1 0-1 0 0,1 1 0 0 0,0-1 1 0 0,1 23-1 0 0,17 101 1183 0 0,-9-103-1088 0 0,-2 0 1 0 0,-2 1 0 0 0,-3 58 0 0 0,-2-82-229 0 0,-1 1 1 0 0,0-1-1 0 0,-1 1 1 0 0,-1-1-1 0 0,0-1 1 0 0,-1 1-1 0 0,0-1 1 0 0,-1 0-1 0 0,-1 0 1 0 0,0 0-1 0 0,-1-1 1 0 0,-1-1-1 0 0,0 0 0 0 0,0 0 1 0 0,-2-1-1 0 0,1 0 1 0 0,-1-1-1 0 0,0 0 1 0 0,-1-1-1 0 0,0 0 1 0 0,-1-1-1 0 0,0-1 1 0 0,0 0-1 0 0,-25 8 1 0 0,-40 15-9185 0 0,-123 68 1 0 0,188-91 7957 0 0,-77 41-8277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4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9 207 12701 0 0,'-3'-21'797'0'0,"0"0"-1"0"0,1 0 0 0 0,2 0 1 0 0,3-42-1 0 0,-1 4 4098 0 0,7 77-141 0 0,4 34-4047 0 0,11 165 2137 0 0,-20-148-1988 0 0,-3 0 1 0 0,-14 124 0 0 0,12-171-918 0 0,-6 28-491 0 0,7-49 231 0 0,-1 1 1 0 0,0-1 0 0 0,1 1-1 0 0,-1-1 1 0 0,0 1 0 0 0,0-1-1 0 0,1 1 1 0 0,-1-1 0 0 0,-1 1-1 0 0,1-1 1 0 0,0 0 0 0 0,0 0-1 0 0,0 0 1 0 0,-3 2-1 0 0,1-30-9384 0 0,2 22 8928 0 0,1 0-1 0 0,-1 0 1 0 0,1 0-1 0 0,1-1 1 0 0,-1 1 0 0 0,0 0-1 0 0,1 0 1 0 0,0 0-1 0 0,1 0 1 0 0,2-7-1 0 0,13-30-6106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4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13293 0 0,'4'-26'413'0'0,"-4"23"-213"0"0,1 0-1 0 0,-1 0 1 0 0,0 0 0 0 0,1-1-1 0 0,0 1 1 0 0,0 0-1 0 0,0 0 1 0 0,2-5 0 0 0,4 19 5459 0 0,2 25-4169 0 0,5 48-806 0 0,22 463 2398 0 0,-34-516-3827 0 0,-1-22-253 0 0,-1 1 0 0 0,0-1 0 0 0,0 0-1 0 0,0 0 1 0 0,-3 13 0 0 0,7-16-3397 0 0,20-39-9038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5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41 101 12097 0 0,'-40'-47'5807'0'0,"39"46"-5725"0"0,1 0 1 0 0,0 0-1 0 0,0 0 1 0 0,0 0 0 0 0,0 0-1 0 0,0 0 1 0 0,1 0-1 0 0,-1 0 1 0 0,0 0-1 0 0,0 0 1 0 0,1 0 0 0 0,-1 0-1 0 0,0 0 1 0 0,1 0-1 0 0,-1 1 1 0 0,1-1 0 0 0,-1 0-1 0 0,1 0 1 0 0,-1 0-1 0 0,1 1 1 0 0,0-1-1 0 0,-1 0 1 0 0,1 1 0 0 0,0-1-1 0 0,0 0 1 0 0,-1 1-1 0 0,1-1 1 0 0,0 1 0 0 0,0 0-1 0 0,0-1 1 0 0,1 0-1 0 0,27-13 1009 0 0,-12 10-1509 0 0,0 0 0 0 0,1 1 0 0 0,-1 1 0 0 0,0 1 1 0 0,28 1-1 0 0,-9 3-5596 0 0,59 11-1 0 0,-67-8 770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5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47 10281 0 0,'-51'35'2656'0'0,"32"-21"7502"0"0,148-47-13131 0 0,-3 0-2772 0 0,-7 12-1060 0 0,-56 13 1089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6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1362 12781 0 0,'8'24'5722'0'0,"4"10"-4394"0"0,12 49 0 0 0,-23-64-1034 0 0,0 1-1 0 0,-1-1 1 0 0,-1 1-1 0 0,-1 0 1 0 0,-1-1-1 0 0,0 0 1 0 0,-2 0-1 0 0,0 0 1 0 0,-1 0-1 0 0,-1-1 1 0 0,0 0-1 0 0,-2 0 1 0 0,0-1-1 0 0,-1 0 1 0 0,-1 0-1 0 0,0-1 1 0 0,-1-1-1 0 0,-1 0 1 0 0,0-1 0 0 0,-1 0-1 0 0,-25 19 1 0 0,36-31-249 0 0,0 0 1 0 0,1 0 0 0 0,-1-1 0 0 0,0 1-1 0 0,0-1 1 0 0,0 1 0 0 0,0-1 0 0 0,0 0-1 0 0,-1 0 1 0 0,1-1 0 0 0,0 1 0 0 0,0-1 0 0 0,-1 1-1 0 0,1-1 1 0 0,0 0 0 0 0,0 0 0 0 0,-1-1-1 0 0,1 1 1 0 0,0-1 0 0 0,-1 1 0 0 0,1-1 0 0 0,0 0-1 0 0,0 0 1 0 0,0-1 0 0 0,0 1 0 0 0,0 0-1 0 0,0-1 1 0 0,-3-2 0 0 0,-1-2 0 0 0,1 0 0 0 0,1 0-1 0 0,-1 0 1 0 0,1 0 0 0 0,0-1 0 0 0,0 0 0 0 0,1 0 0 0 0,0 0-1 0 0,0-1 1 0 0,-3-9 0 0 0,1-2-8 0 0,0-1 0 0 0,1 1 0 0 0,1-1 0 0 0,1 0 0 0 0,1 0 0 0 0,1-1 0 0 0,2-34 0 0 0,4-9 19 0 0,16-70-1 0 0,-20 129-54 0 0,0 0 0 0 0,0 0 0 0 0,1 0 0 0 0,-1 0 0 0 0,1 1 0 0 0,0-1 0 0 0,0 1 0 0 0,1-1 0 0 0,-1 1 0 0 0,1 0 0 0 0,0 0 0 0 0,0 0 0 0 0,0 0 0 0 0,1 1 0 0 0,-1-1 0 0 0,7-4 0 0 0,-9 8-2 0 0,1-1 1 0 0,-1 1-1 0 0,1-1 1 0 0,0 1-1 0 0,-1 0 1 0 0,1 0-1 0 0,0 0 1 0 0,-1 0-1 0 0,1 0 1 0 0,0 0-1 0 0,-1 0 0 0 0,1 0 1 0 0,0 0-1 0 0,-1 1 1 0 0,1-1-1 0 0,2 2 1 0 0,-3-2 0 0 0,10 2 10 0 0,-1 1 0 0 0,0 0 1 0 0,0 0-1 0 0,0 1 0 0 0,0 0 0 0 0,0 1 0 0 0,-1 0 0 0 0,14 10 0 0 0,2-1-1 0 0,57 36 29 0 0,-52-30-17 0 0,1-2 1 0 0,1-1-1 0 0,0-1 0 0 0,48 16 1 0 0,-74-31-24 0 0,-1 0 0 0 0,1-1-1 0 0,0 0 1 0 0,-1 0 0 0 0,1 0 0 0 0,-1 0 0 0 0,1-1 0 0 0,0 0 0 0 0,-1 0 0 0 0,1-1 0 0 0,-1 1-1 0 0,0-1 1 0 0,1 0 0 0 0,-1-1 0 0 0,0 1 0 0 0,0-1 0 0 0,0 0 0 0 0,-1-1 0 0 0,1 1 0 0 0,-1-1 0 0 0,0 0-1 0 0,0 0 1 0 0,7-8 0 0 0,7-11-131 0 0,0 0 0 0 0,-2-1 1 0 0,18-34-1 0 0,-27 45 74 0 0,22-43-244 0 0,-2-1 1 0 0,-3-1-1 0 0,-3-2 0 0 0,23-103 0 0 0,20-252-769 0 0,-51 228 627 0 0,-13 164 446 0 0,-1 1-1 0 0,-1-1 0 0 0,-1 1 1 0 0,-1-1-1 0 0,0 1 0 0 0,-11-28 0 0 0,14 46 23 0 0,-1 1 0 0 0,1-1 0 0 0,-1 1 0 0 0,0-1 0 0 0,0 1 0 0 0,0 0 0 0 0,0 0-1 0 0,0 0 1 0 0,-1 0 0 0 0,1 0 0 0 0,-1 1 0 0 0,0-1 0 0 0,0 1 0 0 0,0-1 0 0 0,0 1-1 0 0,0 0 1 0 0,0 0 0 0 0,-1 1 0 0 0,1-1 0 0 0,-6-1 0 0 0,-4 9 126 0 0,-1 3-84 0 0,0 1-1 0 0,1 1 1 0 0,1 0 0 0 0,0 1 0 0 0,0 0 0 0 0,1 1-1 0 0,0 0 1 0 0,2 1 0 0 0,-16 26 0 0 0,5 1 54 0 0,3 1-1 0 0,1 1 1 0 0,2 1 0 0 0,1 0-1 0 0,3 1 1 0 0,2 0 0 0 0,1 0 0 0 0,3 1-1 0 0,2-1 1 0 0,1 1 0 0 0,7 47 0 0 0,2-20 14 0 0,3-1 1 0 0,3-1 0 0 0,4 0 0 0 0,2-1 0 0 0,3-1 0 0 0,40 80 0 0 0,-59-141-120 0 0,19 42 121 0 0,47 73 0 0 0,-62-112-104 0 0,-1 0 1 0 0,1 0-1 0 0,1-1 0 0 0,0 0 1 0 0,0 0-1 0 0,1-1 1 0 0,1 0-1 0 0,-1-1 1 0 0,1-1-1 0 0,0 1 1 0 0,1-2-1 0 0,15 8 1 0 0,-19-12-36 0 0,0 0 0 0 0,0-1 1 0 0,0 0-1 0 0,0 0 0 0 0,0-1 1 0 0,0 0-1 0 0,0 0 0 0 0,0-1 1 0 0,0 0-1 0 0,0-1 1 0 0,0 1-1 0 0,0-2 0 0 0,0 1 1 0 0,-1-1-1 0 0,1 0 0 0 0,-1 0 1 0 0,0-1-1 0 0,9-6 0 0 0,4-3-95 0 0,-1-1-1 0 0,0 0 0 0 0,-1-2 1 0 0,31-34-1 0 0,-16 9-127 0 0,-2-2 0 0 0,-2 0 1 0 0,-2-2-1 0 0,-2-2 0 0 0,-2 0 0 0 0,-2-1 0 0 0,16-54 0 0 0,-3-12-464 0 0,37-232-1 0 0,-39 40-126 0 0,-31 249 666 0 0,-2-1-1 0 0,-3 1 1 0 0,-13-70 0 0 0,14 111 149 0 0,-1 1 0 0 0,0 0 0 0 0,-1 0 0 0 0,-11-23 0 0 0,15 35 16 0 0,-1 0-1 0 0,0 1 1 0 0,1-1 0 0 0,-1 1-1 0 0,0-1 1 0 0,0 1 0 0 0,0 0-1 0 0,-1-1 1 0 0,1 1 0 0 0,0 0-1 0 0,-1 1 1 0 0,0-1-1 0 0,-3-2 1 0 0,4 4 6 0 0,0-1 0 0 0,0 1-1 0 0,0 0 1 0 0,0-1 0 0 0,0 1 0 0 0,0 0 0 0 0,0 0-1 0 0,-1 0 1 0 0,1 1 0 0 0,0-1 0 0 0,0 0 0 0 0,0 1-1 0 0,0-1 1 0 0,0 1 0 0 0,1 0 0 0 0,-1 0 0 0 0,0-1-1 0 0,0 1 1 0 0,0 1 0 0 0,0-1 0 0 0,1 0 0 0 0,-3 3-1 0 0,-3 2 37 0 0,0 1-1 0 0,1-1 0 0 0,0 2 1 0 0,0-1-1 0 0,1 1 0 0 0,-1 0 1 0 0,2 0-1 0 0,-1 0 0 0 0,1 1 1 0 0,1-1-1 0 0,0 1 1 0 0,0 0-1 0 0,-2 11 0 0 0,-2 17 241 0 0,-6 72 0 0 0,11-89-216 0 0,-2 67 250 0 0,3 0 0 0 0,5 0 0 0 0,18 115 0 0 0,75 253 570 0 0,-87-412-1122 0 0,1-1 0 0 0,3 0 0 0 0,1-1-1 0 0,39 71 1 0 0,-53-110 26 0 0,0 0 0 0 0,0-1 0 0 0,0 1 0 0 0,1 0 0 0 0,-1 0 0 0 0,1-1 0 0 0,-1 1 0 0 0,1-1 0 0 0,-1 0 0 0 0,1 1 0 0 0,0-1 0 0 0,0 0 0 0 0,0 0 0 0 0,0 0 0 0 0,0 0 0 0 0,0 0 0 0 0,0-1 0 0 0,0 1 0 0 0,0 0 0 0 0,0-1 0 0 0,0 0 0 0 0,0 1 0 0 0,4-1 0 0 0,-2-1-314 0 0,-1 1 1 0 0,1-1 0 0 0,-1 0-1 0 0,1 0 1 0 0,-1 0 0 0 0,1-1 0 0 0,-1 1-1 0 0,0-1 1 0 0,0 0 0 0 0,0 0 0 0 0,0 0-1 0 0,3-2 1 0 0,0-2-419 0 0,0 1 0 0 0,-1-1-1 0 0,0 1 1 0 0,0-2 0 0 0,0 1 0 0 0,6-13-1 0 0,-3 6-876 0 0,18-30-5691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6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522 214 15537 0 0,'-50'-75'3035'0'0,"49"73"-1516"0"0,-1 11-557 0 0,-4 22-300 0 0,3 0 0 0 0,0 0 0 0 0,2 43 1 0 0,13 107 879 0 0,-5-103-905 0 0,16 419 2248 0 0,-24-381-1663 0 0,-5 0 1 0 0,-27 147 0 0 0,33-260-1209 0 0,-1-1 0 0 0,1 1-1 0 0,-1-1 1 0 0,0 0-1 0 0,0 1 1 0 0,0-1 0 0 0,0 0-1 0 0,0 0 1 0 0,0 0-1 0 0,-1 0 1 0 0,1 0 0 0 0,0 0-1 0 0,-1 0 1 0 0,0 0-1 0 0,0-1 1 0 0,1 1 0 0 0,-1 0-1 0 0,0-1 1 0 0,0 0-1 0 0,0 1 1 0 0,0-1 0 0 0,-4 1-1 0 0,1 0-8 0 0,0-1 0 0 0,-1 1 0 0 0,1-1 0 0 0,0-1 0 0 0,-1 1 0 0 0,1-1-1 0 0,-1 0 1 0 0,1 0 0 0 0,-10-2 0 0 0,-7-2-12 0 0,0-2 0 0 0,0 0-1 0 0,-33-15 1 0 0,18 6-115 0 0,-55-32 0 0 0,82 41-49 0 0,0-1 0 0 0,0 0 0 0 0,0 0-1 0 0,1-1 1 0 0,0 0 0 0 0,0-1 0 0 0,1 0 0 0 0,0 0 0 0 0,-10-15 0 0 0,17 20 91 0 0,-1 0 0 0 0,1 0 1 0 0,0 1-1 0 0,0-1 1 0 0,0 0-1 0 0,1 0 1 0 0,-1 0-1 0 0,1 0 0 0 0,0 0 1 0 0,0 0-1 0 0,0 0 1 0 0,1 0-1 0 0,-1 0 1 0 0,1 1-1 0 0,0-1 0 0 0,0 0 1 0 0,0 0-1 0 0,1 0 1 0 0,0 1-1 0 0,-1-1 1 0 0,1 1-1 0 0,0-1 1 0 0,1 1-1 0 0,-1 0 0 0 0,0 0 1 0 0,1 0-1 0 0,6-5 1 0 0,7-8-159 0 0,1 1 0 0 0,0 0 1 0 0,30-18-1 0 0,-38 27 120 0 0,210-129-1969 0 0,-120 77 443 0 0,129-99 1 0 0,32-77-328 0 0,-213 182 1667 0 0,-1-1 0 0 0,76-118 0 0 0,-122 170 304 0 0,76-136 140 0 0,-68 121-11 0 0,-1-1 0 0 0,0-1 0 0 0,-2 1 0 0 0,0-1 0 0 0,-1 0 0 0 0,3-28 0 0 0,-7 42-77 0 0,0 1 1 0 0,0-1 0 0 0,0 1 0 0 0,0-1-1 0 0,0 1 1 0 0,-1-1 0 0 0,1 1 0 0 0,-1-1-1 0 0,0 1 1 0 0,0-1 0 0 0,0 1 0 0 0,-1 0-1 0 0,1 0 1 0 0,-1-1 0 0 0,-3-3 0 0 0,3 5 3 0 0,0 0-1 0 0,0 0 1 0 0,0 0 0 0 0,-1 1 0 0 0,1-1 0 0 0,0 1 0 0 0,-1-1 0 0 0,1 1 0 0 0,-1 0 0 0 0,1 0 0 0 0,-1 0 0 0 0,1 0 0 0 0,-1 1 0 0 0,0-1-1 0 0,-5 0 1 0 0,-2 1 70 0 0,0 1 0 0 0,0 0-1 0 0,0 0 1 0 0,0 1-1 0 0,0 0 1 0 0,0 1 0 0 0,1 0-1 0 0,-1 0 1 0 0,-11 7-1 0 0,-5 4 111 0 0,1 2-1 0 0,0 0 0 0 0,2 2 0 0 0,0 0 0 0 0,1 2 0 0 0,0 0 0 0 0,2 2 0 0 0,1 0 1 0 0,-33 48-1 0 0,14-9 356 0 0,3 2 1 0 0,-53 128-1 0 0,72-152-364 0 0,2 0-1 0 0,2 1 1 0 0,2 1-1 0 0,2 0 0 0 0,1 1 1 0 0,2-1-1 0 0,2 1 1 0 0,2 0-1 0 0,2 0 1 0 0,11 81-1 0 0,18 33 900 0 0,-30-155-1094 0 0,0 0 0 0 0,1 0 0 0 0,-1 0 0 0 0,1 0 0 0 0,-1 0 0 0 0,1 0 0 0 0,-1 0 0 0 0,1 0 0 0 0,0 0 0 0 0,-1 0 0 0 0,1 0 0 0 0,0 0 0 0 0,0-1 0 0 0,-1 1 0 0 0,1 0 0 0 0,0-1 0 0 0,0 1 0 0 0,0 0 0 0 0,0-1 0 0 0,0 1 0 0 0,0-1-1 0 0,0 0 1 0 0,0 1 0 0 0,0-1 0 0 0,1 0 0 0 0,-1 0 0 0 0,0 1 0 0 0,0-1 0 0 0,0 0 0 0 0,0 0 0 0 0,0 0 0 0 0,0 0 0 0 0,0 0 0 0 0,1-1 0 0 0,-1 1 0 0 0,0 0 0 0 0,0-1 0 0 0,0 1 0 0 0,0 0 0 0 0,0-1 0 0 0,0 1 0 0 0,2-2 0 0 0,54-29 268 0 0,-41 21-246 0 0,10-6-54 0 0,40-22 0 0 0,-47 30 0 0 0,1 9 0 0 0,3 8 0 0 0,-5 2 0 0 0,1-5 0 0 0,-17-5 0 0 0,1 0 0 0 0,-1 0 0 0 0,1 0 0 0 0,-1-1 0 0 0,1 1 0 0 0,0-1 0 0 0,-1 1 0 0 0,1-1 0 0 0,0 0 0 0 0,-1 0 0 0 0,1 0 0 0 0,-1-1 0 0 0,1 1 0 0 0,0 0 0 0 0,-1-1 0 0 0,1 0 0 0 0,3-1 0 0 0,2-1 0 0 0,4 0 0 0 0,0 0 0 0 0,0-1 0 0 0,0-1 0 0 0,21-10 0 0 0,-17 7 0 0 0,1 0 0 0 0,0 1 0 0 0,29-7 0 0 0,-39 12 0 0 0,1 1 0 0 0,0 0 0 0 0,0 0 0 0 0,0 0 0 0 0,0 1 0 0 0,0 1 0 0 0,0-1 0 0 0,0 1 0 0 0,0 0 0 0 0,0 1 0 0 0,9 3 0 0 0,21 3 0 0 0,-20-7 5 0 0,0-1-1 0 0,0-1 1 0 0,1 0 0 0 0,-1-1 0 0 0,0-1-1 0 0,-1-1 1 0 0,1 0 0 0 0,-1-2 0 0 0,0 0-1 0 0,18-8 1 0 0,-24 8-512 0 0,0-1-1 0 0,0 0 1 0 0,-1 0-1 0 0,0-1 1 0 0,11-11-1 0 0,-7 6-3178 0 0,-1 0-1581 0 0,-4 4-1624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09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71 210 16662 0 0,'-6'2'-425'0'0,"2"0"424"0"0,1 0-1 0 0,0-1 0 0 0,-1 1 0 0 0,1 1 0 0 0,0-1 0 0 0,1 0 0 0 0,-1 1 0 0 0,0-1 0 0 0,1 1 0 0 0,-1 0 0 0 0,1 0 0 0 0,0 0 1 0 0,0 0-1 0 0,0 0 0 0 0,0 1 0 0 0,0-1 0 0 0,1 1 0 0 0,0-1 0 0 0,-1 1 0 0 0,1-1 0 0 0,1 1 0 0 0,-1 0 0 0 0,0 4 0 0 0,-3 5 145 0 0,2 0 0 0 0,-1 0 0 0 0,1 0 0 0 0,1 0 0 0 0,1 0 0 0 0,0 0 0 0 0,0 0 0 0 0,1 0-1 0 0,1 0 1 0 0,0 0 0 0 0,1 0 0 0 0,0-1 0 0 0,1 1 0 0 0,0-1 0 0 0,1 0 0 0 0,1 0-1 0 0,0 0 1 0 0,0-1 0 0 0,1 0 0 0 0,1 0 0 0 0,0 0 0 0 0,11 11 0 0 0,-6-11-20 0 0,0-1 1 0 0,0 0 0 0 0,1-1 0 0 0,0 0-1 0 0,0-1 1 0 0,1-1 0 0 0,0 0-1 0 0,1-1 1 0 0,-1-1 0 0 0,1 0-1 0 0,0-2 1 0 0,0 1 0 0 0,1-2 0 0 0,-1 0-1 0 0,1-1 1 0 0,-1-1 0 0 0,1 0-1 0 0,-1-1 1 0 0,0-1 0 0 0,32-8-1 0 0,-30 7 20 0 0,0-2-1 0 0,0 0 0 0 0,-1-1 0 0 0,0-1 0 0 0,0 0 1 0 0,-1-2-1 0 0,0 0 0 0 0,0 0 0 0 0,-1-2 0 0 0,0 0 0 0 0,-1 0 1 0 0,-1-1-1 0 0,1-1 0 0 0,-2-1 0 0 0,0 1 0 0 0,-1-2 1 0 0,0 0-1 0 0,15-27 0 0 0,-22 29-46 0 0,1 1-1 0 0,-2-1 1 0 0,0 0-1 0 0,-1 0 1 0 0,0 0 0 0 0,0-1-1 0 0,-2 1 1 0 0,0 0-1 0 0,0-1 1 0 0,-1 1-1 0 0,-1 0 1 0 0,0 0 0 0 0,-1 0-1 0 0,-7-20 1 0 0,3 12-98 0 0,-1 0-1 0 0,-1 0 1 0 0,-1 1 0 0 0,0 0 0 0 0,-2 1 0 0 0,0 0-1 0 0,-26-29 1 0 0,35 44-94 0 0,-1 0 0 0 0,1 1-1 0 0,-1-1 1 0 0,0 1 0 0 0,0-1 0 0 0,-1 1 0 0 0,1 0-1 0 0,-1 1 1 0 0,0-1 0 0 0,1 1 0 0 0,-1 0 0 0 0,0 0-1 0 0,0 1 1 0 0,0-1 0 0 0,-1 1 0 0 0,-8-1 0 0 0,7 2-141 0 0,-1 1 0 0 0,1 0 0 0 0,0 0 0 0 0,-1 1 0 0 0,1-1 1 0 0,0 2-1 0 0,0-1 0 0 0,0 1 0 0 0,0 0 0 0 0,0 0 0 0 0,-6 5 0 0 0,-10 7-1087 0 0,0 1-1 0 0,0 1 1 0 0,2 1-1 0 0,-29 30 1 0 0,26-21-2746 0 0,-28 39 1 0 0,35-42-1029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0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1 544 11021 0 0,'1'-2'246'0'0,"1"1"1"0"0,0 0-1 0 0,0 0 1 0 0,0 0-1 0 0,0 0 1 0 0,0 1-1 0 0,0-1 1 0 0,0 0-1 0 0,0 1 0 0 0,1-1 1 0 0,-1 1-1 0 0,0 0 1 0 0,0 0-1 0 0,0 0 1 0 0,0 0-1 0 0,1 0 1 0 0,-1 0-1 0 0,0 1 0 0 0,0-1 1 0 0,0 1-1 0 0,0-1 1 0 0,4 2-1 0 0,1 2 556 0 0,1 1 0 0 0,-1-1 0 0 0,-1 1 0 0 0,13 11 0 0 0,18 13 75 0 0,-5-12-630 0 0,0-1 0 0 0,1-2 0 0 0,1-2 0 0 0,0-1 0 0 0,1-1 0 0 0,0-2 0 0 0,1-1 0 0 0,-1-3 0 0 0,1 0 0 0 0,0-2 0 0 0,0-2 0 0 0,0-1 0 0 0,0-2 0 0 0,0-2 0 0 0,-1-1 0 0 0,52-15 0 0 0,-79 18-226 0 0,1 1 0 0 0,-1-2 1 0 0,0 1-1 0 0,0-1 0 0 0,-1 0 0 0 0,1-1 0 0 0,-1 0 0 0 0,0 0 1 0 0,0 0-1 0 0,-1-1 0 0 0,1 0 0 0 0,7-10 0 0 0,-11 11-13 0 0,1-1-1 0 0,-1 1 0 0 0,0-1 1 0 0,-1 0-1 0 0,1 0 0 0 0,-1 0 0 0 0,0 0 1 0 0,-1 0-1 0 0,1 0 0 0 0,-1-1 1 0 0,-1 1-1 0 0,1-1 0 0 0,-1 1 1 0 0,0 0-1 0 0,0-1 0 0 0,-1 1 0 0 0,-2-12 1 0 0,-3-6 1 0 0,-1 1 1 0 0,-1 0-1 0 0,0 1 1 0 0,-2 0-1 0 0,-1 0 1 0 0,-1 1-1 0 0,0 0 1 0 0,-2 1-1 0 0,0 0 1 0 0,-20-19-1 0 0,25 29-9 0 0,0 0 0 0 0,-1 0 0 0 0,0 1-1 0 0,-1 1 1 0 0,1 0 0 0 0,-2 0 0 0 0,1 1 0 0 0,-1 1 0 0 0,0 0 0 0 0,0 0-1 0 0,-1 1 1 0 0,0 1 0 0 0,1 0 0 0 0,-2 1 0 0 0,1 0 0 0 0,0 1 0 0 0,-1 0-1 0 0,1 1 1 0 0,-26 2 0 0 0,28 1 12 0 0,-1 1 1 0 0,1 1-1 0 0,0 0 1 0 0,-17 9-1 0 0,24-11 158 0 0,19-3-114 0 0,40-8 53 0 0,1-1 0 0 0,-2-4-1 0 0,104-38 1 0 0,-6 1 552 0 0,-149 50-624 0 0,-1 0 0 0 0,1 1-1 0 0,0-1 1 0 0,0 1 0 0 0,0 0-1 0 0,-1 0 1 0 0,1 0 0 0 0,0 0-1 0 0,0 0 1 0 0,0 1 0 0 0,0-1-1 0 0,-1 1 1 0 0,1 0 0 0 0,0 0-1 0 0,-1 0 1 0 0,1 0 0 0 0,0 0-1 0 0,-1 1 1 0 0,0-1 0 0 0,1 1-1 0 0,-1 0 1 0 0,0-1 0 0 0,0 1-1 0 0,0 0 1 0 0,0 0 0 0 0,0 1 0 0 0,0-1-1 0 0,0 0 1 0 0,-1 1 0 0 0,1-1-1 0 0,-1 0 1 0 0,0 1 0 0 0,0 0-1 0 0,2 3 1 0 0,4 12 146 0 0,-1 1 0 0 0,-1 0 1 0 0,-1-1-1 0 0,3 21 0 0 0,-2-13-107 0 0,1 8 47 0 0,2 1 0 0 0,2-1 0 0 0,1-1 0 0 0,2 0-1 0 0,1-1 1 0 0,1 0 0 0 0,2-1 0 0 0,1-1 0 0 0,2-1-1 0 0,26 31 1 0 0,-40-53-93 0 0,1 0-1 0 0,0 0 0 0 0,1-1 0 0 0,0-1 1 0 0,0 1-1 0 0,0-1 0 0 0,0 0 1 0 0,1-1-1 0 0,0 0 0 0 0,0 0 1 0 0,0-1-1 0 0,1 0 0 0 0,11 2 1 0 0,-7-3-33 0 0,-1-1 1 0 0,1-1 0 0 0,0 0 0 0 0,-1 0-1 0 0,1-1 1 0 0,-1-1 0 0 0,1-1 0 0 0,22-6 0 0 0,-15 2-41 0 0,0-2 0 0 0,0 0 0 0 0,0-1 0 0 0,-1-1 0 0 0,-1-1 0 0 0,0-1 0 0 0,-1 0 0 0 0,0-2 0 0 0,-1 0 0 0 0,29-33 0 0 0,-32 31 11 0 0,0-1 0 0 0,-1 0 0 0 0,-1 0 0 0 0,-1-2 0 0 0,0 1 0 0 0,-2-2 1 0 0,0 1-1 0 0,-2-1 0 0 0,0 0 0 0 0,-1-1 0 0 0,-1 1 0 0 0,2-27 0 0 0,-6 43 26 0 0,-1 1-1 0 0,1 0 1 0 0,-1 0-1 0 0,0 0 1 0 0,-1 0-1 0 0,1 0 1 0 0,-1 0-1 0 0,1 0 1 0 0,-1 0-1 0 0,-1 0 1 0 0,1 0-1 0 0,0 1 1 0 0,-1-1-1 0 0,0 0 1 0 0,0 1-1 0 0,0-1 1 0 0,0 1-1 0 0,-1-1 1 0 0,1 1-1 0 0,-1 0 1 0 0,0 0-1 0 0,1 0 1 0 0,-2 1-1 0 0,1-1 1 0 0,0 1-1 0 0,0-1 1 0 0,-1 1-1 0 0,1 0 0 0 0,-1 1 1 0 0,0-1-1 0 0,0 0 1 0 0,0 1-1 0 0,-5-1 1 0 0,2 1 15 0 0,0 0 1 0 0,-1 1-1 0 0,1 0 1 0 0,0 0 0 0 0,0 0-1 0 0,-1 1 1 0 0,1 0-1 0 0,0 1 1 0 0,0 0-1 0 0,0 0 1 0 0,0 0-1 0 0,0 1 1 0 0,1 0-1 0 0,-1 0 1 0 0,1 1-1 0 0,0 0 1 0 0,-11 8-1 0 0,14-9 12 0 0,0 0 0 0 0,0 0 0 0 0,0 0 0 0 0,0 0-1 0 0,1 0 1 0 0,-1 0 0 0 0,1 1 0 0 0,0-1-1 0 0,0 1 1 0 0,0 0 0 0 0,1-1 0 0 0,-1 1 0 0 0,1 0-1 0 0,0 0 1 0 0,0 0 0 0 0,0 0 0 0 0,1 0-1 0 0,0 0 1 0 0,-1 0 0 0 0,1 0 0 0 0,0 0-1 0 0,1 1 1 0 0,-1-1 0 0 0,1 0 0 0 0,0 0 0 0 0,0 0-1 0 0,0-1 1 0 0,0 1 0 0 0,1 0 0 0 0,0 0-1 0 0,-1-1 1 0 0,2 1 0 0 0,-1 0 0 0 0,4 4-1 0 0,4 6 40 0 0,1 0-1 0 0,0 0 0 0 0,1-1 0 0 0,1-1 0 0 0,0 0 0 0 0,23 16 0 0 0,-11-11-18 0 0,0-2 0 0 0,1 0 0 0 0,1-2 0 0 0,0-1 0 0 0,1-2-1 0 0,0 0 1 0 0,1-2 0 0 0,0-1 0 0 0,41 5 0 0 0,-43-9-675 0 0,-1-2-1 0 0,1-1 1 0 0,0-1 0 0 0,36-6-1 0 0,-42 3-1076 0 0,0 0-1 0 0,0-2 1 0 0,-1-1-1 0 0,0 0 1 0 0,35-19-1 0 0,-20 1-7122 0 0,-21 13 668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0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70 113 16946 0 0,'-3'-7'219'0'0,"-12"-22"3347"0"0,-31-47 2365 0 0,43 115-3675 0 0,0 18-1164 0 0,60 390 1862 0 0,-26-241-3052 0 0,6 281-1 0 0,-34-325 99 0 0,8-171 0 0 0,3-11 0 0 0,210-370 0 0 0,-223 389 0 0 0,0-1 0 0 0,0 0 0 0 0,0 0 0 0 0,1 0 0 0 0,-1 0 0 0 0,1 1 0 0 0,-1-1 0 0 0,1 0 0 0 0,-1 1 0 0 0,1-1 0 0 0,3-1 0 0 0,12 2 0 0 0,-10 4 0 0 0,0 0 0 0 0,0 0 0 0 0,0 1 0 0 0,0 0 0 0 0,-1 0 0 0 0,1 1 0 0 0,-1 0 0 0 0,0 0 0 0 0,-1 0 0 0 0,1 1 0 0 0,-1 0 0 0 0,7 9 0 0 0,9 16 0 0 0,25 46 0 0 0,-10-15 0 0 0,-23-42-39 0 0,13 21-2287 0 0,-6-19-8670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1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22 14949 0 0,'9'-22'4740'0'0,"-1"40"-988"0"0,-6-11-4544 0 0,2 4 1116 0 0,-2 0-1 0 0,1 0 0 0 0,-2 0 0 0 0,1 0 1 0 0,-1 0-1 0 0,-1 1 0 0 0,-2 17 0 0 0,-16 78 858 0 0,12-74-853 0 0,-5 15 207 0 0,-1 0 0 0 0,-23 56 1 0 0,25-79-253 0 0,0-1 0 0 0,-2 0 0 0 0,-1-1 1 0 0,-2-1-1 0 0,-30 39 0 0 0,43-58-240 0 0,-1 0 0 0 0,1 0-1 0 0,-1-1 1 0 0,0 1-1 0 0,0-1 1 0 0,0 1 0 0 0,0-1-1 0 0,0 0 1 0 0,0 0 0 0 0,-7 3-1 0 0,7-5-51 0 0,1 0-1 0 0,0-1 0 0 0,0 1 1 0 0,0 0-1 0 0,0-1 1 0 0,0 1-1 0 0,0-1 0 0 0,0 0 1 0 0,0 0-1 0 0,0 1 1 0 0,0-1-1 0 0,0-1 0 0 0,0 1 1 0 0,0 0-1 0 0,1 0 1 0 0,-1-1-1 0 0,0 1 1 0 0,1-1-1 0 0,-1 1 0 0 0,-1-3 1 0 0,1 0-28 0 0,-1-1 0 0 0,1 1 0 0 0,-1-1 0 0 0,1 0 0 0 0,0 1 0 0 0,1-1-1 0 0,-1 0 1 0 0,0-7 0 0 0,0-5-122 0 0,0-1-1 0 0,1 0 0 0 0,3-32 1 0 0,-1 25-25 0 0,1 0 1 0 0,2 1 0 0 0,0-1-1 0 0,2 0 1 0 0,1 1 0 0 0,14-35-1 0 0,-20 56 166 0 0,1 1 0 0 0,0-1 0 0 0,0 1 0 0 0,0-1 0 0 0,0 1 0 0 0,0-1-1 0 0,0 1 1 0 0,1 0 0 0 0,-1 0 0 0 0,5-2 0 0 0,-6 3 45 0 0,5 1 50 0 0,0 1-37 0 0,0 0 0 0 0,0 1 0 0 0,-1 0 0 0 0,1 0 0 0 0,0 0 0 0 0,0 1 0 0 0,-1 0 0 0 0,0 0 0 0 0,1 0 0 0 0,-1 1 0 0 0,0 0 0 0 0,-1 0 0 0 0,9 8 0 0 0,-5-4 37 0 0,28 22 115 0 0,-34-28-172 0 0,1-1-1 0 0,-1 1 0 0 0,1-1 1 0 0,-1 0-1 0 0,1 0 0 0 0,-1 0 1 0 0,1 0-1 0 0,0 0 0 0 0,-1 0 1 0 0,1-1-1 0 0,0 0 0 0 0,0 1 1 0 0,0-1-1 0 0,-1 0 0 0 0,5-1 1 0 0,6-2-2 0 0,-1-1 1 0 0,1-1 0 0 0,-2 0 0 0 0,1-1 0 0 0,0 0-1 0 0,-1-1 1 0 0,0 0 0 0 0,-1-1 0 0 0,1 0 0 0 0,16-18-1 0 0,-3 1 667 0 0,-1-1-1 0 0,-2-1 1 0 0,22-35-1 0 0,-36 51-19 0 0,8 8-612 0 0,-12 4-53 0 0,0 0 0 0 0,-1 0 0 0 0,1 1 0 0 0,-1-1 0 0 0,1 1 0 0 0,-1-1 0 0 0,1 1 0 0 0,-1 0 0 0 0,4 4 0 0 0,1 0 0 0 0,0 0 0 0 0,0 0 0 0 0,0-1 0 0 0,1 0 0 0 0,10 5 0 0 0,0-7 0 0 0,-12-4 0 0 0,0 0 0 0 0,0-1 0 0 0,0 1 0 0 0,0-1 0 0 0,0 0 0 0 0,-1-1 0 0 0,1 1 0 0 0,-1-1 0 0 0,0 0 0 0 0,10-7 0 0 0,43-47 0 0 0,-45 42 0 0 0,0 0 0 0 0,2 2 0 0 0,0-1 0 0 0,20-13 0 0 0,-34 27 0 0 0,-1-1 0 0 0,1 1 0 0 0,-1-1 0 0 0,1 1 0 0 0,-1 0 0 0 0,1-1 0 0 0,0 1 0 0 0,-1 0 0 0 0,1 0 0 0 0,-1-1 0 0 0,1 1 0 0 0,0 0 0 0 0,-1 0 0 0 0,1 0 0 0 0,0 0 0 0 0,-1 0 0 0 0,1 0 0 0 0,0 0 0 0 0,0 0 0 0 0,-1 0 0 0 0,1 0 0 0 0,0 0 0 0 0,-1 0 0 0 0,1 1 0 0 0,0-1 0 0 0,-1 0 0 0 0,1 0 0 0 0,-1 1 0 0 0,1-1 0 0 0,0 0 0 0 0,-1 1 0 0 0,1-1 0 0 0,-1 1 0 0 0,1-1 0 0 0,-1 1 0 0 0,1-1 0 0 0,-1 1 0 0 0,0-1 0 0 0,1 1 0 0 0,-1-1 0 0 0,1 1 0 0 0,-1-1 0 0 0,0 1 0 0 0,0 0 0 0 0,1-1 0 0 0,-1 2 0 0 0,14 25 0 0 0,2 0 0 0 0,-5-17 0 0 0,4-3 0 0 0,8-8 0 0 0,2-1 0 0 0,-2 0 0 0 0,-5 8 0 0 0,-11 0 0 0 0,0 0 0 0 0,-1 0 0 0 0,0 1 0 0 0,0 0 0 0 0,-1 0 0 0 0,1 0 0 0 0,-2 1 0 0 0,1 0 0 0 0,6 16 0 0 0,15 23 0 0 0,10 3 0 0 0,-15-22 0 0 0,-1 1 0 0 0,-1 0 0 0 0,17 38 0 0 0,-33-60 0 0 0,0 1 0 0 0,0-1 0 0 0,0 1 0 0 0,-1 0 0 0 0,0 0 0 0 0,0 0 0 0 0,-1 0 0 0 0,0 0 0 0 0,-1 0 0 0 0,0 0 0 0 0,0 0 0 0 0,0 0 0 0 0,-1 0 0 0 0,-1 0 0 0 0,1 0 0 0 0,-1 0 0 0 0,0 0 0 0 0,-1-1 0 0 0,-4 10 0 0 0,-4 1 0 0 0,-1 0 0 0 0,-1-1 0 0 0,0 0 0 0 0,-1-1 0 0 0,-1-1 0 0 0,0 0 0 0 0,-1-1 0 0 0,-1-1 0 0 0,0 0 0 0 0,-23 12 0 0 0,-27 11 0 0 0,-106 43 0 0 0,146-67 0 0 0,-5 2 11 0 0,0-2 1 0 0,-1-1-1 0 0,-41 8 1 0 0,60-16-683 0 0,0-2 0 0 0,-1 0 1 0 0,-19-1-1 0 0,-19 0-15254 0 0,32 0 3576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4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20 108 19074 0 0,'0'-18'-421'0'0,"-1"-63"2438"0"0,0 72-1126 0 0,-1 11-96 0 0,-4 41 8 0 0,-1 69 315 0 0,5 1 1 0 0,4 0-1 0 0,19 118 1 0 0,8-43-51 0 0,103 360 0 0 0,-123-516-1761 0 0,7 20-957 0 0,-2-20-2579 0 0,-15-40-1664 0 0,-17-152-3519 0 0,12 70 3376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4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114 129 11453 0 0,'25'-119'1774'0'0,"-25"118"-1693"0"0,1 0 1 0 0,-1 1-1 0 0,0-1 1 0 0,1 0 0 0 0,-1 1-1 0 0,1-1 1 0 0,-1 1 0 0 0,1-1-1 0 0,0 1 1 0 0,-1-1 0 0 0,1 1-1 0 0,0-1 1 0 0,-1 1 0 0 0,1 0-1 0 0,0-1 1 0 0,-1 1-1 0 0,1 0 1 0 0,0 0 0 0 0,0-1-1 0 0,-1 1 1 0 0,1 0 0 0 0,0 0-1 0 0,0 0 1 0 0,-1 0 0 0 0,1 0-1 0 0,0 0 1 0 0,1 0-1 0 0,28 9 1728 0 0,-18-3-1470 0 0,0 1-1 0 0,0 0 1 0 0,-1 1 0 0 0,0 1-1 0 0,0 0 1 0 0,-1 0 0 0 0,0 1 0 0 0,-1 0-1 0 0,0 0 1 0 0,0 1 0 0 0,-1 1-1 0 0,6 12 1 0 0,-8-14-97 0 0,-1 0 0 0 0,-1 0 0 0 0,0 1 0 0 0,0 0-1 0 0,-1 0 1 0 0,-1 0 0 0 0,0 0 0 0 0,0 0 0 0 0,-1 0 0 0 0,0 1-1 0 0,-1-1 1 0 0,-1 0 0 0 0,0 0 0 0 0,0 1 0 0 0,-6 19 0 0 0,3-14 34 0 0,-1-2-1 0 0,-1 1 1 0 0,-1-1 0 0 0,0 1 0 0 0,-1-2 0 0 0,0 1 0 0 0,-1-1 0 0 0,-13 15 0 0 0,19-26-312 0 0,0 1 0 0 0,-1-1 0 0 0,1 1 0 0 0,-1-1 1 0 0,0 0-1 0 0,1 0 0 0 0,-1-1 0 0 0,-1 1 0 0 0,1-1 0 0 0,0 0 1 0 0,-1 0-1 0 0,1 0 0 0 0,-1-1 0 0 0,1 0 0 0 0,-1 1 0 0 0,0-2 1 0 0,0 1-1 0 0,1 0 0 0 0,-1-1 0 0 0,0 0 0 0 0,0 0 0 0 0,0-1 1 0 0,1 1-1 0 0,-1-1 0 0 0,0 0 0 0 0,0 0 0 0 0,1-1 0 0 0,-1 1 1 0 0,1-1-1 0 0,-1 0 0 0 0,1 0 0 0 0,0-1 0 0 0,-7-4 0 0 0,1 1-362 0 0,1-1 0 0 0,0 0-1 0 0,0 0 1 0 0,1-1-1 0 0,0 0 1 0 0,0-1 0 0 0,0 0-1 0 0,1 0 1 0 0,1-1 0 0 0,0 1-1 0 0,0-1 1 0 0,1-1-1 0 0,-6-14 1 0 0,9 18-191 0 0,0 0 0 0 0,0 0 0 0 0,1-1-1 0 0,0 1 1 0 0,0-1 0 0 0,0 1 0 0 0,1-1 0 0 0,1 1 0 0 0,-1 0 0 0 0,1-1-1 0 0,0 1 1 0 0,1-1 0 0 0,0 1 0 0 0,0 0 0 0 0,0 0 0 0 0,1 0 0 0 0,0 0-1 0 0,0 0 1 0 0,1 1 0 0 0,0 0 0 0 0,0-1 0 0 0,6-5 0 0 0,27-26-5286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5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0 119 11165 0 0,'3'1'112'0'0,"0"0"0"0"0,0 1 0 0 0,0-1 0 0 0,0 1 0 0 0,0-1 0 0 0,0 1 0 0 0,0 0 0 0 0,-1 0 0 0 0,1 0 0 0 0,-1 0 0 0 0,1 0-1 0 0,-1 1 1 0 0,0-1 0 0 0,0 1 0 0 0,0 0 0 0 0,0-1 0 0 0,-1 1 0 0 0,1 0 0 0 0,-1 0 0 0 0,0 0 0 0 0,1 0 0 0 0,-1 0 0 0 0,-1 0 0 0 0,1 1 0 0 0,0-1 0 0 0,-1 0 0 0 0,1 4 0 0 0,-1 11 782 0 0,0-1 1 0 0,-1 0-1 0 0,-1 1 0 0 0,-4 19 1 0 0,-2 18 965 0 0,7-40-1380 0 0,1 0 0 0 0,0 0-1 0 0,1 0 1 0 0,0-1 0 0 0,1 1 0 0 0,1-1 0 0 0,5 15 0 0 0,-7-26-410 0 0,0 1 1 0 0,0-1-1 0 0,1 0 1 0 0,0 0-1 0 0,-1 0 1 0 0,1 0-1 0 0,0-1 1 0 0,0 1-1 0 0,1 0 1 0 0,-1-1-1 0 0,0 1 1 0 0,1-1-1 0 0,0 0 1 0 0,-1 0-1 0 0,1 0 1 0 0,0 0-1 0 0,0-1 1 0 0,0 1-1 0 0,0-1 1 0 0,0 1-1 0 0,1-1 1 0 0,-1 0-1 0 0,0 0 1 0 0,1-1-1 0 0,-1 1 1 0 0,0-1-1 0 0,1 0 1 0 0,-1 1-1 0 0,1-2 1 0 0,-1 1-1 0 0,1 0 1 0 0,-1-1-1 0 0,0 1 1 0 0,1-1-1 0 0,-1 0 1 0 0,4-2-1 0 0,3 1-66 0 0,-1-1-1 0 0,0 0 1 0 0,1 0 0 0 0,-2-1-1 0 0,1-1 1 0 0,0 1-1 0 0,-1-1 1 0 0,0-1 0 0 0,0 0-1 0 0,0 0 1 0 0,-1 0-1 0 0,0-1 1 0 0,0 0 0 0 0,-1 0-1 0 0,0-1 1 0 0,0 0-1 0 0,0 0 1 0 0,-1 0 0 0 0,-1-1-1 0 0,1 1 1 0 0,-2-1-1 0 0,1 0 1 0 0,-1-1 0 0 0,0 1-1 0 0,-1 0 1 0 0,0-1-1 0 0,0 0 1 0 0,-1 1 0 0 0,-1-1-1 0 0,0 0 1 0 0,0 0-1 0 0,0 1 1 0 0,-1-1 0 0 0,-1 0-1 0 0,0 1 1 0 0,-3-12-1 0 0,2 13-7 0 0,-33-110-12 0 0,31 106 3 0 0,0 0-1 0 0,-1 0 0 0 0,0 1 0 0 0,0 0 1 0 0,-1 0-1 0 0,-1 0 0 0 0,-11-12 0 0 0,17 21-34 0 0,0 1-1 0 0,0-1 0 0 0,-1 0 0 0 0,1 1 0 0 0,0 0 0 0 0,-1-1 0 0 0,1 1 0 0 0,-1 0 0 0 0,0 0 0 0 0,1 0 0 0 0,-1 1 0 0 0,0-1 0 0 0,1 1 0 0 0,-1-1 0 0 0,0 1 0 0 0,0 0 0 0 0,1 0 0 0 0,-1 0 0 0 0,0 1 0 0 0,1-1 0 0 0,-1 0 0 0 0,0 1 0 0 0,1 0 0 0 0,-1 0 0 0 0,0 0 0 0 0,1 0 0 0 0,-1 0 0 0 0,1 0 0 0 0,0 1 0 0 0,-1-1 0 0 0,1 1 0 0 0,0-1 0 0 0,-3 4 0 0 0,-7 5-654 0 0,0 1-1 0 0,0 0 1 0 0,1 1-1 0 0,-14 19 0 0 0,-7 23-3235 0 0,30-51 3322 0 0,1 0 1 0 0,0 1 0 0 0,0-1-1 0 0,0 1 1 0 0,0-1 0 0 0,0 1-1 0 0,1-1 1 0 0,-1 1 0 0 0,1 0-1 0 0,0-1 1 0 0,0 1-1 0 0,1 0 1 0 0,-1-1 0 0 0,1 1-1 0 0,1 4 1 0 0,6 9-5626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5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29 11813 0 0,'-1'-2'99'0'0,"0"0"0"0"0,0 0 0 0 0,0 0 0 0 0,-1 1 0 0 0,1-1 1 0 0,0 0-1 0 0,-1 1 0 0 0,1-1 0 0 0,-1 1 0 0 0,1 0 0 0 0,-1-1 0 0 0,1 1 0 0 0,-1 0 0 0 0,0 0 0 0 0,0 0 0 0 0,0 0 0 0 0,0 0 0 0 0,0 1 0 0 0,0-1 0 0 0,0 0 1 0 0,0 1-1 0 0,-2-1 0 0 0,1 1 38 0 0,-1 1 0 0 0,1-1 1 0 0,0 0-1 0 0,0 1 1 0 0,0 0-1 0 0,-1 0 0 0 0,1 0 1 0 0,0 0-1 0 0,0 1 1 0 0,0-1-1 0 0,1 1 0 0 0,-6 3 1 0 0,-1 2 77 0 0,0 0 0 0 0,1 1 0 0 0,0 0 1 0 0,1 0-1 0 0,-1 1 0 0 0,2 0 0 0 0,-11 17 1 0 0,9-9-64 0 0,0-1 1 0 0,1 1 0 0 0,1 0 0 0 0,0 1 0 0 0,2-1 0 0 0,0 1 0 0 0,-3 31-1 0 0,7-41-125 0 0,-1 0-1 0 0,1 0 0 0 0,1 0 1 0 0,-1 0-1 0 0,1 0 0 0 0,1-1 1 0 0,0 1-1 0 0,0 0 0 0 0,0-1 1 0 0,1 1-1 0 0,0-1 0 0 0,0 0 1 0 0,1 0-1 0 0,0 0 0 0 0,0 0 1 0 0,1-1-1 0 0,0 1 0 0 0,0-1 0 0 0,0 0 1 0 0,7 5-1 0 0,69 45 1358 0 0,-58-42-256 0 0,-2 1 0 0 0,0 1-1 0 0,25 23 1 0 0,-44-37-963 0 0,0 0-1 0 0,0 0 0 0 0,0 1 0 0 0,-1-1 0 0 0,1 0 1 0 0,-1 1-1 0 0,1 0 0 0 0,-1-1 0 0 0,0 1 0 0 0,0-1 1 0 0,0 1-1 0 0,0 0 0 0 0,-1 0 0 0 0,1 0 0 0 0,-1-1 1 0 0,0 1-1 0 0,0 0 0 0 0,1 0 0 0 0,-2 0 0 0 0,0 5 1 0 0,0-2 15 0 0,-1 0 1 0 0,0 0-1 0 0,0-1 0 0 0,-1 1 1 0 0,0-1-1 0 0,0 1 1 0 0,0-1-1 0 0,0 0 0 0 0,-7 7 1 0 0,0-1-121 0 0,0-1 0 0 0,0 0 0 0 0,-1-1 0 0 0,0 0 1 0 0,-1-1-1 0 0,0 0 0 0 0,0-1 0 0 0,-15 6 0 0 0,15-8-634 0 0,0-1-1 0 0,0-1 1 0 0,-23 5-1 0 0,30-8 51 0 0,1 1 0 0 0,0-1 0 0 0,-1 0 0 0 0,1 0-1 0 0,-1-1 1 0 0,1 0 0 0 0,-1 1 0 0 0,1-1-1 0 0,0-1 1 0 0,-1 1 0 0 0,1-1 0 0 0,0 1 0 0 0,-8-5-1 0 0,12 5 289 0 0,-1 0-1 0 0,0 1 0 0 0,0-1 0 0 0,1 0 1 0 0,-1 1-1 0 0,0-1 0 0 0,1 0 0 0 0,-1 0 1 0 0,0 0-1 0 0,1 0 0 0 0,-1 1 0 0 0,1-1 1 0 0,-1 0-1 0 0,1 0 0 0 0,0 0 0 0 0,0 0 1 0 0,-1 0-1 0 0,1 0 0 0 0,0 0 0 0 0,0 0 1 0 0,0 0-1 0 0,0 0 0 0 0,0 0 0 0 0,0 0 1 0 0,0 0-1 0 0,0 0 0 0 0,1-2 0 0 0,13-26-6158 0 0,9 5-152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5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89 12921 0 0,'1'-2'31'0'0,"3"-7"432"0"0,-1 1 0 0 0,1-1 0 0 0,-2 0 0 0 0,1 0 0 0 0,-1 0 0 0 0,1-15 0 0 0,-3 22 496 0 0,0 0 177 0 0,0 2-1090 0 0,0 1 0 0 0,0-1 0 0 0,0 0 0 0 0,-1 0 0 0 0,1 0 0 0 0,0 0-1 0 0,0 0 1 0 0,0 0 0 0 0,-1 0 0 0 0,1 0 0 0 0,0 0 0 0 0,0 0 0 0 0,0 0 0 0 0,-1 0-1 0 0,1 0 1 0 0,0 0 0 0 0,0 0 0 0 0,0 0 0 0 0,-1 0 0 0 0,1 0 0 0 0,0 0 0 0 0,0 0-1 0 0,0 0 1 0 0,0 0 0 0 0,-1 0 0 0 0,1-1 0 0 0,0 1 0 0 0,0 0 0 0 0,0 0 0 0 0,0 0-1 0 0,-1 0 1 0 0,1 0 0 0 0,0-1 0 0 0,0 1 0 0 0,0 0 0 0 0,0 0 0 0 0,0 0 0 0 0,0 0-1 0 0,0-1 1 0 0,-1 1 0 0 0,1 0 0 0 0,0 0 0 0 0,0 0 0 0 0,0 0 0 0 0,0-1-1 0 0,0 1 1 0 0,0 0 0 0 0,0 0 0 0 0,0 0 0 0 0,0-1 0 0 0,0 1 0 0 0,0 0 0 0 0,0 0-1 0 0,0 0 1 0 0,0-1 0 0 0,0 1 0 0 0,0 0 0 0 0,0 0 0 0 0,1 0 0 0 0,-1-1 0 0 0,-11 12 162 0 0,0 1 0 0 0,1 0 0 0 0,0 0 1 0 0,1 1-1 0 0,1 0 0 0 0,0 1 0 0 0,1 0 1 0 0,0 0-1 0 0,1 0 0 0 0,1 1 0 0 0,0 0 0 0 0,1 0 1 0 0,0 0-1 0 0,2 1 0 0 0,0-1 0 0 0,0 1 1 0 0,1 15-1 0 0,2-24-153 0 0,1-1 1 0 0,-1 0-1 0 0,1 0 1 0 0,0 0-1 0 0,0 0 1 0 0,1 0-1 0 0,0-1 1 0 0,0 1-1 0 0,0-1 1 0 0,0 0-1 0 0,1 1 0 0 0,0-2 1 0 0,0 1-1 0 0,1 0 1 0 0,-1-1-1 0 0,8 6 1 0 0,9 6 447 0 0,1-1 0 0 0,39 20-1 0 0,-30-18 250 0 0,2-1 49 0 0,-24-12-365 0 0,0 0 0 0 0,0 0-1 0 0,-1 1 1 0 0,1 0 0 0 0,-1 0 0 0 0,-1 1 0 0 0,11 8 0 0 0,-9-1-67 0 0,-9-12-365 0 0,1 0 0 0 0,-1-1-1 0 0,0 1 1 0 0,1 0 0 0 0,-1 0 0 0 0,0 0 0 0 0,0 0-1 0 0,0 0 1 0 0,0-1 0 0 0,0 1 0 0 0,0 0-1 0 0,0 0 1 0 0,0 0 0 0 0,0 0 0 0 0,0 0 0 0 0,0 0-1 0 0,0-1 1 0 0,-1 3 0 0 0,0-1-19 0 0,-1 1 0 0 0,1 0 0 0 0,0-1 0 0 0,-1 1 0 0 0,0-1 0 0 0,0 1-1 0 0,1-1 1 0 0,-1 0 0 0 0,-1 1 0 0 0,1-1 0 0 0,0-1 0 0 0,0 1 0 0 0,-1 0 0 0 0,1 0 0 0 0,-1-1 0 0 0,0 1 0 0 0,1-1 0 0 0,-5 2 0 0 0,1-2-285 0 0,0 1 0 0 0,0-1 0 0 0,0 0 0 0 0,0-1 0 0 0,0 0 0 0 0,0 0 1 0 0,0 0-1 0 0,-12-2 0 0 0,8 0-571 0 0,0 0 0 0 0,0 0 0 0 0,0-2 1 0 0,0 1-1 0 0,1-1 0 0 0,-1 0 0 0 0,1-1 1 0 0,0 0-1 0 0,1-1 0 0 0,-12-8 0 0 0,15 9-358 0 0,0 0-1 0 0,1 0 1 0 0,0 0 0 0 0,0-1-1 0 0,0 0 1 0 0,1 1 0 0 0,-1-2-1 0 0,-3-9 1 0 0,3-5-6054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6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13241 0 0,'7'-8'289'0'0,"0"-1"-1"0"0,0 1 1 0 0,1 1-1 0 0,0-1 0 0 0,0 1 1 0 0,0 1-1 0 0,1-1 1 0 0,0 2-1 0 0,1-1 1 0 0,-1 1-1 0 0,1 0 0 0 0,19-5 1 0 0,-25 10-140 0 0,-1 0 1 0 0,1 0-1 0 0,0 1 0 0 0,-1-1 1 0 0,1 1-1 0 0,-1 0 0 0 0,1 0 0 0 0,-1 0 1 0 0,1 0-1 0 0,-1 1 0 0 0,1 0 1 0 0,-1-1-1 0 0,0 1 0 0 0,0 0 1 0 0,0 1-1 0 0,3 2 0 0 0,3 2 154 0 0,0 1 0 0 0,-1 0 0 0 0,13 17 0 0 0,-2 2 90 0 0,-1 1-1 0 0,-2 0 1 0 0,-1 1-1 0 0,16 42 0 0 0,-23-48-999 0 0,-1 0-1 0 0,5 35 0 0 0,-9-43-899 0 0,-2 0 1 0 0,0 0-1 0 0,-1 0 0 0 0,-2 26 1 0 0,2-37 745 0 0,0-1-493 0 0,-1 1-3017 0 0,-2 3-934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6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67 10625 0 0,'-3'-26'184'0'0,"0"12"-8"0"0,-4 2-20 0 0,4 3 40 0 0,-3 4-612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6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43 9325 0 0,'-26'-31'3497'0'0,"13"19"2869"0"0,13 20-5127 0 0,1 24-562 0 0,2-1 0 0 0,1 1 0 0 0,2-1 0 0 0,1 0 0 0 0,21 59 0 0 0,-9-31-159 0 0,98 429 2226 0 0,-103-392-2616 0 0,-3 0-1 0 0,-5 1 0 0 0,-7 113 1 0 0,1-139-689 0 0,0-70 434 0 0,6-7-19 0 0,11-11 214 0 0,-2-1-1 0 0,0-1 0 0 0,-1-1 1 0 0,17-29-1 0 0,35-50 812 0 0,-58 89-633 0 0,0 1 1 0 0,0 0 0 0 0,1 0 0 0 0,1 1 0 0 0,-1 0-1 0 0,1 1 1 0 0,16-9 0 0 0,-22 13-179 0 0,0 1 0 0 0,0 0 1 0 0,0 1-1 0 0,1-1 0 0 0,-1 1 1 0 0,0 0-1 0 0,0 0 0 0 0,1 0 0 0 0,-1 1 1 0 0,1-1-1 0 0,-1 1 0 0 0,1 0 1 0 0,-1 0-1 0 0,0 1 0 0 0,1 0 1 0 0,-1-1-1 0 0,0 1 0 0 0,1 0 0 0 0,-1 1 1 0 0,0-1-1 0 0,0 1 0 0 0,0 0 1 0 0,0 0-1 0 0,0 0 0 0 0,0 1 0 0 0,-1-1 1 0 0,1 1-1 0 0,-1 0 0 0 0,0 0 1 0 0,0 0-1 0 0,0 0 0 0 0,5 7 1 0 0,-3-3-76 0 0,0 1 1 0 0,-1-1-1 0 0,1 1 1 0 0,-2 0-1 0 0,1 0 1 0 0,-1 1-1 0 0,0-1 1 0 0,-1 0-1 0 0,0 1 1 0 0,0 0-1 0 0,-1 0 1 0 0,0-1-1 0 0,-1 1 1 0 0,1 0-1 0 0,-3 15 1 0 0,-1-9 58 0 0,0 0-1 0 0,-1 0 1 0 0,0 0 0 0 0,-1-1-1 0 0,-1 0 1 0 0,0 0 0 0 0,-1 0 0 0 0,-1-1-1 0 0,0 0 1 0 0,-16 20 0 0 0,20-29-136 0 0,-1 1-1 0 0,1-1 1 0 0,-1 0 0 0 0,0 0 0 0 0,0 0 0 0 0,0-1 0 0 0,-1 0 0 0 0,1 0 0 0 0,-1 0 0 0 0,1-1 0 0 0,-1 0 0 0 0,-9 2 0 0 0,9-3-351 0 0,-1 0 1 0 0,1-1 0 0 0,0 0 0 0 0,-1 0-1 0 0,1 0 1 0 0,0-1 0 0 0,0 0 0 0 0,-1 0-1 0 0,1-1 1 0 0,0 0 0 0 0,0 0 0 0 0,0 0 0 0 0,0-1-1 0 0,-7-4 1 0 0,2 0-713 0 0,1-1 0 0 0,0 0-1 0 0,0-1 1 0 0,1 0 0 0 0,0 0 0 0 0,1-1 0 0 0,0 0-1 0 0,0-1 1 0 0,1 1 0 0 0,0-2 0 0 0,-8-19-1 0 0,-18-45-8958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6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1 150 17286 0 0,'29'-89'1502'0'0,"-11"31"2298"0"0,-17 56-1640 0 0,7 7-1079 0 0,2 2-843 0 0,-1 0-1 0 0,-1 0 1 0 0,1 1 0 0 0,-1 0-1 0 0,-1 1 1 0 0,1 0 0 0 0,-1 0 0 0 0,-1 1-1 0 0,0-1 1 0 0,0 1 0 0 0,8 22-1 0 0,22 63 1236 0 0,41 165 0 0 0,-1 110-259 0 0,-46-213-1288 0 0,-6 38-2087 0 0,-18-122-4283 0 0,-3-61 3731 0 0,5 1-9200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7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242 343 16305 0 0,'-7'-1'1256'0'0,"-4"-1"-1312"0"0,-29-6 7726 0 0,37 7-4231 0 0,9-2-2786 0 0,13-8-340 0 0,0-1 1 0 0,-1 0 0 0 0,0-2 0 0 0,-1 0-1 0 0,-1-1 1 0 0,19-21 0 0 0,-30 30-305 0 0,-1 1 0 0 0,1-1 0 0 0,-1 1 1 0 0,-1-1-1 0 0,1 0 0 0 0,-1-1 0 0 0,0 1 0 0 0,-1-1 1 0 0,1 1-1 0 0,-1-1 0 0 0,-1 0 0 0 0,1 0 0 0 0,-1 1 0 0 0,0-1 1 0 0,-1 0-1 0 0,0 0 0 0 0,0 0 0 0 0,0 0 0 0 0,-1 0 1 0 0,0 0-1 0 0,0 0 0 0 0,-1 0 0 0 0,0 0 0 0 0,0 1 0 0 0,-3-7 1 0 0,4 10-13 0 0,0 1 0 0 0,-1 0 0 0 0,1-1 0 0 0,0 1 1 0 0,-1 0-1 0 0,1 0 0 0 0,-1 0 0 0 0,0 0 0 0 0,0 0 0 0 0,1 1 1 0 0,-1-1-1 0 0,0 1 0 0 0,0-1 0 0 0,-1 1 0 0 0,1-1 1 0 0,0 1-1 0 0,0 0 0 0 0,-1 0 0 0 0,1 0 0 0 0,-1 1 1 0 0,-2-2-1 0 0,1 2-10 0 0,-1 0 1 0 0,0 0 0 0 0,0 0-1 0 0,0 0 1 0 0,1 1-1 0 0,-1-1 1 0 0,0 1 0 0 0,0 0-1 0 0,1 1 1 0 0,-8 2 0 0 0,-4 4-15 0 0,1 0 0 0 0,-1 1 1 0 0,1 0-1 0 0,1 2 1 0 0,-16 12-1 0 0,16-9 54 0 0,0 0 1 0 0,1 1-1 0 0,0 1 0 0 0,1 0 0 0 0,1 0 0 0 0,1 1 0 0 0,0 1 1 0 0,1-1-1 0 0,1 2 0 0 0,1-1 0 0 0,1 1 0 0 0,0 0 0 0 0,1 0 1 0 0,1 1-1 0 0,1 0 0 0 0,1-1 0 0 0,0 36 0 0 0,3-24 51 0 0,1-1 0 0 0,1 0 0 0 0,2 0 0 0 0,1-1-1 0 0,1 1 1 0 0,1-1 0 0 0,2 0 0 0 0,1-1 0 0 0,1-1-1 0 0,2 1 1 0 0,18 27 0 0 0,-28-49-78 0 0,0 0 0 0 0,0 0 0 0 0,0 0 0 0 0,0-1 0 0 0,1 1 0 0 0,0-1 0 0 0,0 0 0 0 0,1-1 0 0 0,-1 1 0 0 0,1-1 0 0 0,0 0 0 0 0,0-1 0 0 0,0 1 0 0 0,1-1 0 0 0,-1 0 0 0 0,1-1 0 0 0,0 0 0 0 0,0 0 0 0 0,0 0 0 0 0,0-1 0 0 0,0 0 0 0 0,0 0 0 0 0,0-1 0 0 0,0 1 0 0 0,0-2 0 0 0,0 1 0 0 0,0-1 0 0 0,0 0 0 0 0,0-1 0 0 0,0 1 0 0 0,0-2 0 0 0,0 1 0 0 0,-1-1 0 0 0,13-6 0 0 0,-4 1-320 0 0,54-31-1105 0 0,-48 25-2666 0 0,-3-1-3736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2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21294 0 0,'3'38'1966'0'0,"3"33"-1013"0"0,2-1 0 0 0,19 71 0 0 0,0 3 493 0 0,-25-132-1002 0 0,0 0 1 0 0,1 1-1 0 0,0-1 0 0 0,8 17 1 0 0,-10-27-137 0 0,1-6-38 0 0,89-210 1125 0 0,-84 199-1345 0 0,-5 11-27 0 0,-1 0-1 0 0,1 1 0 0 0,0-1 0 0 0,0 1 1 0 0,0-1-1 0 0,0 1 0 0 0,1 0 0 0 0,3-4 1 0 0,-5 7-16 0 0,0-1 0 0 0,0 1 0 0 0,0-1 0 0 0,1 1 0 0 0,-1-1 0 0 0,0 1 0 0 0,0 0 0 0 0,0 0 0 0 0,0 0 1 0 0,1-1-1 0 0,-1 1 0 0 0,0 1 0 0 0,0-1 0 0 0,1 0 0 0 0,-1 0 0 0 0,0 0 0 0 0,0 0 0 0 0,0 1 0 0 0,0-1 0 0 0,1 1 0 0 0,-1-1 0 0 0,0 1 1 0 0,0-1-1 0 0,0 1 0 0 0,0 0 0 0 0,0-1 0 0 0,0 1 0 0 0,0 0 0 0 0,-1 0 0 0 0,1 0 0 0 0,0-1 0 0 0,1 3 0 0 0,10 9 39 0 0,-1 1 0 0 0,-1 0-1 0 0,0 0 1 0 0,15 30-1 0 0,15 18 82 0 0,-39-59-122 0 0,0-1 0 0 0,0 0 0 0 0,0 0 0 0 0,0 1 0 0 0,0-1 0 0 0,0 0 0 0 0,1 0 0 0 0,-1 0-1 0 0,0 0 1 0 0,1 0 0 0 0,-1 0 0 0 0,0 0 0 0 0,1-1 0 0 0,-1 1 0 0 0,1 0 0 0 0,-1-1 0 0 0,1 1 0 0 0,0-1 0 0 0,-1 0 0 0 0,1 1 0 0 0,-1-1 0 0 0,1 0 0 0 0,0 0 0 0 0,-1 0 0 0 0,1 0 0 0 0,0 0-1 0 0,-1-1 1 0 0,1 1 0 0 0,-1 0 0 0 0,1-1 0 0 0,0 1 0 0 0,1-2 0 0 0,3-1-20 0 0,-1-1 0 0 0,1 0 0 0 0,-1 0 0 0 0,0 0 0 0 0,-1-1 0 0 0,1 0 0 0 0,5-8 0 0 0,20-27-137 0 0,26-47 0 0 0,27-37-20 0 0,-82 123 178 0 0,0 0 0 0 0,0 0 0 0 0,0 0 0 0 0,0 0 0 0 0,0 0 0 0 0,0 0 0 0 0,0 0 0 0 0,0 0 0 0 0,1 0 0 0 0,-1 1 0 0 0,0-1 0 0 0,0 1 0 0 0,1-1 0 0 0,-1 1 0 0 0,1-1 0 0 0,-1 1 0 0 0,0 0 0 0 0,1 0 0 0 0,-1-1 0 0 0,1 1 0 0 0,-1 0 0 0 0,1 0 0 0 0,-1 1 0 0 0,1-1 0 0 0,-1 0 0 0 0,0 0 0 0 0,1 1 0 0 0,-1-1 0 0 0,1 1 0 0 0,-1-1 0 0 0,0 1 0 0 0,0 0 0 0 0,1-1 0 0 0,-1 1 0 0 0,0 0 0 0 0,0 0 0 0 0,0 0 0 0 0,0 0 0 0 0,2 1 0 0 0,6 7 11 0 0,0-1 0 0 0,-1 1 0 0 0,13 19 0 0 0,-8-11-5 0 0,30 40-822 0 0,-10-12-1787 0 0,3-5-4239 0 0,-34-38 5976 0 0,0-1 0 0 0,0 0 0 0 0,0 0 0 0 0,1 0 0 0 0,-1 0 0 0 0,0 0 0 0 0,0-1 0 0 0,1 1 0 0 0,-1-1 0 0 0,0 1 0 0 0,1-1 0 0 0,-1 0 0 0 0,1 0 0 0 0,2 0 0 0 0,-3 0 226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3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25 14773 0 0,'0'-1'229'0'0,"0"0"0"0"0,0 0-1 0 0,0 0 1 0 0,0 0 0 0 0,0 0-1 0 0,0 0 1 0 0,0 1 0 0 0,1-1-1 0 0,-1 0 1 0 0,0 0 0 0 0,1 0-1 0 0,-1 0 1 0 0,0 0 0 0 0,1 0-1 0 0,-1 1 1 0 0,1-1 0 0 0,-1 0-1 0 0,1 0 1 0 0,0 0 0 0 0,-1 1-1 0 0,1-1 1 0 0,0 1 0 0 0,-1-1-1 0 0,1 0 1 0 0,0 1 0 0 0,0-1-1 0 0,0 1 1 0 0,-1-1 0 0 0,1 1-1 0 0,0 0 1 0 0,0-1 0 0 0,0 1-1 0 0,0 0 1 0 0,0 0 0 0 0,0 0-1 0 0,0-1 1 0 0,0 1 0 0 0,0 0-1 0 0,0 0 1 0 0,-1 0 0 0 0,1 0-1 0 0,2 1 1 0 0,0 1 6 0 0,0-1-1 0 0,0 1 1 0 0,0 1-1 0 0,0-1 1 0 0,0 0 0 0 0,-1 1-1 0 0,1-1 1 0 0,-1 1-1 0 0,0 0 1 0 0,1 0 0 0 0,2 5-1 0 0,4 6 298 0 0,0 1-1 0 0,-1 0 0 0 0,0 1 1 0 0,-1 0-1 0 0,-1 0 0 0 0,0 1 1 0 0,-2-1-1 0 0,6 32 1 0 0,-9-38-499 0 0,-1 0 0 0 0,0 1 0 0 0,0-1 0 0 0,-1 0 0 0 0,-1 0 0 0 0,1-1 1 0 0,-2 1-1 0 0,1 0 0 0 0,-1-1 0 0 0,-1 1 0 0 0,0-1 0 0 0,0 0 0 0 0,0 0 1 0 0,-2 0-1 0 0,1-1 0 0 0,-12 15 0 0 0,12-17-30 0 0,0-1 0 0 0,0 1 0 0 0,-1-1 0 0 0,1 0 0 0 0,-1-1 0 0 0,0 1 0 0 0,-1-1 0 0 0,1-1 0 0 0,-1 1-1 0 0,1-1 1 0 0,-1 0 0 0 0,0 0 0 0 0,0-1 0 0 0,-1 0 0 0 0,-11 2 0 0 0,15-4-64 0 0,0 0-1 0 0,0 0 1 0 0,0 0 0 0 0,0-1-1 0 0,0 0 1 0 0,1 0 0 0 0,-1 0-1 0 0,0 0 1 0 0,0 0 0 0 0,1-1-1 0 0,-1 1 1 0 0,1-1 0 0 0,-1 0-1 0 0,1 0 1 0 0,0 0 0 0 0,0-1-1 0 0,0 1 1 0 0,0-1 0 0 0,0 0-1 0 0,0 0 1 0 0,1 0 0 0 0,-1 0-1 0 0,1 0 1 0 0,0 0 0 0 0,0-1-1 0 0,0 1 1 0 0,0-1 0 0 0,1 1-1 0 0,0-1 1 0 0,-1 0 0 0 0,0-4-1 0 0,-3-13-201 0 0,1 0-1 0 0,0-1 0 0 0,1 1 1 0 0,2-1-1 0 0,0 0 0 0 0,1 0 0 0 0,1 0 1 0 0,1 1-1 0 0,2-1 0 0 0,6-28 1 0 0,-9 48 305 0 0,-1-1 1 0 0,1 1-1 0 0,-1 0 0 0 0,1-1 1 0 0,0 1-1 0 0,0 0 1 0 0,0 0-1 0 0,0 0 1 0 0,0 0-1 0 0,1 0 1 0 0,-1 0-1 0 0,1 0 1 0 0,-1 0-1 0 0,1 0 1 0 0,0 1-1 0 0,-1-1 1 0 0,1 1-1 0 0,0-1 0 0 0,0 1 1 0 0,0 0-1 0 0,0-1 1 0 0,0 1-1 0 0,5-1 1 0 0,-3 1 20 0 0,0 1-1 0 0,0 0 1 0 0,0 0 0 0 0,0 0 0 0 0,0 0-1 0 0,0 1 1 0 0,0-1 0 0 0,0 1 0 0 0,0 0-1 0 0,-1 0 1 0 0,1 1 0 0 0,0-1 0 0 0,3 3-1 0 0,11 6 137 0 0,-1 0 0 0 0,0 1-1 0 0,-1 1 1 0 0,26 24-1 0 0,-33-27-197 0 0,38 36-767 0 0,74 55-1 0 0,-99-90-434 0 0,-17-10 175 0 0,-1 1 1 0 0,0-1-1 0 0,0 0 0 0 0,0 0 0 0 0,0 0 0 0 0,1 0 0 0 0,-1-1 0 0 0,0 0 1 0 0,4-1-1 0 0,1-2-3693 0 0,-6-3 2469 0 0,-3 6 846 0 0,4-8-6217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3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35 15249 0 0,'-1'-1'196'0'0,"1"0"0"0"0,0-1 0 0 0,0 1 0 0 0,0 0-1 0 0,0-1 1 0 0,0 1 0 0 0,0 0 0 0 0,0 0-1 0 0,1-1 1 0 0,-1 1 0 0 0,0 0 0 0 0,1-1 0 0 0,-1 1-1 0 0,1 0 1 0 0,0 0 0 0 0,-1 0 0 0 0,1-1-1 0 0,0 1 1 0 0,-1 0 0 0 0,1 0 0 0 0,0 0 0 0 0,0 0-1 0 0,0 0 1 0 0,0 1 0 0 0,0-1 0 0 0,0 0-1 0 0,0 0 1 0 0,2 0 0 0 0,-1 1 35 0 0,1-1 0 0 0,-1 1-1 0 0,0 0 1 0 0,1 0 0 0 0,-1 0 0 0 0,1 0 0 0 0,-1 1 0 0 0,0-1-1 0 0,1 1 1 0 0,-1-1 0 0 0,1 1 0 0 0,-1 0 0 0 0,0 0-1 0 0,3 1 1 0 0,11 7 582 0 0,1 1-1 0 0,-2 1 1 0 0,17 12-1 0 0,-29-20-643 0 0,10 8 198 0 0,0-1 0 0 0,-1 2 0 0 0,0 0 0 0 0,-1 0 0 0 0,0 1 0 0 0,-1 1 0 0 0,0 0-1 0 0,-2 0 1 0 0,1 1 0 0 0,8 22 0 0 0,-14-28-323 0 0,0 0 0 0 0,0 0 0 0 0,-1 0 0 0 0,-1 0 0 0 0,0 0 0 0 0,0 1 0 0 0,-1-1 0 0 0,0 0 0 0 0,0 1 0 0 0,-1-1 0 0 0,0 0 0 0 0,-1 0-1 0 0,0 0 1 0 0,0 0 0 0 0,-1 0 0 0 0,0 0 0 0 0,-1 0 0 0 0,0-1 0 0 0,0 0 0 0 0,-8 11 0 0 0,12-19-45 0 0,-31 41 288 0 0,29-39-513 0 0,0 0-1 0 0,0 0 1 0 0,0 0 0 0 0,-1-1 0 0 0,1 1 0 0 0,0 0-1 0 0,-1-1 1 0 0,0 0 0 0 0,1 1 0 0 0,-1-1-1 0 0,1 0 1 0 0,-1 0 0 0 0,0-1 0 0 0,0 1 0 0 0,-5 0-1 0 0,5-2-99 0 0,1 1 0 0 0,0-1 0 0 0,0 0 0 0 0,0 0 0 0 0,0-1 0 0 0,0 1-1 0 0,0 0 1 0 0,0-1 0 0 0,0 1 0 0 0,1-1 0 0 0,-1 1 0 0 0,0-1 0 0 0,-1-3-1 0 0,1 3-203 0 0,0 0 123 0 0,1-1 1 0 0,-1 0 0 0 0,1 0-1 0 0,-1 0 1 0 0,1 0-1 0 0,0 0 1 0 0,0 0 0 0 0,0 0-1 0 0,1 0 1 0 0,-1 0-1 0 0,1 0 1 0 0,0-1 0 0 0,-1 1-1 0 0,1 0 1 0 0,1-6-1 0 0,9-45-5456 0 0,-9 50 5127 0 0,19-54-8643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3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15881 0 0,'0'0'2590'0'0,"-2"7"-1569"0"0,-31 98 2736 0 0,19-65-2308 0 0,-15 67 1 0 0,26-95-1270 0 0,2-1 0 0 0,-1 1 0 0 0,1 0 0 0 0,1 0 0 0 0,0 0 0 0 0,1 0 1 0 0,1 0-1 0 0,-1 0 0 0 0,2 0 0 0 0,4 15 0 0 0,-6-24-165 0 0,0-1-1 0 0,0 1 0 0 0,0-1 0 0 0,0 1 1 0 0,1-1-1 0 0,-1 0 0 0 0,1 0 0 0 0,-1 0 1 0 0,1 0-1 0 0,0 0 0 0 0,0 0 0 0 0,0 0 1 0 0,0-1-1 0 0,0 1 0 0 0,0-1 0 0 0,0 1 1 0 0,1-1-1 0 0,-1 0 0 0 0,0 0 1 0 0,1 0-1 0 0,-1 0 0 0 0,1 0 0 0 0,-1 0 1 0 0,1-1-1 0 0,-1 1 0 0 0,1-1 0 0 0,0 0 1 0 0,-1 0-1 0 0,1 0 0 0 0,0 0 0 0 0,-1 0 1 0 0,1-1-1 0 0,-1 1 0 0 0,1-1 0 0 0,-1 1 1 0 0,1-1-1 0 0,-1 0 0 0 0,1 0 1 0 0,2-2-1 0 0,12-4-75 0 0,-1-1 0 0 0,1-1 0 0 0,-2-1 0 0 0,21-15 0 0 0,-29 20 26 0 0,28-24-322 0 0,-1-2-1 0 0,41-46 1 0 0,-70 71 309 0 0,9-5 100 0 0,-7 14 248 0 0,-4 25 453 0 0,-1-4-631 0 0,-2-22-117 0 0,1 0 0 0 0,-1 1 1 0 0,0-1-1 0 0,1 0 1 0 0,-1 0-1 0 0,1 0 1 0 0,-1 0-1 0 0,1-1 1 0 0,0 1-1 0 0,0 0 0 0 0,0 0 1 0 0,0 0-1 0 0,0-1 1 0 0,0 1-1 0 0,1 0 1 0 0,-1-1-1 0 0,0 1 0 0 0,1-1 1 0 0,-1 1-1 0 0,1-1 1 0 0,0 0-1 0 0,-1 0 1 0 0,1 0-1 0 0,0 0 1 0 0,3 2-1 0 0,-4-3-66 0 0,6-2-25 0 0,8-3 50 0 0,0-1 0 0 0,-1-1 0 0 0,0-1 0 0 0,0 0 0 0 0,-1 0 0 0 0,0-1 0 0 0,22-21 0 0 0,86-91 239 0 0,-94 92-16 0 0,-23 25-134 0 0,0-2 85 0 0,1 1 0 0 0,0-1 0 0 0,0 1-1 0 0,0 0 1 0 0,1 1 0 0 0,-1-1 0 0 0,1 1-1 0 0,0 0 1 0 0,0 1 0 0 0,1-1 0 0 0,-1 1-1 0 0,1 1 1 0 0,9-4 0 0 0,-13 6 61 0 0,18 9 147 0 0,9 17-2 0 0,-27-22-326 0 0,1 0 0 0 0,-1-1 0 0 0,1 1 0 0 0,0-1-1 0 0,1 0 1 0 0,-1 0 0 0 0,8 4 0 0 0,1-1 137 0 0,0-1 0 0 0,1 0 0 0 0,0-1 1 0 0,20 4-1 0 0,58 12 259 0 0,-78-15-414 0 0,32 15 0 0 0,-36-13 0 0 0,-9-6-240 0 0,-1-1 0 0 0,1 1 0 0 0,0-1 0 0 0,0 1 0 0 0,-1-1 0 0 0,1 1 0 0 0,0-1 0 0 0,-1 1 0 0 0,1 0 0 0 0,0-1 0 0 0,-1 1 0 0 0,1 0-1 0 0,-1-1 1 0 0,1 1 0 0 0,-1 0 0 0 0,0 0 0 0 0,1 0 0 0 0,-1-1 0 0 0,0 1 0 0 0,1 0 0 0 0,-1 0 0 0 0,0 0 0 0 0,0 0 0 0 0,0 0 0 0 0,0-1 0 0 0,0 1 0 0 0,0 0 0 0 0,0 0 0 0 0,0 0 0 0 0,0 0 0 0 0,0 0 0 0 0,-1 1 0 0 0,-11 7-12559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8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448 219 16133 0 0,'30'-53'8922'0'0,"-27"46"-8427"0"0,-1-1 0 0 0,1 0 0 0 0,-1 0 0 0 0,-1 0-1 0 0,2-12 1 0 0,-3 16-487 0 0,1 1-1 0 0,-1-1 1 0 0,0 1-1 0 0,0-1 1 0 0,-1 1-1 0 0,1-1 1 0 0,-1 1-1 0 0,0 0 1 0 0,0-1-1 0 0,0 1 1 0 0,0 0-1 0 0,0 0 1 0 0,-1-1-1 0 0,1 1 1 0 0,-1 0-1 0 0,0 1 1 0 0,0-1-1 0 0,0 0 1 0 0,-1 0-1 0 0,1 1 1 0 0,0-1-1 0 0,-1 1 1 0 0,0 0-1 0 0,1 0 0 0 0,-1 0 1 0 0,0 0-1 0 0,0 0 1 0 0,0 1-1 0 0,-1-1 1 0 0,1 1-1 0 0,-6-2 1 0 0,-2 4-85 0 0,-10 6 44 0 0,1 1 0 0 0,-1 0 0 0 0,1 2-1 0 0,1 0 1 0 0,0 1 0 0 0,1 1 0 0 0,0 1-1 0 0,0 0 1 0 0,2 2 0 0 0,0 0 0 0 0,-16 19 0 0 0,8-8-1 0 0,1 2 1 0 0,2 1 0 0 0,1 1 0 0 0,1 1 0 0 0,1 1 0 0 0,-17 43 0 0 0,31-65 19 0 0,0 1 1 0 0,0 0 0 0 0,1 0 0 0 0,1 0-1 0 0,0 0 1 0 0,0 0 0 0 0,1 0 0 0 0,1 1 0 0 0,0-1-1 0 0,2 16 1 0 0,-1-22 9 0 0,0 1 0 0 0,1-1 0 0 0,-1 0 0 0 0,2 0 1 0 0,-1 0-1 0 0,0 0 0 0 0,1 0 0 0 0,0 0 0 0 0,0-1 0 0 0,0 1 0 0 0,1-1 0 0 0,0 0 0 0 0,-1 0 0 0 0,1 0 0 0 0,1 0 0 0 0,-1-1 0 0 0,1 0 0 0 0,-1 0 0 0 0,1 0 0 0 0,0 0 0 0 0,0-1 0 0 0,0 0 0 0 0,6 2 0 0 0,4 1-68 0 0,1-1 0 0 0,0-1 0 0 0,0 0-1 0 0,0-2 1 0 0,0 1 0 0 0,0-2 0 0 0,0 0-1 0 0,0-1 1 0 0,0-1 0 0 0,25-5 0 0 0,-4-2-380 0 0,0-1 1 0 0,-2-2 0 0 0,48-23-1 0 0,-31 9-680 0 0,-1-1-1 0 0,-2-3 0 0 0,-1-2 1 0 0,-2-2-1 0 0,-1-2 1 0 0,48-51-1 0 0,-58 51-791 0 0,-3-2 0 0 0,0-2 0 0 0,-3 0-1 0 0,30-57 1 0 0,-19 17-3387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8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24 10229 0 0,'-5'-3'92'0'0,"1"0"1"0"0,-1 0-1 0 0,0 1 0 0 0,0 0 1 0 0,0 0-1 0 0,-1 0 0 0 0,1 0 0 0 0,0 1 1 0 0,-1-1-1 0 0,1 2 0 0 0,-1-1 1 0 0,-7 0-1 0 0,10 2 20 0 0,-1-1-1 0 0,1 1 1 0 0,0 0-1 0 0,0 0 1 0 0,-1 0 0 0 0,1 0-1 0 0,0 1 1 0 0,0-1-1 0 0,0 1 1 0 0,0 0-1 0 0,1-1 1 0 0,-1 1 0 0 0,0 1-1 0 0,1-1 1 0 0,0 0-1 0 0,-1 1 1 0 0,1-1-1 0 0,0 1 1 0 0,0 0 0 0 0,0 0-1 0 0,1-1 1 0 0,-4 7-1 0 0,-5 14 279 0 0,1 0-1 0 0,1 0 1 0 0,1 1-1 0 0,1 0 1 0 0,1 0 0 0 0,1 1-1 0 0,-1 42 1 0 0,14 180 1396 0 0,-7-224-1596 0 0,11 105 788 0 0,5-2 0 0 0,6 0 0 0 0,77 235 0 0 0,-99-356-985 0 0,16 36 72 0 0,-17-39-94 0 0,0-1 0 0 0,0 1 0 0 0,-1-1 0 0 0,1 0 1 0 0,0 0-1 0 0,0 0 0 0 0,0 1 0 0 0,1-1 0 0 0,-1 0 1 0 0,0 0-1 0 0,0 0 0 0 0,1-1 0 0 0,-1 1 1 0 0,0 0-1 0 0,1 0 0 0 0,-1-1 0 0 0,1 1 0 0 0,-1-1 1 0 0,1 1-1 0 0,-1-1 0 0 0,1 0 0 0 0,-1 1 0 0 0,1-1 1 0 0,-1 0-1 0 0,1 0 0 0 0,-1 0 0 0 0,3-1 0 0 0,9-4-183 0 0,1 0-1 0 0,-1-1 1 0 0,0-1-1 0 0,-1 0 1 0 0,0-1-1 0 0,0 0 1 0 0,0-1-1 0 0,-1 0 1 0 0,-1-1-1 0 0,15-16 1 0 0,46-39-606 0 0,-69 64 843 0 0,0 0 0 0 0,1 0 1 0 0,-1 0-1 0 0,0 0 0 0 0,0 0 0 0 0,0 0 0 0 0,1 0 0 0 0,-1 1 0 0 0,0-1 0 0 0,1 1 0 0 0,-1 0 0 0 0,0-1 0 0 0,1 1 0 0 0,-1 0 0 0 0,0 0 0 0 0,1 1 0 0 0,-1-1 0 0 0,1 0 0 0 0,-1 1 0 0 0,0 0 0 0 0,0-1 0 0 0,1 1 0 0 0,-1 0 0 0 0,0 0 0 0 0,3 2 1 0 0,7 4 75 0 0,-1 1 1 0 0,0 0 0 0 0,16 15-1 0 0,13 10-65 0 0,-37-31-203 0 0,1 0 1 0 0,-1 0-1 0 0,1 0 1 0 0,0 0-1 0 0,-1-1 1 0 0,1 0-1 0 0,0 1 1 0 0,0-1-1 0 0,0 0 1 0 0,0-1 0 0 0,0 1-1 0 0,0-1 1 0 0,0 0-1 0 0,0 0 1 0 0,0 0-1 0 0,0 0 1 0 0,0-1-1 0 0,0 0 1 0 0,0 0-1 0 0,0 0 1 0 0,0 0-1 0 0,0 0 1 0 0,-1-1-1 0 0,1 0 1 0 0,5-3-1 0 0,-1-1-344 0 0,1-2 1 0 0,-1 1-1 0 0,0-1 0 0 0,-1 0 0 0 0,0-1 1 0 0,0 0-1 0 0,-1 0 0 0 0,8-15 0 0 0,24-43-796 0 0,25-44 104 0 0,-16 41 3591 0 0,-47 69-2248 0 0,0 0 0 0 0,1 1-1 0 0,-1-1 1 0 0,0 0 0 0 0,0 1 0 0 0,1-1-1 0 0,-1 0 1 0 0,1 1 0 0 0,-1-1-1 0 0,0 0 1 0 0,1 1 0 0 0,-1-1-1 0 0,1 1 1 0 0,0-1 0 0 0,-1 1 0 0 0,1-1-1 0 0,-1 1 1 0 0,1 0 0 0 0,0-1-1 0 0,-1 1 1 0 0,1 0 0 0 0,0-1-1 0 0,-1 1 1 0 0,1 0 0 0 0,0 0 0 0 0,0 0-1 0 0,-1 0 1 0 0,1-1 0 0 0,0 1-1 0 0,0 0 1 0 0,-1 0 0 0 0,1 0 0 0 0,0 1-1 0 0,0-1 1 0 0,-1 0 0 0 0,1 0-1 0 0,0 0 1 0 0,-1 0 0 0 0,1 1-1 0 0,0-1 1 0 0,-1 0 0 0 0,2 1 0 0 0,0 2 37 0 0,0 0 0 0 0,0 0 0 0 0,-1 1 0 0 0,1-1 0 0 0,-1 0 1 0 0,0 0-1 0 0,0 1 0 0 0,0-1 0 0 0,-1 1 0 0 0,1 3 0 0 0,5 62 721 0 0,-6-54-1874 0 0,1 0 0 0 0,0 0 0 0 0,1 0 0 0 0,7 27 0 0 0,-8-41-504 0 0,4 6-1539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8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56 7293 0 0,'-7'-18'512'0'0,"4"4"260"0"0,0 5 1060 0 0,-4-5 1924 0 0,-25 40-9928 0 0,26-12 35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9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26 8937 0 0,'-6'-26'3234'0'0,"6"26"-3140"0"0,0 0 0 0 0,0 1-1 0 0,0-1 1 0 0,0 0 0 0 0,0 0 0 0 0,0 0 0 0 0,0 0 0 0 0,0 0 0 0 0,0 0 0 0 0,0 0 0 0 0,0 0 0 0 0,0 1 0 0 0,0-1 0 0 0,0 0 0 0 0,0 0 0 0 0,0 0 0 0 0,0 0 0 0 0,0 0 0 0 0,0 0 0 0 0,0 0 0 0 0,0 0 0 0 0,0 1 0 0 0,0-1 0 0 0,0 0 0 0 0,0 0 0 0 0,0 0 0 0 0,0 0 0 0 0,0 0 0 0 0,0 0 0 0 0,0 0 0 0 0,-1 0-1 0 0,1 0 1 0 0,0 0 0 0 0,0 0 0 0 0,0 0 0 0 0,0 1 0 0 0,0-1 0 0 0,0 0 0 0 0,0 0 0 0 0,0 0 0 0 0,0 0 0 0 0,-1 0 0 0 0,1 0 0 0 0,0 0 0 0 0,0 0 0 0 0,0 0 0 0 0,0 0 0 0 0,0 0 0 0 0,0 0 0 0 0,0 0 0 0 0,-1 0 0 0 0,1 0 0 0 0,0 0 0 0 0,0 0 0 0 0,0 0 0 0 0,0 0 0 0 0,0-1 0 0 0,0 1 0 0 0,0 0 0 0 0,-2 24 4523 0 0,2-6-5863 0 0,27 281 6548 0 0,-14-186-4151 0 0,7 125 829 0 0,11 97-1367 0 0,-29-321-1107 0 0,11 64-2216 0 0,0-30-5984 0 0,-10-43 4027 0 0,1-2 2437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19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296 168 14733 0 0,'-1'-111'1045'0'0,"2"55"2513"0"0,3 60-2771 0 0,3 3-551 0 0,-1 1 0 0 0,0 0 0 0 0,0 0-1 0 0,-1 0 1 0 0,0 1 0 0 0,-1 0 0 0 0,0 0 0 0 0,0 0-1 0 0,4 16 1 0 0,21 103 1526 0 0,-18-75-1126 0 0,11 65 1504 0 0,15 228 0 0 0,-41 125 1431 0 0,2-452-3538 0 0,1-6-32 0 0,0 1 0 0 0,2-1 0 0 0,2 24 0 0 0,-1-26-12 0 0,2-39-124 0 0,2-6 13 0 0,-6 20 76 0 0,0 1-1 0 0,-1-1 1 0 0,0 1 0 0 0,-1-1 0 0 0,-1 1-1 0 0,0 0 1 0 0,0 0 0 0 0,-2 0 0 0 0,1 0 0 0 0,-8-13-1 0 0,9 24 33 0 0,1-1 0 0 0,-1 1 0 0 0,1 0 0 0 0,-1 0 0 0 0,0 0 1 0 0,0 1-1 0 0,0-1 0 0 0,0 0 0 0 0,0 1 0 0 0,0 0 0 0 0,0 0 0 0 0,-1 0 0 0 0,1 0 0 0 0,0 1 0 0 0,-1-1 0 0 0,1 1 0 0 0,0 0 0 0 0,-1 0 0 0 0,1 0 0 0 0,-1 0 0 0 0,1 1 0 0 0,0-1 0 0 0,-1 1 0 0 0,1 0 0 0 0,0 0 0 0 0,0 0 0 0 0,0 0 0 0 0,-4 2 1 0 0,-12 5-43 0 0,1 1 1 0 0,0 0 0 0 0,-20 14-1 0 0,11-5-23 0 0,1 1-1 0 0,2 1 0 0 0,-45 45 0 0 0,59-53 74 0 0,0-1-1 0 0,1 1 0 0 0,0 0 1 0 0,1 1-1 0 0,0 0 0 0 0,1 0 0 0 0,0 1 1 0 0,1 0-1 0 0,1 0 0 0 0,-6 23 0 0 0,10-30 71 0 0,-1-1 0 0 0,2 1-1 0 0,-1 0 1 0 0,1 0-1 0 0,0 0 1 0 0,0 0 0 0 0,1 0-1 0 0,0-1 1 0 0,0 1-1 0 0,1 0 1 0 0,0-1 0 0 0,0 1-1 0 0,0-1 1 0 0,1 1-1 0 0,0-1 1 0 0,0 0-1 0 0,1 0 1 0 0,7 10 0 0 0,-4-9-22 0 0,-1-1 0 0 0,1 0 0 0 0,0-1-1 0 0,1 1 1 0 0,-1-1 0 0 0,1-1 0 0 0,0 0 0 0 0,0 0 0 0 0,1 0 0 0 0,-1-1 0 0 0,1 0 0 0 0,0-1 0 0 0,14 3 0 0 0,52 3-5529 0 0,-72-7 3106 0 0,9 1-2426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03:14:21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256 692 15649 0 0,'-5'-199'929'0'0,"-4"87"6601"0"0,33 314-5898 0 0,35 251 406 0 0,-58-450-2029 0 0,38 268 939 0 0,-34-215-712 0 0,-2 0-1 0 0,-9 102 1 0 0,5-142-327 0 0,-2-1 1 0 0,0 0-1 0 0,-1 0 0 0 0,0 0 1 0 0,-1 0-1 0 0,-1-1 0 0 0,-13 25 0 0 0,17-35-7 0 0,0 0 0 0 0,-1-1 0 0 0,1 1 0 0 0,-1-1 0 0 0,0 1 0 0 0,0-1 0 0 0,0 0-1 0 0,0 0 1 0 0,-1 0 0 0 0,1-1 0 0 0,-1 1 0 0 0,0-1 0 0 0,1 0 0 0 0,-1 0 0 0 0,0 0-1 0 0,0 0 1 0 0,-1-1 0 0 0,1 0 0 0 0,0 1 0 0 0,0-2 0 0 0,-1 1 0 0 0,1 0-1 0 0,0-1 1 0 0,-1 0 0 0 0,1 0 0 0 0,-1 0 0 0 0,1-1 0 0 0,0 1 0 0 0,-1-1 0 0 0,1 0-1 0 0,-6-2 1 0 0,-3-2-28 0 0,1-1 0 0 0,0 0 0 0 0,1-1 0 0 0,-1 0 0 0 0,1 0 0 0 0,1-2 0 0 0,-1 1 0 0 0,2-1 0 0 0,-1-1-1 0 0,1 1 1 0 0,0-2 0 0 0,1 1 0 0 0,0-1 0 0 0,1 0 0 0 0,0-1 0 0 0,1 0 0 0 0,1 0 0 0 0,-1 0 0 0 0,2-1 0 0 0,0 1-1 0 0,0-1 1 0 0,1 0 0 0 0,1-1 0 0 0,0 1 0 0 0,1 0 0 0 0,0-1 0 0 0,1 1 0 0 0,1 0 0 0 0,0-1 0 0 0,0 1-1 0 0,2 0 1 0 0,6-24 0 0 0,5 7 57 0 0,0 0-1 0 0,2 1 0 0 0,1 0 0 0 0,1 2 0 0 0,2 0 1 0 0,1 1-1 0 0,0 1 0 0 0,36-30 0 0 0,20-13-98 0 0,121-81 0 0 0,17 7-180 0 0,74-53-523 0 0,-227 149 452 0 0,-3-3 0 0 0,80-85 1 0 0,-120 113 272 0 0,0-2 1 0 0,-1 0 0 0 0,22-39 0 0 0,-37 57 149 0 0,1-1 0 0 0,-1 0 0 0 0,0 0 0 0 0,-1-1 1 0 0,1 1-1 0 0,-1-1 0 0 0,0 1 0 0 0,-1-1 1 0 0,1 0-1 0 0,-2 1 0 0 0,1-1 0 0 0,-1 0 1 0 0,1 0-1 0 0,-2 0 0 0 0,1 1 0 0 0,-1-1 0 0 0,0 0 1 0 0,-1 0-1 0 0,1 1 0 0 0,-1-1 0 0 0,-3-6 1 0 0,2 9 41 0 0,0 0-1 0 0,0 0 1 0 0,0 1 0 0 0,0-1 0 0 0,-1 1 0 0 0,0 0 0 0 0,1 0 0 0 0,-1 0 0 0 0,0 0 0 0 0,0 1 0 0 0,0 0 0 0 0,-1-1 0 0 0,1 1 0 0 0,-1 1 0 0 0,1-1-1 0 0,-1 1 1 0 0,1 0 0 0 0,-1 0 0 0 0,0 0 0 0 0,0 0 0 0 0,1 1 0 0 0,-1 0 0 0 0,0 0 0 0 0,0 0 0 0 0,-8 3 0 0 0,-4-1 88 0 0,0 1 0 0 0,0 1 1 0 0,1 1-1 0 0,0 0 0 0 0,0 1 1 0 0,-16 9-1 0 0,8-1 39 0 0,1 0 0 0 0,0 1 0 0 0,1 1 0 0 0,1 1-1 0 0,1 1 1 0 0,0 1 0 0 0,2 1 0 0 0,0 0 0 0 0,1 2 0 0 0,1 0 0 0 0,1 0 0 0 0,-16 32 0 0 0,23-37-35 0 0,0 0 0 0 0,1 0 0 0 0,1 0 1 0 0,0 1-1 0 0,2 0 0 0 0,0 0 0 0 0,0 0 0 0 0,2 0 0 0 0,0 1 1 0 0,2-1-1 0 0,0 1 0 0 0,1-1 0 0 0,0 1 0 0 0,2-1 0 0 0,0 0 0 0 0,1 1 1 0 0,1-2-1 0 0,14 35 0 0 0,-8-29 91 0 0,2 1 0 0 0,26 37 1 0 0,-32-52-143 0 0,-1-1 1 0 0,2 0 0 0 0,-1 0 0 0 0,1-1 0 0 0,0 1 0 0 0,1-2 0 0 0,0 1 0 0 0,0-1 0 0 0,13 6 0 0 0,-13-10 5 0 0,-1-1 1 0 0,0 0 0 0 0,1 0-1 0 0,-1-1 1 0 0,1 0 0 0 0,-1 0-1 0 0,0-1 1 0 0,1 0-1 0 0,-1 0 1 0 0,0-1 0 0 0,0 0-1 0 0,14-6 1 0 0,13-2 648 0 0,-16 7-299 0 0,-1 1-1 0 0,1 1 1 0 0,0 0-1 0 0,0 1 1 0 0,-1 1-1 0 0,1 1 1 0 0,0 1-1 0 0,-1 0 1 0 0,31 11-1 0 0,-20-7-703 0 0,152 34 1079 0 0,-89-36-3934 0 0,-77-6 741 0 0,0 0 0 0 0,0-1 0 0 0,28-8 0 0 0,-40 9 1261 0 0,0 0-1 0 0,-1 0 1 0 0,0-1-1 0 0,1 1 0 0 0,-1 0 1 0 0,0-1-1 0 0,1 0 1 0 0,-1 0-1 0 0,4-4 1 0 0,-1-3-6272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14:44.8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16278 8753 1140 0,'7'0'482'15,"-7"0"-188"-15,0 0-81 0,0 0-30 0,0 0-4 16,12-2 19-16,-12 2 9 0,0 0-3 16,0 0 13-16,0 0 9 0,0 0 3 0,4-5-6 15,-4 5-14-15,0 0-19 0,0 0-17 16,0 0-17-16,0 0-18 0,-23-8-10 0,13 6-10 16,1 0-8-16,9 2-15 15,-25 0-8-15,11 2-8 0,-4 0-7 0,-3 3-9 16,-2 0-3-16,0 3-9 0,-10 1-3 15,3 5-7-15,-5 4-1 0,5-1-5 0,-1 0-4 16,-5 9 3-16,0 6 3 16,2 6 8-16,6 6 6 0,-3 4 2 0,4 3 7 15,6 7-10-15,3 3-1 0,4 4-1 16,5 0-1-16,7 1 6 0,5-4-3 0,8-1 3 16,11-5 1-16,6-5-3 0,8-2 4 15,11-8-6-15,3-8-9 0,8-8-1 16,4-4-9-16,3-7 5 0,4-8-16 0,2-9 1 15,-1-4-4-15,-3-8-2 0,2-9-10 16,8-11 1-16,-6-8-6 0,-4-5 5 0,-8-2-1 16,-16 6-1-16,-7-2 7 0,-2-5 4 15,-10-5 15-15,-7 0 7 0,-7-4 17 0,-9-3-11 16,-8 0 1-16,-11-4-2 0,-9-14-8 16,-18 2-2-16,-2 3-5 0,-4 12-11 0,-9 13 10 15,7 19-17-15,-4 11 6 16,-6 11-15-16,-7 8-36 0,-5 12-34 0,-17 13-60 15,3 9-84-15,0 6-120 0,7 10-136 16,7 4-184-16,1 3-126 0,4 1 78 0,7 0-651 16,6-2-809-16</inkml:trace>
  <inkml:trace contextRef="#ctx0" brushRef="#br0" timeOffset="799.03">13141 10435 3828 0,'-23'-14'-138'0,"2"3"19"0,-10-1 18 0,1 0 27 16,-2 5 44-16,-1 2 35 0,5 3 20 0,-12 5 12 15,-10 11 23-15,-3 10 2 0,3 10 16 16,-11 21 14-16,2 8 17 0,8 10 4 0,2 12 21 16,4 8 6-16,9 5 3 0,9 1 1 15,13 4-7-15,5-2-8 0,14-18-9 16,8 10-10-16,12-6-8 0,7-9-8 0,12-7-11 15,6-10-6-15,9-11-6 0,-4-17-5 16,10-12-8-16,10-6-4 0,11-14-3 0,23-13-8 16,4-11-14-16,-1-13-26 0,1-14-20 15,-9-10-8-15,-4-7-3 0,-12-9 4 16,-13-5 2-16,-6-7 3 0,-18 0 6 16,-13 1 22-16,-11-3 20 0,-20 17 19 0,-7-9 7 15,-20-17-1-15,-10 0-2 0,-18 5-7 16,-13-1-5-16,-10 8-3 0,-3 12-10 0,-8 1 1 15,-5 14-8-15,1 12-5 0,2 15-5 16,17 19-13-16,4 16-10 0,-1 10-18 0,-1 17-22 16,-12 19-28-16,5 10-40 0,6 14-59 15,7 3-72-15,5 5-77 0,8-3-115 0,12-1-183 16,10-18-4-16,12-4 65 16,4-14-361-16,10-1-407 0</inkml:trace>
  <inkml:trace contextRef="#ctx0" brushRef="#br0" timeOffset="1668.19">18976 9699 2617 0,'-21'-14'27'0,"3"5"-2"0,-4 1 4 16,1 2 22-16,-3 4 26 0,-3 2 39 15,-13 5 38-15,0 4 20 0,-10 10 20 0,3 8 5 16,1 2-1-16,0 8 3 0,5 10 2 16,-9 15 13-16,6 3 1 0,13-7-10 0,5 5-19 15,7-2-15-15,3 7-4 16,12-4-8-16,4 2-10 0,12-5-16 0,3-3-13 15,8-1-11-15,6-8-11 0,3-3-6 16,8-4-7-16,4-6-22 0,2-8-7 0,5-6-9 16,1-7-7-16,-7-8-21 0,3-6-17 15,13-5-18-15,-1-10-7 0,0-8-8 0,1-8 2 16,8-14 0-16,-5-7 5 0,-6-3 1 16,-6-6 6-16,-4-5 2 0,-7-5 15 0,-7-2 9 15,-12 6 10-15,0-19 3 0,-13 9 2 16,-4-5-5-16,-14-19 2 0,-6 1-5 0,-6 11-3 15,-11 13-4-15,0 21-2 0,-15 13 1 16,-2 10-4-16,-12 14-6 0,-9 11-1 0,-5 16-26 16,-23 15-33-16,-4 8-52 15,5 10-81-15,2 3-118 0,3 8-144 0,4-2-230 16,7 2-25-16,8-5 78 0,21-13-544 16,7 0-641-16</inkml:trace>
  <inkml:trace contextRef="#ctx0" brushRef="#br0" timeOffset="2748.71">10921 12268 1441 0,'-17'-8'65'0,"-5"2"-34"0,2 3 4 0,-7 2 2 15,-12 2 21-15,-6 2 20 0,-12 7 6 16,1 2 7-16,2 8 12 0,-1 9 13 0,-10 15 13 16,4 11 13-16,6 10 22 0,5 8 14 15,6 9 3-15,6 8 10 0,5 6 6 16,11 0-8-16,6-1-10 0,14-16-13 0,10 0-15 16,13 10-8-16,15-11-10 0,18-10-5 15,8-14-2-15,15-13-14 0,13-8-9 0,9-12-9 16,9-13-12-16,-19-10-9 0,24-13-10 15,-4-10-18-15,-5-11-6 0,-5-7-15 0,-7-10-6 16,-10-4-7-16,-12-8-6 0,-9-5 3 16,-11-2-1-16,-14-3-2 0,-15 7-2 0,-10-2-3 15,-7-5 2-15,-11-22 0 16,-15 4-1-16,-8 0-6 0,-10 0-8 0,-7 6-12 16,-6 6-4-16,-8 10-2 0,0 13-7 15,5 24-3-15,-5 8-13 0,-2 11-25 0,-1 16-32 16,-5 13-25-16,-13 17-34 0,4 8-41 15,4 12-61-15,1 1-77 0,12 5-134 0,4-2-93 16,18-12 58-16,7-4-194 0,5-2-204 16</inkml:trace>
  <inkml:trace contextRef="#ctx0" brushRef="#br0" timeOffset="3599.62">14260 12076 1955 0,'-18'-10'-39'0,"4"-1"9"0,-2 7 16 15,1-1 19-15,-1 1 18 0,-2 2 19 16,-1 4 11-16,-5 3 18 0,-10 7 7 0,-5 9 2 15,-4 4 5-15,3 11 9 0,-1 7 7 16,-11 16-2-16,4 8 0 0,6 3 5 16,6 3-2-16,10-12-3 0,3 1-3 15,6-1-13-15,10-1-2 0,7-2-9 0,11 1-3 16,3-5-2-16,9-5-3 0,6-3-4 16,9-9-5-16,6-4-4 0,5-8 2 0,10-8-14 15,6-3-1-15,6-9-1 0,1-8-8 16,7-9-12-16,12-12-6 0,4-6-3 15,-5-7 4-15,-4-9-7 0,-10-3-1 0,-8-7 1 16,-9-2 8-16,-11-7-5 0,-15 8-4 16,-10-4 6-16,-10-5 9 0,-10-2-2 15,-5-2-4-15,-9 0 7 0,-14-13-6 0,-11 7-3 16,-6 3-6-16,-7 11 7 0,5 15-4 16,-3 12-5-16,-5 10-10 0,-7 8-14 0,-2 11-22 15,-6 13-32-15,2 11-42 0,-17 19-70 16,0 13-111-16,4 1-198 0,4 5-45 15,11-1 55-15,2 0-143 0,19-9-127 0</inkml:trace>
  <inkml:trace contextRef="#ctx0" brushRef="#br0" timeOffset="4464.95">17911 11455 1846 0,'-19'-7'-1'0,"-4"7"4"0,-1 6 21 15,-23 12 21-15,2 8 22 0,-7 11 24 16,-12 14 30-16,1 7 21 0,4 14 14 0,-2 5 21 15,7 7 8-15,5 1-14 0,10 0 6 16,7 1-3-16,15-18-6 0,7-3-4 0,8-3-1 16,11 0-3-16,7-9-7 0,11-4-4 15,11-6-3-15,14-6-8 0,7-6-8 16,9-12-14-16,9-7-11 0,6-2-9 16,7-12-9-16,17-8-11 0,-5-9-8 15,0-8-8-15,-7-9-7 0,-9-8-9 0,-6-2-6 16,-12-5-5-16,-13-7-6 0,-16 8 0 15,-10-4-5-15,-11-9 12 0,-9-2-4 0,-9-3-3 16,-11-4-4-16,-12-21-6 0,-5 1-6 16,-12 8-9-16,-5 9-5 0,-7 12-5 0,-9 12-2 15,7 16-9-15,-5 12-12 0,-2 8-15 16,-3 12-24-16,-5 9-39 0,0 12-59 0,2 5-64 16,-14 8-65-16,22-1-92 0,5-1-142 15,5-2-101-15,9 3 58 0,6-5-319 0,11-6-376 16</inkml:trace>
  <inkml:trace contextRef="#ctx0" brushRef="#br0" timeOffset="5231.5">20699 11207 2499 0,'-11'-7'-21'0,"-1"1"8"15,-1 5 15-15,-3 2 29 0,2 5 31 0,-15 8 30 16,0 6 45-16,-8 13 43 0,-2 10 23 16,1 8 19-16,-6 16 7 0,4 2-8 0,13-11-1 15,7 0-8-15,4 1 3 0,12 3-5 16,10-6 2-16,8-3 5 0,13-5-11 0,7-4-8 16,11-3-11-16,10-12-20 0,4 0-12 15,8-12-21-15,6-4-13 0,1-8-6 16,0-6-8-16,1-8-12 0,0-6-11 0,13-11-7 15,-7-7-9-15,-21 2-11 0,-8-2 1 16,-7-6-10-16,-7-3-4 0,-9-13-8 0,-8 0 2 16,-12-3-12-16,-9-6-1 15,-11 0-7-15,-15-16-15 0,-10 1-15 0,-9 5-8 16,-6 9-11-16,0 7-3 0,1 21-10 16,-7 8-5-16,-2 12-13 0,-2 9-20 0,-6 9-30 15,0 13-48-15,-3 9-67 0,-12 10-104 16,3 10-119-16,2 4-177 0,5 1-114 0,7 2 79 15,19-10-547-15,4-1-671 0</inkml:trace>
  <inkml:trace contextRef="#ctx0" brushRef="#br0" timeOffset="6347.7">8533 13979 3023 0,'-25'4'-217'0,"-2"0"37"0,-9 8 42 0,-11 5 40 16,-3 7 26-16,0 0 30 0,-2 1 31 15,0 8 17-15,2 4 23 0,3 6 14 0,-5 15 19 16,16-4 20-16,-6 16 14 0,6 3 6 15,14-14 15-15,0 3 12 0,13 0-1 16,4-2 3-16,7 1-2 0,8-4-4 16,7-3-1-16,8-2-3 0,7-5-6 0,9-6-8 15,10-7-12-15,8-5-12 0,6-4-4 16,6-10-7-16,5-5-9 0,4-9-4 16,4-2-5-16,19-12-6 0,-7-5-6 0,-2-13-2 15,-8-3-4-15,-10-7-2 0,-11-6-6 16,-22 5-1-16,-5-6-3 0,-13-8 0 0,-9-2-2 15,-10-7 0-15,-12-3-8 0,-13-20 4 16,-8-1-3-16,-11 7-6 0,-2 1 3 0,-6 4-2 16,-6 3 0-16,0 7-2 0,-6 10-1 15,14 22-3-15,-7 6-9 0,1 8-3 16,7 14-7-16,-7 7-8 0,-11 15-11 0,-18 16-11 16,-2 13-14-16,1 9-30 15,8 8-42-15,4 9-51 0,7 0-70 0,11 3-93 16,2-5-146-16,15-13-102 0,12-4 62 15,6 0-172-15,11-10-197 0</inkml:trace>
  <inkml:trace contextRef="#ctx0" brushRef="#br0" timeOffset="7064.21">11178 13914 1921 0,'-29'-2'22'0,"3"2"2"0,-14 5 1 0,-10 9 8 16,-1 9 24-16,-2 7 23 15,-10 19 32-15,-2 6 28 0,4 6 19 0,6 7 19 16,8 8-10-16,11 0-4 0,14-13 3 15,8-1-16-15,5 2-7 0,13-2 0 0,3 0-10 16,11-5-9-16,9-1-6 0,11-8-5 16,7-4-8-16,19 2-12 0,-3-17-9 0,7-7-3 15,2-8-13-15,4-5-4 0,3-11-9 16,-2-7-11-16,4-4-18 0,11-13 0 0,-26 2-7 16,17-12-5-16,-28 5-1 0,-4-9-2 15,-6-3-1-15,-13-6-4 0,-6-6 5 16,-8-4-5-16,-12 0-2 0,-10-7-2 15,-10 0-1-15,-14-18 0 0,-12 1 2 0,-9 4 2 16,-9 5-10-16,-2 8 5 0,-3 12-2 16,13 17-10-16,-4 11 5 0,-8 9-13 15,-1 10-13-15,1 11-20 0,-5 9-31 0,5 9-56 16,-13 18-57-16,12 5-67 0,14-7-94 16,7 1-188-16,6 2-53 0,12-2 67 0,2 3-191 15,15-9-213-15</inkml:trace>
  <inkml:trace contextRef="#ctx0" brushRef="#br0" timeOffset="7600.02">12745 13883 2025 0,'-32'26'-6'0,"-4"11"27"0,-3 4 29 0,-3 6 28 0,-1 17 22 16,11-13 31-16,6 2 27 0,3 3 28 15,8 2 12-15,7-3-2 0,10-8-8 16,12 6-9-16,10-3-4 0,11-3-2 0,10-8-19 16,11-4-11-16,20 2-16 0,-14-13-11 15,6-5-11-15,2-7-10 0,2-7-7 0,3-5-13 16,-3-7-5-16,1-5-14 15,-3-7-10-15,-3-3-8 0,9-14-4 0,-23 2-4 0,-3-5-6 16,-9-6-5-16,-8-5 4 16,-10-3-4-16,-7-2-2 0,-13-5-3 0,-6-6-3 15,-13 3-3-15,-13-21 1 0,-9 4-2 16,-10 5-5-16,-2 9-2 0,-8 8 4 16,7 19-4-16,-7 13-13 0,-3 6-28 0,-2 14-33 15,-3 6-65-15,-1 12-93 0,-1 9-116 16,2-2-218-16,4 10-80 0,4-2 71 0,8 4-293 15,5-2-352-15</inkml:trace>
  <inkml:trace contextRef="#ctx0" brushRef="#br0" timeOffset="8380.68">14751 13493 2367 0,'-17'-7'-62'0,"0"3"12"0,-2 4 11 15,0 4 18-15,-14 4 22 0,4 6 19 0,-14 8 28 16,2 6 21-16,-2 4 24 0,3 11 14 16,2 5 14-16,1 5 8 0,-8 18 4 15,15 2 7-15,8-10-1 0,4 0-12 16,11-2-4-16,0 1-9 0,9 1-3 16,12-3 5-16,7-5-6 0,5-3-9 0,11-4-9 15,8-5-12-15,12-9-6 0,24-4-6 16,-11-9-10-16,9-7-6 0,0-9-21 0,3-7-14 15,2-9-9-15,13-12 0 0,-9-8 1 16,-8-3-6-16,-25 1-1 0,-5-5 3 0,-9-2 4 16,-10-13 1-16,-10 3-7 0,-10-9 0 15,-9-1 5-15,-7-3-6 0,-10-5 1 0,-18-13 5 16,-5-3-10-16,-9 3 6 16,-9 6 0-16,-7 9-3 0,0 15-7 0,8 17-1 15,-6 12-1-15,-4 11-9 0,1 13-5 16,-6 14-16-16,-13 14-34 0,7 6-47 0,5 7-52 15,9 6-64-15,15-6-98 0,11 1-242 16,6-1 8-16,7 1 73 0,6-1-150 16,13-6-141-16</inkml:trace>
  <inkml:trace contextRef="#ctx0" brushRef="#br0" timeOffset="9013.64">16801 12995 1893 0,'-34'5'10'0,"-13"12"26"0,-5 9 30 0,1 6 27 0,-18 17 22 0,7 9 27 16,-3 7 30-16,9 5 20 16,8 0-2-16,9 2-6 0,14-14 2 0,10 1-1 15,9 1-2-15,12 1-10 0,7-3-5 16,14-4-9-16,21 8-10 0,-1-19-12 0,30 3-14 15,7-6-12-15,7-10-13 0,2-10-8 16,-11-11-9-16,-4-6-6 0,1-6-11 16,-2-6-12-16,-4-7-5 0,-2-2-5 0,-9-7-5 15,-3-4-3-15,-7-2-2 0,-7-3-4 16,-9-5-3-16,-5-8-2 0,-12-5-5 0,1-6-6 16,-18-3 2-16,-11-8-3 0,-4 1-1 15,-19-17 0-15,-8-4-3 0,-10 4-5 0,-9 11-14 16,-2 8-10-16,-7 14-13 15,9 19-32-15,-6 12-32 0,-6 11-44 0,3 12-63 0,-6 13-65 16,-21 11-93-16,12 8-185 16,7 2-86-16,20-4 67 0,5 1-285 0,5 4-338 15</inkml:trace>
  <inkml:trace contextRef="#ctx0" brushRef="#br0" timeOffset="9832.96">18548 13021 2216 0,'-6'-16'-35'0,"1"6"15"0,-4 0 14 0,2 3 15 0,-4-2 12 0,-1 6 19 0,-5 0 14 0,-2 3 14 15,-6 3 12-15,-11 9 11 0,-10 10 13 0,-2 9 14 16,3 7 22-16,-8 17 9 0,1 7 10 15,8 5 8-15,7 6-8 0,15-15 3 16,5 5-2-16,7-1 2 0,9 0-8 16,10-2-5-16,8 0-2 0,12-5-7 0,9-3-9 15,17 2-13-15,-4-16-8 0,6-5-10 16,22 2-11-16,-13-18-8 0,3-5-9 0,2-10-7 16,-1-4-5-16,0-10-11 0,0-3-15 15,-6-4-10-15,1-6-6 0,-6-4 0 0,-2-6-2 16,-8 0-2-16,-6-6-3 0,-9-5 4 15,-7-3-3-15,-11-6-4 0,-5-5 0 0,-11-1 0 16,-11-9-7-16,-12-13 5 0,-11-3-6 16,-6 4 3-16,-8 6-4 0,0 9 0 0,1 23-3 15,-5 10-3-15,-6 10 0 0,-4 10-11 16,-6 14-18-16,0 9-27 0,-4 11-40 16,-18 16-58-16,8 10-72 0,1 5-72 15,8-1-100-15,13 2-163 0,21-9-62 0,8-4 63 16,14-6-300-16,9-1-352 0</inkml:trace>
  <inkml:trace contextRef="#ctx0" brushRef="#br0" timeOffset="10496.98">20082 12987 2381 0,'-19'-7'-42'0,"-3"3"8"0,2 3 12 0,-1 1 27 0,-13 8 26 16,-2 7 26-16,-11 13 32 0,1 6 23 0,7 7 26 16,1 8 21-16,-7 16-10 0,18-9 10 15,5 6 9-15,8-2 10 0,9 2 3 0,9-6-5 16,13-1 0-16,8-4 1 16,13-2-13-16,10-7-14 0,20 3-11 0,-7-14-16 0,6-6-10 15,1-5-12-15,3-10-8 16,0-3-12-16,-5-4-6 0,1-8-8 0,-5 0-7 15,-1-7-1-15,-5-6-10 0,-6 0-3 16,0-8-3-16,-9-3-3 0,-5-6-4 0,-7-8-6 16,-10-3-2-16,-8-7-2 0,-5-5 0 15,-12-6-8-15,-8-8-2 0,-17-17-7 0,-8 2-7 16,-6 2-10-16,-10 6-11 0,-8 12-3 16,-2 14-6-16,10 20-7 0,-6 14-4 15,-6 11-10-15,-2 10-13 0,2 9-19 0,-1 11-28 16,-14 13-36-16,10 8-41 15,7 4-38-15,21-6-55 0,2 0-88 0,14 1-130 16,-1 3-129-16,9-2 68 0,9-6-292 16,8 1-334-16</inkml:trace>
  <inkml:trace contextRef="#ctx0" brushRef="#br0" timeOffset="11079.93">21460 12792 2192 0,'-24'6'-24'0,"3"2"22"0,-9 10 32 16,-8 11 36-16,-2 9 35 0,-1 5 40 15,-11 20 24-15,6 2 36 0,6 2 10 16,11-7 13-16,4 2 2 0,12 1 4 0,3 0-4 16,10-3-8-16,10 1 7 0,5-7-4 15,12-2-11-15,5-6-4 0,14-3-9 0,5-6-24 16,7-8-17-16,4-2-23 0,6-10-4 16,0-7-1-16,1-6-22 0,5-8-14 0,-2-4-10 15,0-6-3-15,-2-6-6 0,-2-5-14 16,8-9-4-16,-19 1-9 0,6-13-13 15,-17 3 1-15,-6-7-5 0,-8-6-2 16,-5-4-7-16,-8-9-6 0,-6-3-1 0,-13-6-6 16,-11-17-15-16,-8 2-14 0,-13 8-12 15,-14 4-9-15,-7 14 0 0,-8 14-4 0,0 22-8 16,-9 11-28-16,-11 13-46 0,-7 9-64 16,-22 11-90-16,1 15-109 0,4 6-192 15,-1 12-151-15,1 8 73 0,0 7-508 0,6 1-635 16</inkml:trace>
  <inkml:trace contextRef="#ctx0" brushRef="#br0" timeOffset="12430.66">6536 16759 2985 0,'-27'0'-164'0,"1"2"25"0,3 2 30 16,-11 8 36-16,1-1 24 0,-2 9 29 0,-3 5 25 15,-1 6 28-15,-1 6 27 16,3 6 22-16,5 8 17 0,1 9 12 16,-1 25 7-16,3 9 9 0,-1 2 1 0,11 3-9 15,7 2 5-15,7-1-3 0,8-18-6 16,11 13-1-16,8-8-11 0,14-7-9 0,1-9-4 15,12-8-8-15,11-11-7 0,7-10-10 16,0-19-7-16,5-11 1 0,8-9-12 0,6-8-31 16,18-15-21-16,-3-8-16 0,-3-12-26 15,-7-9-9-15,-8-6 10 16,-11-9 3-16,-11 1 10 0,-11-9 4 0,-11-2-11 16,-22 10 19-16,-12-9-5 0,-12-4 10 15,-16-15 4-15,-17-1 16 0,-17-1-16 0,-11 1 1 16,-15 0 3-16,-4 3-3 0,-34-18 3 15,28 32 12-15,0 14-18 0,5 11 6 16,5 19-3-16,15 18 0 0,2 14 0 0,1 14-7 16,2 11-2-16,-7 27-15 0,4 11-11 15,10 11-30-15,12 8-41 0,12 5-67 0,8 3-111 16,17-20-262-16,7-3 3 0,12-4 67 16,8-4-56-16,11-6-45 15</inkml:trace>
  <inkml:trace contextRef="#ctx0" brushRef="#br0" timeOffset="13029.8">8598 16829 1571 0,'-33'12'16'0,"-8"13"7"0,3 8 36 0,1 7 34 16,-1 9 27-16,-2 20 25 0,4 7 15 0,13-11 0 15,8 3 5-15,3 2 1 0,12-2-6 16,12-3 5-16,7-4-5 0,10-1-1 15,18 2-8-15,17-8-14 0,13-11-13 0,16-14-17 16,9-12-21-16,12-11-53 0,-2-9-41 16,1-7-38-16,-7-8-16 0,-7-5 1 0,-13-8 3 15,-6-8 9-15,-9-2 5 0,-10-8 6 16,-17 6 5-16,-6-6 3 0,-8-3 3 16,-7-6 4-16,-10-4 7 0,-11-5 0 0,-11-5 3 15,-9-21 2-15,-16-3 3 16,-9-1 0-16,-14-3-5 0,-12 6 1 0,-8 6 3 0,-3 13 4 15,1 15-5-15,-4 21 0 16,13 23-1-16,-1 16 4 0,-3 18-3 0,-15 17-22 16,1 17-43-16,10 12-65 0,2 4-87 15,7 5-156-15,8 2-142 0,11 0-135 16,11-5-156-16</inkml:trace>
  <inkml:trace contextRef="#ctx0" brushRef="#br0" timeOffset="14429.91">10366 16726 2034 0,'-18'23'104'0,"-11"16"9"0,2 8 27 16,4 7 20-16,5 10 29 0,2-1 9 15,8 0 7-15,12 1-4 0,9-2-8 0,12-2-21 16,19 6-17-16,7-8-14 0,-3-16-15 16,6-4-19-16,-3-8-16 0,-2-7-12 0,5-6-5 15,-9-10-8-15,2-5-6 0,1-8-10 16,6-7-7-16,0-9-11 0,-4-6 1 16,-2-4-3-16,-3-7-1 0,-4-4-4 15,-6-3-2-15,-5-10-8 0,-7-6 0 16,-3-6 1-16,-13-8-5 0,-7-6-18 0,-6-27-17 15,-19-7-39-15,-5-5-26 0,-8 0-20 16,-8 1-20-16,-8 9-14 0,-7 10-10 0,-9 19-3 16,-4 18 11-16,-10 17 14 0,0 18 7 15,12 23 9-15,-5 12 2 0,-14 23-11 16,3 13-45-16,4 11-93 0,6 12-182 0,12 7-71 16,9 4-137-16,10-2-147 15</inkml:trace>
  <inkml:trace contextRef="#ctx0" brushRef="#br0" timeOffset="15063.54">12325 16345 1769 0,'-11'-2'52'0,"-1"2"11"0,12 0-2 0,-26 11 21 0,3 12 29 16,-7 11 35-16,1 7 24 0,3 9 39 0,-3 4 23 15,4 5 20-15,5 3 13 0,9 3-10 16,8 1-8-16,8-2-15 0,11 0-13 0,11-6-10 16,16 9-17-16,13-8-20 0,8-10-11 15,12-6-26-15,-8-18-31 0,-2-4-31 0,6-4-7 16,1-10-19-16,1-3-21 0,0-8-10 16,-3-5-22-16,-6-8-4 0,-3-3 0 15,-6-4 4-15,-1-7-6 0,-9-5 6 0,-7-7-3 16,0-7 3-16,-8-8 3 15,-5-21-6-15,-11 7 2 0,-6-26 0 0,-12-3 0 16,-8-3-2-16,-12 0-3 0,-8 12-19 16,-9 4 10-16,-10 13-2 0,-7 17-3 0,-6 11 2 15,4 22-25-15,-7 15-46 0,-6 7-64 16,-1 12-105-16,-3 7-153 0,-14 15-265 16,4 6 58-16,4 8 70 0,-1 2-289 0,10 0-328 15</inkml:trace>
  <inkml:trace contextRef="#ctx0" brushRef="#br0" timeOffset="16313.13">13265 15282 2262 0,'0'-13'-31'16,"0"13"13"-16,-2-10 9 0,-2 3 12 0,-1 0 19 16,-3 2 21-16,-2-2 12 0,-4 0 17 15,-4 0 0-15,-5 1 2 0,-2 4 0 16,5 0 6-16,-7 4 9 0,-11 3 2 0,1 5 2 16,-6 7 16-16,-4 7 8 0,6 5-10 15,1 7 20-15,-1 5 5 0,4 2 9 0,2 5 6 16,3 1 0-16,7 3-4 0,7-4-12 15,6 1-14-15,4-9-5 0,6-1-5 0,10 0-5 16,3-3-6-16,6-4-6 0,16 3-10 16,5-6-7-16,2-7-9 0,7-2-13 15,-2-11-24-15,4-6-20 0,2-3-18 0,9-6-23 16,-1-6-21-16,-4-7-5 0,-8 2-2 16,-1-5 11-16,-6-3 6 0,-6-4 1 15,-11-8 5-15,-1-4 7 0,-13-8 7 16,-5-6-1-16,-10-3 5 0,-5 0 8 0,-7-10 4 15,-18-4 2-15,0-1-4 0,4 18 5 16,-3 10-1-16,-3 3-5 0,-2 13 6 0,6 13-8 16,-5 10-8-16,-6 7-20 0,-7 13-28 15,-7 9-39-15,4 11-67 0,-12 17-99 0,8 7-157 16,2 2-166-16,12 4 52 16,10-13-250-16,11 1-283 0</inkml:trace>
  <inkml:trace contextRef="#ctx0" brushRef="#br0" timeOffset="17062.95">14111 15346 2161 0,'-15'-2'-39'0,"-4"2"14"0,2 4 12 0,-7 2 22 15,-6 5 31-15,-12 10 25 0,3 2 24 0,-6 9 24 16,4 3 24-16,-4 10 24 0,7 3 20 0,4 2 21 15,6 4 7-15,6 2 0 0,8-1-4 16,4-1-10-16,10-8-13 0,8-3-13 0,7 7-12 16,11-3-10-16,3-5-15 0,12-6-14 15,2-2-11-15,7-9-16 0,3-7-22 0,2-6-27 16,-11-5-20-16,5-5-14 0,10-7-19 16,-1-6-9-16,-5-4-9 0,-1-6 3 0,-7-4 5 15,-5-6-2-15,-6-5 6 0,-3-4 2 16,-10-3 3-16,-5-7-1 0,-9-7 1 15,-1-5 3-15,-14-7-6 0,-6-3 0 16,-10-12-6-16,-8 7-4 0,3 22-6 16,-8 6-14-16,-2 9-1 0,-7 7-19 0,-5 15-23 15,-5 11-12-15,6 8-10 0,-11 10-10 16,-3 9-32-16,-14 14-50 0,3 12-85 0,7-3-133 16,5 7-150-16,19-7 53 0,2 3-200 15,12-3-208-15</inkml:trace>
  <inkml:trace contextRef="#ctx0" brushRef="#br0" timeOffset="17595.54">14740 15830 1955 0,'-13'1'21'0,"0"4"19"0,-3-1 19 0,-3 8 28 15,-5 6 33-15,-9 14 44 0,5-1 26 16,-3 7 7-16,6 6 14 0,4 2 4 16,4 2-6-16,7 2 0 0,6-5-9 0,6-3-17 15,8 10-12-15,7-5-16 0,12-2-19 16,7-5-8-16,8-5-13 0,11-9-21 0,2-4-39 16,8-4-45-16,0-8-41 0,3-6-25 15,-3-6-37-15,2-10-12 0,-6-6-3 0,-2-4 10 16,-6-4 9-16,-5-6 17 15,-10-4 5-15,-5-8 5 0,-9-4 8 0,-1-3 7 16,-9-8 11-16,-13 0 4 0,-2-5 3 16,-11-4-1-16,-9-17 4 0,-4 6 3 0,-2 17-1 15,-1 9 0-15,-6 5 2 0,-2 11 2 16,-9 10 3-16,7 13-1 0,-1 10-6 16,-8 7-32-16,-7 11-46 0,0 5-69 15,4 6-110-15,3 2-214 0,3 5-33 0,12 0 67 16,9-4-91-16,6-1-55 0</inkml:trace>
  <inkml:trace contextRef="#ctx0" brushRef="#br0" timeOffset="18129.66">15834 15548 1708 0,'-23'17'100'0,"-4"6"12"0,-9 9 19 0,2 10 28 0,-3 8 36 16,3-1 36-16,2 3 19 0,3 1 11 16,9 1-1-16,6-1-6 0,8 3-20 0,14-3-16 15,7-4-20-15,14 1-18 0,13-6-17 16,9-3-17-16,20 0-12 0,-7-14-57 15,6-5-51-15,-4-6-44 0,2-8-38 16,-3-3-14-16,-2-5-16 0,-4-8-6 0,-5-3 8 16,-4-4 6-16,-5-7 8 0,-6-2 6 15,-8-6 7-15,-2-4 6 0,-12-5 5 0,-4-10-3 16,-7 8 14-16,-4-6-2 0,-10-12 7 16,-5-5-4-16,-6-1 7 0,-14-17 1 15,8 21 5-15,-3 2-3 0,-3 13-13 16,-5 8 3-16,0 12-15 0,2 11-25 0,-6 10-47 15,0 7-65-15,-6 5-88 0,-2 8-151 0,0 6-109 16,7 1 56-16,12-2-124 16,6 2-102-16</inkml:trace>
  <inkml:trace contextRef="#ctx0" brushRef="#br0" timeOffset="18612.79">16682 14812 1674 0,'-21'20'49'0,"2"3"29"16,-10 17 24-16,0 5 42 0,1 3 39 15,-3 1 29-15,5 3 28 0,3-4 3 0,8-2-9 16,5-8-17-16,12 0-17 0,6 1-18 16,5-3-18-16,12 5-13 0,8-4-16 0,6-5-16 15,7-8-12-15,4-5-28 0,1-4-23 16,-5-8-17-16,0-5-15 0,-3-4-4 15,2-3 5-15,-8-5-4 0,-1-6-4 16,-3-3 6-16,-3-11-7 0,-8 1 3 0,-10-6-2 16,-1-5-2-16,-9-6 0 0,-9-15-1 15,-4-3 0-15,-8-3-3 0,-12-15-5 0,-1-1-10 16,-4 2-17-16,0 8-13 0,3 24-2 16,1 6-9-16,0 12-1 0,-1 14-9 15,-1 9-17-15,-1 8-35 0,-3 9-32 0,0 5-36 16,-5 10-43-16,4 5-72 15,9 5-115-15,3 4-173 0,8 6 52 0,9-9-193 0,6 5-212 16</inkml:trace>
  <inkml:trace contextRef="#ctx0" brushRef="#br0" timeOffset="19095.57">17730 15058 2293 0,'-36'34'197'0,"-2"6"10"0,-1-2 20 0,5 4 22 0,4 1 18 16,5 0-2-16,6 1-13 0,12-9-5 0,2-4-27 16,14 5-17-16,7 3-21 0,13-1-16 15,7-4-14-15,6-6-16 0,7-6-19 16,7-7-37-16,3-3-42 0,2-7-34 15,-9-5-28-15,7-8-15 0,-6-4-11 16,-4-6-8-16,-4-5 2 0,-11-8 1 0,-6-7 7 16,-6-5 3-16,-8-5 12 0,-12 3-2 15,-5-13 2-15,-10-5-6 0,-12-17 12 0,-14 5 2 16,-5 7 3-16,-5 10-4 0,3 17-2 16,-4 10-21-16,-7 6-31 0,-4 14-55 0,-5 8-58 15,-5 11-84-15,-3 6-108 0,-18 10-229 16,6 8 45-16,7 3 60 0,18-6-188 0,3 1-190 15</inkml:trace>
  <inkml:trace contextRef="#ctx0" brushRef="#br0" timeOffset="24911.67">18951 14669 3216 0,'2'-4'140'0,"-2"4"32"15,7-8 11-15,-7 8-7 0,3-12-3 0,-1 5-7 16,2-1 1-16,-2 2-7 0,1-2-8 15,-1 3 1-15,-2 5-1 0,6-12 1 0,-4 6 0 16,-2 6 6-16,1-10-4 0,-1 10-9 16,5-7-5-16,-5 7-9 0,0 0-14 0,2-10-9 15,-2 10-7-15,0 0-16 0,0-8-5 16,0 8-5-16,0 0-7 0,0 0-8 16,-8-8-7-16,8 8-11 0,-11-1-4 15,11 1-3-15,-22-2 0 0,22 2-4 16,-20-2 1-16,6 0-4 0,1 0-8 0,-3 2-2 15,4 0 2-15,-8-2-5 0,4 0 4 16,-6-2-24-16,3 3 0 0,-1-2 3 0,-2 3 0 16,3 0-6-16,0-3 3 0,0 6 0 15,1-6 1-15,4 6 1 0,-4-3-6 0,3 0 5 16,1 0 4-16,14 0-2 0,-27 0 2 16,15 0 0-16,12 0 1 0,-22 3-3 15,11-2-2-15,11-1 0 0,-21 2 5 0,10 0-3 16,0 0 1-16,-3 0 23 0,1 0-27 15,-1 2 6-15,0 1-2 0,0-2-1 16,-3 3 0-16,5-3 0 0,-1 1 1 16,-3 0-5-16,5 2 0 0,-2-1 7 0,1-1 0 15,1 2-4-15,2 0-4 0,-1-1 0 16,1 0 3-16,-1 2-3 0,0-3 4 0,3 4 14 16,0-3-15-16,-3 2 1 0,2-2-5 15,2 0 3-15,1 0 2 0,-3 2 4 0,5-2-2 16,-4 0-1-16,4 2 6 0,-3-2-3 15,2 4-5-15,-1-2 1 0,-1 0 1 0,3 1-7 16,0 0 8-16,-3 1 0 0,4 1-2 16,-1 0-2-16,-1 1 7 0,2-3 0 15,0 4-3-15,1-1 4 0,-1-1-3 0,0 1-2 16,-3 0 5-16,3 0-1 16,0 1 2-16,2 0-3 0,-1-1 0 0,-1 1-1 15,0 1 1-15,0-1 1 0,0 0 7 16,0 1-6-16,2 0 9 0,-1-1 1 0,1 3-4 15,-2-3 3-15,2 2 8 0,0-2-4 16,2 1 2-16,-2 2-1 0,1-4 1 0,-1 3 3 16,2 0 10-16,4-1-5 0,-3 1 5 15,-1 0-5-15,5 1 1 0,-3 1 2 0,-1-3 8 16,3 1-8-16,-3 0-8 0,1-1 1 16,2 1 4-16,0 0-4 0,2 0 5 15,-3-2-3-15,2 5 1 0,5-2 6 0,-2-1-1 16,-1 1-1-16,3 1 1 0,-3-1 3 15,4 0 2-15,-1 2 1 0,1-2 4 16,3-1-1-16,-3 0-3 0,2 1 3 16,4 5-4-16,-2-6-1 0,0-1-10 0,1-1-25 15,-1 0 0-15,2 0 0 0,-2-2 0 16,2 1 0-16,-2 1 0 0,3-4 0 0,-2 1 0 16,2 0 0-16,-4-2 0 0,2-1 0 15,-4 1 0-15,6-2 0 0,-4 0 0 0,-2-1 0 16,4 2 0-16,0-4 0 15,0 0 0-15,0 0 0 0,0 0 0 0,-2-2 0 16,-2 1 0-16,4-1 0 0,0-1 0 16,-2 1 0-16,3 0 0 0,-2-2 0 0,3 0 0 15,-4 0 0-15,4-3 0 0,-4 2 0 16,7-3 0-16,-1-4 0 0,-2 4 0 0,1-1 0 16,0-2 0-16,1 0 0 0,-4 0 0 15,2-2 0-15,-4 1 0 0,4-4 0 0,-6 1 0 16,6 0 0-16,-4 0 0 0,2-6 0 15,0-4 0-15,-2 0 0 0,4-4 0 16,-6-3 0-16,4-3 0 0,-1-9 0 0,4-5 0 16,-5 1 0-16,-2-2 0 0,0-1 0 15,-3 0 0-15,-2 9 0 0,-4 0 0 0,-1-2 0 16,-4 3 0-16,-4 0 0 0,-1 0 0 16,-6 0 0-16,-2 3 0 0,-2 2 0 15,-5 3 0-15,-2 6 0 0,-3-2 0 16,-5 8 0-16,-3 5 0 0,-3 2 0 0,-2 3 0 15,-2 7 0-15,-2 2 0 0,2 6 0 16,0 0-24-16,0 2-365 0,1 3-67 0,5-2-69 16,-2 3-92-16,7-2-193 0,6 0 5 15,5 1 84-15,0-3-586 0,4 2-766 0</inkml:trace>
  <inkml:trace contextRef="#ctx0" brushRef="#br0" timeOffset="25527.96">18973 14021 3338 0,'1'-9'-134'0,"-1"-2"35"0,0 5 40 0,0-2 39 0,0-2 34 0,0 4 33 16,0 6 29-16,2-17 23 0,-2 9 11 15,0-1 11-15,0 1 7 0,0-2 4 16,0 3 9-16,0 7 0 0,0-12-12 16,0 12-14-16,0-10-8 0,0 10-16 0,-2-8-9 15,2 8-8-15,0 0-4 0,0 0-4 16,0 0-3-16,-11 24 13 0,6-5 12 15,-9 11 11-15,-1 6 8 0,-2 9 19 0,-5 3 13 16,-3 5 8-16,1-3-1 0,-1 4 20 16,-1-6-2-16,-1 1 9 0,7-7-2 0,-2-2-4 15,8-9-8-15,1-5-13 0,1-6-11 16,3-5-8-16,2-2-13 0,3-3-6 0,0 0-5 16,1-3 5-16,-2-1 2 0,1 2 2 15,4-8-4-15,-1 10-3 0,-3-6-7 0,4-4-41 16,-6 7-57-16,6-7 0 0,0 0 0 15,0 0 0-15,-9 4 0 0,9-4 0 16,0 0 0-16,0 0-127 0,0 0-181 16,0 0-111-16,0 0-127 0,0 0-165 0,0 0-160 15,0 0 83-15,0 0-716 0,0 0-949 16</inkml:trace>
  <inkml:trace contextRef="#ctx0" brushRef="#br0" timeOffset="32575.67">23606 2988 1083 0,'-37'-1'234'0,"-1"-5"-49"0,-4 2-45 16,2 4-21-16,-2-4-5 0,2 1 3 0,2 1 1 16,3 0 12-16,8 0 1 0,5 2 2 15,3-1-13-15,-1 1-9 0,6 0-4 0,-4 0-12 16,18 0-14-16,-16 0-3 16,16 0 5-16,0 0 15 0,0 0 1 0,0 0-4 15,55 0-1-15,19-5-15 0,42-3-6 16,17 1-3-16,32-5-5 0,65-2-2 15,18 5-6-15,15-1-11 0,2 2-3 0,7 2-3 16,3 2-13-16,-10-1-14 0,-12 3 14 16,-18 0 4-16,-63 0 1 0,-2-2-12 0,-15 1-6 15,-7-3 8-15,-20 1-4 0,-6-2-5 16,-8-3-2-16,-4 0-2 0,-8-1 2 0,1-1 4 16,-19 4-5-16,18-3-4 0,5 1 4 15,-26 4-1-15,-7-1 20 0,-1 0 16 16,-11 2-1-16,-14 1 3 0,-11 1 7 0,-4 1 1 15,-10 1 13-15,-4 1 8 16,-4-2-1-16,-1 0 5 0,-3 0-6 0,-4 2 0 16,-7 0-3-16,18-1-10 0,-13-1-7 15,-5 2-6-15,13-2-9 0,-13 2-4 0,11 0-48 16,-11 0-58-16,0 0-71 0,13-2-104 16,-13 2-130-16,0 0-198 0,12-3-107 0,-12 3 68 15,5-9-310-15,-5 9-402 0</inkml:trace>
  <inkml:trace contextRef="#ctx0" brushRef="#br0" timeOffset="34392.28">5239 5374 2269 0,'-7'4'-137'15,"7"-4"20"-15,0 0 29 0,-7 4 36 16,7-4 13-16,0 0 21 0,0 0 5 0,0 0 3 15,0 0 3-15,0 0 13 0,0 0 9 16,0 0 6-16,36-4 2 0,-19 1 4 0,6 0 2 16,4-1-1-16,15 2 5 0,5-4-9 15,17 0 0-15,0 0 0 0,8-3-4 16,9 2 2-16,2-1-8 0,20-3 3 16,5-4 0-16,-2 0-4 0,8-2 0 0,0-4 2 15,4 1 4-15,2-1-6 0,0-4-2 16,2 5 1-16,-2-1-2 0,-5 3-1 15,-4-3 0-15,-1 2 1 0,1 2-1 0,-5 2-2 16,-3 1-1-16,-21 4 1 0,2-1-2 16,17 0-1-16,-21 2 1 0,6 0 0 0,-4-1-1 15,-1 2 1-15,2-4-5 0,1 4 0 16,-2-1-1-16,20-5 3 0,-18 4 1 16,-2 3 1-16,-4-3-3 0,6 2 2 0,-6 2-4 15,2-2 1-15,-4 4 0 0,-1-3 1 16,-3 1-4-16,-1-1 4 0,-3 2 0 15,-1 1 0-15,-1-3 0 0,-3-1-1 0,3 2 1 16,-5-3-2-16,2 3 4 0,0-3-3 16,-2 2-2-16,0-2 4 0,-2 0 3 15,3 1-7-15,-1-2 3 0,2 0-1 0,2 3 3 16,0-2-6-16,-3 0 6 0,-2 3-4 16,-1-1 2-16,-13 2-1 0,1 0 2 15,1-1-1-15,-1 3-1 0,-1 0 3 0,0-1-4 16,-4-1 1-16,0 2 0 0,-5-2 0 15,2 1 3-15,-1 1-4 0,0-2 1 16,2-3 2-16,0 4-2 0,2-3 1 16,6 0 6-16,8 0 4 0,-8 2-1 0,2 2 1 15,-3-1-3-15,0 2-1 0,-4 0-1 16,3 0 1-16,-2 2-1 0,-2 0-1 16,0 2 1-16,-8-2 0 0,-4 2-5 0,-1-2 1 15,0 2-1-15,-1 0 2 0,-3 0 1 16,0-2-1-16,1 3-1 0,3-3 2 0,-2 0 0 15,-1 1 0-15,3-1-4 0,0-1 6 16,-1 2 4-16,1-1 7 0,3 0 0 16,-3 2-4-16,0 0-1 0,-5-2 0 0,-1 2 0 15,-6 0-2-15,-2-2-1 0,2 3 0 16,-4-3-2-16,-2 2 0 0,-2-2-2 0,-9 0-2 16,17 1 3-16,-11 1 0 0,-6-2-1 15,13 0 2-15,-13 0 2 0,12 0-7 0,-12 0 3 16,0 0-2-16,13 2-1 15,-13-2 2-15,0 0-8 0,0 0-31 0,9 0-38 16,-9 0-56-16,0 0-95 0,0 0-176 16,0 0-215-16,0 0-113 0</inkml:trace>
  <inkml:trace contextRef="#ctx0" brushRef="#br0" timeOffset="42374.83">9288 7720 1872 0,'0'0'56'0,"-21"0"3"0,21 0 2 0,-19-5-5 16,13 5-3-16,6 0-1 0,-15-2 17 16,15 2 22-16,-7-2 6 0,7 2 9 0,-9-5-2 15,9 5-5-15,0 0-6 0,0-7-12 16,0 7-6-16,21-10-4 0,1 1-7 0,10-1-11 16,8 1-2-16,2-2-5 0,16 1-3 15,4-2-7-15,3 0-4 0,11 2-1 16,2-4-8-16,25 1-6 0,8-5 3 15,7 0 4-15,2-4-9 0,2 5 2 16,4 1-6-16,-4-1 1 0,-2 3-1 0,-6-1-2 16,-4 5 0-16,-24 2-1 0,0 4 2 15,-4-2-4-15,-2 2-3 0,-4 3 1 0,-5-2 2 16,-5-3 0-16,-3 1-1 0,2 3-7 16,-4-5 2-16,0 0 1 0,1-1-1 0,4-1 0 15,0-1 1-15,1 0 2 0,-1 0-13 16,-1-1 11-16,-4 4 0 0,0-1-6 0,-15 5 2 15,0-1-1-15,-4 1 5 0,0 1-2 16,-12 0 5-16,-3 2-4 0,2-1-1 16,-4-1 6-16,-1 0-2 0,2-2-2 15,13 0-2-15,-3 0 1 0,4-1 3 16,2-2-3-16,0-3 3 0,12-1-5 0,-4 0 5 16,8 0-3-16,-3 2-3 0,2-2 6 15,1 1-5-15,-3-2 2 0,2 5-4 0,-2-3 3 16,0 1 1-16,-9 3-3 0,2 1 4 15,0 2-1-15,0-1-1 0,-5 2-5 0,2-2-8 16,3 4 1-16,-4-4 2 16,-2 2 2-16,2-3-3 0,-2 0 4 0,2 1-3 15,-5 2 0-15,6-1 3 0,-6 0 0 0,-1 0 3 16,3 1 0-16,2 0 1 0,-5 0 0 16,-3 2 2-16,-6-1-1 0,2 1-1 15,-6 1 1-15,4-1 1 0,1 0-1 16,-3-1 5-16,2 2-3 0,0-1-2 0,-3-1 2 15,3 2-1-15,1-1 2 0,8-1 2 16,-3-1-8-16,5 0-2 0,-6 2 3 0,-3 0 1 16,10-3-2-16,0 1-1 0,2-1 5 15,-3-1-4-15,3 4 1 0,-4-3 5 0,-1 0-4 16,-4 1 4-16,3 0-5 0,-4-1 3 16,-5 1 1-16,0 2 1 0,4 0-2 15,-5-2-8-15,4 1-6 0,-3 1 3 0,1-2-3 16,12-2 3-16,-11 3 1 0,-1-1 0 15,-1 0 1-15,10 0 1 0,-5 1 2 16,-7-3 0-16,3 3 4 0,7-3-1 16,-4 2 2-16,-7-1-5 0,4 0 2 0,-2 1 4 15,2 0 0-15,-4-1-5 0,4 1 3 16,0 0 1-16,-3 2 0 0,1-1-4 0,0-1 0 16,0 2-1-16,-7-2 1 0,3 2-1 15,0 0 5-15,0-1-4 0,2-1 2 0,-4 0 1 16,2 1 1-16,2 0-2 15,2-2-2-15,1 1 6 0,10-3-2 0,5 2 2 0,0-1-7 16,0 1 7-16,4-1-13 0,-6 3-6 16,2-3 0-16,0 2-3 0,-9 1 3 15,-1 2-4-15,-5-1-6 0,1 0-3 16,-1 0 5-16,-3 2-1 0,-2-2 3 16,0-2 5-16,0 4 1 0,-4-4 3 0,1 1-1 15,4 1 2-15,1-3 3 0,0-1 2 16,-2 1 0-16,14-1 0 0,-4-2 2 0,3 4-1 15,0-4 5-15,-2 2-3 0,-2 2 0 16,-5-1 1-16,-2-1 3 0,2 2 0 0,-6 2-1 16,-1-2-4-16,2 1-3 0,-1 1 1 15,-1-3 3-15,3 3-3 0,0-1 2 16,4 1 2-16,2 0-2 0,1-1 1 0,10 1 1 16,4-2 1-16,2 0 0 0,-3 0 0 15,5 2 2-15,0-2-2 0,1 0 5 16,1 2-4-16,-3 0 3 0,-1 0-2 15,0-2 1-15,-2 2 2 0,-2 0-3 0,-10 0 1 16,-3-3 2-16,-3 3 2 0,-1-1 0 16,0-2 1-16,-4 1 0 0,3-1 0 0,1-2-2 15,2 3 4-15,11-6-4 0,3 3 3 16,0-2-4-16,3 2 0 0,4 1 3 0,-3-2-1 16,3 5 0-16,0-2-1 0,-3 0 0 15,2 2-1-15,-8 1 1 0,-3 0 0 16,-5 0 0-16,-3 0 3 0,-1 0-4 15,4 1-1-15,-3-2 2 0,-1 2 4 0,4-2-4 16,-3-1 0-16,3 2 0 0,9-2 1 16,-1 0 0-16,2 0 0 0,-1 1 2 15,1 1-1-15,2-2 0 0,-2 0-1 0,4 2 1 16,-4 0-3-16,3 0 1 0,-4 0 3 16,4 0-2-16,-5 0-2 0,-3 0 1 0,-8 2-1 15,3 0 1-15,-4-2 0 16,0 0 1-16,2 1-1 0,-2-1 2 0,-1 0-2 15,5 0 2-15,-1 0-1 0,10 0 1 0,3 0-1 16,-2 0 3-16,5-1 1 0,-2 1 2 16,0 0-2-16,1 0 0 0,2-2 0 15,-6 4-1-15,3-4-3 0,-4 2 1 0,2 0 1 16,-8-2 2-16,-4 2-2 0,-1 0-2 16,2 0 0-16,-3 0 0 0,3 0 1 15,-3 0 0-15,5 0-2 0,6 0 2 0,-3-3 0 16,5 3-2-16,1 3 4 0,-2-3-5 15,2 0-1-15,-1 0 2 0,0 2 1 0,3 0 0 16,-5-2 0-16,4 3 0 0,-9-3-2 16,-4 2 1-16,1-2-1 0,-2 2 1 0,1-2 1 15,-1 0 0-15,-1 0-2 0,3 0 1 16,-4 2 0-16,-1-2-1 0,0 0 1 0,-1 0 2 16,-2 0-3-16,4 0 4 15,0 0-2-15,2-2-2 0,-3 2-1 0,5 0 0 16,-3-2 3-16,3 2-1 0,-2-2 1 15,-4 2-1-15,2 0-1 0,2 0 2 16,-8 0-1-16,2 0 0 0,-3-2 3 0,0 2-4 16,-1 0 1-16,-6 0-3 0,5 0 2 15,-2-1 3-15,0 1-3 0,4 1-1 0,2-1 2 16,1 0 0-16,4-1 0 0,3 2 0 16,1-1 2-16,-1 0-3 0,2 2 3 0,6-2-2 15,-4 0-1-15,-7 2 0 0,2-2-1 16,-8 0-1-16,8 2 4 0,-9-2 0 15,3 2-2-15,0-2 0 0,2 1 1 16,-3-1-2-16,3 3 4 0,0-3-1 0,0 3 0 16,-2-3-2-16,3 0 1 0,3 1 1 15,-1 1-1-15,3-2 2 0,-2 2-3 0,1-2 0 16,1 0 1-16,-3 0 0 0,3 0-3 16,-5 0 3-16,-1 2 0 0,0-2 2 15,-4 0-4-15,0 2 2 0,-2-2-1 0,-2 2 1 16,1 0-3-16,-6 0 2 0,8-1 1 15,-1 1 1-15,2 0 0 0,4 0 1 16,0 2-2-16,1-4 2 0,1 2-2 16,2 0 2-16,-3-2 2 0,2 2-3 0,1 0 0 15,-1-2 0-15,-1 2-1 0,2-2 1 16,-2 0 1-16,0 0 0 0,-3 0 1 0,-1 0-2 16,-2 0 1-16,2-2-1 0,4 4 0 15,1-4-2-15,1 4 3 0,13 0-4 0,4-2 4 16,-3 0-4-16,5 2 1 0,-1 2 0 15,0-2 2-15,-4 0-2 0,1 1 0 16,-2-2 3-16,-10 2-1 0,-3-1-1 0,0 0 1 16,-8 0 0-16,-1 0 1 0,1 0 12 15,-1 0 6-15,-2-1 6 0,-2-1 4 0,-1 1 0 16,-1-1-3-16,-3 0 5 16,2 0 2-16,-1 0-4 0,-12 0 2 0,21-1-4 0,-12 1-2 15,-9 0-1-15,19-1-4 16,-9 1-2-16,-10 0-3 0,13-4-2 0,-6 4-18 15,-7 0-48-15,10-4-85 0,-10 4-135 16,8-7-237-16,-7 3 33 0,-1 4-95 0,2-10-71 16</inkml:trace>
  <inkml:trace contextRef="#ctx0" brushRef="#br0" timeOffset="44507.91">19007 14036 362 0,'-6'-6'41'0,"6"6"-26"0,0 0-9 16,-3-4-2-16,3 4 5 0,0 0 16 0,0 0 4 15,0 0 19-15,1-10 26 0,-1 10 13 16,0 0 19-16,6-4 13 0,-6 4 5 0,0 0-1 16,5-7 3-16,-5 7 3 15,0-6 0-15,0 6-1 0,2-6-2 0,-2 6-7 0,0 0-10 16,0 0-10-16,2-6-12 0,-2 6-4 16,0 0-7-16,0 0-5 0,5-8 1 15,-5 8 1-15,0 0 4 0,0 0 0 0,0 0 4 16,0 0 6-16,3-4 5 15,-3 4 2-15,0 0-1 0,0 0 0 0,0 0-8 16,0 0 3-16,0 0-18 0,0 0-2 16,0-7-7-16,0 7-1 0,0 0-13 0,0 0-1 15,0 0-16-15,0 0 4 0,0 0-1 16,0 0-5-16,-10 19 5 0,5-7-9 0,-3 3 6 16,-1 4 8-16,-5 10 18 0,-1 2-6 15,-11 8 9-15,4 0 2 0,3 2-4 0,1-1-2 16,-2-5-4-16,5-4-3 0,0 2-4 15,-2-2-6-15,3-1-10 0,3-8 10 16,6-4-8-16,-4-4-2 0,4 0 0 16,-1-4 3-16,2 0 22 0,1-2 14 0,-1-2 15 15,2 1 9-15,2-7-7 0,0 0-8 16,0 0-10-16,0 0-6 0,0 0-4 16,6-27-9-16,1 6-3 0,8-11-9 0,4-9-12 15,4 0-11-15,2 0-8 0,-3 1-2 16,0 1 0-16,-5 9-1 0,-2 4 1 0,1 2-2 15,-7 7 1-15,-2 5 0 0,-3 2-1 16,3 1-1-16,-6 3-7 0,1 1 5 0,-2 5 2 16,0 0-1-16,0 0 0 0,0 0-2 15,0 0 0-15,-23 17 4 0,14 0-5 0,-9 8 14 16,4 3 2-16,-6 1 3 0,4 1-1 16,-2 2 1-16,4-3 3 0,1 2 0 15,2-5 0-15,1-4 1 0,3-5-1 16,1-3 0-16,2-2-2 0,1-2 7 15,-2-1 4-15,1 0 20 0,3-3 22 0,1-6 3 16,0 0-7-16,0 0-9 0,0 0-2 16,12-19-7-16,-3 4-6 0,2-13-5 0,-3 4-2 15,5-6-7-15,-4-1-3 0,0 6-10 16,-4 4 5-16,-3 6-8 0,0 3-8 0,0 6-6 16,-4 0-3-16,2 6 4 0,0 0 0 15,0 0-19-15,-43 21-19 0,23-3-11 0,3 7-22 16,-7 0-19-16,6 2-34 15,0-3-41-15,4-1-59 0,2-4-61 0,2-2-67 0,5-3-89 16,-3-4-173-16,7-1-39 16,-6-2 69-16,7-4-301 0,0-3-371 15</inkml:trace>
  <inkml:trace contextRef="#ctx0" brushRef="#br0" timeOffset="45390.08">19243 14045 2296 0,'0'0'-40'0,"8"-3"23"0,-8 3 8 0,0 0 16 0,0 0 14 16,0 0 15-16,0 0 12 0,0 0 3 15,9-4-4-15,-9 4-5 0,0 0-1 16,0 0-5-16,0 0-3 0,0 0-5 15,14 0-4-15,-14 0-11 0,0 0-43 0,0 0-51 16,11 7-81-16,-11-7-120 0,2 6-187 16,-2-6-87-16,3 8-57 0</inkml:trace>
  <inkml:trace contextRef="#ctx0" brushRef="#br0" timeOffset="45556.58">19563 14229 1700 0,'0'0'128'0,"0"0"-1"0,14 0-10 16,-14 0-3-16,0 0 4 0,0 0 0 16,0 0-7-16,0 0-11 0,13 2-10 0,-13-2-9 15,0 0-11-15,12 6-36 0,-7-2-45 16,4-2-52-16,-5 3-64 0,6 1-89 0,-2-2-122 16,-1 4-141-16,2-2-91 0,0 0-70 15</inkml:trace>
  <inkml:trace contextRef="#ctx0" brushRef="#br0" timeOffset="45725.31">19847 14408 1689 0,'0'0'111'0,"0"0"17"0,10 0 4 0,-10 0 7 16,0 0 11-16,0 0 7 0,0 0-15 16,0 0-19-16,0 0-14 0,21-3-40 0,-21 3-57 15,9 0-61-15,-9 0-77 0,9 3-98 16,-9-3-126-16,12 7-136 0,-8-2-101 0,2 2-88 15</inkml:trace>
  <inkml:trace contextRef="#ctx0" brushRef="#br0" timeOffset="45873.61">20027 14566 1704 0,'0'0'152'0,"0"0"16"16,0 0 7-16,16-8-1 15,-16 8-10-15,0 0-16 0,9-8-15 0,-9 8-18 16,5-7-50-16,-1 5-67 0,-4 2-85 15,9-6-130-15,-9 6-168 0,7-2-113 16,-7 2-118-16,0 0-113 0</inkml:trace>
  <inkml:trace contextRef="#ctx0" brushRef="#br0" timeOffset="46223.42">20307 14963 1999 0,'-8'-13'158'0,"6"3"-1"16,2-1 7-16,0 3-13 0,8-2-5 0,-1-1-2 16,2-2-7-16,9 4-11 0,-2-3-18 15,-3 4-12-15,1 3-6 0,2-3-9 0,-3 6-9 16,1 0-7-16,-14 2 1 0,23 10 7 15,-16-3 17-15,1 5 18 0,-5 1 13 16,-3 4 10-16,0 4 7 0,-1-2 1 16,-3 3 3-16,0 0 2 0,2-3-8 15,2-2-11-15,-2 0-8 0,2 0-10 0,0-5-7 16,0 2-7-16,2-2-4 0,4-4-10 16,-2 1-5-16,3-2-14 0,1-1-57 0,3-3-82 15,0-3-108-15,-11 0-126 0,25-9-137 16,-5-3-170-16,1-6-70 0,1-7 71 0,1 1-358 15,10-6-453-15</inkml:trace>
  <inkml:trace contextRef="#ctx0" brushRef="#br0" timeOffset="46556.97">21051 14502 2657 0,'-7'-8'76'0,"7"8"24"0,0 0 38 0,0 0 29 16,-25 18 16-16,14-5 6 0,0 3 7 15,-1 1 1-15,2 1-15 0,1 3-17 16,3-2-18-16,-2 3-12 0,5-2-14 0,-1-2-12 16,2-1-9-16,4 1-8 0,0-6-10 15,0 2-6-15,1 0-6 0,5-2-9 0,0-2-7 16,3-3-7-16,-2 0-15 0,2-4-5 16,0 1 0-16,-11-4-5 0,15 1-2 0,-15-1-2 15,0 0-2-15,0 0 0 0,13-8-3 16,-13 8-2-16,0-8 1 0,0 8-6 15,0 0 3-15,-9-13-4 0,9 13-2 16,-14-3 1-16,14 3-3 0,-18 0-2 0,18 0-16 16,-25 7-30-16,13-2-38 0,-1 3-55 15,-2-1-71-15,-1 3-68 0,3 2-98 16,1-3-134-16,-1-1-144 0,6-2 59 0,1 0-311 16,2-2-389-16</inkml:trace>
  <inkml:trace contextRef="#ctx0" brushRef="#br0" timeOffset="46940.05">20787 14295 2672 0,'-34'12'71'0,"-14"11"42"0,-4 9 41 16,1 6 29-16,-12 11 16 0,4 4 26 0,8 3 10 15,13-9-10-15,5 1-7 0,14 2-12 16,1 5-13-16,13-1-10 0,8-8-5 0,11 3-15 16,8-1-18-16,5-5-14 0,14-5-12 15,4-5-12-15,3-8-12 0,6-7-28 0,0-5-21 16,-6-9-13-16,12-9-17 0,1-7-4 16,0-9-10-16,-4-5-4 0,2-7-5 15,7-11 1-15,-5-6 3 0,-14 7-3 16,-10-9 4-16,-2-3 0 0,-3-18-2 15,-13 8 2-15,-8-2-1 0,-5-4 2 0,-12 1-6 16,-5 2 1-16,-6 7-9 0,-6 6-5 16,-10 14-13-16,-4 11-25 0,-12 14-36 0,2 13-47 15,-17 10-59-15,-11 12-56 0,-18 16-57 16,-4 8-75-16,1 13-125 0,-2 5-144 0,1 2 58 16,11-1-304-16,5 2-383 0</inkml:trace>
  <inkml:trace contextRef="#ctx0" brushRef="#br0" timeOffset="47389.73">19955 14427 2547 0,'13'-27'11'0,"-4"4"32"0,-4 5 24 0,4 4 10 16,-6 2 2-16,1 1-8 0,0 3-5 16,-2 3-7-16,-2 5 8 0,0 0 9 0,0 0 11 15,0 0 1-15,0 0 6 0,-24 27-8 16,4-4-12-16,1 0-4 0,-6 3-3 0,-6 8-9 15,1-3 0-15,-4 2-10 0,1 2-7 16,1-6 2-16,5-8-8 0,2 2-1 16,9-9-4-16,2-2-5 0,3-5 5 0,0-3-4 15,6-4-12-15,5 0-2 0,0 0 1 16,-7-23-5-16,8 6 10 0,7-5 19 16,6-3 8-16,2 2 6 0,7-1 3 15,2 4 3-15,8 3-1 0,3 2-2 0,12-1-4 16,-9 8-4-16,8 3-6 0,-2 5-32 15,5 3-65-15,7 4-78 0,1 4-81 0,1 0-117 16,-3 3-187-16,-3-1-92 0,-15 1 59 16,-4 0-227-16,-5 0-270 0</inkml:trace>
  <inkml:trace contextRef="#ctx0" brushRef="#br0" timeOffset="60554.99">2277 9772 3820 0,'-4'-7'341'0,"4"7"-39"0,-2-12-24 0,2 12-8 16,-2-8-25-16,2 8-42 0,0 0-41 15,-1-5-35-15,1 5-27 0,0 0 13 16,0 0 43-16,0 0 0 0,0 0-13 0,16 23-7 16,-10-12-25-16,4 1-4 0,-3 3-16 15,4-1-2-15,1 6-11 0,-4-5-12 16,1 3-7-16,-1-1-5 0,2-4-4 15,-5-1-11-15,1 0-25 0,-3-1-11 0,2-1-28 16,-1-2-35-16,-1-1-23 0,-1-3-30 16,-2-4-53-16,0 0-57 0,0 6-55 0,0-6-45 15,0 0-31-15,-7-18-22 0,2 3-24 16,-2-8-31-16,-1-8 5 0,-1-6 18 16,-1 3 35-16,1 1 38 0</inkml:trace>
  <inkml:trace contextRef="#ctx0" brushRef="#br0" timeOffset="60887.04">2302 9697 2482 0,'-14'-29'-136'0,"-3"4"42"0,3 8 45 16,1 3 40-16,-4 2 17 0,2 2 28 15,-1 3 22-15,-2 3 23 0,2 4 20 16,-2 6 11-16,-3 1 18 0,-6 11 6 0,0 3 25 16,-4 12 2-16,3 0 15 0,3 13 11 0,5 1 12 15,4 7 6-15,5-3 1 16,7-7-5-16,4 4-5 0,7 5 11 0,3 1-11 16,7-6-19-16,6-4-17 0,3-3-17 15,11-8-8-15,5-6-14 0,6-4-9 0,1-9-10 16,-3-12-15-16,3-2-12 0,10-7-13 15,0-7-14-15,0-5-14 0,-3-7-11 16,-5-5-3-16,-7-3-6 0,-3-5 2 0,-9-2-4 16,-8-7 1-16,-5-3 17 0,-8 0 24 15,-11 5 34-15,-7-14 10 0,-10 0-8 0,-13-15-5 16,-11 1-4-16,-2 9-2 16,2 17-17-16,-2 5-12 0,3 9-2 0,-3 8-13 15,9 16-8-15,2 6-4 0,-6 12-5 16,-8 15-37-16,2 6-57 0,5 10-58 0,2 8-69 15,1 1-97-15,7 6-90 0,4-6-105 16,7 3-148-16,0-5-121 0,11-12 72 16,5-8-522-16,4-4-675 0</inkml:trace>
  <inkml:trace contextRef="#ctx0" brushRef="#br0" timeOffset="61387.46">2996 9472 3804 0,'-7'-9'284'0,"3"3"3"16,3 2-12-16,1 4-6 0,0 0-18 16,-4-8-29-16,4 8-11 0,0 0 21 0,0 0-2 15,12 27-16-15,-1-13-24 0,4 13-13 16,4-3-22-16,2 0-7 0,-2-2-20 15,4 1-11-15,-2-3-11 0,2-3-9 0,-4-4-11 16,-2-1-10-16,-2-1-7 0,-1-3-3 16,-5-2-2-16,0-2-5 0,0-2-2 15,-9-2-5-15,0 0 1 0,20-14-8 16,-12 1 2-16,-2-3 0 0,-1-1-6 0,3 4-9 16,-4-1-32-16,-3 4 0 0,3 1 0 15,1 1 0-15,-2 1 0 0,1 2 0 0,-4 5 0 16,13-7 0-16,-13 7 0 0,19 0 0 15,-8 0 0-15,-11 0 0 0,29 0 0 16,-11-2 0-16,-2 0 0 0,7-3 0 0,-1-2 0 16,-4 1 0-16,3-3 0 0,-5 1 0 15,1-4 0-15,-2 3 0 0,-3-1 0 0,-3-4 0 16,1 1 0-16,-5-1 0 16,1-1 0-16,-4-5 0 0,-4 1 0 0,0-3 0 0,-5-13 0 15,-3 3 0-15,-3-4 0 16,-2 4 0-16,-1-1 0 0,3 8 0 0,1 6 0 15,1 9-253-15,1 6-90 0,1 6-93 16,9-2-112-16,-23 19-169 0,4 5-137 16,5 3 85-16,5 5-684 0,5-6-901 0</inkml:trace>
  <inkml:trace contextRef="#ctx0" brushRef="#br0" timeOffset="61820.66">3942 9221 4121 0,'0'0'91'0,"0"0"55"16,0 0 31-16,0 0 14 0,0 0 4 15,0 0-1-15,0 0-13 0,-12-12-16 0,12 12-17 16,0 0-16-16,0 0-18 0,0 0-2 16,0 0-15-16,0 0-6 0,0 0-11 0,14-8-3 15,-8 3-12-15,-6 5-1 0,12-12-6 16,-7 4-7-16,1 1-6 0,0-5-3 15,-5 2-1-15,-1-1-7 0,0-1 3 0,-3 2 1 16,-3-5 14-16,1 7-10 16,-4-1 1-16,-2 0-4 0,0 4-5 0,-3 5-8 15,1 0 1-15,-4 2-7 0,-5 7 10 16,-2 5-7-16,-2 4 4 0,4 3 5 0,1 4 3 16,3 4 3-16,4 0 6 0,6 0-5 15,5-2-2-15,1-3-1 0,7 10-1 0,7-3-6 16,5-2 0-16,12 6 4 0,-2-14-9 15,1 1 1-15,6-7-1 0,-1-1-2 16,1-6 5-16,-4-4-9 0,-1-4-15 0,-2-2-13 16,9-5-31-16,-8 2-11 0,1-7 4 15,-6 4-8-15,-6-3-12 0,0-1-35 0,-6-1-46 16,3-1-53-16,-3 0-70 0,-3 1-93 16,0-2-109-16,-4 1-172 0,1-1-126 15,-1 1 83-15,-2 1-581 0,0 1-729 16</inkml:trace>
  <inkml:trace contextRef="#ctx0" brushRef="#br0" timeOffset="62137.17">4550 8638 3883 0,'-3'-6'187'0,"3"6"5"0,-8-7 3 0,8 7-3 16,0 0 3-16,0 0 42 0,0 0 26 16,8 27-8-16,-3-8 7 0,8 12 0 0,3 3-11 15,5 9-14-15,1 4-15 0,1 1-23 16,0-1-19-16,2-1-11 0,-2 1-24 0,-4-8-12 16,-3-5-14-16,-2-3-12 0,-1-4-11 15,1 0-40-15,-5-7-41 0,0-3-64 16,-4-1-70-16,1-3-57 0,-1-2-54 0,-3-3-56 15,0-1-98-15,0-2-100 0,-2-5-96 16,0 0-131-16,0 0-47 0,0 0 74 0,-4-29-537 16,-1 12-685-16</inkml:trace>
  <inkml:trace contextRef="#ctx0" brushRef="#br0" timeOffset="62287.64">4678 9056 3424 0,'0'0'119'0,"-17"-3"71"15,17 3 65-15,-10-2 53 0,10 2 23 16,0 0 2-16,0 0-18 0,-15-1-28 15,15 1-26-15,0 0-26 0,0 0-23 0,0 0-15 16,0 0-24-16,0 0-16 0,36-11-83 16,-19 8-113-16,6-2-128 0,2-2-149 0,0 4-174 15,2-1-234-15,0 2-35 0,-3 6 85 16,0 3-585-16,-4 3-720 0</inkml:trace>
  <inkml:trace contextRef="#ctx0" brushRef="#br0" timeOffset="62753.62">5080 9254 3669 0,'-8'5'250'0,"8"-5"-10"16,0 0 0-16,0 0-12 0,0 0-2 16,0 0-3-16,0 0-7 0,0 0-24 0,0 0-15 15,31-15-17-15,-22 9-13 0,-1 1-2 16,0-1 1-16,-5 0 6 0,3 0 8 15,-2-3-1-15,-1-1 4 0,-3 0-6 16,0-2-7-16,-5-5-15 0,-1 3-6 0,-3-3-22 16,-1-3-12-16,-1 5-7 0,2-1-12 15,-3 3-8-15,0 1-9 0,1 3-11 16,-2 2-6-16,1 4-6 0,-1 5-6 0,13-2-1 16,-29 6-8-16,14 1 2 0,2 0-18 15,3 0-5-15,1 1 0 0,1-4 0 0,8-4 0 16,-1 7 0-16,1-7 0 0,0 0 0 15,0 0 0-15,47-14 0 0,-19 2 0 0,-5 2 0 16,6-4 0-16,-9 4 0 0,0 3 0 16,-3 0 0-16,-2 4 0 0,-3-1 0 0,1-1 0 15,0 4 0-15,-1-1 0 16,-12 2 0-16,18 0 0 0,-18 0 0 0,20 3 0 16,-11 1 0-16,1-1 0 0,1 5 0 15,0 1 0-15,2 1 0 0,-6 1 0 16,2-1 0-16,1 0 0 0,0 0 0 0,-3 1-51 15,5 1-255-15,-5-1-115 0,4 1-129 16,-2-4-159-16,-2 2-142 0,4-2 78 0,-2-1-768 16,3-3-984-16</inkml:trace>
  <inkml:trace contextRef="#ctx0" brushRef="#br0" timeOffset="63020.7">5800 8650 4604 0,'-13'-1'182'0,"13"1"47"0,0 0-1 16,0 0 8-16,-21 7 42 0,19 1 31 0,2 4 4 15,0 8-19-15,0 8-31 0,2 15-23 16,6 12-25-16,-5 5-20 0,6 5-21 0,-4 2-16 16,2 0-31-16,1 1-35 0,0-2-38 15,1-7-54-15,-1-2-24 0,-1-6-54 16,0-11-20-16,-2-5-27 0,-1-10-38 15,0-6-35-15,-1-5-22 0,-1-4-39 0,-2-5-72 16,0-5-62-16,0 0-54 0,0 0-64 16,0 0-89-16,-9-54-109 0,3 18 59 0,-6-19-501 15,1-4-619-15</inkml:trace>
  <inkml:trace contextRef="#ctx0" brushRef="#br0" timeOffset="63188.26">5605 8692 3226 0,'-13'-13'115'0,"2"5"75"0,4 2 54 16,0 2 38-16,0 4 39 0,7 0 29 0,0 0 9 15,-15-2-7-15,15 2-17 0,0 0-26 16,-6 12-24-16,6-12-29 0,6 14-27 0,-2-4-21 16,5 0-23-16,2 0-20 15,5 2-59-15,4 0-98 0,-4-1-118 0,9 2-124 16,2 3-150-16,-2 2-192 0,34 25-292 16,-41-23 99-16,2 4 79 0,-4 1-634 15,0 1-782-15</inkml:trace>
  <inkml:trace contextRef="#ctx0" brushRef="#br0" timeOffset="64103.39">6597 8133 3859 0,'-15'-31'95'0,"-1"2"44"16,5 1 44-16,4 11 46 0,-2 2 35 0,4 2 21 15,-1 4-7-15,4 4-24 0,-3 1-5 16,5 4 41-16,0 0 18 0,4 27 9 0,1 8-7 15,4 14-7-15,3 8-6 0,1 3-17 16,3 2-29-16,-1 2-251 0,2 0 0 16,2-3 0-16,0-2 0 0,3-5 0 15,-2-1 0-15,-1-6 0 0,-5-11 0 0,-3-3 0 16,0-3 0-16,-2-9 0 0,-4-4 0 16,1-2 0-16,-3-4 0 0,1-3 0 0,0 0 0 15,-2-4 0-15,-2-4 0 0,0 6 0 16,0-6 0-16,0 0 0 0,0 0 0 15,-21-28 0-15,9 11 0 0,-8-8 0 0,-3-1 0 16,-6-7 0-16,4 7 0 0,0 6 0 16,0 1 0-16,5 7 0 0,-1 5 0 0,0 2 0 15,0 5 0-15,2 0 0 0,-1 0 0 16,2 2 0-16,4 0 0 0,1-1 0 16,2 1 0-16,1 0 0 0,10-2 0 15,-11 2 0-15,11-2 0 0,0 0 0 0,0 0 0 16,25-14 0-16,5-1 0 0,17-6 0 15,1-3 0-15,6-5 0 0,-1 2 0 0,-2 3 0 16,-3 4 0-16,-12 5 0 0,-3 4 0 16,-3-1 0-16,-7 6 0 0,-4 4 0 0,-3 2 0 15,-4 3 0-15,1 4 0 0,-2 7 0 16,-4 3 0-16,0 3 0 0,0 3 0 0,-2 0 0 16,-1-2 0-16,3 10 0 0,1-6 0 15,0-7 0-15,1 1 0 0,2-2 0 0,0-1 0 16,0-6 0-16,0-3 0 15,6-2 0-15,-1-5 0 0,3-4 0 0,2-4 0 0,7-7 0 16,-1-3 0-16,-3-5 0 16,1-3 0-16,-4-2 0 0,-6-2 0 0,-3-2 0 15,-3 1 0-15,-7 2 0 0,-4 7 0 16,-1 0 0-16,-5 3 0 0,-5 4 0 0,-10-1 0 16,-2 9 0-16,-1 4 0 0,-3 3 0 15,-11 7 0-15,-2 3 0 0,-7 11 0 0,-105 47-1046 16,113-44 96-16,14-3 94 15,10-1-960-15,2-2-1243 0</inkml:trace>
  <inkml:trace contextRef="#ctx0" brushRef="#br0" timeOffset="65185.93">8255 8243 5169 0,'-6'-8'-94'0,"1"5"66"16,5 3 56-16,-12-7 41 0,12 7 23 0,-6-7 4 15,6 7 1-15,-7-4-8 0,7 4-11 16,0 0 13-16,0 0 41 0,0 0 16 16,0 0 30-16,29 18 7 0,-18-7-3 0,4 0-5 15,-4 3 0-15,2 1-9 0,1 3-1 16,-1 5-2-16,-1-2-6 0,-3-1-6 0,-1 0-9 16,-3 0-2-16,0-4-3 0,-3 1-51 15,2 1-88-15,-4-6 0 0,0 1 0 0,-2-5 0 16,-2 0 0-16,-2-3 0 15,6-5 0-15,-19-1 0 0,2-9 0 0,-14-9 0 16,1-12 0-16,-5-7 0 0,3 2 0 16,3 1 0-16,10 6 0 0,2 6 0 0,3 4 0 15,3 3 0-15,2 3 0 0,3 3 0 16,0 2 0-16,2 0 0 0,4 8 0 0,0 0 0 16,16-9 0-16,-1 9 0 0,4 2 0 15,4 2 0-15,15 4 0 0,0 1 0 0,4 2 0 16,-2 1 0-16,-2-1 0 0,0 3 0 15,-6 0 0-15,-1-3 0 0,-8-1 0 16,-2 2 0-16,-6-4 0 0,-1 1 0 0,-3-3 0 16,-2 1 0-16,1-2 0 0,-2 1 0 15,-4-1-412-15,-1-2-147 0,-3-3-118 16,0 7-158-16,0-7 17 0,0 0 90 16,0 0-688-16,0 0-866 0</inkml:trace>
  <inkml:trace contextRef="#ctx0" brushRef="#br0" timeOffset="65388.76">8589 8061 3755 0,'-4'-12'-25'0,"2"-1"78"0,0 5 63 0,0 0 52 0,0 1 26 0,2 7 14 15,-2-10-5-15,2 10-15 0,0 0 11 16,0 0 28-16,0 0 7 0,2 29-14 0,-2-11-22 16,4 7-10-16,-4 12-28 15,6-1-8-15,-1-2-19 0,4 2-9 0,2-3-18 16,-6-4-7-16,10 0-31 0,-1-6-53 15,-1-1-59-15,-3-7-49 0,3-1-70 0,-4-7-97 16,5-2-134-16,-3-5-144 0,1-2-203 16,5-5 27-16,0-3 76 0,5-10-518 0,1-4-622 15</inkml:trace>
  <inkml:trace contextRef="#ctx0" brushRef="#br0" timeOffset="65603.84">9015 7870 3076 0,'-21'4'85'0,"12"-1"52"0,-4 2 37 0,1 2 41 16,-1 3 33-16,-1 2 17 0,1 4 9 16,6 0-14-16,-2 2-8 0,0 3-21 15,0 6-6-15,9-4-31 0,0-3-19 0,2-3-19 16,3-1-11-16,3 1-18 0,-1-4-10 16,1-1-28-16,2 0-30 0,-1-1-49 0,3-1-55 15,-1-2-73-15,3-1-88 0,-3-3-120 16,0-2-129-16,1 2-187 0,-3-4-68 0,1 0 74 15,-10 0-512-15,17 0-616 0</inkml:trace>
  <inkml:trace contextRef="#ctx0" brushRef="#br0" timeOffset="65937.86">9234 7940 3527 0,'-25'16'194'0,"22"-11"43"16,-5 2 30-16,6 2 15 0,-3 0 10 15,1 2-4-15,2 1-15 0,4-1-16 0,2 1-29 16,1 5-14-16,3-5-17 16,4 5-18-16,1-5-11 0,2-4-14 0,-2-2-13 15,5 0-6-15,-1-2-6 0,-2-4-4 16,7-4-8-16,0-2-2 0,-1-3-6 0,-3-1-1 16,0-1 0-16,3-8-3 0,-6 2 9 15,-4 1 0-15,-3 0-100 0,0 0-14 0,-5 0 0 16,-3-2 0-16,-1 1 0 0,-7-3 0 15,1 4 0-15,0 2 0 0,-4 4 0 0,0 1 0 16,-1 6 0-16,-1 3 0 0,-2 3 0 16,-8 2 0-16,-3 9 0 0,-1 3 0 0,2 4 0 15,4 1 0-15,0 1-305 0,2 2-199 16,-1-2-156-16,8 2-202 0,-1-9 29 16,10-4 96-16,1-4-722 0,4-3-908 0</inkml:trace>
  <inkml:trace contextRef="#ctx0" brushRef="#br0" timeOffset="66485.75">9559 7881 4501 0,'0'0'253'0,"1"-9"18"0,-1 9 10 16,0 0 14-16,0 0-8 0,0 0 27 16,0 0 6-16,0 0-21 0,22 15-23 0,-13-5-30 15,2 7-24-15,1-3-20 0,-1 3-20 16,3 8-34-16,-3-5-54 0,-4 1-94 0,-1-3 0 15,0 0 0-15,-4 0 0 0,2-2 0 16,-2 1 0-16,0-3 0 0,0-4 0 0,-1 1 0 16,-1-3 0-16,2-1 0 0,-2-7 0 15,0 0 0-15,0 0 0 0,0 0 0 16,0 0 0-16,2-33 0 0,2 11 0 16,1-10 0-16,0 3 0 0,2 10 0 0,-3-3 0 15,2 8 0-15,-1-1 0 0,3 2 0 16,-4 4 0-16,2 1 0 0,1 3 0 15,0 1 0-15,-7 4 0 0,22-2 0 0,-15 4 0 16,5 0 0-16,-1 4 0 0,-2-4 0 16,3 4 0-16,-2 0 0 0,-3-2 0 0,1 3 0 15,0 1 0-15,-1-2 0 0,-1-2 0 16,-3 0 0-16,4 1 0 0,-7-5 0 16,7 3 0-16,-7-3 0 0,0 0 0 0,13-14 0 15,-6-1 0-15,2 1 0 0,2-4 0 16,-2 1 0-16,1 3 0 0,-2 1 0 15,-1 0 0-15,3 3 0 0,-4 2 0 0,3 4 0 16,0 1 0-16,1 1 0 0,-10 2 0 16,17 3 0-16,-5 3 0 0,-1 2 0 0,-2 1 0 15,3 1 0-15,-2 0 0 0,-1 0 0 16,-1 3 0-16,1-5 0 0,-3 1 0 0,1-1 0 16,2 2 0-16,-4-3 0 15,3 1 0-15,-5-2 0 0,3 0 0 0,-2-4-333 16,-4-2-309-16,0 0-193 0,6 4-44 0,-6-4 99 15,0 0-826-15,0 0-1046 0</inkml:trace>
  <inkml:trace contextRef="#ctx0" brushRef="#br0" timeOffset="66802.88">10094 7925 4280 0,'-12'-4'98'0,"12"4"54"0,0 0 25 0,-13-2 10 0,13 2 33 16,0 0 46-16,0 0 14 0,-5 14-3 15,5-14-17-15,5 14-20 0,1-4-25 16,1 3-23-16,-1-3-19 0,4 0-13 0,-1 3-20 16,2-3-10-16,1-3-12 0,1 5-6 15,3-9-4-15,1 2-2 0,-2-3-7 0,6-2-9 16,0-4-7-16,4-2-55 16,-2 0-28-16,8-5 0 0,-8 2 0 0,-5 0 0 15,-5 1 0-15,1-1 0 0,-5 1 0 16,1-3 0-16,-4 2 0 0,-3 0 0 0,-3-2 0 15,-3-2 0-15,-3 0 0 0,2 1 0 16,-6 1 0-16,-3 5 0 0,1 3 0 0,0 3 0 16,-8 1 0-16,2 5 0 0,-5 2 0 15,3 0 0-15,-5 10-47 0,3-1-452 0,-3 0-121 16,9-2-172-16,2-2-71 0,4-4 89 16,0-2-789-16,6 0-1006 0</inkml:trace>
  <inkml:trace contextRef="#ctx0" brushRef="#br0" timeOffset="67252.92">10532 7561 4779 0,'-3'-5'229'0,"-3"2"27"15,6 3 16-15,-6-4-1 0,6 4 29 0,0 0 28 16,0 0 3-16,13 26-11 0,-2-9-27 15,3 9-28-15,-1 3-21 0,3 1-23 16,-3-1-139-16,1 1-82 0,-3-1 0 16,0-1 0-16,-1-4 0 0,-1-5 0 0,-3-1 0 15,1-2 0-15,0-4 0 0,-2 0 0 16,-3-3 0-16,4-1 0 0,-3-1 0 0,-3-7 0 16,4 9 0-16,-4-9 0 0,0 0 0 15,0 0 0-15,0 0 0 0,10-19 0 0,-13 7 0 16,3-1 0-16,-5 0 0 0,1 3 0 15,-3 0 0-15,1 1 0 0,-4 4 0 0,-1 2 0 16,11 3 0-16,-27 10 0 0,11 0 0 16,-2 4 0-16,-1 6 0 0,4 4 0 0,4-3 0 15,2-6 0-15,4 6 0 16,1-7 0-16,2-3 0 0,2 2 0 0,4-1 0 16,2-4 0-16,-1-2 0 0,4-2 0 15,-2 0 0-15,4-4 0 0,3 0 0 0,2-5 0 16,0-1 0-16,4-3 0 0,7-5-478 15,-2-3-202-15,2-2-185 0,-2 1 12 0,0-2 99 16,-3 2-797-16,-4 3-995 0</inkml:trace>
  <inkml:trace contextRef="#ctx0" brushRef="#br0" timeOffset="67802.21">10896 7827 4434 0,'-23'0'176'15,"23"0"55"-15,0 0 17 16,0 0 16-16,0 0 29 0,0 0 21 0,0 0 8 15,0 0-11-15,0 0-21 0,0 0-30 16,0 0-33-16,9 21-24 0,-2-16-5 0,-7-5-35 16,9 7-10-16,-3-2-49 0,-6-5-104 15,5 10 0-15,0-4 0 0,-5-6 0 0,0 9 0 16,0-9 0-16,-5 13 0 0,3-8 0 16,-1 2 0-16,-5-3 0 0,1 2 0 0,-1-4 0 15,8-2 0-15,-17 1 0 0,17-1 0 16,-14-10 0-16,10 2 0 0,1-3 0 15,-1-1 0-15,6 0 0 0,0 0 0 16,1 2 0-16,6 1 0 0,-2 3 0 0,4-3 0 16,1 4 0-16,1 2 0 0,3 2 0 15,-1 1 0-15,0 0 0 0,2 4 0 0,1-3 0 16,0 5 0-16,0-5 0 0,-2 3 0 16,2-2 0-16,-4-2 0 0,0 0 0 0,1-2 0 15,1-3 0-15,-1-2 0 0,-2-2 0 16,-1-2 0-16,0-3 0 0,-1-1 0 0,-4-2 0 15,0-5-2-15,-2 1-144 0,-1-4 4 16,-2-1 16-16,-4-11 8 0,-2-1 14 0,-4-2 9 16,-3-7 11-16,1 6 19 15,2 9 28-15,-1 3 23 0,1 8 39 0,5 4 15 16,-1 5 12-16,-1 2 7 0,2 5 18 16,-1 2 24-16,4 3 18 0,0 0 8 0,0 0 1 15,-5 25-7-15,6-8-37 0,3 4-84 16,6 8 0-16,-1 4 0 0,4 0 0 15,-1-3 0-15,1 0 0 0,1 3 0 0,-1-2 0 16,3-2 0-16,0-4 0 0,-3-4 0 16,-1-4 0-16,-1-3 0 0,3 1 0 0,-3-5-206 15,1-2-259-15,-2 0-123 0,-3-2-156 16,2 0-107-16,0-1 88 0,-6-2-793 0,-1 2-998 16</inkml:trace>
  <inkml:trace contextRef="#ctx0" brushRef="#br0" timeOffset="67985.75">11197 7635 4798 0,'-7'-4'298'0,"1"0"24"0,6 4 23 0,-10-4 31 15,10 4 29-15,0 0 6 0,0 0-11 16,0 0-19-16,0 0-36 0,0 0-235 0,0 0-110 16,2 22 0-16,-2-22 0 0,16 2 0 15,-7-2 0-15,-9 0 0 0,34-10 0 0,-9-6-25 16,2 1-651-16,4-4-227 0,-3 2 12 15,3 5 88-15,-6 3-861 0,-5 8-1101 16</inkml:trace>
  <inkml:trace contextRef="#ctx0" brushRef="#br0" timeOffset="68368.92">11586 7732 5016 0,'-10'3'194'0,"10"-3"41"0,-11 3 29 0,11-3 31 15,0 0 12-15,0 0-2 0,0 0-15 16,0 0-22-16,0 0-26 0,0 0-22 0,0 0-22 16,0 0-20-16,21-25-19 15,-11 15-139-15,1 0-20 0,-1 0 0 0,-1 1 0 16,-2-4 0-16,4 1 0 0,-6 3 0 16,-1 0 0-16,0 1 0 0,-4 8 0 0,-2-9 0 15,2 9 0-15,0 0 0 0,-27 13 0 16,9 0 0-16,0 8 0 0,-3 4 0 0,2 0 0 15,3 0 0-15,5-3 0 0,5-2 0 16,2-2 0-16,2 0 0 0,4-3 0 16,2 0 0-16,2 1 0 0,0-4 0 0,3-2 0 15,3 0 0-15,1-3 0 0,0-3 0 16,1-3 0-16,1-1 0 0,0 0 0 16,-2-1 0-16,1 0 0 0,1-4 0 0,-3 2 0 15,-1-1 0-15,-4 3 0 0,-7 1 0 16,14-4 0-16,-14 4-517 0,10 0-144 15,-10 0-170-15,0 0-23 0,0 0 94 0,-20 19-794 16,-2-2-996-16</inkml:trace>
  <inkml:trace contextRef="#ctx0" brushRef="#br0" timeOffset="69435.27">3508 10737 4134 0,'-6'-10'-113'0,"2"1"50"15,0 1 44-15,1 2 42 0,3 6 34 0,-6-8 12 16,6 8-8-16,-2-7 1 0,2 7 6 16,0 0 12-16,0 0 15 0,0 0 7 15,17 15-1-15,-7-2-8 0,3 2-1 16,5 7 0-16,-4 2-3 0,2 2-4 16,-1-3-5-16,-1 5-5 0,-5-5-6 0,-2-4-5 15,1 1-4-15,-2-1 3 0,-2-2 3 16,-2-1 2-16,-2-3 3 0,0 1 5 0,-2 0-9 15,0-3-5-15,-3-3-5 0,-2-2-2 16,2-2-1-16,5-4-6 0,-20 0 7 0,7-7-11 16,-3-3-3-16,-4-11-13 0,1-3-12 15,0-3-7-15,2-1-3 0,8 5-3 16,-2 6-2-16,4 0 3 0,1 3-4 0,1 5-3 16,1-2-2-16,-1 4 0 0,5 7-3 15,3-8 5-15,-3 8 3 0,13-4 4 16,-13 4 6-16,0 0 2 0,42 12-2 15,-19-5 4-15,11 4-1 0,0 0 0 0,5 1 2 16,1 1-1-16,-1-3-8 0,0-1 1 16,-4 1-3-16,-3-2-27 0,-10 1-38 0,-3-5-44 15,-1 2-48-15,-5-2-59 0,-2-2-53 16,1 2-62-16,-3-4-98 0,-9 0-168 16,0 0-95-16,16-4 73 0,-16 4-399 0,0-12-489 15</inkml:trace>
  <inkml:trace contextRef="#ctx0" brushRef="#br0" timeOffset="69686.09">3664 10346 3082 0,'-17'-14'122'0,"-3"4"41"16,9 2 41-16,0 3 35 0,6-1 6 0,-2 2-9 16,7 4-16-16,0 0-32 0,0 0 41 15,0 0 24-15,-3 23-13 0,11-2-15 0,7 11-17 16,4 10-17-16,3 2-21 0,5-1-14 15,0 0-13-15,3 1-15 0,1-1-9 0,1-3-9 16,-3-4-19-16,1-2-14 0,-7-7-49 16,0 0-46-16,-4-3-50 0,0-4-63 15,-1-3-64-15,-7-5-73 0,-2-3-76 16,0 1-62-16,0-6-73 0,-2-1-128 16,-7-3-105-16,0 0 66 0,16-17-440 0,-11 2-557 15</inkml:trace>
  <inkml:trace contextRef="#ctx0" brushRef="#br0" timeOffset="69918.75">3988 10301 2807 0,'-8'-20'5'0,"1"3"70"0,1 2 67 16,-2 5 44-16,3 0 54 0,-1 2 25 0,2 3 13 15,-1-1-15-15,1 0-23 0,4 6-29 16,0 0-17-16,0 0 28 0,0 0 3 0,4 25 1 16,7 2-19-16,5 4-3 15,4 8-5-15,3 7-15 0,4-1-13 0,0 5-17 16,-1-5-19-16,5 1-8 0,-1 1-10 15,-5-8-14-15,6-1-31 0,-11-9-24 0,1 0-37 16,-4-1-38-16,2-6-45 0,-5-5-46 16,-5-2-51-16,1-4-46 0,-3-5-66 15,1 0-72-15,-4-2-75 0,-4-4-129 0,0 0-192 16,0 0 56-16,6-20 80 0,-6 1-420 16,-2-4-506-16</inkml:trace>
  <inkml:trace contextRef="#ctx0" brushRef="#br0" timeOffset="70768.69">4482 9917 3211 0,'-4'-7'185'0,"4"7"-21"16,-6-6-12-16,6 6 2 0,0 0 29 0,0 0 32 16,10 23 8-16,-1-3-2 0,9 5-12 15,6 12-10-15,4 5-14 0,1 1-23 0,2 2-8 16,1-1-10-16,0-1-25 0,1-1-13 15,-3 0-8-15,-3-2-8 0,0-4-8 0,-10-7-15 16,0-4 1-16,-7-6-15 0,-1-2 2 16,-3-3-6-16,-1 0-1 0,-3-4-6 15,0-2 2-15,-2 1-9 0,-2-1-17 16,-2-4-16-16,-3 2-28 0,-2-4-22 0,-3 0-24 16,-3 0-21-16,-1-4-13 0,-2 0-8 15,0-2-5-15,-3-1-7 0,4-1 3 16,0-3 0-16,4 1 7 0,1-1 2 0,5-4-11 15,1-1-5-15,4-2-24 0,4-5-22 16,2-2-15-16,8-11-15 0,2-2-7 0,8-8 15 16,8-1 16-16,3-3 19 0,3-4 20 15,-2 3 15-15,-2 3 16 0,-1 1 11 0,-6 1 24 16,-8 3 20-16,-6 4 23 0,-5 1 16 16,-6 7 20-16,-2-7 28 0,-4 4 19 15,1 7 26-15,-4 7 3 0,4 6-1 16,-1-1 6-16,-3 6-7 0,4 4 14 15,5 3 9-15,-20 10 11 0,7 5 6 0,-4 9 6 16,4 10 4-16,1 0 8 0,4 7 6 16,-4 10 0-16,7-8-7 0,3 1-6 0,0 1-9 15,4-2-10-15,4-1-10 0,4 5-3 16,1-7-11-16,3-5-9 0,-1 0-2 0,2-4-11 16,-2-8-6-16,-2-3-4 0,1-7 1 15,-4-2-2-15,-1-6-1 0,3-7-3 16,-10 2-4-16,22-20-5 0,-6-7 1 15,3 0-8-15,-4 0-2 0,0 2-2 0,-3 2 0 16,-3 9 1-16,-1 4 1 0,-2 1 0 16,0 1-1-16,-1 4 9 0,-5 4 37 15,13-3 15-15,-13 3 8 0,0 0-7 0,23 10-8 16,-12-3 1-16,-2 0-10 0,2 1-1 16,-2 3-10-16,3-5-8 0,-1 2-8 0,-4-4 1 15,4 4 1-15,-2-4-2 0,0-4-5 16,-9 0-5-16,0 0-5 0,31-8 3 0,-21 4-9 15,1-6 10-15,3-5-18 0,-3-2 4 16,-2 1-5-16,7-9 3 0,-7 6-9 0,0 3-5 16,-2 6-1-16,-2 0-7 15,1 1 4-15,-2 3-21 0,-3 1-17 0,-1 5-5 16,8-6 3-16,-8 6 1 0,10-3 9 16,-10 3-2-16,0 0 0 0,0 0-3 0,27 3-1 15,-27-3 2-15,22-1-6 0,-8-1-10 16,1-3-14-16,2-5-30 0,2 2-36 15,-2-1-49-15,8-11-69 0,-2-1-76 0,-1-2-87 16,-2-3-99-16,-1 2-158 0,-2-2-31 16,2 1 77-16,-2 0-475 0,-5 7-567 0</inkml:trace>
  <inkml:trace contextRef="#ctx0" brushRef="#br0" timeOffset="71185.22">6023 9697 3554 0,'-11'4'343'0,"5"-2"-9"0,6-2-33 0,0 0-21 16,-9 8-21-16,9-8 3 0,4 11 10 16,3 1-14-16,2-1-26 0,9 11-20 0,2-3-19 15,3 6-20-15,1-1-19 0,0 0-15 16,-5 2-13-16,2-4-13 0,-1 0-12 15,-4 0 0-15,-2-5-12 0,-5 0-12 16,-3-5-6-16,2 0-8 0,0-5-8 0,-7 1-11 16,3-1-4-16,0-2-6 0,-4-5-20 15,0 0-10-15,0 0-7 0,0 0-5 0,5-27 0 16,-5 7 8-16,-2-5-2 0,2-13-3 16,0 7 0-16,0 5 7 0,0 3 3 0,2 4 3 15,-2 0 11-15,2 5-4 0,-2 2 2 16,4 2-4-16,1 3 0 0,-2 2 2 15,6 2 0-15,-9 3-7 0,16-2 3 0,-16 2 1 16,22 5-2-16,-8-2-2 16,-1 3-34-16,3 0-49 0,0-2-60 0,-2-1-51 15,-1 1-60-15,1-1-66 0,-1 0-65 16,-4-3-66-16,-9 0-73 0,22-2-115 0,-11-2-117 16,-3-2 71-16,1 0-570 0,0-3-708 15</inkml:trace>
  <inkml:trace contextRef="#ctx0" brushRef="#br0" timeOffset="71468.88">6582 9606 3266 0,'0'-6'46'0,"0"6"88"0,2-7 30 16,-2 7 45-16,0 0 28 0,0 0 18 16,0 0-5-16,9 21-10 0,-2-13-20 15,-2 5-18-15,2-2-19 0,4 1-13 0,-3-2-18 16,4 1-13-16,1-1-18 0,1-2-9 16,-3-4-5-16,3 0-10 0,-1-2-14 0,4-6-8 15,0 0-5-15,0-4-3 16,0-2-6-16,0-3-9 0,-2 1-6 0,-1-5-3 15,-3 0-3-15,-2 1 18 0,-4-2-3 16,-1 1 6-16,-4-2 6 0,-2 2 1 0,-5-5 1 16,0 3-2-16,-2-1-15 0,-5 3-5 15,3 3-8-15,-4 3-5 0,1 7-5 0,-1 0-9 16,-2 6-28-16,4 4-32 0,-14 7-54 16,4 7-59-16,2 4-77 0,2-2-105 0,0 2-109 15,4-2-127-15,1-4-210 0,9-7 51 16,1-4 92-16,4-2-547 0,0-5-649 15</inkml:trace>
  <inkml:trace contextRef="#ctx0" brushRef="#br0" timeOffset="71901.56">7136 8726 3689 0,'-11'-4'266'0,"3"-1"19"15,2 2 27-15,6 3 12 0,0 0 21 0,0 0 36 16,-9 20 12-16,9 2-18 0,6 13-22 16,-1 7-22-16,5 19-33 0,1-3-28 15,2 5-25-15,3 3-26 0,2-2-114 16,-2 2-105-16,2-3 0 0,-2-1 0 0,-2-7 0 16,1-3 0-16,-3-15 0 0,-1-4 0 15,-4-4 0-15,1-7 0 0,-2-5 0 0,0-5 0 16,-1-1 0-16,-3-1 0 0,2-5 0 15,-2-3 0-15,-2-2 0 0,0 0 0 16,0 0 0-16,5-28 0 0,-6 11 0 0,-7-3 0 16,3-1 0-16,-9-6 0 0,3 5-98 15,0 5-73-15,-3 5 14 0,1 2 16 0,-3 6 13 16,1 4 9-16,1 4 16 0,-4 6 13 16,2 5 14-16,-4 7 11 0,2 5 16 15,4-4 12-15,3 2 9 0,4-6-4 16,3 3 4-16,3-5 7 0,-3 0 0 0,4-1-4 15,5 0-22-15,-3-1-42 0,4-1-56 16,1-1-79-16,1-3-96 0,2 2-119 0,-1-5-162 16,1-3-124-16,-1-2 70 0,2 2-555 15,-11-4-673-15</inkml:trace>
  <inkml:trace contextRef="#ctx0" brushRef="#br0" timeOffset="72568">7554 9455 3821 0,'-8'5'311'0,"0"-2"35"15,8-3 19-15,-11 4 9 0,11-4-14 16,0 0-30-16,-7 2-30 0,7-2-33 0,0 0-24 16,0 0-25-16,0 0-16 0,0 0-42 15,0 0-42-15,0 0-51 0,28-9-41 0,-17 0-37 16,0 1-18-16,1-1-19 0,-2-1-3 15,-3 0-1-15,1-3 2 0,-2 5 6 0,-1-3 1 16,-3 2 3-16,0 4 0 0,0-1 0 16,-2 6-1-16,0 0 5 0,0 0 11 0,0 0 1 15,-30 27-2-15,13 2 8 16,1 4 3-16,-3 10-1 0,6-7 4 0,2 2 2 16,2 0 2-16,2-5 2 0,3-4 0 15,4-6 1-15,0-5 0 0,2-1 6 0,2-3-2 16,1-7 8-16,2 3 5 0,0-6 3 15,3-2 1-15,-10-2 4 0,24-8-6 0,-6-3 3 16,6-9-8-16,3-5 5 0,1-10-4 16,3-7-4-16,-4-4-4 0,1-2 3 0,-3-6 2 15,-2-6-4-15,-2-6-2 0,-2 1 6 16,-4 3-4-16,-1 8 0 0,-5 15 0 16,-2 5-1-16,0 8 10 0,-3 8 3 15,-3 4-2-15,-1 4-9 0,0 3 3 16,0 7-3-16,0 0 4 0,0 0-6 0,0 0 4 15,-23 27 7-15,16-9-9 0,1 3-5 16,2-7 5-16,0 3 1 0,4-2 0 0,2-3 1 16,3 2 18-16,0-2 17 0,4 1 13 15,1-1 13-15,3 0 18 0,0 0 18 0,3-2 15 16,3 0 15-16,-4 1 10 0,2 1 9 16,0-2 11-16,1 2-145 0,-3 0-18 0,1 0 0 15,-4 0 0-15,-2-2 0 0,0 0 0 16,-3 2 0-16,1-1 0 0,-5-1 0 15,1 0 0-15,-2 1 0 0,-4 1 0 16,-2 1 0-16,-1 1 0 0,-3-1 0 0,-6 2 0 16,3-1 0-16,0-4 0 0,-4-2 0 15,0-1 0-15,-1 2 0 0,3-4 0 0,-1-3 0 16,1 2 0-16,0-2-492 0,1-4-506 16,12 2 91-16,-19-1 96 0,19 1-884 0,-17-3-1129 15</inkml:trace>
  <inkml:trace contextRef="#ctx0" brushRef="#br0" timeOffset="78283.97">8600 9027 5000 0,'-2'-8'47'15,"2"8"7"-15,0 0-1 0,0 0 35 16,0 0 30-16,0 0 17 0,0 0-3 15,10 24-8-15,-5-11-12 0,1-1-7 16,1 2-13-16,5 3-7 0,-1-2-11 0,2 2-7 16,3-5-14-16,-1 0-17 0,2-2-26 15,-4-1-11-15,3-3-22 0,-1 0-8 0,-3-3-5 16,1-2 3-16,-3 1 3 0,-10-2-2 16,18-3 3-16,-10 0 7 0,0 1 2 0,-2-4 2 15,-1 2 4-15,3 2 13 0,-5-3 10 16,2 1 7-16,-5 4 8 0,7-6 3 0,-7 6 1 15,6-2 1-15,-6 2-9 0,0 0 1 16,11-2-2-16,-11 2 2 0,16-2-1 0,-16 2-3 16,16 0 0-16,-4-4 4 15,1 2-4-15,1-3-2 0,3 1 2 0,2-4-1 0,0 0-2 16,-2-2 1-16,3-1-2 16,-6 1 6-16,4-2 2 0,-5 3 8 0,-1-3 6 15,-3 4 5-15,-2-4 11 0,-1 3 5 16,1 1-2-16,-6-1-13 0,-1 1-2 15,0-2-3-15,-1-3-11 0,-6 1-18 0,0-3-21 16,-1 1-23-16,-2 3-42 0,1-1-54 16,1 3-76-16,-1 2-112 0,-3 4-109 15,5 1-122-15,7 2-190 0,-20 5 63 0,13-1 73 16,1 0-463-16,-1 2-540 0</inkml:trace>
  <inkml:trace contextRef="#ctx0" brushRef="#br0" timeOffset="78484.27">9153 8700 3192 0,'2'-7'82'0,"-2"7"0"0,0 0 8 0,0 0 40 15,0 0 22-15,0 0 1 0,20 12-12 16,-10 0-15-16,3 3-14 0,5 9-10 16,-2 2-7-16,0 0-18 0,-1 1-40 0,1 1-41 15,-7-5-68-15,4 2-79 0,-5-4-70 16,0-3-90-16,-5-2-100 0,5-1-131 15,-5-4 22-15,2-3-276 0,-1-1-283 16</inkml:trace>
  <inkml:trace contextRef="#ctx0" brushRef="#br0" timeOffset="78633.88">9216 8390 2410 0,'-14'-11'119'0,"7"5"-1"0,-1 0-6 15,3 3-21-15,5 3-16 0,0 0-35 0,0 0-60 16,0 0-97-16,0 0-155 0,0 0-212 16,16 21 40-16,2-11-110 0,-3 2-56 15</inkml:trace>
  <inkml:trace contextRef="#ctx0" brushRef="#br0" timeOffset="79333.82">9499 8450 2090 0,'-7'-7'362'16,"2"3"21"-16,5 4 0 0,-11-7-9 0,11 7-20 16,-5-3-24-16,5 3-31 0,0 0-7 15,0 0 19-15,0 0-22 0,9 32-26 0,-1-11-28 16,5 8-25-16,0 5-20 16,3-3-16-16,0 4-23 0,0-2-18 0,-3-1-17 0,1-1-24 15,-5 0-21-15,-1-6-20 16,-2-3-18-16,-2-5-21 0,0 1-21 0,-3-3-21 15,-2-1-9-15,-1-2-27 0,0 1-29 16,-4-1-23-16,2 0-21 0,-4-4-11 0,-1 1 5 16,2-5 17-16,-4 0 6 0,0-2 20 15,11-2 9-15,-21-6 8 0,10 2 3 0,2-2 10 16,0-2 6-16,6-3 4 0,1 1 1 16,2-5-2-16,5-1-5 0,4-5-3 0,6-10 2 15,2-3 8-15,7-5 7 0,3-2 4 16,3-4 5-16,-5 2 7 0,2 3 15 15,0-1 6-15,-4 0 12 0,-4 11 10 16,-4 1 11-16,-6 0 18 0,1 5 20 16,-4 5 17-16,-2 3 6 0,-2 3 0 0,-4-1-4 15,0 1-12-15,0 3-5 0,0 4-2 16,-6 2-9-16,8 4-6 0,0 0-2 0,-22 12-4 16,8 1-5-16,5 7 0 0,-1-1-4 15,-1 9-2-15,1 4 4 0,3-3-6 0,4-2 0 16,3-5-1-16,3 1 0 0,2 0-1 15,-1-6-3-15,4 3 3 0,-1-7 0 0,7 1-1 16,-5-3 1-16,0-3-1 16,5-2 3-16,-5 0 11 0,3-2 10 0,-1-4 16 15,-11 0 15-15,25-4 21 0,-12-2 13 16,1 2 22-16,-3-1 19 0,-2 0 1 0,4 2-3 16,-13 3-15-16,12-6-8 0,-6 6-4 15,-6 0 5-15,18 6-19 0,-13-2-6 0,4 3-9 16,3 2-9-16,-2 3-8 0,1-3-9 15,-1 0-9-15,-1 0-4 0,2 0-7 0,1-2-15 16,-1 1-28-16,-2-1 0 0,2-4 0 16,-4 1 0-16,2-2 0 0,1-1 0 15,-10-1 0-15,15-1-19 0,-15 1-88 16,18-6-57-16,-13 3-69 0,5 0-89 16,-7-1-115-16,4 0-153 0,-7 4-173 0,7-8-32 15,-3 3 94-15,-1 0-680 0,1 0-834 16</inkml:trace>
  <inkml:trace contextRef="#ctx0" brushRef="#br0" timeOffset="79867.83">10482 8407 4293 0,'0'0'280'16,"-13"0"2"-16,13 0 0 0,0 0-5 0,0 0-9 0,-15 3 7 0,15-3 3 15,3 11-19-15,-3-11-23 16,12 20-26-16,-6-5-17 0,3 1-21 0,1-1-19 16,1 4-16-16,-3-1-13 0,0-2-13 15,1 1-12-15,-3 0-9 0,-1-5-14 16,-1 1-6-16,3-3-44 0,-4-1-26 0,-1-2 0 16,2 0 0-16,-2-1 0 0,-2-6 0 15,3 6 0-15,-3-6 0 0,0 0 0 0,0 0 0 16,2-23 0-16,-2 5 0 0,2-1 0 15,-2-4 0-15,4 1 0 0,-2 3 0 0,0 3 0 16,0 5 0-16,-2-1 0 16,2 4 0-16,0 2 0 0,-2 6 0 0,9-4 0 15,-9 4 0-15,0 0 0 0,23 9 0 16,-13-4 0-16,-1 4 0 0,3-2 0 0,-1 1 0 16,3-1 0-16,-1 0 0 0,0-2 0 15,-1 1 0-15,-1-6 0 0,1 2 0 0,-12-2 0 16,22-2 0-16,-10 0 0 0,1-6 0 15,4-2 0-15,-2-3 0 0,5-8 0 0,-6 5 0 16,2 1 0-16,-3 1 0 0,-1 4 0 16,-1 0 0-16,-4 3 0 0,2-3 0 0,-4 6 0 15,5-1 0-15,-5 2 0 16,-5 3 0-16,14-4 0 0,-14 4 0 0,0 0 0 0,0 0 0 16,27 7 0-16,-22-5 0 15,-5-2 0-15,13 7 0 0,-7-4 0 0,0-1-27 16,-6-2-423-16,11 5-136 0,-11-5-172 15,11 2-107-15,-11-2 89 0,0 0-832 0,18-6-1049 16</inkml:trace>
  <inkml:trace contextRef="#ctx0" brushRef="#br0" timeOffset="80266.55">11249 8102 4962 0,'-12'-7'276'0,"8"5"5"0,4 2 21 0,0 0 13 15,0 0 22-15,0 0 3 0,0 0-15 16,0 0-26-16,0 0-32 0,24 17-18 0,-17-6-31 16,2-1-198-16,3 5-20 0,-3 0 0 15,1-1 0-15,-4 3 0 0,2-1 0 0,-7 1 0 16,1-2 0-16,-2 1 0 0,0-2 0 16,-2 2 0-16,-3-1 0 0,-2-1 0 0,0 1 0 15,0-3 0-15,-3 0 0 0,-4-5 0 16,5-1 0-16,-2-2 0 0,1-4 0 0,10 0 0 15,-20-13 0-15,11 2 0 0,0-4 0 16,4-2 0-16,1 3 0 0,2-1 0 16,4-3 0-16,2 6 0 0,-3 1 0 15,7 3 0-15,-1 2 0 0,5 0 0 0,-1 4 0 16,5 2 0-16,1-1 0 0,0 4 0 16,4-2 0-16,0 5 0 0,4 1 0 0,0-1 0 15,0 0 0-15,-3 0 0 0,3-1 0 16,5 5 0-16,-3-6 0 0,-6-2 0 0,0 2-117 15,-4-3-168-15,-2-1-46 0,1-3-69 16,-2-1-66-16,-2 0-81 0,-2-4-124 0,-3 1-99 16,1-1 77-16,-4-2-637 0,0 2-787 15</inkml:trace>
  <inkml:trace contextRef="#ctx0" brushRef="#br0" timeOffset="80533.57">11609 7962 3506 0,'-4'-5'123'16,"2"0"80"-16,2 5 49 0,0 0 46 15,0 0 49-15,0 0 23 0,0 0 11 0,0 0-2 16,0 0-11-16,30 10-14 0,-17 0-38 16,-4 0-18-16,4 5-27 0,-3 3-11 0,1-1-41 15,3 9-17-15,-7-1-158 0,1-4-44 16,-3 0 0-16,-1 4 0 0,-1-3 0 0,-3-2 0 16,-1-1 0-16,-1 1 0 0,-2-4 0 15,2-1 0-15,-1 1 0 0,-3-3 0 0,2-3 0 16,-4-2 0-16,2-2 0 15,1-6 0-15,5 0 0 0,-13 0 0 0,13 0-9 16,-14-12-386-16,10-2-70 0,3-3-83 16,-3-8-95-16,8 1-107 0,-3-2-17 0,5-6 71 15,0 6-637-15,0 4-788 0</inkml:trace>
  <inkml:trace contextRef="#ctx0" brushRef="#br0" timeOffset="80950.09">11719 7999 3577 0,'0'-10'41'0,"4"1"104"0,-4 3 60 15,0 6 35-15,0 0 24 0,0 0 34 0,0 0 16 16,0 0 8-16,0 0 2 0,0 0-17 15,2 37-33-15,-2-19-20 0,2 6-26 16,0-3-18-16,-2 1-25 0,1-1-17 0,1 0-18 16,3-5-16-16,1 0-15 0,-3-4-11 15,5 2-8-15,-3-7-12 0,3-2-16 16,2-2-17-16,-10-3-46 0,19 0-9 16,-19 0 0-16,26-10 0 0,-8-2 0 0,-6 0 0 15,0 2 0-15,3-6 0 0,5-6 0 16,-6-3 0-16,2 2 0 0,-5 6 0 0,-1 5 0 15,0 0 0-15,-5 4 0 0,1 0 0 16,0-1 0-16,0 7 0 0,-6 2 0 0,7-6 0 16,-7 6 0-16,0 0 0 0,0 0 0 15,13 17 0-15,-8-9 0 0,-3 0 0 0,-1 2 0 16,3-3 0-16,2 1 0 0,-1 0 0 16,1-3 0-16,-3 0 0 0,8 0 0 15,-11-5 0-15,12 5 0 0,-12-5 0 16,20-3 0-16,-9 1 0 0,1-1 0 0,-3-3 0 15,2 2 0-15,3-2 0 0,-1 1 0 16,5-1 0-16,-7 3 0 0,3-2 0 0,-3 2 0 16,-2 3 0-16,-9 0 0 0,17-2 0 15,-17 2 0-15,12 2 0 0,-12-2 0 0,7 2 0 16,-7-2 0-16,0 0 0 0,0 8-357 16,0-8-385-16,-7 10-185 0,-3-4 82 0,-4 0 90 15,3 1-798-15,-3 2-995 16</inkml:trace>
  <inkml:trace contextRef="#ctx0" brushRef="#br0" timeOffset="82550.03">5120 10950 4260 0,'0'-4'-56'16,"0"4"24"-16,0 0 19 0,0 0 26 0,0 0 31 15,0 0 23-15,0 0 12 0,-10 36 8 16,8-19 3-16,-3 5-5 0,3-4 2 0,0 1-5 16,0-1-3-16,2-1-12 0,0-3 2 15,0 1-8-15,2-2-2 0,2-1-5 16,0-2-8-16,-3 5-2 0,5 1-5 16,2 5-3-16,3 4-7 0,3 3-2 0,-3 2 2 15,2-1-8-15,1 0-26 0,-1-3-19 16,1-1-26-16,1-1-20 0,0-7-39 15,-2-5-31-15,1-5-38 0,-1-5-28 0,3-4-16 16,2-5-7-16,9-8 4 0,0-8 16 16,-2-3 19-16,-3-10 25 0,-5 4 24 0,-1-13 23 15,-1-3 32-15,-6-1 41 0,-5 5 36 16,-1 1 31-16,-3-6 33 0,0-8 41 16,-5 16 34-16,3 2 26 0,-1 4 30 0,-3 10 16 15,4 5 3-15,0 5-8 0,0 3-16 16,-1 5-16-16,1 1-18 0,2 6-5 15,0 0-1-15,0 0-7 0,-7 35-11 16,7 2-14-16,5 5-2 0,2 12-19 0,3 2 1 16,2 0-16-16,4-4-2 0,4 0-9 15,2-6-2-15,1-5 1 0,2-3-20 0,-4-9 1 16,-1-7-7-16,2 0-8 0,-3-11 5 16,-4-2-8-16,-1-5 3 0,-1-4-9 0,2-4 4 15,2-5-2-15,4-11 0 0,1-5-4 16,-4-2 1-16,1-2-2 0,-2 0-2 0,-1 0 0 15,-1 2-4-15,-3 9 2 0,-5 5-3 16,-2 1-7-16,1 6 3 0,2 3 4 16,-8 3-1-16,13 0 1 0,-13 0 2 15,20 6 8-15,-9 3-5 0,3-1-6 16,0 5-3-16,-1-5 5 0,1 0 6 0,-1 1-12 16,7-2 1-16,-8 0-2 0,0-3 4 15,1-3 5-15,-1-1 6 0,1-5-6 0,3-1 1 16,-1-5-6-16,6-11 4 0,-2-1 2 15,-2-2-4-15,-2-1 12 0,-1-2 7 0,-3 6 7 16,-3 5 8-16,1 2 1 0,-5 1 23 16,0 3-26-16,-1 3-11 0,1 1-2 0,-2-1-2 15,3 2-7-15,-2 0 5 16,-3 6-9-16,6-5 2 0,-6 5-9 0,0 0 6 16,16-4-25-16,-16 4-16 0,14-1-15 15,-14 1-29-15,15 0-23 0,-15 0-23 0,21-2-27 16,-13 0-8-16,2-2-14 0,-1-1-12 15,0-2 5-15,-1-3-14 0,4-3-6 16,-5-3-3-16,2-5 7 0,0-8 3 0,0-4 21 16,-3-6 15-16,-5-2 9 0,-1-3 28 15,-5-14 12-15,-3 2 26 0,-4-2 21 0,1 6 28 16,-2 7 33-16,1 7 29 0,1 5 29 16,4 9 24-16,0 7 6 0,4-1-7 0,-1 11-8 15,2 3-4-15,2 4 15 0,0 0 8 16,0 21-4-16,6 1-11 0,2 11-6 15,1 1-10-15,6 8-3 0,-5-8-9 16,1 1-6-16,5-5-15 0,-1-1-31 0,1 0-38 16,-2-5-42-16,2-7-64 0,-1-4-73 15,2-2-58-15,-4-3-75 0,-2-1-92 16,1-4-176-16,-1 1 52 0,2-4-341 0,-4 0-386 16</inkml:trace>
  <inkml:trace contextRef="#ctx0" brushRef="#br0" timeOffset="83182.57">3523 13196 2814 0,'-4'-17'143'0,"1"-3"-11"0,3 4-15 16,3-1-12-16,3-5 1 0,3 5-13 15,1-1-4-15,3 3-5 0,1-1-8 0,-1 9 2 16,1 2-6-16,-1 5 14 0,-13 0 19 16,28 14 15-16,-15 1 6 0,3 9-4 0,-3 1 5 15,-1 4 12-15,-3 2 10 0,-1-4-1 16,-5-7-11-16,4-2-13 0,-3-3-10 0,-1-3-11 15,1 0-11-15,0-2-8 0,-3-3-10 16,5 0-9-16,0-3-18 0,0-3-42 16,-6-1-67-16,18-9-65 0,-5-6-89 15,3-9-68-15,0-7-58 0,-5-7-66 16,-4-3-55-16,-3-4-68 0,-6-13-50 0,-5 0-393 16,-6-5-450-16</inkml:trace>
  <inkml:trace contextRef="#ctx0" brushRef="#br0" timeOffset="83482.85">3487 12446 2625 0,'-32'9'-48'0,"-15"13"22"0,4 9 24 0,-5 14 32 16,-7 15 29-16,4 15 30 0,1 12 36 0,8 8 28 16,2 10 16-16,5 14 9 0,13 0 12 15,5 2-1-15,9-2-2 0,12-7 1 0,7-7-15 16,10-16-19-16,10-4-14 16,12-13-12-16,13-17-5 0,-5-22-16 0,12-13-8 0,7-11-16 15,5-18-32-15,22-16-37 16,-1-16-35-16,-5-11-19 0,-5-10-22 0,-4-11-9 15,-14-5 19-15,-7-6 0 0,-7 0 11 16,-12 2 23-16,-14-1 21 0,-8 17 43 16,-9 1 22-16,-8 0 32 0,-10 1 11 0,-9 2 2 15,-8 2-8-15,-20-10-13 0,-10 3-11 16,-12 10-9-16,-10 7-6 0,-4 11-16 0,11 19-17 16,-2 13-25-16,1 12-31 0,5 12-44 15,-15 21-62-15,4 9-84 0,8 17-93 0,2 5-101 16,12 6-183-16,2 0-72 15,9 0 69-15,7-3-352 0,16-16-425 0</inkml:trace>
  <inkml:trace contextRef="#ctx0" brushRef="#br0" timeOffset="84366.55">4509 12841 2512 0,'0'-6'33'0,"0"6"54"15,0 0 40-15,-5-10 44 0,5 10 39 16,0 0 30-16,-2-7 17 0,2 7 0 0,0 0-14 15,0 0-24-15,0 0-15 0,0 0 18 16,0 0 23-16,12 23 5 0,-1 4-10 16,5 4-10-16,3 12-36 0,-2 0-11 0,3 1-20 15,-2 2-10-15,3 0-23 0,-2-3-13 16,2 1-8-16,-2-1-13 0,0-2-13 16,-2-7-9-16,-4-2-8 0,1-6-49 0,-1 2-59 15,-4-10-63-15,3-1-84 0,-4-5-93 16,-1-5-94-16,2-3-88 0,-4-4-110 15,-5 0-186-15,15-19 63 0,-5 1-542 0,-1-14-701 16</inkml:trace>
  <inkml:trace contextRef="#ctx0" brushRef="#br0" timeOffset="84583.29">4889 12796 3293 0,'-7'-17'43'0,"2"3"66"0,-4 4 38 0,4 1 37 15,1 3 24-15,-2 0 10 0,6 6-7 16,-5-5-4-16,5 5 20 0,0 0 31 15,0 0-7-15,9 42-16 0,2-12-27 16,5 16-23-16,0 0-14 0,2 0-18 16,1-2-12-16,-2 2-17 0,4-4-12 0,-4-9-16 15,-1-2-20-15,-2-2-44 0,-2-2-61 16,1-7-48-16,-4-4-55 0,-2-3-52 0,0-4-61 16,-3-4-87-16,0-1-90 0,-4-4-123 15,0 0-177-15,0-21 40 0,-4 4 66 0,0-6-372 16,-5-8-463-16</inkml:trace>
  <inkml:trace contextRef="#ctx0" brushRef="#br0" timeOffset="84748.99">4878 12791 2971 0,'0'0'105'0,"-12"-2"-2"0,12 2 1 16,0 0 7-16,0 0-2 0,2-14-13 0,-2 14-5 15,12-17-9-15,-3 9-17 0,2-2-31 16,3 1-63-16,1-1-59 0,-1 3-77 0,1-2-106 15,1 4-165-15,-4 0-107 0,2 3 56 16,-3 2-143-16,-11 0-128 16</inkml:trace>
  <inkml:trace contextRef="#ctx0" brushRef="#br0" timeOffset="84932.73">4986 13048 2228 0,'-7'6'290'16,"3"-2"6"-16,3 1-7 0,1-5 4 15,0 0 6-15,0 0-18 0,0 0-24 16,0 0-24-16,0 0-24 0,0 0-21 0,0 0-20 16,24-25-62-16,-12 15-76 0,3-4-79 15,7-3-100-15,1 0-109 0,1 0-126 0,1 0-180 16,-7 5-67-16,1 3 65 0,-4 4-307 16,1 0-356-16</inkml:trace>
  <inkml:trace contextRef="#ctx0" brushRef="#br0" timeOffset="85732.79">6080 12521 2779 0,'-3'-3'228'0,"3"3"16"0,-8-8 5 0,8 8 2 15,-4-5-8-15,4 5-5 0,0 0-7 16,0 0-1-16,0 0 8 0,0 0-4 16,15-7-12-16,-15 7-12 0,0 0-14 15,29 8-4-15,-19-2-23 0,-1 0-13 0,1-3-17 16,-3 3-9-16,-1-3-9 0,0 2-10 15,-6-5-7-15,9 10-2 0,-5-5 6 16,-4-5-10-16,2 8-12 0,-2-8-4 0,-8 10-15 16,3-4-4-16,-4-4-5 0,-3 1-16 15,12-3-6-15,-33-3-10 0,12-5-2 0,-5-4-7 16,3 1 3-16,5-1-5 0,7 2-3 16,-3 3-3-16,3-1-4 0,4 1-4 15,0 0 4-15,0 2-8 0,7 5 1 0,0-8 9 16,0 8-2-16,12-9-4 0,-3 6-1 15,4-3 1-15,3 1 2 0,3 0 3 16,0-2-5-16,2 1 1 0,0-1 3 0,-2-2-12 16,0-1-32-16,-2 0-14 0,0-4-7 15,-4 0 2-15,-1-1-1 0,-1-4 2 16,-3-1 13-16,-3 3 14 0,-4-6-14 0,-2-12-4 16,-8-7 2-16,-4-12-1 0,-4 1-4 15,-4-1 7-15,-4 3 6 0,1 1 4 0,0 8 4 16,8 12 11-16,-2 5 13 15,7 7 4-15,1 4 6 0,1 5-11 0,3 8 4 16,6 1 4-16,0 0 14 0,-9 19 6 16,11-1 0-16,7 13 1 0,4 1 13 0,10 5 0 15,4 1 1-15,5-1-6 0,4-2-6 16,5-3 0-16,-1-3-4 0,-1-1-3 0,0-3-27 16,-6-8-35-16,-5 1-25 0,3-3-40 15,-4-3-39-15,-4-2-40 0,-1 0-44 16,-8-7-62-16,0 1-57 0,-3-2-78 0,0-2-122 15,-11 0-161-15,0 0 52 0,9-4-525 16,-9 4-651-16</inkml:trace>
  <inkml:trace contextRef="#ctx0" brushRef="#br0" timeOffset="85915.79">6134 12151 3735 0,'-9'6'259'0,"-2"-3"4"0,11-3 4 0,-11 5 3 15,11-5-10-15,0 0-14 0,0 0-28 0,0 0-12 16,0 0-16-16,0 0-29 0,0 0-25 16,59-8-88-16,-26-2-116 0,-1-4-138 0,2 0-186 15,0-3-253-15,-3 1-88 0,1 1 77 16,-5 1-555-16,-2 5-673 0</inkml:trace>
  <inkml:trace contextRef="#ctx0" brushRef="#br0" timeOffset="86966.2">7243 11951 3712 0,'0'0'168'16,"-6"3"17"-16,6-3 13 0,0 0 22 15,0 0 16-15,0 0-5 0,0 0-12 0,0 0-20 16,12-24-21-16,-5 10-20 16,4-1-19-16,1-2-15 0,-2 0-14 0,-1-4-8 15,5-6-10-15,-3-2-15 0,-1-2-12 16,-3-6-12-16,-3-5-3 0,0-1-13 0,-4-5 1 16,-8-10-6-16,-2-4-5 0,-5 3-10 15,-2-5 2-15,-5 2 3 0,-5 4 0 0,0 4 1 16,2 10 6-16,9 13 17 0,0 3 10 15,3 13-1-15,3 0 1 0,2 5-13 0,3 6 9 16,5 4-8-16,0 0 8 0,-8 26 0 16,10-2 2-16,9 15 5 0,7 15 0 15,6 0 1-15,6 3-1 0,13 14-12 16,6-11 0-16,-8-11-3 0,2-8-9 0,1-5-2 16,2-7-1-16,-7-1-5 0,-4-12 3 15,-4 0-3-15,-5-6 0 0,-5-10-4 0,-2 0-1 16,0-2 0-16,0-6 4 0,6-8-5 15,-2-6-3-15,-6-5 0 0,1 2 1 16,-6-5 2-16,0-3-7 0,0-4 1 0,-5-2-1 16,-2-1 2-16,-3-1 11 0,3 7 4 15,-3 6-25-15,0 8-6 0,0 4 0 0,-2-1 0 16,1 5 0-16,-1 0 0 0,4 1 0 16,-2 5 0-16,2 2 0 0,-4 4 0 0,0 0 0 15,25 9 0-15,-14-1 0 0,4 5 0 16,7 5 0-16,-6 2 0 0,5 3 0 15,-6-1 0-15,3 3 0 0,-7-7 0 16,-4 1 0-16,2 1 0 0,-6-3 0 0,-1-1 0 16,2 2 0-16,-4-5 0 0,-2 3 0 15,0-3 0-15,-2 1 0 0,1-3 0 0,-4-1 0 16,0-3 0-16,-1-4 0 0,-1-3 0 16,9 0 0-16,-21-12 0 0,8-5 0 0,-5-7 0 15,7-6 0-15,-1 4 0 0,3 3 0 16,5 4 0-16,-1 3 0 0,0 1 0 0,3 3 0 15,2 4 0-15,0-3 0 0,2 1 0 16,3 0 0-16,4-2 0 0,2-3 0 0,3-3 0 16,8-6 0-16,3 1 0 15,-2-1 0-15,0-5 0 0,-2 0 0 0,-2 4 0 16,-1-2 0-16,-5 1 0 0,-6-3 0 16,1 5 0-16,-4 2 0 0,-2 1 0 0,-4 0 0 15,-2-1 0-15,-2 3 0 0,0 3 0 16,-1 3 0-16,-4 2 0 0,2 4 0 15,-2 6 0-15,2 2 0 0,-7 11 0 0,4 0 0 16,-2 2 0-16,4 1 0 0,1 2 0 16,3-3 0-16,4-2 0 0,2 4 0 0,2-4 0 15,2 2 0-15,7-2 0 0,-1-2 0 16,5 1 0-16,2 1 0 0,4-4 0 16,8 6 0-16,0 0 0 0,-1-2 0 15,1-1 0-15,1 3 0 0,-3 1 0 0,-5-4 0 16,3 5 0-16,-4-2 0 0,-8-2 0 15,1 1 0-15,-3 0 0 0,0 4 0 0,-6-2 0 16,-1-1 0-16,-2 1 0 0,-2-1 0 16,-4 2 0-16,0 0 0 0,-4 2 0 0,1-2 0 15,-5-1 0-15,-1-1 0 0,-2-3 0 16,1-1 0-16,3-3 0 0,-5-2 0 0,5-2 0 16,-2-1 0-16,1 0 0 0,-1-4-115 15,13 2-590-15,-21-4-165 0,10 2-19 0,1-2 100 16,0-2-851-16,5 3-1079 15</inkml:trace>
  <inkml:trace contextRef="#ctx0" brushRef="#br0" timeOffset="87282.16">8074 10326 4849 0,'-11'-6'71'0,"-1"1"36"0,4 1 28 0,3 2 25 15,-1 0 10-15,6 2-12 0,0 0-19 16,0 0 36-16,2 19 18 0,9 12-12 16,9 15-15-16,7 3-16 0,0 6-8 0,6 0-17 15,3 17-11-15,-5-14-10 0,5 11-16 16,-6-16-8-16,-3 1-14 0,0-1-37 0,-5-7-33 15,3-5-53-15,-2-2-47 0,-3-10-55 16,-4-1-54-16,-2-7-70 0,-5-7-84 0,2-2-76 16,-4-2-84-16,0-6-98 15,1-1-66-15,-8-3 55 0,9 0-484 0,-9 0-589 0</inkml:trace>
  <inkml:trace contextRef="#ctx0" brushRef="#br0" timeOffset="87431.62">8434 11125 2973 0,'0'0'96'0,"-25"-3"89"0,16 3 40 15,9 0 45-15,-12-6 30 0,12 6 15 16,-11-9 4-16,7 4-26 0,2-1-27 0,-1-3-29 16,6-3-40-16,1-3-58 0,9-12-89 15,5 0-114-15,3-11-136 0,8-2-148 16,-4-3-163-16,6-6-186 0,-3 0 49 0,7-3 76 16,-5-1-389-16,2-1-439 0</inkml:trace>
  <inkml:trace contextRef="#ctx0" brushRef="#br0" timeOffset="87699.05">8698 10046 3062 0,'-9'-6'283'16,"5"2"7"-16,4 4-13 0,0 0 48 0,0 0 80 16,0 0 16-16,6 38 12 0,8-6-5 15,4 11-10-15,4 3-22 0,-1 4-32 0,4 2-33 16,-3 1-27-16,3 1-31 0,0-1-92 15,-2 0-181-15,2-5 0 0,-5 1 0 0,3-6 0 16,0-1 0-16,-4-4 0 0,-2-8 0 16,-2-7 0-16,-1-2 0 0,-5-3 0 15,2-7 0-15,-4-1 0 0,0-2 0 16,1-4 0-16,-3-4-408 0,-5 0-139 0,14-10-121 16,-7 1-180-16,6-8 38 0,-6-4 89 15,2-6-704-15,2-5-875 0</inkml:trace>
  <inkml:trace contextRef="#ctx0" brushRef="#br0" timeOffset="88300.75">9091 10644 4315 0,'-4'4'188'0,"-1"1"46"0,5-5 35 16,0 0 42-16,-6 5 43 0,6-5 28 16,0 0 2-16,0 0-8 0,0 0-29 15,0 0-29-15,40-18-32 0,-26 10-30 16,2-1-85-16,2-3-171 0,-1-2 0 0,6-3 0 15,-6 2 0-15,-2 1 0 0,-1 2 0 16,-5-3 0-16,0 1 0 0,-2 1 0 0,-3-3 0 16,-3 3 0-16,-1 1 0 0,-1 2 0 15,-6 1 0-15,2 2 0 0,-5 4 0 0,10 3 0 16,-26 6 0-16,6 3 0 0,-2 8 0 16,3 4 0-16,-3 3 0 0,6 1 0 15,0 1 0-15,7-1 0 0,1-6 0 0,5 3 0 16,1-4 0-16,2 1 0 0,2 0 0 15,1-4 0-15,1 1 0 0,2-2 0 16,1-3 0-16,1-2 0 0,2-2 0 16,1-4 0-16,1-1 0 0,2-4 0 0,2-1 0 15,4-6 0-15,0-1 0 0,3-5 0 16,2-6 0-16,-3 1 0 0,-1-2 0 0,-3-4 0 16,0-3 0-16,-2 0 0 0,-3 0 0 15,1 0 0-15,-3 9 0 0,-4 5 0 0,1 1 0 16,-4 4 0-16,2-1 0 15,-1 4 0-15,-1 2 0 0,-4 5 0 0,9-7 0 16,-9 7 0-16,0 0 0 0,20 12 0 16,-13 1 0-16,2-2 0 0,-2 3 0 0,0 0 0 15,2-2 0-15,0 1 0 0,0-1 0 16,-2-5 0-16,3 0 0 0,0 0 0 0,-3-5 0 16,-7-2 0-16,23-3 0 0,-12-4 0 15,0-2 0-15,2-1 0 0,-1-4 0 0,2 1 0 16,-3-3 0-16,1-3 0 0,-4 0 0 15,-1-1 0-15,2-9 0 0,-2 3 0 0,-2-8 0 16,-1 5 0-16,0-3 0 0,1 6 0 16,-3 3 0-16,-2 5 0 0,2 3 0 15,-2 1 0-15,0 4 0 0,-2 2-209 16,0-1-706-16,1 2-28 0,-3 2 100 0,4 5-953 16,-6-7-1225-16</inkml:trace>
  <inkml:trace contextRef="#ctx0" brushRef="#br0" timeOffset="88982.06">9791 10123 4620 0,'-6'5'-27'16,"2"2"74"-16,2 0 63 0,2-2 54 0,0-5 48 0,2 12 54 0,-2-12 17 16,8 10 9-16,-2-3 0 0,1 0-6 15,1-2-19-15,1 0-25 0,1-1-22 16,-1-3-20-16,5 1-18 0,-14-2-15 0,22-3-24 15,-8-1-17-15,-1-1-27 0,3-2-99 16,1-3 0-16,-2-4 0 0,-2 4 0 16,1-4 0-16,-3-1 0 0,-3 1 0 0,0-4 0 15,-4 1 0-15,-1-1 0 0,-3-1 0 16,-2-2 0-16,1-3 0 0,-8 1 0 0,2 2 0 16,-2 4 0-16,-3 3 0 0,-1 8 0 15,-5 2 0-15,2 6 0 0,-13 11 0 16,2 9 0-16,-3 7 0 0,1 8 0 0,12-8 0 15,3 4 0-15,3 1 0 0,8-2 0 16,3-4 0-16,3-8 0 0,1 1 0 16,5-1 0-16,5 7 0 0,1-11 0 15,3-3 0-15,-2-6 0 0,5-1 0 0,3-6 0 16,-2-5 0-16,13-5 0 0,-3-4 0 16,2-1 0-16,-1-5 0 0,5-9 0 0,-2-1 0 15,-2-1 0-15,-4-3 0 0,3-6-12 16,-9-1-83-16,0-5 0 0,-5-3-5 0,-2-3-5 15,-5-4-7-15,-7-6-10 0,-3 2-13 16,-4-6-20-16,-5 1-7 0,-5 7-3 0,-7 5 1 16,-4 4 15-16,-2 13 8 0,0 12 12 15,-1 11 10-15,3 7 14 0,0 8 10 16,2 8 27-16,-6 7 34 0,2 9 43 16,3 16 48-16,1 3 56 0,10 7 53 0,4 2 44 15,7-7 30-15,9 10 21 0,4-2-14 16,4 0-4-16,5-2-22 0,3-3-16 0,4-6-6 15,1-4-108-15,5-5-91 0,-1-6 0 16,3-2 0-16,-9-8 0 0,3-4 0 0,-4-5 0 16,-2-2 0-16,-1-4 0 0,-7-2 0 15,-2-2 0-15,4-2 0 0,-2-2 0 0,2-2 0 16,-1-4 0-16,-2-3 0 0,-2 0 0 16,-3 1 0-16,0 0 0 0,-2 2 0 0,-4 1 0 15,-1 3-499-15,-4 2-253 0,0 4-163 16,0 0 84-16,-18-4 85 0,18 4-767 15,-36 8-958-15</inkml:trace>
  <inkml:trace contextRef="#ctx0" brushRef="#br0" timeOffset="89665.52">11083 9711 4351 0,'-9'-14'291'0,"1"2"10"0,4 4 9 16,-2 3-5-16,2 1-24 0,4 4-8 0,0 0 7 15,0 0-6-15,0 17-21 0,2-3-30 16,2 3-20-16,4 5-19 0,0 1-40 15,-5 0-49-15,7 8-55 0,-5-7-76 0,0-2-80 16,-2-5-78-16,1 0-64 0,0-2-82 16,-2-3-55-16,0-1-53 0,-1-5-36 15,-2 0-46-15,1-6-54 0,0 0-55 16,0 0 22-16,0 0-460 0,-4-21-549 0</inkml:trace>
  <inkml:trace contextRef="#ctx0" brushRef="#br0" timeOffset="89799.79">11043 9544 2888 0,'-10'-38'50'0,"3"4"73"0,-4 2 58 15,1 8 38-15,2 7 22 0,2 3 9 0,1-1-14 16,-1 5-19-16,3 1-23 0,-2 1-23 16,1 1-21-16,4 7-36 0,-2-5-57 0,2 5-71 15,0 0-103-15,0 0-109 0,0 0-111 16,0 0-133-16,20 13-152 0,-13-7 57 16,2 0-367-16,4-2-412 0</inkml:trace>
  <inkml:trace contextRef="#ctx0" brushRef="#br0" timeOffset="90016.24">11081 9089 3018 0,'-9'-21'279'16,"0"9"26"-16,2 0 20 0,0 4 4 15,1 3-9-15,6 5 7 0,0 0 15 0,0 0 12 16,-4 31-8-16,8 1-17 0,5 6-40 16,7 12-24-16,3 0-30 0,0-3-26 0,4 1-20 15,-1 0-45-15,3-5-57 0,0-1-79 16,-2-6-87-16,-2-5-80 0,-2-4-72 0,0 0-71 15,-4-4-64-15,-3-5-49 16,-3-1-28-16,-3-5-28 0,1-1-13 0,-3-3-34 16,-1-1 8-16,-1-2 26 0,-2-5-617 15,0 0-572-15</inkml:trace>
  <inkml:trace contextRef="#ctx0" brushRef="#br0" timeOffset="90165.59">11332 9687 2836 0,'0'0'-71'0,"-14"-15"65"16,8 11 54-16,1-2 60 0,2 0 69 0,3 6 41 15,-10-8 24-15,7 4 16 0,3 4-2 16,-6-5-13-16,6 5-24 0,0 0-13 0,-2-12-24 15,2 12-19-15,10-13-39 0,-1 5-70 16,7-6-88-16,-4-2-115 0,13-6-113 16,0-2-86-16,8-7-100 0,-1 1-145 0,0 1 16 15,4-1-391-15,0 1-446 0</inkml:trace>
  <inkml:trace contextRef="#ctx0" brushRef="#br0" timeOffset="90332.58">11904 9085 2679 0,'4'-8'123'0,"-4"8"78"0,0-5 34 0,0 5 37 16,0 0 22-16,0 0 19 0,0 0-16 16,16 13-28-16,-13-4-24 0,5-1-26 0,-5 4-14 15,8 2-33-15,-6-2-39 0,2 1-58 16,3-1-75-16,-2-1-83 0,-1-1-98 0,-1 0-92 16,1-3-79-16,-3-1-95 15,3-2-129-15,-7-4-39 0,9 2 62 0,-9-2-349 16,0 0-384-16</inkml:trace>
  <inkml:trace contextRef="#ctx0" brushRef="#br0" timeOffset="90733.18">12040 8847 2421 0,'-7'-8'113'16,"2"0"79"-16,-1 3 24 0,5-1 6 16,1 6-4-16,-6-6-17 0,6 6-18 0,-2-6-18 15,2 6-20-15,0 0-13 0,0 0-25 16,9-9-44-16,-9 9-39 0,11 0-30 15,-11 0-31-15,0 0-5 0,16 11-3 16,-12-6 2-16,0 6 4 0,-1-2 5 0,-3 3 5 16,0 2 4-16,-2 5-5 0,2-1 13 15,-1-1 5-15,-1-4 0 0,0 1 1 0,4 1 13 16,0-3 18-16,-1 0 35 0,5-1 32 16,1-1 35-16,0-4 32 0,2 1 33 0,-2 0 31 15,7-2 34-15,-3 1 31 0,1-3 16 16,1 5 11-16,0-2 11 0,1 2 5 15,1 4 0-15,-3-3-5 0,1 5-10 16,-3-3-8-16,-3 1-29 0,5 6-274 0,-5-1 0 0,-1 1 0 16,-2-1 0-16,2 0 0 15,-6-1 0-15,0 2 0 0,-4-1 0 0,0-2 0 16,1 1 0-16,-6-1 0 0,4-1 0 16,-5-2 0-16,1 1 0 0,-3-6 0 0,3 3 0 15,-5-2 0-15,5-4 0 0,-4-4-53 16,-5-4-702-16,5-2-210 0,-4-6 83 15,4-3 105-15,6-1-842 0,-2-1-1057 0</inkml:trace>
  <inkml:trace contextRef="#ctx0" brushRef="#br0" timeOffset="91364.8">12677 8782 4909 0,'-5'-3'205'0,"5"3"5"15,0 0 12-15,-6-6 47 0,6 6 28 16,0 0 10-16,0 0-4 0,9 24-21 0,-6-15-26 16,5 3-26-16,-3 1-41 0,5 0-19 15,-4 0-15-15,1-1-17 0,-1 3-89 0,-1-1-49 16,-1-6 0-16,3 1 0 0,-5-1 0 16,1-1 0-16,-1 1 0 0,4-2 0 15,-6-6 0-15,0 0 0 0,3 6 0 0,-3-6-66 16,0 0-56-16,0 0 3 0,9-25 6 15,-4 7 6-15,-1-3 14 0,1-2 15 16,-1 0 5-16,2 1 8 0,-3 1 20 0,6-1 18 16,-6 3 16-16,3 6 16 0,-1-1 14 15,1 6 10-15,1 1 5 0,2 3-2 16,-4 1 0-16,-5 3-6 0,17 0-5 0,-17 0 1 16,17 0-34-16,-6-2-43 0,-11 2-40 15,22-2-49-15,-8 1-39 0,0-6-43 0,-1 0-36 16,5-3-20-16,-2-3 0 0,-4 2 22 15,1 1 30-15,-1-2 19 0,-1 1 28 0,-3 3 25 16,2-2 35-16,-3 6 27 0,-3-1 27 16,4 1 26-16,-8 4 24 0,10-4 16 15,-10 4 11-15,0 0 0 0,14 9 4 0,-8-3-1 16,1 0-2-16,0 2 2 0,0 0-7 16,2-1-9-16,0 1-10 0,-2-1-8 15,2 0-5-15,4-3 0 0,-2-1 1 0,-2-1 5 16,1-2 12-16,-10 0 22 0,22-4 20 15,-10 1 9-15,-1-2 17 0,3-2 9 0,-5-3 7 16,2 3 6-16,1-3-4 0,-2-2 6 16,-5 1 8-16,1 1 0 0,-3 0 3 0,2-2 4 15,-3-3-3-15,-2 3-9 0,0-1-5 16,-2 1-6-16,-3 0-4 0,2 2-11 16,-3 1-7-16,-1 2-14 0,-2 4-11 15,-3-1-17-15,0 4-19 0,12 0-32 0,-28 9-31 16,12-2-53-16,-2 1-68 0,-2 1-93 15,4 1-98-15,-2 0-144 0,5 0-121 0,-1-5 50 16,5-1-441-16,5 0-512 0</inkml:trace>
  <inkml:trace contextRef="#ctx0" brushRef="#br0" timeOffset="91747.29">13322 7757 3260 0,'-7'-8'274'0,"0"1"44"0,0 3 12 16,7 4 34-16,0 0 34 0,0 0 18 0,-2 29-3 16,10-10-37-16,5 15-27 0,0 0-34 15,7 14-35-15,-4-3-26 0,2-1-34 0,0 3-48 16,-4-4-48-16,-3-7-62 0,5 0-78 16,-5-3-71-16,1-3-71 0,-1-1-59 0,-2-4-60 15,-2-6-68-15,0-1-53 0,-3-2-34 16,2-4-23-16,-5-2-10 0,1-1 21 0,0-2 52 15,-2-3 64-15,0-4-25 0,0 0 81 16,0 0 74-16,0 0 72 0,0 0 69 0,0 0 61 16,7-16 50-16,-6 7 58 15,3 1 56-15,4-1 44 0,-1-1 38 0,0 0 31 16,4 4 20-16,-2 0 18 0,-2 1 6 16,1 1-8-16,-2-2-15 0,1 4-28 0,-7 2-28 15,11-6-26-15,-2 4-30 0,-9 2-55 16,13-2-61-16,-13 2-94 0,9-2-94 0,-9 2-110 15,8-2-126-15,-8 2-148 0,8-6-241 16,-8 6 26-16,7-5 85 0,-7 5-530 16,0 0-623-16</inkml:trace>
  <inkml:trace contextRef="#ctx0" brushRef="#br0" timeOffset="92597.37">6797 12925 3497 0,'-5'-8'131'0,"1"4"-13"0,4 4-11 15,0 0 11-15,20 40 20 0,3 0 16 16,4 10-3-16,7 7-11 0,11 13-11 0,0 0-17 16,1-1-9-16,-1-3-13 0,-10-15-10 15,1-1-6-15,-4-6-9 0,-2 1-25 16,3-6-29-16,-6-3-30 0,-6-10-30 0,-4-5-33 16,-4-4-29-16,-2-5-21 0,-2-2-23 15,-6-6-10-15,1-1-6 0,-4-3-1 16,0 0 5-16,0 0 7 0,-5-32 2 15,-6-1 8-15,0-6 3 0,-6-15 1 0,-4-4 15 16,-4-4 14-16,-9-18 21 0,2 3 36 16,1 2 30-16,8 18 31 0,6 9 25 0,6 11 31 15,2 4 23-15,3 10 8 0,1 5 4 16,5 6 20-16,3 7 16 0,-3 5 9 16,9-2 4-16,-9 2-2 0,17 21 0 15,-7-4-3-15,1 11-6 0,0-1-6 0,-1 6-5 16,0-2-10-16,-3 0-10 0,1-2-9 15,-2-5-4-15,-4 0-13 0,1-6-7 0,-3-1-6 16,4-1-11-16,-2-4-12 0,0-2-18 16,-2-2-19-16,0-1-25 0,-2-2-30 15,2-5-35-15,0 0-37 0,0 0-33 0,0 0-22 16,-29-17-7-16,22 4-9 0,-2 1-6 16,0-2-11-16,2 2-22 0,2-2-10 0,3 3-10 15,-2-2 4-15,6 3-7 0,-2 0-5 16,5-2 5-16,-3-2-405 0,6 0-159 0</inkml:trace>
  <inkml:trace contextRef="#ctx0" brushRef="#br0" timeOffset="92831.54">7192 13121 1690 0,'14'-13'-70'16,"-2"6"21"-16,-2 2 26 0,1 5 24 16,-1 0 19-16,-10 0 23 0,23 8 18 15,-10-4 13-15,-2 2 5 0,-1-2 8 0,3 2 1 16,-2-1 4-16,1-1-1 0,-1 0-7 16,1-2 3-16,-1-2-10 0,-11 0-7 15,24-6-6-15,-13 3-5 0,-2-5-8 0,1-4-3 16,-1 0-5-16,-1 3-2 0,-2-5 3 15,-4 2 13-15,-2 1 12 0,-2-1 6 0,-3-2 12 16,-4 0 7-16,-2-1-7 0,-3 1-6 16,1 6-2-16,3-1-6 0,-1 2-5 0,2 6-1 15,9 1-15-15,-20 1-10 16,9 6-36-16,-1 3-25 0,-1 4-36 0,2 3-37 16,-3 9-48-16,-2-1-55 0,0 1-83 15,5 0-143-15,-3 1-74 0,3 0 48 16,2-7-113-16,2-1-63 0</inkml:trace>
  <inkml:trace contextRef="#ctx0" brushRef="#br0" timeOffset="93230">7572 12535 1790 0,'-3'-8'137'15,"-5"4"7"-15,4 2 2 0,4 2-2 0,0 0 7 16,0 0-4-16,-11 14-4 0,10-6-4 16,-2 3-11-16,1 3-13 0,2 4-10 15,5-1-8-15,-4 2-10 0,3-2-19 16,3 1-8-16,5 0-6 0,0-5-6 0,2-1-6 16,6-3 4-16,1-4-17 0,-3-2-1 15,6-1 5-15,-1-2-7 0,-1 2 14 0,1-2 22 16,0 0 23-16,-4 3 25 0,0-1 29 15,-1 0 26-15,-4 3 18 0,0-4 18 16,-5 5 15-16,2 0 8 0,-4 2-8 16,-2 0-8-16,-1 1-24 0,-2 1-17 0,-2 0-11 0,0-1-18 15,-2 3-15-15,-2 1-14 16,-3-1-21-16,1 2-26 0,-5 1-30 0,-1-5-30 16,0 3-34-16,1-5-46 0,-1 0-55 15,-1-2-78-15,-1-2-89 0,-4-4-102 0,2-2-98 16,2-3-140-16,0-4-47 0,4-1 67 15,3-3-473-15,5-4-564 0</inkml:trace>
  <inkml:trace contextRef="#ctx0" brushRef="#br0" timeOffset="93763.58">7897 12287 2886 0,'-6'-5'19'15,"2"2"41"-15,4 3 25 0,0 0 14 16,0 0 22-16,-14 12 14 0,9-2 8 0,1 0 6 15,1 5-10-15,-1 3-7 0,0-1-14 16,4 2-6-16,0-1-15 0,0 0-10 0,0-3-8 16,2 0-8-16,4-6-8 0,-1-2 1 15,4-2 7-15,1-5 8 0,-10 0 13 0,29-7 14 16,-12 2 16-16,2-2 21 0,2 0 20 16,-4 2 27-16,1 2 21 0,-4-1 22 15,2 3 7-15,-3 2 4 0,3-1 0 0,-3 2-3 16,1 1-2-16,-2 3-4 0,-4 0-14 15,2 3-22-15,-3-2-20 0,-3 3-99 0,3-1-80 16,-7 1 0-16,4 0 0 16,-4-1 0-16,0-1 0 0,-2-1 0 0,0 3 0 15,-1-6 0-15,-1 2 0 0,-1-1 0 16,5-5 0-16,-13 3 0 0,13-3 0 0,-16-8 0 16,6-2-113-16,-1-4 4 0,1 1 2 15,3 1 5-15,-1 2 14 0,2 1 8 0,2 3 2 16,3 0 10-16,1 6 17 0,-2-7 15 15,2 7 7-15,0 0 10 0,0 0 6 0,0 0 0 16,0 0 2-16,32 7-1 0,-23-3-2 16,5-1 2-16,-3 0-19 0,2-3-3 15,-1 0-18-15,3 0-11 0,-1 0-10 16,-1-4-15-16,1 0-11 0,0-1-19 0,-2 0-12 16,1-4-17-16,-2 1-18 0,-2-3-5 15,0 1-9-15,-3-4-13 0,-1 2-16 0,-1 1-20 16,-1-3-17-16,-8-3-18 0,3-2-21 15,-7-10-24-15,-4-2-28 0,-5-2-24 16,-7-10-30-16,-1 0-21 0,-5-1-3 0,-1-2-351 16,-1-3-254-16</inkml:trace>
  <inkml:trace contextRef="#ctx0" brushRef="#br0" timeOffset="94129.96">7872 11726 2082 0,'-15'-16'20'0,"6"5"53"0,-2 2 37 16,4 4 16-16,3 3 24 0,4 2 32 0,0 0 16 15,2 27 21-15,11 5 7 0,10 11-2 16,4 5-10-16,9 5-16 0,12 12-18 0,1 3-16 15,6-1-20-15,1 0-13 0,-1-2-12 16,-4-1-10-16,1-4-14 0,-11-16-10 0,-4 1-8 16,-2-4-21-16,-7-5-27 0,1-1-18 15,-9-10-23-15,1-4-18 0,-7-5-17 0,-3-3-22 16,-1-5-7-16,-7 0-6 0,2-5-4 16,-5-3 0-16,0 0 7 0,0 0 4 0,0 0 8 15,-3-32 11-15,-6 3 6 0,2-4 21 16,-11-14 26-16,1 1 29 0,0-2 19 15,4 12 28-15,3 0 20 0,0 7 25 16,3 8 18-16,3 5 14 0,3 3 16 16,1 7 15-16,0 6 1 0,3-8-11 0,-3 8-4 15,0 0-15-15,0 0-10 0,33 27-15 16,-21-12-13-16,1-1-8 0,-2 3-12 0,-2 1-12 16,3 1-9-16,-5-2-14 0,1 4-3 15,-3-4-16-15,0-2-14 0,0 1-17 0,-3-3-37 16,-2-1-35-16,-2 1-30 0,0-3-45 15,-3-2-55-15,-2-3-76 0,0-1-92 0,7-4-77 16,0 0-126-16,-34-17-138 0,14-6 58 16,-3-14-536-16,-2-9-646 0</inkml:trace>
  <inkml:trace contextRef="#ctx0" brushRef="#br0" timeOffset="94330.12">8171 11668 3213 0,'-4'-12'66'15,"1"3"74"-15,-1 6 46 0,4 3 47 16,0 0 25-16,0 0 16 0,25 29 10 0,-3-3 4 15,7 7 7-15,1 6-22 0,4 4-29 16,1 0-20-16,0-2-19 0,-3 0-23 0,2 3-22 16,-2-1-15-16,-7-1-18 0,6-3-39 15,-4-3-49-15,-7-7-51 0,-1-1-63 0,-1-1-75 16,0-2-81-16,-6-5-112 0,-2-5-109 16,-3-1-145-16,0-2-136 0,2-3 67 15,-4-5-581-15,3-2-707 0</inkml:trace>
  <inkml:trace contextRef="#ctx0" brushRef="#br0" timeOffset="94681">9028 11098 3855 0,'-16'7'223'0,"0"-2"3"0,7 1-2 15,-1 4 12-15,7 3 23 0,-2 5 18 16,8 5-3-16,6 16-5 0,6 9-17 15,6 2-25-15,0 1-25 0,4-1-20 0,1 0-25 16,1-4-9-16,-2-2-15 0,-2-1-17 16,0-2-13-16,-8-8-16 0,-1-3-16 15,-3-5-10-15,-4 2-7 0,-3-4-14 0,-2-3-2 16,-4-3-4-16,-4-1-12 0,-1 2-16 16,-11 7-17-16,2-10-17 0,-5 5-26 15,-8-6-32-15,-2-4-21 0,-3-1-17 0,-2-3-10 16,-2-5-2-16,-4-2-4 0,4-5 6 15,0 1 13-15,4-4 7 0,9 2 10 0,6-1 8 16,2-2 7-16,7-1 2 0,4-4-6 16,4-2-28-16,13-16-31 0,9-13-46 0,9-5-53 15,12-17-65-15,7-3-78 16,-1-3-122-16,3 0-124 0,-5 2 49 0,-16 16-409 16,-4-1-475-16</inkml:trace>
  <inkml:trace contextRef="#ctx0" brushRef="#br0" timeOffset="95147.19">9206 11032 2750 0,'0'-24'101'0,"-6"3"80"16,1 3 26-16,-8 4 22 0,4 2 12 15,0 1 19-15,-5 3 9 0,5 3 10 0,-4 3-18 16,-1 2-4-16,-6 7-6 0,-3 12-24 16,-2 6-11-16,5 6-35 0,-2 12-11 0,3 5-16 15,3 1-12-15,3 6-21 0,4 2-5 16,1-5-7-16,4-5-4 0,6-4-13 0,0-2-14 16,2-4 2-16,7-3-10 15,0-3-24-15,5-3 9 0,-3-8-17 0,-1-6-14 16,-1-3 1-16,0-2-17 0,3-2-4 15,-3-5 0-15,-1-2 5 0,1-5-3 0,2-2-1 16,-1-3 0-16,3-3-5 0,-1-2 4 16,-3 0-7-16,3 3 5 0,-5 1 6 0,-1 3 9 15,-1-1 25-15,1 4 16 0,0 2 14 16,1 0 8-16,-9 3 3 0,19 4-4 0,-8-2-2 16,1 3-1-16,-2 1-7 15,-1-1-7-15,7 2-1 0,-7-1-33 0,0-1-28 16,3 1 0-16,-3-3 0 0,2 1 0 15,0-4 0-15,-11 0 0 0,16-6 0 0,-4-1 0 16,-1-1 0-16,2-6 0 0,1-1 0 16,-3-1 0-16,3 1 0 0,-3 0 0 0,-2 4 0 15,2-1 0-15,-4 3 0 0,0 3 0 16,1-2 0-16,0 2 0 0,1 2 0 16,-9 4 0-16,18-2 0 0,-11-1 0 0,-7 3 0 15,19 0 0-15,-19 0 0 0,19-2 0 16,-19 2 0-16,21-1 0 0,-11 0 0 0,-10 1 0 15,17-2 0-15,-17 2 0 0,17-2 0 16,-12 0-84-16,-5 2-177 0,16-1-95 0,-10-2-96 16,-6 3-107-16,9 0-153 15,-9 0-91-15,10-4 80 0,-10 4-719 0,0 0-893 16</inkml:trace>
  <inkml:trace contextRef="#ctx0" brushRef="#br0" timeOffset="95980.7">10627 10807 3990 0,'0'17'-12'0,"-1"-2"44"0,1 1 37 0,0 0 35 0,1-1 25 16,3 2 14-16,2-1-1 0,-2-5-10 0,0 2-12 15,3-1-12-15,3-2-10 0,-3-1-12 16,3-2-12-16,-2-2-12 0,1-4-12 0,-9-1-10 15,0 0-11-15,34-12-8 0,-20 4-8 16,-3-4-4-16,5-4-5 0,-7-1 2 0,-2 0-1 16,2 0 0-16,0 0 8 0,-2 1 9 15,1 3 6-15,-4 2 15 0,2 2 13 0,-3 3 13 16,1 0 8-16,-4 6-5 16,9-3 3-16,-9 3-2 0,0 0-7 0,0 0-3 15,20 11-15-15,-20-11-7 0,16 6 0 16,-5-3-9-16,-11-3-8 0,18 0-11 0,-4-1-7 15,1-3-4-15,-1-2-3 0,-2-3 1 16,2 0 1-16,-3-4 0 0,3-1 1 0,-6 1 4 16,-3-1 4-16,4-5 9 0,0 0 10 15,-6 2 3-15,-1-5 9 0,0 3 2 0,-2-3-5 16,-4-1-1-16,-2-12-7 0,0 12-1 16,1 2-7-16,-1 7-29 0,3-1-39 15,-1 3-47-15,2 5-50 0,-3 2-74 0,5 5-95 16,-5-3-85-16,5 3-109 0,0 0-148 15,0 0-7-15,-7 17 74 0,7-9-447 16,0-8-507-16</inkml:trace>
  <inkml:trace contextRef="#ctx0" brushRef="#br0" timeOffset="96332.84">11235 10421 3219 0,'0'0'245'0,"0"0"36"0,0 0 16 15,0 0-1-15,0 0 2 0,0 0-6 0,0 0-29 16,0 0-29-16,0 0-25 0,0 0-16 16,0-17-19-16,0 17-22 0,8-8-33 15,-5 2-35-15,0 2-36 0,-3 4-21 16,8-9-17-16,-7 4-10 0,-1 5-8 0,0-9-5 16,0 9-3-16,-5-10 1 0,-2 7 1 15,0-1 0-15,7 4 1 0,-17-2-9 0,17 2 6 16,-28 11-5-16,10-1-3 0,-3 12-2 15,2 4-2-15,4 5-2 0,4 3 1 0,1 2-4 16,2 1-5-16,6 0-3 0,4-1-7 16,6-2-13-16,0-3-10 0,3 1-15 15,5-7-12-15,-2-3-11 0,8-1 0 0,-8-6-18 16,4-7-11-16,-2-1-18 0,-2-2-19 16,2-3-26-16,-1-4-29 0,3 0-49 15,0-6-72-15,9-4-119 0,0-3-81 16,-2-4 46-16,1-3-269 0,-1-2-263 0</inkml:trace>
  <inkml:trace contextRef="#ctx0" brushRef="#br0" timeOffset="96833.02">11538 9416 2414 0,'-13'-5'235'0,"1"2"38"0,3 3 16 16,9 0 14-16,-9 12 21 0,9 0 15 15,-2 13 5-15,9 17 0 0,5 11-20 0,7 10-26 16,6 23-27-16,7 5-27 0,2 3-52 16,4 2-53-16,-2 3-61 0,3-5-70 15,-3-1-62-15,0-4-58 0,-2-6-59 0,-11-21-50 16,1-4-43-16,-4-1-19 0,-3-7-4 16,-5-13 2-16,0-2 9 0,-7-12 24 15,2-4 28-15,-5-4 21 0,0-6 1 0,-2-2-11 16,0-7 14-16,0 0 2 0,0 0-1 15,-15-19-9-15,7-1 7 0,-3-13-2 16,-7-11 11-16,2-6 30 0,-5-3 41 16,2-4 46-16,-2-4 43 0,1-1 22 0,2 1 23 15,2 6 17-15,3 1 13 0,5 13 16 16,2 5 21-16,1 3 21 0,3 8 26 0,2 3 28 16,2 8 25-16,2-1 29 0,-1 6 18 15,6 1 11-15,-2 2 10 0,0 4 7 0,-7 2 2 16,25 2-6-16,-12 4-5 0,3 2-6 15,-3 0-3-15,3 5-13 0,0 7 1 0,0-1-15 16,-1 5 8-16,-5-2-5 16,-5-3-3-16,-3 3-17 0,-2-3-19 0,0 0-16 0,-3 4-21 15,-3-3-28-15,0-2-26 16,-2-1-49-16,-3-2-55 0,4-3-61 0,-5 0-62 16,1-5-76-16,-1-3-82 0,1 0-84 15,-2-4-82-15,-1-8-149 0,-3-1-93 0,3-5 75 16,3-5-531-16,-5-5-630 0</inkml:trace>
  <inkml:trace contextRef="#ctx0" brushRef="#br0" timeOffset="97629.78">11996 10299 3419 0,'0'0'151'0,"-6"6"28"0,6-6 23 15,0 0 24-15,0 0 4 0,0 0-10 0,0 0-7 16,0 0-25-16,11-23-17 0,-1 11-23 16,-4-2-27-16,1 1-26 0,1-6-26 0,0-3-24 15,-1-7-15-15,-1 5-13 0,-2 0-6 16,-3 2-3-16,-1-2 2 0,-1 1-6 16,-3 3-2-16,2 2-4 0,-2 3-7 0,3 3-4 15,-1 3-2-15,2 3 3 0,-6 0 0 16,6 6-1-16,0 0 3 0,0 0 3 15,0 0 4-15,-10 19 0 0,10-5 2 0,-2 3 1 16,2 3 2-16,0-3 4 0,2 5 0 0,2-2-2 16,-3 0 4-16,6-2 1 15,0-3 4-15,1-3-2 0,-1 0 3 0,2-3-4 16,-2-6 0-16,4 1 2 0,-1-4-1 16,-10 0-1-16,20-9 3 0,-8 1 9 0,0-3 3 15,-1-4 8-15,1-1 15 0,-1-2 6 16,-4-1 8-16,1-2 5 0,0-1-4 0,-3 0 10 15,1 0 5-15,-1 0-2 0,-2 7-11 16,1 3 2-16,0 0 0 0,-3 3 4 0,-1-1-8 16,2 5-2-16,-2 5-8 0,0 0-14 15,0 0 0-15,0 0-3 0,0 0-7 0,0 0-4 16,4 26-3-16,-2-14 1 16,0 0 1-16,1 1-9 0,-1-1-8 0,2 0-11 15,4-1-11-15,-2-1-9 0,-1-2-9 16,3 0-13-16,0-3-10 0,-1-3-16 0,-7-2-21 15,17-6-23-15,-7 1-22 0,1-3-28 16,0-4-24-16,1-5-14 0,3-5 14 0,1-5 10 16,-5 0 7-16,1-2 1 0,-5 3 18 15,-5 2 21-15,0-3 10 0,0-12 11 0,-6-3 9 16,-1-9 4-16,-6-3-12 0,-3-2-3 16,-4 0-13-16,2-2-10 0,-2 3-10 0,7 9 8 15,2 13-1-15,0 8-2 0,6 8 3 16,-3 5 25-16,2 4 8 0,-1 6 17 15,5 2 26-15,0 0 27 0,-7 19 27 16,6-5 29-16,2 6 29 0,4 14 34 0,2 2 29 16,3 2 22-16,4 8 9 0,-2 1 2 15,6-3 2-15,0-1 6 0,2-4-3 0,-4-8-2 16,2 1-5-16,2-6-10 0,-4-1-9 16,2-1-13-16,-5-7-12 0,-1-4-9 0,-1 1-25 15,-2-3-26-15,-2-1-31 0,2-2-41 16,-4-1-61-16,1 0-76 0,-3-2-84 0,1-1-111 15,-2 3-172-15,-2-7-45 16,5 6 61-16,-5-6-308 0,0 0-314 0</inkml:trace>
  <inkml:trace contextRef="#ctx0" brushRef="#br0" timeOffset="97813.9">12308 9864 2747 0,'-7'5'377'0,"1"-3"40"0,6-2 21 0,-6 5 11 0,6-5 4 16,0 0-11-16,0 0-35 0,0 0-39 16,0 0-40-16,0 0-47 0,25-17-67 0,-14 10-82 15,1-1-92-15,0-3-92 0,2 1-86 16,2 0-96-16,-1-2-116 0,-1 3-126 0,-1 1-165 16,2-2-104-16,-2 1 80 15,3 1-625-15,1-2-748 0</inkml:trace>
  <inkml:trace contextRef="#ctx0" brushRef="#br0" timeOffset="98496.18">13168 9230 3406 0,'-14'5'133'0,"5"0"71"0,2-1 26 16,-1 4 13-16,3-1 12 0,4 0 21 15,1-2 14-15,0-5-11 0,3 14-5 16,4-6-25-16,-2-1-32 0,3-2-18 16,-3 4-21-16,1-2-19 0,0-2-17 0,-2 0-10 15,0 0-16-15,-4-5-16 0,7 7-19 16,-3-4-17-16,-4-3-28 0,5 5-23 0,-5-5-29 16,0 0-20-16,0 0-19 0,0 0-17 15,0 0-13-15,16-16-11 0,-10 3-4 0,-3-2-1 16,6 0 3-16,-4-1 6 0,1 3 8 15,-3 2 12-15,1 1 11 0,0 0 17 16,-1 3 21-16,4 1 18 0,-7 6 19 0,5-4 19 16,-5 4 10-16,0 0 6 0,0 0-5 15,24 12-3-15,-17-7-8 0,0 0-1 16,3 2-5-16,0-2 0 0,-1 0-7 0,0 0-12 16,1 0-12-16,0-3-22 0,-3 1-33 15,-7-3-34-15,21-1-37 0,-12-3-31 0,5-3-39 16,-1-1-34-16,1-6-41 0,1 0-16 15,3-9-8-15,-6 3-1 0,-1 2 18 0,0 1 22 16,-4-2 27-16,0 5 37 0,-3-2 42 16,3 7 44-16,-6-1 52 0,3 3 47 0,2 3 55 15,-6 4 38-15,2-4 45 0,-2 4 29 16,0 0 20-16,0 0 9 0,3 19 2 0,-1-7-1 16,0-1-8-16,2 1-13 15,-1-2-9-15,4 0-12 0,-2-1-15 0,3-1-14 16,-1-2-17-16,3-2-14 0,1-2-18 15,0 0-29-15,1-2-19 0,-12 0-12 0,24-5-16 16,-11-2-14-16,-2-2-8 0,1-1-2 16,-1 0 3-16,-2-3 1 0,-1 1 9 0,1 0 5 15,-5 0 12-15,0 2 11 0,-2 1 18 16,-2-3 16-16,-2 1 13 0,-2 0 9 0,-1-1 2 16,-5 2-3-16,-2 0-4 15,1 1-12-15,-4 4-12 0,0-2-14 0,-1 4-27 16,1 0-40-16,1 3-54 0,2 0-83 15,-1 1-92-15,-1 1-103 0,3-1-133 0,-1 1-140 16,2 0 58-16,10-2-457 0,0 0-525 16</inkml:trace>
  <inkml:trace contextRef="#ctx0" brushRef="#br0" timeOffset="98912.59">13816 8131 2773 0,'0'0'88'0,"0"0"95"0,0 0 48 0,-13 20 46 16,11-6 34-16,4 6 35 0,-2 3 37 0,3 14 13 15,1 1-7-15,3 0-27 16,1-1-35-16,2 1-34 0,-3-3-33 0,4-3-46 16,0-2-40-16,-2-1-45 0,0-8-52 15,-1-4-45-15,-4-3-33 0,4-2-33 0,-5-3-11 16,1-1-7-16,0 0-11 0,-3-1-9 15,1 0-1-15,-2-2-1 0,0-5 1 0,0 0 6 16,-2 8 7-16,2-8 8 0,-11 6 3 16,2-5 0-16,-3 1 8 0,-1 0 4 0,-3 3 6 15,-4 2 7-15,-7 8 13 0,4 2 12 16,0 2 3-16,5 1 5 0,0 4 5 16,5-5 4-16,3 3 4 0,5-3 8 15,-1 4 3-15,2-1 3 0,4-1 1 0,0 4 1 16,4-2-11-16,3-1-12 0,1-1-9 15,0-2-17-15,3-4-33 0,3-1-26 0,-1-6-43 16,3-3-50-16,-3-3-66 0,0-2-71 16,2-3-63-16,0-1-106 0,1-1-145 0,-2-2-43 15,4-3 67-15,1 0-432 0,-4-2-496 16</inkml:trace>
  <inkml:trace contextRef="#ctx0" brushRef="#br0" timeOffset="99296.58">13974 8756 2715 0,'0'0'27'0,"0"4"45"0,0-4 33 0,0 0 31 0,0 0 15 0,0 0 6 0,0 0-1 0,0 0-7 0,25-12-13 0,-20 5-14 15,3-2-14-15,2 1-11 16,-3-2-11-16,0-2-6 0,4 0-16 0,-6 1-10 15,1-1-9-15,-3 1-12 0,1 0 3 16,3-2-11-16,-7 2 3 0,1 1 3 0,-1 0 7 16,0 1 20-16,-1 3 4 0,1 6 8 15,-12 0 11-15,12 0 9 0,-25 17 15 0,4 5 8 16,2 3 12-16,4 3 3 0,1-4-6 16,5 0-7-16,5-6-10 0,2 0-4 0,2 1-2 15,0-3 4-15,2-2-7 0,2-1-7 16,0-2-12-16,-1-2-3 0,5-2-11 0,-3-1-13 15,5 0-8-15,-2-3-4 0,-8-3-14 16,16 3-11-16,-16-3-24 0,12 3-29 0,-12-3-36 16,12 0-53-16,-12 0-58 15,12 0-80-15,-12 0-82 0,0 0-88 0,9 2-157 0,-9-2-93 16,4 4 68-16,-4-4-503 0,0 0-590 16</inkml:trace>
  <inkml:trace contextRef="#ctx0" brushRef="#br0" timeOffset="102264.87">14814 8524 3078 0,'4'4'-6'16,"2"-1"33"-16,-6-3 18 0,3 4 25 0,-3-4 42 15,0 0 35-15,0 0 36 0,0 0 19 16,0 0 12-16,0 0 2 0,14-21-8 15,-10 6-9-15,-1 1-17 0,1-4-18 16,-2-5-15-16,2 0-16 0,-1-3-13 0,-3-2-12 16,-3-11-10-16,-3-3-11 0,-1-9-9 15,-4 1-6-15,-3-6-11 0,-3 1-7 0,-4-4-7 16,0 1-4-16,-1 5-4 0,-2 10-9 16,11 13-3-16,2 2-1 0,-1 11-12 0,8 6-2 15,-2 9 0-15,6 2-1 0,0 0 0 16,-5 34-4-16,10 0 2 0,7 14-1 0,7 3 7 15,2 0 0-15,6 0-2 16,3-5 0-16,3-2 1 0,-1-3 0 0,-2-4-2 0,3-4-1 16,-6-12-2-16,-2 1 3 0,-1-7 0 15,-3-3-1-15,-4-4-3 0,0-3 2 16,-1-3 0-16,-3-2 0 0,0-2-5 16,2-4 2-16,-1-1-1 0,-3-3 0 0,0 0-4 15,1-5-7-15,-2 1-2 0,-5-5-1 16,2 5 0-16,-6-2 3 0,-1-2-3 15,2 7-2-15,-4 0 4 0,2 3-4 0,0-1 5 16,0 9-1-16,-1-10-3 0,1 10 4 16,0 0-1-16,0 0 1 0,0 0 3 0,0 0-1 15,0 0 1-15,0 0 0 0,16 24-3 16,-7-19 3-16,2 0-1 0,-2-1 7 0,-9-4-2 16,19 1 0-16,-10-1-2 15,-9 0 5-15,27-6-2 0,-14-3 0 0,1 0 5 16,1-4-4-16,-3-4 3 0,1 1-2 15,-6-3-2-15,1-1-1 0,-2-3 2 0,-2 0 1 16,-1 2-3-16,-3-4-3 0,0 5 1 16,-1 1 2-16,-3 3-4 0,2 1 1 0,-2 3 0 15,2 2-4-15,-2 5-3 0,0 1 1 16,4 4 1-16,0 0 1 0,0 0 2 0,0 0 0 16,-7 14-5-16,7-14 0 0,3 17 0 15,1-8 0-15,4 1-9 0,0-2 0 0,-1-2-7 16,4 1-9-16,-1-2-6 0,3-4-8 15,1 1-5-15,-3-4-12 0,2 0 0 16,1-4-5-16,-1-3 1 0,1-1 0 16,-1-4-2-16,-4 1 0 0,1-5-2 0,-2 0 3 15,-5-4 5-15,1 1 8 0,-4-4 5 16,0 0 22-16,-4 1 6 0,1 1 24 0,-5 0 23 16,5 4 20-16,-4 6 7 0,3 0 0 15,3 9-3-15,1 4 4 0,0 0 6 16,0 0 5-16,-2 25 0 0,5-4-3 0,6 11-8 15,2 3-5-15,5 7-3 0,0 3-3 16,2-1-5-16,-2 1-2 0,2-1 13 0,-2-1 13 16,-2-8 3-16,-3-3 14 15,3-3 9-15,-4 2 18 0,-5-9 14 0,1-6 16 16,-3-2 21-16,-1-3 17 0,-2 2-4 16,-2-1-10-16,0-1-15 0,-3 3-13 0,-4-1-14 15,-5 1-14-15,-6 4-29 0,-4-1-23 16,-2 1-24-16,-3-5-25 0,4 1-27 0,-2-7-42 15,9 3-54-15,-5-5-61 0,5-2-74 16,2-3-94-16,0-5-101 0,3-2-101 0,0-6-149 16,3-6-69-16,1-13 79 0,1-7-630 15,8-5-778-15</inkml:trace>
  <inkml:trace contextRef="#ctx0" brushRef="#br0" timeOffset="102479.95">15582 7188 4133 0,'-6'-21'283'0,"3"7"13"0,-1 2 6 16,0 3-14-16,3 5 18 0,1 4 17 0,0 0 1 16,14 27-16-16,4 2-30 0,0 12-28 15,5 6-28-15,1 2-19 0,-5 4-23 0,1 1-44 16,2-1-55-16,-6-5-63 0,2-5-75 16,-3-11-90-16,0 1-86 0,1-4-88 0,-3-4-86 15,-4-7-62-15,-1-5-60 16,0-3-45-16,-5-2-53 0,1-4-41 0,-4-4 44 15,0 0-490-15,0 0-583 0</inkml:trace>
  <inkml:trace contextRef="#ctx0" brushRef="#br0" timeOffset="102579.97">15849 7608 2988 0,'-2'-12'-19'0,"2"3"46"15,-2 4 25-15,2 5 12 0,-2-8 12 16,2 8-18-16,0 0-5 0,0 0-36 0,0 0-52 16,0 0-76-16,0 0-98 0,6-4-132 15,-6 4-146-15,0 0 42 0,0 0-129 0,0 0-76 16</inkml:trace>
  <inkml:trace contextRef="#ctx0" brushRef="#br0" timeOffset="103512.16">14000 9724 2007 0,'8'0'244'0,"-8"0"-12"0,0 0-12 16,17 4-2-16,-11 0 13 0,-1 2 17 0,4-4 7 15,-6 5-2-15,5 1-4 0,-3 0-16 16,-1 3-11-16,-2 4-16 0,0-3-13 0,-2 0-19 16,-4 3-18-16,0-1-16 15,1 1-16-15,-5-1-21 0,1-2-24 0,-3-2-31 0,-1-1-36 16,-3-1-29-16,3-6-28 0,-4-4-21 15,-1-1-11-15,-3-6 1 0,0-3 11 16,-4-6 6-16,7-3 7 0,-2-3 7 16,11 5 11-16,-2 1 14 0,9 4 8 15,0 2 14-15,5-1 6 0,1 2 8 0,3-3 5 16,0 3 1-16,7-3-2 0,5-4-4 16,-1-1 3-16,3 0-7 0,0-3 0 0,1 1 2 15,-4-1-5-15,-3 0-2 0,2 0 2 16,-7 3 0-16,-3 2 3 0,0-3-4 0,-2 4 1 15,-3-1-2-15,-3-2-4 0,1 1 2 16,-4-1 1-16,1 0-3 0,-5-1 0 0,0-2 0 16,-6-7-1-16,0 3 2 15,0 5-1-15,2 6 4 0,3-1 9 0,-1 8 0 0,2 4-5 16,0 4 1-16,6 0 2 16,0 0-1-16,-9 18 6 0,7-8 3 0,4 4 0 15,0 1 5-15,4 0 7 0,-1 3 10 16,4-3 12-16,5-1 15 0,1-1 7 0,3-4 5 15,8 7 0-15,1-3-5 0,0 3 7 16,4-4-8-16,-9-3 12 0,-3 3 14 0,0-2 11 16,-2 1 11-16,3 2 8 0,-2 5 19 15,0-2 15-15,-6-1 11 0,0 3 2 0,-2-3-6 16,-5 0-12-16,1-1-12 0,-2 1-97 16,-4-1-53-16,0 1 0 0,-1 3 0 0,-2-3 0 15,-5 1 0-15,5-1 0 0,-8 3 0 16,-1-4 0-16,-1 1 0 0,-5-3 0 0,3-1-109 15,0-3-224-15,0 0-117 16,-1-6-120-16,3 0-165 0,-1-2-91 0,3-4 76 16,0 0-753-16,-1 0-948 0</inkml:trace>
  <inkml:trace contextRef="#ctx0" brushRef="#br0" timeOffset="104080.8">14618 8756 4400 0,'0'-12'46'0,"-1"4"27"0,-4 1 16 0,5 7 31 0,0 0 43 0,0 0 37 15,30 31 31-15,-8-2 18 0,5 10 7 16,3 9-20-16,0 6-11 0,1-3-17 0,-1-3-20 16,1-2-20-16,-1 1-17 0,-1 0-13 15,-2-7-15-15,-2-2-32 0,-9-9-29 16,0-3-30-16,-1-1-36 0,-6-8-26 0,1-3-37 15,-6-4-33-15,3-3-34 0,-5 0-29 16,0-4-26-16,-2-3-21 0,0 0-25 0,0 0-10 16,0 0-6-16,0 0-2 0,-25-27 7 15,10 4 15-15,-2-7 22 0,-3-9 20 0,-4-2 22 16,3-4 22-16,3 4 39 0,2 8 42 16,5 4 37-16,4 8 39 0,-2 3 26 0,5 6 18 15,3 1 29-15,1 3 18 0,1 3 11 16,3 0 11-16,5 1-1 0,-9 4-7 15,14 0-16-15,-14 0-3 0,25 7-9 16,-14-4-7-16,3 6-1 0,-3 0-4 0,0-1-2 16,0 2-1-16,-4 2-2 0,-2 2-10 15,-1-2-4-15,-2 0-9 0,-2-2-15 0,0 1-23 16,-4-3-31-16,2 2-38 0,-5-2-45 16,0-5-71-16,-4-2-72 0,11-1-73 0,-23-8-94 15,7-6-141-15,-6-7-72 0,8-4 49 16,5-3-386-16,-4-1-441 0</inkml:trace>
  <inkml:trace contextRef="#ctx0" brushRef="#br0" timeOffset="104895.8">14942 8890 2658 0,'5'6'57'0,"0"-1"42"16,-5-5 28-16,9 5 27 0,-3-2 20 0,-6-3 8 16,5 4 5-16,-5-4-5 0,12 0-11 15,-12 0-14-15,15-6-16 0,-8 0-18 0,4 1-12 16,-4-2-28-16,2-4-29 0,3 1-35 15,-2-1-29-15,-1-2-30 0,-6 0-34 0,8-2-16 16,-8 1-5-16,3 3 13 0,-2 1 7 16,-3-3 8-16,-2 5 10 0,-1-2 5 0,-4-1 21 15,1-1 21-15,-4 4 2 16,2 1 18-16,-2 2 2 0,-1 3 0 0,0 0 2 16,10 2-4-16,-18 9-4 0,6 0-9 15,1 4 0-15,-1 3-6 0,2 1-6 0,1 1-13 16,6-2 0-16,-1-1 6 0,2 0-10 15,-1-2-10-15,3-2-5 0,0-1-12 0,3-1-4 16,1-3-8-16,-1-2-7 0,-3-4 4 16,10 0 4-16,-10 0 6 0,13-10 7 15,-1-3 7-15,-1-3 5 0,-1-1 9 0,3-9 18 16,1 1 19-16,-3-2 14 0,-2 4 21 16,-4 3 24-16,4-1 14 0,-6-1 29 15,1 7 24-15,-2-2 10 0,2 6 20 16,-2 1 8-16,-1 2 2 0,-1 0-6 0,0 8-15 0,0-6-18 15,0 6-11-15,0 0-13 16,0 0-11-16,-9 26-9 0,7-9-7 0,0-2-9 16,2 3-5-16,0 2-11 0,0-2-1 15,0 1-9-15,2-2-1 0,0 0-5 0,4-1 0 16,-1-3 1-16,4-1 5 0,2-1 2 16,-4-1 5-16,5 0 3 0,1-3 9 0,0-2 1 15,1 2 7-15,-3-3 1 0,3 2 0 16,-1 3-6-16,1-3-3 0,-3 0-6 0,1 0-2 15,1-1-7-15,-2 0-3 16,-2 0-3-16,1-1-6 0,-3 2-2 0,1-4-3 0,-8-2-3 16,10 7 0-16,-10-7-6 15,9 3-2-15,-9-3-20 0,0 0-18 0,0 0-9 16,0 0-11-16,13-8-4 0,-13 8-6 16,0-15 0-16,0 6 5 0,-2 0 3 0,2-2 3 15,0 3 5-15,2 0 5 0,-2 0 6 16,2 2 14-16,-2 6 14 0,4-11 16 0,-4 11 17 15,4-8 4-15,0 3 4 0,-4 5-13 16,7-9 11-16,-1 4-8 0,-1 1 1 0,6-4-7 16,-4 1 0-16,2-3-8 0,1 3 2 15,0-2-4-15,-5 3 1 0,4-1-5 16,-5 2-1-16,4-1 2 0,-4 3-6 16,-4 3 9-16,9-7 7 0,-9 7 6 0,0 0 10 15,0 0-6-15,0 0 6 0,0 0-4 16,0 0 2-16,0 0-10 0,11 14-5 15,-11-14-16-15,0 0-27 0,-7 12-38 0,7-12-52 16,-4 10-73-16,3-6-98 0,1-4-87 16,-8 8-88-16,4-3-131 0,-1-1-133 0,5-4 64 15,-8 6-563-15,8-6-679 0</inkml:trace>
  <inkml:trace contextRef="#ctx0" brushRef="#br0" timeOffset="105061.82">15553 8601 3644 0,'5'0'205'0,"-5"0"44"0,0 0 35 0,6 17 24 0,-10-5 26 16,-4 8 14-16,-5 13-11 0,-10 15-25 16,-4 2-32-16,-19 16-14 0,8 5-51 0,5-15-75 15,-8 13-105-15,1-1-136 0,-3-1-144 16,7-12-157-16,-3 14-191 0,6-15-193 0,-1-2 77 16,6-3 74-16,3-5-551 0,5-12-650 15</inkml:trace>
  <inkml:trace contextRef="#ctx0" brushRef="#br0" timeOffset="138156.03">29310 6627 2838 0,'0'0'240'0,"0"0"-54"0,0 0-13 16,-36 13 8-16,16 9 2 0,-9 12 6 0,-1 3 5 15,-2 9 1-15,-1 9 16 16,5 1 13-16,-5 21 21 0,14-19-4 0,10-2-2 0,-2-1-3 15,11-10-19-15,9-5-16 16,7 7-12-16,8-7-16 0,4-8-14 0,3-10-16 16,3-6-13-16,2-5-11 0,6-7-16 15,2-6-11-15,9-10-18 0,1-3-24 0,-1-9-3 16,-4-3-13-16,-3-8-4 0,-7-3 1 16,-3 0-6-16,-10-3 6 0,-7-5 5 0,-11 9 5 15,-2-6-5-15,-14-10 2 0,-6-4-8 16,-9 2-5-16,-1 2-3 0,-6 3 5 15,-2 11-16-15,-4 10-3 0,6 9-3 16,-8 16-33-16,-4 8-47 0,-11 13-82 0,-4 7-86 16,-14 17-122-16,10 6-137 0,-1 4-163 15,8 7-157-15,0 2 81 0,18-6-723 16,-3 12-912-16</inkml:trace>
  <inkml:trace contextRef="#ctx0" brushRef="#br0" timeOffset="138438.57">29037 7452 3986 0,'6'-14'120'0,"-5"4"29"0,-1 4-5 0,0 6 8 0,0 0 35 16,0 0 44-16,-30 36 27 15,3 4 11-15,-9 8 14 0,-12 20-5 0,-4 7-6 16,-2 7-6-16,-5 7-22 0,-2 2-36 0,0 2-21 15,3-1-19-15,5-5-15 0,1-3-18 16,5-8-11-16,3-3-17 0,13-19-13 16,-1-3-26-16,5-6-44 0,3-2-55 15,5-14-61-15,-1-4-78 0,4-1-72 0,0-7-85 16,5-5-106-16,-3-3-110 0,1-4-147 16,4-3-92-16,-1-2 68 0,10 0-675 15,-17-5-841-15</inkml:trace>
  <inkml:trace contextRef="#ctx0" brushRef="#br0" timeOffset="138788.94">28137 8618 4188 0,'-17'22'127'0,"-6"9"16"0,-5 12 38 15,-1 10 51-15,-10 24 65 0,1 11 54 16,2 2 16-16,2 2-12 0,4 5-18 0,7-3-15 15,6-5-20-15,11-20-35 16,7-4-23-16,8-5-27 0,5-5-22 0,10-7-129 16,2-7-66-16,10-6 0 0,2-10 0 15,8-6 0-15,-4-15 0 0,4-4 0 0,13-14 0 16,1-10 0-16,12-13 0 0,-4-10-74 16,-5-5-142-16,-19 8 9 0,-4-3 27 0,-10 1 22 15,-7 3 27-15,-12 8 22 0,-9-2 25 16,-5 1 16-16,-8 4 14 0,-7 1 7 15,-5 5 5-15,-1 4 6 0,-7 3 6 0,3 7 0 16,-5 4-5-16,5 4-12 0,-1 4-21 16,-8 4-31-16,3 4-54 0,-2 0-74 0,2 3-110 15,1 1-126-15,5-2-173 0,5 1-62 16,8-5 75-16,3 1-513 0,3-5-603 0</inkml:trace>
  <inkml:trace contextRef="#ctx0" brushRef="#br0" timeOffset="139138.01">29103 7356 3604 0,'-8'-11'267'0,"3"5"-13"16,1-1-9-16,0 2-12 0,4 5-8 15,0 0 47-15,0 0 52 0,23 44 28 0,11 0 0 16,16 22-20-16,13 3-31 0,13 2-29 16,12 1-21-16,1-1-29 0,5-2-32 15,1 8-27-15,6-4-18 0,2-1-10 16,-2 2-83-16,-3-2-52 0,-1-1 0 0,-6-7 0 16,-8-2 0-16,-10-3 0 0,-8-8 0 15,-24-14 0-15,-4-4 0 0,-14-8 0 0,-4-3 0 16,-6-3-155-16,-3-6-114 0,-3-1-51 15,-3-3-68-15,-2-1-74 0,-2-2-82 0,0 0-101 16,0-6-117-16,-7 10 64 0,1-4-645 16,-4-1-798-16</inkml:trace>
  <inkml:trace contextRef="#ctx0" brushRef="#br0" timeOffset="139472">30536 8456 4142 0,'-3'14'236'0,"-8"15"25"16,0 5 48-16,-2 13 20 0,0 3 31 15,2-1 23-15,-2 1 1 0,6 3-8 0,3-13-23 16,4-1-36-16,4 3-28 0,2-3-31 16,9 4-64-16,5-1-194 0,6-7 0 15,4-4 0-15,-1-10 0 0,6-4 0 0,1-4 0 16,2-8 0-16,-6-3 0 0,-3-6 0 15,5-4 0-15,-2-5 0 0,-1-9 0 0,-6 0 0 16,-2-7-73-16,-7-2-25 0,-2-5 25 16,-6-3 10-16,-8-5 2 0,-10-14 3 15,-2-2 4-15,-13-4 2 0,-12-10-4 0,-10 13-6 16,-2 20-10-16,-2 12-21 0,-10 10-22 16,-4 13-36-16,-3 8-50 0,-4 6-80 0,2 9-107 15,8 8-116-15,1 2-161 0,5 4-74 16,3 3 83-16,5 0-594 0,1 4-712 15</inkml:trace>
  <inkml:trace contextRef="#ctx0" brushRef="#br0" timeOffset="140072.93">28352 8390 3692 0,'-7'20'46'0,"-5"16"1"0,-8 14 3 16,-3 5-3-16,-2 5-3 0,-10 14 2 0,7-15 8 15,-1-4-12-15,2-3-4 0,9-4-9 16,4-12-63-16,5-2-70 0,5-10-93 0,2-5-150 16,6-5-213-16,1-6 41 0,1-1 62 15,-2-4-195-15,-4-3-149 0</inkml:trace>
  <inkml:trace contextRef="#ctx0" brushRef="#br0" timeOffset="141187.57">29683 11200 3915 0,'-18'26'213'0,"-5"12"-41"0,-1 9 10 0,1 2-6 15,2 3 2-15,0 0 0 0,8-5 7 16,5-10-4-16,4-1-10 0,6-5 8 0,6 0-2 16,13-4-6-16,6-4-19 0,16-3-11 15,7-6-17-15,-7-9-12 0,7-5-10 0,9-5-20 16,1-9-31-16,-3-1-20 0,-6-6-12 16,-1-5-9-16,-9-6-1 0,-5-3 0 15,-5-2-4-15,-6-4 0 0,-12 6 0 0,-7-3 3 16,-6-1-5-16,-9-12-2 0,-9-2-3 15,-7-1 6-15,-7 5-4 0,-4-2-1 16,-4 14-2-16,-2 4-5 0,-7 8-2 16,-1 11-17-16,4 11-17 0,-15 13-23 0,0 11-34 15,0 10-62-15,-11 13-79 0,3 9-96 16,6 5-105-16,14 2-143 0,1 3-141 0,13-11 60 16,10 3-531-16,0 0-662 0</inkml:trace>
  <inkml:trace contextRef="#ctx0" brushRef="#br0" timeOffset="141520.91">29599 11882 3680 0,'1'-10'146'0,"-1"3"-15"15,-1 4-2-15,1 3 33 0,0 0 43 16,-27 18 40-16,-4 15 34 0,-7 10 13 0,-17 20 2 16,-6 8-12-16,-5 6-15 0,-6 6-10 15,0-1-11-15,6-3-17 0,7-4-18 0,5-5-18 16,7-6-20-16,13-15-18 0,3-2-16 16,5-6-13-16,1-4-13 0,7-6-11 0,1 1-15 15,2-7-39-15,0 1-48 16,1-6 0-16,5-2-35 0,-2-3-71 0,-3-1-52 15,3-1-54-15,-3 1-64 0,1-2-78 16,-5-1-85-16,2-3-78 0,2-3-130 0,-3-2-133 16,5 2 67-16,5 1-632 0,-4-3-800 15</inkml:trace>
  <inkml:trace contextRef="#ctx0" brushRef="#br0" timeOffset="141889.74">28777 12946 4112 0,'-2'-6'149'0,"2"6"-11"0,0 0 3 0,-36 31 30 16,8 5 33-16,-3 5 31 0,-9 7 14 15,5 6 1-15,-6 19-3 0,3 4-7 0,6 0-15 16,9-13-15-16,3-2-16 0,11-6-20 15,2-1-14-15,5-14-18 0,5 1-12 0,9-6-13 16,9 2-14-16,7-4-11 0,1-14-18 16,2-6-36-16,3-6-41 0,5-4-54 0,4-8-58 15,8-7-40-15,4-7-41 0,1-7-19 16,-3-4-1-16,-4-5 18 0,-8 3 30 16,-7-6 26-16,-7 1 30 0,-11 4 23 15,-6-1 28-15,-6-3 14 0,-6 0 3 0,-10 4 6 16,-4-11 3-16,-5 12 2 0,-6-2-2 15,0 9-18-15,0 0-34 0,-2 4-58 0,-1-1-77 16,1 2-96-16,-1 0-126 0,3 1-204 16,3 2 10-16,5 3 72 0,4 1-358 15,5 1-403-15</inkml:trace>
  <inkml:trace contextRef="#ctx0" brushRef="#br0" timeOffset="142221.56">29913 11642 3099 0,'-10'-13'363'0,"5"2"-34"16,-1 2-30-16,5 6-21 0,1 3 21 0,0 0 51 15,9 24 29-15,8 8 8 0,16 14-18 16,17 19-24-16,18 2-37 0,6 6-30 0,4-3-25 15,6 2-26-15,11 6-24 0,4-1-19 16,38 21-4-16,1-4-119 0,-28-25-61 16,1 1 0-16,-7-3 0 0,-6-2 0 15,-15-9 0-15,-14-6 0 0,-22-13 0 0,-10-6 0 16,-13-4 0-16,0-8 0 0,-12-1 0 16,2-6 0-16,-6-3 0 0,-5-2 0 0,-1-4 0 15,-2-3 0-15,0 0-458 0,0 0-219 16,-24-17-264-16,12 7 85 0,-2-2 86 0,-4 2-757 15,1 1-971-15</inkml:trace>
  <inkml:trace contextRef="#ctx0" brushRef="#br0" timeOffset="142558.04">31472 12671 4612 0,'-23'17'151'15,"-4"9"44"-15,-3 8 65 0,-3 7 55 16,5-3 44-16,1 3 20 0,2-1 10 16,3-2 2-16,8-6-24 0,7 1-30 0,3-6-29 15,6-2-180-15,9 8-128 0,5-3 0 16,4-5 0-16,5-2 0 0,4-4 0 16,1-4 0-16,0-1 0 0,5-6 0 15,-5-4 0-15,-3-4 0 0,-2-2 0 0,-2-3 0 16,8-5 0-16,-10-2 0 0,-6 1 0 15,-3-3 0-15,-3-2 0 0,-7-3 0 0,-4-5 0 0,-10-10 0 16,-10-12 0-16,-9 5 0 16,-11 4 0-16,-5 4 0 0,-7 4 0 0,-3 7 0 15,-10 7-6-15,1 8-186 0,-4 3-79 16,-4 8-113-16,1 3-165 0,1 11-233 0,-2 1-73 16,-8 10 96-16,6 10-735 0,21-6-941 15</inkml:trace>
  <inkml:trace contextRef="#ctx0" brushRef="#br0" timeOffset="143457.29">28591 13904 3950 0,'13'-12'-107'0,"-3"5"30"0,-5 0 26 15,-1 2 21-15,2 0 33 0,-6 5 30 0,3-5 22 16,-3 5 13-16,4-5 3 0,-4 5 19 16,0 0 23-16,-11 20 47 0,-9 13 43 0,-3 18 37 15,-22 27 24-15,-7 9 20 0,-2 12 10 16,-7 5 3-16,0 2-2 0,-3 5-12 16,3-5-15-16,5 0-7 0,0-7-6 15,12-9-6-15,3-8-15 0,6-8-14 0,10-16-21 16,0-4-132-16,4-5-67 0,5-3 0 15,0-13 0-15,5 0 0 0,0-6 0 0,2-5 0 16,2-4 0-16,1-4 0 0,3-2 0 16,-1-2 0-16,0-3 0 0,3 1 0 0,-4-3 0 15,3 2 0-15,-2-2 0 0,4-5 0 16,0 0 0-16,0 0 0 0,0 0 0 0,0 0 0 16,0 0-305-16,-11-20-342 15,13 10-211-15,0-2-39 0,2 0 96 0,-1-5-792 16,5 5-1033-16</inkml:trace>
  <inkml:trace contextRef="#ctx0" brushRef="#br0" timeOffset="144555.73">27830 15615 4235 0,'-1'-10'-80'0,"-5"0"44"0,1 3 35 16,5 7 15-16,-7-6 33 15,7 6 32-15,-15 0 35 0,15 0 30 0,-25 16 17 16,2 6 10-16,2 4 3 0,-5 8-3 15,-1 2-18-15,6 2-3 0,2-5-1 16,4-2 1-16,3-2 7 0,6-6-15 0,4-2-9 16,2-4-8-16,6 0-9 0,6-5-4 15,3 3-13-15,4-7-4 0,12 2-9 0,-5-5-10 16,5-3-4-16,10-6-6 16,2-3-10-16,8-7-3 0,-3-5-1 0,-3-3-3 0,-2-5-7 15,-6 0-8-15,-6-6 0 16,-12 6-4-16,-6-5-1 0,-5-3-4 0,-10 0-1 15,-7-2-7-15,-13-6-12 0,-4 4-15 0,-9 4-5 16,-1 6-27-16,-1 5-28 0,2 9-27 16,-2 6-36-16,7 8-40 0,4 2-50 15,-17 5-58-15,9 7-67 0,4 3-72 16,-4 1-87-16,-2 8-158 0,9-1-56 0,0-3 84 16,4 1-445-16,6-5-554 0</inkml:trace>
  <inkml:trace contextRef="#ctx0" brushRef="#br0" timeOffset="146237.01">27434 15132 2745 0,'-55'34'-87'0,"7"4"32"0,-13 17 25 16,-4 16 7-16,-2 14 26 0,5 9 38 0,2 8 38 16,7-1 20-16,9 10 9 15,14-1-2-15,12-2-3 0,15-8-10 0,14-4-5 16,10-9-8-16,11-9-6 0,16-9-3 16,12-5-12-16,6-13-2 0,16-10-19 15,1-10-35-15,-6-16-49 0,5-5-57 0,1-10-59 16,3-8-73-16,18-11-61 0,-9-13-81 15,-7-9-81-15,-11-9-214 0,-4-9-167 0</inkml:trace>
  <inkml:trace contextRef="#ctx0" brushRef="#br0" timeOffset="146320.92">28374 15877 1964 0,'1'-72'51'0,"-4"2"3"15,-17-25-5-15,-5-5-5 0,-11-5-6 16,-5 0-22-16,-15 3-30 16,-8 15-35-16,-9 12-78 0,-9 24-117 0,-12 15-362 15,13 29-106-15</inkml:trace>
  <inkml:trace contextRef="#ctx0" brushRef="#br0" timeOffset="148353.45">24164 14998 2932 0,'-22'-2'21'0,"0"9"11"0,-15 24 98 0,1 10 42 16,-9 25 14-16,-1 9-3 0,2 9-3 15,8-1-10-15,10 0-6 0,10-19 6 16,8 0 4-16,14-6 8 0,10-6 12 0,12-2-4 16,10-7-13-16,16-9-8 0,9-8-21 15,7-9-12-15,6-8-15 0,4-9-6 0,0-7-24 16,-2-3 3-16,-3-9-17 0,-7-5-1 15,-9-7-9-15,-3-2-12 0,-13-6-10 0,-9-4 1 16,-7-3-8-16,-9-3-3 0,-15 5-7 16,-6-11-3-16,-13 1-1 0,-9-2-4 15,-7 0-13-15,-19-11-1 0,-5-1-15 16,1 6-23-16,0 7-20 0,9 20-4 16,6 10-15-16,5 13-16 0,1 10-23 0,-4 9-35 15,-10 17-47-15,-1 11-65 0,5 8-65 16,-10 18-53-16,5 8-65 0,1 8-121 0,7 2-103 15,5-1 63-15,4-4-320 0,8-14-400 16</inkml:trace>
  <inkml:trace contextRef="#ctx0" brushRef="#br0" timeOffset="148702.92">23990 16072 2485 0,'4'-31'72'0,"-3"5"39"0,6 0 35 16,-5 3 24-16,2-1 25 0,-3 7 26 16,-1 4-3-16,0 1-18 0,0 2-24 15,0 10-13-15,-3-4 6 0,3 4 14 0,-36 47 9 16,0 1-3-16,-9 25-7 0,-6 9-2 16,-7 9-1-16,2 4 10 0,-1-5 0 0,-2 4 5 15,3-5-7-15,2-2 1 0,5-7-3 16,3-2-4-16,14-23-16 0,3-6-13 0,4-5-15 15,0-6-14-15,11-11-12 0,2-7-10 16,2-5-9-16,5-3-8 0,-1-1-6 16,1-2-8-16,-2-4-6 0,5 3-12 0,-1-4-37 15,-3 2-73-15,6-6-85 0,-5 6-83 16,5-6-79-16,-8 5-86 0,8-5-97 16,0 0-122-16,0 0-237 0,0 0 68 15,0 0 101-15,0 0-500 0,0 0-643 0</inkml:trace>
  <inkml:trace contextRef="#ctx0" brushRef="#br0" timeOffset="149069.85">23278 17053 3572 0,'0'0'103'16,"0"0"-8"-16,0 0-17 0,0 0 8 0,-34 24 30 15,20 1 16-15,4 2 9 0,1 4 8 16,4 4-1-16,5 2 0 0,3-1-7 16,5 0-4-16,-1-2-8 0,9-1-9 0,0 0-8 15,8-4-13-15,-1-3-2 0,5-6-16 16,5-1-5-16,1-5-4 0,2-7-7 0,4-6-6 16,2-4-6-16,1-7-5 0,7-7-5 15,-4-4-6-15,-6-3-4 0,-9 3-4 16,-7-1 0-16,-7-1-4 0,-4-2-5 0,-6 1-1 15,-9 1 1-15,-6-7-5 0,-7-3-4 16,-14-6 1-16,-3-2-6 0,-6 0-16 16,-3 3-13-16,3 3-17 0,4 4-21 15,7 7-27-15,1 4-28 0,1 4-50 0,4 6-41 16,6 5-55-16,0 2-38 0,3 1-53 16,12 2-66-16,-21 2-97 0,13 0-138 0,8-2 63 15,0 0-276-15,0 0-352 0</inkml:trace>
  <inkml:trace contextRef="#ctx0" brushRef="#br0" timeOffset="149388.04">23830 15833 2752 0,'-4'-22'231'16,"3"5"15"-16,-1 5-16 0,2 0-19 0,3 8 30 15,-3 4 36-15,27 4 26 0,9 10 29 16,20 9-10-16,19 11-25 0,11 11-27 0,8 6-24 16,3-1-21-16,2 1-23 0,-2-1-22 15,-1-2-15-15,-9-3-19 0,-4-1-7 0,-2 3-23 16,-3-3-7-16,-18-11-14 16,-5-4-8-16,-6-1-3 0,-8-3-13 0,-9-6-12 15,-8-4-1-15,-5-1-6 0,-5-7-2 16,-3 1-10-16,-1-2-30 0,-3 0-37 0,-1-1-58 15,-2-3-84-15,2 4-85 0,-6-6-106 16,5 8-119-16,-3-2-130 0,-2-6-196 16,-6 13 35-16,6-5 85 0,-3-2-541 0,-3 3-687 15</inkml:trace>
  <inkml:trace contextRef="#ctx0" brushRef="#br0" timeOffset="149752.78">25209 16344 3409 0,'-12'-7'190'0,"0"0"39"16,0 2 6-16,3 2 6 0,9 3 20 16,-21 2 41-16,8 6 23 0,-3 5 7 15,-4 15 7-15,-1 11-11 0,1 4-25 0,6 4-25 16,0-1-20-16,8-7-23 0,4 1-18 16,8-2-16-16,6-1-20 0,4 5-15 0,9-5-17 15,4-4-137-15,3-4-12 0,6-6 0 16,-1-6 0-16,-3-7 0 0,2-4 0 0,-5-4 0 15,-4-4 0-15,9-2 0 0,-4-5 0 16,0-3 0-16,-3 0 0 0,-8-1 0 16,-2 1 0-16,-5-1 0 0,-7 1 0 15,-1-4 0-15,-6 1 0 0,-8-5 0 0,-8-10 0 16,-14-7 0-16,-4-1 0 0,-8 0 0 16,-4 3 0-16,1 4 0 0,-3 6 0 15,1 6 0-15,4 11 0 0,2 6-187 0,-1 10-140 16,-12 3-46-16,4 7-58 0,3 5-55 15,-3 5-91-15,11 2-150 0,0 5-58 0,7-3 85 16,9-2-524-16,8-3-686 0</inkml:trace>
  <inkml:trace contextRef="#ctx0" brushRef="#br0" timeOffset="150286.5">25702 17006 3751 0,'-10'-4'196'0,"0"1"0"0,10 3 18 0,-11-4 21 0,11 4 40 16,0 0 22-16,-8-5 7 0,8 5-1 15,0 0-12-15,0 0 8 0,0 0-2 16,0 0-5-16,44 5-22 0,2 1-22 0,13 0-24 16,5 2-26-16,4 1-20 0,4 0-55 15,0 3-123-15,5 0 0 0,3 0 0 16,0 0 0-16,0-2 0 0,-3 3 0 16,-4-5 0-16,-12 0 0 0,-13-3 0 0,-10 1 0 15,-9-2 0-15,-11-2 0 0,2 1 0 16,-5-2 0-16,-1 1 0 0,-5 0 0 0,-9-2 0 15,17 4 0-15,-17-4 0 0,11 0 0 16,-11 0 0-16,11 3 0 0,-11-3 0 0,0 0 0 16,13-3 0-16,-13 3-564 0,0 0-263 15,7-4-123-15,-7 4 107 0,0 0-860 16,0 0-1137-16</inkml:trace>
  <inkml:trace contextRef="#ctx0" brushRef="#br0" timeOffset="150653.21">27110 16949 5064 0,'-15'0'93'16,"3"5"29"-16,-1 4 50 0,-1 3 46 16,1 3 23-16,-4 10 25 0,2 0 3 15,-1 2-8-15,7 2-8 0,3 2-15 16,5-4-14-16,2 7-17 0,11 0-19 0,3-1-19 15,9 2-15-15,3-1-102 0,-2-8-52 16,2-2 0-16,1-4 0 0,3-2 0 0,-2-3 0 16,1-5 0-16,-3-4 0 0,-4-6 0 15,-3 0 0-15,3-6 0 0,0-2 0 16,-2-1 0-16,2-9 0 0,0-3 0 0,-8-2 0 16,-3-7 0-16,-9-3 0 0,-3-4 0 15,-7-4 0-15,-14-12 0 0,-4 1 0 0,-4 2 0 16,-3 7 0-16,-4 4-33 0,0 7-135 15,-2 8-33-15,6 12-42 0,-5 3-41 0,-3 4-66 16,-2 8-56-16,5 4-66 0,0 5-103 16,-9 7-207-16,7 3 41 0,2 4 80 15,2 3-453-15,12-1-583 0</inkml:trace>
  <inkml:trace contextRef="#ctx0" brushRef="#br0" timeOffset="151219.04">25582 17052 2893 0,'-10'-7'-19'0,"0"2"27"0,5 1 14 0,5 4 2 0,-9-6 6 16,9 6 16-16,0 0 21 0,0 0 38 15,0 0 47-15,0 0 26 0,0 0 16 16,47 25-6-16,1-11-11 0,11 2-17 16,11-5-17-16,7 1-16 0,8-4-33 15,1-4-68-15,0-1-112 0,-6 1-158 0,-4-4-224 16,-8 2-183-16,-7 4 75 0,-17 0-305 15,-6 2-364-15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17:45.9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2465 3088 744 0,'0'0'289'0,"0"-9"-82"0,0 9-5 0,0-10 1 15,0 10 16-15,-2-9 11 0,2 9-5 16,2-13 13-16,-2 8 29 0,0 5 23 0,2-9 20 16,-2 9 19-16,2-9 11 0,-2 9-2 15,2-6-9-15,-2 6-23 0,0 0-24 16,0 0 9-16,0 0 5 0,0 0-7 0,0 0-25 16,0 27-18-16,0-8-21 15,0-1-21-15,0 9-22 0,0-4-17 0,2 4-19 16,-2-1-14-16,2 1-13 0,-2-4-11 15,2-4-12-15,0 2-16 0,-2-4-80 16,2 0 0-16,-2-5 0 0,0 0-64 0,2-2-80 16,-4-1-43-16,2-2-51 0,0-7-68 15,0 0-66-15,0 0-75 0,0 0-61 0,0 0-73 16,0 0-139-16,-2-31-6 0,2 12 64 16,-2-3-439-16,0-1-570 0</inkml:trace>
  <inkml:trace contextRef="#ctx0" brushRef="#br0" timeOffset="332.54">2366 2884 2871 0,'-17'0'-78'0,"-2"1"39"0,4 6 28 0,-6 1 33 15,-12 9 40-15,-1 12 35 0,-4 2 31 16,2 4 28-16,2 8 30 0,3 7 12 16,1 4 6-16,5 1-3 0,5 3-6 0,6 0-2 15,2 0 0-15,8 0 5 0,8-4-11 16,4-1-6-16,10-2 7 0,9-8-7 15,9-6-10-15,11-5-18 0,4-6-11 0,8-3-18 16,4-7-13-16,2-6-8 0,1-5-10 16,1-9-7-16,-1-3-4 0,-5-7-13 15,0-3-6-15,-5-7-1 0,-6-6-7 0,-7-4 2 16,-4-4 11-16,-7-5 14 0,-8-8 1 16,-8-6-3-16,-7-4-6 0,-7-5-8 15,-9-2-13-15,-8-1-5 0,-6 2-1 0,-6 5-13 16,-4 11-10-16,-5 6-6 0,-3 9-16 15,-8 11-48-15,-3 8-48 0,-7 7-53 16,10 12-79-16,-14 6-75 0,4 5-94 0,1 7-114 16,1 0-192-16,6 4-84 0,3-4 79 15,4 4-537-15,14-3-703 0</inkml:trace>
  <inkml:trace contextRef="#ctx0" brushRef="#br0" timeOffset="1066.23">6019 3200 3254 0,'-9'-12'-95'0,"0"3"39"0,0 3 29 0,0 2 31 16,2 2 31-16,7 2 38 0,-27 8 32 15,9 2 51-15,-5 13 21 0,-8 8 17 0,4 5 24 16,0 5 30-16,1 0-14 0,4 2-9 16,6 2 10-16,4-7 2 0,4-1-3 0,8-1-18 15,4 0-5-15,6 0 3 16,11 3-4-16,5-5-22 0,10-3-19 0,7-7-15 15,8-3-15-15,4-7-14 0,6-7-12 16,6-5-11-16,-2-6-16 0,-2-3-19 16,-2-5-20-16,-5-3-10 0,-6-5-3 0,-8-3 3 15,-5-7-13-15,-15 3 0 0,-5-4-4 16,-5-5-3-16,-11-6 0 0,-6-11-8 0,-10-1-2 16,-6-4-7-16,-2 3-1 0,-8 5-13 15,1 8-31-15,-4 6-27 0,-6 10-40 0,4 10-44 16,-7 8-52-16,-2 9-65 0,-14 6-78 15,0 10-78-15,2 5-98 0,3 7-163 16,3 6-62-16,1 0 84 0,12 6-495 16,-4 1-630-16</inkml:trace>
  <inkml:trace contextRef="#ctx0" brushRef="#br0" timeOffset="1583.58">6010 3875 3271 0,'7'-7'18'0,"-3"-1"24"0,-2 4 20 16,-2 4 32-16,0 0 23 0,0-8 12 0,0 8 16 15,0 0 17-15,-31 12 18 0,3 6 13 16,-14 13 14-16,-8 9 11 0,-14 16 16 15,-5 4-1-15,-5 5-32 0,-4 5-3 16,2 2-18-16,-1 4-15 0,2 1-3 0,0-3-14 16,3-1-5-16,3-7-6 0,6-8-3 15,5-3-10-15,19-17-10 0,3-3-4 0,9-12-12 16,2 1-6-16,7-5-5 0,2-5-7 16,5-5 0-16,1 3-11 0,2-6-4 15,3-2-6-15,-1-1-10 0,6-3-15 0,0 0-23 16,0 0-59-16,-18 0-50 0,18 0-57 15,0 0-73-15,0 0-66 0,-5-7-89 0,5 7-93 16,0 0-119-16,-2-10-207 16,2 10 72-16,0 0 72 0,0 0-491 0,7-10-616 15</inkml:trace>
  <inkml:trace contextRef="#ctx0" brushRef="#br0" timeOffset="2065.4">4796 5087 3237 0,'11'-17'15'15,"-4"3"2"-15,-2 2 13 0,1 2 34 16,-3 1 35-16,-3 1 25 0,0 1 27 15,0 7 4-15,2-10-1 0,-2 10-14 0,0 0-10 16,0 0-8-16,0 0-5 0,0 0-4 16,-43 31-6-16,22-6-8 0,-10 11-1 0,4 2-5 15,2-1-5-15,0 2 1 0,9-7-3 16,0-1-7-16,3 0-7 0,4-2-5 0,5-4-3 16,4-4-1-16,6 1 4 15,3-3 4-15,10 3-5 0,5-5-4 0,10-5-8 16,7-6-1-16,9-8-7 0,15-6-6 0,5-9-6 15,16-11-12-15,-4-3-9 16,-6-3-3-16,-19 3-1 0,-5-3 2 0,-9 0 5 16,-7-4 11-16,-7 0 13 0,-15 3 12 15,-5-1 8-15,-9-3-1 0,-7 0 4 0,-11-4-4 16,-5-1-4-16,-3 9-3 0,-7 6-13 16,2 6-7-16,-3 9-8 0,-5 3-14 0,-3 6-34 15,-4 4-35-15,2 2-46 16,-2 8-56-16,5-2-78 0,-6 13-86 0,11-5-95 15,2 1-127-15,6 1-195 0,1-3 68 16,10-4 74-16,5-5-394 0,7-1-471 16</inkml:trace>
  <inkml:trace contextRef="#ctx0" brushRef="#br0" timeOffset="2466.39">6155 3707 3091 0,'-2'-12'163'0,"0"4"-5"0,2 8-20 15,0-11-1-15,0 11 4 0,0 0 9 16,0 0 40-16,0 0 48 0,0 0 22 0,27 37 25 15,-7-11-9-15,17 14-24 0,1 10-24 16,23 14-20-16,10 7-34 0,7 1-15 0,3 6-18 16,11 7-5-16,32 25-8 0,4-2 0 15,-27-28-9-15,-1-3-6 0,2 1-8 16,-3-6 2-16,-9-9-9 0,-13-3-10 0,-14-8-5 16,-19-13-16-16,-8-8 1 0,-5 0-11 15,-10-13-1-15,-3-2-2 0,-7-6-6 0,-2-1-1 16,-2-4-6-16,-1-3-20 15,-6-2-37-15,0 0-32 0,0 0-45 0,17-12-44 16,-13 5-68-16,0 0-72 0,-1-2-95 16,-1 2-103-16,0-1-134 0,-2 1-195 0,-2-1 71 15,0 1 80-15,-3 2-548 0,5 5-665 16</inkml:trace>
  <inkml:trace contextRef="#ctx0" brushRef="#br0" timeOffset="2815.4">7550 4847 3666 0,'-14'-2'158'0,"3"4"9"16,-3 4 20-16,3 4 38 0,-4 3 38 16,-8 11 40-16,-2 13-2 0,0 3 10 0,0 5-6 15,3 1-11-15,5 2-13 0,4 3-23 16,6-12-19-16,7 0-21 0,2-1-20 0,8-3-20 15,1 0-13-15,7-3-16 0,4-6-11 16,3-3-15-16,6-7-59 0,1-3-64 16,5-6 0-16,-5-6 0 0,8-5 0 15,2-4 0-15,2-9 0 0,1-1 0 0,-2-5 0 16,-5-3 0-16,-12 4 0 0,-1-4 0 16,-1-10 0-16,-6 2 0 0,-9-2 0 15,-2-7 0-15,-12 1 0 0,-2-11 0 0,-15 7 0 16,0 2 0-16,-17 3 0 0,0 6 0 15,-7 8 0-15,-4 7-102 0,-7 5-398 0,-2 7-145 16,0 2-216-16,8 6 1 0,-15 2 85 16,6 5-738-16,-5 2-958 0</inkml:trace>
  <inkml:trace contextRef="#ctx0" brushRef="#br0" timeOffset="3565.58">4699 5554 3922 0,'11'-19'-178'16,"1"1"39"-16,-3 3 34 0,4-3 41 16,-1 4 40-16,-1-1 44 0,-3 4 43 0,0-1 29 15,0 4 18-15,-5 0 16 0,1 3 8 16,-4 5-1-16,0 0 16 0,0 0 20 15,-27 42 19-15,-5 4 15 0,-15 21 13 16,-11 6 7-16,-11 8-12 0,-7 1 21 0,-6 5 1 16,-6 2-7-16,-1-2-13 0,1-5-7 15,7-4-3-15,6-8-1 0,10-5-13 16,8-7-15-16,17-15-26 0,4-8-12 0,9 1-7 16,2-9-19-16,9-6-12 0,0-3-11 15,7-7-14-15,-1 0-37 0,4-2-30 16,-1-4-42-16,1 1-69 0,3-6-65 0,3 0-67 15,0 0-66-15,0 0-66 0,0 0-73 0,-12-9-88 16,12 9-128-16,-4-10-117 16,4 10 67-16,-8-4-590 0,8 4-757 0</inkml:trace>
  <inkml:trace contextRef="#ctx0" brushRef="#br0" timeOffset="3965.5">3563 6757 3923 0,'0'0'134'0,"0"0"-14"16,0 0-6-16,-33 15 9 0,13 4 18 16,1 2 19-16,-3 4 10 0,2 6 0 15,3 1-9-15,-1-1-11 0,5 1-10 0,4 2-4 16,3 1-14-16,6-8-8 0,2-1-11 15,9 3-7-15,4 0-10 0,8-7-13 0,4 1 5 16,3-9-19-16,8-3-4 0,7-5-19 16,2-6-19-16,14-9-13 0,2-3-7 0,-4-11 1 15,-2 0-2-15,-2-9 3 0,-7 2-2 16,-6-3 3-16,-6-3 14 0,-6 0 13 16,-8-5 4-16,-5-3-1 0,-11 5-2 15,-6-7-1-15,-8-10-6 0,-7 3-1 0,-5-3-4 16,-5 9-4-16,1 5-4 0,-8 7-5 15,0 4-2-15,-2 10-15 0,0 4-24 16,-2 3-34-16,0 8-41 0,-2 2-51 0,6 2-79 16,5 4-89-16,0 2-109 0,1-1-150 15,1 0-127-15,6-1 66 0,4 0-481 0,3-4-602 16</inkml:trace>
  <inkml:trace contextRef="#ctx0" brushRef="#br0" timeOffset="4481.93">4672 5496 3193 0,'-19'-6'51'0,"13"4"30"0,6 2 18 16,-13-4 18-16,13 4 24 0,0 0 21 15,-12-2 8-15,12 2-2 0,0 0-14 0,0 0-16 16,0 0 28-16,12 22 19 0,9 5 29 16,16 13 3-16,17 20-1 0,12 4-10 0,2 8-44 15,4 4-16-15,1 1 8 0,3-2-32 16,-2 3 8-16,-1-2-14 0,-3-1-9 0,-2 2-12 16,-4 1-2-16,-6-5-13 0,-6-1-4 15,-2-6-9-15,-16-18-7 0,-7-2 2 16,-2-7-3-16,-7-10-2 0,-4-3-12 15,-3-9-6-15,-5-2 3 0,2-5-9 0,-4-1-19 16,1-2-44-16,-1-2-58 0,-4-5-86 16,9 0-107-16,-9 0-127 0,0 0-151 15,11-19-184-15,-10 9-11 0,1 3 84 0,-4-1-599 16,2 8-728-16</inkml:trace>
  <inkml:trace contextRef="#ctx0" brushRef="#br0" timeOffset="4864.74">5678 6808 3780 0,'-11'0'75'15,"11"0"-2"-15,-21 7-3 0,10 0 12 16,-5 5 41-16,-9 11 28 0,3 2 16 0,-6 13 10 15,1 5 7-15,0 5 15 0,2-3-3 16,2 2-6-16,8-1 4 0,-2-3-4 16,9-6-14-16,4-3-8 0,4-3-7 15,6 3-16-15,3-2-8 0,7-3-2 0,2-4-9 16,7-4-13-16,-2-4-10 0,6-8-13 16,0-3-9-16,-2-4-13 0,10-7-20 15,3-4-20-15,8-8-28 0,0-1-11 0,1-9-7 16,-4-4-4-16,-8 1 1 0,-1-6 2 15,-9-4-4-15,-4-5 16 0,-8-1-5 0,-6-5-1 16,-6 8-4-16,-8-1-14 0,-4-6-8 16,-2 9-17-16,-12 1-11 0,0 11-29 0,-2 7-47 15,-1 3-60-15,-7 5-79 0,1 5-97 16,-4 5-122-16,5 0-183 0,4 4-37 0,5 0 84 16,-5 4-529-16,1-3-632 0</inkml:trace>
  <inkml:trace contextRef="#ctx0" brushRef="#br0" timeOffset="5598.13">7340 5715 3232 0,'2'-8'-34'15,"2"0"13"-15,0 1 18 0,-3 0 15 0,5 0 29 16,-6 7 19-16,7-8 13 0,-7 8 3 16,0 0 16-16,0 0 38 0,0 0 28 0,5 25 20 15,-10 10 3-15,-13 19 0 0,-1 2-5 16,-16 24 2-16,-3-5 1 0,-3 1-4 16,-2-2-2-16,2-5-7 0,10-17-27 0,-1-3-16 15,3-1-7-15,4-3-14 16,0-4-8-16,7-9-9 0,0-1-8 0,1-2-4 0,2-4-12 15,-1-1-4-15,7-5-18 0,-2-4-23 16,3-3-28-16,0-2-38 0,1-3-59 0,1 2-72 16,3-4-97-16,-4-1-115 15,4 2-146-15,-5-1-171 0,-1 0 66 0,3 4-536 16,-4 1-645-16</inkml:trace>
  <inkml:trace contextRef="#ctx0" brushRef="#br0" timeOffset="6001.79">6930 6814 3533 0,'0'0'80'16,"0"0"1"-16,-25 15 10 0,10-1 26 15,-4 10 19-15,-1 5 20 0,-5 9 5 0,2 3-1 16,3 0-8-16,2 2-6 0,6-5-12 16,3-3-14-16,1-2-8 0,6-6-18 0,2 0-4 15,6-6-8-15,1 1-10 0,7 1-2 16,5 0-7-16,-2-10-7 0,0-2-8 0,4-6-7 16,-2-3-13-16,5-2-16 15,12-8-12-15,-4-3-5 0,2-6-5 0,-2-1 0 16,-3-5 3-16,-6-1 2 0,-1-3 2 0,-6-2 2 15,-5-4 7-15,-3-1 5 0,-6-3 2 16,-4-1-2-16,-6 0-4 0,-5-10 2 16,-3 14-3-16,0 4-10 0,-2 5-11 15,-4 6-21-15,1 7-33 0,-2 6-35 0,-2 4-46 16,-2 2-63-16,-9 6-61 0,2-1-79 16,3 7-114-16,6-4-173 0,5 2 53 15,4-5-415-15,5 1-477 0</inkml:trace>
  <inkml:trace contextRef="#ctx0" brushRef="#br0" timeOffset="6416.46">7464 5496 3074 0,'0'-8'166'16,"0"8"-2"-16,0 0-14 0,0 0-16 0,2-9-8 16,-2 9 16-16,0 0 22 0,19 37 10 0,-4-8-3 15,10 12-5-15,7 2-10 0,6 3-15 16,3 3-10-16,12 6-12 0,-2 3-15 0,-7-12-6 15,-2 0-10-15,2-3-7 0,-2-6-24 16,-2 7-22-16,-2-3-12 0,0-2-6 16,-3 0-1-16,1 1-1 0,0-3-3 0,-2-4 0 15,-2 0-4-15,-1-2 4 0,-10-12-11 16,-1-5-14-16,-9-1-10 0,-2-1-17 0,1-2-26 16,-3-3-23-16,-1 0-33 0,-2 0-47 15,-1-2-55-15,1 0-54 0,-2-1-82 16,-2-4-120-16,6 5-136 0,-6-5 51 15,0 0-358-15,0 0-402 0</inkml:trace>
  <inkml:trace contextRef="#ctx0" brushRef="#br0" timeOffset="6832.16">8364 6625 2834 0,'-18'11'166'0,"1"3"9"0,-3 9-7 0,-9 10 17 16,2 6 22-16,6 6 19 0,-2 1 13 15,2 0-3-15,4 5 3 0,6 0 2 16,7-12-23-16,8 2-13 0,3-2-18 0,6-3-13 15,8 6-23-15,8-6-15 0,3-5-9 16,-3-11-16-16,3-3-21 0,4-5-20 0,1-3-25 16,-2-9-20-16,2-2-12 0,3-6-5 15,10-10 0-15,-5-4-7 0,0-7 0 0,-8-3 1 16,-2-6 2-16,-9-2 8 16,-1-3 10-16,-10-4 4 0,-1-3 1 0,-12-6-8 15,-4-2-2-15,-9 2-2 0,-7 3 0 16,-7 8-5-16,-3 7-2 0,-8 11-7 0,3 10-21 15,-4 9-28-15,-6 4-57 0,3 6-68 16,-6 5-93-16,-1 5-105 0,-1 6-140 0,16-1-209 16,-1 1 34-16,8-1 78 0,3 0-466 15,8-2-544-15</inkml:trace>
  <inkml:trace contextRef="#ctx0" brushRef="#br0" timeOffset="7798.28">13004 3324 3470 0,'-13'-7'161'0,"0"2"-6"16,3-1-25-16,2 1 43 0,3-1-4 15,-1 0-13-15,6 6-32 0,-3-9-30 16,3 9-15-16,12-12-4 0,-2 8-4 16,5-1-4-16,6 4-9 0,3-1-2 0,3 2-8 15,-2 2-6-15,-3 0-5 0,-2 8-4 16,-1-2-3-16,-4 3 3 0,-1 7 0 0,-7-1 7 15,-5 2 8-15,-4 0 14 16,-7 10 18-16,-3 2 21 0,-1-3 2 0,0-3 17 0,-1-4-6 16,5-3 4-16,2-2-16 0,-2-4-6 15,4-1 7-15,1-4-10 16,2 1 0-16,2-8-13 0,4 12 0 0,7-7-12 16,8-3-10-16,3-2-15 0,12-5-56 15,4-4-66-15,1-1-75 0,11-4-76 0,-2-5-89 16,-2-5-82-16,-4-1-90 0,0-8-96 15,-6-2-132-15,-6-4 57 0,-5-2-440 0,-4-3-573 16</inkml:trace>
  <inkml:trace contextRef="#ctx0" brushRef="#br0" timeOffset="8114.38">13381 3001 2874 0,'-37'-2'-109'0,"-10"7"32"0,-10 14 34 16,-8 6 46-16,-19 16 47 0,-3 12 43 15,-7 5 36-15,1 5 14 0,3 7 39 0,9 0-5 16,6 2-4-16,12 2-5 0,13-3 10 15,18-13-15-15,14-4-15 0,7 2-10 16,18-14-11-16,13 12-15 0,16-10-7 16,16-8-10-16,28 5-8 0,10-10 5 0,13-12-14 15,2-9-22-15,-14-7-24 0,21-9-23 16,-5-8-10-16,-2-6-3 0,-10-5 2 0,-11-6-2 16,-9-4 18-16,-23 2 17 0,-5-7 23 15,-11-4 27-15,-8-9 14 0,-6-5 3 0,-13-8-4 16,-11-4-11-16,-11-24-9 15,-14 4-10-15,-12 8-11 0,-4 9-4 0,-7 14-10 16,3 22-7-16,-7 8-11 0,-7 9-3 16,-5 10-31-16,-1 7-49 0,0 8-60 0,2 7-81 15,8 8-106-15,4 1-110 0,7 4-170 16,6 0-117-16,16-4 76 0,6-5-397 16,11-2-501-16</inkml:trace>
  <inkml:trace contextRef="#ctx0" brushRef="#br0" timeOffset="8747.48">16935 3071 3048 0,'-19'18'43'0,"-11"13"28"0,-5 8 9 0,-2 0 24 15,1 4 24-15,-2 1 14 16,4 2 18-16,8-3 2 0,5-1 1 0,9-8 1 16,7 1 8-16,8 0 3 0,9-1-1 15,13 0-9-15,8-1-10 0,10-7-9 0,13-3-14 16,4-6-14-16,1-8-13 0,2-4-6 16,-11-3-6-16,13-9-10 0,-10-1-7 15,0-8 0-15,-5-1-4 0,-4-8 9 0,-7-4 16 16,-6-4-8-16,-6-5 2 0,-11-7-6 15,-6 2-14-15,-8-11-13 0,-5-3-10 0,-10 3-10 16,-5 2-13-16,-7 7-9 0,-4 7-27 16,-8 6-35-16,-10 10-36 0,-3 5-52 0,3 12-51 15,-4 5-62-15,-9 8-68 0,1 9-65 16,-2 8-97-16,2 5-160 0,-9 12-61 16,16-9 69-16,5 5-379 0,5 4-484 15</inkml:trace>
  <inkml:trace contextRef="#ctx0" brushRef="#br0" timeOffset="9097.62">16930 3842 3102 0,'2'-15'170'0,"-2"2"22"15,-2 5 5-15,0 2-6 0,2 6-3 16,-6-6-13-16,6 6 3 0,-26 12 9 16,-8 5 0-16,-11 13-6 0,-8 6-3 0,-14 17-15 15,-5 5-19-15,-1 4-18 0,-1 3-4 16,-1-1-22-16,5 0 1 0,0 4-10 0,1-5-11 16,6-1-2-16,2-6-6 0,6-3-12 15,13-11-1-15,2-5-11 0,4-2-4 16,4-3-6-16,5-8-4 0,2-2 3 0,6-3-8 15,2-5-23-15,5-4-25 0,3-1-34 0,-1-4-60 16,2-2-74-16,8-3-75 16,-13-3-72-16,13 3-62 0,-9-9-86 0,5 3-153 15,2-3-30-15,2 0 63 0,2-3-354 16,0 2-434-16</inkml:trace>
  <inkml:trace contextRef="#ctx0" brushRef="#br0" timeOffset="9464.68">15904 4693 2692 0,'-25'7'161'0,"2"3"22"0,-13 5 1 0,-9 9 20 16,1 5 25-16,-1 5 27 0,0 4 11 15,4 8-13-15,-13 12 15 0,16-10 0 0,9 1-16 16,-1-1-23-16,9 0-19 0,6-1-14 15,9-10-30-15,6 1-10 0,6-2-19 0,5-4-10 16,8-3-23-16,8-4-29 0,6-5-40 16,4-7-30-16,9-7-43 0,5-6-38 0,16-9-26 15,0-3-15-15,0-8 4 0,-4-6 9 16,-8-1 10-16,-2-1 12 0,-7-6 19 16,-10-2 21-16,-4-6 18 0,-8 0 8 0,-12-3 5 15,0-6 1-15,-12 5-1 0,-1-12-2 16,-8 0 3-16,-2 3-6 0,-2 6-6 15,-1 15-15-15,0 3-17 0,-8 9-38 0,-1 3-64 16,0 8-78-16,-1 7-49 0,-1 0-74 16,2 4-118-16,-4-1-175 0,6 2 47 15,3 0-349-15,2-1-430 0</inkml:trace>
  <inkml:trace contextRef="#ctx0" brushRef="#br0" timeOffset="9848.75">17101 3841 2696 0,'-9'-7'221'0,"9"7"14"0,-6-5-26 0,6 5-23 0,0 0-17 15,0 0-2-15,0 0 31 0,29 37 16 0,-2-1 0 16,1 5-18-16,6 8-16 0,13 16-13 16,5 0-14-16,4-2-10 0,5 1-19 0,0 0-6 15,0 4-14-15,3 2-5 16,6 3-8-16,2-5-10 0,1-3 14 0,-1-4 3 16,-2-8-23-16,-21-13-5 0,-7-8-4 0,-6-4 5 15,-9-5-19-15,-4-6 1 0,-6-5-12 16,-3 0 0-16,-5-5-3 0,-2-1 3 15,2 0-9-15,-4-1-1 0,3-2-19 0,-8-3-43 16,9 4-42-16,-9-4-77 0,0 0-91 16,15-4-129-16,-15 4-152 0,10-5-244 15,-10 5 60-15,3-3 78 0,-3 3-492 0,0 0-590 16</inkml:trace>
  <inkml:trace contextRef="#ctx0" brushRef="#br0" timeOffset="10214.44">18083 4931 3353 0,'-25'4'112'0,"0"3"7"16,-7 8 14-16,-8 9 32 0,-1 7 26 0,3 5 27 15,1 3 20-15,1 4-7 0,1 0-3 16,9 3 9-16,2 4-25 0,11-4-14 15,9-7-22-15,8 2-9 0,8-4-17 16,9 8-15-16,7-9-13 0,10-6-15 0,2-4-16 16,3-7-24-16,-2-11-19 0,3-4-2 15,0-6-12-15,-1-5-4 0,9-5 2 0,0-7-6 16,-7-1 3-16,1-4-4 0,-4-4 11 16,-4-5 11-16,-8-1 6 0,1-2 5 15,-6-6-5-15,-11-5-2 0,0 1-4 0,-8 7-6 16,-6-1-7-16,-9 7-6 0,-7 4-14 15,-9 2-29-15,-15 3-50 0,-3 5-64 0,-13 7-87 16,-3 3-118-16,7 8-147 0,-9 2-180 16,2 3-127-16,2 5 78 0,3-1-645 0,-2 2-809 15</inkml:trace>
  <inkml:trace contextRef="#ctx0" brushRef="#br0" timeOffset="11082.64">15590 5341 3485 0,'13'-14'-163'0,"-2"2"43"15,1 0 40-15,-4 5 41 0,-3 0 41 16,-1 2 45-16,0 0 33 0,0 0 9 15,-4 5 2-15,0 0-8 0,0 0 22 16,-17 15 26-16,-14 16 23 0,-7 15 11 16,-17 16 5-16,-8 12 13 0,-3 2 2 0,-6 2 7 15,-1 4-3-15,-6 1 2 0,1 1 17 16,-2-1 6-16,4-8-16 0,5-1-10 0,8-6-16 16,6-7-14-16,17-16-15 15,3 0-17-15,4-9-11 0,6 0-16 0,6-10-5 0,5-2-13 16,2-7-10-16,3-4-29 0,2-1-36 15,4-6-36-15,-3 2-40 0,6-3-57 16,-1-1-75-16,3-4-106 0,0 0-98 16,0 0-95-16,0 0-108 0,-12-14-107 0,10 7 56 15,2 7-505-15,0-12-632 0</inkml:trace>
  <inkml:trace contextRef="#ctx0" brushRef="#br0" timeOffset="11448.27">14386 6636 3440 0,'-23'20'123'15,"-4"3"12"-15,-9 11 14 0,0 0 27 0,2 5 25 16,-1 3 24-16,3-2 12 16,3 3-1-16,6-1-2 0,4-1-17 0,6-7-25 15,7 0-14-15,5-5-15 0,6 4-13 16,6-2-14-16,12-4-18 0,13-2-23 0,11-1-8 15,1-9-15-15,12-7-36 0,-9-6-30 16,18-8-33-16,-1-2-12 0,1-3-20 0,-6-9-2 16,-2-1 2-16,-10-4 12 0,-7-1 7 15,-8-1 14-15,-13 3 18 0,-6-3 6 16,-9-3 7-16,-6 2 7 0,-5-8-1 0,-13-10 0 16,-7-1-5-16,-4-3 1 0,-4 3-5 15,3 2-5-15,-5 7-8 0,5 6-14 16,2 8-30-16,-1 7-42 0,4 5-54 0,2 6-75 15,2 4-67-15,-4 2-71 0,2 2-90 16,4 2-172-16,2-2-16 0,4 2 72 16,0-2-374-16,11-2-423 0</inkml:trace>
  <inkml:trace contextRef="#ctx0" brushRef="#br0" timeOffset="11899.32">15673 5567 2743 0,'-11'-18'44'0,"4"4"13"0,-1 2 20 0,2 3 34 0,1 1 29 16,1 1 18-16,-2 0 11 0,6 7 4 16,-1-10-7-16,1 10-14 0,-2-9-11 0,2 9-16 15,0 0 0-15,0 0 20 0,0 0 24 16,20 41 9-16,1 4 3 0,10 6-6 16,12 21-1-16,7 5-12 0,5 6 1 15,6 4-13-15,4 1-19 0,0-3-5 0,-1 6-15 16,-3 7-13-16,0-4 1 0,0-5-18 15,-5-2-4-15,-3-4 1 0,-7-9-4 0,-2-6 3 16,-15-18-15-16,-4-6-6 0,-11-11 7 16,0-4-13-16,-3-3 4 0,-1-9-11 0,-2 0-1 15,-3-8-5-15,1 0-2 0,-2-2-2 16,-3-2-35-16,-1-5-36 0,0 0-50 16,0 0-70-16,0 0-86 0,22-16-111 0,-19 8-123 15,1-1-154-15,0 2-131 0,-2 0 75 16,-2 7-625-16,-8-10-769 0</inkml:trace>
  <inkml:trace contextRef="#ctx0" brushRef="#br0" timeOffset="12316.59">16484 7090 3900 0,'-22'0'55'16,"4"3"8"-16,-1 7 8 0,-8 7 34 0,-4 2 32 16,4 7 27-16,-7 7 23 0,6 5 11 15,-1 0 10-15,9 2-3 0,0 2-1 16,9-7-21-16,9 2-17 0,2 0-11 16,2 0-12-16,7-3-19 0,4-2-7 0,7-3-4 15,3-3-15-15,7-4-10 0,-1-5-8 16,7-5-7-16,-2-3-6 0,0-9-8 0,6-3-16 15,1-6-16-15,4-8 2 0,1-2-5 16,-4-6-3-16,-4-3 2 0,-1-1-5 0,-9-5-5 16,-4-4 7-16,-2-3 4 0,-10-6-3 15,-5 6 5-15,-9-5-9 0,-3-11-2 0,-7 6-9 16,-6 2 4-16,-2 7-18 16,-5 5-20-16,-8 5-29 0,5 10-42 0,-3 8-60 15,-3 3-70-15,-4 4-98 0,11 2-96 16,-3 5-120-16,3 3-224 0,0 2 61 0,4 0 85 15,-2 2-513-15,7 2-601 0</inkml:trace>
  <inkml:trace contextRef="#ctx0" brushRef="#br0" timeOffset="13563.11">18260 5782 3099 0,'10'-15'-31'0,"-5"-2"26"16,2 5 29-16,2-2 32 0,-4-1 39 15,1 1 29-15,-1-1 30 0,1 1 23 0,-2 2 8 16,0 1 12-16,2 0 6 0,-4 4-8 16,-1-1-9-16,-1 8-26 0,2-9-18 15,-2 9-15-15,0 0 0 0,-23 43 17 16,-2 3 8-16,-16 24 7 0,-9 6-4 15,-6 10 23-15,0 4 2 0,2-1-1 0,-1-1-9 16,7 2-13-16,5-9-7 0,1-1-15 16,13-22-15-16,4-2-9 0,2-8-16 0,2-3-7 15,8-10-8-15,4-4-6 0,2-8-7 16,2-5-8-16,1-5 0 0,0-2-8 0,3 1-3 16,-1-6-2-16,-2 1-9 0,4-7-12 15,-2 7-33-15,2-7-42 0,0 0-38 0,0 0-45 16,0 0-49-16,0 0-65 15,6-22-87-15,-4 15-87 0,-1 0-82 0,1 3-96 16,-2 4-152-16,2-11 49 0,-2 11-630 16,4-4-788-16</inkml:trace>
  <inkml:trace contextRef="#ctx0" brushRef="#br0" timeOffset="13929.68">17688 6824 3487 0,'-17'4'64'0,"-3"0"47"0,-4 10 23 15,-8 7 19-15,3 0 28 0,-8 11 25 0,5 2 14 16,3 4 10-16,4-3-12 16,2 2-17-16,7-6-17 0,5-2-15 0,5-1-17 15,6-6-12-15,2-1-17 0,7-1-12 16,9 5-12-16,2-3-8 0,11-6-20 0,8-5-28 15,0-6-30-15,9-5-21 0,13-7-24 16,2-5-13-16,5-5-5 0,-1-7 3 0,-2-3 7 16,-6-5 5-16,-8 2 15 0,-5-3 25 15,-9-1 29-15,-10-2 26 0,-7-3 26 0,-13 3 10 16,-2-6-3-16,-14-11-4 0,-2 1-4 16,-12 3-17-16,-4 6 1 0,-5 7-14 0,0 7-11 15,0 10-16-15,-5 9-48 16,0 7-59-16,4 6-79 0,-4 5-108 0,1 4-140 15,4 5-159-15,3 1-198 0,4 1 50 16,3-4 82-16,8-3-503 0,7 0-603 16</inkml:trace>
  <inkml:trace contextRef="#ctx0" brushRef="#br0" timeOffset="14880.6">23817 3016 3302 0,'-16'-10'248'0,"0"-1"-107"0,2 1 19 15,5 2 9-15,1-3-1 0,2 3-14 0,2-4-31 16,4 3-27-16,0-1-6 16,4 0-9-16,2 1-6 0,4 1-5 0,3 0-11 15,2 4-5-15,0 4-5 0,3 0-6 16,-2 2-6-16,4 2-4 0,-1 4-6 16,-1 3 3-16,-4 1-2 0,-1 0 0 0,-5 1 0 15,-4 3 3-15,-4 1 11 0,-4 4 4 16,-9 6 0-16,-5 1-3 0,0 0 2 0,-4-2-7 15,-12 5-4-15,4-2-1 0,3-6-5 16,4-2 4-16,1-4 9 0,4-3 3 16,9-6 3-16,-1 0-4 0,2 0-7 0,5-3-6 15,-3 0-2-15,2 0-4 0,4-5 5 16,0 12 2-16,0-12 1 0,6 15 8 16,0-6-6-16,1 1 1 0,1 0-1 15,1 0 5-15,-1 1 1 0,-3-3 5 0,2 1 12 16,-2-1 19-16,-3-2 19 0,2 0 4 15,-4-6 20-15,2 12 17 0,-2-12 13 0,-8 17 4 16,5-13-6-16,-6 4-12 0,-2 0-12 16,-6 1-14-16,-4-1-11 0,-2-4-13 15,-3 2-25-15,-3-4-49 0,-2 0-73 0,3-2-98 16,-1-2-109-16,-9-2-118 0,11-4-131 16,-3-4-138-16,5-5-191 0,7-5 62 15,7-1 88-15,8 0-539 0,3-4-698 16</inkml:trace>
  <inkml:trace contextRef="#ctx0" brushRef="#br0" timeOffset="15230.01">23737 2776 3608 0,'-21'-7'-6'0,"-3"7"9"0,0 3 29 0,-25 13 39 0,-7 6 34 0,-12 19 31 15,-2 8 0-15,-2 3 11 0,6 12 11 0,1-1 7 16,13 7-11-16,7-2-16 0,18-7-9 15,10-1-12-15,11 2-10 0,14-3-7 16,13 0-8-16,23 5-11 0,14-8-6 16,16-10-8-16,6-5-9 0,7-7-18 0,0-12-14 15,-10-9-10-15,-1-5-8 0,2-8 2 16,-7-2 2-16,-3-9-3 0,-4-3 4 16,-10-5 2-16,-2-3 16 0,-9-7 7 0,-2-5 27 15,-10-7 16-15,-6-7 9 0,-13-9-12 16,-6-5-7-16,-6-5-4 0,-7-5-13 0,-8 2-6 15,-8-13-7-15,-2 22-8 0,-6 4-7 16,-5 8-14-16,0 8-21 0,-6 12-28 0,-3 8-49 16,-5 4-77-16,4 9-103 15,0 8-136-15,3 0-175 0,-2 0-186 0,13 0 64 16,7 0-510-16,8-3-673 0</inkml:trace>
  <inkml:trace contextRef="#ctx0" brushRef="#br0" timeOffset="15831">27043 3098 3163 0,'-9'-3'-48'0,"9"3"34"0,-37 10 33 0,-8 15 35 0,-9 4 32 16,2 8 38-16,-14 9 12 0,19-6 12 15,4 1 7-15,7 0 46 0,8 0 0 0,8 0-17 16,11-4-7-16,5-2-3 0,12 0 3 15,7-3-5-15,12 7-16 0,13-4-14 16,8-5-7-16,6-2-16 0,7-6-12 0,2-2-13 16,8-8-10-16,1 0-8 0,0-7 10 15,-2-8-6-15,-9 1-9 0,-6-7-6 0,-8-6-3 16,-12-5-3-16,-7-12-12 16,-10-1-6-16,-7-6-10 0,-11-7-2 0,-9-13-7 15,-9-6-2-15,-16-12-8 0,2 24-2 16,-6 5-12-16,-7 7-14 0,0 9-25 0,-9 6-31 15,-1 15-33-15,-6 7-42 0,-4 11-54 16,4 7-78-16,-1 5-92 0,4 2-101 16,9 3-125-16,7-2-102 0,11-3 67 0,17-2-396 15,3-3-503-15</inkml:trace>
  <inkml:trace contextRef="#ctx0" brushRef="#br0" timeOffset="16332.84">27079 3699 2735 0,'4'-10'-91'0,"-2"5"28"0,2-1 24 0,-4 6 21 0,0-7 19 16,0 7 19-16,0 0 13 0,0 0 7 15,0 0 7-15,0 0 33 0,0 0 41 0,0 0 38 16,-17 30 26-16,-6 7 25 0,-10 6 12 16,-15 18 8-16,-2 6 6 0,-9 8 19 15,-4 0-4-15,-2 0-3 0,-4 2-3 16,-3 0-41-16,1-1-10 0,0-6-14 0,8-2-18 16,3-9-7-16,18-15-5 0,1-3-12 15,5-3-12-15,8-7-10 0,5-7-17 0,4-3-8 16,3-6-12-16,5-3-7 0,4-3-25 15,-2-2-24-15,2-3-42 0,3 0-56 16,4-4-73-16,0 0-75 0,0 0-91 0,-11-14-82 16,10 6-90-16,1 1-133 0,0-4-101 15,-2 6 73-15,-2-3-474 0,-3 4-590 0</inkml:trace>
  <inkml:trace contextRef="#ctx0" brushRef="#br0" timeOffset="16729.89">25831 4960 3529 0,'0'0'188'16,"0"0"-16"-16,-50-1-12 0,18 11 3 15,-8 4 20-15,-1 8 18 0,-4 7 11 0,7 0-1 16,-1 3-17-16,2 1-18 0,6 4-10 15,13-8-17-15,4 2-14 0,7 1-19 0,8-3 2 16,9 5-16-16,9-3-7 16,17 3-16-16,8-5-27 0,11-5-26 0,11-5-25 15,6-6-24-15,-2-8-21 0,5-5-11 16,-3-8 3-16,-2-4 7 0,-6-1 5 0,-2-5 8 16,-13-2 15-16,-6-4 17 0,-5-2 14 15,-15-1 9-15,-8-4 3 0,-6-3 5 0,-6-3 2 16,-8-4 3-16,-2-7-10 0,-3 7-4 15,-7-6-4-15,-3 6-2 0,0 13-8 16,-1 3-5-16,-4 6-10 0,-4 5-26 0,3 6-31 16,0 8-38-16,-1 0-52 0,-11 6-75 15,1 5-91-15,1 1-107 0,6 0-140 16,1 0-118-16,10-4 63 0,7-1-455 16,5-4-548-16</inkml:trace>
  <inkml:trace contextRef="#ctx0" brushRef="#br0" timeOffset="17095.68">27217 3931 3349 0,'-7'-5'207'15,"7"5"-7"-15,-3-6-21 0,3 6-25 0,0 0-12 16,0 0 5-16,0 0 27 0,19 47 10 16,2-1 0-16,10 8-29 0,9 20-13 15,10 3-12-15,2 1-14 0,7 5-13 0,2-4-9 16,4 6-6-16,2 3-10 0,4-4-5 16,1 0-7-16,-1-1-4 0,-5-6-6 15,-7-11-5-15,-5-4-4 0,-18-23-7 16,-5-2 0-16,-11-12-7 0,-3-4 7 0,-4-5-17 15,-2-3-15-15,-4-3-27 0,-2-4-25 16,1 2-34-16,1-4-56 0,-7-4-75 16,1 3-89-16,-1-3-96 0,0 0-144 0,0 0-165 0,4-21 72 15,-6 13-497-15,2 8-597 16</inkml:trace>
  <inkml:trace contextRef="#ctx0" brushRef="#br0" timeOffset="17445.68">28254 5074 3456 0,'-14'-6'153'0,"4"1"-4"15,-1 2-8-15,11 3 11 0,-28 8 17 16,-1 9 17-16,-12 7 12 0,4 9 0 16,-3 3-4-16,2 3-20 0,3 4-16 0,2 2-13 15,9 3-16-15,5-2-7 0,10-7-18 16,2 0-10-16,12-2-8 0,2-1-12 0,10-2-20 15,2-2-14-15,6-5-20 0,0-4-7 16,6-4-10-16,-3-1-3 0,7-6 6 0,-9-7-4 16,3-1 2-16,-7-4 7 0,5-3 15 15,-2-1 16-15,-2-4 20 0,-5 0 26 0,7-11 14 16,-5-3 1-16,-9 1 0 0,-4-10-20 16,-2 2-1-16,-5-7-14 0,-7-3-6 0,0 0-13 15,-4 0-26-15,-3 4-32 16,-4 4-38-16,-4 2-40 0,-3 8-69 0,-3 2-92 15,-5 4-114-15,-3 6-155 0,-1 1-214 16,-4 3-8-16,5-1 83 0,4 6-560 16,5 0-680-16</inkml:trace>
  <inkml:trace contextRef="#ctx0" brushRef="#br0" timeOffset="18179.37">25702 5821 3202 0,'13'-13'-58'15,"-4"1"46"-15,-1 1 40 0,-4 3 34 0,0 1 37 16,-1 0 29-16,-3 3-2 0,0 4-6 15,0 0 3-15,0 0 23 0,0 0 31 0,-55 37 26 16,12-2 5-16,-24 17 5 16,-6 10 10-16,-5 2 2 0,0 6-13 0,-2-2-12 15,-2 1-16-15,6-3-4 0,2 0-17 16,3-5-17-16,6-3-15 0,6-5-13 0,15-12-9 16,5-3-13-16,2-1-14 0,2-8-13 15,13-3-36-15,-1-4-49 0,7-5-53 0,5-4-66 16,2-2-77-16,3-3-79 0,-2-3-96 15,5-3-103-15,3-2-140 0,0 0-70 0,0 0 56 16,-13-12-500-16,11 5-610 0</inkml:trace>
  <inkml:trace contextRef="#ctx0" brushRef="#br0" timeOffset="18548.47">24506 6880 3251 0,'-16'20'67'0,"-7"5"31"15,-8 10 13-15,1 4 39 0,-3 0 26 0,3 1 21 16,-1-4 6-16,6-1-3 0,9-3-10 16,0-6-15-16,9 1-17 0,3-7-12 15,6 0-11-15,3-2-17 0,8 6-10 16,10-5-13-16,4-5-16 0,7-6-30 0,8-5-32 15,8-3-32-15,9-10-26 0,2-1-18 16,0-8-3-16,0-2 8 0,-6-3 9 0,-8-5 10 16,-2-2 26-16,-11-3 27 0,-5-4 23 15,-15 5 7-15,-2-3 3 0,-6-3 1 0,-8-4 1 16,-7-9-7-16,-7 2-5 0,0 3-8 16,-9 9-7-16,3 11-4 0,-4 5-19 0,-3 4-32 15,-3 10-38-15,5 3-56 0,0 3-74 16,3 4-84-16,-1 1-82 0,2 2-114 15,6 0-186-15,2 0 58 0,5-1 74 0,2-2-320 16,8-2-335-16</inkml:trace>
  <inkml:trace contextRef="#ctx0" brushRef="#br0" timeOffset="18879.71">25964 5854 2753 0,'-11'-9'192'15,"4"1"2"-15,-2 0-7 0,4 4-9 0,-3 2-18 16,8 2-23-16,0 0 16 0,0 0 21 16,-1 29 25-16,2 5-5 0,12 21-12 15,1 3-14-15,8 10-17 0,3 14-13 0,9 1-13 16,-2-2-9-16,-1 1-11 0,-1-3-4 15,0 4-21-15,-4-4-6 0,8-1 13 0,-9-15-6 16,0-6-9-16,-2-1-18 0,-1-4-16 16,-6-5-19-16,0-13-19 0,-3-1-18 0,-3-11-23 15,-2-3-38-15,-1-6-44 0,0-3-61 16,4-2-85-16,-4-4-79 0,0-7-109 0,-7 3-158 16,22-9-19-16,-13 4 65 0,2 0-375 15,-1 2-423-15</inkml:trace>
  <inkml:trace contextRef="#ctx0" brushRef="#br0" timeOffset="19261.84">26557 7011 3095 0,'-21'-12'234'0,"-4"4"-18"16,1 4-10-16,-4 4 13 0,-15 5 15 0,-6 12 15 15,-5 9 7-15,3 9 1 0,-10 12-14 16,2 5-5-16,1 6-25 0,9 4-14 0,12-11-20 16,5 6-17-16,8-5-17 15,6 2-10-15,9-4-13 0,9-11-13 0,8 1-11 16,5-6-11-16,10 3-14 0,2-12-24 16,3-4-28-16,5-5-13 0,6-6-19 0,6-6-2 15,4-5 1-15,10-8 0 0,0-5-4 16,-4-5 8-16,-3-2-1 0,-7-8 2 0,0-3 13 15,-9-6 10-15,-6-3 8 0,-3-3 13 16,-9-6-8-16,-6-2 2 0,-10-3-7 0,-5-1 5 16,-9 0-11-16,-11 9-9 0,-5 6-18 15,-9 8-31-15,-5 9-52 0,-8 10-76 0,0 2-113 16,3 11-127-16,-2 6-120 16,5 3-186-16,-8 4-16 0,14 1 74 0,2 0-554 15,0 3-672-15</inkml:trace>
  <inkml:trace contextRef="#ctx0" brushRef="#br0" timeOffset="20629.29">28200 5845 3037 0,'0'0'-151'16,"0"0"36"-16,2-7 31 0,-2 7 25 15,0 0 39-15,3-7 31 0,-3 7 36 16,0 0 30-16,0 0 24 0,2-6 27 0,-2 6 15 16,0 0 11-16,0 0 5 0,0 0 4 15,0-11 7-15,0 11 0 0,0 0-1 0,0 0-6 16,0 0-6-16,0 0-11 0,0 0-13 16,0 0-14-16,-3-8-11 0,3 8-12 0,0 0-13 15,0 0-13-15,0 0-7 0,0 0-6 16,0 0-4-16,-11 31 9 0,-1 1 9 15,-1 15 14-15,-5 9-6 0,-2 8 15 16,-13 25 2-16,3 2 5 0,-5 2-2 0,1 6-5 16,-2 0-12-16,0 1-3 0,1-1-9 15,-1-2 11-15,4 3 5 0,3-7-14 16,1-6-11-16,1-5 4 0,9-20-9 0,2-6 7 16,2 0-7-16,1-10 3 0,6-11-3 15,-4-2-7-15,4-11 1 0,1-2 14 0,5-7 10 16,-3-1 8-16,-1-1 2 0,2-1 7 15,1-3-2-15,0 1 0 0,0-3-4 16,2-5-11-16,-4 11-2 0,4-11-3 0,-1 7-11 16,1-7-6-16,0 10-6 0,0-10-14 15,0 0-31-15,0 0-46 0,-4 3-58 16,4-3-69-16,0 0-68 0,0 0-86 0,0 0-116 16,-6-22-133-16,6 13-169 0,0-2-49 15,0 0 87-15,0 1-665 0,2-2-824 0</inkml:trace>
  <inkml:trace contextRef="#ctx0" brushRef="#br0" timeOffset="21078.14">27497 7621 3642 0,'-14'6'19'0,"-3"2"10"0,0 2-2 0,-10 13 25 16,-5 8 28-16,-1 2 29 0,1 2 30 0,3 5 9 16,3 3 10-16,7-1-1 0,3 3-9 15,5-5-13-15,8-2-14 0,3 2-12 0,5-2-11 16,6 0-10-16,7-4-7 15,7 4-9-15,5-4-5 0,6-7-16 0,8-5-14 16,-5-9-11-16,2-5-15 0,4-4-7 16,7-8-5-16,7-2 3 0,0-6 1 0,-1-5-2 15,-1-4 7-15,-8-4 3 0,-7-2 13 16,-6-5 6-16,-5-4 10 0,-8-2 22 0,-10 2 3 16,-8-6-4-16,-5-1-8 0,-5-15-10 15,-8-6-6-15,-3 4-15 0,-2 5-17 16,-5 6-17-16,-4 8-25 0,0 6-38 0,0 10-56 15,-1 7-79-15,-5 4-84 0,1 6-80 16,-6 1-100-16,6 5-149 0,5 4 8 16,-2 1 60-16,4 2-355 0,2-1-390 0</inkml:trace>
  <inkml:trace contextRef="#ctx0" brushRef="#br0" timeOffset="21748.54">27605 8403 2582 0,'0'-7'148'0,"-2"1"19"0,-2 1 5 16,4 5-7-16,-5-9 14 16,5 9 17-16,-15 2 22 0,-2 6 24 0,-18 20 20 15,-4 11 8-15,-19 19 2 0,-3 9-4 16,-6 5-13-16,-3 4-12 0,-4 8-12 0,-5 0-18 16,5 1-6-16,0 4-6 0,2-4 0 15,3 0-5-15,8-2-11 0,6-11-8 0,3-5-5 16,16-19-9-16,4-6-7 0,1-4-24 15,8-11-10-15,4-3-6 0,4-7-36 0,3-5-80 16,3-3 0-16,-1-1 0 0,7 0 0 16,-6-4 0-16,6 0 0 0,3-4 0 15,-13 6 0-15,13-6 0 0,0 0-176 0,0 0-121 16,-14-10-89-16,12 2-86 0,4 1-81 16,1-3-106-16,-1-2-130 0,1 2 71 15,3-4-690-15,-3 0-861 0</inkml:trace>
  <inkml:trace contextRef="#ctx0" brushRef="#br0" timeOffset="22428.33">26287 9693 3856 0,'-18'0'-37'0,"1"10"28"16,-9 9 19-16,-8 10 29 0,-3 6 37 0,-1 4 35 15,0 2 23-15,0 3 18 0,4 2 0 16,7-3-9-16,2 1-10 0,14-8-11 16,1 0-7-16,10-9-9 0,3 6-11 15,11-6-6-15,6-2-10 0,4-1-10 0,4-7-4 16,6-5-10-16,5-5-4 0,8-7-8 15,3-2-7-15,8-11-5 0,-1-3-7 16,-3-4-3-16,-2-6 0 0,-6-3 0 0,0-1 2 16,-9-4 15-16,-1 1 14 0,-14-5 10 0,-7 7 16 15,-5-4 6-15,-8-6 7 0,-6-1-8 16,-7-13-5-16,-9-1-5 0,-3 2-15 0,-4 7-5 16,-1 1-6-16,-10 9 0 15,4 8-12-15,-4 3-13 0,6 11-32 0,-3 4-49 16,5 5-53-16,3 6-82 0,-2 3-104 15,6 4-111-15,-5 3-143 0,5 2-181 0,8-2 65 16,7 1 71-16,4-3-456 0,4-1-525 16</inkml:trace>
  <inkml:trace contextRef="#ctx0" brushRef="#br0" timeOffset="22861.19">27701 8487 3203 0,'2'-30'115'0,"-2"4"12"16,0 7-6-16,0 3-3 0,0 5-4 0,0 0-8 15,0 4-10-15,0 1-6 0,0 6 26 16,0 0 21-16,7 25 22 0,4 11 10 0,3 15 8 16,5 7 9-16,7 24 1 0,7 0-9 15,3 4-13-15,5 2-13 0,0 2-20 0,3-5-4 16,0-1-16-16,2 3-13 16,-4-4-8-16,-3 1-11 0,2-1-6 0,-5-4-9 15,-4-4-7-15,-5-17-8 0,-3-1 3 16,-1-5-3-16,-1-1-9 0,-3-3 1 0,-4-14-12 15,-4-3 0-15,-1-7-2 0,-5-7-2 16,1-3-5-16,0-3 3 0,-5-1-7 0,6 0-17 16,-5-2-35-16,1-3-54 0,-1-1-77 15,-2-4-108-15,0 0-125 0,6 3-133 16,-6-3-190-16,0 0 16 0,0 0 70 0,0 0-523 16,0 0-626-16</inkml:trace>
  <inkml:trace contextRef="#ctx0" brushRef="#br0" timeOffset="23228.47">28424 10139 3598 0,'-24'12'198'15,"-4"5"0"-15,-6 10 13 0,-5 4 26 16,3 1 13-16,0 7 18 0,-2 0 5 0,6 4-12 15,1-1-12-15,8-1-16 16,5-6-23-16,11-1-17 0,3-7-23 0,6 0-13 16,7 2-20-16,9-4-13 0,-1-3-37 15,6-4-13-15,-2-8-25 0,9 0-16 0,1-6-11 16,-4-6-12-16,12-1 4 0,1-3 1 16,-1-7-5-16,4-8 0 0,4-1 9 0,-10-4 6 15,3-6 13-15,-8-3 6 0,-3-3-3 16,-4-8-1-16,-10 2-9 0,-11 1 2 0,-8-1 4 15,-5-12-11-15,-13 2 1 0,-2 5-8 16,-13 7-15-16,-4-1-35 0,-7 7-35 0,-3 3-46 16,-6 7-48-16,-1 5-68 0,-3 0-98 15,4 5-124-15,-2 2-158 0,17 7-180 16,2-1 73-16,4 1 75 0,9 7-568 16,7-3-671-16</inkml:trace>
  <inkml:trace contextRef="#ctx0" brushRef="#br0" timeOffset="24578.38">2843 11693 2596 0,'-12'15'105'0,"3"-1"27"16,-2 6-8-16,-5 11-1 0,-5 8 7 0,2 6 0 15,0 2 4-15,2-1-9 0,3 0-1 16,3-7 6-16,1-1-9 0,5-2-4 0,3-2-16 16,2-6-8-16,5 5-6 0,7-4-4 15,-1-2-9-15,9-4-3 0,3-1-4 16,3-5-2-16,6-4-7 0,3-4-7 15,3-7-2-15,2-6-4 0,-2-3-6 16,1-6 2-16,4-4 0 0,-2-6-12 0,0-1 0 16,-10 3 1-16,-5-1 6 0,-5 3 21 15,-4 4 15-15,-6 5 5 0,1 2-12 0,-6 2-10 16,1 2-9-16,-7 4-5 0,0 0-3 16,0 0-4-16,0 0-7 0,0 0-1 0,0 22-4 15,-3-11-2-15,1 1-3 0,0 0-3 16,2 0 0-16,0 1-10 0,2 2-21 15,2-3-36-15,-3-1-52 0,3-2-74 16,4 2-81-16,-4-5-89 0,2-2-117 16,-6-4-178-16,5 2 7 0,-5-2 59 0,0 0-280 15,2-18-341-15</inkml:trace>
  <inkml:trace contextRef="#ctx0" brushRef="#br0" timeOffset="24944.52">3007 11303 2463 0,'-36'10'13'0,"-16"16"24"0,-15 25 30 0,-1 16 33 16,-5 14 24-16,3 8 29 15,1 14 33-15,8 5 12 0,4 4-3 0,13 4 21 16,13-3-21-16,15-5-20 0,10-2-11 16,17-12-9-16,16-5-20 0,13-10-11 0,15-6-7 15,15-9-15-15,7-9-8 0,9-9-10 16,11-11-3-16,6-14-20 0,6-9-5 15,-22-12-33-15,21-10-21 0,0-11-7 0,-6-6-2 16,-9-8 1-16,-7-8 2 0,-11-7-2 16,-10-4 3-16,-13-8 7 0,-13-6 0 0,-14 4 3 15,-14-3 5-15,-9-13 3 0,-19-17 2 16,-16-5-1-16,-12-1-2 0,-14-2-3 16,-8 9-5-16,-9 5-3 0,-10 10-3 0,-4 16 1 15,3 21-2-15,13 27-2 16,-4 10-4-16,-1 17-1 0,-19 16-21 0,8 12-48 0,6 3-71 15,16 7-90-15,19-7-124 16,12-2-176-16,8 1-121 0,18-11 62 0,6-7-332 16,14-5-410-16</inkml:trace>
  <inkml:trace contextRef="#ctx0" brushRef="#br0" timeOffset="25544.42">7914 11687 2691 0,'-16'18'30'16,"0"5"20"-16,-7 18 21 0,0 5 23 0,-2 6 22 15,2 3 20-15,0-1 17 0,6-2 18 16,6-4 10-16,5-9-11 0,8-1-11 0,5 0-12 16,11-4-5-16,8 3-7 15,15-3-7-15,7-8-7 0,10-6-8 0,6-7-13 16,9-4-7-16,1-9-12 0,3-5-6 15,-3-7-8-15,-3-3-7 0,-4-7-5 0,-10-3-3 16,-6-4-6-16,-13-6 0 0,-12-4-6 16,-6-5-3-16,-17 3-7 0,-8-2-2 0,-15-8-5 15,-6-2-5-15,-12 1-3 0,-16-8-4 16,-4 8-6-16,4 14-8 0,3 6-12 16,-3 9-14-16,1 5-24 0,7 10-35 0,-2 8-40 15,3 5-66-15,-11 10-74 0,8 8-93 16,-6 4-137-16,6 1-147 0,5 1 60 0,0 0-375 15,7 5-439-15</inkml:trace>
  <inkml:trace contextRef="#ctx0" brushRef="#br0" timeOffset="25861.53">7939 12351 2957 0,'7'-4'128'0,"-7"3"-10"15,0 1-13-15,0 0 6 0,-15 27 27 16,-6 0 23-16,-7 11 15 0,-5 5 22 16,-5 3 9-16,-13 13-3 0,8-11 7 15,-10 13 0-15,-4-2-2 0,2-1-3 0,3-2-11 16,0 1-8-16,9-14-17 0,3-2-9 15,2-2-24-15,-2 0-13 0,7-5-9 0,1-4-16 16,9-5-9-16,0 0-2 0,4-4-44 16,2-4-47-16,4-3-40 0,3-3-59 0,2-2-68 15,1 0-93-15,2-1-99 0,-1-1-114 16,-1-2-167-16,2 0-77 0,-1-3 69 0,6-2-477 16,-11 7-597-16</inkml:trace>
  <inkml:trace contextRef="#ctx0" brushRef="#br0" timeOffset="26277.33">7150 13170 3335 0,'-23'0'18'16,"5"10"-2"-16,-7 11 12 0,-7 12 32 15,2 4 29-15,-3 4 8 0,7 5 8 16,0 2 18-16,4 3 4 0,1-3 2 16,5 5-8-16,2-6-9 0,6-9-15 0,3-2-5 15,7-7-9-15,1 6-8 0,10-6-7 16,5-3-8-16,5-4-3 0,9-5-5 0,6-7-16 16,7-6-30-16,5-8-33 0,13-6-35 15,5-10-39-15,16-11-32 0,2-8-13 0,-5-4 3 16,-9-3 10-16,-20 7 16 0,-11 0 19 15,-7-4 32-15,-11-1 20 0,-15 4 23 0,-8-3 19 16,-13-9 17-16,-14-1 9 0,-9 2 10 16,-18-7 8-16,-3 5-4 0,5 16 6 15,-2 10-7-15,-1 6 1 0,-3 6-3 0,7 5-5 16,7 6-6-16,3 6-5 16,5 3-6-16,8 2-37 0,9 0-58 0,5 1-66 15,3 1-75-15,4-1-101 0,5-4-183 16,2-4-36-16,0 0 61 0,17 4-164 0,-17-4-145 15</inkml:trace>
  <inkml:trace contextRef="#ctx0" brushRef="#br0" timeOffset="26611.75">8093 12335 2128 0,'-8'-9'219'0,"4"3"-29"0,4 6-10 0,0 0-13 16,0 0 6-16,-5 24 16 0,8 0 5 0,15 17-1 15,13 7-8-15,6 0-16 0,23 15-17 16,6 3-12-16,11 0-15 0,6 1-12 0,1 5-10 16,6 0-11-16,3 4-5 0,2-1-12 15,3 2-6-15,-1 1-12 0,-4-3 1 0,-3-5-7 16,-14-4-6-16,-14-8-3 0,-19-19-4 15,-7-3-3-15,-11-10-7 0,-3-4 1 16,-3-2-4-16,-5-8 2 0,-3 1-2 0,-5-7-1 16,-1 2 0-16,1-5-34 15,1-2-48-15,-7-1-68 0,0 0-101 0,0 0-117 16,11-17-166-16,-10 10-147 0,-1 0 63 16,-1 1-401-16,-3-3-471 0</inkml:trace>
  <inkml:trace contextRef="#ctx0" brushRef="#br0" timeOffset="27013.73">9385 13515 2788 0,'0'0'136'0,"0"0"-6"0,-27 17-9 0,7 9-9 16,-11 12 14-16,3 4 23 0,-5 4 28 16,5 3 13-16,-1-2 0 0,6 2-7 0,3-5-14 15,13-6-8-15,3-3-13 0,8-6-14 16,7 1-13-16,10-5-15 0,6-2-10 0,2-5-30 16,7-7-46-16,0-4-28 0,-4-5-30 15,5-5-18-15,1-6-15 0,-2-5-12 16,9-6-16-16,-6-7 10 0,-3 2 9 15,-11 4 13-15,-5-3 21 0,0-3 15 0,-4 0 7 16,-9-2 17-16,-3 1 10 0,-6 2 5 16,-6-9 4-16,-4-4-7 0,-10-5 1 15,-4 3 6-15,-9 1-7 0,-4 8-9 0,-6 1-25 16,-3 4-46-16,-5 8-75 0,-2 4-89 16,-6 3-119-16,4 6-198 0,3 4-16 0,4 4 61 15,-11 4-231-15,2 6-233 0</inkml:trace>
  <inkml:trace contextRef="#ctx0" brushRef="#br0" timeOffset="27593.06">7401 13716 2158 0,'-5'-2'38'0,"5"2"6"0,-20 14 29 16,-5 5 35-16,-12 16 48 0,-24 17 38 0,-11 11 34 15,-11 8 23-15,-4 8 6 0,-10 3 1 16,-31 24 3-16,32-25 7 0,-3-1 6 0,4-5 3 16,0-3-9-16,5-2-13 0,6-7-26 15,12-5-17-15,6-2-20 0,19-14-22 0,10-4-27 16,1-3-14-16,12-7-40 0,3-4-49 15,5-4-48-15,2-3-56 0,4-3-58 16,5-3-66-16,1-3-68 0,0-1-72 16,0 0-61-16,2-4-78 0,2-3-105 0,-4 10-110 15,4-10 68-15,-2 4-366 0,2-4-458 16</inkml:trace>
  <inkml:trace contextRef="#ctx0" brushRef="#br0" timeOffset="27994.3">5989 14899 2751 0,'0'0'1'0,"-8"31"15"0,-4-2 12 15,-4 6 26-15,-6 8 28 0,6-1 33 0,-2 4 15 16,7-10 10-16,0 2 0 0,1-4-15 15,6 0-5-15,2-7-12 0,6-2-7 16,2-3-7-16,8 3-6 0,2-2-9 0,11-4-9 16,3-5-5-16,5-4-5 0,5-7-13 15,2-3-20-15,4-6-24 0,-3-1-31 0,9-9-13 16,-5-4-15-16,0-3-2 0,-10-3 9 16,-10 4 3-16,-2 1 27 0,-12-4 27 15,-1 4 15-15,-10 1 19 0,-7-1 10 16,-8-6 11-16,-12-9-8 0,-7-2-2 15,-2 3 1-15,-6 1-6 0,-6 2-5 0,1 1-8 16,-1 4-3-16,2 2-4 0,0 4-9 16,11 10-14-16,1-1-19 0,7 4-33 0,5 4-44 15,4 2-47-15,3 2-55 0,1 2-60 16,5 2-81-16,7-4-150 0,-4 6-89 0,4-6 57 16,0 0-186-16,31 4-196 0</inkml:trace>
  <inkml:trace contextRef="#ctx0" brushRef="#br0" timeOffset="28379.87">7093 13859 2249 0,'-4'-19'191'0,"-1"1"-19"0,5 1-11 0,0 5-2 0,0-1 16 0,0 4 7 15,2-3-6-15,-2 6-23 0,5-1-12 16,1 4-8-16,-6 3 2 0,26 16 7 16,5 16 4-16,8 13-9 0,10 19-13 15,-1 8-9-15,2 6-13 0,4-1-10 0,0 2-12 16,0-1-4-16,0-3-10 0,-3 0-8 15,0-7-5-15,-1-2 1 0,-5-4-10 0,-8-15-3 16,-2-1-6-16,-9-6-3 0,-4-3-1 16,-4-8-7-16,-5-4-3 0,-1-4-13 0,-3-5-19 15,-3-3-25-15,-1-1-18 0,4-4-28 16,-8-2-55-16,3 2-66 0,-4-8-79 16,4 2-102-16,-4-2-154 0,0 0-88 0,0 0 59 15,0 0-313-15,0 0-364 16</inkml:trace>
  <inkml:trace contextRef="#ctx0" brushRef="#br0" timeOffset="28795.45">7836 14802 2628 0,'-17'27'55'16,"-2"14"7"-16,-5 5 26 0,-1 3 47 15,2 1 38-15,-2 0 25 0,5 1 9 16,5-5-6-16,3-8-13 0,10 0-10 0,1-7-20 16,4 3-14-16,9-3-12 0,3-5-9 15,5-3-15-15,-2-4-13 0,3-5-16 0,2-5-26 16,0-5-33-16,0-7-23 0,2-1-19 15,7-9-2-15,0-1-16 0,-3-4 1 0,0-1 7 16,-5-3 13-16,0-2 0 0,-6-2 15 16,-2-3 12-16,-5 0 11 0,-4-6 6 15,0-3 16-15,-9-1 4 0,-5-4 4 0,-6-8 7 16,-4 1-4-16,-2 2-1 16,-2 7 0-16,-4 7-6 0,-2 8-6 0,2 7-9 15,-9 9-26-15,-2 4-33 0,6 8-39 16,-10 8-73-16,-1 8-81 0,-4 5-110 0,5 6-165 15,6 5-164-15,9-9 63 0,4 1-351 16,4 1-428-16</inkml:trace>
  <inkml:trace contextRef="#ctx0" brushRef="#br0" timeOffset="29944.39">15443 11569 2884 0,'0'-18'89'0,"-8"5"-6"0,1 1 5 0,-4 1 10 16,-9 3 27-16,-3 1 23 0,-1 0 6 16,-3 6 12-16,-3 1-8 0,-1 0-7 15,-9 8-12-15,0 1-8 0,6 3-13 16,1 3-10-16,5 0-9 0,1 3-12 16,10-3-6-16,4-1-11 0,3 1-3 0,7 1-4 15,3-5-4-15,3 5-2 0,7 1-2 16,9 3-7-16,6-1 0 0,4-1-5 0,1-3-5 15,4 1-6-15,0-2-1 0,1-3-4 16,-3 1-2-16,-3 0-3 0,-10-1-3 0,-2-9-4 16,-4 6-2-16,-3-1-1 0,-3-2 6 15,-1-2 20-15,-5 4 20 0,-1-7 17 0,0 9 11 16,0-9 0-16,-12 13 0 0,0-9-5 16,-1 3-5-16,-2-2-5 0,-1 2-12 15,1-1-6-15,-4-4-5 0,-6 2-8 0,0-1-40 16,-11 2-50-16,0 2-66 0,-4 1-101 15,1-4-111-15,2 0-108 0,2-2-132 16,10-4-153-16,0 0 67 0,7-2-515 0,6-4-634 16</inkml:trace>
  <inkml:trace contextRef="#ctx0" brushRef="#br0" timeOffset="30293.41">15094 11244 3374 0,'-28'0'-49'15,"-10"7"17"-15,-16 11 28 0,-5 13 40 16,-13 16 34-16,-2 11 29 0,1 6 21 16,5 5 22-16,5 2 17 0,0 1 11 0,9 4-4 15,17 0-9-15,8-18-13 0,11 1-8 16,11-4-10-16,14 1-15 0,18-6-7 0,17-8-14 16,25 5-6-16,20-12-23 0,13-10-46 15,12-6-65-15,4-13-87 0,6-11-71 0,-2-7-45 16,-2-6-20-16,-7-9 0 0,-6-2 26 15,-14-3 30-15,-9-7 44 0,-10-4 39 16,-22 7 43-16,-6-7 43 0,-7-6 45 0,-10-7 29 16,-11-6 18-16,-7-9 13 15,-9-7 1-15,-16-18 2 0,-11 0 0 0,-13 2-7 0,-6 5-7 16,-6 12 0-16,-7 12-11 16,-2 16-8-16,7 23-4 0,-14 11 2 0,-2 13-17 15,-6 13-42-15,-20 14-75 0,1 10-104 16,4 8-159-16,3 7-162 0,10 3 42 0,14-2-184 15,21-10-170-15</inkml:trace>
  <inkml:trace contextRef="#ctx0" brushRef="#br0" timeOffset="30792.78">18220 11310 2034 0,'-19'22'67'0,"-8"14"29"0,2 6 31 0,-3 7 27 16,-1-1 22-16,2 0 13 0,4 1-4 0,8-7-1 16,6-5 3-16,6-2-8 0,8 1-10 15,6-4-15-15,14 4-17 0,7-5-10 0,12-5-14 16,2-7-10-16,8-4-12 0,0-5-15 15,7-6-34-15,5-2-37 0,-5-8-28 16,2-2-17-16,-6-6 0 0,-6-1 1 0,-5-4 9 16,-14 2 1-16,-3-5 4 0,-9-4 20 15,-4-3 7-15,-7-4-3 0,-5-6 1 16,-10-2 1-16,-7-13 3 0,-2 1-8 16,-12 2 0-16,-4 6-4 0,-3 6 2 0,-4 6-3 15,0 9-19-15,-1 15-39 0,0 8-43 16,-5 8-62-16,-15 11-81 0,0 10-115 0,-9 13-190 15,10-6 34-15,-2 13 58 0,11-9-144 16,12-1-109-16</inkml:trace>
  <inkml:trace contextRef="#ctx0" brushRef="#br0" timeOffset="31160.14">18256 11921 1781 0,'0'0'120'0,"0"0"5"0,-23 9 6 0,-3 11 12 0,-17 9 18 16,0 3 33-16,-7 8 14 0,-18 13 25 0,1 1 12 15,-3 9 5-15,-5-1-5 16,1 9-13-16,1 1-7 0,3-4-4 0,-2 2-10 16,2-6-12-16,8-2-18 0,6-6-14 15,17-13-18-15,2-7-22 0,5-2-9 0,9-7-11 16,4-2-15-16,2-10-35 0,8 1-34 16,-1 0-44-16,0-6-54 0,7-3-77 15,-3-2-107-15,6-5-121 0,0 0-141 0,0 0-162 16,0 0 54-16,-5-19-468 0,8 11-567 15</inkml:trace>
  <inkml:trace contextRef="#ctx0" brushRef="#br0" timeOffset="31527.26">17142 12909 3306 0,'-24'21'95'0,"-10"10"-1"16,2 5 20-16,-2 3 18 0,1 0 20 16,-4 7 17-16,9-5 9 0,2 2 4 0,5-1-12 15,1 1-15-15,7-8-13 0,6-2-13 16,2-4-13-16,7-6-12 0,6 0-10 16,5 3-9-16,10-3-12 0,4-5-26 15,7-5-26-15,6-8-41 0,5-3-41 16,0-7-51-16,14-10-55 0,0-5-47 0,0-7-25 15,0-2-9-15,-3-4 18 0,-9 0 23 16,-5 1 32-16,-9-2 33 0,-10-4 26 0,-10 7 28 16,-10-4 23-16,-4-2 15 0,-9-2 10 15,-7-10 4-15,-6 5-1 0,-1 5 13 0,2 12 12 16,1 4 1-16,-2 2-1 0,5 9 1 16,-2 6 1-16,4 3 1 0,-2 3-20 0,-5 3-43 15,4 5-76-15,-2 1-113 0,5 1-191 16,2 2-16-16,6-3-142 0,5-2-108 0</inkml:trace>
  <inkml:trace contextRef="#ctx0" brushRef="#br0" timeOffset="31859.46">18366 11817 1727 0,'0'0'121'16,"0"0"6"-16,0 0 2 0,-7 19 3 15,11-2 14-15,7 12 9 0,6 2 0 16,10 8-4-16,15 2-7 0,15 12-10 16,11-5-16-16,5 1-7 0,1-1-17 0,5-2-34 15,0 8-29-15,7 2-11 0,4 4 3 16,-4-4 0-16,2 2-6 0,-13-9 3 15,-5-4-1-15,-21-13-13 0,-12-4-12 0,-10-6 0 16,-2-5 2-16,-4-5 4 0,-10-2 2 16,3-3-3-16,-4 0-13 0,-5-2-27 0,2 0-44 15,0-3-61-15,-7-2-89 0,0 0-105 16,17-4-159-16,-17 4 31 0,9-6-151 0,-3 2-118 16</inkml:trace>
  <inkml:trace contextRef="#ctx0" brushRef="#br0" timeOffset="32209.23">19554 12659 2040 0,'-19'14'214'16,"3"3"-2"-16,-7 7-10 0,3 8 8 15,-7 3 11-15,2 5-1 0,2-2-15 0,8-4-16 16,7-1-16-16,3 2-19 0,5-6-14 15,3-5-23-15,11 5-23 0,3-1-34 16,2-8-38-16,4-1-42 0,-1-5-30 0,0-8-30 16,1-3-18-16,4-1-14 0,-1-4-6 15,12-3-5-15,-4-5 13 0,2 0 13 16,-1-5 14-16,-5-3 28 0,1-2 27 16,-6-1 32-16,-4-1 40 0,-3-2 41 0,-4-1 27 15,-5-1 6-15,-7 2 4 0,-4-3-13 16,-7-9-13-16,-7-8-6 0,-6 1-11 0,-6 2-10 15,-8 2-19-15,-5 3-34 0,-2 2-47 16,-4 5-86-16,4 7-93 0,-7 1-135 0,5 3-220 16,2 9 4-16,5 1 60 0,1 3-235 15,4 2-227-15</inkml:trace>
  <inkml:trace contextRef="#ctx0" brushRef="#br0" timeOffset="32826.6">16932 13549 2261 0,'-16'9'110'0,"1"2"6"0,-12 10 4 0,-9 10 16 16,-6 6 31-16,-5 6 26 0,-16 11 28 15,-4 4 18-15,-4 2 5 0,-1 0-13 0,-3-2-12 16,-4 1-23-16,0-1-17 16,-3-1-17-16,8-3-18 0,2-3-17 0,3-1-10 15,20-11-30-15,3 2-25 0,4-5-29 16,8-2-42-16,5-2-43 0,6-8-56 0,4-1-68 15,2-2-65-15,3-4-78 0,3-3-92 16,0-2-175-16,1-5-9 0,3 1 57 16,-1-3-254-16,-2 0-281 0</inkml:trace>
  <inkml:trace contextRef="#ctx0" brushRef="#br0" timeOffset="33209.31">15767 14580 2494 0,'-19'20'154'0,"-6"9"-1"0,-7 7-8 16,-2 2 16-16,0 7 20 0,-3-5 17 16,3 5 5-16,1-3 3 0,5-1-9 0,5-3-13 15,10-9-18-15,3-5-15 16,8-4-14-16,2-3-12 0,4-2-10 0,5 3-14 0,7-4-21 15,3-5-29-15,13 3-36 16,-2-12-41-16,15 0-46 0,-2-8-44 0,14-4-41 16,3-9-23-16,-5-4-3 0,0-2 12 15,-7-1 16-15,-4-5 15 0,-6 4 20 16,-15 1 39-16,-5-1 45 0,-6 0 41 0,-8 2 15 16,-8-6 11-16,-10-4 11 0,-8-6-9 15,-15 4-1-15,1 1-11 0,-3 7 8 0,-4 6-4 16,7 9-6-16,0 5-2 0,-2 7-13 15,8 2-29-15,3 6-52 0,4 2-58 0,3 5-69 16,0-3-102-16,9 2-159 0,4 1-71 16,6-1 51-16,2-2-136 0,6 0-119 15</inkml:trace>
  <inkml:trace contextRef="#ctx0" brushRef="#br0" timeOffset="33592.58">16891 13587 2063 0,'0'-9'256'0,"3"2"-15"0,-1 2-27 0,-2 5-20 15,0 0-17-15,0 0 5 0,0 0 18 16,20 22 7-16,-1 4 4 0,8 14-14 0,9 5-17 16,14 15-17-16,3 4-17 0,0 3-14 15,3-2-24-15,-1 2-19 0,1 2-8 0,0-2-8 16,5-2-9-16,-4-1-6 0,2-4-2 16,-18-14-9-16,-3-7-4 0,-8-3-8 0,-6-9 3 15,-8-6 5-15,2-4 1 0,-7-3-2 16,-4-3-1-16,3-3-2 0,-4-2-1 15,-1 0-11-15,-1-2-16 0,-4-4-39 16,10 5-37-16,-10-5-64 0,0 0-75 0,0 0-92 16,15-9-103-16,-9 6-146 0,-6 3-101 15,0 0 67-15,0 0-390 0,0 0-447 16</inkml:trace>
  <inkml:trace contextRef="#ctx0" brushRef="#br0" timeOffset="33976.65">17735 14686 2977 0,'-14'12'145'0,"-4"2"-9"0,2 6-11 15,-8 6 9-15,-2 10 26 0,1 2 29 0,0 0 18 16,4 3 4-16,8-7-8 0,3-2-15 15,9-4-18-15,6 4-17 0,4-3-17 16,9 2-22-16,1-4-28 0,3-6-20 0,5-4-20 16,2-1-18-16,-1-4-19 0,-1-7-12 15,-4-1-4-15,0-4-3 0,1-6 2 16,11-3 0-16,-3-5 4 0,-2-1 8 0,-1-3 8 16,2-7 0-16,-3-7 7 0,-1-2 2 15,-6-5-1-15,-1-6 0 0,-7-5-1 16,-8-4-5-16,1-9-15 0,-6 0-10 0,-8 0-24 15,-1 3-8-15,-5 9-8 0,-2 5 4 16,-6 19-9-16,-1 5-21 0,-4 7-40 0,2 8-75 16,-2 7-82-16,-16 5-116 0,5 6-174 15,-11 9-50-15,3-2 68 0,7 4-327 0,8-2-356 16</inkml:trace>
  <inkml:trace contextRef="#ctx0" brushRef="#br0" timeOffset="34643.39">19905 13072 2604 0,'0'0'71'0,"-12"21"27"0,-1 7 26 0,-14 10 48 0,-5 14 32 16,-15 19 26-16,-3 5 27 0,-2 3 17 16,-2 1 7-16,4-1 8 0,-4 0-10 0,4 1-8 15,5-1-8-15,4-6-18 0,3-3-21 16,11-14-26-16,2-5-20 0,9-3-19 0,-2-2-22 15,7-12-6-15,6-3-32 16,-1-4-35-16,1-8-40 0,4-4-42 0,-1-3-43 16,-2 0-45-16,2-2-46 0,2-1-57 15,-2-3-66-15,2-6-68 0,-1 6-54 0,1-6-70 16,0 0-114-16,0 0-91 0,-13 0 61 16,13 0-404-16,-11 5-490 0</inkml:trace>
  <inkml:trace contextRef="#ctx0" brushRef="#br0" timeOffset="34993.71">19175 14473 2664 0,'-8'14'50'0,"0"-6"46"0,1 6 10 15,-4 3 21-15,-7 11 28 0,2 1 23 16,2 1 24-16,-2 2 20 0,3 0 0 0,4-1 2 15,0 3-14-15,6-8-15 0,1 0-16 16,4 0-19-16,4 5-14 0,7-4-14 0,5 0-16 16,0-4-20-16,7-6-26 0,2-5-19 15,0-4-26-15,0-4-22 0,-2-6-27 0,14-6-12 16,-1 1-16-16,0-5-2 0,-4-6 6 16,0 1 10-16,0-1 9 0,-9-5 13 15,0 0 14-15,-3-3 10 0,-8-6 16 16,0-1 4-16,-8-4-4 0,-4-4-2 15,-4-2-3-15,-6-8-7 0,-4 2-7 0,-1 2-12 16,-1 14-7-16,-4 1-5 0,1 4-2 16,-4 6-10-16,4 8-15 0,-3 4-16 0,4 5-30 15,-6 3-30-15,2 0-43 0,1 6-40 16,-3 1-51-16,-1-1-71 0,5 6-89 0,0-2-160 16,5 1 14-16,-1-1-306 0,5-1-351 15</inkml:trace>
  <inkml:trace contextRef="#ctx0" brushRef="#br0" timeOffset="35442.44">20041 13016 2307 0,'2'-9'-3'0,"-2"7"31"0,0 2 24 16,0 0 37-16,6 35 31 0,-2-12 40 15,0 15 26-15,7 12 10 0,7 2 2 0,2 4 0 16,11 2-9-16,13 12-17 0,8 0-18 15,0-5-12-15,2-7-18 0,-11-12-15 0,2-1-17 16,-6-2-14-16,2-4-6 0,2-1-7 16,1 1-8-16,-3-3 3 0,-4-2-2 0,-1-5-5 15,-9-3-3-15,-2-6-3 0,-4 2 2 16,-6-7 3-16,-4-1 5 0,-1-4 0 0,2 0-9 16,-5 1-2-16,-1-3-6 15,2 1-7-15,-3-3-5 0,1 2-16 0,-2-2-22 16,-3-2-31-16,6 1-58 0,-7-5-91 15,4 6-95-15,-4-6-134 0,0 9-172 0,0-9-27 16,0 0 65-16,-6 7-355 0,6-7-389 16</inkml:trace>
  <inkml:trace contextRef="#ctx0" brushRef="#br0" timeOffset="35825.78">20732 14154 2751 0,'-16'12'162'0,"3"0"7"16,2 4-15-16,-3-1 6 0,-3 11 24 0,3 1 27 15,2 2 19-15,1-4 8 0,8-3-12 16,3 4-18-16,5 4-23 0,5-1-20 0,3-1-15 15,7-4-20-15,3 1-17 0,-1-6-17 16,3-1-11-16,5-1-12 0,-3-5-4 0,2-3-9 16,-8-4-3-16,-1-3-6 0,2-2-5 15,-3-4-1-15,1-2 6 0,2-2 2 16,-3-2 7-16,3-7 6 0,-1-3 0 16,-1-2 1-16,-4-5-1 0,-2-4-7 0,-6-1-6 15,-3-1-15-15,-3-5-22 0,-6-1-18 16,-1 2-17-16,-8 2-19 0,-3 2-24 0,-3 6-28 15,-3 5-47-15,-9 4-51 0,-3 6-89 16,-7 6-82-16,-4 2-95 0,1 8-134 0,-14 4-92 16,2 6 67-16,4 0-444 0,2 1-528 15</inkml:trace>
  <inkml:trace contextRef="#ctx0" brushRef="#br0" timeOffset="37209.26">15779 15192 1517 0,'0'0'111'0,"0"0"-29"16,0 0-5-16,-36 15 9 0,7 4 8 15,-8 9 7-15,-3 4 5 0,-7 5 8 0,-14 13 17 16,2 3 18-16,-4 3 9 16,0 2 12-16,2-3 2 0,-4-4 6 0,2-2-4 15,4 1-7-15,2 2-3 0,12-13-4 16,-2-6-5-16,4 1-5 0,3-3-13 0,1 1-13 16,3-3-10-16,10-6-15 0,-1-3-11 15,5 0-6-15,-1-2-8 0,7-2-4 0,1-6-11 16,1 0-8-16,7-1-3 0,-2-2-20 15,3-2-28-15,0 2-33 0,0-2-54 16,0 0-55-16,3 0-66 0,3-5-68 16,-8 7-92-16,8-7-108 0,-1 7-142 0,1-7 55 15,0 8-260-15,0-8-309 0</inkml:trace>
  <inkml:trace contextRef="#ctx0" brushRef="#br0" timeOffset="37692.87">14791 16308 2304 0,'0'0'1'15,"-30"17"17"-15,1 5 19 0,-1 14 30 0,-3 4 25 16,5 2 19-16,1 4 5 0,1-1 16 16,8 0 8-16,3 0 0 0,5-9-1 0,5 0 0 15,5-6-8-15,5 1-9 16,9 1-3-16,7-6-6 0,7-5-12 0,19 2-9 15,6-11-8-15,5-6-7 0,6-10-9 0,4-5-11 16,1-11-23-16,17-9-16 16,-6-6-8-16,-8-8-15 0,-15 7-15 0,-13-5 1 15,-10-2 1-15,-11-3-4 0,-14 7 4 16,-12-4 4-16,-8-11-5 0,-14 3 5 0,-11-2-6 16,-24-5 15-16,-2 7 0 0,-9 3-11 15,-2 7 12-15,16 16-11 0,2 8-5 0,-2 8-20 16,11 6-7-16,5 3-21 0,-2 8-45 15,9 4-54-15,2 5-81 0,5 6-115 16,5 2-180-16,6 6 6 0,7 0-178 0,9-4-208 16</inkml:trace>
  <inkml:trace contextRef="#ctx0" brushRef="#br0" timeOffset="42792.75">6113 3445 764 0,'0'10'165'0,"0"-10"-23"0,0 0-31 0,0 0-6 16,1 8-5-16,-1-8-15 16,0 0-16-16,0 0-11 0,0 0-11 15,0 0-3-15,0 0-7 0,0 0-3 0,0 0-7 16,0 0-24-16,0 0-46 0,0 0-61 15,0 0-103-15,0 0-282 0,0 0 5 0</inkml:trace>
  <inkml:trace contextRef="#ctx0" brushRef="#br0" timeOffset="43341.25">5076 4993 1619 0,'0'0'152'0,"-2"9"1"0,2-9-3 0,0 0 10 15,0 0 21-15,0 0 14 0,0 0 5 16,0 0-6-16,-2 8-22 0,2-8-18 0,0 0-19 15,0 0-8-15,0 0-18 0,0 0-17 16,0 0-39-16,0 0-50 0,0 0-76 16,2 7-82-16,-2-7-107 0,0 0-165 0,0 0-124 15,0 0 53-15,0 0-143 0,0 0-137 16</inkml:trace>
  <inkml:trace contextRef="#ctx0" brushRef="#br0" timeOffset="43857.61">7723 5259 2127 0,'-9'1'217'0,"-1"1"-14"0,10-2-23 0,-15 2-24 15,15-2-8-15,-15 0-12 0,15 0-17 16,-12 0-18-16,12 0-9 0,0 0-29 16,-13 0-54-16,13 0-69 0,0 0-82 0,0 0-108 15,-13 2-97-15,13-2-162 0,0 0 27 16,-12 1-117-16,5 3-99 0</inkml:trace>
  <inkml:trace contextRef="#ctx0" brushRef="#br0" timeOffset="44392.47">3955 6793 1943 0,'-13'4'188'0,"-2"-1"-4"16,4 0 0-16,1-1 9 0,10-2 16 0,-15 3 21 0,15-3-2 16,-9 2-9-16,9-2-23 0,-13 2-21 15,13-2-20-15,0 0-16 0,0 0-16 0,0 0-18 16,-11 2-36-16,11-2-49 0,0 0-55 16,0 0-85-16,0 0-97 0,0 0-119 15,0 0-178-15,38 0-74 0,-20-4 62 16,-2 1-231-16,9-2-246 0</inkml:trace>
  <inkml:trace contextRef="#ctx0" brushRef="#br0" timeOffset="44707.19">5641 6977 2534 0,'0'0'289'0,"0"0"-30"16,0 0-27-16,0 0-21 0,0 0 7 16,0 0 21-16,0 0 13 0,0 0-9 0,0 0-18 15,0 0-27-15,0 0-21 0,0 0-15 16,0 0-25-16,-27-2-15 0,27 2-15 0,0 0-47 15,0 0-43-15,0 0-62 0,0 0-69 16,0 0-93-16,0 0-90 0,0 7-101 0,0-7-158 16,0 0-89-16,0 0 68 15,0 0-390-15,0 0-445 0</inkml:trace>
  <inkml:trace contextRef="#ctx0" brushRef="#br0" timeOffset="44993.68">7493 7062 3176 0,'-4'4'236'0,"2"0"-24"0,2-4-24 16,0 0-16-16,-6 7-22 0,6-7-10 16,0 0-16-16,-4 2-15 0,4-2-13 0,0 0-16 15,0 0-30-15,0 9-58 0,0-9-96 16,-2 7-116-16,2-7-128 0,0 0-152 16,-3 8-81-16,3-8 44 0,-10 4-291 0,1-3-315 15</inkml:trace>
  <inkml:trace contextRef="#ctx0" brushRef="#br0" timeOffset="45773.28">1859 6807 2391 0,'-2'-12'34'0,"2"0"27"0,-2 3 31 0,1 2 30 0,1-1 25 15,0 8 21-15,0-12 27 0,-2 5 11 0,2 7-4 16,0-8-20-16,0 8-21 0,0 0-13 16,0 0 39-16,0 0 29 0,-11 54-8 15,1-16-15-15,-5 16 2 0,-1 4 0 16,-1 3-10-16,4-4-6 0,2-3 1 16,1-1-2-16,4-14-19 0,2-3-5 0,4-7-16 15,0-7-16-15,2-3-10 0,0-4-9 16,2-1-5-16,2 0-2 0,1-6-16 0,1-1-6 15,4-1-7-15,1-5-13 0,2-1-4 16,0 0-6-16,3-1-6 0,-2-1-1 16,2 0-5-16,-3-3-7 0,0 4-4 0,-4-3-38 15,2 2-35-15,-2-2-37 16,-2 3-37-16,-9 1-42 0,19-6-61 0,-13 3-71 16,1 0-89-16,-1-1-93 0,-2-1-163 15,-4 5-112-15,6-8 68 0,-6 8-531 0,0-7-682 16</inkml:trace>
  <inkml:trace contextRef="#ctx0" brushRef="#br0" timeOffset="46157.15">2183 7145 3141 0,'0'0'-13'0,"10"0"32"0,-10 0-2 0,7 1 0 16,-7-1 21-16,0 0 31 15,0 0 30-15,0 0 23 0,12-3 4 0,-12 3 5 16,0 0-4-16,11-7-19 0,-5 3-12 16,0 1-5-16,0 0-12 0,-1-3-8 0,3 1 0 15,-1 2-13-15,-2-2-3 0,0 1-5 16,-1-2-3-16,0-1-6 0,-3 0-4 16,-1 7-3-16,0-9-7 0,0 9 5 0,0-8-16 15,0 8-3-15,-9-4 1 0,9 4-6 16,0 0 3-16,-28 16-3 0,12-3 1 0,-3 8 0 15,2 3-2-15,2 1 0 16,1 2-2-16,9-5 3 0,-1-3-4 0,4-2 5 16,2 2-5-16,2-5 2 0,4 4 3 15,3-2-2-15,1-2-1 0,5-4-1 0,1-2-26 16,0-1-33-16,2-5-51 0,2-2-49 16,-1-4-49-16,6-3-56 0,2-4-59 15,2-5-78-15,-2-1-88 0,-7-4-61 0,-1 1-277 16,-4 1-308-16</inkml:trace>
  <inkml:trace contextRef="#ctx0" brushRef="#br0" timeOffset="46756.47">2508 7081 2188 0,'0'0'-53'0,"3"-4"13"15,-3 4 17-15,0 0 31 0,4-6 31 0,-4 6 27 16,0 0 17-16,0 0 10 16,0 0 14-16,23 8-2 0,-15-2 5 0,1 0 1 15,-4 3-8-15,2-2-5 0,-2 3 13 16,-1-1 18-16,-2 3 13 0,0-1 7 0,-6 1 5 15,2 0-13-15,-8 5-5 0,1 0-8 16,-2 0-8-16,-3-2-14 0,1 0-11 16,-1-2-10-16,3-3-8 0,0-2-4 0,3-1-4 15,0-3-7-15,8-4-12 0,-16-4-13 16,9-3-11-16,3-3-4 0,1-3-9 16,3-3-5-16,0 2 0 0,3 2-1 15,1-1-2-15,1 1-3 0,0 1 2 0,-1 5-6 16,3-1 2-16,-3 3-5 0,4 0 18 15,-8 4-10-15,13-2 2 0,-13 2-1 16,20 10-1-16,-7-6 2 0,0 2-2 0,0 1-2 16,4 3 5-16,2-1-5 0,1-1-2 15,-2-2-21-15,0 0-33 0,-3-2-13 0,0-1-23 16,-4-1-1-16,3-2-20 0,-3 2-12 16,-11-2-11-16,18-4-11 0,-11 1-14 0,1-3 4 15,-1 0 12-15,0-2 12 0,-2 0 15 16,-1-3 13-16,1 0 18 0,-3-1 29 15,2 2 24-15,0 0 24 0,-3 0 17 0,2 3 3 16,-3 7-1-16,4-12 2 0,-2 7-1 16,-2 5 12-16,0 0 21 0,7-5 15 0,-7 5 2 15,0 0 1-15,0 0-3 16,16 10 9-16,-16-10-7 0,9 9 2 0,-7-4 13 16,-2-5 6-16,6 7 19 0,-6-7 22 15,0 0 37-15,5 5 30 0,-5-5 0 16,0 0-13-16,0 0-20 0,0 0-13 0,-4-24-18 15,3 9-12-15,-3-9-10 0,2-10-13 16,-2-6-5-16,2-2-15 0,1-16-6 0,-1-6-14 16,2-2-21-16,3 7-12 0,3 4-10 15,-2 19-20-15,1-3-36 0,1 14-46 16,-2 6-58-16,2 7-59 0,-1 4-32 16,3 4-48-16,-3 4-58 0,-5 0-104 15,14 7-193-15,-6 5 53 0,-3 2-350 0,-1 3-421 16</inkml:trace>
  <inkml:trace contextRef="#ctx0" brushRef="#br0" timeOffset="46940.33">2852 7006 2886 0,'-5'8'139'0,"1"-1"13"0,0-1-2 0,4-6 6 16,0 0 17-16,-4 8 2 0,4-8-16 0,0 0-17 15,0 0-17-15,0 0-15 16,0 0-44-16,0 0-62 0,0 0-75 0,40-10-84 15,-27 1-99-15,5 1-143 0,-1-3-204 16,-2 1 53-16,2 0-272 0,-5 1-307 16</inkml:trace>
  <inkml:trace contextRef="#ctx0" brushRef="#br0" timeOffset="47673.31">4975 8064 2526 0,'2'-9'157'0,"2"3"32"0,-4-1 6 0,0 7 30 16,2-7 17-16,-2 7 5 0,0 0 2 15,0 0 13-15,0 0 35 0,-22 26 15 0,4 3-14 16,-11 17-14-16,-3 3-28 0,0 3-22 16,-1 1-23-16,1-3-24 0,3 0-20 15,4-1-15-15,2-6-15 0,4 1-15 16,6-13-15-16,0 1-6 0,3-3-18 0,-1-2-41 16,2-7-56-16,-2 0-67 0,6-5-82 15,-1-1-80-15,3-4-83 0,-3-2-94 0,-2-2-113 16,2-5-146-16,6-1-45 0,0 0 64 15,-21-10-510-15,15-4-635 0</inkml:trace>
  <inkml:trace contextRef="#ctx0" brushRef="#br0" timeOffset="47855.76">4474 8254 3353 0,'-8'-9'98'0,"3"-1"22"16,-1 3 23-16,4 2 17 0,2 5 12 15,-8-5-3-15,8 5-16 0,0 0-19 0,0 0-11 16,0 0-3-16,0 0-8 15,0 0-9-15,0 0-12 0,14 29-6 0,-5-15-6 16,3-1-9-16,-1 2-33 0,0-1-40 16,1 3-63-16,1-5-85 0,-4 3-88 0,4-5-90 15,-4 0-119-15,-2-3-194 0,1-2 56 16,-4-1 60-16,-4-4-267 0,13-2-282 0</inkml:trace>
  <inkml:trace contextRef="#ctx0" brushRef="#br0" timeOffset="48523.19">5133 8338 2466 0,'2'6'150'0,"0"-3"9"16,-2-3 0-16,0 0 20 0,4 7 21 0,-4-7 15 15,0 0 21-15,0 0 2 0,0 0-4 16,0 0-16-16,0 0-19 0,21-12-22 15,-14 5-12-15,5-2-19 0,-2 1-11 0,1-3-21 16,-1 1-6-16,1-1-9 0,-2 3-14 16,1-2-5-16,-2 3-10 0,-3-3-7 15,1 2-4-15,-3-2-8 0,-1 0-4 16,1 3-7-16,-3-1-6 0,0 8-7 0,0-9-6 16,0 9 0-16,0 0-2 0,-25 11-2 15,4 7-6-15,0 7 3 0,0 2-3 0,-7 11 2 16,1 0-7-16,2 1 4 0,7-7-1 15,5-1-6-15,4 0 4 0,7-5-2 0,-1-6 1 16,5-2-3-16,1-1 7 0,6-1-3 16,-1-3 3-16,8-5 0 0,-2 0 1 0,6-8 0 15,1 0-4-15,13-9-5 0,0-5 4 16,1-4-18-16,4-3-5 0,0-6-1 16,-5-3-2-16,0-3-2 0,-1-1 2 15,-5-5 0-15,-1-1 1 0,-2 1 3 16,-6-4 6-16,-5 7-1 0,-5 0 0 0,-2 1 4 15,-3 10 1-15,-1 6-2 0,-1 6-2 16,1 2-3-16,-3 4 5 0,0 7-8 0,0 0 3 16,-8-3 3-16,8 3-1 0,0 0-2 15,-11 15 1-15,11-15-1 0,0 16 1 0,2-5 5 16,3-3-2-16,2 2 3 0,6-2-2 16,-1 1 3-16,4 3 6 0,1 1-2 0,8 1 10 15,2 3 7-15,-3-1 5 0,1 1 10 16,-4-6 12-16,-4 3 6 0,0-2 19 15,2-3 7-15,-1 3 20 0,-3 1 28 16,-3-7-7-16,-3 0 15 0,-2 2 7 16,-1-1 14-16,-1 2 11 0,-5-1 10 0,0 4-4 15,-9 2-17-15,-6 10-13 0,-8 1-18 16,-11 8-17-16,-4-1-21 0,-2-1-83 0,-6 0 0 16,0-5-103-16,5 2-167 0,-4-6-188 15,4 0-205-15,6-8-221 0,1 0 61 0,0-3 88 16,-1 1-712-16,3-1-897 0</inkml:trace>
  <inkml:trace contextRef="#ctx0" brushRef="#br0" timeOffset="50939.7">6286 1751 940 0,'2'-11'357'15,"-2"11"-106"-15,0 0-55 0,-7-10-64 0,7 10-33 16,0 0-6-16,-22 4 12 0,11 2 0 16,-15 12 22-16,-1 1 3 0,0 4 12 0,0 1 7 15,5 0-6-15,-1 2 4 0,5-2-7 16,7-4-6-16,2-1-13 0,4-1-11 16,5-3-10-16,0 3-9 0,5-4-11 15,4 3-6-15,2-2 15 0,7 7-7 16,0-7-39-16,2-5-62 0,-1-2-70 0,12 5-72 15,-4-9-77-15,-7 0-102 0,7-2-163 16,-1-4-66-16,12-4 53 0,1-4-78 16,-3-4-93-16</inkml:trace>
  <inkml:trace contextRef="#ctx0" brushRef="#br0" timeOffset="51240.74">6702 1853 1600 0,'0'0'30'0,"0"0"30"16,0 0 11-16,-41 9 21 0,21-1 16 0,2 5 12 15,-5 7 19-15,1 1 8 0,1-3-11 16,5-1-8-16,7 0-12 0,3-3 1 16,6 1 30-16,0-3-5 0,4 5-10 15,10-5 3-15,8 5-6 0,3-7-16 16,7-2-17-16,4 0-1 0,5-8-17 0,-1 0-3 16,-8-2-16-16,6-2 5 0,-7-2-11 15,-10 0-1-15,-2-2-10 0,-6-1 1 0,-4-1-8 16,-4 0-5-16,-3-3-1 0,-4-1-5 15,-8-3 3-15,-7-7-10 0,0 0-5 16,-5 4 4-16,0-1-13 0,3 6 6 0,1 5-13 16,4-2-10-16,-6 8-26 15,5 1-34-15,-2 3-41 0,0 2-55 0,0 3-71 16,0 0-105-16,1 0-181 0,5-2-60 0,3 3 67 16,4-5-121-16,4-1-137 15</inkml:trace>
  <inkml:trace contextRef="#ctx0" brushRef="#br0" timeOffset="51805.54">6903 1848 1945 0,'0'0'55'0,"0"0"-8"16,0 0 8-16,18 14 32 0,-18-4 13 15,2 4 4-15,0 1-7 0,-1 4 7 0,3 5-11 16,5 8-9-16,-6-6-8 0,6 6-6 15,-7-8-5-15,2-5-5 0,0 4-13 16,-1-9 8-16,-1-2-11 0,3 0-6 16,-1-2 25-16,-3-3 43 0,1-2 44 15,-2-5-4-15,0 0-9 0,0 0-11 0,0 0-21 16,0 0-12-16,17-22-9 0,-12 5-12 16,0-2-3-16,2 0-10 0,-1-1-6 0,4 1-2 15,-2 0-10-15,-3 7-10 0,2 0-7 16,-1 1 0-16,0 3-11 0,0 2 3 15,1 3-6-15,-7 3 6 0,20-3-6 16,-20 3 2-16,18 6 1 0,-6-4-6 16,-1 8 3-16,-1-4-4 0,-2 1 1 15,1 1 0-15,-1 0-3 0,-3 4 6 0,3-5 3 16,-2 3-8-16,-1-5 1 0,-3 2 6 16,4-5 5-16,-6-2 10 0,7 7 21 0,-7-7 11 15,0 0-6-15,0 0-7 0,0 0-6 16,25-16-3-16,-15 5-4 0,-2-2-7 15,3-1-7-15,1 2 4 0,-3 1-4 0,-2 1-5 16,1 3-4-16,-2 0-6 0,2 2-3 16,-8 5 1-16,11-5-1 0,-11 5-2 0,0 0 3 15,19 10-1-15,-13-3 1 0,1 2 2 16,0 1-3-16,-2 3 8 16,3-1-8-16,-5-2-13 0,6-1-17 0,-2 3-21 15,0 0-20-15,-3-5-37 0,3 3-50 16,-3-2-34-16,0-4-35 0,-4-4-56 0,8 6-103 15,-8-6-132-15,0 0-97 0,0 0 56 16,17-12-169-16,-12 2-219 0</inkml:trace>
  <inkml:trace contextRef="#ctx0" brushRef="#br0" timeOffset="52307.58">7479 1221 2084 0,'-7'-15'28'0,"-3"3"9"0,5 6 7 0,-4-1 3 15,4 3 1-15,5 4 7 16,-13 0 12-16,13 0 6 0,-18 23 14 0,7 8 15 16,4 7 9-16,-3 18-8 0,2 9-8 15,5 8-9-15,-1-1 30 0,4 5-7 16,0-1-9-16,2 1-12 0,3 3 5 0,-3-1 1 16,2-4-27-16,1-3-29 0,-1-4-39 15,3-4-41-15,-4-6-38 0,1-14-35 16,0-3-27-16,-4-11-13 0,0-5 0 0,0-7 12 15,-2-2 2-15,2-4-10 0,-2-6-4 16,2-6 14-16,0 0 5 0,0 0 10 16,0 0-12-16,0-29 8 0,4 4-7 15,-1-18 10-15,1-13 6 0,3-5 15 0,-2-1 25 16,-1 1 36-16,3 1 58 0,-3 5 43 16,0 13 33-16,-3 5 26 0,-1 8 31 15,0 6 24-15,2 6 11 0,-2 3 2 0,3 2-2 16,-1 1-28-16,-2 1-19 0,2 4-17 15,-2 6 1-15,7-6-4 0,-7 6-14 16,0 0-7-16,29 18-10 0,-14-4-6 0,-2 1 0 16,4 8-11-16,-1 1-9 0,-7-2-1 15,-2-5-12-15,-2 0 5 0,-3 2-9 0,-4 0-1 16,-1-2 3-16,0 1-10 0,-5-1 0 16,1-3 3-16,-1 1-11 0,0-5 11 15,-1 0-28-15,1-4-22 0,-2-3-33 16,10-3-49-16,-13-3-55 0,13 3-65 15,-14-18-85-15,7 5-100 0,3-11-154 0,4-13 48 16,2-4-59-16,8-12-67 0</inkml:trace>
  <inkml:trace contextRef="#ctx0" brushRef="#br0" timeOffset="52505.71">7601 1570 1609 0,'6'-8'89'0,"-6"1"23"0,0 2 3 0,0 5 14 0,2-9 29 0,-2 9 1 0,0 0-14 0,0 0-19 0,0 0-21 16,0 0-5-16,0 0 14 15,8 36 7-15,-7 0 15 0,-1 4 1 0,0 4-10 16,0 1-13-16,0 2-6 0,-7 12-11 16,11 1 9-16,-6-2-7 0,2-10-7 0,0-2-11 15,0-2-45-15,-2-1-49 0,2-6-50 16,0-8-50-16,0-5-54 0,2-2-58 16,0-8-77-16,1-2-105 0,-1-5-152 0,2-1 33 15,2-4-100-15,-6-2-124 0</inkml:trace>
  <inkml:trace contextRef="#ctx0" brushRef="#br0" timeOffset="53222.46">7862 2089 1821 0,'0'0'99'16,"0"0"26"-16,-21 17 13 0,21-17 18 0,-5 4 18 16,5-4 19-16,0 0 8 0,-10 6-7 15,10-6-14-15,0 0-8 0,0 0-24 16,0 0-12-16,0 0-9 0,0 0-21 0,0 0-2 15,0 0-10-15,0 0-15 0,0 0-15 16,23-21-18-16,-13 15-2 0,-3-3-4 0,0 0-8 16,0-2-1-16,-2 3-6 0,-3 2-3 15,2-2-4-15,-2 1-3 0,-2 7-5 16,0 0-4-16,-8-10-5 0,8 10 2 16,0 0 0-16,-37 15-2 0,14 3 4 15,-2 3-6-15,0-1 1 0,3 4 10 0,2 0-1 16,2 2-1-16,7-6 2 0,-1-1-8 15,5-1 3-15,3-3 3 0,2-1-5 16,2-4 3-16,4 1 4 0,3-2 2 0,2-2-4 16,2-1 4-16,4-3-12 0,2-2-28 15,5-2-17-15,2-4-39 0,4-6-33 0,5-3-18 16,-4-2-16-16,2-4-12 0,-6-2-1 16,0-3 1-16,-2-3 9 0,2-9 7 15,-1-6 13-15,-8-3 15 0,4-3 8 16,-8-6 12-16,1-5 7 0,-6-4 10 15,0 6 21-15,-1 2 31 0,-3 17 42 0,-1 3 28 16,-2 7 25-16,0 8 16 0,-2 6 14 16,2 1-2-16,-1 3-13 0,-3 3-7 0,0 7 4 15,4 1 20-15,-14 13 9 0,-8 12-2 16,6 8-5-16,-6 13 3 0,3 7 7 16,1 1 2-16,0 2 0 0,0 8-8 0,5 1-7 15,6-2-10-15,-1-1-2 0,2 0-9 16,2-6-12-16,4-9-2 0,2-3-24 0,0-4-18 15,2-3-35-15,0-9-41 16,-3-5-31-16,1-6-14 0,1-2-9 16,-1-3 6-16,2-4-14 0,-3-1-21 0,3-5-10 15,-4-2 4-15,0 0 12 0,0 0 13 16,11-19 16-16,-7 6 17 0,-4-6 11 0,2-5 28 16,-2 3 29-16,-2-2 33 0,2 3 29 15,-2 5 26-15,0 1 31 0,2 0 8 16,-2 2 19-16,2 3-1 0,-1 1-6 0,-1-1-15 15,0 3-8-15,2 6-19 0,-2-12-7 16,2 12-7-16,0-11-25 0,0 11-49 0,2-10-63 16,2 7-57-16,1-3-98 0,5-2-152 15,1-2-240-15,2-2 54 0,3-1-188 16,2 0-246-16</inkml:trace>
  <inkml:trace contextRef="#ctx0" brushRef="#br0" timeOffset="53589.7">8436 2031 2259 0,'-7'3'116'0,"-2"-1"14"0,9-2 5 0,-9 6 8 0,9-6 7 0,0 0 7 16,-5 4-9-16,5-4-15 0,0 0-11 16,0 0-14-16,0 0-10 15,0 0-13-15,0 0-4 0,0 0-3 0,0 0-10 16,30-10-6-16,-7 5-10 0,-4-5 2 15,-2 2-6-15,4-3-8 0,-8 1 2 0,0 2 0 16,-3 0-7-16,-2 0 8 0,-1 1 6 16,-5 2-2-16,-2 5-15 0,0 0 2 15,0 0-7-15,-30-1-4 0,-3 10 2 0,-10 11-2 16,-2 1 1-16,0 5 1 0,1 3 7 16,6 0-5-16,11-9 1 0,7 4-7 0,2-2-2 15,11-1 1-15,3-4 0 0,4-4-8 16,4 1 3-16,5-2-3 0,4-3 4 15,1-1-10-15,4-2-20 0,-2-2-29 16,2 0-35-16,-3-2-50 0,-3 1-50 0,-1 2-76 16,-4-2-104-16,2 1-141 0,-4 1-116 15,-5 2 48-15,-2 2-192 0,-4 1-250 16</inkml:trace>
  <inkml:trace contextRef="#ctx0" brushRef="#br0" timeOffset="54105.98">7416 2937 2223 0,'4'-7'247'16,"0"2"27"-16,-4 5-29 0,4-6-26 15,-4 6-23-15,0 0-24 0,0 0 36 0,0 0 30 16,4 22-10-16,-4-9-19 0,-2 10-7 15,0 2-38-15,2 13-14 0,-2-2-11 16,0 1-18-16,1-3-4 0,-2-2-13 0,3-5-11 16,-2-3-12-16,2 0-3 0,-2-5 1 15,0 0-6-15,0-4-11 0,2-1-8 0,-1-4-5 16,-1 1 2-16,0-3 4 0,2-1-12 16,0-7 1-16,-2 13-2 0,2-13 0 15,0 0-10-15,0 0-5 0,0 0-1 16,0 0-4-16,0 0-6 0,9-25-1 15,0 11-2-15,-2 2-6 0,0 0 0 0,4 2-4 16,-2-2-1-16,0 5-5 0,-2 2 3 16,5 2-1-16,0 1-3 0,-1 0 4 0,-11 2 0 15,26 7-3-15,-12-2 6 0,-3 2-4 16,2 2 1-16,-1-1 1 0,-1 3-1 16,0-1 5-16,-6 2 6 0,2 0 20 0,-5-2 21 15,0 3 20-15,-4-3 15 0,-3-1 0 16,-1 2-3-16,-4-1-6 0,-1 2-11 15,-5 0-3-15,0-4-9 0,-4 1-9 16,0-1-23-16,1-5-40 0,-3-2-50 0,4-1-58 0,-2-1-73 16,-3-5-69-16,7-2-82 15,2-1-69-15,1-5-91 0,6 5-108 16,2-4-118-16,3 1 69 0,7 2-442 0,-2-1-578 16</inkml:trace>
  <inkml:trace contextRef="#ctx0" brushRef="#br0" timeOffset="54322.08">7751 3171 3194 0,'9'-4'110'0,"-5"0"34"0,-4 4 9 0,0 0 5 15,5-4 4-15,-5 4-2 0,0 0-11 0,0 0-17 16,0 0-4-16,0 0 6 16,13 10-8-16,-7-2-6 0,0 3-16 0,0 3-7 15,-1 1-12-15,1-1-12 0,-5 3-38 16,3-2-49-16,1 0-66 0,-5-1-75 15,4 1-85-15,-4-1-90 0,0-4-110 0,-6 2-175 16,1-5 16-16,3 0 57 0,-3-4-223 16,5-3-255-16</inkml:trace>
  <inkml:trace contextRef="#ctx0" brushRef="#br0" timeOffset="54472.09">7849 2959 2369 0,'0'-7'139'0,"0"7"-3"0,-4-9-17 15,4 9-4-15,-4-6-15 0,4 6-10 16,0 0-15-16,-4-8-36 0,4 8-54 0,0 0-65 16,0 0-85-16,0 0-118 0,0 0-204 15,0 0-8-15,0 0-69 0,0 0-65 16</inkml:trace>
  <inkml:trace contextRef="#ctx0" brushRef="#br0" timeOffset="54841.05">7943 3047 1647 0,'0'0'118'0,"15"0"6"0,-15 0-15 16,1 6 22-16,-1-6 24 0,4 13 17 16,-4-5 3-16,2 2 6 0,0 2 2 15,2 5-4-15,-2-5-26 0,4 5-9 0,-3-3-13 16,3 1-6-16,-2-1-8 0,-1-1-5 16,2-3-1-16,-1-1-2 0,-1 1-7 15,-1-2 6-15,0-1-2 0,0-1 10 0,-2-6 6 16,5 10 8-16,-5-10 10 0,2 8 4 15,-2-8-9-15,0 0-15 0,0 0-16 0,0 0-12 16,14-31-29-16,-5 2-5 0,4 0-5 16,3-1-7-16,-1 5-11 0,-1 4-3 15,-5 7-4-15,0 1-7 0,1 5-4 0,0 2-3 16,-3 1 4-16,-7 5 4 16,19 0-5-16,-9 7 2 0,2 0-1 0,-3 3-4 15,2 2-2-15,1 2 1 0,-5-2-4 16,4 3 0-16,0 0 1 0,-4-3-9 0,0-2-31 15,-1-2-36-15,0-1-39 0,0 0-50 16,-1 0-55-16,-1-3-67 0,-4-4-95 0,9 6-144 16,-9-6-188-16,0 0 67 0,0 0-401 15,0 0-512-15</inkml:trace>
  <inkml:trace contextRef="#ctx0" brushRef="#br0" timeOffset="55688.32">8514 3096 3041 0,'-6'5'113'0,"6"-5"19"0,0 0 14 0,-9 8-15 0,9-8 17 0,-4 4-4 0,4-4-6 16,0 0-16-16,0 0-7 0,0 0-12 16,-5 5-12-16,5-5-6 0,0 0-12 0,0 0-5 15,0 0-10-15,0 0-5 0,0 0-2 16,0 0-10-16,0 0 0 0,-7 6-3 15,7-6 6-15,0 0 15 0,0 0 11 16,0 0 15-16,0 0 12 0,0 0 2 16,0 0-4-16,0 0-6 0,0 0-7 0,0 0-8 15,0 0-2-15,0 0-11 0,0 0-11 16,0 0-5-16,0 0-12 0,0 0-8 0,-15 1-7 16,15-1 3-16,0 11-3 0,-1-5 1 15,1 3-1-15,0 2-4 0,0-2-1 0,1 2 0 16,1-1-3-16,0 0 1 0,4 0-3 15,-3-3 1-15,4 1 0 0,-2-4 1 16,1 2-1-16,-6-6 5 0,17 4-3 0,-4-6 1 16,-13 2-2-16,25-10-2 15,-12 2 3-15,1 0-2 0,1-5-3 0,-1 1 3 0,-3-3-1 16,-4 1 2-16,-1-1-7 16,-2 1 4-16,-2 4 1 0,-2 0-6 0,-2-2-5 15,1 3-2-15,-6 2-1 0,-2 4-6 16,9 3 4-16,-25 2 0 0,8 4 0 0,-2 2-1 15,-1 2 4-15,6 2 3 0,0-4-9 16,5 3 3-16,-1-3-1 0,0 1-2 16,6 0 2-16,3-2-1 0,1-7 1 0,1 10 1 15,-1-10 4-15,14 3-2 0,-14-3 3 16,23-2 1-16,-6-3-1 0,4-3 1 0,0 0-3 16,7-9 4-16,-1 2 6 15,-2-2-3-15,-6 2 3 0,-4 2 1 0,1 2 1 16,-7 0 10-16,0-1 17 0,-2 1 5 15,-3-2 10-15,-4 1-2 0,-4-1-3 0,-1 1-1 16,3 0-3-16,-3 1-3 0,-1-1 0 16,1 4-6-16,-1-1-1 0,3 1-9 15,-4 0 1-15,5 3-6 0,2 5-7 0,-7-9-3 16,7 9-4-16,-2-9-1 0,2 9-2 16,0 0-4-16,0 0 5 0,5-8 0 0,-5 8 2 15,18-3 1-15,-7 0-2 0,5 1 4 16,0-2 1-16,4 3-1 0,-2-1-2 0,4 0-4 15,-5 2-2-15,2 2 1 16,-4 1-2-16,0 3 2 0,1 6 2 0,-3 2 9 16,-1 3 13-16,-3 1 2 0,0-2-4 15,-1 5 1-15,-2 0 8 0,-2-1-13 16,1-3-2-16,-3 0 2 0,2-1-5 0,1 0 1 16,-1-3 0-16,3-3-5 0,-6 0-3 15,3 0-8-15,2-4-27 0,-3 0-28 0,-3-6-44 16,14 2-72-16,-14-2-79 0,21-2-87 15,-9-2-76-15,-3-2-118 0,4-2-153 0,2-3-20 16,0 1 78-16,3-4-391 16,5-8-496-16</inkml:trace>
  <inkml:trace contextRef="#ctx0" brushRef="#br0" timeOffset="55925">9673 2512 2868 0,'-2'-9'56'0,"0"4"36"0,2 5 19 0,-12-5 24 0,12 5 21 15,-21 8 23-15,6 8 11 0,-8 11 6 16,-5 14 12-16,-1 5 3 0,2 4-5 16,1 4-13-16,1 0-21 0,2 3-16 0,4-1-12 15,0 0-27-15,4-2-10 0,4-2-14 16,1-13-7-16,0 0-14 0,3-8-29 0,3-4-29 16,0-8-38-16,3-4-27 15,-3-1-33-15,-1-2-32 0,3-2-62 0,-1-5-60 16,-1-2-51-16,4-3-43 0,0 0-36 15,-11-18-21-15,5 6-6 0,-2-11 10 16,4 0 26-16,-1-12-524 0</inkml:trace>
  <inkml:trace contextRef="#ctx0" brushRef="#br0" timeOffset="56071.22">9284 3066 2247 0,'2'-45'-64'0,"2"1"63"0,1 2 47 15,3 7 35-15,-6 8 11 0,2 7 4 0,-2 6 4 16,0 2 13-16,0 7 27 0,0 1 6 16,-2 4 1-16,0 0-22 0,0 0-18 0,0 0-5 15,1 33-4-15,-1-19-17 0,0 5-6 16,0-1-46-16,-1 7-45 0,-5 8-47 15,2 6-69-15,-6 0-74 0,-7 11-109 16,-4 1-146-16,-7 2-60 0,-5 3 54 16,-17 13-70-16,0 1-41 0</inkml:trace>
  <inkml:trace contextRef="#ctx0" brushRef="#br0" timeOffset="56321.92">8042 3678 1966 0,'0'-11'403'16,"0"4"-25"-16,0 7-16 15,1-8-7-15,-1 8-19 0,0 0 5 0,0 0 11 16,0 0-10-16,-7 29-25 0,7-10-38 16,0 5-23-16,2 2-29 0,2 9-14 15,-1 3-26-15,3-2-20 0,1 0-59 0,3-1-66 16,-4-3-72-16,1 1-81 0,4-3-94 15,-8-7-93-15,3-4-97 0,-4-3-110 0,-2-3-144 16,-2-4-54-16,-2-1 69 0,0-3-421 16,-2-1-527-16</inkml:trace>
  <inkml:trace contextRef="#ctx0" brushRef="#br0" timeOffset="56490.05">7943 3964 3179 0,'0'0'101'16,"-10"-5"37"-16,10 5 25 0,-6-4 34 0,6 4 15 15,0 0 1-15,0 0-12 0,0 0-16 16,0 0-8-16,0 0-29 0,0 0-13 16,0 0-12-16,0 0-18 0,0 0-21 0,43 9-52 15,-18-7-67-15,2-2-101 0,5 0-110 16,13 0-118-16,-4-2-176 0,-1 0-130 0,-7 2 72 16,-9 2-356-16,-6 1-432 0</inkml:trace>
  <inkml:trace contextRef="#ctx0" brushRef="#br0" timeOffset="56923.42">8390 4170 2881 0,'-2'7'148'0,"2"-7"22"0,-6 8 12 16,6-8 18-16,0 0 19 0,0 0-3 16,-3 7-12-16,3-7-20 0,0 0-19 0,0 0-13 15,0 0-15-15,0 0-18 0,25-15-10 16,-18 8-11-16,-1 1-7 0,-1 0-7 15,2 1-4-15,-4-2-9 0,1-2-4 0,-4 1 7 16,0-3 5-16,-4-4 0 16,-1 0-4-16,-7-5-6 0,-3-6-6 0,-3 0-7 15,0 2 4-15,0 2-6 0,6 7 3 16,0 2-7-16,0 2-6 0,5 5-6 0,-1 1-9 16,-2 3-9-16,10 2-1 0,-23 10-3 15,12 0-1-15,-1 7-1 0,5-1-2 16,1 0-4-16,3 0-1 0,5 2 1 0,1-1-3 15,6-1 2-15,3-2 1 0,1-1 1 16,3-5 4-16,1-3 17 0,0-3 21 0,-2-2 16 16,4 0 31-16,-4-2 1 0,3-1-1 15,-2 1-6-15,-4-2-11 0,1 3-6 0,-1-2-15 16,-1 1-4-16,-11 2-6 0,22-2-14 16,-13 2-22-16,-9 0-40 0,21 2-47 15,-10 2-61-15,-1-2-79 0,2 2-91 0,-5 1-119 16,0 1-128-16,3-1-181 15,0-2-38-15,-3 1 82 0,-7-4-522 0,21 2-674 16</inkml:trace>
  <inkml:trace contextRef="#ctx0" brushRef="#br0" timeOffset="57288.37">8782 4025 3780 0,'-11'5'238'0,"4"-3"-1"0,7-2-8 0,0 0-1 0,-14 2-8 0,14-2-18 16,0 0-14-16,0 0-21 0,0 0-14 0,0 0-12 16,0 0-17-16,0 0-10 15,25-15-11-15,-11 6-8 0,4-1-20 0,-2-2-8 16,1 0-10-16,-1 0-8 0,-4-2-8 16,0 1 0-16,-2 0-3 0,-3-2-3 0,-1-1-5 15,-5 0 0-15,-1 3-6 0,0 0-4 16,-1 3-2-16,-7 3-7 0,-3 3-9 15,-3 5 6-15,-6 5 0 0,-9 8-1 0,-1 1-2 16,1 8-3-16,2 0 0 0,4 2-1 16,4 2 3-16,4 2-5 0,6 1 1 0,2-5 0 15,6-2 4-15,1-5-2 0,1 1-1 16,1 0-1-16,3-4-4 0,0 3-17 0,1-5-16 16,1-1-23-16,5-2-35 15,-1-1-53-15,2-4-63 0,3-3-85 0,4-4-94 16,-6-1-120-16,8-8-157 0,4-4-35 15,-4 1 73-15,2-6-402 0,-3 3-504 16</inkml:trace>
  <inkml:trace contextRef="#ctx0" brushRef="#br0" timeOffset="57721.5">9044 3955 3135 0,'0'0'162'0,"-6"4"11"0,6-4 19 0,0 0 9 15,0 0 5-15,0 0-1 0,0 0-10 16,0 0-15-16,0 0-22 0,0 0-11 0,15-22-17 16,-5 15-16-16,0-3-8 0,-1-1-10 15,5-1-9-15,-5 0-8 0,2-2-6 16,1 1-8-16,-3 1-6 0,-1-3-3 0,-5 6 1 15,4-3 1-15,-3 2-1 16,-4 2-3-16,0 4-8 0,0 4-9 0,-11-5-3 16,11 5-5-16,-39 17 0 0,8 8 2 15,-5 6 5-15,2 5 7 0,3 2 7 0,7 2-1 16,6-9-2-16,7 4-4 0,5-8-3 16,6-2 0-16,6-3 1 0,1-3-3 0,7-2 1 15,1-1 1-15,10-3 0 0,0-5-8 16,0-4-1-16,2 0-2 0,-7-3-4 15,3-2-17-15,-2 1-38 0,-2-2-45 0,-4 2-59 16,0 0-74-16,-5 0-96 0,1 2-105 16,-11-2-108-16,11 4-162 0,-7 1-46 0,-4-5 81 15,-4 13-443-15,-3-5-559 0</inkml:trace>
  <inkml:trace contextRef="#ctx0" brushRef="#br0" timeOffset="72485.53">17164 3400 1173 0,'0'0'544'0,"0"0"-219"0,-2 10-132 16,2-10-65-16,0 0-22 15,0 8-15-15,0-8-3 0,0 0-12 0,0 7-3 0,0-7-10 16,0 0-4-16,0 0-6 15,0 0-1-15,0 11-4 0,0-11-3 0,0 0-10 16,0 0-4-16,0 0 1 0,0 0-4 16,0 0-9-16,-4 6-42 0,4-6-63 15,0 0-69-15,-5 3-111 0,5-3-241 0,-10 3 12 16,-2-1-94-16,12-2-88 0</inkml:trace>
  <inkml:trace contextRef="#ctx0" brushRef="#br0" timeOffset="73001.95">15962 4940 1951 0,'0'0'237'0,"-9"5"-4"0,9-5-1 0,0 0 12 15,0 0 11-15,-14 1-7 0,14-1-2 0,0 0-21 16,0 0-21-16,0 0-22 0,0 0-14 16,0 0-21-16,-22-4-16 0,22 4-15 15,0 0-24-15,0 0-51 0,0 0-69 0,0-7-87 16,0 7-107-16,0 0-130 0,0 0-192 16,23-10-71-16,-13 8 63 0,2-4-307 0,1 5-342 15</inkml:trace>
  <inkml:trace contextRef="#ctx0" brushRef="#br0" timeOffset="73451.59">18137 5177 2699 0,'-5'7'160'0,"5"-7"-7"0,-6 8-8 16,6-8 17-16,0 0 6 0,0 0 26 0,-5 4 4 16,5-4-14-16,0 0-17 0,-8 6-14 15,8-6-17-15,0 0-12 0,0 0-15 16,-10 6-12-16,10-6-11 0,0 0-11 15,-5 5-17-15,5-5-57 0,-8 4-73 0,8-4-100 16,-5 6-109-16,5-6-145 0,-10 2-210 16,10-2 32-16,0 0 73 0,0 0-267 15,-26-4-287-15</inkml:trace>
  <inkml:trace contextRef="#ctx0" brushRef="#br0" timeOffset="74167.6">14431 6978 2596 0,'0'0'229'0,"2"7"0"16,-2-7-18-16,0 0 7 0,0 7 16 0,0-7 20 16,0 0 15-16,0 0-15 15,0 0-18-15,0 0-25 0,0 0-22 0,0 0-16 16,0 7-17-16,0-7-18 0,0 0-14 16,0 0-14-16,0 0-24 0,0 0-47 0,0 0-60 15,0 0-75-15,0 0-104 0,0 0-120 16,17-17-137-16,-9 10-215 0,-3 0 16 0,5-1 71 15,0-2-418-15,-3 0-479 0</inkml:trace>
  <inkml:trace contextRef="#ctx0" brushRef="#br0" timeOffset="74736.32">16509 7327 2806 0,'-4'5'267'0,"4"-5"8"0,-6 7-20 0,6-7-11 0,-6 4 16 16,6-4 8-16,0 0 27 0,0 0-10 0,-9 4-19 15,9-4-31-15,0 0-25 0,0 0-19 16,0 0-18-16,-8 5-23 0,8-5-23 0,0 0-48 16,0 0-69-16,0 0-82 0,0 0-92 15,0 0-117-15,0 0-109 0,0 0-128 0,0 0-190 16,0 0 43-16,0 0 77 16,0 0-436-16,0 0-498 0</inkml:trace>
  <inkml:trace contextRef="#ctx0" brushRef="#br0" timeOffset="76351.63">15130 4600 2652 0,'-22'5'-135'15,"5"-1"25"-15,2-2 15 0,1 0 19 0,3 1 18 16,3 0 19-16,-2-1 10 0,10-2 9 15,-11 4 2-15,11-4 4 0,-3 3 4 0,3-3 4 16,0 0 1-16,0 0-1 0,23 8 4 16,-7-4-3-16,9-2-5 0,7-2-46 15,14-2-55-15,11-5-114 0,2-1-327 0,0-1-54 16</inkml:trace>
  <inkml:trace contextRef="#ctx0" brushRef="#br0" timeOffset="76684.56">16638 3045 1718 0,'-32'0'48'0,"-1"2"-3"16,7-4-4-16,-5 4-1 0,2-2-6 15,8 1-2-15,3-1 3 0,2 0-5 16,5 0-1-16,2 4-3 0,9-4-3 0,-9 3-2 15,9-3-25-15,0 0-72 0,31 12-102 16,-6-7-226-16,15 1-93 0,6 0-2 0</inkml:trace>
  <inkml:trace contextRef="#ctx0" brushRef="#br0" timeOffset="77184.42">14022 6572 1920 0,'-22'0'225'0,"4"0"-13"0,4 0-26 16,1-2-20-16,3 0-11 0,10 2 23 0,-15-2 8 15,15 2-14-15,-5-3-17 0,5 3-16 16,0 0-20-16,11-12-33 0,8 4-74 0,13-3-88 15,19-1-120-15,8-3-170 0,4 1-184 16,1 2 40-16,-1-3-243 0,0 3-243 16</inkml:trace>
  <inkml:trace contextRef="#ctx0" brushRef="#br0" timeOffset="77484.7">15748 6493 2493 0,'-3'3'257'0,"3"-3"-26"0,-11 4-26 0,11-4-16 16,0 0-24-16,-3 3-14 0,3-3-14 16,0 0-21-16,0 0-26 0,0 0-51 15,0 0-75-15,40-7-98 0,-16 4-112 0,13-4-170 16,1-1-134-16,2-3 44 0,-2 0-237 16,6-7-235-16</inkml:trace>
  <inkml:trace contextRef="#ctx0" brushRef="#br0" timeOffset="77800.89">17737 5196 2145 0,'-13'-6'157'16,"1"0"-2"-16,1 0-19 0,2 1-14 16,4 2-11-16,5 3-12 0,-12-7-15 15,12 7-7-15,0 0-5 0,0 0-9 16,0 0-62-16,0 0-102 0,34 21-152 15,3-11-251-15,4-4 22 0,7-4-158 0,3-4-138 16</inkml:trace>
  <inkml:trace contextRef="#ctx0" brushRef="#br0" timeOffset="79816.48">17639 6820 1458 0,'0'0'237'0,"17"0"-68"0,-17 0-51 16,0 0-14-16,0 0 2 0,0 0 12 16,0 0 13-16,0 0-2 0,0 0 16 0,0 0 4 15,0 0-4-15,11 0 5 0,-11 0-3 16,0 0 8-16,0 0-1 0,0 0 3 0,0 0 1 15,8-5-4-15,-8 5-18 0,1-5-12 16,-1 5-9-16,9-7-16 0,-6 3-6 16,5-5-10-16,-5 2-11 0,7-4-5 0,-4 1-6 15,5-5-4-15,0 1-7 0,3 2-1 16,-3-3-5-16,3 1-9 0,-3 1-2 16,-2 4-5-16,2-1 2 0,-4 3-8 0,0 0-4 15,1-1-4-15,-5 6-3 0,-3 2-3 16,13-2-2-16,-13 2-1 0,0 0-36 0,9 10-57 15,-7-4-82-15,-1 2-95 0,-1-1-114 16,-1 1-163-16,-1-2-81 0,-2 2 66 16,2-3-358-16,2-5-395 0</inkml:trace>
  <inkml:trace contextRef="#ctx0" brushRef="#br0" timeOffset="80467.36">18415 5479 2479 0,'0'0'-24'0,"0"0"22"0,0 0 15 0,0 0 13 15,0 0 18-15,0-6 13 0,0 6 16 0,0 0-1 16,0-6 0-16,0 6 3 0,0 0 3 16,0-8-2-16,0 8 4 0,0 0-7 15,0 0-3-15,0 0-15 0,-5-6-8 0,5 6 0 16,0 0-6-16,0 0-2 0,-6 18-1 16,3-5-8-16,-1 7 2 0,-2 1 4 0,-6 11 13 15,1-1 0-15,0-1-4 0,-1 1 1 16,1-5-4-16,-2 2-6 0,3-7 2 15,3-3-7-15,-3-1-2 0,2 1-3 16,3-5-30-16,-3-1-67 0,3 0-69 0,-1-1-75 16,0-5-120-16,-2 1-213 0,5-2 24 15,-5-3 63-15,8-2-124 0,-12 4-86 0</inkml:trace>
  <inkml:trace contextRef="#ctx0" brushRef="#br0" timeOffset="82921.28">18548 5951 1757 0,'5'-8'120'0,"1"1"18"0,-5-2 21 0,4 4 22 16,-3 0 33-16,-2 5 14 16,4-5 2-16,-4 5-5 0,0 0-13 0,0 0-15 15,0 0 16-15,0 0 29 0,-11 20 2 16,8 1-8-16,-6 10 9 0,-1 6-15 0,2-2 11 15,1 1-17-15,-1 0-12 0,3-4-6 16,3-1-12-16,2-8-13 0,0-5-17 16,0 3-14-16,0-4-12 0,0-1-20 0,0-1-9 15,2-3-9-15,-2-1-14 0,0-1-2 16,0-2-12-16,0 0-7 0,0-2-7 16,2 1-10-16,-2-7-8 0,1 8-35 0,-1-8-57 15,0 0-83-15,0 0-85 0,0 0-95 0,0 0-104 16,0 0-114-16,0 0-157 15,-15-27-68-15,13 15 66 0,-4-1-584 0,3-5-736 0</inkml:trace>
  <inkml:trace contextRef="#ctx0" brushRef="#br0" timeOffset="83315.7">18804 6152 3316 0,'11'2'-23'0,"-11"-2"32"0,9 5 5 0,-9-5 23 16,5 1 52-16,-5-1 47 0,0 0 38 0,0 0 24 16,0 0 7-16,20-3-8 0,-20 3-15 15,11-8-18-15,-6 2-17 0,4 0-11 16,-2-3-14-16,0 2-16 0,1-3-7 16,0-1-12-16,0 0-8 0,-1-1-8 0,0-2-11 15,2-3-5-15,-2-3-4 0,-1 1-9 16,-3 4-2-16,-3 1-5 0,2 2-4 0,-4 2-5 15,2 3-9-15,-3 1 1 0,-5 0-3 16,8 6 0-16,-25 2-2 0,6 5 0 0,-12 5-2 16,6 5 0-16,-4 0 0 15,4 4 1-15,4 2 0 0,2 0-3 0,5-3-1 16,7-3 1-16,1 1-1 0,6-3 0 16,0 1 2-16,6-1 0 0,1-1 0 0,4 3 1 15,5-5-4-15,2 2-9 0,0-4-18 16,3-1-38-16,3-4-57 0,-2 0-85 0,-3-2-96 15,4-3-89-15,-1-4-114 0,3-2-176 16,0 1 49-16,6-9 71 0,-4 1-361 0,-4 2-396 16</inkml:trace>
  <inkml:trace contextRef="#ctx0" brushRef="#br0" timeOffset="83650.03">19312 5864 2781 0,'0'0'135'0,"0"0"-7"0,0-7-7 16,0 7-16-16,0 0 41 0,0 0 36 16,0 0 11-16,1 26 3 0,-1-14-3 0,4 3-17 15,1 2-7-15,-2 5-11 0,-1 1-13 16,-2 0-12-16,2-3 1 0,-2-1-6 0,0-3-3 16,0 1 2-16,-2-5-5 0,2 3-1 15,-2-3 31-15,2-4 18 0,-1-1 20 0,1-7 0 16,-5 7-24-16,5-7-18 0,0 0-10 15,0 0-14-15,-11-17-10 0,5 2-10 0,5-8-6 16,-1-14-13-16,2-4-13 16,3-15-12-16,7-7-6 0,2-4-9 0,4 0-2 15,0 9-8-15,-1 6-8 0,-3 16-1 16,-1 6-31-16,-4 7-65 0,1 8-61 0,-2 4-51 16,1 7-53-16,-3 2-80 0,-4 2-102 15,0 0-112-15,20 14-199 0,-17-1-27 16,1 3 83-16,0 6-593 0,-3 4-726 0</inkml:trace>
  <inkml:trace contextRef="#ctx0" brushRef="#br0" timeOffset="83816.92">19310 6024 3665 0,'0'0'83'16,"-13"-11"-4"-16,9 7-5 0,4 4 13 15,-6-8-12-15,6 8-5 0,1-10-10 16,4 3-6-16,6 1-10 0,7-6-59 0,2 4-103 15,14-5-129-15,5-1-176 0,10-3-155 16,-1-1 43-16,3-2-273 0,6-2-295 16</inkml:trace>
  <inkml:trace contextRef="#ctx0" brushRef="#br0" timeOffset="84049.68">20190 5147 2504 0,'-16'-6'97'0,"-6"3"-3"0,3 6 12 16,-1 1 24-16,-11 12 9 0,2 5 9 16,-3 10 13-16,4 8-2 0,-1 5-5 0,4 6-16 15,5 5-10-15,6 1-10 0,5 1-11 16,6 0-12-16,3-11-9 0,3 7-9 0,8-2-22 16,0-2-66-16,-2-15-72 0,3-3-73 15,-3 0-61-15,-2-8-54 0,2-4-37 16,-4-5-33-16,-3-4-23 0,2-1-18 0,-4-1 4 15,0-6-297-15,0-2-171 0</inkml:trace>
  <inkml:trace contextRef="#ctx0" brushRef="#br0" timeOffset="84182.82">19966 5955 1851 0,'0'0'40'16,"-25"-10"49"-16,14 2 45 0,-1 2 52 15,2-3 48-15,-2 3 33 0,3-2 30 0,4 2 16 16,-3-1 8-16,5 1-8 0,3 6-12 16,-9-11-36-16,9 5-23 0,0 6-29 0,10-12-18 15,1 2-23-15,2 3-46 0,7-5-68 16,8 1-86-16,5-3-98 0,-6 0-112 0,1 1-110 15,-3 5-123-15,-5 0-180 0,-4 2 35 16,-3 2 69-16,-1 1-335 0,-12 3-364 16</inkml:trace>
  <inkml:trace contextRef="#ctx0" brushRef="#br0" timeOffset="85499.78">17357 7824 2567 0,'0'0'119'0,"-8"-10"7"16,8 10-9-16,-15 0 12 0,15 0 18 0,-31 6 26 16,12 5 23-16,-12 6 5 15,4 5-7-15,-9 10-11 0,4-1-10 0,5 4-16 16,11-4-8-16,0-1-15 0,9-6-8 15,3-3-6-15,6 0-5 0,1-1-9 0,3-2-6 16,2 0-9-16,3-1-5 0,2-3-12 16,3 0-8-16,1-6-12 0,2 2-26 0,-1-6-47 15,-2-2-66-15,5-4-76 0,-1 0-100 16,2-3-84-16,9-9-110 0,-3 2-150 0,3-5 3 16,-3 0 56-16,1-2-356 0,-4-3-384 15</inkml:trace>
  <inkml:trace contextRef="#ctx0" brushRef="#br0" timeOffset="85800.49">17648 7882 2589 0,'-11'12'52'0,"1"2"24"0,-3 1 17 0,-2 9 26 16,-5 1 32-16,7 0 0 0,1-2 2 16,5-5-2-16,2-1 2 0,3-1-11 0,2-2-6 15,2-3-1-15,-1 1-9 0,7 1-7 16,1-5-4-16,1-4-5 0,3 2-10 0,3-4-9 15,-1-2-9-15,0-5-11 0,2 0-3 16,0-4-7-16,0-1-6 0,1-4-4 0,-4 1 1 16,-2-3 2-16,-1-1 10 0,-5 0-3 15,-1-3-3-15,-3-2-3 0,-4 3-3 16,-5-1-7-16,3 3-4 0,-3 1-5 16,0 5-5-16,-3 0-5 0,-2 4-5 0,1 4-7 15,-2 3-24-15,-6 1-45 0,-2 8-58 16,0 2-88-16,-6 6-103 0,0 1-110 0,5-1-194 15,4-1-28-15,7-4 61 0,6-5-392 16,-2-1-446-16</inkml:trace>
  <inkml:trace contextRef="#ctx0" brushRef="#br0" timeOffset="86365.7">17978 7803 2699 0,'5'-8'197'16,"2"3"25"-16,-6 3-19 15,-1 2-19-15,0 0-16 0,8-6-2 0,-8 6 22 0,0 0 26 16,0 0 0-16,13 21-19 16,-10-7-14-16,4 0-22 0,-2 3-17 0,-1 3-16 15,0 1-2-15,-2-2-12 0,0 0-13 16,-2-1-5-16,-2 3-10 0,2-4-6 0,-2 0-11 16,0-2-8-16,2-4-3 0,-2-1-3 15,4-1-5-15,0-2 15 0,-2-7-1 0,0 0-3 16,0 0-7-16,0 0-8 0,17-17-3 15,-4-11-3-15,7-1-5 0,3-12-2 16,1 3-4-16,1 2-3 0,-6 9-5 16,1 3 1-16,-6 5-4 0,-3 5-3 0,0 2-4 15,-6 3-1-15,4 4 1 0,-1 1-3 16,-8 4-2-16,14 0 0 0,-14 0 1 16,0 0 1-16,16 12-8 0,-9-4 5 0,-4-2 2 15,1 3-2-15,2-3 0 0,-3 4-3 16,-1-3-2-16,0 1 2 0,-2-8 3 0,4 12-3 15,-2-7 4-15,-2-5-1 0,6 11-1 16,-6-11 2-16,4 5 1 0,-4-5 5 0,0 0-9 16,0 0-2-16,0 0 3 15,22-23-4-15,-12 12-2 0,5-3 6 0,-3 0 2 0,-3 2-3 16,2 2 0-16,-1 1-4 16,0 3 3-16,-3 1 6 0,0 1-2 0,-7 4 4 15,16 0-3-15,-16 0 2 0,11 9-5 16,-2-3 8-16,-4 3-4 0,1 0 3 0,-5 2-7 15,3 1 1-15,2 0-3 0,-3 1 8 16,-3-1-12-16,5-1-24 0,-3 1-37 0,0-1-41 16,1-1-52-16,-3-2-69 0,2-1-73 15,-2 3-73-15,2-6-84 0,-2-4-114 0,4 8-94 16,-4-8 45-16,0 0-490 0,0 0-579 16</inkml:trace>
  <inkml:trace contextRef="#ctx0" brushRef="#br0" timeOffset="86599.78">18768 7079 3097 0,'0'-8'-2'0,"-1"1"35"0,1 2 21 15,0 5 20-15,0 0 29 0,0 0 21 16,0 0 37-16,-10 18 23 0,7 4 10 0,-3 15 6 16,0 17-8-16,0 4-14 0,0 8-18 15,-3 6-15-15,4 3-12 0,-4 2-10 0,4-1-18 16,-3 0-8-16,7 1-10 0,1-3-14 15,1-4-8-15,1-7-11 0,4-1-35 16,-1-8-43-16,4-3-55 0,-6-11-48 16,5-6-67-16,-6-6-61 0,-1-10-48 0,1-3-49 15,0-5-74-15,-2-3-109 0,4-3-15 16,-4-4 30-16,0 0-258 0,0 0-268 0</inkml:trace>
  <inkml:trace contextRef="#ctx0" brushRef="#br0" timeOffset="86851.74">18719 7541 2176 0,'8'-9'21'0,"-3"2"26"0,5 3 16 0,0 3 21 0,-1 1 20 16,-9 0 27-16,19 5 10 16,-8 3 16-16,2 0-4 0,-1 1 4 0,-1 6-16 15,2 2-3-15,-6 0-13 0,-2 0-17 16,-1 2-7-16,0-2-7 0,-4 2-13 0,-2-1-5 15,-4 2-7-15,3-3-6 0,-5 1-10 16,2-5-14-16,-2 1-52 0,1-4-61 0,2-1-69 16,-3-6-69-16,8-3-80 0,0 0-129 15,-14-12-109-15,12 0 36 0,2-12-235 0,4-18-221 16</inkml:trace>
  <inkml:trace contextRef="#ctx0" brushRef="#br0" timeOffset="87049.62">19085 6958 2221 0,'0'0'150'0,"0"0"41"16,0 0-5-16,0 0-3 0,0 0 21 16,0 0 33-16,0 0 21 0,-14 39 9 15,9-1-6-15,-1 5-13 0,-3 11-22 16,3 4-22-16,-4 5-20 0,1 0-14 0,4-1-19 16,-4-2-19-16,6-6-12 0,-3-8-17 15,4-5-39-15,-1 0-60 0,3-4-66 0,-2-9-82 16,2-6-94-16,0-3-97 0,-2-5-106 15,4-2-145-15,0-6-23 0,-1 0 43 16,-1-6-381-16,11-3-425 0</inkml:trace>
  <inkml:trace contextRef="#ctx0" brushRef="#br0" timeOffset="87415.3">19415 7556 2896 0,'-6'5'211'0,"2"1"11"16,4-6-3-16,-7 1 8 0,7-1 4 16,0 0 5-16,0 0-17 0,0 0-24 15,0 0-20-15,0 0-21 0,7-25-16 16,0 13-16-16,3-6-28 0,-2 1-21 0,1-1-20 16,-1-3-12-16,0-1-4 0,-3 1-4 15,1 2-5-15,-4 3-4 0,-2 5-4 16,-2-1-6-16,-2 1-2 0,-3 6-1 0,-2 4-3 15,9 1-1-15,-34 10 1 0,8 3 1 16,2 6-1-16,-1 6 2 0,1-2-2 0,1 5 1 16,9-1 1-16,3 2 0 15,0 1 3-15,8-6-2 0,1-2 4 0,4-3-3 0,-1-2-4 16,7 3 4-16,0-4 1 0,3 0-1 16,5-4-9-16,1-2-30 0,2-3-58 0,-1-4-77 15,4-5-80-15,3-2-66 16,9-6-70-16,-2-5-86 0,8-11-119 0,2-5 6 15,-4-5 52-15,-2-4-332 0,0-7-342 16</inkml:trace>
  <inkml:trace contextRef="#ctx0" brushRef="#br0" timeOffset="87615.68">19912 6662 2260 0,'-2'-38'23'16,"2"9"52"-16,-2 6 55 0,2 6 26 16,-1 5-13-16,-1 1 4 0,-4 7 1 0,2 2 16 15,4 2 22-15,-15 15 12 0,1 9 8 16,1 9 7-16,-5 11 8 0,5 6-3 15,4 3-7-15,1 7-17 0,1 5-20 16,1 3-18-16,4 3-15 0,0-1-13 0,2 3-15 16,4-1-13-16,-2-4-11 0,2 0-52 15,-3-8-69-15,-1-2-80 0,0-15-88 16,0-1-96-16,-3-2-92 0,1-12-139 0,2-5-109 16,0-6 39-16,0-5-438 0,0-4-509 15</inkml:trace>
  <inkml:trace contextRef="#ctx0" brushRef="#br0" timeOffset="87800.66">19822 7453 3101 0,'-5'-7'157'0,"-1"5"37"0,0-2 25 0,6 4 28 15,-11-5 21-15,11 5 8 0,-8-3-12 16,8 3-23-16,0 0-21 0,-10-4-19 0,10 4-23 16,0 0-12-16,0 0-25 15,0 0-40-15,0 0-76 0,0 0-89 0,29 10-119 16,-15-12-142-16,-14 2-134 0,28-4-200 15,-13-2 10-15,6 0 62 0,-1-2-458 0,-2 2-519 16</inkml:trace>
  <inkml:trace contextRef="#ctx0" brushRef="#br0" timeOffset="88199.97">20165 7260 3125 0,'-9'7'180'0,"2"-4"31"0,-2 1 10 0,9-4 12 15,-7 3 20-15,7-3 17 0,-7 2-1 16,7-2-6-16,0 0-28 0,0 0-9 0,0 0-23 16,0 0-21-16,0 0-15 0,0 0-18 15,23-11-14-15,-12 5-23 0,4-2-15 0,0-2-25 16,3-2-24-16,-2 0-5 0,0-1-7 16,1 1-3-16,-5-1-7 0,-1-4 2 15,-6 7-6-15,1-4-1 0,-3 5-6 0,-6-3 3 16,-1 6-6-16,-1 0 3 0,-5 5-8 0,10 1 2 15,-48 15 2-15,20 2-3 16,-5 3 2-16,-3 11-2 0,6 0-3 0,-1 2 11 16,5 7 13-16,2-1 10 0,8-6 5 15,4 1 14-15,3-2-1 0,1-6 10 0,8-2 9 16,4-4 6-16,1-2 9 0,6 0 4 16,0-3-3-16,2-3-1 0,2-2-5 0,0-3-10 15,3-2-9-15,-4-3-5 0,4-1-8 16,-3-2-25-16,1-1-46 0,-4 0-67 0,0 0-79 15,1 1-88-15,-7-2-114 0,-6 3-123 16,0 0-134-16,8-4-203 0,-8 4 56 0,0 0 83 16,0 0-647-16,0 0-789 15</inkml:trace>
  <inkml:trace contextRef="#ctx0" brushRef="#br0" timeOffset="89097.95">17176 8508 3942 0,'-8'-15'81'0,"4"1"20"0,-2 3 16 0,2 4 26 0,1 2 21 15,1-1 10-15,2 6-7 0,-6-7-12 16,6 7-3-16,0 0 33 0,0 0 21 16,-1 29-6-16,2-4-16 0,-1 11-19 15,0 5-15-15,2-2-11 0,0 2-17 0,2 0-12 16,-1-5-12-16,1-2-5 0,2-5-10 15,-5-5-30-15,2-2 0 0,-1-2-8 0,0-6-6 16,0 4-3-16,0-7-4 0,-2 1 3 16,2-4 2-16,-1-1-10 0,-1-7-3 0,0 0-9 15,-1 5-10-15,1-5-6 0,0 0-13 16,-2-24 5-16,4 5-7 0,-2-5 4 0,1 0 4 16,7-10-3-16,-3 1 0 0,4 7-3 15,-6 6 7-15,3 4 1 0,-2 3-10 0,-1 3 10 16,3 1-10-16,0 2 18 15,3 5-4-15,1 2 6 0,-10 0-3 0,21 7-1 16,-6 2-5-16,0 1 2 0,2 2 13 16,6 7-13-16,-3-2-1 0,-8-3 7 0,2 1-1 15,-4 2 0-15,-5 3 20 0,3-6 26 16,-6 3 9-16,-2 1 15 0,0-3 15 0,-6 1 6 16,-2 3-4-16,-3-2-5 0,-1-3-10 15,-1 1-5-15,0-7-10 0,-4 3-7 16,1-6-5-16,1-2-5 0,0-3-10 0,-4-3-22 15,-2-2-34-15,0-2-45 0,0-1-60 0,2 1-51 16,1 0-69-16,6 0-77 16,-1 1-89-16,2 2-88 0,2-1-98 0,6 1-141 0,-1-4 34 15,2 2 67-15,2 6-564 16,11-19-668-16</inkml:trace>
  <inkml:trace contextRef="#ctx0" brushRef="#br0" timeOffset="89298.1">17473 8656 3440 0,'11'-6'103'0,"-2"1"21"0,-5 4-5 0,-4 1 20 0,0 0 28 16,0 0 44-16,14 10 26 0,-10-3 3 0,-1 3-11 16,3 2-25-16,-1 5-26 0,-2 0-19 15,3 4-17-15,-4 1-12 0,1 0-14 0,-1 0-15 16,0 0-9-16,-2-4-23 16,2-1-45-16,-2 0-41 0,0-1-46 0,2-7-46 15,-2 3-56-15,0-6-68 0,0-6-64 16,-2 7-51-16,2-7-68 0,0 0-107 0,0 0-86 15,2-25 25-15,-2 11-389 0,3-10-450 16</inkml:trace>
  <inkml:trace contextRef="#ctx0" brushRef="#br0" timeOffset="89432.32">17590 8297 2682 0,'-3'-11'45'0,"-3"7"22"16,3-2-9-16,3 6-7 0,-12-2-1 0,12 2-10 15,0 0-1-15,0 0-13 0,-19 9-31 16,17-3-52-16,0 2-65 0,2-2-83 15,0 2-137-15,2 2-103 0,0 1-195 16,2 2-138-16</inkml:trace>
  <inkml:trace contextRef="#ctx0" brushRef="#br0" timeOffset="90316.37">17590 8526 2021 0,'5'2'147'0,"-5"-2"-6"15,4 7-12-15,-2 1 45 0,-1 2 29 0,1-1 22 16,2 5 5-16,0 0-8 0,-1 2-11 15,3-1-19-15,0 0-21 0,0 1-18 16,1 1-10-16,1-3-13 0,-2-2-14 16,3 1-11-16,-3-4-10 0,1 0-7 0,-3-3-11 15,4 1-8-15,-4 0-4 0,3-2-10 16,-5 0 2-16,-2-5 5 0,8 4-3 0,-8-4-7 16,0 0-6-16,0 0-5 0,8-17-7 15,-4 5-4-15,-1 2-3 0,-1-1 0 0,0 3-2 16,0 1-3-16,0 0-2 0,0 2-3 15,-2 5-3-15,1-9-4 0,-1 9 1 0,0 0-3 16,6-3 9-16,-6 3-2 0,0 0-1 16,0 0-1-16,0 0 1 0,16 15-5 0,-13-11 1 15,3 1 3-15,2-2-5 16,-4 1 2-16,-4-4-2 0,15 5-2 0,-10-4 2 16,-5-1-1-16,16 4-2 0,-9-4-1 15,-7 0-1-15,10 2-1 0,-10-2 2 0,14 1-1 16,-14-1 0-16,12 0 1 0,-12 0-1 15,18-5 0-15,-9 2 1 0,3-1-2 0,-1-1 8 16,-1 2 18-16,0 0 14 0,-5-1 12 16,3 1 6-16,-8 3 2 0,13-6-5 0,-13 6-4 15,10-1-8-15,-10 1-5 0,5-2-1 16,-5 2 0-16,0 0-3 0,0 0-12 16,22 7-2-16,-19-4 0 0,3 1-3 0,-6-4-8 15,9 5 1-15,-5-2 1 0,-4-3-3 16,10 4 1-16,-10-4 2 0,7 1-1 15,-7-1-2-15,11 2 3 0,-11-2 2 0,0 0-15 16,20-9 2-16,-13 5 6 0,1-5 3 16,2 0-3-16,1-4 1 0,-4 2-5 15,3-1 0-15,0 4 0 0,-3-1 3 0,-1 3-4 16,-2-2-1-16,2 4 5 0,-3-2-7 16,-3 6-2-16,4-3 0 0,-4 3 0 15,0 0 1-15,0 0 0 0,7 13 5 16,-7-7-6-16,0-6 0 0,0 15-1 0,0-8 2 0,2 0-1 15,0 0 0-15,3-2-1 0,-3 0 0 16,-2-5 1-16,7 6 2 0,-3-2-6 16,-4-4 3-16,13 0-5 0,-13 0 6 15,15-5-2-15,-5-2-2 0,2 2-10 0,-1-5-1 16,2-2 3-16,1 0 1 0,-2-3 4 16,0 7 1-16,-2 2 1 0,-5-1 0 0,3-1-3 15,-4 8-2-15,-4 0 4 0,0 0-1 16,0 0 4-16,9 12 3 0,-9-1 2 0,-1 7 0 15,-5 3 6-15,-2 14-4 0,-1 2 5 16,-3 11-3-16,-1 6 4 0,2 8 15 0,1 2 22 16,6 5-1-16,2 3-19 0,-2-4 11 15,0 2-3-15,1-6-8 0,-5 0 2 16,0-8-6-16,-3 2-16 0,0-7 14 16,-7-5-4-16,2-3-2 0,-7-4-4 0,-2-3 4 15,-2-1-16-15,4-10-19 0,-4 0-20 16,1-5-21-16,-1-1-26 0,0-4-30 0,4-5-32 15,2-3-54-15,3-5-71 0,-4-4-80 16,1-3-87-16,3-5-136 0,-9-9-85 0,4-3 34 16,2-5-494-16,2-4-593 0</inkml:trace>
  <inkml:trace contextRef="#ctx0" brushRef="#br0" timeOffset="90619.4">18594 8395 3219 0,'5'-28'127'16,"-1"5"29"-16,0 5 19 0,-2 3 15 0,1 1-1 15,1 6-3-15,0-3-13 0,-3 7 1 16,-1 4 3-16,0 0-7 0,22 15-11 0,-8 11-13 15,0 6-16-15,2 14-14 0,1 4-14 16,-3 1-10-16,-5 0-12 0,0 1-9 0,-2-2-34 16,4-11-44-16,-8-1-55 0,3-2-53 15,-4-7-56-15,1-4-61 0,-3-8-48 16,0 3-52-16,0-5-67 0,2-3-87 0,0-4-92 16,0 0 23-16,-2-4-347 0,0-4-384 15</inkml:trace>
  <inkml:trace contextRef="#ctx0" brushRef="#br0" timeOffset="90798.76">18763 8595 2751 0,'0'0'185'0,"-13"-3"29"0,13 3 13 15,-10 0 14-15,10 0 8 0,0 0-7 16,0 0-13-16,0 0-19 0,-13 7-17 16,13-7-23-16,0 0-15 0,3 10-18 15,-3-10-30-15,13 6-69 0,-1-3-95 0,-2-3-138 16,5 0-142-16,0-3-191 0,3 3-111 15,-2 0 51-15,2 0-434 0,-3 0-496 0</inkml:trace>
  <inkml:trace contextRef="#ctx0" brushRef="#br0" timeOffset="91215.95">19188 8896 2882 0,'-17'-2'220'0,"17"2"10"15,-16-4-9-15,16 4-2 0,-7-4-5 16,7 4-11-16,-4-4-21 0,4 4-16 16,0 0-20-16,2-13-13 0,2 9-16 0,0-4-13 15,1 2-10-15,3-2-9 0,-4-2-7 16,0 1-12-16,0-1-3 0,-3-3-8 0,-1-1-3 16,0-3-3-16,-1-2-7 0,-3-5-6 15,-3 0 0-15,4 0-8 0,-5 2-1 16,3 3-5-16,-1 4 3 0,-2-1-5 0,1 4 0 15,-1 3-5-15,3-1-4 0,-3 8-1 16,2 0 1-16,6 2 0 0,0 0-2 16,-21 12 3-16,18-7-2 0,0 3 4 15,3-2 0-15,5 6 4 0,-2 0-4 0,6-1 7 16,4 1 19-16,3-1 19 0,2 1 14 16,-2-2 24-16,4 0 14 0,-4-1 16 0,2 1 5 15,-3-3 6-15,-1 0-8 0,-2 1-10 16,2-1-7-16,-3 0-18 0,2 1-8 0,-1-2-10 15,-1 0-14-15,1 3-9 0,-4-4-19 16,-1 0-73-16,2 1-84 0,0-2-100 0,-4 0-123 16,5-3-136-16,-10-1-172 15,19-1-124-15,-10-3 51 0,2-2-700 0,1-3-876 16</inkml:trace>
  <inkml:trace contextRef="#ctx0" brushRef="#br0" timeOffset="91564.59">19548 8647 3699 0,'-4'7'36'0,"-1"-4"58"0,1 1 17 15,4-4 33-15,0 0 34 0,0 0 32 0,0 0 16 16,0 0-11-16,20 3-14 0,-20-3-16 16,25-8-17-16,-9 1-20 0,1-2-15 0,2-1-17 15,8-7-9-15,-3-1-9 0,-1-1-15 16,-4 0-4-16,-4 2-11 0,-5 3-12 15,0 2 0-15,-5-1-7 0,-1 5-17 16,-4 2 0-16,0 6-8 0,0 0 1 0,-27 2-3 16,-2 11-1-16,4 7-3 0,-12 5-2 15,2 6 2-15,1 2-6 0,7 0-3 0,4-3 0 16,7 1 2-16,-2-2-3 0,9-1-2 16,2-5-2-16,1 0 1 0,1-5 4 0,4-4-5 15,1 3-2-15,0-6-4 0,1 1 0 16,2-2-27-16,1-1-35 0,1-2-48 15,3-2-64-15,-3-1-85 0,6-4-86 0,-11 0-91 16,14 0-118-16,-14 0-121 0,18-2 35 16,-13-2-528-16,3 1-637 0</inkml:trace>
  <inkml:trace contextRef="#ctx0" brushRef="#br0" timeOffset="92048.83">15243 8777 3483 0,'0'-31'115'0,"-2"7"11"15,0 5 18-15,0 4 10 0,-1 5 16 0,-3 1 8 16,3 5 3-16,3 4 13 0,-22 18-7 16,7 7-20-16,-6 18-13 0,2 10-8 0,-1 4-19 15,0 5-9-15,4 1-17 0,0 1-8 16,0-4-8-16,3-1-11 0,3-9-9 0,4-10-7 16,-3-2-30-16,6-2-41 0,-3-9-53 15,1-5-59-15,2-5-73 0,-3-2-79 16,1-1-80-16,-3-10-91 0,2-2-118 0,6-2-55 15,-17-10 46-15,6-8-412 0,1-11-464 16</inkml:trace>
  <inkml:trace contextRef="#ctx0" brushRef="#br0" timeOffset="92212.78">14848 8594 2703 0,'0'-14'67'0,"0"4"21"16,0 1-12-16,0 5-6 0,0 4-6 15,0 0 22-15,0 0 15 0,0 0-5 0,0 0 3 16,6 27-1-16,2-16-11 0,0 3-4 15,-3 0-13-15,4 3-10 0,4-1-8 16,-2-3-33-16,0 3-67 0,3-3-78 0,-2-1-104 16,-1 0-148-16,3 0-138 0,-2-3 18 15,-2-1-224-15,-1 3-215 0</inkml:trace>
  <inkml:trace contextRef="#ctx0" brushRef="#br0" timeOffset="92816.31">15478 8673 2193 0,'1'15'170'0,"1"0"1"0,-2 1 22 16,-2-1 11-16,2 2 28 0,-1 0 2 15,-1 0 4-15,4 0-6 0,-1 1-12 0,1-3-16 16,4-1-12-16,1-2-16 0,3 1-14 16,2-5-18-16,1-1-13 0,2-2-14 0,1-5-12 15,0-2-13-15,6-1-17 16,-4-4-12-16,9-7-16 0,-6 1-9 0,2-5-6 15,-6 1-11-15,-5-1-4 0,-5-2-4 16,1 1 1-16,-5 4-3 0,1 3-4 0,1 3-2 16,-5 6-6-16,0 3 1 0,0 0-4 15,-16 17 7-15,7 4-2 0,-7 11-1 0,0 11 0 16,2 6 0-16,4-10 1 0,3 0 4 16,5-3-4-16,4-7 2 0,4-7-1 15,-1-1 1-15,6-4 0 0,3-5 1 0,5-3 2 16,-2-5 0-16,4-4-3 0,12-12 4 15,-1-1-1-15,2-6-3 0,6-8 2 0,-1-4-1 16,-3-3-1-16,-4-8 3 16,0-2-3-16,-3-4 0 0,-2-7-3 0,-2-2 2 15,-5-2-3-15,0-1 4 0,-8 4-3 16,4 5 1-16,-8 13-1 0,-3 13 4 0,1 6 1 16,-4 7-4-16,0 3-2 0,-2 6 3 15,0 3 3-15,0 0-3 0,0 0 2 0,-4 38 0 16,2-16 0-16,2 4 1 0,2 8-1 15,2-1 13-15,4-8 12 0,-1 8 26 0,2-4 11 16,5 2 14-16,1-2 12 0,1 2-2 16,-2 1 25-16,2 2-12 0,-3 0 20 0,-1 3 35 15,-1-4 11-15,-4-2 3 16,-1 4 4-16,-3-5-6 0,-6-6-9 0,1-1-15 0,-2 1-13 16,-1-3-13-16,-1 1-13 15,-5-2-71-15,1-6-36 0,-1 2 0 0,-1-5 0 16,1-1 0-16,-4-3 0 0,-1-2-103 15,2-1-210-15,-6-6-117 0,3 0-102 0,-5-6-106 16,-9-4-185-16,2 1 63 0,3-1 73 16,-3-2-641-16,2 1-785 0</inkml:trace>
  <inkml:trace contextRef="#ctx0" brushRef="#br0" timeOffset="99932.54">26993 3825 3491 0,'9'-5'-119'0,"-9"5"22"0,7-8 24 0,-7 8 22 16,9-6 28-16,-9 6 29 0,6-6 23 16,-6 6 17-16,5-8 10 0,-5 8 5 0,0 0-2 15,7-7 5-15,-7 7 10 0,0 0-3 16,2-6 10-16,-2 6-2 0,0 0 8 15,0 0-1-15,0 0-15 0,0 0 4 0,0 0-7 16,0 0-7-16,0 0-9 0,0 0 11 16,0 0-20-16,0 0-6 0,0 0-7 0,-29 21 11 15,8-3-12-15,-4 6 0 16,-6 7 1-16,-5 3 0 0,0 2-4 0,0 2 6 0,-4 4 14 16,0-2-7-16,-2-3-2 15,2 5-1-15,-4 3-3 0,5-3-6 0,-2 0-1 16,3 0-3-16,0-3 2 0,4-2-2 15,2 1-6-15,-2 1 3 0,7-5-4 16,4-8 1-16,-1 1-4 0,5-6 0 0,2-3 3 16,5-3-5-16,3-3 15 0,2-1 4 15,-1-3 2-15,2-1 10 0,-1 0 3 0,3-2 0 16,-2 0 1-16,6-5 0 0,-7 9-5 16,7-9-3-16,-7 4-5 0,7-4-4 0,0 0-2 15,-7 8-3-15,7-8-6 0,0 0-33 16,0 0-45-16,0 0-65 0,0 0-74 15,0 0-89-15,0 0-102 0,0 0-132 16,-5-19-120-16,6 10 38 0,3 0-335 16,0-1-417-16</inkml:trace>
  <inkml:trace contextRef="#ctx0" brushRef="#br0" timeOffset="100529.38">27176 3771 2791 0,'-2'-9'49'0,"-1"1"17"0,1 2 25 0,2 6 35 0,-2-10 21 15,2 10 18-15,0-8 6 0,0 8-5 16,0 0-11-16,0-9-17 0,0 9-10 0,0 0-15 16,0 0-7-16,0 0-12 0,0 0-12 15,0 0 29-15,0 0 15 0,0 0-10 0,0 0 2 16,21 21-4-16,-10-8-10 16,7 9 22-16,0 1-11 0,2 0 11 0,3 3 2 15,6 7-19-15,1-2-5 0,1 3-10 16,1-1-10-16,0 3-9 0,2 0-23 15,1 0 0-15,-1 0-8 0,0-2 0 0,-2-1-1 16,2 0-8-16,2-2-7 0,-2-2 3 16,-2 3-7-16,2-3-6 0,0 0 2 0,1 2-2 15,-9-7 0-15,-1 1-2 0,0 1-1 16,-3-2-3-16,2 2 2 0,-5-1-4 0,-2-2 7 16,-4 0-5-16,0 1 5 0,-2-7 4 15,-2 1 1-15,-4-1 3 0,5-1-8 0,-4-3 8 16,0 1-11-16,-3-3 0 0,3-3 6 15,-4 1-6-15,1-3 19 0,1 1 22 16,-2-2 24-16,-2-5 17 0,6 11-6 16,-6-11-11-16,0 0-11 0,10 0-8 15,-10 0-6-15,0 0-10 0,0 0-8 0,14-16-27 16,-12 11-65-16,3 2-71 0,-5 3-59 16,2-7-75-16,-2 7-93 0,0 0-102 0,0 0-110 15,-12-10-232-15,4 8 54 0,8 2 82 16,-19-2-509-16,19 2-637 0</inkml:trace>
  <inkml:trace contextRef="#ctx0" brushRef="#br0" timeOffset="101345.82">25930 5707 3180 0,'4'-8'-53'0,"-2"4"22"0,-1-2 20 0,-1 6 29 15,0-11 38-15,0 11 16 0,-1-8 26 16,1 8 17-16,0-9 6 0,0 9-4 16,-4-7-3-16,4 7-6 0,0 0 3 0,-2-8-17 15,2 8 5-15,-4-5-8 0,4 5-12 16,0 0-3-16,0 0 2 0,0 0 20 16,-32 27 22-16,2 4 5 0,-10 8 4 0,-19 15 5 15,-4 6 1-15,-5 5 7 0,-4 4 15 16,-2 1 5-16,3-1-9 0,5-3 3 0,5 0-3 15,5-8-3-15,17-12-3 0,1-5-1 16,5-5-8-16,9-8-9 0,0-4-8 0,8-2-11 16,2-6-7-16,5-5-11 0,-2-1-11 15,6 0-4-15,-1-4-8 0,3 1-6 0,-3-1-5 16,3-2-6-16,-1 2-4 16,4-6-6-16,-9 7 0 0,8-4-5 0,1-3-5 15,-4 5-3-15,4-5-2 0,-6 4-3 16,6-4-3-16,0 0-3 0,0 0-1 0,0 0-3 15,-3 4-20-15,3-4-42 0,0 0-54 16,0 0-72-16,0 0-74 0,0 0-100 0,0 0-107 16,0 0-107-16,0 0-128 0,3-21-80 15,-1 9 68-15,6 0-651 0,4-5-808 0</inkml:trace>
  <inkml:trace contextRef="#ctx0" brushRef="#br0" timeOffset="101764.44">25751 5806 3628 0,'-8'-20'53'0,"1"5"16"15,2 1-13-15,-2 3 25 0,3 1 30 0,2 0 29 0,-1-1 18 0,1 3 3 16,-2 2-11-16,4 6-16 16,-2-6-14-16,2 6 4 0,0 0 18 0,0 0 13 15,17 20 18-15,2 3 3 0,3 6-7 16,6 13-15-16,7 1 19 0,-1 7-21 0,2 1-12 16,10 13-15-16,-10-11-9 0,-4 0-11 15,2-2-12-15,-1 0-8 0,-5-2-7 0,1-2-2 16,-8-2-9-16,1-3-11 0,-4-12-4 15,-2-1-6-15,-3-5-2 0,-2-5-1 0,-6-5-8 16,4-2 7-16,-4-3 1 0,1-3-2 16,-1 2-1-16,-1-4 5 0,-4-4-10 0,8 7-7 15,-2-3-4-15,-6-4-4 16,7 4-14-16,-7-4-51 0,0 0-84 0,0 0-86 16,0 0-109-16,0 0-124 0,0 0-136 15,0 0-194-15,0 0 16 0,2-15 87 0,-2 15-619 16,4-17-752-16</inkml:trace>
  <inkml:trace contextRef="#ctx0" brushRef="#br0" timeOffset="103045.37">28196 5759 3341 0,'2'-6'-109'0,"-2"6"35"15,2-5 24-15,-2 5 23 0,0 0 28 0,2-10 28 16,-2 10 30-16,0 0 22 0,3-4 19 16,-3 4 9-16,0 0 7 0,2-8 13 0,-2 8 10 15,2-5 9-15,-2 5 8 16,0 0 3-16,0 0-4 0,4-6-1 0,-4 6-4 15,0 0-3-15,0 0-9 0,0 0-7 0,0 0-6 16,0 0-10-16,-6-8-13 0,6 8-8 16,0 0-10-16,0 0-8 0,0 0-6 15,0 0-8-15,0 0-3 0,0 0-10 0,0 0 2 16,0 0 4-16,0 0 4 0,-7 19-5 16,7-19-1-16,-2 16-3 0,-2-8 7 15,4 5-3-15,0-5-5 0,-1 5-2 0,-1-1-3 16,2 0-11-16,-2 0-9 0,2-1-3 15,0 0 2-15,2-1 7 0,-2-2 26 16,0 4-21-16,0-1-1 0,0-1 11 16,0 2 7-16,-2 0 3 0,2 0 15 0,-2 0-1 15,2 0 6-15,-5 1-4 0,4 3-3 16,-1 1 13-16,-4 1-8 0,2 1-2 0,-1-1-10 16,-1 3-5-16,-2-2-7 0,2 0-5 15,1-3-3-15,-1 2-2 0,3-3-8 0,-1 1-4 16,-1-1 0-16,0 0 0 0,-1 1-6 15,3-1-1-15,-3 1 2 0,1-1-4 0,-2-1-5 16,2-1 2-16,-1 1 1 0,0 0-2 16,3-1-3-16,-1-1-1 0,-2 1 2 15,2-1-1-15,-2 0-1 0,3 1 1 0,-5 3-3 16,6-3-8-16,-4 1 0 0,0 0 0 16,3 0 0-16,-3-2 0 0,2 0 0 15,1-2 0-15,-4 2 0 0,2 0 0 0,1-2 0 16,-1 0 0-16,1 2 0 0,-2-3 0 15,3 3 0-15,-4-2 0 0,3 1 0 0,-1-1 0 16,-1 2 0-16,-1 1 0 0,-1 2 0 16,2-3 0-16,-1 2 0 0,-1 1 0 15,0-1 0-15,1 3 0 0,-3 0 0 0,3 2 0 16,-7 6 0-16,1 1 0 0,-1-1 0 16,1 3 0-16,1-1 0 0,1 1 0 15,2 1 0-15,-3 1 0 0,5-5 0 0,-3-4 0 16,5-1 0-16,-2-1 0 0,4-4 0 15,-3-1 0-15,2 0 0 0,3-1 0 16,-1-5 0-16,0 2 0 0,0-3 0 0,0 0 0 16,2-7 0-16,-2 9 0 0,2-9 0 15,-1 10 0-15,1-10 0 0,0 0 0 0,-3 7 0 16,3-7 0-16,0 0 0 0,0 0 0 16,-4 6 0-16,4-6 0 0,0 0 0 0,0 0 0 15,0 0 0-15,0 0-416 0,-11-21-301 16,9 10-196-16,4-3 68 0,0-4 103 0,2-5-808 15,3-13-994-15</inkml:trace>
  <inkml:trace contextRef="#ctx0" brushRef="#br0" timeOffset="103964.77">28715 6231 4224 0,'0'0'-26'0,"0"0"20"0,-16-9 21 0,16 9 30 0,0 0 45 16,-34 15 34-16,17-3 26 0,-8 7 9 0,-2 4-1 15,2 3-6-15,-5 7-9 0,7 4-6 16,1 1-6-16,6-7-6 0,5 3-14 16,2 0-8-16,2-1-10 0,9-6-8 0,-2-4-6 15,2 1-11-15,2-5-6 0,6 1-3 16,3 6-10-16,-1-9 2 0,0-7-3 15,2-1-3-15,3-6-5 0,1 0-2 16,-4-3-4-16,8-3-2 0,1-4-3 0,5-5 0 16,1-5-3-16,0-3 9 0,-2-5-7 15,7-8-1-15,-7 0-1 0,4-6-2 0,-6 2 3 16,-6 6 8-16,-4 2 11 0,-3-2 7 16,-3 6 2-16,-5 8-3 0,-4 4 0 0,-4 1-7 15,-1 0-13-15,-6 4 6 0,-7-1-11 16,-3 3-4-16,0 4-1 0,-5 4-3 0,-10 3-4 15,0 5 4-15,0 2-7 16,4 5-1-16,-9 5-1 0,12-1-1 0,-2 2-1 16,6 0-2-16,2 1 2 0,7-2 0 15,4-5-5-15,4 2-1 0,5-4-3 0,3-3 1 16,1-3 2-16,7-1-2 0,4-4 4 16,3-4-3-16,4-2-1 0,3-3 2 0,13-7 5 15,1-2-3-15,6-4-8 0,0-3 12 16,-6 4-9-16,-3 0 10 0,1 2-10 0,-5-1 1 15,-6 6-3-15,-7 2 7 0,2 2-1 16,-5-1 1-16,1 4 9 0,-5 1 2 16,0 4 4-16,-9-2-2 0,20 7-1 0,-13 0 1 15,0 5-2-15,5-2 0 0,-6 2-3 16,-1 1-2-16,3 1 0 0,-4 0 0 16,2-4 0-16,-2 2-2 0,-1-2 5 0,3-1-3 15,-4-1-5-15,1 0 6 0,1-4 13 16,-1 3 23-16,-3-7 24 0,6 6 16 15,-6-6 5-15,9 0-6 0,-9 0-45 0,19-13-41 16,-4 1 0-16,10-8 0 0,2-1 0 16,-2 3 0-16,1-3 0 0,-2 6 0 0,-4 3 0 15,-4 1 0-15,-4 5 0 0,-2 1 0 16,0-1 0-16,-1 5 0 0,-2-1 0 0,-7 2 0 16,0 0 0-16,20 7 0 15,-15 0 0-15,-3-1 0 0,4 5 0 0,-4-1 0 16,-1 2 0-16,1-2 0 0,0 2 0 15,1 2 0-15,-1-4 0 0,2 0 0 0,-3-2 0 16,-1-4 0-16,6 0-189 0,-6-4-121 16,7 5-89-16,-7-5-90 0,0 0-112 0,27-17-142 15,-11 5-25-15,4-7 68 0,1 0-658 16,2-1-812-16</inkml:trace>
  <inkml:trace contextRef="#ctx0" brushRef="#br0" timeOffset="104379.06">29635 6304 3901 0,'-10'3'82'0,"10"-3"14"0,-11 0 10 0,11 0 4 0,0 0 11 16,0 0 17-16,0 0 6 0,0 0-13 0,0 0-10 15,0 0-12-15,0 0-10 0,44-4-11 16,-28-2-10-16,0 4-11 0,0-3-3 0,-1-3-4 15,0-2-8-15,-2 4-2 0,-2-1 3 16,-1-1 22-16,-2 2 16 0,-3-3 7 0,-3 2-7 16,0 0 7-16,-2 7-6 0,-2-10-9 15,2 10-10-15,-16-4-4 0,-2 6-12 0,-3 4 5 16,-12 5-8-16,-1 1-6 16,4 4 0-16,-1 3 4 0,6 4 8 0,0 1-1 15,1 3 0-15,7 0-7 0,2 0 0 16,7-4-1-16,0-3 0 0,8-1 1 0,0-2-10 15,2 2-4-15,4-2-5 0,4-2 1 16,1 2-11-16,3-5 4 0,4-7-7 0,0 3-14 16,-1-4-23-16,0-4-45 0,0 0-42 15,2-3-44-15,2 2-55 0,-6-3-79 0,1 2-91 16,-5 0-94-16,-2 2-123 0,-9 0-146 16,14 2 51-16,-14-2-592 0,4 6-735 15</inkml:trace>
  <inkml:trace contextRef="#ctx0" brushRef="#br0" timeOffset="105279.11">27199 8388 3407 0,'-36'44'72'16,"-19"18"31"-16,-1 4 8 0,-6 4 4 15,1 2 19-15,-2 3 28 0,2 5 30 0,2-5 24 16,2 1 2-16,6-7-12 0,3-7-17 16,15-12-14-16,3-7-16 0,3-2-20 15,4-4-11-15,6-11-14 0,7-6-16 16,1-3-9-16,2-3-28 0,-1-2-36 0,3-3-50 16,4-3-50-16,-1 0-55 0,0-2-79 15,2-4-83-15,0 0-83 0,0 0-103 0,0 0-168 16,12-19 40-16,-5 8 68 0,4-2-394 15,3 0-411-15</inkml:trace>
  <inkml:trace contextRef="#ctx0" brushRef="#br0" timeOffset="105828.63">28278 8278 2723 0,'2'17'208'0,"2"1"16"0,0 1-13 0,1 14 7 0,3 4 10 16,0 4-2-16,5 10 0 16,0-2-16-16,3-2-17 0,-4-1-22 0,8-3-20 15,-7-7-8-15,2-3-18 0,-2 1-13 16,-1-1-12-16,1-4-12 0,-1 1-43 0,5-6-56 15,-8-7-72-15,1 0-89 0,0-7-93 16,-1 0-82-16,-3-1-106 0,0-6-157 0,-1 0 13 16,-5-3 78-16,11-1-347 0,-11 1-349 15</inkml:trace>
  <inkml:trace contextRef="#ctx0" brushRef="#br0" timeOffset="110594.5">29152 7093 2449 0,'-1'-10'112'0,"1"1"38"0,0 1 20 0,0 1 40 16,0 7 31-16,0-10 25 0,0 3 10 16,0 7-2-16,0 0-8 0,-4-9-24 0,4 9 2 15,0 0 38-15,0 0 8 0,-9 39-2 16,1-8-23-16,2 5-28 0,-2 3-19 0,1 4-10 16,3 1-16-16,2-1-17 0,2 1-17 15,0-5-18-15,0-1-13 0,0-6-6 16,2-7-14-16,-2-4-16 0,-2-3-8 15,2 0-13-15,0-5-8 0,0-1-20 0,-1-1-43 16,-3-1-68-16,-3-2-80 0,6-1-80 16,-3-3-98-16,4-4-115 0,-6 6-121 15,6-6-125-15,0 0-83 0,0 0 54 0,4-24-677 16,3 11-848-16</inkml:trace>
  <inkml:trace contextRef="#ctx0" brushRef="#br0" timeOffset="111244.38">29414 7342 3689 0,'0'0'8'0,"5"-3"35"16,-5 3 21-16,0 0 50 0,4 11 50 0,0-1 26 16,-2 4 11-16,0 2 2 0,-2 3-2 15,0 1-5-15,2 6-21 0,-2 0-8 16,-2-3-20-16,2 4 2 0,-2-4-6 0,-2 0 5 16,0-3-3-16,-1-1-8 0,-1-4 0 15,1-1-16-15,-2-5-9 0,0-1 1 16,-1 0-21-16,3-4-13 0,5-4-3 15,-16 0-10-15,16 0-5 0,-16-13-24 0,3-1-11 16,6-5-32-16,-2-12-17 0,3-5-14 16,0 0-5-16,6 6-8 0,2 4 14 0,-2 6 0 15,0 3-6-15,3 5 10 0,-3 2 0 16,1 3 2-16,-1 7 7 0,0 0 5 0,0 0 6 16,0 0-4-16,17 21-3 0,-10-9 20 15,2 1-15-15,2 5 2 0,0-1 4 0,3-3 1 16,0-1-3-16,2 0 4 15,3-4 0-15,-4-1-1 0,5-6-7 0,-2-2 12 16,5-5-1-16,10-6-4 0,-1-6 5 16,-3-3 2-16,-3-3-3 0,3-9 0 0,3-6 3 15,-1 1-2-15,-4-9 1 0,-1-3 3 16,-1 5-1-16,-4 4-2 0,-7 11-2 0,-5 6 6 16,-4 8 21-16,-1 4-24 0,0 1-2 15,-4 7 4-15,0 3-3 0,0 0 3 16,0 0 2-16,-31 27 7 0,20-10-7 0,-6 6 2 15,0 4 9-15,-1-1-4 0,11-4-2 16,2-1 0-16,3-4-3 0,2 0 3 16,3 0 8-16,5-1 1 0,2-1 7 15,1 0-3-15,4 1-6 0,6 4-1 0,-2 1 7 16,-4-4 2-16,3 4 11 0,-5-2-1 16,-3-5 14-16,-5 0 15 0,3 2 12 0,-5 1 14 15,-1-1 7-15,-2-1 8 0,0-1 6 16,-2 1-3-16,-3 3 0 0,-1-5-7 0,-4 2-9 15,-1-1-4-15,2-2-14 0,-5 1-15 16,1-5-58-16,-1 0 0 0,1-3 0 0,2-1 0 16,1-4 0-16,10 0-67 0,-20-6-165 15,11-6-98-15,6-4-106 0,1-8-113 16,4-14-116-16,12-11-133 0,4-1 52 16,9-6-740-16,3-2-932 0</inkml:trace>
  <inkml:trace contextRef="#ctx0" brushRef="#br0" timeOffset="111460.69">30384 6781 4216 0,'5'-17'107'0,"-1"3"47"0,-2 4 35 0,2 2 29 0,-4 1 21 0,0 7 12 15,1-9-5-15,-1 9 28 0,0 0 28 16,-7 27 1-16,2 8-33 0,-6 13-27 0,-3 8-22 16,-1 4-21-16,-3 2-20 0,2 2-19 15,-4 0-15-15,1 2-17 0,0-4-18 0,-2-4-80 16,4-2-31-16,2-6 0 0,-1-1 0 15,5-15-107-15,4-5-88 0,-4-5-49 16,10-7-46-16,-1-4-54 0,2-4-56 16,0-2-56-16,0-7-73 0,2 5-96 15,-2-5-77-15,0 0 45 0,0 0-582 0,12-19-700 16</inkml:trace>
  <inkml:trace contextRef="#ctx0" brushRef="#br0" timeOffset="111611.02">30083 7469 3257 0,'-13'0'-22'16,"13"0"51"-16,-20 2 44 0,20-2 29 0,-12 2 23 15,12-2 12-15,0 0-4 16,-13 2-11-16,13-2-10 0,0 0-9 0,0 0-15 0,0 0-9 16,0 0-53-16,24 11-79 15,-12-15-109-15,10 0-127 0,6-9-187 0,5-3-85 16,3 2 49-16,8-7-274 0,1 2-275 16</inkml:trace>
  <inkml:trace contextRef="#ctx0" brushRef="#br0" timeOffset="111860.28">31264 6730 2553 0,'-14'-10'254'0,"2"1"-6"16,-1 7 10-16,1 2 23 0,12 0 31 16,-29 14 28-16,4 8 35 0,-6 18 6 15,4 7-14-15,-2 9-43 0,-3 18-30 16,7-11-29-16,4 0-25 0,1 2-26 0,5 1-24 15,2-7-21-15,0 0-23 0,2-6-45 16,0-3-66-16,4-12-76 0,0-5-63 0,1 1-48 16,1-11-59-16,4-4-72 0,-1-4-70 15,0-3-69-15,2-6-95 0,2-1-160 0,-2-5-19 16,8 2 76-16,-8-2-493 0,0 0-581 16</inkml:trace>
  <inkml:trace contextRef="#ctx0" brushRef="#br0" timeOffset="112211.44">31223 7420 3357 0,'0'0'202'0,"-37"12"23"0,28-8 18 0,-1 2 29 15,0-3 37-15,10-3 7 0,-15 8-7 16,12-4-15-16,3-4-24 0,-6 7-18 0,6-7-18 16,0 0-21-16,0 0-22 0,17 9-21 15,-17-9-14-15,28-6-23 0,-12 0-15 0,4 0-19 16,2-3-14-16,-3-2-8 0,-4-2-7 15,2 0-9-15,-4-3-8 0,-3 1-7 16,-2 3-4-16,-4 2-9 0,-3 3-1 16,-2 0-14-16,1 7 1 0,-16-5 0 15,16 5-4-15,-32 5 1 0,8 3 0 0,-1 6-2 16,-2 3-4-16,4 5 2 0,1-5-1 16,6 7 0-16,2-7 2 0,7 0-4 0,-1-3 2 15,6 1-3-15,1-3-3 0,1-2-2 16,1-1-20-16,5-1-39 0,-1-1-61 0,6-2-66 15,3-3-71-15,3-4-77 0,2 2-80 16,8-5-65-16,6-5-78 0,4-1-85 0,-1-2-65 16,0-3 28-16,-6 1-567 0,1 0-704 15</inkml:trace>
  <inkml:trace contextRef="#ctx0" brushRef="#br0" timeOffset="112477.87">31537 7381 3322 0,'9'-10'43'0,"-3"0"75"16,-5 5 50-16,4-2 49 15,-5 7 45-15,4-7 40 0,-4 7 24 0,0 0 11 16,4-7-16-16,-4 7-22 0,0 0-23 15,0 0 15-15,0 0-2 0,0 0-16 0,0 0-25 16,7 26-22-16,-5-16-26 0,-2 0-18 16,3 2-19-16,-1 1-16 0,2-2-14 0,-1 1-85 15,0-1-48-15,1-2 0 0,-2 0 0 16,2-2 0-16,-2-1 0 0,-2-6 0 0,9 7 0 16,-9-7 0-16,0 0 0 0,23-5 0 15,-23 5 0-15,19-15 0 0,-4 2 0 16,-1 0 0-16,4-12 0 0,4-3 0 15,3-8 0-15,0 1 0 0,-7 5 0 16,0 5 0-16,-6-1 0 0,-3 9 0 0,-4 2 0 16,1 4 0-16,-2 1-388 0,-3 3-114 15,-2 1-141-15,2 2-179 0,-1 4-5 0,0 0 82 16,0 0-705-16,0 0-900 0</inkml:trace>
  <inkml:trace contextRef="#ctx0" brushRef="#br0" timeOffset="113042.91">31924 7313 4284 0,'0'0'48'0,"-14"0"17"16,14 0 33-16,-11 8 39 0,5-2 30 0,3-1 13 16,0 2 3-16,1-1-1 0,-2 3-2 15,4-9-12-15,4 16-8 0,-2-9-15 0,3-1-8 16,0 0-10-16,4-4-14 0,-1 2-8 15,-8-4-13-15,21 4-14 0,-12-3-4 16,-9-1-9-16,22-1-9 0,-22 1 0 0,17-6-11 16,-10 3 3-16,1-4-11 0,-3-2 3 15,1 3-9-15,-1-2 2 0,-4 0-5 0,-1 8-1 16,2-13-5-16,-2 13-1 16,-3-7-9-16,3 7 0 0,0 0 1 0,-20 0-9 15,20 0 4-15,-19 10-1 0,10 0 3 16,-1 2 0-16,2 1-3 0,2 0 13 0,3 3-12 15,1-2 7-15,2 1-5 0,0-1 7 16,2-2-1-16,1 1 5 0,6 1 1 0,-2-2-4 16,6-5 2-16,3-1-2 0,0-2 10 15,9-1-19-15,2-4 1 0,9-5 0 16,4-4 4-16,8-5-5 0,2-6-4 0,-1-1 0 16,-3-6 4-16,-3-4 4 0,2-6 3 15,-6-3 7-15,-1-5-3 0,9-18-7 0,-13 9-1 16,-4-1-1-16,-5-1-3 15,-8 7-1-15,-5 16-2 0,-10 9-5 0,-6 6-3 0,-4 9 6 16,-5 6 8-16,-7 6-2 16,-12 12-1-16,-10 9 4 0,3 14 14 0,0 7-4 15,3 4 3-15,3 1 1 0,9 0-6 16,0-1-7-16,6 0-1 0,4-13-8 0,5 0-27 16,2-4-18-16,5-6-42 0,0-8-37 15,2-1-33-15,2-3-47 0,0-1-57 0,-1 0-76 16,5-4-100-16,-4-2-104 0,0 0-203 15,-1-1 12-15,-1-5 74 0,-3 9-575 16,-5 1-691-16</inkml:trace>
  <inkml:trace contextRef="#ctx0" brushRef="#br0" timeOffset="113494.26">28181 7452 3490 0,'-13'1'151'0,"3"1"19"0,4 0-3 15,6-2-11-15,0 0-14 0,0 0 32 0,0 0 24 16,0 0-15-16,42-2-12 0,-13 0-16 16,18 2-17-16,5-4-18 0,13 4-61 15,1 0-121-15,-3-3-178 0,3 2-208 16,-4 0-227-16,-9-1 50 0,-5 2 71 0,-5 3-422 16,-2 1-454-16</inkml:trace>
  <inkml:trace contextRef="#ctx0" brushRef="#br0" timeOffset="114176.35">29274 9174 2804 0,'0'0'230'0,"20"-9"7"16,-13 1-13-16,3-4-7 0,11-9 6 15,0-2 13-15,2-3 2 0,2-1-3 0,1-7-23 16,1-2-22-16,3-2-19 0,1-3-20 16,1-7-21-16,0-6-11 0,11-17-35 15,0-3-25-15,0-4-27 0,-4 6-11 16,-6 21-6-16,-5 5-3 0,-5 8-1 0,-6 15-2 0,-5 3-9 15,-6 11 2-15,-5 3-1 16,-1 6 3-16,0 0 0 0,0 0 1 0,-24 23 1 16,0 2 2-16,8 1 1 0,-5 5 0 15,6-2 3-15,6 1 2 0,8-2 22 0,2-3 12 16,10 6 26-16,0 2 12 0,2-2 6 16,2-2 16-16,3-1 9 0,-5-3-1 0,-2-2 16 15,-1-5 4-15,-3-2 6 0,1-1-1 16,-4-1 3-16,-3-4 9 0,3 2 16 15,-4-1 19-15,-2-2 15 0,-1 0-31 16,-5-2-172-16,-1-1 0 0,-9-2 0 0,-7 0 0 16,-1-2 0-16,-12-8 0 0,-6-4 0 15,-6-6 0-15,2-4 0 0,-1-4 0 0,5-3 0 16,4-6 0-16,10-4 0 0,3 3 0 16,7 10 0-16,6 5 0 0,3 3 0 0,1 5 0 15,0 3 0-15,5 4 0 0,-2 0 0 16,-6 2-411-16,13 2-153 0,-16 6-138 15,6-2-149-15,4 2 64 0,1-1 87 0,3 1-720 16,2-6-872-16</inkml:trace>
  <inkml:trace contextRef="#ctx0" brushRef="#br0" timeOffset="115293.04">29801 9626 4466 0,'6'-9'322'0,"-5"2"-5"0,5 1 6 0,-4 4 9 15,-2 2 32-15,0 0 37 0,0 0 33 16,17 15-11-16,-11-1-11 0,-2 6-31 0,-3 5-365 16,5 10-16-16,-2 1 0 0,-2 7 0 15,2-1 0-15,-2-1 0 0,2 0 0 16,1-5 0-16,1-1 0 0,-3-9 0 16,-1-3 0-16,0-8 0 0,1 3 0 0,-3-4 0 15,2-3 0-15,0-2 0 0,-1-2 0 16,-1-7-167-16,0 0-655 0,0 0-114 0,0 0 78 15,13-26-981-15,-1 7-1266 0</inkml:trace>
  <inkml:trace contextRef="#ctx0" brushRef="#br0" timeOffset="115926.37">30222 9876 5146 0,'-6'7'38'15,"0"-2"35"-15,6-5 34 0,-5 9 43 16,5-9 55-16,0 0 29 0,0 7 22 0,0-7-5 15,0 0-15-15,0 0-24 0,25 0-17 16,-25 0-23-16,26-7-20 0,-7 0-17 16,-2-2-16-16,10-6-15 0,-4-2-11 0,-1 0-10 15,-4 0-16-15,-7 1-8 0,-1 1-6 16,-2 0-10-16,-5 3-35 0,-3 2-8 0,-3 3 0 16,-8-2 0-16,-1 4 0 0,-8 5 0 15,-8 0 0-15,-8 10 0 0,-1-1 0 0,0 6 0 16,4 2 0-16,5 2 0 0,5 0 0 15,3 5 0-15,7-4 0 0,8-1 0 0,1-2 0 16,6 0 0-16,3 0 0 16,6 1 0-16,7 3 0 0,-1-8 0 0,2-5 0 15,0 0 0-15,2-6-93 0,2-2-100 16,4-2-32-16,9-6-30 0,4-3-22 0,4-9-25 16,1-3-4-16,-1-5 15 0,-2-1 33 15,0-2 31-15,-2-1 41 0,0-1 54 0,-6-2 60 16,-3-1 62-16,-7 16 54 0,-6 3 54 15,-5 5 59-15,-3 1 74 0,-1 3 33 0,-1 1 19 16,-3 4 23-16,-5 3 19 0,0 0 10 16,0 0 0-16,0 27-11 0,-7-6-199 15,-2 9-125-15,-5 2 0 0,-1 2 0 0,-4 8 0 16,0 3 0-16,2 1 0 0,2-3 0 16,-1-9 0-16,3 1 0 0,-1-4 0 15,1-3 0-15,3-6 0 0,5-7 0 0,-1-1 0 16,1-6 0-16,1 1 0 0,-2-6 0 15,6-3 0-15,0 0 0 0,0 0 0 0,-12-19 0 16,12-1 0-16,2-16 0 0,6-15 0 16,4-10 0-16,2-7 0 0,13-21 0 0,0-5 0 15,2 11 0-15,-6 21 0 0,0 11 0 16,-7 7 0-16,-2 13 0 0,-3 10 0 0,-5 4 0 16,3 3 0-16,-2 4 0 0,-4 2 0 15,7 3 0-15,-3-1 0 0,3 2 0 0,-1 2 0 16,2 2-234-16,-11 0-236 15,24 2-112-15,-13 2-120 0,1-1-133 0,-5 5 64 16,-3 1-792-16,-4 6-1007 0</inkml:trace>
  <inkml:trace contextRef="#ctx0" brushRef="#br0" timeOffset="116075.68">30559 9924 4026 0,'-1'5'-19'0,"1"-1"73"0,0-4 28 0,0 0 15 16,0 0 8-16,0 0 2 0,0 0-11 0,26-2-9 15,-26 2-8-15,24-5-31 0,-6 0-61 16,3-4-111-16,10-3-132 0,1 0-151 16,0-3-192-16,10-6 46 0,-1-3 53 15,6 0-286-15,1-6-274 0</inkml:trace>
  <inkml:trace contextRef="#ctx0" brushRef="#br0" timeOffset="116293.16">31420 9209 2557 0,'8'-15'278'16,"-4"7"9"-16,-4 4 25 0,0 4 28 0,0 0 38 15,0 0 27-15,-13 33 8 0,3-11-7 16,-4 7-16-16,3 5-32 0,-2 2-33 16,-2 13-36-16,2-2-28 0,-1 1-20 0,3 0-32 15,-1 2-22-15,3-11-20 0,-1 0-18 16,-2-1-39-16,3 0-49 0,0-3-53 16,-1-4-57-16,1-10-64 0,3-3-50 15,0-5-52-15,3-2-66 0,0-4-99 0,1-2-105 16,2-5-124-16,0 0-176 0,0 0 52 15,0 0 82-15,0 0-596 0,20-17-709 0</inkml:trace>
  <inkml:trace contextRef="#ctx0" brushRef="#br0" timeOffset="118842.56">29435 4466 3329 0,'-4'-13'-90'0,"2"2"26"0,0 3 33 0,0-1 32 15,2 1 38-15,-2-1 38 0,2 1 30 16,0-3 27-16,0 3 16 0,2-2 10 15,-2 1 11-15,2 1 6 0,-2 8-8 16,0-12-9-16,0 12-2 0,0 0-2 16,0 0 26-16,0 0 18 0,-19 26 5 0,5 6-13 15,-8 11-19-15,-3 5 2 0,0-3 10 16,-1 3-6-16,-1-7-2 0,0 1-17 0,5-4-16 16,4-11-13-16,4-1-10 0,2-6-13 15,2-3-13-15,5-6-5 0,-2-1 0 0,4-1-1 16,-1-2 3-16,4-7-1 0,-6 6-7 15,6-6-8-15,0 0-11 0,0 0-3 16,0 0-9-16,11-31-3 0,1 4-7 16,1-5-7-16,5-11-4 0,2-5-24 0,3 0-8 15,0 6 0-15,2 1 0 0,-6 14 0 16,-3 3 0-16,-5 9 0 0,-1 4 0 16,-1 4 0-16,-2 6 0 0,-7 1 0 0,18 13 0 15,-7 3 0-15,5 10 0 0,0 3 0 16,9 7 0-16,4 2 0 0,-2-2 0 0,7-4 0 15,-2 1 0-15,-5-9 0 0,-2-5 0 16,-5-2 0-16,-2-4 0 0,-5-4 0 0,-1-2 0 16,-3-1 0-16,-2-9 0 0,-7 3 0 15,24-10 0-15,-13-4 0 0,6-8 0 16,1-6 0-16,2-13 0 0,0-6 0 16,-1-5 0-16,-1-6 0 0,5-4 0 15,1 0 0-15,-4-2 0 0,1 6 0 0,-1 4 0 16,-4 7 0-16,-4 15 0 0,-3 8 0 15,-3 5 0-15,-2 4 0 0,-3 6-186 0,1 3-151 16,-2 6-73-16,0 0-79 0,0 0-106 16,0 0-195-16,0 0-9 0,-5 32 86 0,3-15-604 15,2 0-774-15</inkml:trace>
  <inkml:trace contextRef="#ctx0" brushRef="#br0" timeOffset="119160.84">30220 4342 3859 0,'-19'12'8'0,"10"-7"36"16,-3 4 38-16,-3 4 40 0,-3-1 25 15,5 3 17-15,0 1 4 0,0 1-8 16,-5 5-5-16,9-3-11 0,3-2-11 0,5 0-10 16,2-1-2-16,3-1-1 0,7 3-10 15,5-5-8-15,11 5-3 0,-2-7-11 0,4-2-8 16,-2-6-7-16,-2 1-5 15,-2-6-7-15,2-2 1 0,-3-2 8 0,5-6-12 16,-2-9-8-16,-4-2-4 0,-4-6-10 16,-3-2-2-16,-5-8-10 0,-2 1 1 0,-5-1-9 15,1 2 0-15,-6 8-6 0,1 8-5 16,-2 0 1-16,-3 7-8 0,-4 4-3 16,-5 4-30-16,0 3-36 0,-4 6-56 0,-12 3-63 15,1 6-92-15,1 3-106 0,3 1-142 16,8-6-206-16,10 1 56 0,5-5 81 0,6 2-436 15,-2-8-510-15</inkml:trace>
  <inkml:trace contextRef="#ctx0" brushRef="#br0" timeOffset="119792.48">31384 4259 3320 0,'0'0'250'0,"0"0"-18"0,8-4-25 0,-8 4-24 16,0 0-16-16,0 0-3 0,0 0 24 15,3 15 29-15,1-3 2 0,1 2-16 0,-1 3-19 16,-3 4-14-16,3 2-18 0,0-5-12 16,-4 3-10-16,-2-3-1 0,0 2-7 0,-3 0-8 15,-4 1-9-15,-2-4-10 0,-5-2-6 16,2-1-13-16,-6-5-3 0,0-3-5 0,-1-4-17 15,-1-4-1-15,-10-8-6 0,3-4-13 16,9-9-3-16,3-5-11 0,6-9-7 16,4-3 1-16,12-2-6 0,4-8 5 15,4 13 2-15,1 6-9 0,-1 2 7 16,-1 11-7-16,-3 5 3 0,0 7-2 0,-2 4 0 16,-7 2 8-16,16 12 8 0,-8 0 6 15,4 5 1-15,-1 10 9 0,3 2 3 0,6 0 8 16,1 0 2-16,4 5 4 0,-5-8 0 15,3-2 4-15,-1-2 5 0,-4-8 2 0,-2-4 3 16,-1-3 5-16,2-4-5 0,5-1-4 16,-4-4-4-16,7-3-37 0,5-7-22 15,3-4 0-15,-1-4 0 0,4-7 0 16,-4-8 0-16,5-5 0 0,-6-1 0 0,-4-7 0 16,-3 3 0-16,-3 0-120 0,-5 13-120 15,-9 9-76-15,-1 7-86 0,-6 6-95 16,-6 8-126-16,-8 4-221 0,-16 16 70 0,-16 11 95 15,-13 5-578-15,-19 13-718 0</inkml:trace>
  <inkml:trace contextRef="#ctx0" brushRef="#br0" timeOffset="120209.4">29837 5296 3384 0,'2'-5'85'0,"-2"0"28"0,0 5-9 0,0 0 13 15,0 0 26-15,0 0 46 0,0 0 28 0,-27 21 10 16,6-1-1-16,2 2-5 0,2 3-12 16,-2-2-13-16,5 1-28 0,7-3-23 0,0-2-7 15,3-1-13-15,1-1-7 0,3-4-19 16,3-1-10-16,-1 0-7 0,3 0 0 0,1-3-37 15,-1-1-38-15,5-1-56 0,5-2-58 16,0-3-57-16,1-4-66 0,5 1-70 16,11-8-50-16,3-1-39 0,1-4-34 15,-2-1-21-15,8-10 5 0,-9 7 59 16</inkml:trace>
  <inkml:trace contextRef="#ctx0" brushRef="#br0" timeOffset="120475.58">30079 5434 2804 0,'18'-16'-101'0,"-4"2"69"0,-4 5 63 16,-5 5 41-16,0-4 40 15,-5 8 26-15,2-5 13 0,-2 5 21 0,0 0 23 16,0 0 7-16,0 0 11 0,0 0 5 15,-47 11-13-15,38-5-11 0,2-2-16 0,-3 1-13 16,6 0-14-16,-2 0-13 0,6-5-1 16,-1 7-8-16,1-7-7 0,0 0-3 15,16 13-13-15,-2-11-11 0,3-2-8 0,8-2-14 16,1-2-6-16,9-2-5 16,-7 0-4-16,-5-1-6 0,-1 3-4 0,-8-2-6 15,2-3 0-15,-7 0 0 0,-1 4-13 16,-6-7 0-16,-2 2-7 0,-2-1-6 0,-8-3 3 15,3 3-9-15,-5 1-2 0,-3 2-3 16,0 1-1-16,-2 1-16 0,-4 5-31 0,-1-1-45 16,4 5-57-16,-9 1-89 0,-3 5-106 15,1 2-129-15,0 3-181 0,3 0-51 16,6-4 74-16,7-3-502 0,6 1-598 0</inkml:trace>
  <inkml:trace contextRef="#ctx0" brushRef="#br0" timeOffset="120992.58">30427 5312 3392 0,'0'0'84'15,"0"0"3"-15,0 0 16 0,0 0 51 16,9 10 42-16,-9-10 13 0,-5 15-1 16,1-3-14-16,2 0-17 0,1 2-19 0,1 3-14 15,-2 0-14-15,0 0-11 0,2 1-13 16,-2-1-14-16,2 1-4 0,0-5-12 0,-2-1-5 15,2 0-6-15,0-3-6 0,2-1-3 16,-2-1 4-16,0-7 6 0,0 0-5 16,0 0-1-16,0 0-9 0,23-15-10 15,-10-2 6-15,7-7-7 0,-1-5-1 0,1 4-4 16,2 4 1-16,-6-3-1 0,0 11 0 16,-5 1-3-16,-1 3-5 0,-3 4-2 15,-1 0-1-15,1 1 2 0,-7 4 4 0,0 0 1 16,20 2-5-16,-20-2 0 0,17 10-3 15,-7-3 2-15,-3 0 3 0,0 2-9 0,2-1 1 16,-6 1-4-16,5-3-1 0,-5 3-2 16,3-2 1-16,-2 0-3 0,0-1-4 0,0 0 3 15,-4-6 9-15,7 8 2 0,-7-8-1 16,8 3-4-16,-8-3-1 0,0 0 2 0,17-11-2 16,-9 7-4-16,-8 4 3 0,14-6-7 15,-7 2 6-15,-7 4-7 0,11-3-2 16,-11 3 1-16,0 0 1 0,0 0-2 15,21 11 6-15,-13-3-5 0,-1 1 1 0,0 3 2 16,4 0-4-16,0 2 0 0,1 3-4 16,-1-4-34-16,0-3-39 0,1 2-46 15,-1-5-54-15,-2 4-45 0,0-6-63 0,0 3-74 16,-4-4-62-16,-1-3-102 0,-4-1-139 16,0 0-13-16,0 0 65 0,0 0-458 0,16-15-536 15</inkml:trace>
  <inkml:trace contextRef="#ctx0" brushRef="#br0" timeOffset="121425.56">31106 4906 3163 0,'4'-20'92'0,"-4"6"33"0,0 5 26 15,-2 1-8-15,2 8 9 0,-2-12-15 0,2 12-6 16,0 0 26-16,0 0 27 0,-10 39-1 16,5 0-7-16,1 19-11 0,-2 9-16 15,3 11-13-15,-5 21-12 0,2 5-12 0,-2-3-9 16,3 0-13-16,3-22-11 0,-2-5-8 15,1-3-11-15,1-6-24 0,-3-11-24 0,2-14-22 16,1-9-13-16,0-8-12 0,0-7-11 16,2-3-15-16,2-7-17 0,-2-3-13 0,0-3-10 15,0 0-2-15,0 0-11 16,14-34-9-16,-7 3 2 0,6-15 18 0,1-5 10 16,2-7 11-16,-2 2 5 0,1 6 8 15,1 1 22-15,-5 11 20 0,-2 9 24 0,0 7 8 16,-2 5 7-16,-3 3 4 0,-3 4 11 15,5 3 6-15,-2 3 20 0,-4 4 21 16,0 0-1-16,0 0-1 0,21 8-9 0,-16-2-1 16,1 3-5-16,0-1-5 0,2 2-1 15,-3 1-8-15,3-2-4 0,-2 1-5 0,0 0-3 16,-3-1 1-16,1-1-1 0,-2-1-6 16,2 0 2-16,-4-7-5 0,-4 8-16 15,4-8-47-15,0 0-45 0,-19-1-66 16,19 1-67-16,-21-18-66 0,7 3-70 0,2-10-99 15,-1-8-134-15,10-8 35 0,3-6-376 16,6-11-409-16</inkml:trace>
  <inkml:trace contextRef="#ctx0" brushRef="#br0" timeOffset="121608.85">31417 4874 2535 0,'15'-19'59'0,"-3"2"67"0,-5 5 59 16,-2 6 22-16,-1-2 11 0,1 5 3 0,-5 3-2 16,0 0 37-16,0 0 38 0,0 0 16 15,11 25 9-15,-7-6-13 0,-3 4-15 0,5 12-19 16,-2 6-23-16,0 2-25 0,0 1-19 15,0 0-22-15,-1-1-18 0,1-2-21 0,3 0-26 16,-3-7-78-16,1-7-83 16,-3-5-70-16,0-5-69 0,-1 0-58 0,1-3-77 15,0 1-73-15,0-3-79 0,0-4-125 16,0 0-103-16,-2-1 65 0,1-1-548 16,-1-6-645-16</inkml:trace>
  <inkml:trace contextRef="#ctx0" brushRef="#br0" timeOffset="121925.56">31704 5308 3256 0,'0'0'18'0,"0"0"39"0,0 0 27 16,0 0 36-16,0 0 42 0,0 0 40 0,0 0 19 16,0 0 10-16,0 0-6 15,0 0-1-15,8 12-15 0,-8-12-16 0,8 7-15 16,-8-7-12-16,11 4-19 0,-11-4-14 16,21 1-13-16,-8-2-4 0,3-3-20 15,-1 1-7-15,2-4-12 0,1-3-7 0,-4-1-8 16,0-1-8-16,-3 1-9 0,-3-2-7 15,-5 5-9-15,-1 1-4 0,-2 7-8 0,0 0-1 16,-16-3 2-16,16 3-1 0,-34 12 1 16,5 8 1-16,2 1-2 0,2 1 6 0,2 0 3 15,5 5 2-15,2-2-3 0,5-3 2 16,5-1 2-16,2 0-11 0,4-3 6 16,1 1-10-16,-1-3-2 0,7 1-9 15,-2-4-27-15,3-1-42 0,-1 0-60 0,3-3-65 16,0-2-72-16,-3 1-85 0,0-1-89 15,0-2-149-15,-3 2-127 0,-3 0 60 16,-1-7-568-16,-5 19-685 0</inkml:trace>
  <inkml:trace contextRef="#ctx0" brushRef="#br0" timeOffset="122957.72">24639 8915 3325 0,'12'-12'10'0,"-1"7"38"0,-2-1 1 0,-5 3 17 16,-4 3 14-16,0 0 32 0,9 18 26 15,-7 0 21-15,-4 7 6 0,-4 13 0 16,3 5-13-16,-5-2-5 0,-2 11-11 0,1-13-13 16,1 1-8-16,-2-3-13 0,1-3-9 15,2-1-10-15,-3-9-7 0,4-4-9 0,0-6-8 16,3-2-3-16,-1-4-6 0,0 0-10 15,1-7-20-15,3-1-23 0,0 0-11 0,-16-19-16 16,3-6-6-16,6-10-1 0,-2-12 3 16,4-12-1-16,-3-6 5 0,3-6 7 15,-2 1 1-15,5 2 2 0,2 7 0 0,0 15 7 16,4 7 10-16,-4 10 3 0,3 5-1 16,-1 9 7-16,3 1 5 0,3 7 10 15,3 3 0-15,3 4 1 0,0 4 0 0,9 4-1 16,10 6-4-16,-3 3-1 0,4 0-1 15,2-5-2-15,0 5 5 0,-4-5 2 0,-3-1 1 16,-5-3 2-16,-7 0 0 0,-2-4 8 16,-1-1 18-16,-3-3 8 0,-3 0 8 15,-8 0 1-15,22-15-2 0,-11 5-9 0,-2-5-2 16,0-14-5-16,1-6-6 0,-2-2-8 16,-1-18-4-16,-2-2 2 0,1-3-9 15,1-2-2-15,-6-1 0 0,-1-2-4 16,-3 5-3-16,-6 3-3 0,6 16-19 0,-5 9-30 15,5 11-39-15,-5 8-62 0,0 9-87 16,0 7-102-16,-3 8-120 0,-1 4-182 0,-1 12-23 16,1 2 64-16,1 1-500 0,6 0-560 15</inkml:trace>
  <inkml:trace contextRef="#ctx0" brushRef="#br0" timeOffset="123258.16">25451 8429 3121 0,'7'12'126'0,"-5"-2"11"0,-2 0 7 0,0-1 22 15,0-2 36-15,0-2 29 0,0-5 11 0,-2 9-1 16,2-9-16-16,2 6-11 0,-2-6-12 16,5 2-10-16,-5-2-8 0,25-5-18 0,-4-2-15 15,9-8-17-15,2-4-16 0,7-5-5 16,-3-2-13-16,-2-6-15 0,-9 8 2 0,-3-3-18 15,-8-4-2-15,-4-1-20 0,-10 7-5 16,-6-8-10-16,-5 2-2 0,-5 6-10 0,2 7-11 16,-4 7-12-16,-2 4-22 0,-5 4-36 15,-2 7-46-15,-9 7-54 0,-10 8-69 0,0 1-76 16,6 7-85-16,-5-1-112 16,5 3-202-16,3-1 56 0,6-6 67 0,3-1-498 15,-1-4-550-15</inkml:trace>
  <inkml:trace contextRef="#ctx0" brushRef="#br0" timeOffset="123725.58">24791 7635 2993 0,'-34'2'-44'0,"-11"8"8"0,-6 14 2 15,-14 20 6-15,-2 19 17 0,1 15 21 0,1 18 30 16,3 13 17-16,-15 44 19 0,25-32 8 16,7 9 10-16,-3 41 9 0,17-37 14 0,13-6-13 15,9-7 3-15,16-12 1 0,18-10 0 16,16-16 7-16,19-12-7 0,13-16 1 15,21-15-12-15,11-13-8 0,12-12-10 0,1-14-7 16,4-12-9-16,-2-11 0 0,-1-11-11 16,-1-10-2-16,2-11-4 0,-1-9-4 0,26-31 2 15,-14-8 1-15,-42 12 11 0,15-39 11 16,-36 24 21-16,-9-9 16 0,-19-12 13 16,-17 0 4-16,-12-9-14 0,-13-8-8 15,-14-4-18-15,-23-39-9 0,-17 13-9 0,-15 14-6 16,2 49-8-16,-11 18-5 0,-12 20-7 15,-7 25-5-15,-10 19-12 0,-2 25-25 0,-8 29-36 16,-2 22-39-16,-36 43-57 0,12 15-75 16,9 9-87-16,11 8-87 0,11 2-117 0,30-32-146 15,7 0 60-15,11-7-511 0,7-6-571 16</inkml:trace>
  <inkml:trace contextRef="#ctx0" brushRef="#br0" timeOffset="129740.48">8237 11722 714 0,'-7'15'95'0,"2"-13"-29"16,5-2-19-16,-16 3 17 16,8-2 13-16,8-1 8 0,-13 2 4 0,13-2 8 15,-10 3 7-15,10-3-1 0,-9 0-4 16,9 0-4-16,0 0-3 0,0 0-13 0,0 0-9 15,-17 0-4-15,17 0-8 0,0 0-6 16,0 0-6-16,0 0-4 0,-12 0-5 0,12 0-1 16,0 0-2-16,0 0-1 0,0 0 4 15,-11 0 0-15,11 0 2 0,0 0 1 16,0 0 0-16,0 0 3 0,0 0-4 0,0 0-2 16,0 0 5-16,-15 0 4 0,15 0 4 15,0 0 6-15,0 0 3 0,0 0-5 16,-10-3-1-16,10 3-6 0,0 0-5 15,0 0 1-15,-9-3-7 0,9 3 1 0,0 0-6 16,-12-3-2-16,12 3 1 0,-7-4-1 16,7 4 4-16,-8-1 5 0,8 1-2 0,0 0-5 15,-12-6 3-15,12 6 2 0,-7-2 8 16,7 2-3-16,-7-4-2 0,7 4-13 0,-10-3 5 16,10 3-5-16,-10-1-1 0,10 1-5 15,-11-4-1-15,11 4 7 0,-14 0-6 0,14 0-2 16,-13 0-9-16,13 0 1 0,-13 2-1 15,13-2 3-15,-17 3-1 0,9-3-3 16,8 0-2-16,-13 3 0 0,5 0 1 0,8-3-3 16,-15 3 1-16,9-1 7 15,6-2-11-15,-13 5-3 0,6-1 1 0,-2-1 3 16,2 0-2-16,0 3 0 0,-3-2 0 16,0 2 4-16,1-2-3 0,2 4 2 0,-2-3-1 15,2 0 0-15,-1 2 0 0,1 0-5 16,1 0 5-16,-2-2-3 0,4 0 1 0,-1 2 1 15,-1 0-2-15,-1-1 5 0,0 1 1 16,2 2-5-16,-1-2 5 0,-1 1-4 0,2 2 2 16,-4-3-1-16,2 0-3 0,1 2 1 15,-1 1 0-15,0-2-2 0,4 1-1 16,-3 3 5-16,2-3 5 0,-1 1-3 16,3 0-1-16,-2 0-3 0,0-1 1 15,2 2 6-15,0-2-4 0,0-2 2 0,0 3-4 16,2 0 1-16,0-3 0 0,0-7 3 15,0 16 9-15,-2-8-6 0,2 0-7 0,0-8 5 16,0 14 0-16,0-6 2 0,0-1-3 16,0-7 0-16,0 15-1 0,0-8 5 0,0-7-3 15,2 14 1-15,-2-7 4 0,2 0 12 16,-2 1 5-16,4-1 2 0,-2 3 2 0,2-4 6 16,-2 0 7-16,2 3-4 15,0 0-4-15,-1 0 0 0,1-1-8 0,1 0-1 16,2 1-2-16,-1-1-10 0,-3-1 7 15,1 3-2-15,1-4-5 0,-1 3-2 0,2-3-2 16,-2 0-3-16,0 0 8 0,2 2-3 16,-5-3-4-16,5 0 2 0,-2 0-1 15,-1 1 23-15,4 0 8 0,0-1-1 0,2 0 1 16,-1 0-6-16,2-1-4 0,1 2 0 16,-2 0-6-16,3-1-2 0,-2 2 3 0,-1-2-7 15,1 0-3-15,-1-2 3 0,0 2-7 16,2 0 2-16,-4-1-3 0,0 1 3 0,1-1-6 15,0-1 4-15,1 0 1 0,2 2 13 16,1-1 2-16,1-1 5 0,-1-1 0 0,1 0 0 16,3-1-3-16,-1 1 0 15,1 0-1-15,-2 0-6 0,2-2-2 0,-3 1-1 16,5 1-5-16,-6 1 1 0,-1-3-1 16,2 0-3-16,-2 2-3 0,-2 0 0 0,3-2 1 15,-12 0-5-15,18 3 4 0,-4-3-2 16,-1 0-2-16,1 2 1 0,1-4 1 0,0 2 0 15,4-2 2-15,0 1 16 0,-1-1 1 16,0 0 1-16,4-1 0 0,-6 1 2 16,2-1-8-16,-1 1 2 0,-2 0-1 15,-1-1-3-15,-1 1 3 0,0 1-1 16,3-1 1-16,-5 0 0 0,3 0-5 0,-2 1 1 16,0-3-2-16,1 3-3 0,-2-3-3 15,7 1 5-15,-3-2-7 0,-1 1 3 0,0 1 2 16,2-2-4-16,-7 1 14 0,3-1 10 15,-1 2 0-15,1-1 0 0,-2-1 4 0,-10 5-8 16,14-7 0-16,-8 4-2 0,2-3-2 16,-8 6-4-16,11-8-3 0,-5 3 0 0,1 0-6 15,-7 5 5-15,11-11-2 0,-8 5-5 16,3-1 5-16,-1-1-8 0,-1-1 2 0,0 0 1 16,0-2-2-16,-4 1 1 15,2-2 4-15,0 3-1 0,-2-3 0 0,-2-3 4 16,0 2-4-16,2 0 2 0,-1 0-2 15,-2-1 2-15,-1 0 4 0,0-1-5 0,2 2 5 16,-3 2 3-16,1 1-7 0,2 0-3 16,-3-2 3-16,0 1-8 0,3 1 4 15,1-1-1-15,-5 3-1 0,2-2-1 0,1-1-2 16,-3 2-5-16,-2-2 5 0,0-1-1 16,1 1-4-16,1 1 1 0,-4 0 1 0,1 0 5 15,0-1-8-15,0 1 1 16,-3-2 3-16,0 3-4 0,0-2 0 0,1 0 0 0,0 0 3 15,-3-2 5-15,3-1-3 16,-3 3-6-16,5 0 1 0,-2-1 3 0,-1 2 1 16,3 0 1-16,2 0-4 0,-4 3-1 15,4-1 1-15,0 0 3 0,-1 2-9 0,-2 0 4 16,3 0-2-16,-3-1 4 0,-4 3-4 16,0-2-1-16,-6 3 5 0,2 2-2 0,-7-3-2 15,-2 0 3-15,0 2-2 0,-11-3-1 16,2 1 8-16,3 2-6 0,5-2 5 0,4 4-10 15,-5 0-1-15,9 0 4 0,-3 0 1 16,3 0-2-16,-1 0 3 0,1 3-1 0,2-2-44 16,4 1-56-16,3 4-72 0,0-3-100 15,3 1-109-15,-4 3-120 0,9-1-193 16,-1 1-6-16,0 0 75 0,4-3-536 0,0-4-628 16</inkml:trace>
  <inkml:trace contextRef="#ctx0" brushRef="#br0" timeOffset="130473.8">7776 12593 2868 0,'12'-11'-149'0,"-2"-1"32"0,-1 4 37 0,3-4 36 16,-1-1 33-16,4-1 31 0,-1-1 22 16,0-1 24-16,0 3 17 0,-1-3 17 0,1 3 15 15,-3 3 9-15,-2-1-3 16,-2 4-11-16,-2 1-10 0,-1 2 0 0,-4 4-14 15,0 0-3-15,0 0 5 0,-29 29 14 16,-1 6 7-16,-10 7 10 0,-19 14 6 0,-2 4 6 16,-2-1 2-16,1 2 13 0,-2-3-5 15,7-2 5-15,9-11-11 0,2-2-5 0,6-2-7 16,3-5-14-16,2-2-5 0,10-10-16 16,2-1-5-16,5-4-8 0,4-2-8 15,3-5-12-15,5-2-3 0,-4-3 0 16,5 2-5-16,-1-4-6 0,2-1-2 0,1 0-10 0,3-4 1 15,-9 7 2-15,9-7-24 16,-5 5-28-16,5-5-47 0,-4 4-56 0,4-4-66 16,0 0-73-16,0 0-63 0,0 0-91 15,0 0-140-15,0 0-92 0,0-21 67 16,6 14-429-16,2-6-485 0</inkml:trace>
  <inkml:trace contextRef="#ctx0" brushRef="#br0" timeOffset="130893.49">8043 12428 2777 0,'2'-21'57'0,"0"4"40"0,2 2 24 0,-4 3 14 0,0 0 17 16,2 5 24-16,-1 0 18 0,-1 0 7 16,0-1-12-16,0 8-18 0,2-7-15 0,-2 7-1 15,0 0 7-15,31 29 6 0,-3 5-10 16,1 10-15-16,7 9-13 0,10 15-11 16,8 2-14-16,1-5-5 0,2 3-15 15,-2 2-5-15,2-6 15 0,8 2-14 16,4 0-3-16,-4-3-8 0,0-3-6 0,-6-9-4 15,-16-15-11-15,-7-5 1 0,-9-9-9 16,-4-5-3-16,-7-4 0 0,-3-2-1 0,-2-2 17 16,-3-3 24-16,0-1 6 0,-3-1 4 15,3-3-8-15,-8-1-8 0,0 0-6 0,0 0-13 16,15-8-19-16,-11 1-61 0,-2-3-72 16,1 3-83-16,-1-2-108 0,-2-1-111 0,0 2-112 15,-2-1-126-15,2 0-92 0,-5 3 78 16,-1 1-574-16,-4-1-688 0</inkml:trace>
  <inkml:trace contextRef="#ctx0" brushRef="#br0" timeOffset="131673.74">7178 13929 3135 0,'12'-17'-58'0,"-1"5"29"0,-4-1 15 0,3 2 8 0,-6 6 9 0,0-1 8 0,1 0 11 16,-3 1 6-16,-2 5 11 15,2-7 1-15,-2 7 8 0,0 0 22 0,0 0 28 16,-24 19 20-16,-1 2 13 0,-9 8 11 16,-5 5 9-16,-1 3 13 0,-3 0 13 0,-1 1-2 15,-2 0 4-15,2-1 10 0,2-3-10 16,2 1-5-16,0 0-7 0,4-6-7 16,0 1-4-16,0-2-2 0,1 1-8 0,3-2-7 15,-5 2-6-15,9-5 1 0,-4 7-9 16,-4-2-12-16,-1 3-10 0,3 1-10 0,-3 0-10 15,3 0-6-15,2-3-8 0,3-5-3 16,5-5-8-16,1 0-3 0,5-4-5 0,4-4-5 16,4-2-4-16,-2-1 0 15,7-2 0-15,-1-1 0 0,0-3-5 0,6-3-3 16,-6 6-9-16,6-6-9 0,0 0-6 16,-3 8-41-16,3-8-40 0,0 0-63 0,0 0-54 15,0 0-59-15,17 0-82 0,-17 0-86 16,15 0-95-16,-15 0-143 0,19-8-81 15,-8 4 70-15,0-1-555 0,-2 1-682 0</inkml:trace>
  <inkml:trace contextRef="#ctx0" brushRef="#br0" timeOffset="132224.82">7351 13970 3355 0,'4'-15'-8'0,"-2"1"26"15,-2 2 25-15,0 2 40 0,0 2 31 0,0-1 26 16,0 1 20-16,0-1 16 0,0 0 9 16,0 4-4-16,0-5 10 0,2 1-8 0,-2 3-2 15,0 6-2-15,0-14-16 0,0 14-17 16,5-9-8-16,-5 9-7 0,12-1 0 15,-12 1 0-15,38 20-1 0,-2 9 0 0,3 9 14 16,-3 7-7-16,16 15-12 0,-3 2-8 16,1 4-8-16,-1-2-12 0,-3 0-9 15,4-5-5-15,-5 3 8 0,5-4 32 16,-8-12 11-16,-3 0-11 0,-4-11-12 0,0 0-9 16,-15-13-10-16,1-2-6 0,-5-4 2 15,-5-6-28-15,-2-2-60 0,-1 1 0 0,-2-4 0 16,0 2 0-16,-3-3 0 0,1-1 0 15,-4-3 0-15,0 0 0 0,0 0 0 0,0 0 0 16,0 0 0-16,0 0-174 0,0 0-225 16,0 0-117-16,0 0-108 0,-38-7-173 15,22 6-7-15,3-1 84 0,-6 2-694 0,2-4-865 16</inkml:trace>
  <inkml:trace contextRef="#ctx0" brushRef="#br0" timeOffset="133556.44">5930 16264 4219 0,'-4'-10'80'0,"0"2"0"16,4 8-6-16,-5-4-5 0,5 4-4 16,0 0 9-16,-6 24 22 0,4 10 10 0,1 5-4 15,1 2-7-15,0 5-9 0,1-1-11 16,3 9-6-16,3-1-6 0,-1-11-5 0,1-1-6 16,5 9-7-16,-4-13-4 0,3-4-12 15,-1-2-33-15,-3-6-53 0,-1-4-58 16,-1-5-64-16,0-3-68 0,3-1-70 0,-7-3-104 15,1-5-160-15,-2-4-40 0,0 0 63 16,0 0-285-16,0 0-328 0</inkml:trace>
  <inkml:trace contextRef="#ctx0" brushRef="#br0" timeOffset="134705.78">6198 16161 2273 0,'6'-9'1'0,"1"2"25"0,-6-2 13 15,1 3 11-15,0-1 27 0,-2 7 27 16,2-16 21-16,-2 11 33 0,0 5 6 16,0-12 3-16,0 12-2 0,-2-7-10 0,2 7-9 15,-10-8-17-15,10 8-9 0,-15 0-14 16,15 0-12-16,-27 15-6 0,4 1-6 15,1 8-3-15,-7 11 6 0,4 8-4 0,-1 3 17 16,1 5 11-16,5 3 0 0,4-1 2 16,2 0-5-16,6-5 0 0,5-5 2 15,5-4-1-15,1 0 3 0,8-5 1 16,-2 0-5-16,5-3-7 0,8-3-6 0,-1-5-8 16,8-1-9-16,-3-8-4 0,5-1-8 15,-7-6-17-15,3-4-22 0,-2 1-26 0,-2-4-31 16,2-2-44-16,-7 0-45 0,7-1-58 15,-2 0-63-15,-1-1-62 0,-6 0-59 16,0 0-94-16,0-1-143 0,-4 1-28 16,-4-1 60-16,1 0-345 0,-2-1-395 15</inkml:trace>
  <inkml:trace contextRef="#ctx0" brushRef="#br0" timeOffset="135022.82">6580 16474 2525 0,'-10'5'167'16,"2"0"27"-16,1 1-4 0,2 0 13 0,-1 2 20 15,3-1 20-15,1-1 13 0,2-6-1 16,0 14-8-16,5-8-20 0,2 2-22 0,1-4-20 16,3 1-16-16,3-3-16 15,2-2-18-15,0-2-10 0,2 2-13 0,2-6-13 16,1-1-23-16,0-1-25 0,0-1-12 15,-4-2-17-15,0 2 3 0,-5 0-1 16,-1-2-1-16,-4 1-5 0,-2-2 0 0,-3-2-4 16,-7-1 1-16,-2-4-5 0,-8-8 2 15,-2-1-4-15,-5 5-2 0,4-1-3 0,-5 5-4 16,6 5-5-16,1 4-24 0,-1 3-46 16,4 5-62-16,-2 4-77 0,-4 5-88 15,-6 7-102-15,2 6-156 0,2 1-128 0,8 2 47 16,1-4-450-16,2-3-563 0</inkml:trace>
  <inkml:trace contextRef="#ctx0" brushRef="#br0" timeOffset="135556.14">6881 16235 3470 0,'4'-10'272'0,"1"4"-23"15,-3 2-15-15,-2 4 2 0,0 0 23 16,0 0 15-16,0 0-3 0,23 12-6 0,-12-2-13 15,2 1-24-15,-2 5-12 0,0 1-11 16,4 9-15-16,0-3-18 0,-3 0-13 16,-3-6-20-16,1 0-10 0,-4-3-14 0,2-1-11 15,-5-1-11-15,3-2-8 16,-3-2-6-16,3-2-8 0,-4-1-6 0,-2-5-4 16,8 7-14-16,-8-7-21 0,0 0-29 15,13-24-21-15,-4 4-25 0,7-8-10 0,-3-1 11 16,5 2-2-16,-7 5 5 0,-3 5 7 15,-1 5 0-15,3 1 7 0,-7 1-1 16,1 2 8-16,2 4 2 0,-6 4 17 0,11-6 11 16,-11 6 6-16,0 0 0 0,0 0 1 15,22 10-8-15,-15-6 4 0,1 4 0 0,-1-4-7 16,-1 1 10-16,0-1-9 0,-6-4 1 16,11 8-4-16,-4-4 3 0,-7-4-1 15,11 4-7-15,-11-4-2 0,0 0-15 16,0 0-17-16,22-6 2 0,-14 0-9 0,-1 2-13 15,1-1 1-15,-8 5 5 0,16-8 4 16,-11 6 8-16,-5 2 0 0,9-6 6 16,-9 6 3-16,0 0 12 0,16 0 2 0,-16 0 8 15,0 0 11-15,20 8-3 0,-11-8-2 16,-2 4 2-16,2 0 1 0,1-1-1 0,2 1-4 16,-12-4-13-16,23 2-8 0,-12-2-41 15,3 0-48-15,-14 0-49 0,24-6-62 0,-12 3-47 16,-3-5-46-16,0 0-48 0,1-2-45 15,-2-5-48-15,-3-1-40 0,-3-1-10 16,0-7 15-16,-4-4-537 0,-4-8-506 16</inkml:trace>
  <inkml:trace contextRef="#ctx0" brushRef="#br0" timeOffset="135972.99">7504 15898 2630 0,'-13'-51'-117'0,"1"6"54"0,1 9 59 0,0 2 44 0,1 0 32 0,0 2 34 0,1 7 33 16,5 4 19-16,-2 4 32 0,2 2 7 0,2 3-1 15,1 3-8-15,2 4 17 0,-1 5 41 16,0 0 22-16,0 0 7 0,29 45 2 15,-15-11-2-15,4 20-7 0,-2 5-15 0,6 32-11 16,7 16 66-16,6 6-3 0,3-2-31 16,0-1-29-16,0-9-27 0,1-6-25 0,-7-3-22 15,-2-12-27-15,-8-19-28 0,-2-7-41 16,-3-9-42-16,-4-14-36 0,-7-10-18 0,-1-4-16 16,-5-5-15-16,0-9-17 15,0-3-9-15,0 0-12 0,-16-28-18 0,0-2-12 16,-2-16-8-16,-4-10-5 0,-10-21 7 15,11 14 10-15,-10-16 13 0,13 21 20 0,-2 4 28 16,3 10 21-16,6 15 16 0,2 0 7 16,0 11-1-16,6 3 4 0,-3 5-3 0,2 2 16 15,4 8 22-15,0 0 23 0,0 0 15 16,0 0 15-16,0 0 14 0,11 37-9 16,1-21-1-16,1 6-9 0,1 0-7 0,3 4-5 15,0-2-8-15,0-2-5 16,-3-3-5-16,-3-4-17 0,-4-1-47 0,2-3-39 15,-6-2-45-15,1 0-43 0,2-1-48 16,-5-1-58-16,-1-7-67 0,0 5-68 0,0-5-57 16,0 0-83-16,0 0-80 0,-18-29-76 15,10 11 64-15,0-13-477 0,1-2-567 0</inkml:trace>
  <inkml:trace contextRef="#ctx0" brushRef="#br0" timeOffset="136589.13">7782 16090 2905 0,'10'-22'54'0,"-2"5"65"0,-7 3 54 0,5 4 36 16,1 5 36-16,0 3 31 0,-7 2 29 15,0 0 32-15,28 24 8 0,-15 0-10 16,3 5-18-16,-5 4-24 0,2 3-29 16,1 0-29-16,-1 2-20 0,-1-1-28 0,-1-2-18 15,2-3-15-15,-3-4-23 0,1-6-34 16,-2-4-41-16,-2-4-42 0,0-2-40 0,-1-3-29 16,-3-1-15-16,3-4-27 0,1-2-20 15,-7-2-16-15,0 0 0 0,12-17 11 0,-4 3 14 16,-3 0 10-16,2 0 10 0,-2 4 15 15,-1 0 18-15,0 1 23 0,-1 2 15 16,1 0 18-16,-4 7 14 0,4-6 18 16,-4 6 8-16,0 0 8 0,0 0-2 0,0 0 0 15,10 22-5-15,-10-15-5 0,2 1-3 0,2 1-9 16,-1-1-1-16,-1-1-3 16,4 0-5-16,-3-2-11 0,4 0-23 0,-2 0-16 15,-5-5-14-15,11 4-24 0,-11-4-20 16,14 0-28-16,-14 0-32 0,21-9-33 0,-11 2-11 15,1-1 5-15,-2-2 7 0,1 1 18 16,1-1 15-16,-5 3 13 0,3-3 14 0,-1-2 15 16,0 1 13-16,-1 1 17 15,-1 0 17-15,0 1 13 0,0-1 10 0,-3 2 15 16,3-1 0-16,-2-1 3 0,-1 1 3 0,-1-1-10 16,1 2-21-16,-3-5-29 15,0 1-27-15,0-2-22 0,-3-3-23 0,1-7-20 0,-3-10-11 16,1-7-8-16,2-5 9 15,2-16 31-15,6-6 46 0,6-25 20 0,3-7 30 16,2 1 21-16,5 2 30 0,1 12 34 16,-5 27 47-16,-5 9 29 0,-4 15 18 0,0 12 16 15,-6 5 35-15,1 10 54 0,0 4 41 16,-4 3 18-16,0 0 1 0,0 35-2 16,-4-9-4-16,2 11-21 0,4 1-16 0,2 2-16 15,-3 0-25-15,3-2-28 16,5 1-17-16,-4-3-18 0,2 1-59 0,-3-6-60 0,3 4-50 15,0-2-57-15,0-1-65 16,-5-6-81-16,0-1-77 0,-2 1-64 0,-2-2-80 0,0-2-72 16,-3 2-75-16,-4-2-16 15,2-5-446-15,2-3-531 0</inkml:trace>
  <inkml:trace contextRef="#ctx0" brushRef="#br0" timeOffset="136739.5">8420 15993 3002 0,'-14'-10'95'0,"14"10"65"0,-6-4 47 0,6 4 42 0,0 0 29 16,-5-6 26-16,5 6 14 0,0 0-12 15,0 0-16-15,0 0-14 0,0 0-25 0,0 0-30 16,0 0-25-16,23-7-42 0,-10 4-66 16,-1 2-95-16,1-3-87 0,-13 4-110 0,22-4-112 15,-12 0-118-15,-1 0-130 16,-2-1-155-16,-1 1 66 0,0 0-505 0,-6 4-624 16</inkml:trace>
  <inkml:trace contextRef="#ctx0" brushRef="#br0" timeOffset="137205.51">4163 16336 3208 0,'12'-38'10'0,"3"-8"40"0,-8 9 49 0,2 6 33 16,-4 8 34-16,-1 5 17 0,-2 6 5 15,0 2-14-15,0 8-18 0,-2 2 14 16,1 28 20-16,-1 20-10 0,-3 19-11 0,1 8-10 0,2 4-15 16,-6 1-17-16,4 3-10 15,-4-3-11-15,2-1-15 0,-1-6-4 0,1-10-8 16,0-5-12-16,1-13-37 0,1-3-47 15,0-8-51-15,2-4-69 0,-2-7-76 16,2-6-84-16,0-3-87 0,-2-2-125 0,-1-7-190 16,-2-5 69-16,5 0-434 0,0 0-536 15</inkml:trace>
  <inkml:trace contextRef="#ctx0" brushRef="#br0" timeOffset="137373.42">3903 16275 3276 0,'-7'-17'183'0,"4"5"-20"15,-1 3-18-15,2 5-17 0,2 4-11 0,0 0-10 16,0 0-10-16,0 0-7 0,9 31-12 16,1-12-6-16,-2-1-5 0,5 11-10 15,2 2-24-15,2-2-56 0,3-3-64 0,-3 2-70 16,3-3-73-16,0-4-94 0,-4-7-218 16,0-3-37-16,4-2 61 0,-6-4-215 0,2-5-223 15</inkml:trace>
  <inkml:trace contextRef="#ctx0" brushRef="#br0" timeOffset="137955.64">4561 16416 2355 0,'2'12'208'0,"0"0"-5"16,-2 1-8-16,2 3 9 0,-2-3 9 0,0-1-17 16,3 2-15-16,-3-3-13 0,3-1-19 15,-1 1-9-15,4-3-17 0,-1-2-12 16,1 0-8-16,4 0-13 0,1-6-8 0,-11 0-11 15,23-2-14-15,-10-6-20 0,1 0-7 16,-3-3-10-16,0 3 0 0,-1-2-5 16,-2 2-6-16,-3 5 1 0,1-1-8 15,-6 4-6-15,0 0 3 0,0 0 2 0,0 0 5 16,12 19-6-16,-10-7 5 0,-2 2-6 16,0 3 4-16,0 0 1 0,2 1-3 15,-1-1 0-15,1-5 2 0,2 1-1 0,2-5 2 16,1 0-3-16,-1-4 2 0,-6-4-1 15,23-4-16-15,-10-4-22 0,12-13-30 0,-1-6-35 16,3-14-29-16,-2-8-16 0,0-5-14 16,-6-8-3-16,-4-3 8 0,-1-9 19 15,-3-19 13-15,-7 16 16 0,-2-3 24 0,-2 6 38 16,-4 10 39-16,2 20 41 16,0 6 7-16,-1 13-1 0,-1 7 3 0,-3 10-7 15,4 5 5-15,3 3 6 0,0 0 9 16,-11 24 12-16,9-6-1 0,0 5-6 0,4 2 10 15,5 8-2-15,5-2 7 0,5-4 6 16,2 2 12-16,3-4 2 0,5-1-3 16,7 1-5-16,3 2-8 0,-1 0 13 0,4 3 12 15,1 6 16-15,-5 2 0 0,0 5 3 16,-6 7 28-16,-5-1 24 0,-10 8 30 0,-5-1 15 16,-13 1 4-16,-4 4-3 15,-8 2-12-15,-8-2-18 0,-9 15-18 0,-4-6-19 16,-9 0-20-16,2-5-18 0,5-15-63 15,-12 11-67-15,11-12-112 0,-6-3-99 0,2-1-101 16,0-1-113-16,0-3-143 0,-1-3-248 16,2-4 58-16,2-5 81 0,1 0-565 15,9-9-716-15</inkml:trace>
  <inkml:trace contextRef="#ctx0" brushRef="#br0" timeOffset="140221.44">17617 11843 3239 0,'12'-17'-148'0,"-2"-2"36"0,-1 2 25 16,1-2 27-16,3-7 24 0,-4 3 27 15,1 6 28-15,-2 2 21 0,-5 1 17 16,3 5 9-16,-4 2 1 0,-4 3-2 0,2 4-3 16,-19 14 6-16,-18 21 18 0,-19 17 26 15,-10 13 2-15,-6 11 12 0,-14 2-6 16,-1 7 11-16,-3-5 4 0,5-3-6 0,7-2 3 16,7-11-6-16,10 1-12 0,6-10-10 15,15-11-8-15,5-7-12 0,5 1-9 0,9-9-8 16,4 0-7-16,2-1-4 0,5-8-8 15,2-1-8-15,5-4-9 0,-1 1-44 0,2-5-51 16,0 1-69-16,2-3-77 0,0 3-62 16,2-4-85-16,-2 0-92 0,4-2-151 15,1-2 49-15,-5-4-323 0,0 0-356 0</inkml:trace>
  <inkml:trace contextRef="#ctx0" brushRef="#br0" timeOffset="140638.53">18924 11993 2607 0,'-18'-14'73'0,"2"1"22"0,3 3 23 0,4 4 5 0,1-1 12 0,2 1 14 16,1 4-4-16,5 2 4 0,0 0 21 15,0 0 21-15,0 0-2 0,39 29-12 0,4 0-16 16,10 6-15-16,18 12-13 0,3-1-13 16,2 4-16-16,0-5-9 0,-6 5-8 0,0 2-34 15,-6-4-44-15,-17-12-44 16,1-2-59-16,-10-3-58 0,-4-2-59 0,-9-7-50 16,-9-7-50-16,-7-3-58 0,1-3-111 15,-7-3-77-15,4-2 46 0,-7-4-254 0,2 2-254 16</inkml:trace>
  <inkml:trace contextRef="#ctx0" brushRef="#br0" timeOffset="141221.23">16451 13511 2326 0,'-14'-2'94'0,"-2"4"16"0,-9 2 24 16,-27 10 20-16,-4 4 18 0,-10 4 7 0,-17 9 0 16,-3 2-7-16,2 4-4 0,4-3-8 15,0 1-10-15,19-5-11 0,2-3-9 16,7-1-15-16,5-2-10 0,5-2-12 0,11-3-9 15,3-2-7-15,3 0-11 0,8-1-20 16,3-3-54-16,5-1-67 0,4 1-79 0,-1-4-71 16,6 0-79-16,0-1-87 0,6-2-177 15,-1-3 18-15,-5-3 56 0,21-3-215 0,-2-5-202 16</inkml:trace>
  <inkml:trace contextRef="#ctx0" brushRef="#br0" timeOffset="141437.89">17278 13476 2078 0,'31'12'13'15,"-1"3"14"-15,1 5 17 0,3 8 12 16,-2 3 18-16,3-1 12 0,1-1 13 0,-9-4-2 16,7 6 0-16,0-6-5 15,-3-2-9-15,5 4-7 0,2-1-3 0,1 1-12 16,-1-5-8-16,-10-3-6 0,3-2-27 15,-3 0-42-15,-1-5-71 0,-7-1-86 0,-4-3-117 16,-5 0-172-16,-3-6 20 0,-2 3-120 16,-6-5-70-16</inkml:trace>
  <inkml:trace contextRef="#ctx0" brushRef="#br0" timeOffset="141773.23">19317 13071 1826 0,'10'-13'145'0,"-2"7"-19"15,-5 9-9-15,-3-3 7 0,0 34 20 0,-7 6 25 16,-9 17 30-16,-9 23 13 0,-2 6-6 16,-9-1-5-16,0 3-8 0,2-2-15 0,0 0-20 15,2-4-14-15,1-5-15 0,8-16-13 16,7-1-10-16,-4-4-13 0,9-1-21 16,-1-6-64-16,7-11-93 0,1-1-98 15,4 1-74-15,4-9-137 0,-1-9-204 0,5-6 46 16,4 1 49-16,4-7-209 0,6-2-206 15</inkml:trace>
  <inkml:trace contextRef="#ctx0" brushRef="#br0" timeOffset="142004.49">21157 13350 2483 0,'0'0'225'0,"0"0"-12"0,0 0-17 16,-24 49-12-16,8-7-17 0,-2 3-19 16,3 1-13-16,3 4-16 0,5-9-14 0,3 2-7 15,3 3-11-15,1 1-48 0,0-1-63 16,-2 0-72-16,0 0-78 0,-3-2-97 0,1-1-129 16,-3-1-141-16,0-4 36 0,-11-4-239 15,0-3-236-15</inkml:trace>
  <inkml:trace contextRef="#ctx0" brushRef="#br0" timeOffset="143737.53">15558 16097 1923 0,'0'0'-51'15,"0"0"30"-15,-12-2 14 0,12 2 6 0,0 0 6 16,-4-7 8-16,4 7 0 0,-3-5 5 15,3 5-2-15,-4-7 3 0,4 7-1 16,-4-10 2-16,2 5 7 0,-2-2 4 0,-4-2 4 16,1-2 7-16,0-1 4 0,-5-4 1 15,0 1 1-15,-7-7-1 0,2 1 0 0,-2-2 5 16,0 4 0-16,-2-3 1 16,0 4-1-16,0-1-4 0,1 0-2 0,-2 0-5 15,-1 0-3-15,1 2-7 0,-5 0-1 16,2-1-4-16,-2 2 2 0,-1-2-2 0,-3 3 2 15,-1 1 2-15,0 1 4 0,-2 3-3 16,-5-1 4-16,3 6 1 0,-2 1-1 16,-2 1-2-16,-1 1-2 0,7 4 4 0,6 0 5 15,-10 3 3-15,2 0-4 0,2 0-2 16,-3 3 2-16,2 0-3 0,3 1-6 0,2 3-1 16,-3 0-1-16,1 2-2 0,0 1 1 15,-5 2 3-15,0 5 4 0,-6 5 2 16,3 6-3-16,3 5 11 0,1 6 6 0,0 9 4 15,-2 19 3-15,6 7-6 0,5 6 2 16,4 0-5-16,10-13-4 0,6 0 2 16,3 0-7-16,8 2-4 0,1 0 2 15,10 16-1-15,5-21-10 0,6 15 3 0,3-7-2 16,7-2 0-16,7-5 2 0,-2 0 1 16,4-7 7-16,-4-14-8 0,15 5 3 0,2-4 3 15,-7-13 6-15,9-6-2 0,2-5 0 16,7-7-5-16,4-11-1 0,3-6-5 0,4-12 1 15,21-11-5-15,2-6 1 0,0-8 0 16,-3-4 5-16,2-8-7 0,-5-5-1 0,0-2-6 16,-9-4 3-16,-12-2-13 0,-13-6-13 15,-4-5-7-15,-17 1-3 0,-10-6 7 16,-7-6 1-16,-6-8-5 0,-15 14 2 16,-5-5 3-16,-12-24-4 0,-10 3 7 15,-9-2-1-15,-6 5 7 0,-5 2-6 0,-9 10-2 16,-2 12-3-16,-7 8 2 0,-1 13 2 15,-7 12-12-15,12 14-14 0,-4 11-27 16,-2 5-10-16,0 11-33 0,2 8-15 0,0 5-30 16,6 7-32-16,7 4-38 0,5 2-53 0,5 2-86 15,15-5-203-15,1 1 47 0,8 1 50 16,3-6-132-16,8-2-95 0</inkml:trace>
  <inkml:trace contextRef="#ctx0" brushRef="#br0" timeOffset="147003.29">17579 15861 1575 0,'8'-13'-11'0,"-2"1"29"0,2 0 18 0,-3 0 19 16,3 1 18-16,-1-2 19 0,-1 0 15 16,4-1 17-16,-3 2 19 0,3-3 16 15,-1 1 19-15,3-2 17 0,0 3 5 0,0 1 17 16,-2 2 9-16,-2-1 3 16,-1 7-8-16,-7 4 31 0,0 0 33 0,6 23 36 0,-15 12 18 15,-11 14 4-15,-6 11 1 16,-18 19-17-16,2 4-13 0,-4-1-11 0,0 0-19 0,6-4-24 15,4-8-19-15,10-18-27 16,4-4-23-16,6-5-21 0,0-8-14 0,7-4-146 16,0-2-10-16,0-10 0 0,6-5 0 15,-1-1 0-15,-2-1 0 0,3-4-167 0,-3 1-123 16,1-4-77-16,2-2-92 0,3-3-95 16,-15 2-99-16,15-2-147 0,-23-11 66 0,10-3-683 15,-5-9-869-15</inkml:trace>
  <inkml:trace contextRef="#ctx0" brushRef="#br0" timeOffset="147204.6">17117 15884 4101 0,'-2'-12'110'15,"2"6"41"-15,0-1 10 0,0 7 12 16,0-9 12-16,0 9 56 0,0 0 33 0,0 0 5 16,0 0-21-16,28 20-23 0,-15-6-28 15,7 7-17-15,-2-1-22 0,3 3-33 16,1-1-58-16,-1-1-67 0,3 0-69 0,-5-1-70 15,-1-5-76-15,-5-1-92 0,-2-3-101 16,-3-3-106-16,1 2-156 0,-5-3-58 0,0 0 63 16,-1 0-478-16,1-5-600 0</inkml:trace>
  <inkml:trace contextRef="#ctx0" brushRef="#br0" timeOffset="147840.01">18020 16008 3617 0,'-5'4'306'0,"-2"4"-6"0,2-3 19 15,-3 0 11-15,4-1 14 0,4-4 5 16,-8 7-18-16,8-7-28 0,0 0-29 0,-5 6-27 16,5-6-28-16,0 0-21 15,0 0-19-15,0 0-22 0,3 7-22 0,-3-7-30 16,0 0-31-16,0 0-24 0,34-7-23 15,-20 1-17-15,-1-3-10 0,1 1-3 0,-1 0 7 16,-3 2-3-16,-1 0-5 0,-3 3 0 16,-6 3 3-16,9-3-8 0,-9 3 5 0,0 0 9 15,-5 26 1-15,-6 3 3 0,-3 3-1 16,-5 11 7-16,4 0 10 0,2-6-2 0,1-1 5 16,2 3 3-16,5-4-4 0,3-4 6 15,4-7-9-15,-2 0 2 0,5-3-9 0,1-3 6 16,4-1-6-16,1-3-4 0,2-2-13 15,5-5-26-15,-4-3-22 0,6-6-29 16,3-4-23-16,7-3-10 0,3-9-1 16,6-9 3-16,-3-7 9 0,0-4 6 0,-4-6 9 15,-2-4 8-15,-1-5 5 0,0 1 12 16,-5-5 9-16,-3 2 9 0,-2 3 13 16,-6 5 28-16,-2 11 22 0,-2 5 40 0,-6 5 17 15,1 9 9-15,0 3 2 0,-2 2-8 16,-1 2-11-16,-1 5-5 0,0 5-8 0,0 0-3 15,0 0-8-15,0 0-8 0,0 0-5 16,0 0 2-16,-3 29-11 0,6-19 1 16,6 4 1-16,7 6 3 0,4 1-13 15,-2 1 1-15,4 5 3 0,-1-1-7 0,-3-1 20 16,2 6 14-16,-6 0 19 0,2-1-35 16,-3 6-32-16,-3 2 0 0,-2 0 0 0,-3-4 0 15,-1 1 0-15,-2-6 0 0,-4-4 0 16,-6 8 0-16,1-4 0 0,-5-2 0 0,-3-3 0 15,-6-2 0-15,4-6 0 0,-6 1 0 16,-5-5 0-16,3-2 0 0,-4-7 0 0,2-1-513 16,-11-4-455-16,-5-1 53 0,2-5 92 15,-4 3-868-15,3-2-1126 0</inkml:trace>
  <inkml:trace contextRef="#ctx0" brushRef="#br0" timeOffset="148136.6">17204 17272 5236 0,'-21'10'298'0,"6"-2"3"0,1-4 5 0,3-1 6 16,-1 1 9-16,12-4 3 0,0 0-9 15,0 0-23-15,56-14-35 0,17-3-28 0,31-9-229 16,9-3 0-16,9-3 0 15,3-2 0-15,1-1 0 0,0-2 0 0,-4 0 0 0,-4 4 0 16,-5 3 0-16,-18 4 0 16,-31 11-139-16,-10 1-102 0,-14 5-13 0,-8 3-3 15,-9-2 4-15,-10 4-8 0,-3 4-13 16,-8 0-36-16,-2 0-35 0,0 0-44 16,0 0-59-16,-30 18-89 0,8-9-137 0,-10 3 44 15,3 3-451-15,-5 1-553 0</inkml:trace>
  <inkml:trace contextRef="#ctx0" brushRef="#br0" timeOffset="-58300.8">25677 11543 3747 0,'-12'-4'279'0,"4"3"-102"15,8 1-49-15,-14-2-7 0,14 2 14 0,-22 7-3 0,11 1-10 16,-4 6-9-16,2 0 4 0,-1 3 2 16,3 0 4-16,3 3-1 0,5-3 2 0,3 0-5 15,2-1-6-15,5 4-11 0,0-1-9 16,11 2-7-16,0-1-8 0,11-3-11 15,0-5-2-15,-3-6-13 0,1-4-13 0,4 0-16 16,5-6-26-16,0-2-21 0,3-6-13 16,-7 0-4-16,0-5 5 0,-5-2 7 15,-3-3 9-15,-8-3 8 0,-5-2 8 0,-6-1 10 16,-6 4 9-16,-3-11 9 0,-9 0 2 16,-5 4-1-16,-2 4-1 0,-5 3-2 15,-4 5-5-15,-1 6-5 0,1 7-3 0,1 6-13 16,-8 6-36-16,-3 7-58 0,-3 6-79 15,1 7-102-15,2 3-91 0,1 0-94 0,4 2-120 16,2 1-81-16,3 2 61 0,4-9-445 16,5-2-523-16</inkml:trace>
  <inkml:trace contextRef="#ctx0" brushRef="#br0" timeOffset="-58017.98">25598 11891 3142 0,'0'0'75'0,"0"0"22"0,-5 14 28 15,-8 2 32-15,-18 15 32 0,-3 8 20 16,-10 0 9-16,-23 11-3 0,3 6-5 16,-6-1-11-16,-2 1-13 0,6 2 0 0,-3-4-8 15,5-2-1-15,14-13-20 0,6-2-10 16,2-1-22-16,6-5-8 0,2-1-11 15,9-6-12-15,2-2-13 0,1-3-10 16,6-4-32-16,2-1-41 0,3-4-55 0,0 2-62 16,-1-1-79-16,1-3-88 0,-2 1-84 15,1-3-80-15,1 0-138 0,-1-5-79 0,2 1 57 16,10-2-463-16,-16-3-543 0</inkml:trace>
  <inkml:trace contextRef="#ctx0" brushRef="#br0" timeOffset="-57650.72">24619 12663 3292 0,'4'-8'143'0,"-4"8"-2"15,0 0 0-15,0 0 15 0,0 0 6 0,-36 9 4 16,11 10 3-16,-9 12-10 0,-1 5 0 16,-1 10-5-16,2 9 0 0,-8 17 16 15,6 0-8-15,9-9-7 0,2 1-13 0,7 0-5 16,2-1-8-16,5-1-13 0,5-8-12 15,4-9-15-15,8-4-7 0,-1-3-6 16,8-5-3-16,5-8-13 0,5-3-3 0,6-6-10 16,3-11-3-16,8-7-8 0,11-10-17 15,0-6-20-15,5-10-23 0,-5-2-30 0,-4-5-16 16,-2 0 6-16,-9-4 12 0,-6 2 9 0,-8-3 17 16,-13 4 20-16,-7-3 14 15,-10-4 10-15,-11-6-2 0,-10 0-1 0,-3 5 3 16,-8 2 4-16,2 12-5 0,-2 1-2 15,5 10-2-15,1 8-8 0,0 3-22 0,6 4-39 16,3 4-46-16,4 2-68 0,0 5-86 16,2 1-85-16,2 1-87 0,7 0-110 0,2-2-139 15,3-2 42-15,5-5-481 0,0 0-585 16</inkml:trace>
  <inkml:trace contextRef="#ctx0" brushRef="#br0" timeOffset="-57334.27">25901 11754 3578 0,'-13'-15'293'0,"1"2"-9"0,5 3-9 0,0 4 12 0,-1 1-8 0,5-1-22 0,-4 0-27 0,3 3-24 15,4 3-21-15,0 0 17 0,0 0 12 16,47 28-4-16,-4-4-19 0,16 3-18 0,25 9-18 16,11 3-31-16,6 3-3 0,10 1-14 15,5 7-11-15,12-1-14 0,-1 3-9 16,5-1-11-16,36 14-11 0,-50-16-48 0,-5-11-49 16,-15 1-61-16,-8-7-79 0,-27-10-95 15,-9-5-100-15,-17-5-110 0,-4 0-116 16,-8-3-147-16,-6-2 28 0,-10 0 78 0,1-6-546 15,-5 4-659-15</inkml:trace>
  <inkml:trace contextRef="#ctx0" brushRef="#br0" timeOffset="-56984.82">27705 12230 3704 0,'-12'3'223'15,"-3"1"16"-15,3 6 3 0,-10 11 9 16,1 4 26-16,-6 12 28 0,2 4 0 0,3 2-8 16,0 1-24-16,8 3-22 0,3-7-22 15,11-1-25-15,0-1-15 0,10-1-25 16,9 6-15-16,2-4-23 0,1-11-33 0,9 3-32 16,-2-10-34-16,-3-3-48 0,5-4-49 15,-6-8-33-15,-2-1-33 0,0-5-13 16,-1-2-10-16,1-5 1 0,8-7 6 0,-6-5 21 15,-4-3 23-15,-4-6 28 0,-8-6 26 16,-5-6 32-16,-5-3 30 0,-13-15 18 16,-9 2 6-16,-4 2 8 0,-5 8-3 0,-10 7-3 15,-4 8-2-15,-11 11-3 0,-4 9-6 16,-4 10-11-16,-4 8-33 0,-1 10-66 0,2 5-97 16,-14 12-147-16,1 4-159 15,29-4-197-15,-2 2-26 0,6 3 85 0,5 0-528 0,2 7-622 16</inkml:trace>
  <inkml:trace contextRef="#ctx0" brushRef="#br0" timeOffset="-56317.94">24284 13616 3392 0,'0'0'61'0,"0"0"4"0,-34 19 0 0,5 4 13 0,-7 16 9 0,-7 5 0 15,-7 20 6-15,-6 6-5 0,3 3 0 0,-1 1 0 16,1 2-3-16,2-1 8 0,-1 0 2 16,3-1 11-16,5-5 2 0,8-14-2 15,1-4-6-15,5-5-13 0,-1-2-8 16,6-3-5-16,6-11-7 0,2-4-11 0,4-5-18 16,1-6-26-16,5-3-37 0,-1-2-44 15,-2-2-52-15,5-6-49 0,-2 0-47 0,7-2-30 16,-16-2-40-16,16 2-55 0,-13-6-76 15,7 2-130-15,6 4 24 0,-8-12-269 0,4 5-280 16</inkml:trace>
  <inkml:trace contextRef="#ctx0" brushRef="#br0" timeOffset="-55968.74">23500 14485 2186 0,'-16'23'102'0,"-7"2"25"0,-6 12 11 15,-2 6 14-15,1 3 30 0,0 6 23 16,1 3 17-16,0 0 1 0,6 4-7 0,5-6-9 16,0 0-15-16,5-2-17 0,7-13-17 15,2-1-13-15,6-8-14 0,0-4-11 16,6 4-9-16,1-6-11 0,11-1-10 0,-6-7-7 16,8-5-7-16,1-5-9 15,1 1-9-15,4-8-21 0,9-5-26 0,3-5-28 16,-4-3-17-16,-4-4 2 0,4-7 6 0,-12 3 2 15,-9-2 7-15,-7 2 5 0,-6-1 13 0,-10-10 7 16,-4 2 11-16,-3 1 4 16,-2 4 4-16,-4 1-3 0,0 5 1 0,4 8-9 15,0 2-5-15,1 5-6 0,3 0-28 16,-2 3-41-16,2 3-49 0,13 0-44 0,-20 5-57 16,13 0-59-16,1 0-79 0,1 2-89 15,0 0-140-15,5-2 3 0,0-5-346 16,0 0-403-16</inkml:trace>
  <inkml:trace contextRef="#ctx0" brushRef="#br0" timeOffset="-55685.88">24154 13926 2659 0,'2'-26'171'0,"-2"4"35"0,-2 5-1 0,2 2-13 15,0 3-5-15,0 3-10 0,2-1 4 16,4 3 8-16,5 4 16 0,6 3 6 0,18 12 2 16,16 7 0-16,7 6-11 0,19 16-17 15,13 3-20-15,-1 1-18 0,8 4-14 16,3 4-14-16,1 0-13 0,3 3-10 16,-9 0-11-16,-9-1-30 0,-7-4-39 0,-11 2-44 15,-18-12-39-15,-5 1-40 0,-6-1-32 16,-6-4-51-16,-8-2-58 0,-5-6-65 0,-4-2-60 15,-9-3-93-15,-2-5-130 0,-3-4-21 16,-2-1 67-16,-2-3-343 0,1 0-374 16</inkml:trace>
  <inkml:trace contextRef="#ctx0" brushRef="#br0" timeOffset="-55334.88">25309 14506 2849 0,'-12'-6'250'0,"3"3"0"0,9 3-2 0,0 0-4 16,-19 17 2-16,13 1 2 0,0 4-4 16,-1 13-1-16,2 5 6 0,0 5-5 15,5 0-13-15,5 11-9 0,6 2-35 0,3-4-19 16,4-3-17-16,5-6-15 0,6-5-14 16,1-5-19-16,4-4-16 0,2-8-28 0,-3-6-31 15,-1-8-31-15,-5-3-27 16,0-5-26-16,-2-2-27 0,-2-5-18 0,7-3-13 0,-4-8 4 15,-1-3 14-15,-6-2 12 16,-6-7 16-16,-1-5 17 0,-6-4 18 0,-8-7 18 0,-10-9 19 16,-5-4 11-16,-4 4 14 15,-6 3 7-15,1 6-1 0,-7 9-3 0,-1 10-10 16,2 9-14-16,-6 10-30 0,-4 7-47 16,-2 6-66-16,-12 7-85 0,6 8-93 0,-2 6-98 15,0 7-128-15,7 2-137 0,2 2 62 16,6-1-456-16,4-2-543 0</inkml:trace>
  <inkml:trace contextRef="#ctx0" brushRef="#br0" timeOffset="-43003.27">26848 11172 1087 0,'9'-8'342'0,"-6"-1"-141"0,-3 1-77 0,2 0-41 0,-4 1-16 0,2-3-23 0,0 4-8 0,-3-3-6 15,1 0-6-15,-5 0-3 0,4 0 7 0,-1 0 2 16,-3 2 3-16,1-1 6 0,-1-1 4 15,-4 1 4-15,2 1 6 0,-5 0 2 0,3 0-3 16,-2-1-1-16,-4-1-1 0,-3 1 3 16,2-3-2-16,-1 3-5 0,-5-1-4 0,-8-1-4 15,-2-1-5-15,-6 3-6 16,0 2 2-16,-6 0-6 0,1 3-1 0,-3-1-4 0,-13 1 2 16,7-1 4-16,-8 3-3 15,-1 1 8-15,-4 0-1 0,3-2 0 0,-1 2 2 16,-3 0-4-16,18 0 5 0,-4 0-3 15,-11 2 7-15,15 0-6 0,-10 2 0 0,0 5-4 16,1-1-4-16,5-1-1 0,-2 6 2 16,6-2-6-16,2 3 4 0,9 1 0 0,-7 4-6 15,2 0-2-15,3 2-1 0,-4-1 3 16,13-4 0-16,-2 1 1 0,1-2 6 16,1 1-3-16,0 0 1 0,-1-2-4 0,5 1 2 15,-3 2 2-15,3-3-2 0,-1 4-5 16,-2-1 0-16,3 1-1 0,1 0-3 0,-4 1 0 15,5 1 0-15,-3-1-3 0,0 5 1 16,-3 5-2-16,2 0 1 0,-3 0 5 0,3 3-5 16,-4-1 1-16,-2-1 2 15,1 1-1-15,-1 0-1 0,0 0 3 0,-2 0-3 16,3 0-3-16,-1-2 0 0,4 0-2 16,-2 4 2-16,1-6 0 0,1 4 1 0,0-2-3 15,7-2 17-15,0-2 3 0,0 0 9 16,0 0 5-16,3-1 0 0,1-2 3 0,-3-1-3 15,1 1 1-15,5-2-1 0,-1 1 9 16,-3-1-5-16,4 2-6 0,-2 2 1 0,-1-1 0 16,1 1 2-16,-1 1-3 15,-3 1-4-15,4 0 8 0,-1 3 0 0,-6 6 2 16,4-6-1-16,1 0-3 0,-5 5-3 0,0 0-6 16,0 0 1-16,4-4-1 0,-3 3-2 15,-5-1 0-15,11-4-9 0,-5-1 2 16,2-2-6-16,0 1 2 0,-1 0-6 0,-6 5 5 15,10-4-3-15,-3 0-2 0,0 2-1 16,0-2 0-16,-2 8-3 0,-1 0 1 16,4-6 2-16,1 0-2 0,1 0-3 0,0-2 4 15,4 2-4-15,-4 0 3 0,3 2-1 16,-2-1 0-16,4-1-3 0,0 4 0 0,1-1 2 16,-1 1-1-16,6-2 1 15,-3 0-3-15,3-2-2 0,1 2 4 0,2-8-6 16,-2 0 1-16,7-1 1 0,-5 1 2 15,2-1 0-15,1-2 0 0,-4 4 1 0,4-3 2 16,-1-1 0-16,-2 3-5 0,1 0 2 16,-3 6 1-16,-2 2-3 0,1 1 1 0,-2-2 0 15,-1 1-1-15,1 0 0 0,-1 0 2 16,1-2 3-16,0-2-3 0,0-2-2 0,2-7 2 16,2 2-1-16,-1-3 5 0,-2 0-2 15,5-3 2-15,-3 1-6 0,5-3 2 0,-6 1-5 16,4 1 4-16,-1 2 0 15,-1 1 2-15,1 0-1 0,0 2 0 0,0 1 0 0,3 1-1 16,-3 1 3-16,2 1-3 16,1-1 1-16,1 4 6 0,-3-2-2 0,3 2-6 15,0-1-1-15,2 1 4 0,2-1-3 16,-2 3 2-16,2-2-2 0,3-3 3 0,-1 0-2 16,-3 0 0-16,5-1 1 0,-2-5 0 15,-1-1 2-15,5 4 7 0,-6-5 7 16,6 2 4-16,-4-3 7 0,5 3 1 0,-4 2 2 15,5-1-1-15,-2 0-4 0,3 1 3 16,-3 2 3-16,5 4-6 0,0 3-2 0,3 2 4 16,-3 0-3-16,1 1-2 15,0 0-6-15,2-1 2 0,-1-1-2 0,1 2 1 0,-2-2-2 16,4-2-5-16,-3-1-1 0,0 2-2 16,0-4 2-16,3-1-2 0,-1 2-3 15,0-4 4-15,2 1-2 0,0-1 1 16,2 0-3-16,2-1 2 0,6-1-1 0,-2 0 0 15,1 1-3-15,5-3 2 0,-3 2 0 16,8 3-11-16,2 1 4 0,-6-6-4 0,-2 0 3 16,3-2-2-16,-1 2 2 0,4-5 2 15,-2 1 5-15,4-2-4 0,1 0-6 0,-2-4 12 16,6 1 0-16,-4-3-5 0,1 0 0 16,6 0-7-16,-6-1 8 0,2 0-2 15,-4 0 3-15,-1 0-3 0,6 1 3 0,-7 1-3 16,1-4 4-16,4 6-2 0,-5-4-1 15,-2 2 4-15,0 0 0 0,1-1-4 16,-9 3 0-16,-5-4 4 0,1 0-3 16,1 0 2-16,-1 0-2 0,-1-1 0 0,-3-1 5 15,-1-1-5-15,2 1 0 0,0 0-1 16,0-2 1-16,-1 0 1 0,4 1-2 0,2-1 0 16,-3 2 2-16,2-2-2 0,-4 1 0 15,5 2 1-15,-1 0-1 0,0 0 2 0,2-1 0 16,2 2 0-16,-2-1-2 0,-2-1 1 15,0 1 0-15,0 1 1 0,2-3-3 0,-2 1 5 16,2 0-2-16,2-2-3 16,-9 0 3-16,8 0 1 0,-3 0-3 0,4-2 3 15,0 2-2-15,-2-2 0 0,-3 2-1 16,7 0 1-16,-7-1 3 0,5 1-3 16,1 0 2-16,2-2-2 0,7 2 1 0,-3 0 0 15,6 0-2-15,0 2 2 0,-2-2-3 16,2 0 3-16,2 1-1 0,-2-2 3 0,-2 1 0 15,2-2-2-15,-1-3 0 0,2 0-2 16,-2-4-6-16,4-1 7 0,4-4-1 0,2-4 1 16,1-1 0-16,-1 2 0 15,1-5 3-15,-2 3-2 0,-5-1-1 0,3 3 1 0,-16 3-1 16,2 1 0-16,-3 0 4 0,-6 3-5 16,4-2 5-16,-9 4-3 0,-1-1-2 15,4 0 3-15,6-3 3 0,0-1-4 16,-4 1 2-16,2-2-2 0,2-2 0 0,-4-1 2 15,0 1-2-15,2-1 1 0,-2 3-1 16,0-4-1-16,0 4 2 0,-3 2-4 0,4-2 5 16,-7 1 0-16,-2 1-3 0,3 2-3 15,7-7 4-15,-3 1 2 0,1 1-7 16,1-4 4-16,1 3 3 0,0-2-3 0,2-2 2 16,-1 0 0-16,6-6 1 15,2 0 0-15,-1-3 3 0,-3 2-2 0,-5 3 1 16,1 3-3-16,-3-2 0 0,-2 4-6 15,1-2 11-15,0 2-4 0,-11 2 5 0,10 0 2 16,-2-4-4-16,-8 5 2 0,10-1 2 16,-2-5-4-16,4-2 4 0,7-5-3 0,1-3 5 15,3-4 4-15,10-3 9 0,-3 0 2 16,20-11-6-16,2 3-1 0,1 1-2 0,-14 6-1 16,0 3-4-16,-3 0 0 0,-7 3-8 15,-2-2-2-15,-6-2-6 0,-3 2 1 0,-5-3-4 16,-1-1-4-16,-3 1-4 0,-8 3-6 15,4-9 4-15,-5 0 0 0,-4-5 2 16,3-2 1-16,-1-4 0 0,-2-2 2 0,0-4 4 16,2-1-2-16,-4 5 5 0,4 4-4 15,-4 0 4-15,0 14 1 0,2-1 1 16,-6 4 13-16,1 8 4 0,3-7 5 16,-3 2 3-16,0-2 0 0,-2 1 3 0,-1 6-3 15,3-6 0-15,-4 3 3 0,3-6 6 16,-3-3-3-16,0-3 0 0,-3-14 1 0,1-4-6 15,0-2-1-15,1-2-3 0,1-1 0 16,-2 2-2-16,0-2 1 0,-4 1-3 0,5 0 3 16,-5 4-1-16,0-2 3 0,0 8-1 15,-1 2 10-15,-3 5-2 0,0-1 5 0,1 10-3 16,0 3 0-16,-2-2 0 16,-5-6 2-16,-2-1-2 0,4 0-5 0,-4-1-2 15,1-2 0-15,-2-1-4 0,1 0 0 16,-2 2-3-16,1 3-2 0,2 3-3 0,1 9 0 15,2 2 2-15,-2 2 3 0,-1 1 1 16,3 3 4-16,0 3-4 0,-2 2 2 16,-3 2 1-16,2 1-6 0,-6 0-1 0,-4 1-1 15,-5 3-4-15,-3-3 3 0,-1 2 9 16,-12-7-13-16,1 2-1 0,-6 1 20 0,1-1-3 16,1 2-1-16,-1 0-8 15,3 3 3-15,9 3-6 0,-16 3-2 0,9 3 5 0,-3 2-4 16,-3 1-4-16,-14 4 0 15,1 1-2-15,-1 5-4 0,3-3-1 0,-2 4-31 16,7 2-32-16,6 1-33 0,11-2-40 16,6 2-39-16,3-2-58 0,3 2-58 0,3 2-57 15,4 3-65-15,6-3-74 0,5 0-150 16,7-1 17-16,-1 1 74 0,4-2-344 0,6-3-374 16</inkml:trace>
  <inkml:trace contextRef="#ctx0" brushRef="#br0" timeOffset="6520.2">5147 4264 2086 0,'-10'-5'127'0,"3"1"-45"0,-3-1 15 0,10 5 25 0,-10-7-8 16,10 7 5-16,-9-7-8 0,9 7-4 0,-6-5-15 16,6 5-6-16,0 0-13 0,-9-5-9 15,9 5-10-15,0 0 0 0,0 0-9 0,0 0 10 16,0 0 11-16,0 0 11 0,26 16 1 16,-8-5-5-16,10 3 0 0,3 3-5 15,8 8-10-15,10-4-2 0,-2 3-8 16,-1-1-2-16,-1 0-2 0,3 2-5 15,-3-1-3-15,0-2-6 0,-11-4 0 0,0-1-2 0,-5 1-7 16,-2-4 4-16,-8 1-7 16,-1-5-4-16,-6-2 1 0,1 1-7 0,-2-1 3 15,-2 0 9-15,-2-4-18 0,1 1-21 16,-5 1-40-16,4-4-47 0,-2 4-61 16,-5-6-109-16,6 4-180 0,-6-4-152 0,0 0 64 15,0 0-217-15,0 0-251 0</inkml:trace>
  <inkml:trace contextRef="#ctx0" brushRef="#br0" timeOffset="7135.44">4041 6142 2264 0,'-13'-7'60'0,"3"1"15"0,1 5 6 0,3-2-4 0,6 3 10 0,-12-4 3 0,12 4-1 15,-7-3-9-15,7 3-4 0,0 0 21 16,0 0 28-16,16 22-5 0,-1-10 1 0,9 7-12 16,5 1-10-16,15 3-6 0,0-1-7 15,6-1-11-15,1-3-1 0,-2-1-6 16,0 0-11-16,-12-5 0 0,-1-3-1 0,-3 3-13 15,-8-4-3-15,-7-2-9 0,-2-1-1 16,-1 0 0-16,-5-1-3 0,1-3 0 0,-4 3-2 16,2-2-6-16,-9-2-23 15,9 2-27-15,-9-2-61 0,0 0-60 0,0 0-85 16,0 0-145-16,0 0-223 0,0 0 45 16,-20-14 62-16,20 14-158 0,-12-4-151 0</inkml:trace>
  <inkml:trace contextRef="#ctx0" brushRef="#br0" timeOffset="8903.26">5662 5881 1734 0,'-3'-7'-6'0,"3"7"4"0,0 0 8 0,0 0 19 16,-17 17 22-16,5 0 23 0,-6 14 29 0,-11 12 22 16,-1 3 21-16,-4-1 14 15,-1 3 9-15,1-2 9 0,1-1 4 0,5-6 6 16,1 0-10-16,6-14-15 0,4-2-14 15,6-3-15-15,-1-7-13 0,2 0-7 0,5-3-11 16,-1-4-12-16,1 3-1 0,1-4-9 16,-3 1-8-16,4-1-9 0,-1-1-3 0,4-4-6 15,-5 9-2-15,1-5-11 0,4-4-19 16,-6 3-41-16,6-3-62 0,-12 4-75 16,12-4-87-16,-13 1-109 0,13-1-183 15,-15-5-42-15,7 0 61 0,3-4-201 16,-1-4-213-16</inkml:trace>
  <inkml:trace contextRef="#ctx0" brushRef="#br0" timeOffset="9804.37">6982 4003 2015 0,'0'0'6'0,"0"0"7"0,0 0-1 0,0 0 5 0,0 0 2 0,0 0 24 15,-34 25 26-15,5 6 16 0,0 4 17 0,-3 3 7 16,-2 1 17-16,-2 1 6 0,1-4 2 16,2 1-2-16,1-5-10 15,10-6 0-15,-1-1-10 0,3-3-14 0,0-1-5 0,6-4-14 16,5-2-8-16,-3 1-8 16,3-3-4-16,-2 3-8 0,2-3-6 0,-2-1-14 15,2 1-51-15,-3-2-38 0,1 3-60 16,0-1-68-16,-3 0-110 0,3 1-203 0,1-1-52 15,2 3 68-15,-1 1-112 0,4 4-95 16</inkml:trace>
  <inkml:trace contextRef="#ctx0" brushRef="#br0" timeOffset="10286.06">6917 5888 1727 0,'0'0'121'0,"-14"-2"34"0,14 2 9 0,-9-1-9 0,9 1-12 0,0 0-4 0,0 0 44 16,0 0 3-16,0 17 10 0,9-7-5 0,5 3-22 15,13 7-17-15,5-4-8 0,3 1-15 16,-1 0-12-16,5 5-12 0,-2-7-14 0,-6 1-11 16,-1 1-1-16,-4-3-14 15,-3-2-5-15,-5-4-12 0,-1 2-14 0,-4-1-8 16,-2-2-14-16,2 1-17 0,-8-3-36 0,2 0-34 16,-1-1-67-16,0-2-83 15,-6-2-133-15,0 0-158 0,0 0-68 0,0 0 64 16,0 0-230-16,-12-24-241 0</inkml:trace>
  <inkml:trace contextRef="#ctx0" brushRef="#br0" timeOffset="11168.03">8221 5825 2209 0,'0'0'55'0,"0"0"36"0,-43 32 31 0,13-1 20 0,-1 8 30 15,-5 8 25-15,-2-2 19 16,1 1 12-16,2-2-2 0,-2-1-9 0,5-2-10 16,3-3-14-16,7-9-21 0,3-3-14 15,1-3-15-15,7-4-14 0,2-3-15 0,2-2-8 16,-2-5-13-16,6 3-8 0,-3-4-8 16,2-1-20-16,3-1-26 0,-5 0-38 0,6-6-42 15,-5 10-54-15,5-10-62 0,-5 9-82 16,5-9-104-16,-11 3-141 0,3-2-153 15,0 3 60-15,8-4-366 0,-24 4-430 0</inkml:trace>
  <inkml:trace contextRef="#ctx0" brushRef="#br0" timeOffset="13535.83">9349 5099 2469 0,'-16'2'15'0,"16"-2"42"0,-11 2 48 0,11-2 48 0,0 0 40 0,-15-2 33 15,15 2 21-15,0 0 0 0,-10-9-9 0,8 4-17 16,2 5-19-16,8-15-23 0,2 6-12 16,1-1-17-16,6-1-12 0,2 5-21 15,-2 1-13-15,0 3-8 0,2 4-12 0,-3 4-9 16,1 6-3-16,4 14-6 0,-6 3-4 16,-5 5-3-16,-8 3 0 0,-4 1 3 0,-2 3 2 15,-4-4 13-15,1 1 6 0,-3-1 6 16,2-6 2-16,3-4-8 0,-1-7 4 15,4-3 0-15,-2-1 0 0,4-3 2 16,0-4 7-16,2 1 0 0,2-3 0 0,3-2-6 16,5-1-11-16,-1-4-8 0,5 0-28 15,-16 0-5-15,34-2-4 0,-12-4-15 0,2 0-58 16,-3-1-50-16,0-1-63 16,-1 0-68-16,0-1-83 0,-1-3-87 0,-4-2-92 15,1-1-133-15,-5 1-138 0,2-15 64 0,-3 8-546 16,-5-2-696-16</inkml:trace>
  <inkml:trace contextRef="#ctx0" brushRef="#br0" timeOffset="13867.4">9336 4720 3508 0,'-48'16'-72'0,"-4"6"41"0,-5 11 39 0,-12 17 49 15,-1 9 54-15,-3 14 33 0,7 10 15 16,3 8 14-16,7 8-3 0,13 1-13 0,13-4-7 15,8-3-6-15,20-21-3 0,10-4-4 16,13-5-20-16,25 3-4 0,14-13-14 0,13-12-3 16,15-10-10-16,13-11-10 15,8-11-13-15,-20-7-41 0,21-11-41 0,-2-6-35 16,-10-9-20-16,-4-5-13 0,-8-9 10 16,-11-3 9-16,-9-10 14 0,-7-3 9 15,-10-8 18-15,-15 8 19 0,-3-21 19 0,-16 5 15 16,-11-2 9-16,-8-6 1 0,-13-26-10 15,-15 3-3-15,-14-1-7 0,-11 5-4 0,-13 9-3 16,-7 17 1-16,-7 21-6 0,-6 20-2 16,9 21-2-16,-5 15-28 0,-23 20-39 0,3 11-67 15,2 9-89-15,7 9-101 0,10 11-178 16,7 7-158-16,11 0 73 0,12 0-365 0,10-10-432 16</inkml:trace>
  <inkml:trace contextRef="#ctx0" brushRef="#br0" timeOffset="24182.34">3845 4896 3184 0,'-6'-8'165'0,"0"0"-48"0,3 0-41 0,-1 3-32 0,4 5-12 0,0 0-20 16,0 0 1-16,0 0 4 0,0 0 0 16,2 27 18-16,5-8 10 0,0 3 0 15,0 0-10-15,4 7-10 0,3 2 8 0,3-6 28 16,0 1 3-16,0-2-5 0,0-7 3 15,-2-2-5-15,1-5 2 0,-1-3-6 16,0-1 4-16,-2-3-4 0,3-3-5 16,1-3 2-16,2-2 0 0,2-5-1 0,-6-1 1 15,1-1 0-15,2-10-6 0,-2-2-2 16,-3-2-6-16,-5 4-6 0,-2-2-6 16,-2 0-1-16,-3-3-7 0,1 0-12 0,-2 6-23 15,2 1-8-15,-2 3-31 0,0 3-48 16,0 1-54-16,2 3-68 0,-2 3-70 0,0 3-104 15,0 4-219-15,0 0 47 0,0 0 78 16,0 0-166-16,0 0-159 0</inkml:trace>
  <inkml:trace contextRef="#ctx0" brushRef="#br0" timeOffset="24898.97">4455 4812 1781 0,'0'0'1'15,"-2"12"2"-15,2-12 2 0,0 8 1 16,0-8 23-16,0 0 11 0,-3 9 9 0,3-9 7 16,0 0 3-16,0 0 13 15,-2 6 5-15,2-6 6 0,0 0-2 0,0 0 3 16,0 0 7-16,0 0-2 0,0 0 4 0,0 0-12 16,0 0-3-16,0 0-1 15,0 0 7-15,5-23 2 0,-5 23-6 0,-3-13 0 0,-2 7-11 16,5 6-5-16,-6-10-14 15,6 10 3-15,-7-6-7 0,7 6-6 0,0 0 0 16,0 0-3-16,-29 16-6 0,20-7 1 16,-3 2 1-16,3 2-3 0,3-1 0 15,-1 1-2-15,2-2-13 0,4-1 5 0,1 0-4 16,1 0 0-16,2-3 0 0,1 1-1 16,0-2 3-16,1 0-6 0,-5-6 1 0,13 6 4 15,-13-6 0-15,16-2-9 0,-16 2 6 16,19-7-10-16,-10 0 12 0,-1-1-5 15,-1 1-7-15,0-3 7 0,-2 0-7 0,-1 2 12 16,1-3 6-16,-3 3 7 16,0 2 6-16,0-2-11 0,-2 8 3 0,6-9-8 15,-6 9-3-15,2-10-4 0,-2 10-3 16,0 0-2-16,8-5 0 0,-8 5 2 0,0 0 6 16,0 0-8-16,0 0 2 0,16 3-8 15,-16-3 2-15,14-3 5 0,-14 3-3 16,17-1 1-16,-7-3-14 0,1-1 5 0,-2-3-2 15,1 1 6-15,0-2-9 0,-3-3 9 16,-1-2-3-16,-2-1 11 0,-2-2-16 0,-2-2 6 16,0-2 3-16,-5-2-8 15,2-1 4-15,-3 5 0 0,4-1 4 0,-1 5-4 16,-1 1 4-16,2 3-4 0,-2 3-6 16,3 0 0-16,1 8-11 0,-5-9 10 15,5 9-1-15,0 0 6 0,0 0 3 0,0 0-7 16,0 0 4-16,0 0 4 0,12 29 2 15,-8-25-4-15,-1 3 3 0,-3-7-1 0,6 12 4 16,-2-6-7-16,-4-6 9 0,6 7-7 16,-6-7 2-16,4 8 3 0,-4-8-4 0,5 6-1 15,-5-6-5-15,0 0-3 0,6 6-27 16,-6-6-19-16,2 5-39 16,-2-5-28-16,0 0-33 0,7 3-36 0,-7-3-53 15,8 2-71-15,-8-2-143 0,0 0-73 0,12 2 60 16,-12-2-75-16,0 0-47 0</inkml:trace>
  <inkml:trace contextRef="#ctx0" brushRef="#br0" timeOffset="30114.49">5520 3292 1581 0,'-9'3'10'0,"9"-3"-1"0,-10 6 4 0,10-6 1 15,0 0-1-15,0 0 2 0,0 0-1 0,0 0 3 16,0 0 3-16,25-16 3 0,-6 6-6 15,10-5 1-15,3 3 1 16,-1-5-7-16,1 3 0 0,-1-3 0 0,-5 5-2 0,-5 3 1 16,-6 1 10-16,-3 4 8 0,-5-1-1 15,-1 2-4-15,-6 3-3 0,0 0-4 16,0 0-3-16,0 0 2 0,-42 8 0 16,22 0-3-16,-11 5-1 0,-1-1 2 0,3 1 3 15,4-3-2-15,6-2 4 0,4-2-5 16,-1-1 11-16,5-1 0 0,6 0-4 15,5-4 1-15,0 0 0 0,0 0 5 0,0 0-5 16,27-11-2-16,4-1-3 0,8-1-1 16,6-5 0-16,3 1-1 0,-10 3-5 0,-4 2 1 15,-9 3-3-15,-6 4 0 0,-6 2 1 16,-2 1-1-16,-11 2-1 0,0 0 4 16,0 0-1-16,-25 22-4 0,-6-7 9 15,-4 2 1-15,-7 5 1 0,-3-2 0 16,-1-2-1-16,10-3-6 0,5-3 3 0,8-2 2 15,9-3-2-15,0-4-2 0,4 1-1 16,10-4 0-16,0 0 1 0,0 0-3 0,0 0-2 16,0 0-4-16,40-17-1 0,-11 3-6 15,-1 0 0-15,3-3 0 0,-1 1 3 16,-1 1-2-16,-8 5 4 0,-6 2-3 0,-1 2 3 16,-7 1 0-16,-1 1-1 0,-6 4 2 15,0 0-3-15,0 0 1 0,0 0 3 0,-42 21 2 16,21-10 0-16,-6 1-2 15,0 2 0-15,7-1 1 0,4-5-2 0,4-1-3 16,-1 0 0-16,6-1-8 0,2 0-7 0,-1-2-3 16,4 1-6-16,2-5-9 15,-3 7-14-15,3-7-16 0,0 0-21 0,0 0-26 16,20 0-49-16,-20 0-66 0,17-9-398 16,-7 6-122-16</inkml:trace>
  <inkml:trace contextRef="#ctx0" brushRef="#br0" timeOffset="30364.43">5511 3442 1562 0,'-8'4'-83'0,"4"0"6"0,4-4 13 0,0 0 4 0,-9 3 10 15,9-3-12-15,0 0 8 0,0 0-27 16,0 0-59-16,0 0-163 0,23-21 179 0</inkml:trace>
  <inkml:trace contextRef="#ctx0" brushRef="#br0" timeOffset="30881.42">5596 3607 915 0,'-11'5'70'0,"4"-4"-2"0,1 0-1 0,6-1-9 0,0 0-8 0,-12 0-3 0,12 0-16 16,0 0-23-16,16-12-33 0,0 2-56 16,11-5-96-16,4-6-174 0,15-5 135 15</inkml:trace>
  <inkml:trace contextRef="#ctx0" brushRef="#br0" timeOffset="32280.38">5156 5027 1031 0,'4'-5'45'0,"0"1"23"0,-4 4 7 0,7-6 13 0,-3 2 7 0,-4 4 14 0,0 0 7 0,8-10 10 0,-8 10 7 16,4-7 7-16,-4 7 2 0,0 0-2 15,5-7 2-15,-5 7-15 0,0 0-7 0,0 0-15 16,0 0-6-16,-19 21 0 0,-3 6-2 15,-10 11-4-15,-11 4 4 0,-2 1 0 0,-11 13 9 16,8-13-3-16,5-1-7 16,0-2-7-16,9-6-8 0,2-3-10 0,7-8-5 15,6-3-3-15,6-5-12 0,1-1-5 0,3-8-7 16,1 3-13-16,2-1-23 16,1-5-38-16,5-3-46 0,-8 9-57 0,8-4-64 15,0-5-94-15,-7 4-174 0,7-4-96 16,-5 6 70-16,0-1-164 0,5-5-156 0</inkml:trace>
  <inkml:trace contextRef="#ctx0" brushRef="#br0" timeOffset="32830.24">3713 6684 1780 0,'2'-5'81'0,"-2"5"28"16,0 0 6-16,0 0-11 0,0 0-4 0,0 0 0 0,-18 18 8 0,6 1 4 0,-1 8 5 0,0 2-9 15,-1 2-3-15,1 2-7 0,1-1-8 16,1 0-7-16,4-8-7 0,0-4-14 16,3 3-3-16,1-6-4 0,1 1-5 15,0-4-8-15,2 2-2 0,0-5-23 16,0 2-15-16,0-5-18 0,0 0-26 0,2-1-26 15,-2-7-39-15,2 9-55 0,-2-9-83 16,0 0-113-16,0 0-151 0,0 0 41 0,0 0-89 16,3-26-60-16</inkml:trace>
  <inkml:trace contextRef="#ctx0" brushRef="#br0" timeOffset="33830.31">4961 5142 1904 0,'0'0'196'16,"-5"-16"12"-16,3 10-5 0,0-3-14 0,0 2-9 0,-1 0-14 0,1 1-16 15,-2-2-17-15,0 2-16 0,1-1-10 16,0 3-11-16,3 4-7 0,0 0-19 15,-4-12-46-15,4 12-67 0,-2-5-59 0,2 5-62 16,0 0-95-16,0 0-166 0,0 0-119 16,0 0 59-16,16 23-131 0,-10-8-114 0</inkml:trace>
  <inkml:trace contextRef="#ctx0" brushRef="#br0" timeOffset="34297.45">5682 6929 2065 0,'0'0'256'0,"0"0"-11"0,4 5-8 0,-4-5-9 0,0 0-17 0,0 0-13 0,0 0-12 0,0 0-19 0,0 0-17 0,0 0-18 16,0 0-13-16,3 4-31 0,-3-4-49 15,0 0-77-15,0 0-104 0,0 0-128 0,0 0-183 16,0 0-127-16,-11 6 63 0,11-6-273 15,0 0-277-15</inkml:trace>
  <inkml:trace contextRef="#ctx0" brushRef="#br0" timeOffset="34647.42">7428 4952 2012 0,'0'0'-66'0,"0"0"11"0,0 0 7 16,0 0 2-16,-27-2 4 0,27 2 7 16,-14 4-1-16,7-1 2 0,0 4-25 0,-2 3-52 15,0 4-102-15,0 5-218 0,-4 13 59 16</inkml:trace>
  <inkml:trace contextRef="#ctx0" brushRef="#br0" timeOffset="34915.09">6873 7195 1667 0,'-7'7'304'0,"-1"-5"-4"0,4 1-26 16,4-3-25-16,-5 6-20 0,5-6-12 0,0 0-21 15,-8 4-20-15,8-4-16 0,0 0-17 16,0 0-15-16,0 0-17 0,-6 3-35 0,6-3-51 16,0 0-80-16,0 0-78 15,0 0-90-15,0 0-117 0,0-20-190 0,0 10-10 16,0 2 61-16,0-3-186 0,-2-7-161 15</inkml:trace>
  <inkml:trace contextRef="#ctx0" brushRef="#br0" timeOffset="54976.37">5303 4257 1299 0,'-10'-2'402'0,"10"2"-71"0,0 0-25 0,-11-8-20 0,11 8-10 15,0 0-13-15,-9-2-2 0,9 2-16 0,0 0 10 16,0 0 3-16,-12-4 8 16,12 4 2-16,0 0 0 0,-8-5-15 0,8 5-9 15,0 0-20-15,0 0-19 0,0 0-17 16,-12-1-23-16,12 1-11 0,0 0-24 15,0 0-14-15,0 0-8 0,0 0 8 0,0 0 2 16,14 18-10-16,4-8-14 0,9 7-7 16,3 2-4-16,15 5-10 0,0-1-7 15,0 2-5-15,1 0-6 0,-2 1-3 0,-5-2-8 16,-6-4-6-16,-7-3 0 0,1 2-9 16,-4-3 0-16,-3-4-4 0,-5-4-1 15,-4 1-1-15,-3-1 1 0,1-4-1 16,-1 0-7-16,-3 0 1 0,-5-4-1 0,12 5 1 15,-12-5-11-15,7 4-21 0,-7-4-57 16,0 0-66-16,0 0-85 0,0 0-99 0,2-13-128 16,-2 13-166-16,0 0-216 0,0 0 29 15,0 0 91-15,-32 19-604 0,11 4-774 0</inkml:trace>
  <inkml:trace contextRef="#ctx0" brushRef="#br0" timeOffset="55893.14">4041 6121 3585 0,'-13'-3'-16'0,"1"1"46"0,3-3 32 0,9 5 34 0,-11-5 35 0,11 5 30 15,-10-4 15-15,10 4-8 0,0 0-21 0,0 0-10 16,0 0 22-16,0 0 33 0,0 0 12 16,16 26-15-16,2-5 19 0,5 2-9 0,0 3-15 15,8 7-14-15,1-3-10 0,0 1-9 16,3 1-1-16,-5-2-33 0,-5-5-9 15,0-2-13-15,-2-2-8 0,-3-1-6 16,-6-4-11-16,-1-4-7 0,-4-2-2 0,0-1 1 16,-4-3 13-16,1 0 20 0,-6-6-8 15,0 0-11-15,0 0-7 0,0 0-3 16,-17-21-8-16,0-1-9 0,-5-6-6 0,-6-12-8 16,-3-5-3-16,-1-2-5 0,1 1 2 15,1 1-7-15,1 6-1 0,9 10-1 0,2 3-20 16,2 4 0-16,4 5 0 0,3 5 0 15,1 3 0-15,4 3 0 0,-2 0 0 0,6 6 0 16,0 0 0-16,0 0 0 16,0 0 0-16,0 0 0 0,27 37 0 0,-10-16 0 15,6 2 0-15,0 1 0 0,3-2 0 16,-1 0 0-16,2-1 0 0,-2-2 0 16,-3-1 0-16,0-4 0 0,-10-3 0 0,0-3 0 15,0 0 0-15,-5-3 0 0,1 1 0 16,0-3 0-16,-8-3 0 0,5 5 0 0,-5-5 0 15,0 0 0-15,0 0 0 0,0 0 0 16,0 0 0-16,-27-19 0 0,18 7 0 0,2 8 0 16,-3-7 0-16,2 7 0 0,5-2 0 15,3 6 0-15,-12-7 0 0,12 7 0 0,-10-1 0 16,10 1 0-16,0 0-46 0,-9 15-266 16,9-7-114-16,0 2-159 0,0 0-238 15,2-1-32-15,3 1 93 0,1 0-728 0,4-6-938 16</inkml:trace>
  <inkml:trace contextRef="#ctx0" brushRef="#br0" timeOffset="64292.08">6141 3132 3844 0,'0'0'-133'0,"0"0"72"0,0 0 57 0,0 0 51 16,0 0 37-16,0 0 21 0,0 0 13 15,0 0-1-15,0 0-2 0,0 0-16 0,0 0-11 16,0 0-2-16,0 0-9 15,0 0-9-15,0 0-2 0,0 0-2 0,0 0-11 16,0 0-5-16,0 0-5 0,0 0 11 16,0 0 3-16,0 0 10 0,0 0 4 0,0 0 9 15,0 0 7-15,0 0 4 0,0 0 9 16,0 0 4-16,0 0-3 0,0 0-10 16,0 0-9-16,0 0-7 0,-38 7-12 0,38-7-1 15,-21 3-6-15,10-1-11 16,-2 1-2-16,-1 1-2 0,-1 0-7 0,2 0-2 15,-2 2-4-15,1 0-2 0,1-4-1 16,-1 5-2-16,1-2-1 0,-1 1-4 0,3-1-4 16,-2 1 0-16,1 2 2 0,-1-4-3 15,4-1-3-15,-3 5 0 0,3-3 1 16,0 0 2-16,-1 1-3 0,0-1 0 0,1-1-5 16,-1 4 1-16,2-3-3 0,-1 2-1 15,1 0 5-15,1-1-3 0,-3 0 1 0,3 2 2 16,0 1 0-16,-2-3-3 0,4-1 1 15,-1 1-5-15,6-6-1 0,-10 10 9 16,6-5 1-16,4-5-1 0,-7 11 0 0,3-7 0 16,4-4 1-16,-7 11 1 15,3-5-4-15,4-6 3 0,-5 11-4 0,4-5 4 0,1-6 2 16,-4 11-2-16,2-4-2 16,2-7 3-16,0 12-2 0,-2-5-2 0,2 1-1 15,0-8 1-15,0 14 0 0,0-5 5 16,2-1-5-16,-2 0 1 0,2 0 1 15,0-2-7-15,1 3 1 0,-1-1 16 0,1 2-11 16,-1-2 10-16,2 1-16 0,-1 1 3 16,-1-1-2-16,2-1-2 0,0 0 9 0,-1 3-11 15,1-2 13-15,2-1 2 0,0 1-18 16,0-3 6-16,-3 3 4 0,5-1-2 16,-2-1 0-16,1 3-2 0,-1-4 5 15,1 2-7-15,-1-1 2 0,4 2 5 0,-3-2 0 16,1-1-4-16,2 1 11 0,-1 2-5 15,2-4-1-15,0 3-4 0,-4-4 0 16,2 3 2-16,0-1-1 0,3 0-5 0,-1 0 4 16,0 0 4-16,-2-2-2 0,0 0-1 15,3 2-2-15,-3-3 0 0,2 0 3 16,0 3-1-16,-2-3 6 0,0 1-1 0,0-1-1 16,3 1-2-16,-2-1 8 0,-1 0 15 15,3-1-1-15,-1 2-3 0,-11-4 1 0,21 5 4 16,-12-4-8-16,3 3-4 0,1-2 0 15,-2-1 0-15,1 3-1 0,1-4 1 16,-13 0 8-16,25 1-9 0,-9-1 4 16,-3 0 10-16,0-1 11 0,-13 1 12 15,29-3 1-15,-16 3 7 0,-2-1 5 0,-11 1 7 16,22-3 0-16,-9 1-3 0,-1-1-15 16,-1-2 4-16,3 3-10 0,-1-2-3 0,-2 1-10 15,4-3-37-15,-2 2 0 0,1-2 0 16,-1 2 0-16,-1 0 0 0,-1-1 0 15,0-1 0-15,-1 2 0 0,2-3 0 0,-3 1 0 16,1 1 0-16,-1-2 0 16,0 1 0-16,2 1 0 0,-6-2 0 0,4 1 0 15,-1-1 0-15,0 2 0 0,-1-2 0 16,1 3 0-16,-3-2 0 0,-1-1 0 0,3 0 0 16,-2 2 0-16,2-3 0 0,-3-1 0 15,0 2 0-15,1-1 0 0,2-1 0 16,-3 2 0-16,-1-3 0 0,1 0 0 0,-2 1 0 15,1-1 0-15,1 0 0 0,-2 0 0 16,0 1 0-16,-2-1 0 0,3-1 0 16,-1-1 0-16,-4 0 0 0,-1 1 0 0,1-1 0 15,0 0 0-15,0-2 0 0,0-1 0 0,-3 2 0 16,-1-1 0-16,1 2 0 0,1 1 0 16,-2-2 0-16,0 3 0 0,1-2 0 15,-1 0 0-15,2 2 0 0,-2 1 0 16,-2-1 0-16,5 1 0 0,-5 1 0 15,3-1 0-15,-2 1 0 0,0-2 0 0,-2 0 0 16,1 1 0-16,-2 2 0 0,1-2 0 16,2 1 0-16,-4 3 0 0,2-1 0 0,2 0 0 15,-1 0 0-15,-4 0 0 0,5 3 0 16,-2 0 0-16,9 3 0 0,-18-9 0 0,9 7 0 16,-1-2 0-16,1 2 0 0,-2-4 0 15,-2 3 0-15,13 3 0 0,-20-5 0 0,8 1 0 16,3 1 0-16,-2 1 0 0,1-1 0 15,10 3 0-15,-21-5 0 0,7 3 0 0,3 0 0 16,-1 2 0-16,12 0 0 16,-24-3 0-16,10 6 0 0,0-3 0 0,-4 0 0 15,2 0 0-15,-4 4 0 0,1 0 0 16,0 0 0-16,0-2 0 0,1 3 0 0,5-3 0 16,0 2 0-16,-2 0 0 0,6 0 0 15,-5 0 0-15,4 0 0 0,-1-2 0 16,-1 4 0-16,5-3 0 0,7-3 0 0,-15 6 0 15,7-2 0-15,8-4 0 0,-11 6 0 16,5-4 0-16,6-2 0 0,-8 5 0 0,8-5 0 16,0 0 0-16,-11 5 0 15,11-5 0-15,0 0 0 0,-6 3 0 0,6-3 0 16,0 0 0-16,0 0 0 0,0 0 0 16,0 0 0-16,-7 1 0 0,7-1 0 0,0 0 0 15,0 0-87-15,0 0-365 0,0 0-98 16,0 0-126-16,0 0-232 0,0 0 77 15,0 0 98-15,0 0-612 0,2 13-800 0</inkml:trace>
  <inkml:trace contextRef="#ctx0" brushRef="#br0" timeOffset="65424.31">4297 5310 3351 0,'0'0'-161'0,"0"0"68"0,-8-3 54 0,8 3 39 0,0 0 27 0,0 0 26 0,-4-9 19 16,4 9 20-16,0 0 36 0,0 0 10 16,-2-7 13-16,2 7 3 0,0 0 2 15,0 0-5-15,0 0-12 0,-5-8-8 16,5 8-12-16,0 0-14 0,0 0-16 0,0 0-5 16,0 0-9-16,0 0-8 0,0 0-3 15,0 0-7-15,0 0-4 0,7 25-7 0,-5-18-4 16,2 0-3-16,-4-7-2 0,8 10 0 15,-2-6 2-15,-6-4 2 0,11 5 9 16,-11-5 2-16,21-2-1 0,-6-1-1 0,4-8-5 16,13-2-7-16,-1-4-4 0,1 0-6 15,1-1-2-15,-3 1-9 0,1 2-21 0,-8 4-24 16,-6 2-25-16,-4 1-22 0,-2 2-20 16,1 0-8-16,-4 2-14 0,-5 4-40 0,-3 0-55 15,0 0-72-15,0 0-103 16,0 0-141-16,0 0-109 0,0 0 55 0,-16 20-293 15,6-11-359-15</inkml:trace>
  <inkml:trace contextRef="#ctx0" brushRef="#br0" timeOffset="65808.11">3725 6174 2573 0,'0'0'47'0,"0"0"-7"0,0 0 2 0,0 0 18 0,0 0 26 0,0 0 37 16,0 0 25-16,0 0 7 0,29 0-15 16,-11-10-5-16,9-5-14 0,2-3-7 0,0 1-16 15,-1-1-10-15,-1 4-31 0,-9 2-47 16,-2 3-86-16,-3 2-94 0,-3 3-102 0,-2 4-144 15,-8 0-147-15,0 0 53 0,5 9-181 16,-5-9-184-16</inkml:trace>
  <inkml:trace contextRef="#ctx0" brushRef="#br0" timeOffset="66958.17">5143 5312 1997 0,'0'0'231'0,"0"0"30"0,0 0-4 0,0 0-2 0,0 0 19 16,0 0 9-16,0 0-5 0,0 0-25 15,-23 0-27-15,23 0-23 0,0 0-22 0,0 0-19 16,0 0-19-16,0 0-16 15,0 0-33-15,0 0-51 0,0 0-62 0,-17-4-103 16,17 4-117-16,0 0-133 0,0 0-200 16,-2 12-79-16,2 0 72 0,-2 2-344 0,0 22-404 15</inkml:trace>
  <inkml:trace contextRef="#ctx0" brushRef="#br0" timeOffset="67224.18">5825 6750 2831 0,'0'0'104'0,"0"0"-8"0,0 0-13 0,0 0-3 15,0 0-8-15,0 0-12 0,0 0-1 16,0 0-35-16,0 0-37 0,0 0-50 0,0 0-56 16,0 0-69-16,0 0-99 15,0 0-146-15,0 0-41 0,-23 4-149 0,23-4-122 0</inkml:trace>
  <inkml:trace contextRef="#ctx0" brushRef="#br0" timeOffset="67539.56">5897 6632 2284 0,'-11'-7'414'0,"11"7"-40"16,0 0-10-16,-7-1 4 15,7 1 10-15,0 0-18 0,0 0-5 0,0 0-19 0,0 0-23 16,0 0-20-16,18 20-23 16,-6-16-21-16,-1-2-22 0,2 1-20 0,3-3-21 15,4-3-17-15,-6 1-21 0,4-2-19 16,-2 0-22-16,-2 0-38 0,1-1-43 16,-3-1-59-16,-1 2-70 0,-2 2-72 0,-9 2-77 15,16-6-112-15,-10 4-117 16,-6 2-165-16,7-2-139 0,-7 2 67 0,0 0-666 15,0 0-837-15</inkml:trace>
  <inkml:trace contextRef="#ctx0" brushRef="#br0" timeOffset="68707.58">7778 5177 3849 0,'0'0'10'0,"-13"-4"28"0,13 4 21 0,-12 0 31 0,12 0 34 0,0 0 23 16,-11-6 7-16,11 6-6 0,0 0-10 0,-7-4-18 15,7 4-9-15,0 0-12 0,0 0-8 16,0 0-15-16,-10-4-8 0,10 4-28 0,0 0-47 15,0 0-71-15,0 0-108 0,0 0-121 16,-8 12-170-16,6-5-196 0,-1 5 57 16,-3 4 77-16,1 6-304 0,-6 12-329 0</inkml:trace>
  <inkml:trace contextRef="#ctx0" brushRef="#br0" timeOffset="69006.78">7032 7003 2632 0,'-7'-7'171'0,"7"7"10"0,0 0-4 15,-5-5 17-15,5 5 6 0,0 0-8 0,0 0-23 16,-4-6-16-16,4 6-17 0,0 0-12 16,0 0-12-16,0 0-23 0,0 0-42 15,0 0-63-15,0 0-92 0,0 0-98 16,0 0-127-16,0 0-189 0,0 0-53 0,0 0 63 16,0 0-272-16,0 0-273 0</inkml:trace>
  <inkml:trace contextRef="#ctx0" brushRef="#br0" timeOffset="69274.07">6751 5432 2237 0,'-2'-12'209'0,"2"12"31"0,-2-7 4 16,2 7-3-16,0 0 9 0,-2-9 18 0,2 9 10 16,0 0-5-16,0 0-26 0,-1-9-23 15,1 9-34-15,0 0-12 0,0 0-29 16,0 0-42-16,-4-8-61 0,4 8-73 0,0 0-105 16,0 0-134-16,0 0-168 0,7 27-246 15,-5-11 44-15,-4 7 79 0,6 16-344 16,-4 7-383-16</inkml:trace>
  <inkml:trace contextRef="#ctx0" brushRef="#br0" timeOffset="69472.53">6417 7320 3030 0,'-7'3'252'0,"3"-3"-24"0,4 0-28 15,0 0-23-15,-14 0-25 16,14 0-29-16,0 0-53 0,-9-9-108 0,9 9-133 16,-2-8-159-16,4 1-216 0,0-1-8 15,0-1 66-15,4-1-228 0,0-2-209 0</inkml:trace>
  <inkml:trace contextRef="#ctx0" brushRef="#br0" timeOffset="69690.24">7581 4979 2156 0,'-16'-5'48'0,"5"0"-6"16,3 3-24-16,8 2-38 0,0 0-49 15,-12 10-76-15,14 8-147 0,7 19-299 16,-4 20-92-16</inkml:trace>
  <inkml:trace contextRef="#ctx0" brushRef="#br0" timeOffset="69861.45">8314 6938 2084 0,'-9'4'402'0,"-1"-2"-38"0,0 2-41 0,1-4-28 16,9 0-54-16,-17-2-79 0,7-2-142 15,0 0-187-15,3-1-218 0,0-3-174 0,-1-2 48 16,3-3-261-16,-2-3-261 0</inkml:trace>
  <inkml:trace contextRef="#ctx0" brushRef="#br0" timeOffset="70689.96">9797 6067 2487 0,'-18'10'419'0,"7"-3"-16"0,4-2-3 0,0-2 38 0,7-3 22 16,0 0 9-16,0 0-16 0,0 0-38 0,25-17-42 16,4-2-36-16,7-5-36 0,8-1-35 15,-4-2-43-15,2 0-61 0,-4-1-65 0,0 5-72 16,-9 2-88-16,0 4-90 0,-11 5-75 15,1 2-56-15,-5 5-25 0,-6 3 7 16,-5 2 31-16,-3 0 28 0,-1 14 41 16,-15 1 43-16,-11 9 52 0,-13 8 45 0,-7-3 56 15,-3 4 65-15,0-2 64 0,7-3 51 16,13-8 29-16,3-4 19 0,7-4 3 0,7-5 1 16,4 1-4-16,7-3-6 0,2-5-12 15,0 0-23-15,49-15-18 0,-1-8-27 0,10-2-71 16,4-2-89-16,12-14-110 0,3 2-129 15,-20 8-154-15,0-3-188 0,10-9-263 16,-16 8 77-16,1 2 101 0,-4-2-659 0,-3 2-804 16</inkml:trace>
  <inkml:trace contextRef="#ctx0" brushRef="#br0" timeOffset="80521.14">16891 3827 1740 0,'0'0'180'0,"-7"2"-61"0,7-2-14 0,0 0 7 16,-13 1 11-16,13-1 2 0,0 0 1 15,-16 5-19-15,16-5 2 0,0 0 2 0,-9 2 13 16,9-2 5-16,0 0 2 0,0 0 8 16,0 0-9-16,0 0-7 0,0 0-7 0,0 0-10 15,25-17-11-15,-16 10-1 0,2 0-16 16,1-1 6-16,-3 2-16 0,-1 2 10 16,-2-1-1-16,2 1 0 0,-8 4-6 15,5-5-3-15,-5 5-2 0,0 0-6 0,0 0-5 16,0 0-9-16,0 0-2 0,0 0-3 15,-32 9-6-15,21-4-5 0,-5 1-5 0,7 0-1 16,-1-1 5-16,0 0-8 0,5-2-5 16,5-3 1-16,-9 5 2 0,9-5-6 15,-12 4-2-15,12-4 3 0,0 0-4 0,-11 5-11 16,11-5-56-16,-10 2-77 0,10-2-98 16,-12 5-110-16,5-4-175 0,0 3-154 15,-2 0 63-15,4 2-331 0,-3 1-417 0</inkml:trace>
  <inkml:trace contextRef="#ctx0" brushRef="#br0" timeOffset="86556.62">15832 4966 2516 0,'4'-7'-49'0,"-4"7"26"0,0 0 22 0,0 0 19 0,7-5 14 0,-7 5 9 0,0 0 11 0,0 0 9 16,0 0 12-16,4-2 24 0,-4 2 16 15,0 0 32-15,0 0 15 0,0 0 14 16,0 0 13-16,0 0 10 0,0 0 7 0,0 0 3 15,0 0 3-15,0 0 0 0,0 0-4 16,0 0-1-16,0 0-3 0,0 0-7 16,0 0-26-16,0 0-13 0,0 0-15 0,0 0-6 15,0 0 3-15,0 0 6 0,-17 25-4 16,7-9 6-16,-6 9-3 0,-4 5 10 0,3-1-11 16,-7 6-3-16,3-5-1 15,1 1 1-15,2-4 0 0,-2 1 9 0,6-6-3 0,1-5 2 16,4-3 1-16,4-2-139 0,-4-2-9 15,6-3 0-15,-3 0 0 0,2 0 0 16,4-7 0-16,-7 8 0 0,3-3 0 16,4-5 0-16,-4 8 0 0,4-8 0 0,-8 4 0 15,8-4 0-15,0 0 0 0,-3 5 0 16,3-5 0-16,0 0 0 0,-8 4 0 0,8-4 0 16,0 0 0-16,0 0 0 0,-5 5 0 15,5-5 0-15,-7 3-535 0,7-3-385 0,-2 12-6 16,-1-5 103-16,-1 5-873 15,-2 4-1131-15</inkml:trace>
  <inkml:trace contextRef="#ctx0" brushRef="#br0" timeOffset="87220.2">14635 6634 4333 0,'-2'-7'-155'0,"2"7"37"0,0 0 45 0,-2-7 35 0,2 7 32 0,0 0 45 15,0 0 33-15,0 0 36 0,0 0 29 16,0 0 23-16,-30 29 16 0,12-3 4 15,0 5 20-15,-7 6 10 0,-2 3 26 0,4-1 4 16,-4 2-6-16,5-1-10 16,3-1-22-16,2-10-14 0,-1 2-14 0,7-5-10 15,-1-4-15-15,3-6-9 0,5-3-14 16,-3-4-7-16,2 2 3 0,4-7-7 0,-3 3-5 16,4-7-8-16,-6 10-7 0,6-4-9 15,0-6-9-15,-5 8-14 0,5-8-63 0,-4 9 0 16,4-9 0-16,-2 6 0 0,2-6 0 15,0 0 0-15,-8 8-32 0,6-4-186 0,2-4-95 16,-2 6-126-16,2-6-139 0,0 0-190 16,0 0-59-16,0 0 94 0,0 0-724 15,0 0-905-15</inkml:trace>
  <inkml:trace contextRef="#ctx0" brushRef="#br0" timeOffset="89403.1">15989 4962 3666 0,'0'0'-185'0,"0"0"41"0,0 0 39 0,1-8 27 0,-1 8 28 15,0 0 26-15,0 0 26 0,0 0 21 16,0 0 18-16,0 0 5 0,0 0 17 0,0 0 16 15,0 0 7-15,0 0 3 0,0 0 2 16,0 0-2-16,0 0 30 0,0 0 23 0,0 0 8 16,-10 34 5-16,-3-10 8 0,-4 3 7 15,0 4 10-15,-2-2 3 0,-2 2 1 16,4-2-15-16,-3-4-17 0,7 0-3 16,2-5-13-16,1-4-2 0,5-4 7 15,-1-2-9-15,2 1 0 0,-4-3 9 0,4 1 1 16,1-2-3-16,-1-1 3 0,4-6-6 15,-4 9-1-15,1-4-15 0,3-5-12 0,-6 9-6 16,6-9-6-16,-4 8-13 0,4-8-8 16,0 0-7-16,-8 7-11 0,8-7-2 0,0 0-9 15,-4 7-5-15,4-7-5 16,0 0-6-16,0 0-18 0,-3 7-48 0,3-7-60 0,-2 6-66 16,2-6-72-16,-2 6-110 0,0 0-139 15,0 3-179-15,0 1-186 0,1 4 90 16,-1 3 79-16,2 8-594 0,0 10-732 15</inkml:trace>
  <inkml:trace contextRef="#ctx0" brushRef="#br0" timeOffset="90153.07">16525 7426 3215 0,'0'0'-71'0,"-2"-9"55"0,2 9 45 0,0-8 45 0,0 8 55 16,0-9 38-16,0 9 35 0,-1-7 24 0,1 7 15 16,0 0 5-16,-4-8-6 0,4 8-4 15,0 0-6-15,0 0-7 0,0 0-5 16,0 0-11-16,0 0-23 0,-31 22-11 15,20-9-16-15,-1 3 5 0,-1 1-8 0,-2 8-15 16,2-5-14-16,4-3-12 0,-4 0-11 16,6-3-7-16,2-2-15 0,-1-3-9 0,-1 1-3 15,4-4-10-15,-1 1-6 0,0 0-6 16,4-7-16-16,-5 9-44 0,1-4-51 16,4-5-79-16,-2 5-95 0,2-5-128 0,0 0-138 15,0 0-154-15,0 0-138 0,0 0 79 16,0 0-675-16,13-26-847 0</inkml:trace>
  <inkml:trace contextRef="#ctx0" brushRef="#br0" timeOffset="90372.11">16636 7352 4195 0,'0'0'248'0,"0"0"34"16,0 0 42-16,0 0 35 0,0 0 32 0,0 0 9 15,-25 18-23-15,18-5-31 0,-2 3-43 16,-3 2-30-16,2 1-28 0,3 0-17 0,-1 1-32 15,0 1-172-15,1 2-24 0,-1-4 0 16,0-1 0-16,4 0 0 0,1-3 0 0,-3 0 0 16,3-1 0-16,-1-4-55 0,-2-1-335 15,4-1-128-15,-6-1-148 0,3-2-211 0,-3-2 69 16,8-3 95-16,0 0-703 0,0 0-868 16</inkml:trace>
  <inkml:trace contextRef="#ctx0" brushRef="#br0" timeOffset="91187.46">18020 5235 3899 0,'2'-10'0'0,"-2"10"24"0,0 0 29 0,0 0 30 0,0 0 42 0,0 0 33 0,0 0 27 15,-32 10 18-15,21 1 7 0,0 7-15 0,-4 6-10 16,5-2-21-16,1-1-2 0,2-1-17 16,-3 7-3-16,2-2 1 0,3-4 4 15,-1-3-31-15,1-3-12 0,2 3-9 16,-3-3-10-16,4-1-9 0,-1-2-11 0,-1-3 11 16,2 1-24-16,-2 0-12 0,3-3-3 15,-1 0-9-15,2-7-46 0,-9 10-65 0,9-10-84 16,-3 4-108-16,3-4-101 0,0 0-100 15,0 0-113-15,5-31-141 0,5 14 50 16,5-6-546-16,7 0-687 0</inkml:trace>
  <inkml:trace contextRef="#ctx0" brushRef="#br0" timeOffset="91370.5">18121 5284 3404 0,'3'-5'83'16,"-3"5"40"-16,0-8 35 0,0 8 52 0,0 0 38 15,0 0 47-15,0 0 25 0,0 0-2 16,-23 18-18-16,14-7-25 0,2 1-28 0,-3 3-25 15,0-1-19-15,3-2-18 0,0 1-21 16,0 3-16-16,2-3-14 0,-1 3-25 16,0 3-70-16,-1-3-71 0,2-3-76 0,-2 7-83 15,2-3-121-15,-3-2-142 0,4-1-181 16,-4 3-145-16,1 0 69 0,-3 0-637 0,1 2-802 16</inkml:trace>
  <inkml:trace contextRef="#ctx0" brushRef="#br0" timeOffset="91802.05">17837 6747 3835 0,'0'0'100'0,"0"-9"35"0,0 9 27 0,0 0 28 0,0 0 27 0,0 0 25 0,0 0 39 0,0 0 11 16,0 0-5-16,-12 23-19 0,8-7-24 16,3-2-24-16,-1 3-22 0,-4 3-21 0,4-2-14 15,1 3-16-15,-1 0-17 16,0-2-11-16,-1-2-18 0,1-1-15 0,0-2-48 16,-1 0-44-16,1-4-47 0,0 1-60 15,0-4-69-15,2 0-81 0,0-7-94 0,0 0-66 16,0 0-42-16,0 0-36 15,0 0-31-15,2-28-49 0,3 6-9 0,4-7-623 0,0 0-676 16</inkml:trace>
  <inkml:trace contextRef="#ctx0" brushRef="#br0" timeOffset="91935.31">17863 6807 3209 0,'8'-12'-24'0,"-2"3"74"0,-1 4 103 0,-3 5 78 15,-2 0 57-15,0 0 37 0,0 0 27 16,9 16 0-16,-9-8-12 0,0 2-30 0,0 3-33 16,0-2-31-16,0 3-21 0,0 0-27 15,-1-3-28-15,1 6-67 0,-2-5-102 16,2 1-115-16,-4-2-138 0,2 0-158 15,0 0-159-15,1-2-205 0,-3-1 68 16,-2 0 78-16,1-1-513 0,-4-1-607 0</inkml:trace>
  <inkml:trace contextRef="#ctx0" brushRef="#br0" timeOffset="93270.21">19190 4266 3329 0,'5'-17'250'0,"7"-4"-13"0,7-1 7 0,6 1 2 0,1 0 5 0,-1 0 12 0,2 7-6 0,-5 2-36 15,-2 5-18-15,-5 2-15 0,-2 5 13 16,0 1 1-16,1 7 4 0,-1 8 0 0,1 10-5 16,-7 7-2-16,-3 3 0 0,-6 2 6 15,-2 0 3-15,1 0-3 0,-5 0-11 16,5-2-11-16,-4-3-90 0,5-8-93 0,2-4 0 16,0-4 0-16,2-2 0 15,2-3 0-15,2 1 0 0,0-7 0 0,3 2 0 0,0-6 0 16,-9-2 0-16,22-2 0 0,-5-8 0 15,0-1 0-15,6-13 0 0,7-9 0 16,-5-4 0-16,2-6-228 0,2-8-225 16,-2-7-32-16,-5 4-2 0,1-3 22 0,-7 1 25 15,-3 1 37-15,-8 4 51 0,-3 9 62 16,-8 3 67-16,-5 3 50 0,-4 3 36 0,-9 6 32 16,-8 6 32-16,-6 8 31 0,-3 7 24 15,-24 10 34-15,-8 15 26 0,-22 16 22 16,-2 21 35-16,-4 11 24 0,3 11 42 0,7 6 35 15,11 9 24-15,18 1 18 0,15 1 7 16,21 0 4-16,22-18-3 0,13-3-13 0,20 12-20 16,10-11-20-16,11-11-17 15,15-12-19-15,6-11-16 0,-8-18-13 0,3-5-23 16,3-13-1-16,-6-7-16 0,1-10-10 16,2-8-6-16,13-16-10 0,-6-10-6 0,-4-5-4 15,-8-9-8-15,-6-5-6 0,-4-7 0 16,-9-4-5-16,-6-5-4 0,-5-5-9 0,-12-6-5 15,-8-3-1-15,-9 16-6 0,-9-24-5 16,-16 5 2-16,-10 6-5 0,-8 15-9 16,-7 13-7-16,-6 25 3 0,-10 16-1 15,-14 18 2-15,-37 19-12 0,-6 21-41 0,-3 16-40 16,-41 30-71-16,21 9-87 0,39-15-128 16,8 8-176-16,13-4-229 0,14-1-24 0,14-6 96 15,13-6-648-15,18-20-822 0</inkml:trace>
  <inkml:trace contextRef="#ctx0" brushRef="#br0" timeOffset="98268.23">25170 5111 3507 0,'-11'23'-104'0,"-1"-3"14"0,-1 8 30 0,3 1 35 0,-2 0 43 15,7-5 47-15,-1-7 28 0,3-3 30 16,1-2 16-16,2-4 23 0,2 1 18 16,1-4 18-16,8-3 17 0,1-4 1 0,11-3-1 15,12-11-14-15,6-8-19 0,6-6-14 16,3-3-14-16,2-2-23 0,-3 3-9 0,-3-2-14 15,-2 5-16-15,-6 1-3 0,-7 7-13 16,-7 4-7-16,-7 5-8 0,-4 4-9 0,-1 1-11 16,-4 0-10-16,-3 2-11 0,4 2-15 15,-4-1-17-15,-5 4-33 0,8-4-54 16,-8 4-67-16,0 0-88 0,0 0-105 16,0 0-117-16,0 0-177 0,-11 18-35 0,4-8 73 15,-4 9-435-15,-7 10-523 0</inkml:trace>
  <inkml:trace contextRef="#ctx0" brushRef="#br0" timeOffset="98734.2">24095 6578 3030 0,'-5'8'88'0,"-4"2"-2"0,6 1 13 0,-1 3 22 0,0-1 49 0,4-3 48 16,2-1 32-16,4 1 19 0,1-3-3 0,7-4-4 16,4 1-10-16,6-8-15 0,12-6-7 15,8-9-20-15,3-6-24 0,-3-4-19 0,2 0-14 16,-6-6-13-16,0 2-20 0,-8-3-13 15,1 4-30-15,-10 2-32 0,-7 5-33 0,2 5-43 16,-7 8-43-16,-3 2-38 0,-2 3-59 16,-4 5-74-16,-2 2-80 0,0 0-85 0,0 0-103 15,0 0-172-15,-11 23 19 16,6-15 75-16,1 3-420 0,2-2-486 0</inkml:trace>
  <inkml:trace contextRef="#ctx0" brushRef="#br0" timeOffset="99938.76">25984 5293 3297 0,'0'0'318'0,"0"0"-24"0,0 0 22 0,0 0 63 16,0 0 49-16,0 0 25 0,-8 5 0 0,8-5-16 15,0 0-41-15,0 0-41 0,0 0-37 0,0 0-26 16,0 0-30-16,0 0-69 0,0 0-193 16,0 0 0-16,0 0 0 0,0 0 0 0,0 0 0 15,0 0 0-15,0 0 0 16,0 0 0-16,0 0 0 0,0 0 0 0,-14-2-351 15,14 2-328-15,-5 9-239 0,-1-4 50 16,3 2 92-16,-3 0-788 0,0 6-1007 0</inkml:trace>
  <inkml:trace contextRef="#ctx0" brushRef="#br0" timeOffset="100667.46">26410 7320 4756 0,'-19'-6'215'0,"19"6"45"0,0 0 38 0,-13-3 49 0,13 3 65 0,0 0 35 0,-11 0 13 0,11 0-2 16,0 0-18-16,0 0-342 0,0 0-98 0,0 0 0 15,0 0 0-15,0 0 0 0,0 0 0 16,-16-3 0-16,16 3 0 0,0 0 0 0,0 0 0 16,0 0 0-16,0 0 0 0,0 0 0 15,0 0 0-15,0 0 0 0,0 0 0 0,0 0 0 16,0 0 0-16,-5-5 0 0,5 5 0 16,0 0 0-16,0 0 0 0,0 0 0 0,0 0 0 15,0 0 0-15,0 0 0 0,0 0 0 16,0 0 0-16,0 0 0 0,0 0 0 0,0 0 0 15,0 0 0-15,0 0 0 0,-9-1 0 16,9 1 0-16,0 0 0 0,0 0 0 0,0 0 0 16,0 0 0-16,0 0 0 0,0 0 0 15,0 0 0-15,0 0 0 0,0 0 0 16,0 0 0-16,0 0 0 0,0 0 0 0,-14 0 0 16,14 0 0-16,0 0 0 0,-8-5 0 15,8 5 0-15,-11-14 0 0,3 5 0 0,-1-3-798 16,-4-4-168-16,-9-9-1220 0,5-6-1591 15</inkml:trace>
  <inkml:trace contextRef="#ctx0" brushRef="#br0" timeOffset="102117.31">23514 5792 3169 0,'0'-10'426'0,"0"10"-159"0,-2-9-110 0,2 3-50 0,6-6 9 0,-2 1 23 0,3-1 13 0,2-5-3 15,7 1-8-15,3-3-4 0,5 5-10 16,5-1-17-16,-6 9-7 0,-2 2-14 16,0 4-7-16,-4 4-6 0,4 4-6 15,2 7-6-15,-4 6-1 0,-3 3-4 0,-5 5-6 16,-8-1-4-16,1-4-4 0,-4-2 0 16,2 0-7-16,0-1-6 0,0-6-3 0,0-1-3 15,2-2-4-15,0-2 1 0,1-3 3 16,1 0-7-16,0-2 1 0,-6-5-5 15,13 2-25-15,-13-2-38 0,15-11-54 16,-5-1-51-16,-2-5-70 0,1-12-71 16,0-4-66-16,-2-6-76 0,-2-13-103 0,-1 9-97 15,-4-16 45-15,-2 1-380 0,-3 1-447 16</inkml:trace>
  <inkml:trace contextRef="#ctx0" brushRef="#br0" timeOffset="102382.96">23689 5363 2544 0,'-42'36'-48'0,"-8"22"25"16,3 13 29-16,-1 3 41 0,7 9 53 15,-4 3 49-15,13 2 49 0,3-2 23 16,15-20 9-16,6-4-2 0,8-6-17 0,8-4-1 16,3-13-3-16,8 1-2 0,11-8-7 15,6-7-10-15,11-8-11 0,-2-13-20 0,16-6-14 16,4-13-20-16,6-5-5 16,14-15 2-16,-1-7-14 0,-4-4-32 0,-8-7-43 15,-7 3-44-15,-21 5-30 0,-8-3-15 16,-5 2 4-16,-12-2 5 0,-11 7 4 0,-8-4 3 15,-14-4 0-15,-7-3 0 0,-7 4 2 16,-10 3-5-16,-8 6 0 0,-4 3-1 0,-1 11-4 16,-4 9 1-16,-5 8-4 0,3 14-12 15,-2 13-15-15,0 10-11 0,-11 21-33 0,5 7-30 16,8 5-36-16,5 10-47 16,7 3-75-16,2 2-108 0,18-17-158 0,7-1 33 15,4-9-274-15,8-8-306 0</inkml:trace>
  <inkml:trace contextRef="#ctx0" brushRef="#br0" timeOffset="106467.39">28030 5467 2240 0,'0'0'79'0,"0"0"24"15,0 0 10-15,0 0 14 0,0 0 11 0,0 0 31 0,0 0 9 0,0 0 4 16,0 0 1-16,0 0-6 0,0 0-18 16,0 0-5-16,0 0-4 0,0 0 1 15,0 0 1-15,0 0 1 0,0 0 5 0,0 0 1 16,0 0 0-16,0 0 2 0,0 0-5 15,0 0-7-15,0 0-12 0,0 0-11 16,17-14-13-16,-17 14-7 0,0 0 2 0,13 8-5 16,-4 1-6-16,0 3 0 0,-2 0-5 15,5 2-9-15,-2 1-2 0,1 0-2 0,-3-1 1 16,1-2-8-16,-1 0 3 0,1 0-2 16,-3-4-4-16,0 1 3 0,-1-2-12 0,-1-1 3 15,0 1-4-15,0-1 0 16,-4-6-12-16,6 6-2 0,-6-6-6 0,4 9-5 0,-4-9-21 15,0 0-48-15,2 7-85 16,-2-7-106-16,0 0-127 0,0 0-130 0,-2 5-162 16,2-5-177-16,0 0 74 0,-4 14-680 15,-1-4-880-15</inkml:trace>
  <inkml:trace contextRef="#ctx0" brushRef="#br0" timeOffset="107267.45">27617 8055 3945 0,'-6'-3'35'0,"6"3"30"0,-12-7 2 0,11 0 25 0,-3-3 23 0,2 0 23 0,4-5 5 0,0 1-5 15,3-1-11-15,5-3-12 0,0 1-15 16,1 1-10-16,-1 4-8 0,-5 4-11 16,5 2-6-16,-5 3 2 0,-5 3 0 15,0 0 4-15,18 10 5 0,-16 2 7 0,0 5 8 16,-2-1 19-16,-2 3 28 0,0 3 16 16,0-5 14-16,-2 2 14 0,2-5-1 0,2-2 6 15,0-3 7-15,0 1 8 0,0-2-4 16,0-8-8-16,2 11-11 0,0-5-9 0,-2-6-75 15,9 7-95-15,-9-7 0 0,18 0 0 16,-18 0 0-16,22-3 0 0,-10-1 0 0,-1 3 0 16,0-4 0-16,-11 5 0 0,21-2 0 15,-11 2 0-15,0-2-238 0,-10 2-229 0,0 0-92 16,17 4-128-16,-14 1-159 16,2 0 74-16,-5 3 74 0,0 1-637 0,-5 1-790 15</inkml:trace>
  <inkml:trace contextRef="#ctx0" brushRef="#br0" timeOffset="108149.15">26161 9968 3684 0,'2'-12'-50'0,"2"1"1"0,-3-1 12 16,5 1 12-16,-1 1 13 0,2 0 5 0,-1 0 5 16,1 1 1-16,-2 1 1 0,6 1 1 15,-4 1-5-15,0 3 0 0,1 1 1 0,-8 2 2 16,15 2 7-16,-7 1 7 0,-4 4 16 15,-1 0 16-15,1 2 24 0,-1 1 12 16,-1 2 6-16,-1 0 9 0,-1 0-4 0,0 0-2 16,0-2-1-16,0 1-7 0,0-1-2 15,0-2 1-15,0-1-6 0,0 1-1 0,0-8-10 16,0 10 6-16,0-10-1 0,0 7 0 16,0-7-2-16,0 6-1 0,0-6 9 0,6 8 8 15,-1-2-4-15,-1 0-8 0,4 0-7 16,-2-1-4-16,1 1 3 0,1 2 7 0,-3-4 6 15,4 4 3-15,-6-1-3 16,3 1-1-16,-2 1-1 0,-1 1-5 0,-3 2-6 16,2 0-7-16,-4 4-4 0,0 1-6 15,-3-2-3-15,-2 4-10 0,-4 0-12 0,0-1-36 16,-3-4-55-16,1 1-88 0,-1-3-120 16,-2-6-120-16,0 2-137 0,3-5-173 0,2-1 57 15,-1 2 72-15,12-4-414 0,0 0-470 16</inkml:trace>
  <inkml:trace contextRef="#ctx0" brushRef="#br0" timeOffset="113169.64">24214 5262 3111 0,'-12'2'210'0,"2"0"7"0,10-2-3 0,0 0-8 0,0 0-13 15,-15-7-16-15,15 7-20 0,0-13-16 16,4 4-16-16,5-9-15 0,6-7-10 0,6-2-8 16,4-6-11-16,6 0-41 0,-6 9-70 15,2-2-72-15,-2 4-99 0,-1 5-80 0,-5 3-87 16,-2 7-101-16,-4 5-151 0,-3 4 36 15,-5 7-273-15,-1-1-341 0</inkml:trace>
  <inkml:trace contextRef="#ctx0" brushRef="#br0" timeOffset="113315.22">24359 5325 2312 0,'-7'12'87'16,"2"-3"41"-16,-3-4 17 0,6 0 20 16,2-5 14-16,-5 7 15 0,5-7 2 0,0 0-3 15,-9 3-19-15,9-3-17 0,0 0-15 16,0 0-20-16,0 0-10 0,22-29-20 0,-1 10-92 15,-3-3-113-15,7-3-134 0,-2 0-168 16,1-2-188-16,-2 4 41 0,1 0-274 16,0-3-322-16</inkml:trace>
  <inkml:trace contextRef="#ctx0" brushRef="#br0" timeOffset="114031.43">24651 4485 2574 0,'2'-10'108'0,"2"1"-15"0,0 4-10 0,4-2-1 0,-2 2-6 0,1-1 5 0,2 2 3 0,1 0 8 0,-10 4-11 15,22 0 3-15,-8 0-8 0,-3 4-4 16,3 0-5-16,-3 6-4 0,0 0-3 0,1 7-3 16,-4 3 5-16,-3 14-11 0,-1 3-5 15,-2-1-6-15,-4-5-2 0,0-3 5 0,0-6-16 16,2-4 1-16,0-2-6 0,0-1 2 16,0-3-9-16,2 0 4 0,0-2 4 15,3 2 0-15,-2-3-1 0,7 2 5 16,-3-3 4-16,3 1 1 0,1-1 3 0,2 2 11 15,3-3 3-15,-1 3 2 0,0 2-3 16,2-1 1-16,1-1-7 0,-4 1-1 16,-2-3-4-16,-1 1 0 0,2 0 2 0,-4-1 1 15,-4-3 6-15,1-1 0 0,0 6 2 16,-2-3-2-16,-2 0-6 0,-2 1-4 0,0-8-3 16,-9 17-10-16,0-5-39 0,-2 0-72 15,-5 0-99-15,-8 5-124 0,0 0-165 0,-5 0-194 16,0-3 64-16,6-2-375 0,4-7-458 15</inkml:trace>
  <inkml:trace contextRef="#ctx0" brushRef="#br0" timeOffset="114382.27">24282 4290 2893 0,'-32'6'34'0,"-3"5"1"0,1 7 3 15,-3 14 34-15,7 14 29 0,-1 9 21 16,9 11 9-16,-1 17-1 0,14-13 5 16,4 6-10-16,13 1-9 0,11 10-10 0,11-6-8 15,5-26-7-15,22 4-5 16,12-12-4-16,12-14-9 0,13-14-10 0,-14-13-5 16,4-10-4-16,22-10-6 0,-9-8-1 15,-2-6-8-15,-10-10 0 0,-9-3 1 0,-5-4 0 16,-23 8 22-16,-3-6 19 0,-6-6 14 15,-9 0-3-15,-10-1-5 0,-7-1-8 0,-13 7-10 16,-13-6-8-16,-7-2-12 0,-13 7-17 16,-10 1-38-16,-22-4-41 0,-7 3-52 0,-14 8-57 15,-2 10-56-15,20 11-37 0,-2 12-41 16,2 12-67-16,2 14-125 0,-15 17-148 16,9 12 49-16,4 11-267 0,7 6-334 15</inkml:trace>
  <inkml:trace contextRef="#ctx0" brushRef="#br0" timeOffset="114864.14">24700 4019 2674 0,'-11'-19'160'0,"4"6"-11"0,-2 4-18 16,-3 3-15-16,-3 5-5 0,-10 2-9 16,-22 17-6-16,-9 9-17 0,-24 24 4 15,-8 15-15-15,0 16-4 0,-23 44-6 16,0 14-6-16,2 16-5 0,6 17-1 0,10 14-2 16,9 9-33-16,12 1-11 0,24 0-6 15,15 1 9-15,22-41 0 0,10 4-1 0,13-5 2 16,23 29 1-16,2-55-3 0,13-11 6 15,13-14-3-15,8-20-21 0,11-20-15 0,7-22-14 16,6-17-22-16,-12-26-20 0,19-21-22 16,5-18-18-16,-2-19-16 0,-5-18-10 15,11-37 7-15,-30 17 17 0,-9-7 26 0,-11-9 46 16,-4 2 19-16,-13-8 26 0,-6-1 24 16,-13-5 27-16,-16 3 22 0,-10-2 14 15,-14 2 6-15,-17-5 5 0,-9 5-5 16,-18 3-15-16,-29-21-9 0,10 38-9 0,-9 9-9 15,-9 17-7-15,3 22-8 0,2 24 2 16,16 24-20-16,1 20-23 0,-18 26-32 0,8 22-26 16,4 19-34-16,2 15-44 0,5 9-74 15,12 6-146-15,12 3-137 0,9-9 54 0,11-6-95 16,11-13-52-16</inkml:trace>
  <inkml:trace contextRef="#ctx0" brushRef="#br0" timeOffset="115964.09">25313 3091 1611 0,'-4'-7'40'0,"4"7"11"0,-2-8 4 0,2 8-3 0,0-7-5 0,0 7-3 0,0 0 1 0,0 0 27 16,0 0 22-16,0 0 6 0,6 24 1 0,-4-8-3 15,1 0 1-15,-1 1-2 0,4 0 4 16,-2-3-2-16,-3-2-2 15,4 1-3-15,-1-1-5 0,-1-3-9 0,-1 1-3 0,2-4 9 16,-2 1 12-16,-2-7 8 16,3 12 14-16,-3-12 3 0,2 6-4 0,-2-6-13 15,0 0-10-15,0 0-9 0,0 0-12 16,0 0-9-16,-5-25-5 0,1 13-6 0,-1-3-1 16,-1 1-7-16,0 0-5 0,2 5-4 15,-2-3-1-15,4 2-9 0,-1 0-7 16,1 1 0-16,-2 1 5 0,2-1-16 0,2 3 2 15,0 6-11-15,6-18 13 0,-2 10-10 16,-1-2 2-16,5 1-2 0,2-1 2 0,1 0-1 16,5 3-1-16,-2 2-6 15,2-1 1-15,-1 5 0 0,1 1 2 0,0 3-5 0,2 2 4 16,-3 2 0-16,0 3 4 16,2 4 0-16,-5 2 4 0,-1 2 9 0,-4 2 1 15,2 2 4-15,-7-1-3 0,-1 0 6 16,1-1-5-16,0-3 2 0,0 1 4 0,-2-3-4 15,0-1 1-15,2 0 2 0,0-3-6 16,-1 2-2-16,3-1-2 0,2 2-5 16,0 0 6-16,2-3-1 0,3 6-5 0,1-3 2 15,-1-2-1-15,0 5-3 0,1-6 6 16,-1 1-5-16,-4 0-1 0,4-1-2 16,-4 1 3-16,-2 1 7 0,-3-3 8 15,0 2 8-15,-4-1-7 0,0 1 3 0,-3 0-5 0,-2 0 0 16,-6-1-2-16,1 2-4 15,-4-2-8-15,-3 0-43 0,-2-1-51 16,-2-3-60-16,0-2-81 0,-1-2-73 0,-5-6-87 16,-5-5-129-16,-3-8-134 0,-1-8 58 15,6-8-272-15,3-11-346 0</inkml:trace>
  <inkml:trace contextRef="#ctx0" brushRef="#br0" timeOffset="116267.36">25164 2977 2410 0,'-11'-7'-8'0,"-1"3"14"0,3 8 19 0,9-4 31 0,-23 18 35 0,6 6 18 0,3 12 26 0,1 17 22 16,1 11 10-16,9 2-3 0,-1 5-10 16,6 5-1-16,3-8 0 0,7-4-11 15,9-4-7-15,4-6-10 0,9-6-10 16,6-7 2-16,9-12 6 0,10-8 19 0,8-9-3 16,10-13-2-16,23-14 6 15,6-10 7-15,-6-10 7 0,1-9 12 0,-3-9 14 16,-8-6 2-16,-13-1-15 0,-10-5 8 0,-17 2-4 15,-22 10-3-15,-8-1-17 0,-15-6-18 16,-7 2-17-16,-11 0-6 0,-14-2-21 0,-13-8-8 16,-14 4-17-16,-8 4-7 0,-14 9-42 15,-10 8-46-15,-9 14-33 0,16 21-20 0,-23 20-37 16,-2 22-49-16,4 22-57 16,-5 22-74-16,-20 42-101 0,14 13-149 0,9-1-261 15,35-31 66-15,3-3 90 0,-5 2-483 16,5 2-605-16</inkml:trace>
  <inkml:trace contextRef="#ctx0" brushRef="#br0" timeOffset="179435.22">11260 8479 1471 0,'0'0'174'0,"0"-7"-25"0,0 7-13 0,2-7-7 0,-2 7 1 15,0-8 7-15,0 8-1 0,0-9-4 16,0 9 16-16,-4-9 8 0,4 9 6 0,-1-10 5 16,-5 3 1-16,1 2 1 0,5 5-8 15,-11-12-16-15,8 9-5 0,3 3-13 0,-13-9-14 16,3 6-13-16,10 3-14 0,-24 3-1 15,8 4-10-15,-13 5-8 0,2 7-8 0,-1 3-3 16,-5 12-2-16,3 3-13 0,1 0 1 16,2 1-1-16,7 1-12 0,1 4 7 15,10-10-4-15,2-6 3 0,3-3 1 16,4-4-5-16,9 10 8 0,2-8 20 0,4-6 4 16,8 5 2-16,9-9-3 0,10-4-4 15,2-4-6-15,4-6-4 0,13-4-7 16,0-2-2-16,0-9-4 0,-4 3-2 0,-6-4-4 15,-3 0-3-15,-12 0-1 0,2-4 4 16,-13 3 23-16,-8-6 7 0,-4-3 8 0,-3-2-3 16,-9 2-7-16,-2-6-3 0,-7-3-5 15,-8-6-11-15,-8-1-10 0,-2 3 7 0,-7 7-12 16,3 3-3-16,3 11-3 0,-2 4-6 16,3 11-8-16,-3 3-19 0,-5 9-31 15,0 9-35-15,-8 8-46 0,1 5-71 16,2 3-81-16,4 3-61 0,3-1-69 0,7-9-100 15,4 3-159-15,6-2 45 0,3-5-440 16,5-4-537-16</inkml:trace>
  <inkml:trace contextRef="#ctx0" brushRef="#br0" timeOffset="179801.79">11117 9024 3011 0,'6'-17'16'0,"-2"2"34"0,0 2 20 0,-4 3 39 0,2 2 31 16,0 1 14-16,-4 2-5 0,2 5-15 15,-9-7-9-15,9 7-10 0,-24 10 9 0,-4 12 19 16,-17 14 10-16,-14 18 1 0,-2 8 1 15,-3 4-4-15,-7 8-9 0,-2 4-8 16,1 0-6-16,0-1-10 0,3-5-12 16,8-4-3-16,8-6-14 0,11-18-8 0,10 0-5 15,-1-6-9-15,6-3-5 0,7-9-9 16,6-7-4-16,3-5-4 0,1-4-4 16,5-2-1-16,-3 0-6 0,4-2-1 0,-1-1-21 15,1-1-47-15,4-4-56 0,-8 3-62 16,8-3-82-16,0 0-87 0,0 0-90 0,0 0-110 15,0 0-164-15,0 0 52 0,0 0-480 16,0 0-584-16</inkml:trace>
  <inkml:trace contextRef="#ctx0" brushRef="#br0" timeOffset="180186.69">10197 9968 3281 0,'-7'-8'92'16,"-5"4"16"-16,0 1 4 0,-1 6 14 16,-2 1 30-16,-5 6 25 0,-2 7 16 0,-3 10 3 15,0-1-6-15,-1 9-12 0,1 3-18 16,4 3-7-16,0 2-13 0,9-7-10 0,-3 9-8 16,10-12-14-16,3-4-8 15,2-2-7-15,5-4-8 0,5 7-7 0,4-4-9 0,2-4-5 16,7-7-6-16,2-3-9 15,0-9 1-15,7-1-2 0,14-9-12 0,13-5 1 16,-2-7-6-16,0-1 1 0,-7-4-9 16,-4 0 1-16,-10-1-2 0,-11 2-1 0,-8 1-1 15,-8-1-7-15,-7 2-2 0,-6-3-6 16,-8-8-1-16,-8-6-1 0,-9-1 2 0,-3 5-7 16,-4 0-10-16,-5 6-17 0,15 9-12 15,-5 5-19-15,7 10-26 0,3 1-34 16,0 10-56-16,-12 7-68 0,3 7-77 0,-2 10-83 15,3 3-114-15,2 2-189 0,10-5 47 16,0 11 73-16,6-11-383 0,7-3-444 16</inkml:trace>
  <inkml:trace contextRef="#ctx0" brushRef="#br0" timeOffset="180568.01">10082 10644 2895 0,'2'-10'93'0,"2"4"13"0,-4 1-2 0,0 5 10 0,0 0 12 0,0 0 26 0,0 0 1 16,-31 21-8-16,11 2-1 0,-3 4-17 15,-6 9-14-15,-7 10-7 0,0 2-9 16,-12 18-13-16,0 1 0 0,1-1-8 16,1 0-7-16,10-16-8 0,4 3-1 0,-3-6-8 15,5-4-6-15,3-3-2 0,2-4-9 16,10-9 1-16,1-8-2 0,3-4 1 0,4-2-5 16,2-3-2-16,-2-4-4 0,1 1-9 15,3-1-40-15,-1-3-48 0,4-3-47 0,0 0-50 16,0 0-62-16,0 0-62 0,0 0-82 15,0 0-127-15,0 0-79 0,-14-1 48 0,14 1-275 16,0 0-297-16</inkml:trace>
  <inkml:trace contextRef="#ctx0" brushRef="#br0" timeOffset="180968.04">9546 11478 2110 0,'0'-7'0'15,"0"1"20"-15,0 6 10 0,0 0 18 16,0 0 24-16,0 0 27 0,-20 25 16 0,13-10 17 16,-5 11 9-16,3 3 5 15,-1 3 7-15,0-1-9 0,5 4 5 0,-3-3-3 16,5 3-10-16,-1-6-10 0,4-5-12 15,0-4-6-15,4 3-6 0,-3-3-6 0,5-1-12 16,-1-3-2-16,5-3-13 0,0-2-2 16,1-5-1-16,3-4-7 0,2-4-3 0,9-4-8 15,10-8-1-15,2-12-7 16,0 0-1-16,-2-6-2 0,-7-1-3 0,-4-1-3 16,-6 2 3-16,-9-1 0 0,-7 3-7 0,-6-5 0 15,-1 1-8-15,-8 2 1 0,-1 2-3 16,-3 1-5-16,5 12-2 0,1 2-10 15,-3 6-14-15,3 5-27 0,-2 4-35 16,-1 0-58-16,0 4-67 0,0 2-71 0,-1 3-111 16,1-2-178-16,5 1-28 0,0-3 65 15,0-3-276-15,4 0-287 0</inkml:trace>
  <inkml:trace contextRef="#ctx0" brushRef="#br0" timeOffset="182235.54">11153 8927 2450 0,'-4'-4'94'0,"-3"0"22"0,1 0 35 16,1 0 26-16,5 4 20 0,-12-8 18 0,6 6 12 0,6 2 11 15,-7-5-7-15,3 1-16 0,4 4-15 16,-8-6-21-16,8 6-16 0,0 0-21 0,-6-4-17 16,6 4-15-16,0 0-6 0,0 0-12 15,0 0 8-15,36 21-3 0,-9-3-1 0,16 8-11 16,2 5-7-16,5 3-9 15,4 4-7-15,12 11-3 0,-1-1-3 0,-4 4-7 16,-2 1-4-16,0 0-5 0,-2 0-1 16,0-1-9-16,-11-11 18 0,0 0 17 0,-3-1 7 15,-1-4 1-15,-5-6 6 0,-5 1-3 16,-10-9-6-16,1-3 5 0,-5-4-1 16,-7-3-11-16,1-2-3 0,-4-3-1 0,-3 1 5 15,2-4-8-15,-3 2 5 0,4-2-4 16,-4 0-7-16,-4-4-3 0,9 7 2 0,-9-7-3 15,6 6-4-15,-6-6-9 0,0 0 1 16,5 7-5-16,-5-7-9 0,0 0-38 0,9 3-45 16,-9-3-63-16,5 4-75 15,-5-4-107-15,0 0-130 0,0 0-136 0,0 0-213 0,-14 12 22 16,7-5 82-16,3-3-599 16,-3 0-742-16</inkml:trace>
  <inkml:trace contextRef="#ctx0" brushRef="#br0" timeOffset="185449.79">12139 9716 3232 0,'0'0'-135'0,"-2"-5"34"0,2 5 25 16,-4-6 16-16,4 6 23 0,-3-6 21 0,3 6 25 16,-11-2 23-16,11 2 18 0,-9-6 17 15,9 6 6-15,-11-2 3 0,11 2 8 0,-14-2 2 16,14 2 2-16,-14 2-4 0,3 0 5 15,4 4 12-15,-4 4 13 0,-3 3 6 16,-6 11 6-16,-2 6 1 0,1 11-5 0,0 3 0 16,1 1-2-16,2 1-6 0,3 5-3 15,5-12-4-15,5-2-2 0,3 3-6 16,4-6-7-16,3-2-4 0,7-1-4 16,5-4-11-16,4 0-4 0,2-6-4 0,8-3-7 15,-3-3-5-15,3-5-3 0,-3-4-3 16,-4-4-1-16,3-4-5 0,5-6-3 0,5-2-1 15,-2-3-9-15,-3-3 2 0,4-10 0 16,-7 4 1-16,1-11 11 0,-3-1 16 0,-9 5 16 16,-2-3 21-16,-7-2 8 0,-3-3 16 15,-6-2 4-15,-8-2 1 0,-3-9-5 0,-6 2-9 16,-2 5-10-16,-2 4-10 16,-6 4-8-16,2 12-14 0,-3 6-7 0,-5 5-11 0,-4 8-5 15,-5 5-21-15,-12 10-38 16,4 4-66-16,2 5-63 0,1 5-76 0,2 0-94 15,8 3-105-15,8-7-101 0,7-1-134 16,5-4-109-16,6-5 89 0,0 0-581 0,2-1-714 16</inkml:trace>
  <inkml:trace contextRef="#ctx0" brushRef="#br0" timeOffset="188082.66">10061 10689 1058 0,'0'0'100'0,"0"-7"1"0,0 7-14 0,0 0 4 0,-2-13-3 0,2 13-10 0,-2-9 6 16,2 4-4-16,0 5 6 0,0-11-2 16,0 11-2-16,0-8-2 0,0 8-3 15,0-10-2-15,0 10-4 0,0-5-1 16,0 5-4-16,0 0-3 0,-1-7-6 0,1 7-7 16,0 0-6-16,0 0 1 0,-2-7-8 15,2 7-2-15,0 0-2 0,0 0-5 0,0 0-1 16,0 0-3-16,0 0 2 0,0 0 8 15,-17 12 7-15,11-5-3 0,-4 1 3 0,1 1-3 16,0 3 18-16,-3-2-3 0,-3 2 1 16,-1 3 1-16,4-4-2 0,-6 3-3 15,3 1-10-15,-2-3-4 0,-1 2 3 16,5-1-2-16,-2 1-3 0,1 1-7 0,0-1 1 16,2-1-1-16,1 3 2 0,-1 0-2 15,0-3-3-15,3 0 0 0,2-1 2 16,-1 1-5-16,-2 1-1 0,3-2-4 0,1 0 6 15,-2 0-6-15,3 0 1 0,-3 2-1 16,3-1-2-16,-4 1-8 0,6 0 3 0,-5-1 2 16,-1 7 2-16,3-4-6 0,-4 1 5 15,5 4-4-15,-3-2-1 0,1-1-3 0,-1 2 12 16,0-1-4-16,1 0 13 0,-2-2 5 16,2-3-3-16,2 1 1 0,-1-2 0 0,1 1 1 15,-1 0 1-15,-1 0-5 0,0-2 2 16,2 3-6-16,-5 0 8 0,2 4-4 15,1 0-4-15,-3 1 2 0,-4 6-4 16,3 1-2-16,2-7-1 0,1-3 0 16,0-3-4-16,3 0 2 0,1-4-2 0,1 0 2 15,-4-1 1-15,3-2 19 0,3 0 9 16,-3-1 11-16,0-3 5 0,4-3-2 0,-4 12 0 16,4-12 2-16,-3 6-3 0,3-6 0 15,-2 6-5-15,2-6-14 0,0 0 6 0,-4 4-7 16,4-4-2-16,0 0-6 15,0 0-20-15,0 0-38 0,0 0-42 0,0 0-56 0,0 0-79 16,0 0-72-16,0 0-104 16,0 0-184-16,0 0-52 0,0 0 80 0,0 0-303 15,4-22-328-15</inkml:trace>
  <inkml:trace contextRef="#ctx0" brushRef="#br0" timeOffset="188816.57">9652 11652 2157 0,'7'-6'-38'0,"-7"6"33"0,0 0 22 0,4-6 13 0,-4 6 13 16,0 0 12-16,0-5 19 0,0 5 6 0,0 0 13 16,-2-8 0-16,2 8 0 15,0 0 2-15,-9-9-10 0,5 6 3 0,4 3-3 16,-9-6-3-16,2 5-4 0,0-2 1 15,7 3-14-15,-13-5-1 0,3 5-9 16,10 0-3-16,-15-2 2 0,15 2-10 0,-17 3-5 16,6 1-1-16,-2-1 3 0,1 2 2 15,-6 3-3-15,5 0 1 0,-2 0 6 0,1-1-3 16,2 1-2-16,-2 2-9 0,1-2-1 16,-1 1 1-16,5 1-5 0,-1-2 5 0,-2 3-5 15,5 0 5-15,1 2 5 0,-1-2-13 16,1 3 6-16,0 2-6 0,2-1 1 15,3 1 2-15,-3-1-10 0,4-1 3 16,0-1-1-16,4 4-4 0,-3-1 4 0,5-2 1 16,0-1-3-16,5 3-8 0,2-1 12 15,1-1 2-15,1-1-2 0,4-1 4 16,12-1 0-16,-6-2-6 0,0-4 0 0,1-3 7 16,0-2 2-16,3-2 10 0,10-2 1 15,-3-2 4-15,-4-5 6 0,1 3 1 0,-5-2 5 16,-5-2 9-16,1-3 4 0,-2 2 0 15,-7 1 8-15,-2-4 5 0,7-3 7 0,-11-1-5 16,-2-1-6-16,-3-1 0 16,-2-2-4-16,-6-13-10 0,-3 2-6 0,-1-1-9 0,-6 0-6 15,0 5 2-15,-4 0-4 0,0 7-8 16,-2 1-5-16,-5 7-7 0,4 6-1 16,3 5-4-16,-4 3 0 0,1 5-5 15,-3 2-7-15,-10 7-33 0,2 4-53 16,3 1-37-16,-3 0-63 0,5 0-68 0,0 0-66 15,4-1-97-15,5-3-122 16,4-4-141-16,3-1 58 0,-3 0-409 0,4-1-502 0</inkml:trace>
  <inkml:trace contextRef="#ctx0" brushRef="#br0" timeOffset="193515.12">9743 11472 2725 0,'0'0'-55'0,"0"0"23"0,10-3 17 0,-10 3 19 0,0 0 22 16,0 0 24-16,5-1 22 0,-5 1 13 16,0 0 11-16,0 0 0 0,0 0 1 0,0 0-1 15,7-5 1-15,-7 5 0 0,0 0 6 16,0 0-3-16,0 0-6 0,0 0 7 0,0 0-4 16,0 0-5-16,0 0-3 0,0 0-5 15,0 0-1-15,0 0-9 0,0 0-2 0,0 0 0 16,0 0-9-16,0 0-10 0,0 0-1 15,0 0-6-15,0 0-5 0,-20-4-6 16,20 4-3-16,-9-4-5 0,9 4-3 16,-14 0 2-16,14 0-6 0,-15-1 1 15,5 1-7-15,10 0 2 0,-18 0 0 0,6 0-6 16,12 0 1-16,-23 1 1 0,11 1-1 16,1 0-3-16,0-2 1 0,1 2-2 0,10-2-5 15,-16 2 3-15,3-2 2 0,13 0-5 16,-14 2-5-16,6 1 9 0,0 0-3 0,2 0-2 15,6-3 1-15,-12 6 4 0,1-1-8 16,4 0 1-16,1-1 1 0,-1 2 1 0,3-2 0 16,-4 1 0-16,4-3 2 15,4-2-1-15,-11 8 1 0,9-5-1 0,2-3-1 0,-8 6-6 16,8-6 5-16,-5 5 3 16,5-5-3-16,-6 5 3 0,6-5-2 0,-6 5-3 15,3 0 2-15,3-5 3 0,-8 7-3 16,7-2-1-16,-6 0 3 0,3 1 1 15,1 0-4-15,-3-1 1 0,4 0-2 0,-1 1 1 16,-1-1 3-16,-1 1 0 0,3-1 0 16,-1 1-2-16,3-6 2 0,-6 8-1 0,2-2-8 15,4-6 6-15,-3 8 2 0,-1-3 1 16,4-5-5-16,-4 9-3 0,2-2 7 0,-2-1 0 16,2 0 2-16,0-1 4 0,0 1-11 15,2 2 2-15,0-8 1 0,-1 14 6 0,-1-7-4 16,0-3 2-16,2 4-4 15,0-8 2-15,0 12 0 0,2-7 0 0,0 1-8 16,-1 0 10-16,-1-6-1 0,2 10-6 16,0-3 7-16,0-2-8 0,2 2 6 0,-2-2 1 15,-2-5 0-15,2 12 0 0,0-5 0 16,0-2 1-16,2 3-3 0,-3-2 4 16,-1 2-5-16,2 1-9 0,2-1 11 15,2 1 1-15,-5-1-2 0,3-1 5 0,-1 3-2 16,1-3 0-16,-1-2-5 0,-1 2 3 0,4 0 0 15,-5 0 2-15,5-1-1 0,1 2-3 16,-2-2 4-16,2 2-1 0,-1 0-2 16,1 1 1-16,2 1-8 0,0-1 9 15,-2 1-5-15,5 0-2 0,-2-1 6 0,-3-3 1 16,2 2-2-16,1 0 1 0,-2-1 3 16,1-2 2-16,1 0 4 0,1-1 11 0,2-1 2 15,1 0 4-15,-1-3 4 0,1 2 2 16,-1-2-1-16,-13 0 9 0,28-2 4 15,-12-1-1-15,-3 0-1 0,1 0 3 0,-1-3 2 16,2 3 4-16,-2-2 1 0,2-1 1 16,-1 0-3-16,-1 2-2 0,1-3 2 0,-3 1-3 15,3 0-5-15,1-2-3 16,-6 0 1-16,3 1-7 0,-1-1 4 0,0 4-7 16,-1-6 1-16,1 2 1 0,-2 1 2 15,0 1-4-15,0-2 7 0,-2-1-5 0,4 3-7 16,-8-3 8-16,7-1-5 0,-5 3-1 15,1 0 0-15,-2-1 1 0,0 1 7 0,2 0 6 16,-5 2 17-16,3-2-13 0,-2 0 0 16,-2 7-1-16,4-13-2 0,-3 9-1 0,-1 4 19 15,0-12-14-15,0 12 2 0,2-14-7 16,-4 6-1-16,2-1-9 0,-1 2 1 0,-3-3-7 16,2 2 2-16,0-4-5 15,0 1-5-15,-3-5 5 0,-1 3-3 0,0-3-4 16,-2 1-4-16,3-1 9 0,-2-1-1 0,-4 3-2 15,0-3 1-15,4 5-6 0,-3-1 3 16,0 1-10-16,-1 3-4 0,-1 1 2 16,1 1 2-16,0 2-8 0,-3 3-18 15,1 1-39-15,-2 1-50 0,-4 3-58 0,3 2-72 16,-3 0-96-16,1 2-94 0,-2 2-111 16,2-1-195-16,-2 0-5 0,5 1 87 0,-2 2-525 15,1-2-644-15</inkml:trace>
  <inkml:trace contextRef="#ctx0" brushRef="#br0" timeOffset="197348.53">9907 12347 3190 0,'-6'7'69'0,"3"-2"13"0,-5 0-11 0,5-3 2 16,3-2-7-16,0 0 18 0,-9 3 6 0,9-3-7 15,0 0-5-15,14-18-6 0,-1 4-3 16,10-5-11-16,2 0-6 0,2 0-7 0,-2 3-1 15,-7 4-5-15,0 1-7 0,-5 5-4 16,-1-4-7-16,-3 3 0 0,-2 3-10 0,-1 2-3 16,-6 2 4-16,0 0-13 0,0 0 11 15,0 0-5-15,4 15 1 0,-14-7-2 16,1 4 4-16,-3-5-4 0,1 3 0 16,4-2 7-16,-1-1 11 0,0-3 16 0,2 0 26 15,1 2 18-15,5-6 3 0,0 0-9 16,0 0-6-16,0 0-10 0,0 0-6 15,0 0-6-15,16-27-7 0,-4 21-8 0,-2-3-30 16,0 3-51-16,-3-2-65 0,4 4-68 16,-3-2-62-16,2 2-67 0,-5 3-77 0,5 0-147 15,-10 1-46-15,14-3 60 0,-14 3-232 16,0 0-241-16</inkml:trace>
  <inkml:trace contextRef="#ctx0" brushRef="#br0" timeOffset="200798.19">11633 11192 2297 0,'-23'0'138'0,"-1"-2"-21"0,1 4-25 0,4-2 4 0,0 0 13 0,-4 0 23 0,4 0 12 16,0-2 9-16,6 2 8 0,-2 0 0 0,5 0-9 15,10 0-11-15,-21-2-19 0,21 2-12 16,-14-3-11-16,14 3-7 0,0 0-9 0,0 0-10 16,14-17-4-16,15 4-8 0,18-7-8 15,10-5-1-15,31-9-7 0,13-3-7 0,15-3 3 16,15-2-11-16,64-18-2 0,1 2-1 15,5-3-7-15,7 0 0 0,-4-1-2 0,-5-2-1 16,-8 6-2-16,-52 15-1 0,-11 2-2 16,-12 7-1-16,-14 3 1 0,-10 2-3 0,-33 14-1 15,-9-1-8-15,-16 6-5 16,-7 1-19-16,-9 1-11 0,-7 4-16 0,-8-2-23 16,-1 1-11-16,-2 5-13 0,-4-8-26 15,4 8-34-15,-12-6-51 0,-1 2-69 0,-5 2-90 16,-1 2-159-16,-10 2-23 0,-13 2 64 15,-15 4-194-15,-8 7-176 0</inkml:trace>
  <inkml:trace contextRef="#ctx0" brushRef="#br0" timeOffset="201830.32">11336 11277 1836 0,'0'0'48'0,"-2"-8"2"0,2 8-6 0,0 0 1 0,0 0 11 0,0 0 34 0,0 0 19 15,0 0 22-15,7 25 8 0,-4-9 5 16,1 3 2-16,3 4 1 0,-1 8-10 16,2 2-1-16,0-1-4 0,-5-6-8 0,3-2-11 15,-1-1-8-15,-1-4-9 0,4 3-14 16,-2-4-10-16,0-2 3 0,-3-1-11 15,1-4-10-15,1 2-5 0,-2-6-4 0,-1 1-1 16,2-2-7-16,0 2-1 0,-3-2 1 16,1-1-4-16,2-1 5 0,-4-4 0 0,16 4-10 15,-9-2 0-15,4-2-5 0,8 0 1 16,0-4-8-16,20-2 1 0,-1-5 0 16,12-2-3-16,0-3-2 0,8-4 0 15,3 1-11-15,1-4-11 0,1 0-17 0,7 1-6 0,13-8 10 16,6 1 0-16,5-4 3 15,4 1 2-15,-1-3 8 0,1 1-1 0,-2 0-1 16,0 1 0-16,4-1 6 0,-5 1 0 16,-7 4 1-16,0 2-1 0,-20 4 3 0,-3 3 0 15,2-1-1-15,-7 4 2 0,3-1-2 16,-2-1 6-16,-2 0 1 0,-1 0-2 16,-3-2 0-16,2 1 3 0,1-2-4 0,-1-3-4 15,-1 4 1-15,3-6 3 0,1 5 1 16,-5 1 0-16,0-4-1 0,-5 7 1 15,-3-2-1-15,-12 5-2 0,-5 4 2 16,-7 1 2-16,-3 2 3 0,-6 3 0 0,-2-1 0 16,-1 1-2-16,-1 2-6 0,-2 0 11 15,-1-1 8-15,-7 4 4 0,13-5 0 0,-7 1 3 0,-6 4-11 16,12-5 1-16,-12 5 2 16,11-6-1-16,-4 4-3 0,-7 2-3 0,12-5 0 15,-6 1 3-15,-6 4-3 0,13-6-3 16,-13 6-3-16,10-2 4 0,-10 2-1 0,0 0 1 15,9-4-3-15,-9 4 0 0,0 0 14 16,0 0 7-16,8-8 3 0,-8 8 0 0,2-7-6 16,-2 7-2-16,-6-20 1 0,0 7-4 15,3-5-3-15,-9-14 2 0,-1 0-2 16,-7-13-2-16,0 1-3 0,1-2 0 16,-3 1 1-16,0 6-1 0,1-3 4 15,2 13-1-15,0 1 2 0,2 4-3 0,-2 4-4 16,3 5-2-16,3 5 1 0,1-1-5 15,3 4-18-15,0 2-39 0,1 1-57 0,-2 0-66 16,10 4-66-16,0 0-75 0,-21 8-113 16,12-4-158-16,3 1 40 0,-1 2-308 0,-1 0-344 15</inkml:trace>
  <inkml:trace contextRef="#ctx0" brushRef="#br0" timeOffset="203064.13">11354 8494 2158 0,'1'-7'-101'0,"-1"1"33"0,2 0 15 0,-2 6 32 0,0-8 19 0,0 8 11 0,0 0 8 0,0 0 7 16,0 0 11-16,0 0 13 15,0 0 10-15,0 0 2 0,-23 20 2 0,18-6 0 16,-5 7 1-16,-3 4-2 0,0 2 2 16,3-6-2-16,0-1-2 0,3-3-2 0,-1 1-6 15,3-4-2-15,-2-2-8 0,4-2-1 16,-1 0-3-16,0-1-6 0,1-2-1 16,-1 0 4-16,2-2-5 0,2-5-3 0,-4 8-2 15,4-8-2-15,-1 4-6 0,1-4-11 16,0 0-24-16,0 0-20 0,0 0-36 0,0 0-47 15,0 0-66-15,-9-21-89 0,11 11-149 16,3-2-234-16,-2-2-157 0</inkml:trace>
  <inkml:trace contextRef="#ctx0" brushRef="#br0" timeOffset="203263.48">11318 8433 1666 0,'0'0'-71'0,"0"0"34"0,3-4 32 0,-3 4 27 16,0 0 14-16,0 0 19 0,0 0 7 15,20 14-3-15,-17-9 1 0,5 0-3 0,-1 3-5 16,3-1-3-16,1 0-2 0,0 3-3 16,3-4-4-16,-3 2-4 0,3 1-4 0,1-1-4 15,-2 0 0-15,-1 1-4 16,1-2-4-16,3 2-7 0,-5-1-22 0,-2 1-47 16,1-3-53-16,-3 0-68 0,-1-2-139 15,0 0-245-15,-6-4-64 0</inkml:trace>
  <inkml:trace contextRef="#ctx0" brushRef="#br0" timeOffset="203466.35">11393 8518 1517 0,'-13'8'7'16,"2"-3"15"-16,3 1 11 0,1 2 11 16,-1-4 11-16,5 0 12 0,-4 0 10 15,7-4 11-15,-6 4 2 0,6-4-3 16,-1 5 1-16,1-5-2 0,0 0-6 0,0 0-7 15,0 0-7-15,0 0-5 0,34-4-11 16,-20 2-2-16,0-1-27 0,4-1-49 16,-1 0-87-16,-5 0-122 0,-1 4-228 0,-4-2-153 15,-7 2-115-15</inkml:trace>
  <inkml:trace contextRef="#ctx0" brushRef="#br0" timeOffset="204146.92">10107 10226 1860 0,'0'0'67'0,"0"0"-9"0,0 0-6 0,0 0-5 0,0 0 15 16,0 0 14-16,0 0-2 0,0 21-6 16,2-12-2-16,0 0-8 0,-2 4-5 15,2-2-3-15,0-1-6 0,0 2-4 16,-1 1-6-16,-1-1 2 0,2 0-10 0,-2-3-22 16,2 3-32-16,1-4-41 0,-3-1-62 15,0-2-81-15,0-5-155 0,0 9-303 0,0-9-164 16</inkml:trace>
  <inkml:trace contextRef="#ctx0" brushRef="#br0" timeOffset="204563.11">10118 10161 1867 0,'11'-10'-21'0,"-6"-2"11"0,2 0 10 0,1 2 12 15,2 1 12-15,-1-1 10 0,2-2-1 16,3 3-4-16,-3-1-2 0,1 3-1 0,-2 2-5 15,-3 3 4-15,0 0-2 0,-7 2 2 16,12 6 5-16,-10 0-2 0,0 3-1 0,0 0-2 16,-4 2 1-16,2-2-6 0,-2 3 1 15,0-4-1-15,2 1 1 0,0 0 3 0,0-2 6 16,0-1 5-16,0-6 2 0,0 9-2 16,0-9 0-16,0 8-2 0,0-8 9 15,2 9 4-15,2-4 6 0,-4-5-2 16,7 7-3-16,1-4-3 0,-2 4-7 15,3-1 0-15,2-2-8 0,3 4 2 0,-3-2 2 0,3 1 3 16,-3 1 6-16,-1-4 5 16,-3 2 3-16,-1-2 11 0,0 1 18 0,0 1 38 15,-5 0 3-15,-1 2 0 0,0-8-2 16,-9 13-15-16,-1-3-10 0,-5 0-7 0,-1 1-10 16,-2-3-14-16,0 2 5 0,2-4-8 15,0 1-8-15,3-3-15 0,-3 4-26 0,5-1-40 16,0-2-46-16,-1 0-56 0,3 2-60 15,4-2-76-15,-4 0-112 0,6 0-190 16,3-5 39-16,0 0-239 0,0 0-260 16</inkml:trace>
  <inkml:trace contextRef="#ctx0" brushRef="#br0" timeOffset="205281.53">12263 9803 2007 0,'5'-2'-36'0,"-5"2"21"0,0 0 22 0,0 0 17 0,0 0 23 0,0 0 14 15,0 0 16-15,0 0 10 0,-27-3 5 0,27 3 5 16,-43 17 11-16,14 1 11 0,-7 6 16 15,-3 4 11-15,5 1 2 0,0 2 11 0,7-8-3 16,7 2-16-16,1-3-14 0,9-6-7 16,2-3-4-16,6-1 4 0,2-3-5 15,10-2-12-15,-4-4-9 0,7-1-3 16,4-2-13-16,10-3-8 0,9-4-13 0,2-4-44 16,0-2-73-16,3 1-103 0,-5-3-106 15,-6 6-130-15,-5-1-213 0,-10 6 52 16,-5 4 67-16,-10 0-216 0,0 0-204 0</inkml:trace>
  <inkml:trace contextRef="#ctx0" brushRef="#br0" timeOffset="206363.1">10082 11480 2007 0,'0'-11'85'0,"0"5"24"0,0-2 4 0,0 8-13 0,2-7-9 16,-2 7-10-16,0 0 45 16,0 0 26-16,0 0 1 0,21 20-15 0,-13-8-11 15,4 6-9-15,-1 1-11 0,4 4-12 16,-1-1-12-16,-5-4-11 0,0 2 0 15,1 1-6-15,-1-3-17 0,1-1-7 0,-4 2-30 16,2-5-35-16,-3 0-29 0,1-3-27 16,-3 0-30-16,1-4-31 0,1-2-58 0,-5-5-68 15,0 0-78-15,0 0-103 16,0 0-33-16,0 0-153 0,-11-32-130 0</inkml:trace>
  <inkml:trace contextRef="#ctx0" brushRef="#br0" timeOffset="206596.42">10094 11364 1848 0,'-2'-6'50'0,"-4"0"7"16,4 1 0-16,2 5 3 0,-2-7 5 0,2 7 1 16,0 0 16-16,0 0 21 0,16-5 13 15,-5 5-7-15,9 2 1 0,6 1-6 0,10 1-5 16,4 3-11-16,3 0-9 16,-2 2-13-16,-1 3 0 0,-4 2-5 0,-4-2 2 0,-5 8-6 15,-4-2 3-15,-10 3-2 0,-5 0-8 16,-4 1-6-16,-4 2 0 0,-4 0-9 0,-6 8-5 15,-3-1-16-15,-1 1-23 0,-6-6-29 16,-1-1-31-16,0-1-43 0,-2-4-44 16,0-2-66-16,2-6-71 0,5-7-144 15,0 1-55-15,3-2-159 0,4-1-147 16</inkml:trace>
  <inkml:trace contextRef="#ctx0" brushRef="#br0" timeOffset="207614.17">11628 11180 1832 0,'0'0'40'0,"0"-8"23"0,0 8 21 0,0 0 11 0,0-8 18 0,0 8 15 0,0 0 22 16,-4-9 7-16,4 9 4 0,-2-8 2 16,2 8-6-16,-1-5-1 0,1 5-19 15,-4-6-10-15,4 6-13 0,0 0-12 0,0 0-14 16,0 0-6-16,0 0 7 0,0 0-1 16,-7 32-6-16,6-10-7 0,-7 10-3 0,3 3-4 15,-3 1 1-15,5-2-4 0,-4-7-4 16,5-2-9-16,0-3-5 0,1 2-6 0,-1-7-4 15,4 2-1-15,-2-6-4 0,-2 1-5 16,2-4-12-16,0-1-11 0,0-2-12 16,2-2-40-16,-2-5-72 0,0 0-70 15,0 0-54-15,0 0-42 0,0 0-52 0,0 0-78 16,-2-26-113-16,0 16 8 0,0-2-231 16,0 0-241-16</inkml:trace>
  <inkml:trace contextRef="#ctx0" brushRef="#br0" timeOffset="207846.07">11585 11085 2279 0,'0'0'76'0,"0"0"-9"15,0 0 6-15,0 0 40 16,0 0 16-16,0 0 3 0,0 0 6 0,12 17-8 16,-4-9-18-16,2 4 0 0,-1-2-10 15,2 1-13-15,5 1-11 0,-1-2-6 0,1 3-5 16,-2 1-8-16,4-3-11 0,-3 3-7 15,0-3-39-15,-2 0-53 0,1 0-52 16,-3-1-52-16,-2-2-63 0,2 1-86 0,-8 0-137 16,1-1-68-16,-2-1 49 0,2-2-111 15,-3 0-72-15</inkml:trace>
  <inkml:trace contextRef="#ctx0" brushRef="#br0" timeOffset="208030.16">11676 11352 1640 0,'-14'4'101'0,"5"-2"18"0,3 0 16 0,6-2 31 16,0 0 16-16,0 0 4 16,-19 1-8-16,19-1-10 0,0 0-3 0,0 0-17 15,0 0-18-15,9-19-10 0,3 12-13 16,5-6-13-16,0 1-8 0,10-2-10 0,0 0-41 16,-5 1-59-16,-1 6-61 0,4-2-82 15,-3 0-104-15,-2 4-165 0,-3 0-92 0,-4 5 55 16,-2 0-157-16,-11 0-128 0</inkml:trace>
  <inkml:trace contextRef="#ctx0" brushRef="#br0" timeOffset="208345.83">11942 10965 1998 0,'-4'-5'141'0,"1"0"25"15,-3 2-5-15,6 3-2 0,-4-6-16 16,4 6-4-16,0 0 18 0,0 0 34 0,0 0 7 16,10 19-9-16,-3-2-11 15,11 7-4-15,-4 3-10 0,8 4-4 0,4 2-11 0,3 3-15 16,-2-1-12-16,0-2-12 16,-7-3-11-16,3-3-8 0,-2 1-11 0,-4-3-6 15,2 1-9-15,-5-7-7 0,-3-4-4 16,0 1-6-16,-2-4-6 0,-2-1-8 0,0-2-9 15,-3 0-23-15,2-1-36 0,-3-2-42 16,2-1-83-16,-5-5-101 0,0 0-95 16,0 0-120-16,0 0-176 0,0 0 52 0,0 0-386 15,-10-21-462-15</inkml:trace>
  <inkml:trace contextRef="#ctx0" brushRef="#br0" timeOffset="209130.56">12350 11044 2957 0,'-1'-5'97'0,"1"5"12"0,0-9 25 0,0 9 15 0,-4-5 7 0,4 5-9 0,0 0-11 0,0 0 13 0,0 0 7 16,0 0-11-16,0 0-16 0,15 15-12 15,-10-5-8-15,4 0-13 0,-4 1-8 16,2 1-10-16,-1 2-4 0,-1-1-12 16,4-1-8-16,-5 2-9 0,1 1-20 0,2-2-44 15,-3 1-52-15,0-2-83 0,-1 1-74 16,-1-1-70-16,-2-1-88 0,0-1-106 0,0-3-100 16,0-2 50-16,0-5-285 0,0 0-312 15</inkml:trace>
  <inkml:trace contextRef="#ctx0" brushRef="#br0" timeOffset="209529.84">12375 11023 2379 0,'-10'-2'40'0,"10"2"23"0,-11-4 30 0,11 4 21 16,-7-7 26-16,7 7 39 16,-4-9-6-16,4 9-14 0,4-12-17 0,-1 5-18 0,-3 7-13 15,11-10-10-15,0 5-11 16,-4 0-6-16,-7 5-11 0,18-4-5 0,-7 4-7 15,-11 0-9-15,18 4-3 0,-8 1-2 16,1 0-7-16,-1 2-4 0,0 1-3 0,-1 2-3 16,-2 1-1-16,2-2-5 0,-4 1-3 15,1 2 0-15,-1 0 3 0,-1-2-5 0,3 0-3 16,0 2 5-16,-2-2-3 0,1 1 3 16,1-3 2-16,-1 2 4 0,2-2 8 15,0 1 1-15,-1-3 1 0,0 0 7 16,0 2-1-16,0-3 3 0,-3 2 6 0,2-4 7 15,-6-3 7-15,5 8 5 0,-3-4 5 16,-2-4 1-16,6 7-1 0,-6-7-8 16,0 0 3-16,2 8-3 0,-2-8-10 0,-3 10-6 15,-6-2-5-15,4-1-7 0,-5 0-7 16,0-1-23-16,1-1-27 0,2 1-44 0,-3-1-57 16,2-2-92-16,1 1-85 0,7-4-92 15,-13 0-104-15,13 0-178 0,0 0 51 0,-16-9-417 16,16 9-510-16</inkml:trace>
  <inkml:trace contextRef="#ctx0" brushRef="#br0" timeOffset="209895.8">12623 10771 2751 0,'0'-3'6'0,"0"3"39"0,4-7 34 0,-4 7 34 0,0 0 21 0,1-9 17 0,-1 9 14 0,0 0-12 0,0 0-14 16,6-6-6-16,-6 6 12 0,0 0 13 15,23 18-6-15,-2 3-9 0,0 4-10 16,2 4-12-16,5 4-5 0,-1 5-16 0,4-4-4 15,-4 4-10-15,-7-9-10 0,1 0-3 16,-2 0-9-16,-2-1-8 0,-5-7-6 16,-1-3-2-16,-2-1-6 0,-2-2-5 0,0-3-3 15,-3-2-4-15,2 0-8 0,-3-1-17 16,1-3-24-16,1 2-45 0,-4-2-58 16,-1-6-100-16,0 9-111 0,0-9-141 15,0 0-202-15,-10 2 61 0,10-2 69 0,0 0-333 0,0 0-363 16</inkml:trace>
  <inkml:trace contextRef="#ctx0" brushRef="#br0" timeOffset="210463.13">13152 10824 2405 0,'2'-6'-17'16,"0"-2"24"-16,3 3 22 0,-5 5 35 0,0-7 33 0,0 7 27 0,0 0 24 0,0 0 3 16,0 0-16-16,0 0-10 0,0 0-10 15,-25 12-6-15,13 4 1 0,-5 9 2 0,1 0-2 16,3 2 3-16,1-2-4 0,5-1 4 16,3-4 7-16,2-5 7 0,4-1-1 15,0 2 8-15,4-3-2 0,0 1-6 16,3-2-13-16,2-4-9 0,0 1-8 0,2-2-10 15,-1 0-9-15,2-1-10 0,1-6-32 16,-1 3-54-16,3-3-65 0,-2 0-89 0,-2-3-89 16,1-1-86-16,3-2-115 0,-7 1-171 15,5-2 36-15,-6 0-396 0,3 1-469 0</inkml:trace>
  <inkml:trace contextRef="#ctx0" brushRef="#br0" timeOffset="211578.55">12541 11463 2620 0,'0'0'23'0,"-11"5"30"0,2-2 21 0,9-3 36 0,-16 7 40 0,6-5 38 0,10-2 27 15,-13 0 16-15,13 0-2 0,0 0-4 0,0 0-20 16,-13-8-19-16,13 8-19 0,20-25-13 16,5 3-16-16,9-6-16 0,5 0-13 0,1 1-10 15,-2 3-9-15,-8 4-8 0,-1 4-12 16,-10 2-5-16,-2 4-9 0,-5 3-7 16,-5 0-3-16,2 2-3 0,-5 2 3 0,-4 3-3 15,0 0-6-15,0 0-5 16,0 0-2-16,-32 14 3 0,3 0 0 0,-1 1 0 15,-3-1 5-15,3 1-7 0,-3 0 3 16,8-1-4-16,5-4-1 0,4-3-8 0,5 0 1 16,2-1-2-16,-1-4 2 0,4 2-1 15,6-4-7-15,-11 7 3 0,11-7-5 0,-2 5 4 16,2-5 0-16,0 0-2 0,0 0-6 16,0 0 2-16,0 0 0 0,15 8-6 0,-15-8 1 15,9 3 0-15,-9-3-13 0,0 0-12 16,12 5-16-16,-12-5-29 0,10 3-34 15,-10-3-56-15,5 3-76 0,-5-3-93 0,9 3-98 16,-9-3-136-16,0 0-140 0,0 0 63 16,7 2-465-16,-7-2-570 0</inkml:trace>
  <inkml:trace contextRef="#ctx0" brushRef="#br0" timeOffset="212128.33">12682 11605 3104 0,'-16'1'-14'0,"3"-1"7"0,-2 2 18 0,2-2 26 0,13 0 30 0,-21-3 32 0,21 3 3 16,-17-4-5-16,10 3 2 0,7 1-9 0,-9-11-7 16,11 2-6-16,4 0-14 0,2-4-3 15,7-2-10-15,8-2-5 0,-2 0-18 0,3 1-20 16,-3 3-19-16,-5 2-15 0,-1 3 0 16,-1 2-7-16,-5 2-4 0,-2 0 4 0,-1 2 1 15,-6 2 6-15,0 0 8 0,0 0 13 16,0 0 11-16,-33 23 19 0,7-8 26 15,-5 0 22-15,4-2 5 0,2 4 18 16,3-7 5-16,7-2-2 0,4-3-4 0,-1-1-11 16,6-1-7-16,6-3-11 0,-9 2-6 15,9-2-7-15,0 0-32 0,0 0-51 16,0 0-72-16,38-14-82 0,-23 8-98 0,2 2-141 16,0-1-187-16,-1 2 54 0,-3-2-333 15,0 3-372-15</inkml:trace>
  <inkml:trace contextRef="#ctx0" brushRef="#br0" timeOffset="213145.73">13503 10623 2701 0,'-9'-13'100'0,"3"2"27"0,-4 3 34 0,5 2 33 0,-1 1 34 16,3-1 25-16,3 6 2 0,-9-10-15 0,9 10-29 16,-3-6-22-16,3 6-11 0,0 0 28 15,5 22-6-15,4-1-5 0,3 8-12 16,4 4-20-16,6 7-6 0,1-1 0 0,2-1-4 15,-2 0-19-15,6-5-11 16,-9-4-12-16,2-2-10 0,-3-2-11 0,0 0-6 16,-7-7-11-16,-3 0-3 0,-2-7-14 15,1 2-9-15,-2-1-12 0,0-4-26 0,-5-1-36 16,3 0-30-16,0-4-66 0,-4-3-103 16,0 0-134-16,0 0-119 0,0 0-125 0,0 0-161 15,-6-25 64-15,3 11-606 0,-3-2-764 16</inkml:trace>
  <inkml:trace contextRef="#ctx0" brushRef="#br0" timeOffset="213378.33">13780 10593 3867 0,'-2'-15'73'0,"-4"5"36"0,4 0 33 16,2 3 13-16,-3 1-2 0,3 6-14 15,-5-9-20-15,5 9-9 0,0 0-9 0,0 0-6 16,5 26-9-16,-2-10-11 0,5 3-6 15,-3 1-6-15,3 1-6 0,6 6-5 0,-11-6-6 16,3-1-3-16,-3-4-5 0,-1 1-6 16,0-2-8-16,0-1-36 0,0-1-50 0,1-1-66 15,-3-5-82-15,2 3-84 0,-4-6-105 16,2-4-139-16,0 0-99 0,0 0 58 0,0 0-370 16,0 0-427-16</inkml:trace>
  <inkml:trace contextRef="#ctx0" brushRef="#br0" timeOffset="213595.34">13724 10594 2567 0,'-9'-18'61'0,"2"0"42"0,-4 5 44 16,6 3 38-16,-1 1 21 0,3 1 13 0,-1 2 8 16,-1-1-1-16,5 7-6 0,0 0 17 15,10-12 12-15,0 11 2 0,4-1-22 0,2 7-17 16,5 2-9-16,8 5-1 0,2 1-17 16,-1 3-15-16,-1 5-21 0,-3 0-13 0,-2-3-16 15,1 3-11-15,-1-1-3 0,-3-1-14 16,-12 0-11-16,-2-2-12 0,-5 1-17 0,-2-3-38 15,-2 2-46-15,-7 2-70 0,-7 6-79 16,-6-2-102-16,-12 6-121 0,-8-6-125 16,-5 2-173-16,-5-4-19 0,-4 1 70 15,5 4-513-15,-2-2-630 0</inkml:trace>
  <inkml:trace contextRef="#ctx0" brushRef="#br0" timeOffset="213878.23">12487 11879 3386 0,'-27'8'213'0,"5"-1"-3"15,5 0 37-15,4-3 38 0,1-1 27 16,2-1 7-16,10-2-18 0,0 0-29 15,6-17-30-15,37-13-24 0,30-18-28 0,26-10-22 16,12-10-72-16,43-27-78 0,15 6-47 16,7-4-38-16,10 4-44 0,-8-3-32 0,-3 12-29 15,-12 5-35-15,-46 24-61 0,-15 5-78 16,-21 7-94-16,-29 16-98 0,-8 0-99 16,-20 9 43-16,-12 8-401 0,-12 3-471 15</inkml:trace>
  <inkml:trace contextRef="#ctx0" brushRef="#br0" timeOffset="214077.69">12022 12063 3189 0,'-26'15'262'16,"7"-5"-27"-16,5-4-22 0,7 0-17 16,7-4-12-16,0-2 7 0,0 0-4 0,66-31-16 15,-5 2-15-15,24-12-18 0,11-6-11 16,12-3-21-16,3-3-41 0,10-4-34 15,36-18-55-15,2 0-67 0,-37 17-98 16,36-17-100-16,-39 19-118 0,-5 5-173 0,-4 3-53 0,-9 5 75 16,-15 7-354-16,-25 5-392 15</inkml:trace>
  <inkml:trace contextRef="#ctx0" brushRef="#br0" timeOffset="-206570.02">9684 12032 1480 0,'4'-14'445'0,"0"4"-141"0,-3 3-83 0,-1-1-22 0,0 2-11 0,0 6-9 0,-1-8-5 0,1 8-13 16,0-7 7-16,0 7-7 0,0 0-6 16,-6-6-12-16,6 6-10 0,0 0 11 15,-13 21 11-15,-1 8 6 0,-4 12-2 16,-2 7-7-16,-1 4-3 0,1 3-9 0,-1-1-11 15,-1 2-10-15,1-2-9 0,4-4-13 16,0-1-8-16,9-12-9 0,-3-4-8 0,1-2-6 16,5-10-11-16,-1-1-2 0,2-5-6 15,3-3-2-15,-3-2-7 0,2 0-3 0,0-1-2 16,2 0-2-16,-2-4-7 0,1 1-14 16,-4-1-17-16,5-5-20 0,-2 11-52 15,0-8-51-15,2-3-63 0,-9 9-78 16,7-6-69-16,-2 2-72 0,4-5-149 0,-10 7-113 15,8-2 61-15,2-5-406 0,-1 11-495 16</inkml:trace>
  <inkml:trace contextRef="#ctx0" brushRef="#br0" timeOffset="-205852.65">9559 12853 2790 0,'0'-10'25'0,"0"1"44"0,1 2 33 0,-1 7 43 15,-1-11 30-15,1 11 18 0,1-8 11 0,-1 8-6 0,0 0-18 0,0 0-13 16,0 0 18-16,0 0 9 0,0 0 2 15,20 37-16-15,-11-6-16 0,2-2-15 0,1 5-16 16,1 0-10-16,-2 0-11 16,1-1-15-16,-1-2 4 0,-1-2-24 0,2-7-11 15,-7-3-15-15,1-3-42 0,-3-5-42 16,2 1-40-16,0-1-36 0,-5-3-61 0,2-4-95 16,-2-4-82-16,0 0-99 0,0 0-115 15,0 0-93-15,0 0 55 0,-10-33-363 0,6 13-440 16</inkml:trace>
  <inkml:trace contextRef="#ctx0" brushRef="#br0" timeOffset="-205670.47">9632 12862 2943 0,'-7'-12'166'0,"3"9"22"0,4 3 18 16,-5-8 4-16,5 8 4 0,-4-14-4 16,2 7-9-16,4-1-18 0,0-4-18 0,2 3-21 15,1-5-9-15,4-1-19 0,3 1-13 16,0-3-10-16,1 2-62 0,-1 1-79 0,0 4-104 15,2 2-107-15,-3 2-127 0,1 5-188 16,-1 2-65-16,-3 6 71 0,-3 5-344 16,2 2-394-16</inkml:trace>
  <inkml:trace contextRef="#ctx0" brushRef="#br0" timeOffset="-205501.37">9657 13126 2746 0,'-3'7'175'0,"-1"-1"17"0,0-2 8 16,4-4 7-16,-2 8 12 15,2-8-3-15,0 0-10 0,0 0-21 0,0 0-17 16,0 0-19-16,0 0-16 0,19-18-11 16,-1 6-10-16,8-9-24 0,10-4-60 15,0-4-75-15,0 2-94 0,-7 6-91 0,0 1-88 16,-3 0-97-16,-8 6-132 0,-1 4-39 16,-7 4 55-16,-3 4-256 0,-7 2-277 15</inkml:trace>
  <inkml:trace contextRef="#ctx0" brushRef="#br0" timeOffset="-205336.71">9852 13104 2196 0,'-8'12'68'16,"2"-4"43"-16,1-2 24 0,-1 1 23 0,5-3 16 16,1-4 1-16,-4 6-8 0,4-6-14 15,0 0-11-15,0 0-6 0,0 0-10 16,0 0-10-16,0 0-16 0,41-17-15 0,-24 8-54 16,6-11-81-16,0 2-97 0,0-5-112 15,-1 1-158-15,-2 1-138 0,-3-1 42 0,-2 3-212 16,-3 2-218-16</inkml:trace>
  <inkml:trace contextRef="#ctx0" brushRef="#br0" timeOffset="-204986.33">9450 12792 2348 0,'-38'30'189'0,"-2"7"9"16,1 9 27-16,5 5 25 0,2 22 23 0,9-9 12 15,8 5 0-15,6 3-1 0,5 1-10 16,9-3 13-16,10-2-39 0,8-5-22 0,8-10-16 16,8-7-24-16,8-7-12 0,8-13-14 15,6-7-14-15,9-11-19 0,7-14-7 0,20-15-20 16,0-15-17-16,2-10-45 0,-6-10-43 16,-3-6-46-16,-10-4-31 0,-10 3-10 15,-12 2 8-15,-22 11 12 0,-11 4 10 0,-13-5 8 16,-7 16 13-16,-13 2 13 15,-14-9 11-15,-15 5 4 0,-9 3-1 0,-11 0-3 16,-21-4 5-16,-9 3 1 0,-3 6-6 16,21 11-10-16,0 7-9 0,3 5-12 0,14 6-22 15,-5 8-36-15,8 5-46 0,1 8-57 16,8 4-79-16,6 4-101 0,11-3-162 0,5 3-117 16,5-2 78-16,4-8-400 0,7-4-466 15</inkml:trace>
  <inkml:trace contextRef="#ctx0" brushRef="#br0" timeOffset="-203387.09">9951 12119 2594 0,'-2'-7'-7'0,"2"7"36"0,-1-5 18 0,1 5 13 0,0 0 8 0,-7-5 11 16,7 5 12-16,0 0 6 0,0 0-4 15,0 0 41-15,0 0 8 0,0 0-1 0,0 0-12 16,0 0-10-16,0 0-10 0,0 0-12 15,33 7-10-15,-22-2-8 0,-3-2-11 16,2 2-5-16,-1-1-25 0,2-1-53 16,1 1-70-16,-3 1-74 0,4-2-71 0,-1-1-86 15,0 1-116-15,-1-2-114 0,-11-1 43 16,15 0-202-16,-4 1-197 0</inkml:trace>
  <inkml:trace contextRef="#ctx0" brushRef="#br0" timeOffset="-203202.69">10301 12206 1910 0,'9'4'33'16,"-6"0"22"-16,-3-4 8 0,6 2 7 0,-6-2 15 16,0 0 27-16,7 6 7 15,-7-6 3-15,8 3 2 0,-8-3-11 0,8 4-6 0,-8-4-12 16,9 6-12-16,0-6-4 16,0 4-8-16,0 0-10 0,0-2-34 0,3 0-43 15,-1 2-53-15,0-3-61 0,1 3-75 16,-2 0-72-16,-3 0-123 0,5 2-62 0,-5 0-140 15,3-2-102-15</inkml:trace>
  <inkml:trace contextRef="#ctx0" brushRef="#br0" timeOffset="-203020.46">10615 12355 1712 0,'5'2'31'0,"-5"-2"19"0,7 6 25 16,-7-6 22-16,10 5 9 15,-10-5 13-15,4 1 3 0,-4-1 5 0,0 0-10 0,10 4-6 16,-10-4-9-16,0 0-7 15,11 3-13-15,-11-3-5 0,12 2-28 0,-12-2-41 16,13 2-56-16,-8 0-70 0,-5-2-89 16,16 1-150-16,-9 2-112 0,1 1-171 15,-1-1-137-15</inkml:trace>
  <inkml:trace contextRef="#ctx0" brushRef="#br0" timeOffset="-202654.97">10894 12579 1830 0,'0'0'56'0,"-3"5"24"0,3-5 24 16,0 0 30-16,0 0 39 0,0 0 31 16,0 0 11-16,0 0 15 0,0 0 2 15,0 0-3-15,0 0 1 0,0 0-7 0,0 0 1 16,0 0-7-16,-6 7 0 0,6-7-21 16,0 0-14-16,0 0-17 0,0 0-18 15,0 0-12-15,0 0-11 0,0 0-10 16,0 0-18-16,0 0-14 0,0 0-5 0,0 0-12 15,0 0-37-15,0 0-37 0,0 0-55 16,0 0-65-16,-4 8-108 0,0-2-124 0,4-6-175 16,-6 6-161-16,4 0 59 0,2-6-497 15,0 0-604-15</inkml:trace>
  <inkml:trace contextRef="#ctx0" brushRef="#br0" timeOffset="-196638.54">22042 735 1232 0,'0'-7'330'0,"0"7"-85"0,0 0-47 0,0 0-42 15,-5-8-34-15,5 8-2 16,0 0 6-16,0 0 3 0,-27 17 8 0,14-3 1 16,-2 8 1-16,-7 0 8 0,7 4-11 15,-2 1 0-15,2 0-11 0,1-2-8 0,7-2-12 16,-2-6-12-16,3-1-2 0,2 0-16 15,-4-1 1-15,4-4-11 0,1 1-8 16,-3 0-5-16,4-4-18 0,-1-1-35 0,-1-2-49 16,4-5-76-16,-7 7-93 0,7-7-98 15,0 0-99-15,0 0-129 0,-9-15-28 16,11 3-153-16,2-4-218 0</inkml:trace>
  <inkml:trace contextRef="#ctx0" brushRef="#br0" timeOffset="-196469.87">21933 811 1931 0,'7'-12'22'16,"-5"3"33"-16,1 2 12 0,-1 2 2 0,-2 5 9 15,0 0 55-15,0 0 24 16,0 0 10-16,23 14 0 0,-15-7-4 0,1 3-16 16,5 2-12-16,1 2-9 0,-1 2-8 15,8 2-8-15,-5-3-14 0,6 4-10 16,-6-5-7-16,-1-2-62 0,-3-1-58 0,1 1-65 16,-3-2-72-16,-4-3-94 0,-1 0-146 15,-2-2-172-15,0-1 51 0,-4-4-66 0,0 0-105 16</inkml:trace>
  <inkml:trace contextRef="#ctx0" brushRef="#br0" timeOffset="-196321.9">22077 927 1679 0,'-17'4'58'0,"-1"0"30"16,2 2 18-16,0 0 13 0,3-1 8 0,3-1-10 16,1 0-4-16,1 1-10 0,3 0-4 15,-2 1-5-15,7-6-13 0,0 9-2 0,0-9-5 16,14 6-42-16,3-4-73 0,2-4-93 15,10-2-149-15,7-6-253 0,-4 0-136 16,2-1-167-16</inkml:trace>
  <inkml:trace contextRef="#ctx0" brushRef="#br0" timeOffset="-195952.71">21825 576 1945 0,'-34'5'30'16,"2"4"26"-16,-4 7 28 0,-9 11 20 0,4 4 16 16,-2 6 31-16,9 6 11 0,2 3 7 15,7 2 18-15,8 2 7 0,7 3 2 16,15 4-6-16,6-1-1 0,10-1-9 0,11-4-13 16,6-5-12-16,20 6-12 0,12-7-25 15,7-11-10-15,-7-13-8 0,2-6-10 16,4-8-5-16,-4-5-28 0,3-8-15 15,-4-6-9-15,-3-5-10 0,-5-3-3 16,-6-8 1-16,-5 1-1 0,-11-2 4 0,-4-5 3 16,-8-4 3-16,-12 5-10 0,-6-4 3 15,-9-3-6-15,-4-5-7 0,-13-9-5 0,-8-2-3 16,-10 5-6-16,-4 5-8 0,-8 10-20 16,-7 10-35-16,-9 13-58 0,-4 9-54 15,-8 15-61-15,-22 7-71 0,1 13-111 0,-1 5-241 16,9 7 29-16,0 3 77 15,4 4-141-15,10 1-191 0</inkml:trace>
  <inkml:trace contextRef="#ctx0" brushRef="#br0" timeOffset="-195672.67">21460 1481 2223 0,'1'-10'158'0,"5"3"6"16,-6 7-16-16,0-7-3 0,0 7 17 16,0 0 9-16,0 0 21 15,-43 20 9-15,7 9-6 0,-5 4-14 0,-4 4-17 0,-2 0-14 16,0 3-18-16,3-1-20 16,1-1-10-16,-6-1-12 0,10-2-10 0,-1 1-9 15,1-7-1-15,9-1-11 0,5-5-13 16,3-6-48-16,4 1-65 0,3-7-62 15,1 1-109-15,5-4-142 0,2-2-237 0,-3 0-34 16,0-1 76-16,1-1-227 0,1 4-289 16</inkml:trace>
  <inkml:trace contextRef="#ctx0" brushRef="#br0" timeOffset="-195421.88">20441 2406 2352 0,'0'0'266'15,"-18"-5"17"-15,18 5-26 0,0 0-23 0,-10-4-16 16,10 4-17-16,0 0-25 0,0 0-15 16,0 0-18-16,-8 13-13 0,12 0-14 15,-2-1-10-15,4 3-8 0,-2 1-24 0,0 0-45 16,1 3-78-16,3-3-79 15,-5-1-98-15,6-1-103 0,-6-1-137 0,-1-5-172 16,4 1 51-16,-2-3-237 0,-3-3-309 16</inkml:trace>
  <inkml:trace contextRef="#ctx0" brushRef="#br0" timeOffset="-195067.13">20527 2352 2156 0,'6'-10'-7'0,"0"2"14"16,4 1 8-16,-5 1 18 0,4 2 20 15,2 0 17-15,-11 4 6 0,20 0 7 0,-20 0 4 16,25 4 3-16,-13 0 4 0,1 4-1 16,-6-3 12-16,5 5 24 0,-4-2 21 15,-5 3 4-15,1 1 7 0,-2 2-2 16,-2-1-3-16,-4 3-6 0,4-4-7 0,-4-1-6 16,4 0-5-16,0-3-6 0,-1-1-11 15,1-7-5-15,0 14-11 0,0-14-9 16,1 12-7-16,3-7-2 0,0 0 0 0,1 2-3 15,6 0 1-15,-4 0-7 0,0-1-7 16,5 2-8-16,-1 0-3 0,2 1-9 0,1-1-1 16,-3 0-4-16,-1 1-4 0,-2 1 2 15,-3 0 6-15,-3 1 5 0,2-1 8 16,-8 4-5-16,-1-1 3 0,-6 3-7 0,-9 5-5 16,-1-2-3-16,-2-2-9 0,-3-5-14 15,3-2-30-15,0-3-58 0,2-4-76 0,-2-1-97 16,2-4-109-16,-9-6-132 15,5-2-174-15,-2-6-46 0,4-6 62 16,2-3-355-16,6-1-475 0</inkml:trace>
  <inkml:trace contextRef="#ctx0" brushRef="#br0" timeOffset="-194722.43">20461 2102 2731 0,'-15'4'-41'16,"-2"9"26"-16,-19 13 46 0,-2 6 31 15,-5 6 31-15,5 3 36 0,0 5 24 16,6 6 13-16,2 3-2 0,3 6 17 16,6 1 1-16,8-2-16 0,2 0-12 0,11-11-12 15,8 3-9-15,8-2-12 0,7-7-6 16,7-5-9-16,13-5-8 0,6-6-9 16,6-8-8-16,6-9-11 0,7-8-29 0,6-7-23 15,5-7-31-15,16-11-37 0,-4-4-26 16,-1-6-28-16,-10-4-2 0,-8-3 17 0,-20 9 12 15,-10-5 26-15,-14 2 31 0,-10 1 27 16,-11-1 3-16,-7 4-6 0,-9-9 2 16,-12-7 1-16,-11 0-4 0,-20-14-4 15,-7 9 2-15,-4 2-6 0,9 16 1 0,2 4-21 16,-6 8-25-16,3 7-42 0,9 10-35 16,2 8-54-16,3 4-74 0,-9 7-112 15,14-3-203-15,13-3-14 0,5 0 70 0,9-3-114 16,5-4-127-16</inkml:trace>
  <inkml:trace contextRef="#ctx0" brushRef="#br0" timeOffset="-194305.55">21545 1596 1760 0,'-5'-8'123'0,"-2"1"20"0,2 3 5 0,5 4 2 0,0 0 16 0,-7-7 25 0,7 7 12 0,0 0-3 0,0 0-18 16,-8-6-24-16,8 6-13 0,0 0-13 15,0 0 8-15,20 29 9 16,5-5 3-16,18 8 0 0,10 4-22 0,21 7-9 16,10 2-10-16,8-4-13 0,-5 0-7 15,-3-1-16-15,-7-7-28 0,-20-5-22 0,-6 0-5 16,-2-3-10-16,-14-7-1 0,-7-1 2 16,1-3-2-16,-10-3-1 0,-4-3-3 15,-4 0 6-15,-1-4 1 0,0 1-2 0,-3-2-8 16,1 0-30-16,-8-3-59 0,10 4-80 15,-10-4-121-15,7 2-161 0,-7-2-236 0,0 0 65 16,0 0 73-16,4 10-211 0,-6-2-248 16</inkml:trace>
  <inkml:trace contextRef="#ctx0" brushRef="#br0" timeOffset="-194038.92">22502 2329 2159 0,'-4'-8'238'16,"-3"4"33"-16,1-2-18 0,6 6-12 0,-8-6-8 15,8 6-3-15,0 0-12 0,0 0 5 16,0 0 2-16,-22 18-8 0,9-3-22 0,6 5-1 16,2 2-24-16,1 2-8 0,0 2-19 15,4 1-7-15,6 7-21 16,-1 1-9-16,3-5-7 0,0-6-21 0,-1-3-28 15,3-3-36-15,1 0-52 0,1-3-64 16,-1-7-76-16,3 2-114 0,0-7-120 0,2-3-201 16,4-1-95-16,0-5 77 0,-1 0-388 15,12-8-494-15</inkml:trace>
  <inkml:trace contextRef="#ctx0" brushRef="#br0" timeOffset="-193689.64">22485 2167 3046 0,'-41'3'89'0,"3"8"37"0,-7 6 29 15,3 5 37-15,2 7 43 0,6 6 16 0,0 4 19 16,1 6-12-16,8 3-13 0,10 3-6 16,5 4-17-16,10-12-13 0,8 9-27 0,8-3-7 15,4-3-18-15,8-6-14 0,9-3-21 16,3-8-41-16,5-3-58 0,2-8-29 15,-8-9-35-15,6-7-18 0,-2-4-14 0,1-7-17 16,13-7-12-16,-4-3-5 16,-1-3 1-16,0-6 10 0,-9-2 8 0,-1-3 15 15,-3-8 28-15,-11 3 29 0,1-3 27 16,-11-2 15-16,-6-5 12 0,-8 4 4 0,-6-3 5 16,-8-11-6-16,-7 4-4 0,-4 3-8 15,-6 7-7-15,-10 8-6 0,-8 8-4 0,-6 11-31 16,-10 11-33-16,-8 6-71 0,-1 5-101 15,0 7-123-15,1 6-189 0,-2 5-186 16,-8 6 72-16,0 7-427 0,18-7-548 0</inkml:trace>
  <inkml:trace contextRef="#ctx0" brushRef="#br0" timeOffset="-193056.79">20733 3107 3210 0,'-1'-7'86'0,"1"7"18"0,-2-13 22 0,0 7 10 0,2 6 6 0,0 0-6 0,-6-9-8 0,6 9-11 15,0 0 9-15,0 0 18 0,-25 29 13 16,4 0 9-16,0 10-1 0,-5 2 3 0,-1-1 8 16,2 2-7-16,-2 1-13 0,3-2-8 15,-3-4-14-15,6-5-9 0,2-4-10 16,1-1-8-16,4 0-15 0,0-6 0 0,5-6-19 16,-1-1-2-16,1-4-13 15,3 0-7-15,0-1-29 0,1-2-36 0,1-2-44 0,-2 1-71 16,6-6-86-16,-10 9-117 15,6-5-128-15,4-4-159 0,-9 5-130 0,4 0 69 0,5-5-491 16,-9 8-638-16</inkml:trace>
  <inkml:trace contextRef="#ctx0" brushRef="#br0" timeOffset="-192821">20283 3870 3425 0,'0'0'137'0,"-18"-2"19"0,18 2 19 0,0 0 9 16,0 0 4-16,0 0-12 16,0 0-17-16,-14 3-13 0,14-3 3 0,0 14-6 15,0-4-14-15,2 4-11 0,0 3-11 16,0 0 3-16,0 2-9 0,-1-1-9 0,-1-2-31 16,0 4-41-16,2-6-57 0,-2 1-65 15,5-1-78-15,-3-5-89 0,0 0-83 0,-2-3-102 16,0-6-181-16,5 2 1 0,-5-2 75 15,0 0-310-15,0 0-352 0</inkml:trace>
  <inkml:trace contextRef="#ctx0" brushRef="#br0" timeOffset="-192551.92">20297 3785 2767 0,'-3'-2'233'0,"3"2"-7"0,-9-4 5 16,9 4 5-16,0 0-14 0,0 0-12 15,0 0 15-15,0 0 7 0,0 0-10 0,25 19-22 16,-7-7-12-16,6 3-18 0,3 2-17 16,-1 0-15-16,-1 2-12 0,0-2-15 0,-2 1-11 15,-2 0-9-15,-6-2-8 0,-3-1-8 16,-7-1 12-16,2 2-30 0,-7-1-2 0,0-3 0 16,-9 5-7-16,4-1-7 0,-6-1-5 15,-1 1-1-15,-3-3-17 0,-3 1-31 16,2-2-52-16,0 0-60 0,-3-3-77 0,-2 1-95 15,2-1-102-15,-1-3-128 0,-4 1-199 16,7 0 38-16,0-4 73 0,1-3-410 16,7 0-500-16</inkml:trace>
  <inkml:trace contextRef="#ctx0" brushRef="#br0" timeOffset="-192173.71">20348 3781 3062 0,'-11'-7'98'16,"-5"1"-4"-16,5 1-7 16,0 4 12-16,-1-2 2 0,12 3 4 0,-25 8 10 15,10 4 9-15,-6 9 3 0,1 8-5 16,-5 12-1-16,6 5-2 0,0 5 2 0,7 3-3 16,3-4-8-16,5-7-4 0,6 3-12 15,4-6-9-15,5 9-6 0,8-8-7 16,6-6-6-16,5-3-6 0,-3-12-4 0,9-2-7 15,0-7-8-15,9-7-1 0,-4-6-12 16,4-6-17-16,9-6-19 0,1-7-13 0,-1-2-16 16,0-12-8-16,-9-1 0 15,-2-2 3-15,-2 0 7 0,-9-6 6 0,-5 1 12 16,-7-2 23-16,-9 7 10 0,-6-3 12 16,-9 0 3-16,-9-9-3 0,-6 3-4 0,-8 1-3 15,-1 8-7-15,-12 6-5 0,-3 7-19 16,-4 8-28-16,1 13-45 0,-7 1-75 15,-10 10-73-15,0 4-84 0,-2 3-110 0,8 3-150 16,5 3-44-16,9-2 66 0,10-2-264 16,12-4-303-16</inkml:trace>
  <inkml:trace contextRef="#ctx0" brushRef="#br0" timeOffset="-191573.59">22446 2888 2485 0,'0'-8'128'0,"0"-1"24"0,0 9 1 0,5-12 27 0,-5 12 28 0,0-10 25 0,0 10 14 16,0-7-1-16,0 7-19 15,0 0-24-15,0 0-21 0,0 0-16 0,-20 20 10 16,-5 14 16-16,-5 13 4 0,-15 17 23 15,-5 3-4-15,0 1 2 0,3-5 4 0,9-16-12 16,1 3-11-16,3-5-14 0,1-1-22 16,5-3-14-16,1-5-10 0,10-6-15 0,0-1-6 15,6-8-18-15,2-6-8 0,0-1-13 16,2-2-5-16,1 0-24 0,3-1-30 0,-1-5-47 16,-3 2-70-16,4-3-75 0,1 1-83 15,-2-1-104-15,4-5-115 0,0 0-170 16,-2 7-189-16,2-7 72 0,0 0 89 15,0 0-562-15,0 0-696 0</inkml:trace>
  <inkml:trace contextRef="#ctx0" brushRef="#br0" timeOffset="-190806.25">21779 4093 3433 0,'0'0'23'0,"0"0"43"0,0-12 30 0,0 12 35 0,0-7 28 0,0 7 31 15,0 0 17-15,0 0 13 16,0-9-11-16,0 9-11 0,0 0-16 0,0 0 4 0,0 0 32 16,0 29 20-16,0-9-14 15,3 7-16-15,-3 0-20 0,0 0-16 0,0-1-16 16,2 12-13-16,0-9-15 0,-2-4-13 16,0-6-14-16,0 3-9 0,2-5-19 15,-4 3-42-15,2-6-71 0,0-1-63 0,0 0-75 16,-2-3-79-16,2-2-108 0,-5-1-114 15,3-2-135-15,2-5-154 0,0 0 60 0,0 0-610 16,0 0-775-16</inkml:trace>
  <inkml:trace contextRef="#ctx0" brushRef="#br0" timeOffset="-190624.11">21838 4127 3755 0,'-2'-7'128'15,"2"7"38"-15,-11-12 32 0,10 7 40 0,1 5 47 16,-8-9 35-16,8 9 5 0,-6-6-27 15,6 6-29-15,-4-9-26 0,4 9-27 16,2-11-26-16,2 5-30 0,8-4-59 0,0 0-89 16,12-4-98-16,2-1-95 0,-4 3-108 15,-2 1-106-15,-1 2-94 0,1 2-120 0,-5 0-117 16,-3 4 60-16,-3 1-512 0,-9 2-643 16</inkml:trace>
  <inkml:trace contextRef="#ctx0" brushRef="#br0" timeOffset="-190440.27">21888 4218 3379 0,'-9'10'101'0,"3"-3"33"0,2-1 40 16,-2-4 38-16,6-2 42 0,0 0 28 0,-5 10-13 15,5-10-11-15,0 0-22 0,0 0-18 16,0 0-30-16,0 0-21 0,0 0-34 0,0 0-59 16,30-10-67-16,-30 10-60 0,21-2-72 15,-8-1-70-15,-2 1-74 0,-2 2-55 0,2-1-51 16,-11 1-48-16,0 0-53 0,16 3-56 15,-15 2-41-15,-1 2-359 0,0-7-413 0</inkml:trace>
  <inkml:trace contextRef="#ctx0" brushRef="#br0" timeOffset="-190289.25">21922 4384 2565 0,'-3'11'34'0,"-3"-3"53"0,2-3 48 16,1 1 47-16,3-6 28 0,-7 8 26 16,7-8 11-16,0 0-8 0,-5 5-14 0,5-5-17 15,0 0-21-15,0 0-18 0,0 0-12 16,0 0-29-16,0 0-54 0,0 0-63 0,50-14-74 15,-31 6-87-15,0-1-88 0,2-3-82 16,2-4-103-16,-3-2-153 0,1 0-3 0,-3 3 62 16,-3 1-241-16,-2-1-248 15</inkml:trace>
  <inkml:trace contextRef="#ctx0" brushRef="#br0" timeOffset="-189922.17">21777 3935 2357 0,'-32'8'170'0,"-2"6"26"16,-10 7 18-16,-2 10 39 0,6 6 44 0,1 8 32 15,-2 6 36-15,1 16 22 0,4 8-1 16,15-11-12-16,8 6-20 0,10-1-37 0,6-1-29 16,10-4-23-16,8-2-29 0,10-4-24 15,10 8-16-15,2-18-21 0,-2-7-16 16,9-4-25-16,5-4-30 0,0-13-11 15,6-1-17-15,6-10-12 0,-2-4-14 16,2-10-27-16,-4-5-23 0,-6-4-12 0,-4-8 1 16,-5-6-11-16,-5-8 2 0,0-7 1 15,2-24-2-15,-6-5 0 0,-7-6-2 16,-3-9 0-16,-15-2 8 0,-1-9-1 0,-12 16-6 16,-9-19 1-16,-7 9-14 0,-2 24-9 0,-8 7-5 15,-8 9-2-15,-6 10-21 0,-7 13-23 16,-13 10-46-16,-6 10-44 0,-6 13-57 0,-4 9-84 15,-19 12-108-15,-4 7-118 0,11 7-216 16,4 5 31-16,4-1 81 0,9 6-514 16,16-13-637-16</inkml:trace>
  <inkml:trace contextRef="#ctx0" brushRef="#br0" timeOffset="-184824.63">25026 1167 3031 0,'-11'2'-27'0,"0"0"25"0,11-2 16 15,-14 6 2-15,14-6 9 0,-9 0 25 0,9 0 2 16,0 0-1-16,0 0-3 16,0 0-11-16,0 0 5 0,36-20-10 0,16-1-13 15,16 2 13-15,40-18-2 0,15 1-7 0,21-2-9 16,62-6 4-16,22-6-2 0,16 3 1 15,12-4-5-15,11 5-2 0,10-2-1 16,4-2-9-16,-6 6 9 0,-6-1-3 16,-15 5 4-16,-21 4-5 0,-17 1 0 15,-66 12 5-15,-18 0-11 0,-22 7-14 0,-31 3-2 16,-18 3 2-16,-8 0 4 0,-15 2-1 16,-3 1 5-16,-11 2-7 0,-4-4-28 15,-7 3-16-15,3-1-29 0,-7 0-38 0,-2 1-45 16,-5 3-85-16,-2 3-154 0,0 0-115 15,-21-7-106-15,-5 10-128 0</inkml:trace>
  <inkml:trace contextRef="#ctx0" brushRef="#br0" timeOffset="-183625.1">25051 1376 1886 0,'0'0'47'0,"0"0"-10"0,0 0 0 0,0 0 2 0,0 0 12 0,0 0 19 0,-1 35 11 0,-3-15 11 16,-2 4-2-16,1 8-2 0,-1 0-2 16,3-4-10-16,3-6-1 0,-1-2 0 15,1-3-1-15,-2 2 0 0,4-3-7 0,-1-2-5 16,-1-3-3-16,5 1-3 0,-1-2-4 15,1 1-4-15,1-3-2 0,3-1-3 0,1-2 1 16,1 1-9-16,7-3-14 0,0-1 9 16,7-1 0-16,4-2-12 0,11-3 9 15,6-3 3-15,11-3-3 0,8-2-6 0,3-1-7 16,9-1-4-16,14-7 4 16,6-3-25-16,0 2-17 0,2 0-3 0,10-1 10 15,10 0 5-15,2-6-1 0,18 6 2 16,4-3 0-16,10-1 3 0,1 2-3 15,54-12 7-15,-48 11 1 0,8 7-2 0,43-6 1 16,-47 8 0-16,-2 5-5 0,2-5-5 16,-6 4-17-16,2 0-12 0,-8 1-18 0,-3 2-18 15,-10 0-6-15,-9 0 1 0,-10-1 7 16,-7 1 9-16,-7-2 8 0,-28-1 7 16,-6 6 5-16,-2-3 8 0,-6-2 13 0,1 2 23 15,-8-1 11-15,4 1 18 16,-2 3 19-16,-11 2 7 0,-4 0 8 0,-1 0 0 15,0 0 3-15,-7 1 0 0,-6 1-3 16,-5 3-1-16,-6-2-6 0,-2 2-3 16,-2-1 2-16,-1-1-2 0,-3 2 1 0,-11 0 2 15,19-2-5-15,-19 2-1 0,17 0-8 16,-17 0 2-16,16-2-5 0,-16 2 8 0,18 0-9 16,-4-1-5-16,-3-1-4 0,3 0 8 15,-3 0-2-15,2 1-9 0,-1-3 2 16,1 3-8-16,-1-3 4 0,-3-1-4 0,2 0 3 15,0 0 5-15,-2-2-4 16,-2-4-9-16,-1 2 11 0,0-5 6 0,0-3 1 16,-3-5 0-16,-1-5 6 0,-2-10-14 15,2-6 4-15,-2 3-3 0,-4-6 11 16,4 7 9-16,-1 0 7 0,-1 10 2 0,0-8 2 16,0 10 15-16,-2 6 25 0,1 2 8 15,2 5 9-15,-1-4-1 0,0 4-9 0,-4-1-8 16,5 2-3-16,-3-2-9 0,2 0-9 15,-3 3-4-15,1-4-4 0,-5 2-2 16,6 5-9-16,-5-3-10 0,3-2 0 16,-1 2-4-16,0 3-8 0,-2 2-1 0,3-1-4 15,-2 0-4-15,-4 2 6 0,-2-1-10 16,-4 2 0-16,-7-1-1 0,-13 1-2 0,-6 0 0 16,-6 2-6-16,-15 1 1 15,-6 0 1-15,-7 0-1 0,-6-1 0 0,-9 6-2 16,-24 1 0-16,-6 4-2 0,4 1-1 15,5 3 1-15,10 1 0 0,30-1-2 0,11-4-3 16,16 1 3-16,6 0-11 0,5-4-23 16,9 4-41-16,5-3-69 0,4 1-74 15,4 1-94-15,-1-1-138 0,5 0-271 0,1-2 62 16,0 1 78-16,-1-3-256 0,-6 0-322 16</inkml:trace>
  <inkml:trace contextRef="#ctx0" brushRef="#br0" timeOffset="-182890.77">25553 1210 2411 0,'4'-6'57'0,"-4"6"23"0,2-6 2 0,-2 6 2 0,0 0 0 0,0 0 18 0,0 0 50 0,0 0 23 16,-8 37 3-16,0-8-9 0,-3 1-12 16,0 4-13-16,1-1-7 0,-1-1-14 0,1 1-10 15,2 0-7-15,1-3-11 16,-1-5-9-16,5-4-13 0,-5-3-1 0,3-1-10 15,2-3-7-15,1-4-10 0,-2 1-25 16,2-4-41-16,1-1-45 0,1-6-46 16,-4 7-52-16,4-7-73 0,0 0-65 0,0 0-67 0,-4-27-68 15,6 12-78-15,-2-4-22 16,-2-7-178-16,2 0-208 0</inkml:trace>
  <inkml:trace contextRef="#ctx0" brushRef="#br0" timeOffset="-182707.05">25433 1306 2020 0,'0'-10'42'16,"0"1"19"-16,0 3 12 0,0 6 7 0,2-7 6 15,-2 7 2-15,0 0 17 0,7-5 33 16,-7 5 10-16,22 3 1 0,-10 1-16 16,10 4-11-16,6 6-14 0,3 3-9 0,-3 2-8 15,5 0-12-15,-5 4 0 16,-3-2-8-16,-1-4-22 0,-1 3-46 0,-3-6-33 16,-7 1-41-16,-1-7-36 0,-3 2-36 15,-2-2-47-15,-3-3-79 0,1-5-119 0,-5 0-136 16,0 0 22-16,0 0-42 0,0 0-48 15</inkml:trace>
  <inkml:trace contextRef="#ctx0" brushRef="#br0" timeOffset="-182541.13">25478 1448 1538 0,'-7'4'65'0,"1"-1"14"16,6-3-4-16,-7 8 4 0,7-8 10 15,0 0 10-15,0 0 6 0,-4 4-2 16,4-4-5-16,0 0-6 0,17 6-8 15,-17-6-11-15,25 2-2 0,-10-2-21 16,8-2-60-16,3 2-76 0,1-2-134 0,0 0-244 16,0-2-189-16,-5 3-150 0</inkml:trace>
  <inkml:trace contextRef="#ctx0" brushRef="#br0" timeOffset="-182258.4">26052 881 2137 0,'0'-8'237'15,"0"8"-18"-15,0 0-29 0,0 0-4 0,0 0 37 16,4 29 39-16,-3 4 22 0,6 8-24 16,0 11-22-16,1 5-25 0,1 0-25 15,3 3-15-15,-3 0-15 0,2-2-18 0,3 0-10 16,-3-2-12-16,1-7-13 0,-1-9-16 15,-5-3-36-15,1-4-43 0,0-8-45 0,-3-6-47 16,-3-1-43-16,-1-7-41 0,4 1-45 16,0 0-45-16,-4-5-69 0,0-2-106 15,0-5-154-15,0 0-25 0,0 0 61 0,0 0-212 16,0 0-252-16</inkml:trace>
  <inkml:trace contextRef="#ctx0" brushRef="#br0" timeOffset="-182041.23">26276 1196 2427 0,'-2'-7'198'0,"2"7"-9"0,0 0-17 16,0 0 17-16,0 0 27 0,0 0 15 16,-3 34-5-16,1-12-17 0,2 2-20 15,2 3-21-15,1 9-14 0,-1 0-18 0,-1-2-52 16,1-2-64-16,2-7-86 0,0-1-71 15,-3-1-62-15,-1-3-53 0,2-3-68 16,-2-4-94-16,4-2-89 0,-2-2-59 16,0-4-239-16,-2-5-289 0</inkml:trace>
  <inkml:trace contextRef="#ctx0" brushRef="#br0" timeOffset="-181656.95">26298 1144 2178 0,'2'-10'-7'0,"-1"2"15"0,4 1 16 16,1 1 17-16,-5 0 10 0,-1 6 9 0,13-6 2 16,-4 2-1-16,-9 4-9 0,16-2 14 15,-16 2 9-15,22 6-7 0,-11-2 11 16,-2 2-1-16,1 0 6 0,-3 5 1 0,3 1 0 16,-2-1 3-16,-2 5 0 0,-5 0-4 15,1 3 6-15,-4 0 5 0,2-1 5 16,0 1-4-16,-1-1 4 0,-1-5-1 0,0 1-1 15,0-4-6-15,4-1-12 0,-2 1-4 16,2-1-1-16,1 1-5 0,-1 0 3 0,6-1-5 16,-3 3-7-16,5-2 0 15,-2 0 1-15,-1 1-6 0,2-2-9 0,0-1 1 16,-2 0-5-16,-1 2 8 0,-1-4 17 16,2 3 22-16,-4-5 18 0,1 4 10 15,-2-2 11-15,-2-6 0 0,0 13-1 0,-4-3-16 16,-4 2-6-16,-5 1-10 0,0-1-17 15,-6 2-19-15,1-5-44 0,0 1-67 0,-4-1-86 16,6-4-113-16,0-2-103 0,-2 0-135 16,4-3-218-16,3-1-1 0,0-6 82 15,8-2-386-15,-1-6-487 0</inkml:trace>
  <inkml:trace contextRef="#ctx0" brushRef="#br0" timeOffset="-181389.29">26702 797 3090 0,'-6'-9'160'0,"0"4"12"0,3 0 5 0,3 5 9 0,-6-5 0 0,6 5-14 0,0 0-23 0,0 0-4 0,0 0 23 16,-2 39-3-16,6-3-12 0,3 6-13 0,4 9-12 15,0 6-7-15,2 1-16 0,0-1-8 16,-2-1-10-16,3-2-7 0,-1-3-9 15,1-3-3-15,-5-11-15 0,1-1-19 0,-7-3-21 16,3-7-27-16,-1-3-25 16,-4-6-40-16,-1-2-63 0,2-1-67 0,0-2-87 15,-2-2-114-15,0-3-188 0,0-3-96 16,0-4 63-16,0 0-324 0,0 0-434 16</inkml:trace>
  <inkml:trace contextRef="#ctx0" brushRef="#br0" timeOffset="-180908.69">27380 1013 2472 0,'8'-7'-33'0,"-8"7"36"0,0 0 37 0,4-5 26 15,-4 5 28-15,0 0 29 0,0 0 19 0,0 0 2 16,0 0 10-16,0 0-2 15,0 0 1-15,-27-5 2 0,27 5 0 0,-28 7-1 16,5 0-1-16,-8 5 2 0,-5 3 1 16,-4 7 7-16,0 1 2 0,10-3 5 15,1 2 4-15,4 2-8 0,5-3-8 0,4 4 3 16,10-3 2-16,6 0-7 0,6-2-12 16,10 5-1-16,4-3-8 0,10-2-13 0,6-3-14 15,14 0-10-15,4-6-9 0,-12-5-40 16,2-4-64-16,-4-2-62 0,-6-2-52 15,-7-1-51-15,-2 1-49 0,-5-1-27 16,-3 1-43-16,-4 0-43 0,-1-1-53 16,-2 0-86-16,-10 3-123 0,9-2-51 0,-9 2 63 15,0 0-275-15,0 0-350 0</inkml:trace>
  <inkml:trace contextRef="#ctx0" brushRef="#br0" timeOffset="-180391.86">27659 706 2714 0,'-2'-15'207'0,"2"2"14"0,-2 5 18 0,2 0 22 0,0 8 19 0,-2-10 2 0,2 10-11 15,-2-8-35-15,2 8-23 0,0 0-30 16,0 0-5-16,8 23-15 0,-1 9-7 0,3 4-12 16,3 12-19-16,1 0-8 0,-3 5-3 15,2 1-14-15,-3-1-2 0,-1 0-4 0,-1-12-16 16,-3 0-4-16,2-3-13 0,-4-4 6 15,-3-5-15-15,2-6-11 0,2-4-26 16,-4-3-30-16,2-2-45 0,-2-1-56 16,2-5-67-16,-2 0-81 0,0 1-72 15,1-4-85-15,-1-5-127 0,0 7-196 0,0-7 49 16,0 0-462-16,0 0-624 0</inkml:trace>
  <inkml:trace contextRef="#ctx0" brushRef="#br0" timeOffset="-180142.48">28055 855 3297 0,'0'0'52'0,"0"0"27"0,0 0 22 15,-11 25 24-15,9-11 17 0,2 2 17 0,0 3 7 16,0 4-9-16,2 2-13 0,1 1-13 15,1 8-11-15,0-5-13 0,1 2-10 0,2-7-22 16,-5-1-52-16,1-7-67 0,-3-1-89 16,2-2-82-16,2-1-70 0,-2-2-113 15,-2-1-199-15,4-5-14 0,-4-4 69 0,5 10-189 16,-5-10-224-16</inkml:trace>
  <inkml:trace contextRef="#ctx0" brushRef="#br0" timeOffset="-179856.99">28006 873 2127 0,'-12'-14'173'0,"3"1"46"15,1 2 30-15,2 2 25 0,2 2 8 0,0 0-1 16,4 7 0-16,0 0 5 0,12-10 3 16,-2 10 4-16,-10 0-19 0,53 14-45 15,-11 8-15-15,-1 0-16 0,0 6-17 0,-5-3-19 16,-5 5-9-16,-6-3-13 15,-7-1-12-15,-4 3-10 0,-5 2-12 0,-9-4-9 16,-2-3-10-16,-5 9-6 0,-5-2-8 16,-7 2-6-16,0-4-6 0,-2-2-3 0,-3-2-7 15,-1-4-23-15,0-4-28 0,4-5-64 16,2-5-82-16,2-3-95 0,2-6-91 16,-1 0-73-16,1-5-74 0,1 0-122 0,7-1-161 15,0 0 51-15,3 1-486 0,2 0-661 16</inkml:trace>
  <inkml:trace contextRef="#ctx0" brushRef="#br0" timeOffset="-179159.11">28345 555 3069 0,'-2'-12'-77'0,"0"5"48"0,0 1 21 0,2 6 18 0,2-11 15 0,-2 11 24 0,6-10 21 0,-2 7 43 16,-4 3-9-16,7-7 15 0,-7 7 1 0,0 0 7 15,17 2 25-15,-7 4 37 0,5 17 35 16,-2 6 29-16,-2 8 7 0,5 16-4 16,-7 3-6-16,3 3 3 0,1-4-20 15,3 3-17-15,-5-4-20 0,2-1-16 16,-1-3-22-16,-1-11-14 0,-2-3-12 0,3-1-15 16,-4-10-8-16,-5-5-15 0,5 0-10 15,-3-6-4-15,0 1-8 0,-3-5-7 0,2-2-12 16,-3 0-17-16,-1 0-42 0,0-8-30 15,4 12-61-15,-4-12-60 0,2 9-70 16,-2-9-90-16,2 6-89 0,0 0-98 0,-2-6-170 16,5 7-99-16,-5-7 79 0,9 5-533 15,-9-5-689-15</inkml:trace>
  <inkml:trace contextRef="#ctx0" brushRef="#br0" timeOffset="-178775.3">29212 367 3527 0,'-2'-12'127'0,"0"-1"36"0,0 6 14 15,2 1 5-15,0 6 9 0,-2-10 10 0,2 10 12 16,0-9-3-16,0 9-12 15,0 0-7-15,0 0 26 0,0 0 12 0,11 30-15 16,-1-1-3-16,3 15 0 0,3 6-11 16,-1 1-10-16,2 0-11 0,0 3-1 15,-1 3-10-15,-3-1-26 0,1-3-5 0,-2 2-12 16,-4-5-8-16,2-13 17 0,-4 0-11 16,-1-3-87-16,-1-7-36 0,-1-5 0 0,-3-5 0 15,2 1 0-15,0-5 0 0,1-1 0 16,-3-2 0-16,2 1 0 0,0-3 0 15,-1 0 0-15,-1-1 0 0,0-7 0 0,4 12-172 16,-4-12-251-16,2 2-105 0,-2-2-123 16,0 0-249-16,0 0 62 0,0 0 92 0,0 0-592 15,0 0-793-15</inkml:trace>
  <inkml:trace contextRef="#ctx0" brushRef="#br0" timeOffset="-177942.57">29498 652 3476 0,'5'-6'-104'0,"-5"0"57"0,0 6 43 0,0 0 46 0,0-9 49 15,0 9 38-15,0 0 32 0,0 0 12 16,6-8 0-16,-6 8-10 0,0 0-14 0,0 0-15 16,0 0 43-16,0 0 17 0,18 29 3 15,-13-5-16-15,3 6-15 0,1 1-17 16,-1 2-13-16,-1-1-20 0,-1 2-4 0,-2-7-12 16,-2-6-13-16,1 1-11 0,4-2-5 15,-5-1-32-15,-1-4-73 0,1-1-90 16,-2-4-119-16,2 2-111 0,-2-3-125 15,2-4-189-15,0 0-59 0,-2-5 72 16,0 0-384-16,0 0-511 0</inkml:trace>
  <inkml:trace contextRef="#ctx0" brushRef="#br0" timeOffset="-177726.09">29561 655 3027 0,'-14'-3'155'15,"3"3"47"-15,11 0 21 0,-11-4 31 16,11 4 29-16,-10-4 14 0,10 4-2 0,0 0-17 16,-6-4-29-16,6 4-30 0,0 0-22 15,11-14-21-15,7 7-53 0,8-6-69 16,9 1-90-16,-1 2-88 0,-2-1-108 16,-3 3-84-16,-4 6-69 0,-4-1-120 15,-3 2-196-15,-4 2 44 0,-3 4-389 0,-1 1-520 16</inkml:trace>
  <inkml:trace contextRef="#ctx0" brushRef="#br0" timeOffset="-177541.26">29561 881 3125 0,'0'0'109'0,"0"0"3"16,-9 3 37-16,9-3 11 15,0 0 8-15,0 0-17 0,0 0-12 0,0 0-12 16,0 0-19-16,0 0-18 0,27-13-55 15,-9 7-81-15,-2 0-66 0,0 0-62 16,2 1-61-16,0 1-75 0,-2 0-123 0,-1 0-148 16,-1 3 37-16,-14 1-149 0,16 3-188 15</inkml:trace>
  <inkml:trace contextRef="#ctx0" brushRef="#br0" timeOffset="-177392.49">29675 981 1892 0,'-12'13'63'15,"3"-6"37"-15,4-2 24 0,-2 1 19 16,7-6 47-16,-7 4 16 0,7-4 8 15,-6 6-9-15,6-6-19 0,0 0-25 16,0 0-22-16,0 0-46 0,0 0-70 0,0 0-80 0,18 6-88 16,-18-6-95-16,24 0-171 15,-24 0-147-15,23-1 51 0,-11 1-113 16,-12 0-117-16</inkml:trace>
  <inkml:trace contextRef="#ctx0" brushRef="#br0" timeOffset="-176891.99">28951 1567 1999 0,'0'0'211'16,"0"0"-3"-16,0 0 0 0,0 0 24 16,0 0 18-16,25-12 12 0,-12 9-6 15,6-4-19-15,3-3-24 0,13 2-20 0,-2-1-24 16,-7 1-15-16,-5 2-15 0,-2 2-17 16,-4 0-16-16,-1 2-18 0,-3 0-19 0,-11 2-15 15,16-3-12-15,-16 3-5 16,0 0-3-16,5 9-3 0,-5-9-1 15,-23 18-3-15,-3-5-3 0,-7 5 6 0,-3-3-3 16,0-1 14-16,2-1 14 0,1-1 20 16,11-5 18-16,0 0 4 0,8-2 11 0,1 0 8 15,4-3 1-15,2-1-13 0,7-1-1 16,0 0-6-16,0 0-14 0,0 0-9 16,47-23-9-16,-1 4-2 0,3 5-14 0,1-2-33 15,0 1-38-15,-12 5-38 0,-4 0-36 16,-7 3-32-16,-9 2-31 0,0 2-17 0,-7-1-9 15,-5 2 21-15,-6 2 4 16,0 0 11-16,0 0-3 0,0 0-8 16,-55 18-29-16,7-7-53 0,-8 3-71 0,-3-1-142 15,-4 1-206-15,-1-1 44 0,1 0-308 0,8-1-406 16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46:53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28204 5238 1362 0,'0'0'267'0,"0"0"-36"0,0 0-16 16,0 0-13-16,0 0 1 0,0 0 18 16,0 0-1-16,0 0 1 0,0 0 17 15,0 0 9-15,0 0 5 0,0 0-1 0,0 0 3 16,-6-9-4-16,6 9-2 0,0 0-10 16,0 0-7-16,0 0 2 0,0 0-7 15,0 0-8-15,-4-6-13 0,4 6 0 0,0 0-12 16,0 0-3-16,0 0-4 0,0 0-4 15,0 0-5-15,0 0-11 0,-7-7-14 0,7 7-15 16,-8-5-16-16,8 5-1 0,-13-5-14 16,13 5-83-16,-14-4-23 0,5 2 0 15,9 2 0-15,-22-4 0 0,11 2 0 0,-2 0 0 16,13 2 0-16,-25 0 0 0,12 0 0 16,0-2 0-16,13 2 0 0,-27 2 0 15,16-2 0-15,11 0 0 0,-21 0 0 16,21 0 0-16,-22 0 0 0,13 2 0 0,-2 0 0 15,-1 1 0-15,-1 0 0 0,-3 3 0 16,3-1 0-16,-1-1 0 0,3 4 0 0,-1-2 0 16,-1 1 0-16,1 0 0 0,0 0 0 15,0 1 0-15,5-2 0 0,-3 1 0 0,2-1 0 16,-1 1 0-16,2-2 0 0,-1 2 0 16,0 2 0-16,1-1 0 0,-1 1 0 0,0-1 0 15,1 3 0-15,-3-1 0 0,5 3 0 16,-3-1 0-16,2-1 0 0,-1 3 0 0,1-1 0 15,1-1 0-15,-2 2 0 0,3-3 0 16,1 3 0-16,-3-2 0 0,2 1 0 16,3-1 0-16,-3 0 0 0,2 0 0 15,-1 0 0-15,1-2 0 0,1 0 0 16,1 1 0-16,0 1 0 0,1 0 0 0,-1 0 0 16,5-1 0-16,1 3 0 0,-1 0 0 15,3-2 0-15,-1 2 0 0,5 1 0 0,-3-1 0 16,5 0 0-16,-1-1 0 0,2 1 0 15,0-3 0-15,0 1 0 0,3-2 0 0,-1-1 0 16,0-1 0-16,2 0 0 0,-4-2 0 16,3 1 0-16,-2-2 0 0,4-2 0 15,-3 1 0-15,4-4 0 0,-2 3 0 16,0-2 0-16,2-1 0 0,-2-1 0 0,1-2 0 16,-2 1 0-16,1-1 0 0,0-1 0 15,2-1 0-15,-1 0 0 0,-2-2 0 0,1 0 0 16,1 1 0-16,-2-1 0 0,0 1 0 15,-3 0 0-15,0 0 0 0,0-2 0 0,-1 5 0 16,-3-3 0-16,-2 0 0 0,3 0 0 16,-2 0 0-16,-1 0 0 0,1-3 0 0,-3 1 0 15,3-3 0-15,-2-1 0 16,-3 2 0-16,1 1 0 0,0-3 0 0,-3 2 0 0,1-2 0 16,1 2 0-16,-4-2 0 15,1 2 0-15,0-1 0 0,-2 0 0 0,0-3 0 16,0 2 0-16,-4 0 0 0,3-2 0 15,-2-1 0-15,-1 1 0 0,0 1 0 0,1-1 0 16,1-2 0-16,-4 5 0 0,3-3 0 16,-4-1 0-16,3 5 0 0,-1 0 0 0,-1-1 0 15,1 1 0-15,-3 0 0 0,2 1 0 16,-1 1 0-16,-3-2 0 0,5 3 0 0,-7-2 0 16,3 2 0-16,-3 1 0 0,-1 0 0 15,-2-1 0-15,1 1 0 0,-3 2 0 16,2-1 0-16,2 2 0 0,-1-1 0 15,-1 1 0-15,-1-2 0 0,2 0 0 0,-2 1 0 16,3 2 0-16,-1 0 0 0,-1 1 0 16,1 1 0-16,14 0 0 0,-24-2 0 0,12 2 0 15,-2-1 0-15,14 1 0 0,-25 1 0 16,14 1 0-16,-3-1 0 0,1 1 0 0,-1 2 0 16,-1 1 0-16,-1-2 0 0,4 3 0 15,-4-1 0-15,1 0 0 0,-1 2 0 16,5-1 0-16,-3 1 0 0,1 0 0 0,1 2 0 15,-2-1 0-15,1 1 0 0,1-1 0 16,1 1 0-16,0-1 0 0,0 4 0 0,0-4 0 16,4 3 0-16,-3-1 0 15,2 4 0-15,-1-3 0 0,1 3 0 0,0 1 0 16,3 3 0-16,-1-1 0 0,4-1 0 16,-1 1 0-16,1 1 0 0,2-1 0 0,0 2 0 15,2-2 0-15,1 5 0 0,5-1 0 16,-3-1 0-16,11 7 0 0,1-6 0 0,4 1 0 15,4-1 0-15,4-4 0 0,1 1 0 16,6-3 0-16,0-3 0 0,0 0 0 0,3-3 0 16,-3-3 0-16,-6-2 0 0,-3-1 0 15,2-3 0-15,-3 0 0 0,1-1 0 0,-3-5 0 16,13 0 0-16,-5-5 0 0,-4-3 0 16,1-1 0-16,-4-3 0 0,-2-5 0 0,-2-3 0 15,-4-5 0-15,-6-2 0 16,-3-4 0-16,-2-4 0 0,-8 0 0 0,-2 0 0 15,-9-7 0-15,-8 1 0 0,-4 6 0 16,-3 3 0-16,-6 7 0 0,-9 6 0 0,7 9 0 16,-4 5 0-16,1 3 0 0,-4 7 0 15,1 4 0-15,-2 4 0 0,-9 9 0 0,-2 3 0 16,-4 6 0-16,2 4-143 0,-15 12-895 16,16-8 97-16,4 4-1123 0,9 0-1477 0</inkml:trace>
  <inkml:trace contextRef="#ctx0" brushRef="#br0" timeOffset="1949.29">27696 7592 5151 0,'0'0'-258'16,"5"-7"52"-16,-5 7 40 0,6-8 36 16,-6 8 54-16,1-7 49 0,-1 7 50 0,6-7 36 15,-4 2 23-15,-2 5 19 0,0-8 14 16,0 8 10-16,0 0 10 0,0 0 4 0,0-7 3 15,0 7 4-15,0 0-3 0,0 0-3 16,-4-12-1-16,4 12 13 0,-5-7-1 16,5 7 8-16,-6-5 5 0,6 5-4 0,-10-9-2 15,4 6-2-15,6 3-2 0,-13-4-4 16,13 4 0-16,-19-1 2 0,19 1 3 16,-23 0-4-16,6 1 1 0,3 3-5 15,2-3-44-15,-6 2-103 0,-1 1 0 0,4 0 0 16,-3 1 0-16,3 0 0 0,1-1 0 15,-4 4 0-15,2-1 0 0,3-1 0 0,-2 5 0 16,-4-1 0-16,4 0 0 0,0 2 0 16,-1-1 0-16,3 1 0 0,2-1 0 0,-3-2 0 15,3 1 0-15,-1 0 0 0,3 0 0 16,0 1 0-16,-2-1 0 0,2 2 0 16,2 0 0-16,-1-3 0 0,2-1 0 15,0 4 0-15,1 1 0 0,-1-3 0 0,3 2 0 16,-3-1 0-16,1-1 0 0,2 2 0 15,-1-3 0-15,-1 2 0 0,1 0 0 0,-2-1 0 16,5 2 0-16,-4 0 0 0,-1 0 0 16,4 1 0-16,1-1 0 0,-1 1 0 0,-2 5 0 15,2-1 0-15,0 1 0 0,2-3 0 16,-1-1 0-16,1 1 0 0,0-3 0 0,0 2 0 16,0-3 0-16,1 2 0 0,-1-1 0 15,0-2 0-15,0 2 0 0,2 1 0 0,0-3 0 16,0 2 0-16,-2-2 0 0,2 0 0 15,0-1 0-15,-1 0 0 0,-1-1 0 0,2 0 0 16,2-1 0-16,-2 3 0 0,1-6 0 16,0 4 0-16,-1-1 0 0,2-1 0 15,-2 0 0-15,1 2 0 0,1-1 0 0,2-3 0 16,-5 4 0-16,6-2 0 0,-1-1 0 16,-1 2 0-16,1-2 0 0,-3 1 0 0,3 0 0 15,0 2 0-15,2-5 0 0,-3 2 0 16,1 0 0-16,-6-5 0 0,10 4 0 0,-6-1 0 15,-4-3 0-15,9 5 0 0,-9-5 0 16,11 5 0-16,-5-3 0 0,-6-2 0 0,12 3 0 16,-7-1 0-16,-5-2 0 15,18 4 0-15,-11-3 0 0,-7-1 0 0,19 0 0 0,-8 0 0 16,1-1 0-16,0-1 0 16,-1-2 0-16,3 3 0 0,2-4 0 0,2-1 0 15,-4 0 0-15,0 0 0 0,-1 1 0 16,-2-1 0-16,1 4 0 0,-1-4 0 0,0 2 0 15,-2 2 0-15,-2 0 0 0,1-2 0 16,2 0 0-16,-3 2 0 0,1-1 0 0,1-1 0 16,1 0 0-16,-3 0 0 0,3-2 0 15,0 2 0-15,-1 0 0 0,-2 0 0 0,4-1 0 16,-2-1 0-16,-4 1 0 0,5 2 0 16,-4-1 0-16,1 2 0 0,-7 2 0 15,12-8 0-15,-5 5 0 0,-1-1 0 16,2 2 0-16,-8 2 0 0,11-8 0 0,-4 5 0 15,0-1 0-15,-2-1 0 0,3 0 0 16,-1 2 0-16,0-2 0 0,-2 1 0 0,-5 4 0 16,11-7 0-16,-5 2 0 0,-3 1 0 15,-3 4 0-15,11-7 0 0,-6 4 0 0,1 0 0 16,-6 3 0-16,7-9 0 16,0 3 0-16,-2 4 0 0,1-4 0 0,-3 2 0 0,3-2 0 15,-3 1 0-15,4 2 0 0,-7 3 0 16,7-11 0-16,-3 8 0 0,2-2 0 0,-6 5 0 15,7-10 0-15,-2 5 0 16,-4-1 0-16,3 0 0 0,0 0 0 0,0 1 0 0,-3-1 0 16,3-2 0-16,-2 1 0 15,2 0 0-15,-3 0 0 0,3-1 0 0,1 0 0 16,-1-1 0-16,-3 1 0 0,3 0 0 0,-2 2 0 16,0-1 0-16,1-2 0 0,-3 4 0 15,4-2 0-15,-2 0 0 0,0 1 0 0,1-2 0 16,-2 3 0-16,-1-3 0 0,2 1 0 15,-2-2 0-15,2 1 0 0,0 0 0 0,-2-3 0 16,2 1 0-16,-2-2 0 16,2 2 0-16,-2 0 0 0,0 1 0 0,2 0 0 0,-4 1 0 15,2-3 0-15,0 5 0 0,0-1 0 16,-2-3 0-16,0 4 0 0,-2 0 0 16,2 1 0-16,-2-3 0 0,0 1 0 15,0 2 0-15,1-1 0 0,-1 1 0 0,0-2 0 16,-1 0 0-16,-4-1 0 0,6 3 0 15,-5-1 0-15,3 0 0 0,-3-2 0 0,-2 2 0 16,1 0 0-16,-5-3 0 0,1 3 0 16,-3-2 0-16,-6-2 0 0,1 3 0 0,2 1 0 15,-2-3 0-15,-2 4 0 0,9 0 0 16,0-1 0-16,1 2 0 0,1 2 0 0,3-1 0 16,-3 1 0-16,4 0 0 15,-3 0 0-15,0-1 0 0,-3 3 0 0,14 0 0 16,-29 2 0-16,13-2 0 0,-4 1 0 15,-5 3 0-15,0-1-681 0,2 1-303 0,-1 2 115 16,1-1-1055-16,0 2-1345 0</inkml:trace>
  <inkml:trace contextRef="#ctx0" brushRef="#br0" timeOffset="8298.7">28144 5857 1890 0,'0'0'335'0,"0"-10"-85"0,0 10-57 15,2-7-19-15,-2 7-4 0,0 0-12 0,2-11 0 16,-2 11-14-16,0 0 5 16,0 0 0-16,4-8-8 0,-4 8-8 0,0 0 3 15,0 0 8-15,0 0-10 0,0 0-16 16,0 0-10-16,16 0-11 0,-16 0-9 0,0 0-10 16,0 0-14-16,14 14-9 0,-9-6-39 15,1 3-52-15,-3 1-95 0,3 3-109 16,-3 2-132-16,1 5-168 0,2-3-85 0,-2-2 67 15,2 5-320-15,1-5-360 0</inkml:trace>
  <inkml:trace contextRef="#ctx0" brushRef="#br0" timeOffset="8483.71">28400 6178 2466 0,'0'0'112'16,"2"5"37"-16,-2-5 12 0,0 0 15 15,0 0 11-15,4 8 17 0,-4-8-1 0,0 0-2 16,0 0-20-16,0 0-20 15,0 0-15-15,0 0-18 0,7 5-15 0,-7-5-18 0,8 9-44 16,2 0-63-16,-5 2-105 16,7 7-105-16,-3-1-121 0,3 11-178 0,1 3-81 15,2 0 73-15,0-2-283 0,3 3-300 16</inkml:trace>
  <inkml:trace contextRef="#ctx0" brushRef="#br0" timeOffset="8647.74">28702 6673 2123 0,'1'6'39'0,"-1"2"30"0,2-3 22 15,-2-5 24-15,4 8 26 16,-4-8 18-16,2 9 18 0,-2-9 16 0,0 0 2 16,0 0-7-16,2 5-21 0,-2-5-11 15,0 0-15-15,0 0-13 0,14 4-29 0,-14-4-44 16,12 2-80-16,-4-1-103 0,1 5-100 16,-1 4-120-16,3 3-144 0,6 11-49 0,1 4 59 15,-1 4-196-15,5 9-172 0</inkml:trace>
  <inkml:trace contextRef="#ctx0" brushRef="#br0" timeOffset="8816.99">29115 7314 2197 0,'1'7'245'0,"-1"-7"9"16,0 0 9-16,0 0 10 0,0 0 9 16,0 0 0-16,0 0-15 0,0 10-25 15,0-10-26-15,0 0-24 0,0 0-25 0,0 0-52 16,8 6-72-16,-8-6-95 0,8 6-120 15,-4 0-117-15,1-1-149 0,1 2-176 16,-1 2 23-16,4-1 73 0,-2 3-286 0,2-1-292 16</inkml:trace>
  <inkml:trace contextRef="#ctx0" brushRef="#br0" timeOffset="8983.4">29342 7585 2478 0,'0'5'210'15,"0"-5"25"-15,0 0 17 0,2 9 16 0,-2-9 6 16,0 0 2-16,0 0-18 0,0 0-17 15,0 0-25-15,0 9-27 0,0-9-29 16,0 0-53-16,0 0-79 0,0 0-91 16,0 0-117-16,0 6-140 0,0-6-170 0,2 7-156 15,-2-7 61-15,0 10-404 0,0-10-466 16</inkml:trace>
  <inkml:trace contextRef="#ctx0" brushRef="#br0" timeOffset="9481.12">29406 7732 2700 0,'-1'-4'47'0,"1"4"34"0,-7-8 12 15,3 3 14-15,4 5 14 0,-9-6 18 16,9 6 0-16,-11-2-5 0,11 2-14 16,-17 6-7-16,7-1-12 0,-4 5-4 15,2 6-8-15,-8 7-4 0,4 3 4 0,-4 1-6 16,4 6-1-16,2-1 3 0,1 1-2 16,3 1 1-16,2 0 5 0,8-5 1 0,2-4 0 15,4 8 4-15,4-3-1 0,4-1 5 16,4-1-4-16,0-6-3 0,7-1-9 15,0-2-9-15,4-6-5 0,-2-5-6 0,-2-6-6 16,-3 0-12-16,3-4 0 0,7-8-3 16,-9 0-11-16,10-7-12 0,-7-4-5 0,5-12-3 15,-6-2-4-15,-5-6-2 0,-6 5-4 16,-1-11-3-16,-6 4 1 0,-7 1-1 16,-5-15 0-16,-4 0 3 0,-1 5 2 15,-5-1-2-15,-4 7-3 0,-2 7 1 0,2 12 0 0,-4 4-7 16,-3 8-3-16,-3 3-14 15,0 10-23-15,4 6-33 0,-13 10-22 0,-6 6-33 16,-1 7-34-16,0 4-39 0,4 3-40 16,3 0-54-16,4 1-87 0,3 0-143 0,12-6-69 15,1-2 68-15,11-5-325 0,3-3-345 16</inkml:trace>
  <inkml:trace contextRef="#ctx0" brushRef="#br0" timeOffset="9864.23">29439 7661 2365 0,'-16'-5'156'0,"1"3"19"0,1 4-13 0,14-2-20 0,-24 8 5 15,9 5 4-15,2 1 29 0,-5 10 10 16,4 1 2-16,0 6-6 0,4 2-19 0,3 1-15 15,2 3-16-15,10-8-11 0,2 4-12 16,4-2-11-16,3-2-10 0,5-2-7 0,4-2-12 16,2-3-7-16,2-3-8 15,3-7-8-15,-3-6-26 0,-3-2-28 0,3-6-40 16,9-5-13-16,-4-8-26 0,1-4-22 16,2-10-19-16,-3-2-1 0,-9 2 15 15,-5 0 17-15,-4-4 30 0,-3-3 28 0,-3-2 18 16,-6-2 10-16,-8-3 23 0,-9-5 6 15,-6-4 9-15,-9 2-1 0,-8 2-3 0,-7 5-19 16,0 9 12-16,-7 9-4 0,2 10-16 16,1 13-31-16,-10 10-50 0,-3 13-69 0,1 9-86 15,-16 15-136-15,10 3-214 0,21-5 31 16,5 3 76-16,8 1-236 0,6-4-208 0</inkml:trace>
  <inkml:trace contextRef="#ctx0" brushRef="#br0" timeOffset="17531.56">30346 12122 214 0,'0'0'51'0,"-8"-3"-25"16,8 3-5-16,0 0-6 0,0 0-2 0,-10-5 9 15,10 5 5-15,0 0 2 0,-5-7 4 16,5 7 8-16,0 0 10 0,0 0 14 0,-6-5 8 15,6 5 9-15,0 0 18 0,-5-5 3 16,5 5 7-16,0 0 6 0,0 0 6 0,0 0 4 16,0 0 6-16,-7-7 4 0,7 7 4 15,0 0 3-15,0 0-1 0,0 0-4 16,0 0-8-16,0 0 1 0,0 0-5 0,-3-7-7 16,3 7-13-16,0 0 7 15,0 0 18-15,-17 15 10 0,5-2 4 0,-1 2 14 16,-8 9 9-16,0 3 7 0,-7 8 3 15,1 0 2-15,0 1 2 0,1 1-4 0,6-9 0 16,0 4-9-16,0-5-9 0,5 0-7 16,0 1-15-16,4-7-14 0,-1-4-6 0,4-3-15 15,-1-1-9-15,1 1-12 0,0-4-8 16,1-1-8-16,2-1-36 0,-2 0-47 16,3-2-59-16,4-6-84 0,-9 5-99 0,9-5-97 15,0 0-104-15,0 0-118 0,-11-15-90 16,13 3 57-16,2-3-388 0,3-5-475 0</inkml:trace>
  <inkml:trace contextRef="#ctx0" brushRef="#br0" timeOffset="17781.25">30121 12186 2747 0,'1'-10'-7'0,"1"1"43"16,3 2 37-16,-5 0 32 0,0 7 23 15,5-7 11-15,-5 7 15 0,13-6-2 0,-3 4 9 16,-10 2 3-16,33 12-6 0,-7 3-5 15,1 4-2-15,-1 3-8 0,9 7-9 0,-1 0-16 16,-4 0-9-16,-1 3-13 0,-6-6-6 16,0 1-10-16,-5-1-10 0,0-1-7 15,-4 1-5-15,-5-5-7 0,-1-5-25 16,-3 0-41-16,-1-3-46 0,-2-1-66 0,-1-2-83 16,-1-3-90-16,-1-3-119 0,1-4-171 15,0 0-24-15,-2 8 53 0,2-8-274 16,0 0-321-16</inkml:trace>
  <inkml:trace contextRef="#ctx0" brushRef="#br0" timeOffset="17947.99">30244 12496 2489 0,'-14'0'100'0,"2"0"14"0,12 0 12 16,-13-2 27-16,13 2 15 15,0 0 0-15,0 0-7 0,-4-7-15 0,4 7-15 16,0 0-14-16,34-10-13 0,-14 8-36 15,-2-2-71-15,1 0-96 0,6 0-110 0,-4 3-141 16,2-4-232-16,0 1 48 0,-4 1 65 16,-4 1-143-16,-2 2-111 0</inkml:trace>
  <inkml:trace contextRef="#ctx0" brushRef="#br0" timeOffset="18383.91">29950 11900 1864 0,'-29'0'80'16,"-5"8"22"-16,-1 6 34 0,-10 14 33 15,0 1 41-15,4 10 31 0,5 6 31 0,1 4 9 16,9 10 15-16,6 0 3 0,9 4-9 15,7 3 3-15,6-1-12 0,9-3-40 0,9-1-7 16,0-3-13-16,12-8-22 0,5 0-20 16,9-5-15-16,16 1-16 0,-4-13-16 0,6-7-15 15,4-7-10-15,0-7-30 16,2-7-53-16,-3-8-42 0,2-6-29 0,1-6-18 16,-1-4-9-16,-8-8 5 0,14-12 6 15,-9-6 5-15,-21 3 4 0,-4-4 4 0,-9-9 9 16,-3-1 4-16,-12-3 3 0,-5-5 1 15,-10-4 5-15,-11-4 3 0,-13-13 0 0,-7 5 1 16,-9 10 3-16,-11 9 2 0,4 24-2 16,-6 6 3-16,-6 12 0 0,-7 7-41 15,-6 11-35-15,2 4-61 0,-1 14-68 0,1 5-62 16,-14 20-79-16,1 6-120 16,4 8-170-16,0 6 59 0,3 1-392 0,12 2-464 15</inkml:trace>
  <inkml:trace contextRef="#ctx0" brushRef="#br0" timeOffset="18762.83">29770 12908 2723 0,'13'-11'0'0,"-1"2"41"0,-6 1 29 15,0 4 14-15,-5 0 6 0,-1 4 12 16,0 0 22-16,0 0 30 0,0 0 17 0,-39 25 4 16,6-4 0-16,-9 15 10 0,-5 5 15 15,-19 14 11-15,-2 3 2 0,1 4-3 0,4 0 0 16,-5 0-6-16,7-8-5 0,13-11-8 15,5-4-10-15,7-3-14 0,0-4-17 16,12-8-18-16,5-4-6 0,1-4-19 16,7-5 2-16,0 0-20 0,1-4-5 15,3 0-9-15,-1-1-25 0,3-4-64 0,5-2-86 16,-10 3-78-16,10-3-86 0,-10 0-96 16,10 0-107-16,0 0-136 0,-17 0-139 0,17 0 59 15,-15 6-538-15,6-1-685 0</inkml:trace>
  <inkml:trace contextRef="#ctx0" brushRef="#br0" timeOffset="19047.81">28661 13885 3739 0,'2'-9'151'0,"-2"4"-13"0,0 0-19 0,0 5-15 16,0 0 56-16,0 0 25 0,0 0 5 16,0 0-10-16,-2 26-19 0,2-12-14 0,0 5-14 15,0-1-13-15,0 1-13 0,2 6-8 16,-2-7-17-16,-4 5-54 0,6-4-60 16,0 5-72-16,-2-7-83 0,0-2-92 0,-2-1-73 15,0-2-98-15,-2 0-119 0,3-4-62 16,-1-3 53-16,2-5-327 0,-2 5-387 0</inkml:trace>
  <inkml:trace contextRef="#ctx0" brushRef="#br0" timeOffset="19396.91">28783 13854 2559 0,'5'-12'43'0,"2"4"9"16,-3 3-7-16,1-1 11 0,-5 6 25 15,13-5 12-15,-13 5 6 0,14 0 13 0,-14 0-1 16,17 7-5-16,-9 0-3 0,-3 1 0 15,1 6 20-15,-2-2 11 0,-4 7-1 0,-2-4-5 16,-2 6-7-16,0 1-8 16,-1-1-13-16,0-6-2 0,2 1-13 0,1-4-9 15,2-1-4-15,-2 1 0 0,2 1 5 16,4-3 6-16,-3 2 7 0,8-1 8 0,-2 2 8 16,0-1 2-16,7-2-2 0,-3 4 5 15,4-2-5-15,-1 0-10 0,1 4 10 0,1-3-6 16,-4-1-2-16,1-2-2 0,-4 4 14 15,-2-2 20-15,-5-1 13 0,0 2 3 16,-4-1 1-16,-4 5-16 0,-3 3-11 0,-7 3-11 16,-2 0-5-16,-1-1-19 15,-5-3-5-15,8-5-12 0,-4-6-38 0,6-3-67 0,-2 0-84 16,1-5-79-16,0-1-89 16,-2-1-116-16,-3-6-128 0,-3 1-185 0,7-4-56 0,-11-4 68 15,4 0-593-15,3-1-757 16</inkml:trace>
  <inkml:trace contextRef="#ctx0" brushRef="#br0" timeOffset="19781.08">28640 13679 3819 0,'-21'-4'13'0,"0"6"0"15,2 5 20-15,-9 8 35 0,-1 4 33 0,-1 13 25 16,-1 4 21-16,5 7 14 0,-1 6-1 15,6 6-4-15,4 3-4 0,-1 2-9 16,11 0-6-16,3 2-7 0,8 0-12 16,3-4-11-16,11-4-12 0,4-3-5 0,3-8-11 15,7-2-5-15,11-7-9 0,4-3-5 16,5-8-3-16,7-4-9 0,4-7-7 16,1-8-24-16,5-9-28 0,0-6-24 0,1-6-27 15,0-3-26-15,9-15-20 0,-5-2-8 16,-8-6-1-16,-14 6 11 0,-8-6 16 0,-6-1 7 15,-5-5 13-15,-12-3 17 0,-14-2 14 16,-5 5 17-16,-9-10 6 0,-13-4 4 16,-16-15 0-16,-8 3 1 0,-9 0 2 0,-8 11-2 15,-1 9-1-15,8 19 4 0,-1 8-4 0,-1 10-8 16,1 7-41-16,9 10-63 16,2 7-77-16,4 7-83 0,-6 5-115 0,12-1-207 15,7 2 14-15,7-2 69 0,11-1-258 16,4-4-271-16</inkml:trace>
  <inkml:trace contextRef="#ctx0" brushRef="#br0" timeOffset="20263.33">29943 12859 2379 0,'-9'-1'107'0,"9"1"9"0,-9-5 0 16,9 5 5-16,0 0-9 0,0 0 33 0,0 0 46 15,0 0 28-15,28 29 5 0,8 4 1 16,8 1-12-16,19 17-16 0,2 4-19 0,5 2-17 16,1-1-17-16,2 1-14 0,-9-2-13 15,1-1-9-15,-8-1-13 0,-11-10-8 0,-6-3-9 16,-2 1-11-16,-4-5-6 0,0 0 1 15,-9-10 4-15,-3 0 6 0,-6-6 14 0,-2-3 3 16,-5-2-1-16,1-5-8 16,-5-3-4-16,2 1-7 0,-2-2-13 0,-1 0-1 15,0 0-29-15,-3-2-61 0,5 1-72 0,-4 2-93 16,1-2-115-16,-3 3-118 16,3-2-157-16,-6 1-121 0,3 5 60 0,0-3-497 15,-1 1-614-15</inkml:trace>
  <inkml:trace contextRef="#ctx0" brushRef="#br0" timeOffset="20595.74">31030 13805 3387 0,'-11'-9'29'0,"-1"6"9"16,-1 1 24-16,13 2 46 0,-31 9 38 0,4 4 39 15,-1 6 28-15,3 3 25 0,1 4 25 16,1 10 5-16,7-4-8 0,7 3-5 0,7-2-12 16,4 4-19-16,3-1-22 0,4-3-16 15,5-1-22-15,-3-1-16 0,5-2-14 0,-1-2-12 16,2-4-11-16,-4-6-37 15,3-1-72-15,-1-4-70 0,1-3-82 0,-2-1-96 0,4-4-128 16,-3-1-134-16,0-6-216 16,2 1-35-16,2-8 62 0,-1 1-506 0,-1-3-666 15</inkml:trace>
  <inkml:trace contextRef="#ctx0" brushRef="#br0" timeOffset="20979.73">30777 13774 3259 0,'-25'-12'119'0,"1"0"26"0,6 7 5 0,-1 1 9 15,-3 4 27-15,2 5 26 0,-10 8 27 0,3 4 24 16,0 8 23-16,0 10 1 16,6 7-6-16,6 6-12 0,6 5-13 0,6 4-15 15,8 1-21-15,8 2-20 0,1-2-22 16,10 2-15-16,2-2-16 0,10-4-16 15,-1-4-15-15,2-5-11 0,2-5-10 0,1-4-11 16,1-4-24-16,0-10-32 0,-5-7-41 16,2-5-48-16,1-6-40 0,-5-4-22 0,10-8-22 15,5-8-10-15,-2-11 0 0,2-2 9 16,-3-10 14-16,-7-5 19 0,-1-8 9 16,-7-4 11-16,3-24 11 0,-15 16 19 0,-8-7 21 15,-2 3 14-15,-14 2 8 0,-6 3 14 16,-10 5 2-16,-11 7 3 0,-10 6 2 15,-8 3-2-15,-5 9-1 0,-5 6 1 0,-2 5 0 16,-1 9-29-16,2 7-59 0,10 6-84 16,-10 2-125-16,4 9-143 0,0 2-197 0,3 4-74 15,4 4 59-15,5 3-454 0,5-1-576 16</inkml:trace>
  <inkml:trace contextRef="#ctx0" brushRef="#br0" timeOffset="21980.65">28605 14562 2915 0,'0'-4'-106'0,"0"4"16"16,-5-6 15-16,5 6 35 0,0 0 45 0,-29 14 43 16,9 3 41-16,-5 9 41 15,-9 10 44-15,-5 6 27 0,-10 19 17 0,-4 3 17 0,-7 7 8 16,-1-2 6-16,0-1-1 0,-1-5-10 16,4-2-5-16,17-17-10 0,2-3-12 0,5-5-14 15,3-5-15-15,11-10-15 0,2-4-14 16,7-3-23-16,3-5-10 0,1-1-14 15,-1-3-3-15,3 0-48 0,1 0-61 16,-2-2-68-16,6-3-101 0,0 0-120 16,-15 0-117-16,15 0-122 0,-12-8-169 0,4 4 16 15,3 2 70-15,5 2-424 0,-21-3-513 16</inkml:trace>
  <inkml:trace contextRef="#ctx0" brushRef="#br0" timeOffset="22228.9">27384 15524 2826 0,'0'0'108'0,"-5"-8"35"0,5 8-10 0,-6-4-21 16,6 4 11-16,0 0 31 0,0 0 27 16,-2 26 9-16,2-12-7 0,0 3-12 0,0 2-13 15,4 0-13-15,-2 3-18 0,1-1-11 16,-1-2-6-16,2 3-18 0,-2-4-12 15,0 2-34-15,-2-4-47 0,3 0-62 16,-3-4-63-16,0-1-63 0,0-1-57 16,0-3-88-16,0-7-109 0,0 4-159 0,0-4 25 15,0 0-313-15,0 0-373 0</inkml:trace>
  <inkml:trace contextRef="#ctx0" brushRef="#br0" timeOffset="22495.62">27354 15429 2651 0,'0'-9'95'0,"0"1"18"15,0 8-10-15,2-12 11 0,-2 12 13 16,1-5 18-16,-1 5 14 0,16-8 19 0,-3 8 3 16,5 2-13-16,4 2-13 0,11 5-13 15,-1 7-13-15,3 3-14 0,6 5-9 16,-7 2-12-16,0 3-8 0,-5 2-10 0,-9-4-7 16,-6 2-6-16,-2 2 2 15,-4 1 18-15,-10-3 20 0,-4 3 11 0,-8 0 6 16,0 1-7-16,-15 3-4 0,-5-2-13 15,-11 0-6-15,2-5-10 0,-3-2-8 0,-1-9-8 16,11-2-41-16,-1-7-47 0,3-1-48 16,7-5-76-16,6-5-77 0,4-2-95 0,2-7-94 15,5-1-135-15,4-2-144 0,5 1 56 16,1 0-424-16,3-1-533 0</inkml:trace>
  <inkml:trace contextRef="#ctx0" brushRef="#br0" timeOffset="23244.87">27416 15205 2800 0,'-30'-5'-62'0,"1"4"16"0,3 3 22 16,-12 9 47-16,-6 7 62 0,-2 11 55 0,3 6 38 16,-2 12 21-16,11 1 15 0,4 8 14 15,5 1-6-15,10 0-7 0,6-1-10 0,9 4-5 16,9-3-1-16,8-1-7 15,11 1-17-15,11-7-8 0,15 5-14 0,16-7-16 16,11-10-14-16,5-8-12 0,5-9-13 16,-6-9-9-16,2-9-27 0,1-6-39 0,16-11-36 15,-5-6-31-15,-4-7-31 0,-12-3-15 16,-20 1 6-16,-8-6 1 0,-5-3 11 0,-9-6 4 16,-6-7 5-16,-10-7 7 0,-12-4 6 15,-9-4 2-15,-8-9 9 0,-15-17 3 16,-10-3 2-16,-10 2 7 0,-13 6-1 0,-7 16-2 15,-10 9 5-15,1 15 0 0,7 20 0 16,-5 9 7-16,5 14 0 0,-3 8-10 16,-3 10-39-16,3 7-60 0,3 8-70 15,5 6-79-15,4-1-111 0,11 4-199 0,9-3-6 16,12-9 65-16,9 2-245 0,7-8-260 16</inkml:trace>
  <inkml:trace contextRef="#ctx0" brushRef="#br0" timeOffset="23645.11">28607 14730 2274 0,'0'-17'77'0,"5"4"24"0,-5 2 28 0,2 4 18 0,-2-1 18 16,0 8 7-16,4-10-15 0,-4 10 29 0,9-2 21 16,-9 2 13-16,28 15 4 0,3 8-6 15,9 11-6-15,6 5-9 0,15 17-13 0,5-1-17 16,1 6-21-16,1-1-13 0,-2-2-16 15,-7 1-8-15,-3-6-14 0,-11-9-12 16,6 14-4-16,-9-15-14 0,-1 0-3 16,0-4-9-16,-3-3-8 0,-8-4-12 0,-5-8-41 15,-6-5-41-15,-3-2-59 0,-5-4-72 16,-1-1-76-16,-3-2-97 0,-1-3-93 16,-3 0-193-16,-3 0-35 0,2-2 68 0,-2 0-382 15,0 2-460-15</inkml:trace>
  <inkml:trace contextRef="#ctx0" brushRef="#br0" timeOffset="23912.77">29475 15611 2965 0,'0'-13'146'0,"0"13"-3"0,-2-7-19 15,2 7-3-15,0 0 27 0,0 0 17 0,0 0 17 16,25 28 8-16,-16-13-11 0,4 13-15 16,3-1-12-16,-5 6-18 0,-1 1-15 15,1-2-12-15,-2 3-10 0,0-3-7 0,-2-1-11 16,0 0-8-16,-5-4-25 0,0-5-50 16,0-5-79-16,0-2-78 0,0 2-92 0,-2-7-97 15,0-1-178-15,3-5-133 16,-3-4 54-16,0 0-337 0,0 0-423 0</inkml:trace>
  <inkml:trace contextRef="#ctx0" brushRef="#br0" timeOffset="24112.92">29505 15686 3069 0,'-19'-6'319'0,"6"3"8"15,2-1 35-15,1 1 29 0,2-1 22 16,8 4 5-16,-9-6-23 0,9 6-40 0,-2-8-37 15,2 8-35-15,15-12-33 16,-1 4-51-16,3 1-90 0,0 2-136 0,0 0-127 16,0 3-117-16,5 1-127 0,-4 1-141 15,1 1-226-15,-2 5-10 0,-1 0 86 0,-3 0-532 16,-3 4-684-16</inkml:trace>
  <inkml:trace contextRef="#ctx0" brushRef="#br0" timeOffset="24279.3">29528 15891 3247 0,'-8'5'143'0,"1"1"66"16,7-6 32-16,-8 4 17 0,8-4 24 16,0 0 33-16,0 0 0 0,0 0-18 0,0 0-26 15,0 0-34-15,0 0-29 16,31-12-65-16,-15 6-94 0,-5 2-100 0,2 3-102 16,0-1-96-16,-2 4-82 0,3 1-78 15,-4 2-95-15,-5 4-147 0,1 4 13 16,-5 1-460-16,1 0-569 0</inkml:trace>
  <inkml:trace contextRef="#ctx0" brushRef="#br0" timeOffset="24428.86">29593 16136 2948 0,'-5'12'-5'0,"-2"1"57"16,2-3 51-16,1-4 45 0,0 1 45 15,0-1 26-15,4-6 8 0,-1 8 0 0,1-8-2 16,0 0-10-16,7 10-23 0,-7-10-22 16,18 0-24-16,-18 0-60 0,26-4-69 15,-7 2-73-15,-2-4-93 0,0 4-75 16,1-4-75-16,-2 0-96 0,4 3-111 15,-5 0-107-15,4 0 53 0,-4 1-243 0,0-2-291 16</inkml:trace>
  <inkml:trace contextRef="#ctx0" brushRef="#br0" timeOffset="24844.9">29276 15354 2432 0,'-27'0'88'0,"0"9"20"0,-4 11 21 16,-8 9 42-16,5 10 28 0,2 5 27 15,5 6 8-15,5 3 6 0,4 5 3 16,11 4 0-16,7 4 0 0,6 2-12 0,13 0-14 16,7 13-16-16,9-4-23 0,6-7-23 15,5-7-10-15,-6-16-20 0,0-4-8 0,0-5-17 16,1-5-6-16,0-8-15 0,-7-11-33 15,4-2-21-15,1-7-24 0,3-7-12 0,4-3-11 16,4-10-40-16,0-1-23 16,0-8 8-16,-1-5-16 0,-3-3-28 0,-2-7-7 15,-2-8 1-15,-6-3 11 0,-7-8 10 16,2-17 17-16,-11 8 10 0,-4-25 5 16,-11 17 15-16,-9 2 28 0,-3 4 23 0,-11 5 28 15,-8 9 12-15,-10 8 9 0,-14 8-8 16,-9 10 1-16,-8 9-2 0,-3 9-2 0,-5 11-6 15,-4 5-4-15,0 10-38 0,-16 8-55 16,5 5-79-16,26 0-95 0,5-1-134 16,7 2-239-16,8-2-10 0,7 4 55 0,13-8-293 15,7-2-352-15</inkml:trace>
  <inkml:trace contextRef="#ctx0" brushRef="#br0" timeOffset="25911.31">31123 14611 2541 0,'-2'-7'49'0,"0"-4"9"15,0 2 25-15,2 9 28 0,-3-14 32 0,1 10 21 16,2 4 3-16,-4-8-17 0,4 8-9 16,0 0-13-16,0 0 12 0,-23 26 4 0,8 6 7 15,-2 16 6-15,-3 10 4 0,4 7 8 16,-2 6-2-16,3 0-8 0,0 19-8 15,4-18-16-15,0-1-3 0,6-4 5 0,-1-5-1 16,3-2-11-16,-3-7-6 0,2-12-2 16,4-3-9-16,-3-9-10 0,3-5-13 0,-2-5-6 15,-1-2-11-15,1-3-5 0,2-2-7 16,-2-3-12-16,2 1-43 0,-1-2-53 0,1-1-66 16,0-7-76-16,-2 12-85 15,2-4-86-15,0-2-91 0,-2 2-130 16,2 1-134-16,-2 3 67 0,2-1-440 0,-2 0-564 0</inkml:trace>
  <inkml:trace contextRef="#ctx0" brushRef="#br0" timeOffset="26177.66">30931 15799 3203 0,'-6'-7'137'0,"3"2"19"0,3 5-15 15,-2-7-9-15,2 7-9 0,0 0 34 16,0 0 25-16,0 0 3 0,0 0-9 0,3 31-15 16,-3-14-15-16,4 7-11 15,-2 0-12-15,0 2-15 0,0 1-10 0,1 7-10 16,1-4-9-16,-2-5-8 0,-2-2-36 16,0-1-51-16,0-3-61 0,-2-2-73 0,2-3-80 15,0 1-81-15,2-7-133 0,-4-1-200 16,4-2 10-16,-2-5 63 0,0 0-300 15,0 0-353-15</inkml:trace>
  <inkml:trace contextRef="#ctx0" brushRef="#br0" timeOffset="26332">30976 15773 2758 0,'-7'-10'205'0,"3"0"3"15,2-2-3-15,4 0 1 0,2 1-3 16,3-1-12-16,5-3-19 0,1-1-18 0,8-3-19 15,2 4-36-15,0 3-70 0,-4 2-97 16,0 4-101-16,0 4-100 0,-2-1-145 16,3 3-191-16,-4 4 36 0,2-1-272 0,-3 5-325 15</inkml:trace>
  <inkml:trace contextRef="#ctx0" brushRef="#br0" timeOffset="26527.56">31032 15944 2431 0,'-19'10'237'15,"3"-4"49"-15,7 0 13 0,0-3 21 16,2-1 37-16,7-2 40 0,-13 6 5 0,13-6-9 16,0 0-20-16,-12 2-37 0,12-2-37 15,0 0-29-15,0 0-42 0,0 0-77 0,41-17-97 16,-24 11-138-16,4 2-121 0,2-4-140 16,-2 1-137-16,1 3-219 0,5 0-56 15,-4 0 66-15,-3-1-523 0,-4 2-676 0</inkml:trace>
  <inkml:trace contextRef="#ctx0" brushRef="#br0" timeOffset="26911.61">30910 15513 3582 0,'-33'6'58'16,"3"5"11"-16,-3 7 39 0,-3 11 52 15,6 7 41-15,3 5 19 0,4 5 21 0,10 7 10 16,4 5 12-16,9 1-22 0,5 5-14 16,10 0-17-16,5 1-23 0,12 12-17 15,4-6-19-15,10-5-14 0,5-2-15 16,8-8-10-16,6-6-17 0,-8-16-12 0,2-4-51 16,-3-12-57-16,-3-4-43 0,-9-9-35 15,0-5-18-15,-3-7-40 0,9-9-37 0,-3-5-34 16,-4-6-11-16,-3-5 8 0,-4-7 24 15,-8-4 22-15,1-8 16 0,-8-3 20 16,-4-8 18-16,-7-3 18 0,-6-5 6 0,-6-5 13 16,-8 0 10-16,-11-17 9 15,-7 10 20-15,-15 11 16 0,4 24 8 0,-11 10 3 0,-9 7 7 16,-8 8-3-16,-1 13 5 0,-6 7 4 16,1 6-11-16,-1 3-33 0,3 8-50 15,2 2-73-15,8 0-104 0,4 3-156 16,14 1-91-16,10-4 42 0,-5 8-103 0,14-4-96 15</inkml:trace>
  <inkml:trace contextRef="#ctx0" brushRef="#br0" timeOffset="27844.73">31062 16506 1773 0,'0'0'93'0,"0"0"12"0,0 0 16 0,0 0 36 0,-47 35 36 16,13 5 35-16,-7 6 26 0,-13 19 12 15,-2 5-2-15,-3 3 2 0,0-3-4 16,0 0-6-16,3-3-17 0,6-7-17 16,13-13-18-16,2-5-17 0,5-1-8 15,5-5-23-15,4-10-14 0,6-4-13 0,4-2-18 16,1-8-8-16,2-1-11 0,3-5-15 15,1 2-43-15,0-4-47 0,4-4-61 0,0 0-95 16,-10 2-80-16,10-2-78 0,0 0-72 16,0 0-94-16,0 0-153 0,-23-6-6 15,23 6-399-15,-17 8-525 0</inkml:trace>
  <inkml:trace contextRef="#ctx0" brushRef="#br0" timeOffset="28427.65">30167 17667 2880 0,'2'-6'-40'0,"-2"6"14"16,0-9 13-16,0 9 17 0,0 0 26 15,0 0 33-15,-2-8 3 0,2 8-7 16,0 0-7-16,0 0-3 0,-12-8-7 16,12 8-5-16,-15 0 2 0,15 0 5 15,-29 9 15-15,10-2 13 0,-1 2 24 0,-13 4 12 16,5 4 6-16,-5 3 13 0,5 2 19 16,-5 7 15-16,3 4 3 0,7-8 0 0,3-1-10 15,6 4-11-15,3-6-9 0,8-5-10 16,3-1-6-16,2-1-6 0,6-1-10 15,5-1-9-15,4-3-10 0,2 0-9 16,6-5-6-16,0-2-7 0,14-5-7 16,-1-2-6-16,1-2-11 0,-5-2-9 0,-5 2-12 15,-9 1-3-15,-2-1-3 0,-3 4 0 16,-3-2-4-16,-1 2 0 0,-4-2-1 16,-7 4 2-16,16-3-3 0,-16 3 0 0,11-1-2 15,-11 1 3-15,0 0 5 0,0 0-2 16,10 8-1-16,-10-8 5 0,2 10 0 15,0-3 0-15,0 1 13 0,-1 0 10 0,3 1 12 16,-2 3 5-16,0 0 0 0,0 0-8 16,1 3-3-16,1 1-10 0,3-1 5 0,-6 0-6 15,5 2-2-15,-1-1 0 16,3-3-5-16,-4 3-3 0,2-2 2 0,-2-4-28 16,-1 0-38-16,3-1-43 0,-2-3-48 15,-2 1-63-15,-1 0-78 0,-1-7-76 0,4 9-100 16,-4-9-206-16,-2 8-63 0,2-8 71 15,0 0-375-15,-5 12-500 0</inkml:trace>
  <inkml:trace contextRef="#ctx0" brushRef="#br0" timeOffset="28844.66">29758 17499 3017 0,'-28'2'23'16,"-5"7"8"-16,1 5 23 0,2 6 40 0,-5 9 52 15,5 9 39-15,1 5 16 0,8 7 9 16,4 7 5-16,6 2 3 0,9 3 2 0,8 4-7 16,9-2-17-16,15 12-16 0,10-3-4 15,8-3-22-15,2-7-16 0,11-8-11 16,2-3-13-16,3-11-13 0,-5-10-22 0,2-6-36 15,4-8-31-15,-5-7-31 0,-1-6-32 16,0-8-30-16,-3-10-23 0,-1-5-28 0,-5-6-25 16,-3-8-7-16,-3-4 9 0,-5-8 5 15,-4-1 16-15,-9-8 11 16,-7-2 12-16,-9-9 16 0,-8-7 8 0,-8-6 9 16,-10-19 0-16,-12-1 12 0,-10 6 9 15,-11 5 5-15,-5 16 18 0,-9 13 15 0,-8 13 9 16,12 18 8-16,-6 12-6 0,0 11 6 15,-2 8-7-15,2 7-27 0,0 10-45 16,6 3-62-16,8 5-74 0,3 3-134 0,6 1-248 16,10 1 48-16,8-7 58 0,15-4-85 15,7-6-78-15</inkml:trace>
  <inkml:trace contextRef="#ctx0" brushRef="#br0" timeOffset="29210.61">30935 16749 1710 0,'1'-13'124'0,"-1"3"3"0,4 3-6 16,-4 7 14-16,18 4 43 15,-5 3 47-15,13 8 24 0,12 11 15 0,5 5 2 16,6 7-5-16,12 9-12 0,4 3-17 16,-2 3-25-16,4 5-21 0,-5-2-18 15,-2-2-20-15,-3 1-17 0,-16-10-20 0,1-1-33 16,-5-1-39-16,-5 1-38 0,1-4-41 15,-8-3-62-15,-7-5-57 0,0-3-57 0,-4-3-64 16,-3-6-103-16,-6-3-161 0,1-1-67 16,-5-3 54-16,3 1-232 0,-4-3-276 15</inkml:trace>
  <inkml:trace contextRef="#ctx0" brushRef="#br0" timeOffset="29444.33">31731 17601 2231 0,'-8'-9'197'0,"5"4"49"16,3 5-9-16,-8-3-1 0,8 3 33 15,0 0 32-15,-3 20 9 0,0-5-8 0,1 2-27 16,2 3-24-16,2 5-22 0,3 0-28 16,-4 10-18-16,3-6-42 0,0-4-62 15,-1 9-65-15,5-8-71 0,-3-6-86 0,2-1-69 16,-2-4-56-16,-1-3-35 15,0 3-32-15,-2-6-25 0,-2-4-39 0,0-5-55 16,0 0-27-16,0 0 28 0,0 0-308 16,0 0-251-16</inkml:trace>
  <inkml:trace contextRef="#ctx0" brushRef="#br0" timeOffset="29726.73">31748 17882 2058 0,'0'-10'5'0,"0"3"46"0,0 7 40 16,0-10 27-16,0 10 49 0,6-7 35 16,-6 7 26-16,4-7 6 0,-4 7-3 0,12-5-6 15,-5 1-18-15,2-1-21 16,2 2-18-16,1-1-18 0,3-3-15 0,-1 1-24 15,1-2-38-15,2-1-38 0,-2-3-48 16,8-5-55-16,-5 1-37 0,-3 2-25 16,4-5-7-16,-2 1 14 0,-4 3 14 0,-3-2 12 15,2 3 19-15,-3 2 11 0,-2 3 24 16,1 1 3-16,-5 5 40 0,-3 3 41 16,0 0 44-16,0 0 30 0,20 20 15 0,-16-6 12 15,-1 7 5-15,-1 2 8 16,-2 1 0-16,2 1-8 0,-2 2-15 0,0 1-8 15,0 0-13-15,0 9-12 0,0-10-11 0,0-4-28 16,0-5-53-16,0-1-75 0,0-7-105 16,0 3-98-16,0-5-89 0,-2 3-169 0,0-2-142 15,0-2 60-15,2-7-314 0,-3 12-406 16</inkml:trace>
  <inkml:trace contextRef="#ctx0" brushRef="#br0" timeOffset="30081.17">31706 17490 2877 0,'-28'-7'198'15,"5"5"15"-15,0 5 34 0,2 4 46 16,-10 10 66-16,4 9 30 0,5 10 15 16,1 5-4-16,14-2-22 0,3 5-22 0,8-1-29 15,5 11-48-15,7-4-25 16,8-1-27-16,2-3-24 0,9-5-19 0,2-4-30 15,0-6-47-15,-2-4-51 0,-3-8-38 16,-2-3-35-16,-3-10-22 0,-2 0-17 16,-5-5-32-16,4-1-7 0,2-5-4 0,7-8 2 15,-3-5 3-15,4-7 11 0,-3-10 5 16,-2-2 15-16,-5-8 6 0,0-1 2 0,-6-2 9 16,-4-3 1-16,-5-9 11 0,-5 0 4 15,-6-1 6-15,-5 6 2 0,-11 2 14 16,-2 11-1-16,-9 5-3 0,-12 10-3 0,-6 6-20 15,-10 9-62-15,-8 10-100 0,-5 8-118 16,-3 4-138-16,3 5-178 0,-18 11-128 16,24-1 67-16,8-2-525 0,6 0-680 15</inkml:trace>
  <inkml:trace contextRef="#ctx0" brushRef="#br0" timeOffset="31660.09">29599 15631 906 0,'0'0'240'0,"-8"-6"-84"16,8 6-45-16,-3-8-2 0,3 8-1 16,-4-6-1-16,4 6-12 0,-3-10 0 0,3 10 7 15,0 0 1-15,0-11 3 0,0 11 9 16,0 0 4-16,0-11 0 0,0 11-8 0,0 0-7 16,-4-7-10-16,4 7-9 0,0 0-6 15,0 0-4-15,0 0 17 0,0 0 24 16,0 0 12-16,-11 18 5 0,8-3 4 15,-3 5 6-15,-4 11 5 0,4 6 4 16,1 0 8-16,-3 3-7 0,5 3-2 0,1 1-6 16,-1-5-7-16,3 2-9 0,3-3-5 15,2-1-1-15,1-5 5 0,-2-6 7 0,-1-6-6 16,3-4 1-16,0-1-7 0,0 0-4 16,-1-6 14-16,3-2-6 0,1-2-14 0,3-1-4 15,1-4-9-15,-13 0-15 16,30-4-4-16,-10 0-11 0,-1 1-9 0,3-4-7 15,0 0 1-15,1 2-9 0,0-2-2 0,-1 1-11 16,-1-1-3-16,2 2-5 0,-6 0 2 16,-1 1-15-16,-3 1 0 0,-1-1-13 15,-1 2-20-15,-11 2-25 0,15-5-21 16,-15 5-29-16,12-3-34 0,-12 3-41 0,7-4-61 16,-7 4-82-16,0 0-96 0,0 0-133 15,0 0-205-15,0 0 28 0,0 0 74 0,-19-11-424 16,13 5-543-16</inkml:trace>
  <inkml:trace contextRef="#ctx0" brushRef="#br0" timeOffset="31927.65">29527 15637 3045 0,'0'0'54'0,"-20"0"9"0,20 0-1 0,0 0 23 16,-11-1 30-16,11 1 36 0,0 0 16 16,0 0-6-16,0-11-13 0,0 11-12 0,22-12-19 15,0 4-7-15,8-3-13 0,4 0-11 16,-2-2-14-16,3 2-35 0,-9 4-37 16,-1 0-35-16,-5 0-50 0,-4 3-50 0,0 0-53 15,-5 2-54-15,-1 0-39 16,-10 2-55-16,0 0-107 0,0 0-108 0,8 12 29 15,-12-3-120-15,-2-1-140 0</inkml:trace>
  <inkml:trace contextRef="#ctx0" brushRef="#br0" timeOffset="32159.76">29557 15911 2070 0,'0'0'209'0,"0"0"28"0,0 0 27 0,0 0 38 15,0 0 35-15,0 0 24 0,0 0-18 16,0 0-11-16,-19-9-21 0,19 9-31 16,0 0-31-16,0 0-21 0,19-14-22 15,-19 14-24-15,17-7-25 0,-7 3-14 0,1 1-19 16,0-1-50-16,1 3-74 0,-12 1-68 16,17-4-71-16,-10 1-81 0,-7 3-80 0,14-1-87 15,-14 1-117-15,9 0-218 0,-9 0 48 16,0 0 73-16,0 0-349 0,0 0-430 15</inkml:trace>
  <inkml:trace contextRef="#ctx0" brushRef="#br0" timeOffset="37010.8">30517 13282 2263 0</inkml:trace>
  <inkml:trace contextRef="#ctx0" brushRef="#br0" timeOffset="38276.65">30481 13288 1844 0,'-13'4'-173'15,"1"1"18"-15,-1-2 19 16,4 2 22-16,-3 1 6 0,3-1 16 0,-1 0 9 0,-2 3 7 15,1-1 10-15,1 3 9 0,-1-2 8 16,0 2 1-16,-1-2 14 0,1 1 10 16,-2 1 4-16,-3 0 3 0,1 5 14 15,0-3 1-15,-3 1 8 0,-4 5-5 16,-1-1 6-16,2 3 0 0,4-5-5 0,1-1 1 16,1 1 0-16,2-1 10 0,2 3-7 15,-2-1-5-15,2-1 0 0,4 2 0 0,0-1 15 16,0-1-15-16,2 1 0 0,-1 5 2 15,2-4-1-15,1 0 7 0,-1 5 1 0,2-3 2 16,0 3 7-16,1-1 0 0,1 1 1 16,0-2 8-16,-3-1-3 0,6 2 4 15,-2 3-6-15,-1-2 2 0,4 0-7 16,0-2 6-16,-2 0 1 0,-1 1 5 16,3-1-6-16,0-3 0 0,-2 1-8 0,-1 0 4 15,-1 0-6-15,4-2 4 0,-1 2-2 16,1-3-5-16,-4 4 1 0,2-2 2 0,-1 0-1 15,-1 0-9-15,4 0 8 0,-4 2 0 16,2-2-9-16,0 1 4 0,1 1-1 0,-1-2-3 16,2 1 5-16,-2 0 3 0,1-1-6 15,2 0 4-15,-1 0-9 0,0-1 3 16,1-1 2-16,-1 2-1 0,-1-2 6 0,4 2-10 16,-3-1 0-16,-1 0 1 15,3 1-2-15,-1-2 12 0,1 4-8 0,-1 2 6 16,4-5 1-16,-2 4 1 0,2-2 1 15,0 0-3-15,0-1-1 0,0 2 2 0,7 3-1 16,-5-2-3-16,0-3-1 0,1 0 0 16,-3 1-1-16,3-1 0 0,-2-1 3 0,1 0-4 15,1 1 0-15,-3-2 7 0,0 3 13 16,1-2 5-16,1-1-4 0,0-1 8 16,3-1 1-16,-3 1-1 0,5-3 1 0,-1 4 0 15,3-1-1-15,-6-2 0 16,8 0-3-16,-4 1 0 0,4-4-1 0,-4 3-1 15,4-1-6-15,1-2-2 0,6 5 1 16,-5-5-1-16,5 5 2 0,-4-5-7 0,0-3 8 16,-2 1-5-16,3 0 2 0,1-2-7 15,0-1 1-15,0-2-1 0,2 4-2 0,-3-2-1 16,3-3 1-16,-2 3-1 0,0-1 1 16,0 0-3-16,0-1 1 0,-1 2-2 15,1-3-1-15,1 0-5 0,1-1 4 0,0 3-1 16,2-3 2-16,-1 0-4 0,1 0-2 15,11-4 4-15,-8 3-6 0,-3-1 1 0,-1 0-8 16,1 0-1-16,-2 1-5 0,-2-3 1 16,-3 3-1-16,-3-2-2 0,2 2 3 0,-4 0 7 15,2-1-2-15,-4 0 2 16,-1 0 3-16,3-2 0 0,-2 2-2 0,2-4 3 16,-1 3-1-16,-2-3 2 0,2 2 3 15,2-3 0-15,0 0-3 0,2-1 2 0,-2-1 0 16,1 1 1-16,1-2 0 0,-4 0-4 15,6 1 4-15,-6-4-1 0,4 1-2 16,3-4 3-16,-4 3 1 0,-2 1-3 0,0 0 4 16,4-7-3-16,-2 5 0 0,-4 1 2 15,3 1 0-15,1-9-2 0,-1 2-3 16,2 3 5-16,-4-5 2 0,6 2-3 0,-3-3-3 16,-4 5 2-16,-1 0 0 0,0-7 1 15,4 3 0-15,-1-6 1 0,-3 0 0 16,-2 0 0-16,2-4-2 0,-4 0 1 0,-1-4-2 15,-4 2 1-15,4-2 2 0,-6 1 4 16,-1 3-1-16,-2 5 8 0,0 1-2 16,0-4 1-16,0 4 2 0,-2 2-1 0,2-1 2 15,-1-1-4-15,1 2-1 0,-4-2-3 16,2 3 4-16,0-2-2 0,-3 0-4 0,0 0 2 16,-2-7 0-16,-1 1-2 0,-4 1-2 15,1 7 0-15,-2-3 1 0,-3 0 1 16,5 6-3-16,1 1 5 0,-1 1 3 0,0 0 3 15,-1 3-2-15,1 0 4 16,-3-1-2-16,5 0 0 0,0 3-2 0,-2 0-3 0,-1-2 3 16,2 2-2-16,-4-2-1 15,5-1-1-15,-2 1 0 0,1-1-1 0,-3-2 0 16,-1 0-1-16,1 2-1 0,0 1-2 16,-6-8 3-16,-2 0 1 0,-3 4-2 0,4-3-3 15,-1 2 3-15,-2 2-1 0,6 1 0 16,-4-2 0-16,-2 1 0 0,1-1 1 15,0 5-1-15,5 1-1 0,-5-5 0 0,0 3 0 16,-4-1-1-16,-1 3 1 0,-2 0-3 16,-1 1 4-16,-3 2-3 0,-3 2-1 0,-1 2 2 15,-4 2-4-15,-3 1 2 16,-4 0 2-16,-1 4-18 0,-11 3-22 0,-3 2-33 16,-3 5-45-16,3 1-72 0,-1 1-178 15,1 7-127-15,5 2 1 0</inkml:trace>
  <inkml:trace contextRef="#ctx0" brushRef="#br0" timeOffset="47090.69">20939 16397 1447 0,'4'-9'248'0,"0"3"-47"0,-4 6-5 0,0-9-6 16,0 9-6-16,2-7-12 15,-2 7-11-15,0 0-2 0,-2-10 2 0,2 10-6 16,0 0-9-16,0 0-18 0,-8-5-2 16,8 5-4-16,0 0 17 0,-23 21-7 15,9 1-7-15,-6 3-11 0,-5 13 10 0,0 1-7 16,0 2-9-16,1 1-13 0,-1 1-8 16,2-2-7-16,4-2-10 0,0 1-6 0,4-9-8 15,2-2-7-15,2-2-5 0,0-7-1 16,2 0-6-16,4-6-5 0,-4-2-5 0,4-2-6 15,-1-2-10-15,3 1-29 16,-1-2-65-16,4-7-84 0,-12 1-106 0,12-1-97 16,0 0-131-16,-15-20-173 0,13 3 54 15,0-2-287-15,2-6-387 0</inkml:trace>
  <inkml:trace contextRef="#ctx0" brushRef="#br0" timeOffset="47324.31">20753 16310 2700 0,'4'-15'60'15,"-3"7"6"-15,1 0-7 16,2 3 1-16,-4 5 22 0,0 0 77 0,0 0 28 0,0 0 5 16,27 31 6-16,-13-6-3 15,8 6-4-15,1 7 2 0,2-1-12 0,-1 0-15 16,1-2-14-16,-4-6-17 0,8 6-12 16,-8-9-13-16,-3 0-12 0,4-3-8 15,-6 0-12-15,0-6-11 0,-7-2-19 0,-1-2-32 16,0-2-47-16,-3-1-70 0,-3-2-74 15,2 0-89-15,-2-1-109 0,-2-7-167 0,-4 6-149 16,4-6 67-16,0 0-334 0,0 0-435 16</inkml:trace>
  <inkml:trace contextRef="#ctx0" brushRef="#br0" timeOffset="47508.59">20841 16690 2641 0,'-11'2'92'0,"0"0"8"16,11-2-6-16,-12 3 13 0,12-3 64 15,0 0 35-15,-9 2 25 0,9-2-3 16,0 0-20-16,0 0-15 0,0 0-23 16,0 0-15-16,0 0-15 0,57-4-27 0,-34 4-65 15,4-1-92-15,4 1-118 0,-1 0-149 16,12-2-233-16,-10 0-123 0,-3 4 83 0,-4 0-295 16,-2 1-363-16</inkml:trace>
  <inkml:trace contextRef="#ctx0" brushRef="#br0" timeOffset="48023.66">21569 16277 2577 0,'1'-19'86'0,"1"3"41"0,-4 7 34 16,2-1 23-16,2 2 15 0,-2 8 5 15,0-9-9-15,0 9 0 0,0 0 35 16,0 0 10-16,0 0 5 0,13 31-2 15,-4 1-17-15,0 0-18 0,-4 4-2 0,5 2-16 16,-5-1-19-16,3 1-11 0,-2 0-19 16,-2-1-13-16,-3 0-15 0,1-8-14 15,-2-2-5-15,2-1-21 0,-4 0-7 0,2-6-30 16,-2-1-47-16,1-2-65 0,1-3-88 16,-2-1-94-16,0-1-95 0,4-6-138 0,-2-6-178 15,0 0-88-15,0 0 81 0,0 0-461 16,7-29-604-16</inkml:trace>
  <inkml:trace contextRef="#ctx0" brushRef="#br0" timeOffset="48457.06">21621 16106 3190 0,'-9'-12'12'0,"2"3"28"0,-2 2 27 16,4 2 28-16,-1 0 36 0,6 5 12 15,-4-7-7-15,4 7-9 0,0 0-15 16,12-10-8-16,0 8-12 0,2 2-9 0,8 4-12 15,3 1-9-15,7 3-1 0,0 6-10 16,1 1-3-16,-8 3-10 0,-1 5 0 16,-11-6-1-16,0 9-1 0,-4-1 1 15,-7-2 5-15,-4 4-1 0,-7 8 13 0,2 1 13 16,-4 0 2-16,-1-2 5 0,3-5 6 16,-1-5-2-16,9-7 8 0,-3-1 12 15,2-3 11-15,-1 1 4 0,8-3-2 0,-1 1-9 16,-1 3-4-16,6-1-4 0,3 0-14 15,1 1-5-15,0 1-7 0,7 3-9 0,1 3-8 16,-6-7-2-16,-1-1-3 0,-1-1-12 16,-6 0 6-16,1-1 10 0,0 1 23 0,-5 1 0 15,-3-2 22-15,0 1 8 0,-3 1 7 16,-5-2-2-16,-4 5-2 0,-1-2-15 16,-1-1-12-16,-2-2-6 0,-4-1-7 0,4-2-5 15,-2-4-12-15,3-1-13 16,0-3-43-16,2-1-75 0,-3 0-86 0,7 0-86 15,9 0-110-15,-21-1-134 0,11 1-204 16,10 0-153-16,0 0 95 0,-17 1-639 0,17-1-850 16</inkml:trace>
  <inkml:trace contextRef="#ctx0" brushRef="#br0" timeOffset="48790.74">22613 16327 3854 0,'-6'-12'-54'0,"-2"2"10"0,0 5 11 0,1 0 10 0,7 5 39 0,-29 3 36 16,10 4 32-16,-14 12 18 0,-3 10 18 0,-1 8 9 15,1 4 16-15,1 2 13 0,5 0 7 16,5 2 5-16,2-2 0 0,10-9-5 16,5 2-2-16,4-2 4 0,6-5-3 0,3 2-12 15,9-2-11-15,6 0-12 16,0-7-8-16,9-1-12 0,-1-7-10 0,4-3-20 16,-1-7-62-16,-4-2-78 0,12-8-97 15,-4 2-111-15,2-6-114 0,-5-5-128 0,-2 3-177 16,1-1-32-16,-11 3 76 0,-2-1-405 15,-2 5-521-15</inkml:trace>
  <inkml:trace contextRef="#ctx0" brushRef="#br0" timeOffset="49141.6">23036 16365 3197 0,'-8'-21'106'0,"6"6"-1"0,0 4-2 16,-2 1 16-16,4 3 20 0,0 7 6 15,-4-6 50-15,4 6 28 0,0 0 2 0,8 39-11 16,2-5 3-16,-1 4 8 15,2 9-3-15,1 4-8 0,-1-1-17 0,-1-3-19 16,0-5-15-16,-3 9-13 0,-1-9-25 16,-1-4-13-16,0-1-5 0,-5-5-20 0,0-6-21 15,-2 0-45-15,-5-1-57 0,4-2-50 16,1-5-78-16,-4-4-81 0,4-1-106 16,-1-4-121-16,-1-5-172 0,4-4-121 0,0 0 77 15,0 0-470-15,-10-23-624 0</inkml:trace>
  <inkml:trace contextRef="#ctx0" brushRef="#br0" timeOffset="49423.81">22939 16279 3458 0,'-9'-17'83'16,"6"3"41"-16,-1 3 27 0,4 3 25 0,0 2 6 16,5-2 6-16,6 4 6 0,3 4-22 15,8 0-2-15,12 9-2 0,4 6-13 0,6 8-14 16,-1 6-7-16,2 6-15 0,-5 6-13 15,-4 2-5-15,-6 1-15 0,-1 2-7 16,-6 1-2-16,-8 1 3 0,-5-7 3 0,-8-1 18 16,-6-3-1-16,-3 3 2 0,-4-1-8 15,-2-3-11-15,-8 4-12 0,2-9-1 0,-3-4-9 16,0-3-7-16,-3-2-21 0,2-4-23 16,5-7-48-16,0-2-81 0,4-4-125 0,-2-3-99 15,-2-6-136-15,9 2-170 16,-2-1-143-16,3 0 79 0,0-3-521 0,8 6-697 15</inkml:trace>
  <inkml:trace contextRef="#ctx0" brushRef="#br0" timeOffset="50240.82">23963 16208 3598 0,'5'-17'-12'0,"0"7"24"0,-3 0 16 16,0 1 35-16,0 2 32 0,-2 7 31 0,2-8 10 15,-2 8-6-15,0-9-13 0,0 9-12 16,0 0-11-16,2-8-8 0,-2 8-5 0,0 0-15 15,0-7-5-15,0 7-9 0,0 0-5 16,0 0-4-16,0 0-6 0,0 0-1 16,-20-2-2-16,20 2-3 0,0 0-2 15,-26 5 11-15,16-1 15 0,10-4 10 16,-16 3 16-16,16-3 15 0,-16 3 12 0,16-3 13 16,-15 0 1-16,15 0-2 0,-12 2 1 15,12-2 5-15,0 0-17 0,-17 0-15 0,17 0 2 16,0 0-8-16,0 0 0 0,-15-2-10 15,15 2-9-15,0 0-5 0,0 0-12 0,0 0-6 16,0 0-2-16,-17 0-7 0,17 0-13 16,0 0 5-16,0 0 1 0,-6 5 11 15,6-5 8-15,-4 6-8 0,4-6-3 16,-4 8 5-16,4-8 6 0,-4 10 19 16,1-4 1-16,-3 0 1 0,1 5 3 0,-5 1 3 0,-2 1 0 15,1 1-8-15,-4 1-2 16,-7 7-8-16,8-5-5 0,0-3-4 0,3-4-8 15,0-3-2-15,0 3-13 0,6-3-26 16,-1-2 0-16,1-2 0 0,-4 3 0 0,9-6 0 16,-7 6 0-16,7-6 0 0,-5 5 0 15,5-5 0-15,0 0 0 0,-10 4 0 16,10-4 0-16,0 0 0 0,0 0 0 0,-8 5 0 16,8-5 0-16,0 0 0 0,0 0 0 15,-6 5 0-15,6-5 0 0,0 0 0 0,2 17 0 16,5-3 0-16,-2 8 0 15,3 9 0-15,3 3 0 0,3 13 0 0,-7-6 0 16,0 0 0-16,4 10 0 0,0-2 0 16,0 1 0-16,-3-13 0 0,-1-2 0 0,-1 0 0 15,1-4 0-15,0-7 0 0,-2-7 0 16,-3-3 0-16,2-2 0 0,0-2 0 16,-1-2 0-16,-1-1 0 0,4-1 0 0,2-1 0 15,-8-5 0-15,15 5 0 0,-1-3 0 16,-5 0 0-16,-9-2 0 0,17 0 0 0,-17 0 0 15,17 1 0-15,-17-1 0 0,13 3 0 16,-13-3 0-16,0 0 0 0,18 0 0 16,-18 0 0-16,7 0 0 0,-7 0 0 0,0 0-21 15,10-10-813-15,-8 3-172 0,0 0 97 16,-4-2-935-16,0-2-1269 0</inkml:trace>
  <inkml:trace contextRef="#ctx0" brushRef="#br0" timeOffset="50423.76">23626 16726 4809 0,'-13'-5'-27'0,"1"0"51"0,3 2 20 0,9 3 48 15,-11-4 69-15,11 4 74 0,-11-3 35 0,11 3-5 16,0 0-18-16,-3-9-31 0,3 9-16 16,12-10-24-16,3 3-18 0,2-1-57 15,3-1-105-15,16-5-130 0,-8 4-165 16,1 1-199-16,1 1-300 0,-6 1-2 0,-1 4 94 15,-3 1-563-15,-2 2-730 0</inkml:trace>
  <inkml:trace contextRef="#ctx0" brushRef="#br0" timeOffset="50806.73">24284 16361 3593 0,'-2'-8'33'0,"0"-1"27"0,-2 4 39 15,4 5 43-15,-3-10 45 0,3 10 30 16,0 0 12-16,-5-9-16 0,5 9-18 0,0 0 40 15,0 0 29-15,-2 31 6 0,2-5-11 16,2 9-3-16,1 6 4 0,-1 1-2 16,1 3-9-16,1-2-16 0,2 11-23 0,-3-9-16 15,1-3-21-15,1-1-20 16,2 0-13-16,-5-4-71 0,2-4-69 0,-3-6 0 16,1-3 0-16,-2-5 0 0,2-2 0 15,-4-2 0-15,2-1-27 0,0-2-329 0,0-1-112 16,-2-5-162-16,2-3-238 0,0-3 1 15,0 0 102-15,0 0-667 0,0-23-882 0</inkml:trace>
  <inkml:trace contextRef="#ctx0" brushRef="#br0" timeOffset="50989.72">24225 16440 4304 0,'-8'-14'122'0,"3"2"23"0,0 0 24 16,8 2 21-16,2-5 4 0,6-1-18 15,9-8-20-15,5 5-15 0,2 2-16 0,7-1-13 16,-2 5-20-16,0 3-64 0,3 0-95 16,-9 4-112-16,-2 3-139 0,-4 2-159 0,-3-2-268 15,0 3 56-15,-3 4 82 0,-3 5-370 16,-6 1-454-16</inkml:trace>
  <inkml:trace contextRef="#ctx0" brushRef="#br0" timeOffset="51190.66">24295 16704 2749 0,'-17'12'189'0,"7"-4"47"16,1-2 17-16,3 0 25 0,3 0 44 0,3-6 58 16,0 0-1-16,0 0-13 15,0 0-34-15,25 3-33 0,-25-3-29 0,37-7-30 16,-13 2-23-16,-1 0-25 0,-1 0-20 16,-3 1-23-16,-2 0-67 0,-2-2-96 15,-2 4-97-15,-1-1-87 0,0 3-87 0,-3-2-92 16,1 1-102-16,-10 1-156 0,11-2-135 15,-11 2 73-15,0 0-507 0,0 0-667 16</inkml:trace>
  <inkml:trace contextRef="#ctx0" brushRef="#br0" timeOffset="52073.07">24903 17212 3306 0,'-15'-5'-34'0,"-1"3"9"0,1 2 10 15,0 0 26-15,15 0 25 0,-31 2 41 16,16-2 21-16,3 1 28 0,12-1 6 15,-16 0-5-15,16 0-14 0,0 0-8 0,0 0-5 16,0 0-8-16,0 0-1 0,0 0-5 16,61-19-11-16,-23 9-6 0,1 0-5 0,19-5-8 15,-3 2-7-15,1 1-5 0,-7-1-6 16,-11 5-2-16,-5-2-6 0,-8 3-7 16,-7 1-5-16,-2 2-6 0,-7 2-4 15,-2-3-1-15,-7 5-1 0,3-5-1 16,-3 5-3-16,0 0 6 0,-33-2 4 0,5 4 12 15,-11 3 14-15,0 0 12 0,1 1 25 16,-1-3 31-16,11 0 28 0,5 0 14 0,6 1-3 16,4-2-6-16,1 0 3 0,12-2-8 15,-15 2-6-15,15-2-22 0,0 0-10 16,0 0-8-16,0 0-10 0,36-10-9 0,-11 7-6 16,4 2-5-16,-3-1-33 0,5 1-45 15,-4-1-45-15,-2 2-57 0,-3 0-55 16,-5-2-58-16,0 2-50 0,0 4-35 15,-5-1-50-15,-2 1-88 0,-7-2-161 0,-3-2-72 16,2 8 70-16,-2-8-349 0,-8 12-447 0</inkml:trace>
  <inkml:trace contextRef="#ctx0" brushRef="#br0" timeOffset="54622.97">25791 17184 2537 0,'-13'2'-99'0,"13"-2"5"15,0 0 14-15,-17 0 18 0,17 0 18 16,0 0 23-16,0 0 19 0,-18-2 11 16,18 2 6-16,0 0 5 0,0 0-1 0,0 0-1 15,0 0 2-15,0 0 14 16,0 0 6-16,0 0 1 0,33-10-4 0,-8 8 1 15,13-1-6-15,2 0-6 0,5-1 0 16,22-2-2-16,6 2-1 0,1-1-7 16,3 1 1-16,0 1-17 0,5 0-24 0,-2-1-19 15,-3 0-14-15,-4 0-10 0,0 4 7 16,-10-2 5-16,-11-1 7 0,-9 1 1 0,-1-2 11 16,-3 1 12-16,-9 0 26 0,-6-3 15 15,-1 0 12-15,0 1 10 0,-5 1 6 16,-3-2 3-16,1-1 2 0,-4 4 1 15,0 1-2-15,-2 0-3 0,-1 0-6 16,-9 2-6-16,13-4-6 0,-13 4-3 0,12-4 0 16,-12 4-3-16,7-2-3 0,-7 2-6 15,0 0-2-15,0 0-25 0,0 0-50 0,0 0-80 16,11 7-151-16,-11-7-196 0,0 0-92 16,0 0-84-16</inkml:trace>
  <inkml:trace contextRef="#ctx0" brushRef="#br0" timeOffset="55422.7">27945 16711 1698 0,'4'-9'56'0,"-4"9"12"0,3-5 10 0,-3 5 10 0,0 0 19 16,0 0 12-16,0 0 11 0,4-7 4 16,-4 7-4-16,0 0 1 0,0 0 0 0,0 0-13 15,0 0 3-15,4-7 9 0,-4 7 1 16,0 0-4-16,0 0-10 0,0 0-10 15,3-8-8-15,-3 8 9 0,0 0-13 0,0 0-2 16,-1-10-13-16,1 10-13 16,-11-7 0-16,-2 3-9 0,1-3-10 0,-6 3-2 15,-2 2-2-15,-7 2-9 0,-4 3 0 16,-5 6-6-16,-6 3 1 0,-3 3 9 0,-2 7 9 16,8 4 8-16,3 3 10 0,3 5-1 15,12-6 8-15,3 0-1 0,7 1-3 16,6-4-4-16,3-2-2 0,6-1-5 0,-1 0 4 15,5-2-3-15,2-1 0 16,3-2-5-16,4 4-4 0,0-5 2 0,1-4-8 16,-4-4 5-16,6 1-8 0,-4-5-2 0,2-2 0 15,-3-2-9-15,2 0 0 0,3-2-4 16,-2-4-4-16,3-3 3 0,-6 4-2 16,1 0-2-16,-3 1-3 0,-1 1-2 15,-5 2-5-15,-7 1-2 0,18-6-3 0,-18 6-3 16,11-2-1-16,-11 2 15 0,0 0 14 15,19 12-2-15,-13-4-5 0,1 4 3 0,1-1 0 16,0 4-1-16,-1-1-3 0,4 4-3 16,0-1-4-16,-4 1 0 0,0-1-3 15,3 0-1-15,-2 1-2 0,-1-4 1 0,-1 1 0 16,-1-2-5-16,1-1 3 0,-1-2-5 16,-4 0-2-16,5-3-13 0,-4 1-33 0,2-4-57 15,-4-4-78-15,3 13-107 16,-1-5-118-16,-2-2-209 0,0-6-153 0,2 12 89 15,-2-5-470-15,2 1-614 0</inkml:trace>
  <inkml:trace contextRef="#ctx0" brushRef="#br0" timeOffset="56122.85">28503 16854 3393 0,'-6'-5'65'0,"6"5"18"0,-5-8 17 16,5 8 16-16,-7-4 11 0,7 4 2 0,0 0-4 15,0 0 48-15,0 0 34 0,-5 17 7 16,1 1-12-16,2 1-18 0,0 3-17 15,-1 1-14-15,3 0-13 0,-4 4-9 0,0-4-17 16,3 1-11-16,-4 0-6 16,5-4-12-16,-2-3-12 0,0-3-2 0,0 1-11 0,2-5-6 15,0 0-3-15,0-1-6 16,0-9 1-16,0 12-7 0,0-12-8 0,2 6-37 0,-2-6-24 16,0 0-15-16,0 0-3 0,0 0 2 15,16-21 6-15,-12 13 2 16,1 2 1-16,3 0 4 0,-2 0 5 0,1 1 13 15,3-2 9-15,1 2 15 0,-1-1 15 16,5 0 7-16,-3 3 6 0,1-1 6 0,1 0 3 16,2 0-1-16,0-1 0 0,-1 0-1 15,-2 1-4-15,4-2-1 0,-3 2-2 0,-3-1-3 16,0 3 0-16,-3-4-7 0,2 4 0 16,-10 2-6-16,13-4-13 0,-13 4 3 15,10-5-6-15,-10 5-1 0,0 0 0 16,15 11 0-16,-8-1 4 0,-1 3-3 15,2 1 3-15,-5 1-6 0,3-1 0 0,0 1 2 16,-3 3 0-16,2-1-2 0,-1 1-2 0,-3-1-12 16,-1-5-63-16,2 0-75 0,0 1-100 15,-2-1-110-15,-4 2-100 0,3 2-159 16,-3-1-144-16,-4-1 65 0,-4 1-483 16,1 2-647-16</inkml:trace>
  <inkml:trace contextRef="#ctx0" brushRef="#br0" timeOffset="56338.65">27365 17788 3597 0,'-24'7'200'0,"4"-3"0"16,6 2-9-16,3-3 10 0,4-1 23 0,7-2 31 15,0 0 35-15,0 0 4 0,61-12-17 16,5-5-32-16,26-5-23 0,19-1-26 0,7-1-58 15,-1-1-105-15,-4 3-134 0,-6-3-150 16,-4 8-110-16,-25 5-105 0,-6 0-228 16,-9 5-60-16,-17 5 81 0,-15 2-437 0,-13 0-579 15</inkml:trace>
  <inkml:trace contextRef="#ctx0" brushRef="#br0" timeOffset="56676.64">22030 17702 3294 0,'22'0'61'0,"6"-6"-4"0,19 1-2 16,19-9 0-16,29-3 0 0,12-7 24 0,5-5 2 16,10-3-2-16,8-2-7 0,3-2-7 15,1 5-8-15,-1 0-60 0,-9 2-77 0,-6 6-102 16,-13 3-141-16,-10 1-260 0,-28 5 19 15,-21 7 50-15,-18 4-85 0,-6-1-99 16</inkml:trace>
  <inkml:trace contextRef="#ctx0" brushRef="#br0" timeOffset="56924.71">21678 17899 1977 0,'-3'3'210'0,"3"-3"-15"0,0 0-18 16,41-16 4-16,15-2 10 0,28-9 9 16,13-6-10-16,12-3-17 0,5-3-17 15,7 0-15-15,-8 1-21 0,-4 1-106 16,-6 8-123-16,-3 0-135 0,-5 4-207 0,-21 8-145 15,-4 1 66-15,-7 3-149 0,-10 2-173 16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29T03:38:57.8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21886 7253 2118 0,'-5'3'532'15,"-3"1"-149"-15,8-4-147 0,-10 5-53 16,10-5-17-16,-7 2 5 0,7-2 12 0,0 0 3 16,-7 1 6-16,7-1-8 0,0 0-12 15,0 0-15-15,0 0-8 0,0 0-13 0,0 0-3 16,0 0 7-16,0 0 5 16,0 0-4-16,0 0 7 0,30 6-10 0,-12-8-1 0,9 2-18 15,4-2-18-15,15-1 7 0,-1-1-11 16,12-3-4-16,4 0-5 0,0 0-11 15,0-1-9-15,0-2-6 0,0 1-7 0,-2 1-3 16,-12 5-9-16,-2-1-1 0,-1 0-11 16,-2 3 1-16,-8-2 5 0,-4 6-6 15,-1-3-1-15,0 0-10 0,-2 1-6 0,-1 1 18 16,5 0 7-16,-1-2-14 16,12 0 10-16,0-2 21 0,4-1 12 0,0-2 7 0,8-1 0 15,-4 0-7-15,9 2 0 0,-1-3-5 16,-9 3-5-16,6-2-1 0,-9 2-3 0,0 0-6 15,-4 0-8-15,-2 0-40 0,-2 1 0 16,-6 1 0-16,-5-2 0 0,0 1 0 16,-1 2 0-16,9-7 0 0,1 2 0 15,0-2 0-15,1-3 0 0,0-1 0 0,1 1 0 16,5 3 0-16,-3-2 0 0,-3-1 0 16,-1 3 0-16,0 1 0 0,-9 2 0 0,-4 2 0 15,-3 1 0-15,-2-2 0 0,0 3 0 16,-3-1 0-16,-2 0 0 0,-13 2 0 0,22-1 0 15,-13 1 0-15,-9 0 0 0,16-2 0 16,-16 2 0-16,18 0 0 0,-18 0 0 0,0 0 0 16,21 0 0-16,-21 0 0 0,10-2 0 15,-10 2 0-15,0 0 0 0,0 0 0 16,19 0 0-16,-19 0 0 0,0 0 0 0,0 0 0 16,13-1 0-16,-13 1 0 0,0 0 0 0,0 0 0 15,0 0 0-15,7-4 0 16,-7 4 0-16,0 0 0 0,0 0 0 0,0 0 0 15,0 0 0-15,0 0 0 0,0 0-720 16,0 0-248-16,0 0 94 0,0 0 92 0,0 0-866 16,0 0-1087-16</inkml:trace>
  <inkml:trace contextRef="#ctx0" brushRef="#br0" timeOffset="2099.33">26068 10810 2066 0,'-22'0'905'0,"8"2"-364"0,-2-2-209 0,3 0-92 16,3 2-22-16,10-2 9 15,-19 0 15-15,19 0 4 0,-13 0 18 0,13 0-16 0,0 0-20 16,-10 2-6-16,10-2-2 16,22 8-5-16,12-3-11 0,15-1-25 0,22-2-21 15,8-1-15-15,11-2-29 0,24-1-37 16,1-4-39-16,-24 3-33 0,-1 1-25 0,-2-2 4 16,-5 0-3-16,-3 0 4 0,-9 4 2 15,-10-6 0-15,-13 2 8 0,-16 2-3 0,-7 1 13 16,-7 0 14-16,-2 1 16 0,-1-3 6 15,-7 3 7-15,0-4 3 0,-8 4-2 0,3-6 1 16,-3 6-2-16,0 0-5 0,-27-10-3 16,4 5-5-16,-15 1-4 0,-5 1-5 0,-11 2-3 15,-8 1-3-15,-7 2 4 0,2 3-3 16,0 1 0-16,4 2-2 0,4 4 10 16,9-5 11-16,11 0 8 0,10-2 5 0,7-1 4 15,4-1 2-15,7 2-26 0,5 2-33 16,4-2 0-16,2-5 0 0,19 13 0 15,6-9 0-15,21 4 0 0,18-5 0 16,7-2 0-16,3-1 0 0,-1-1 0 0,-4-1 0 16,-7 1 0-16,-12-3 0 0,-4 2 0 15,-9-2 0-15,-6 4 0 0,-6-2 0 0,-6 2 0 16,-4-2 0-16,-1 0 0 0,-1 2 0 16,-13 0 0-16,16-3 0 0,-13 0-4 0,-3 3-127 15,0 0-51-15,0 0-67 0,-2-8-88 16,2 8-100-16,0 0-125 0,-13-7-150 15,13 7-81-15,-11-5 84 0,11 5-677 16,0 0-839-16</inkml:trace>
  <inkml:trace contextRef="#ctx0" brushRef="#br0" timeOffset="2648.89">28775 10713 4192 0,'-30'2'119'0,"1"-2"-9"0,4 2 3 0,4-1 30 16,1 2 36-16,0-3 40 0,6 1 35 0,-2-1 10 15,5 1-20-15,11-1-25 16,-12 0-22-16,12 0-16 0,0 0-18 0,0 0-19 15,53-5-13-15,-10-2-38 0,13-5-39 16,5 0-34-16,3 0-31 0,-8-2-19 0,2 3-23 16,-18 0-7-16,-5 2 6 0,-7 2 8 15,-9 3 10-15,-6-1 18 0,-3 1 11 0,-8 3 19 16,-2 1 26-16,0 0 22 16,-60 5 33-16,7 4 20 0,-12 0 13 0,-7 2 10 0,-6 1 2 15,2 1 11-15,3 0 4 16,6-2 5-16,10 1-6 0,15-3-13 0,6-1-139 15,10-2 0-15,6-3 0 0,5 0 0 16,7 1 0-16,4-2 0 0,4-2 0 0,0 0 0 16,0 0-135-16,45-4-400 0,-7-1-214 15,1-2-150-15,4 2 82 0,-2-2 82 0,4 2-735 16,-5 0-917-16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20:34.7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13430 5738 902 0,'0'-6'486'16,"0"6"-98"-16,0-8-58 0,0 8-33 0,0 0-30 15,0-11-32-15,0 11-30 0,0 0-36 16,0 0-18-16,0 0 3 0,0 0 7 16,0 0-1-16,-9 28 0 0,5-8 0 15,1 4 0-15,-3 12 0 0,1-3-7 0,-4 4-10 16,6 1-19-16,-3-4-8 0,2 0-10 15,1 3 2-15,-1-14-23 0,1-1-11 0,1-5-5 16,2 1-8-16,0-3-29 0,0-2-29 16,0 1-36-16,0-4-47 0,0-2-42 15,0-1-49-15,0-2-62 0,0-5-54 0,0 0-49 16,0 0-39-16,0 0-41 0,14-14-31 16,-10 4-12-16,1-3-446 0,1-3-386 0</inkml:trace>
  <inkml:trace contextRef="#ctx0" brushRef="#br0" timeOffset="185.92">13435 6021 2403 0,'0'-8'-24'15,"4"2"55"-15,-4 6 44 0,2-10 42 0,-2 10 28 16,0-8 28-16,0 8 16 0,3-14 3 16,-1 5 6-16,4 1 2 0,-1-4-4 15,5-3-14-15,0 0-2 0,1-5-23 16,6-4-11-16,-2-3-15 0,1 3-13 0,-3 3-15 16,-3 6-11-16,-3 1-22 0,2 2-32 15,-5 3-43-15,3 0-49 0,-4 2-67 0,-1 5-64 16,-2 2-56-16,0 0-53 0,0 0-76 15,-14 21-139-15,3-4-68 0,-8 9 61 0,-2 1-246 16,0 0-252-16</inkml:trace>
  <inkml:trace contextRef="#ctx0" brushRef="#br0" timeOffset="366.95">13366 6017 2099 0,'0'0'87'0,"0"0"35"0,0 0 19 16,0 0 25-16,0 0 33 0,0 0 19 15,0 0 3-15,0 0-2 0,10 11-5 16,-1-5-12-16,2 2-2 0,3 0-13 0,-1-1-17 15,5 3-18-15,-4 2-14 0,6-2-12 16,-6 0-14-16,4 0-15 0,1 1-20 0,-6-3-42 16,0-1-44-16,-1 1-51 0,1-1-57 15,-3 0-76-15,2-2-67 0,-3 0-84 16,-1 0-106-16,-1-3-165 0,-7-2 54 16,13 2-314-16,-13-2-359 0</inkml:trace>
  <inkml:trace contextRef="#ctx0" brushRef="#br0" timeOffset="567.34">13823 5925 2730 0,'0'0'199'0,"0"0"27"16,-4-11 15-16,4 11 2 0,2-7-7 0,-2 7-14 16,9-11-20-16,-4 4-26 0,2 3-20 15,3-3-16-15,0 1-52 0,-1 1-55 0,2 0-80 16,1 0-96-16,1 2-112 15,-1 1-133-15,1 0-194 0,-13 2-5 0,23 4 52 16,-15 2-266-16,-7 3-289 0</inkml:trace>
  <inkml:trace contextRef="#ctx0" brushRef="#br0" timeOffset="750.54">13740 6166 2541 0,'-7'6'219'0,"0"-2"28"0,7-4 20 16,0 0 23-16,-6 3 29 0,6-3 19 15,0 0 24-15,0 0-25 0,0 0-33 0,0 0-30 16,22-17-28-16,-13 9-40 0,7-1-62 16,-2-1-80-16,4 0-82 0,0-1-98 0,-2 1-121 15,1 2-123-15,-3-1-127 16,-1 1-139-16,-4 6-54 0,-1 0 66 0,-8 2-413 16,0 0-502-16</inkml:trace>
  <inkml:trace contextRef="#ctx0" brushRef="#br0" timeOffset="2616.98">10772 7128 3083 0,'-1'-8'86'0,"-3"2"26"16,2 0 7-16,2 6 17 0,2-11 24 0,0 2 15 15,1 0 14-15,5 1 4 16,-1-1-6-16,5-1-14 0,1 1-14 0,1 3-17 16,-1 0-12-16,-2 0-10 0,3 4-14 15,-1 0-4-15,1 4-1 0,-1 3 0 0,-3 4 14 16,-1 3 19-16,-5 3 20 0,-2 4 7 15,-8 5 3-15,-8 8 4 0,-4 10 1 0,-5-3 3 16,3-9 4-16,4-1-4 0,-6 0 0 16,8-5-8-16,2-6-5 0,2-4-10 0,3-4 1 15,3-1-4-15,0-3-54 0,2 0-92 16,2-6 0-16,0 0 0 0,0 0 0 0,12 8 0 16,-12-8 0-16,23 0 0 0,-5-3 0 15,4 0 0-15,4-1 0 0,-2 1 0 16,3-1 0-16,-2 1 0 0,2-2 0 15,-4 1 0-15,0 1 0 0,-4 0 0 0,-6 1 0 16,0 0-67-16,-2 0-256 0,0 2-67 16,-11 0-70-16,13-1-78 0,-13 1-100 15,0 0-165-15,0 0 63 0,0 0 78 0,0 0-552 16,0 0-678-16</inkml:trace>
  <inkml:trace contextRef="#ctx0" brushRef="#br0" timeOffset="2833.77">11258 6882 3649 0,'0'-4'115'0,"0"-2"16"16,0 6 17-16,0 0 13 15,0 0 23-15,0 0 48 0,0 0 29 0,0 0 25 16,0 0-11-16,-1 39-21 0,2-16-15 16,1 3-22-16,0 8-19 0,4 0-21 15,-1 2-18-15,2-3-16 0,-4 2-25 0,3-8-44 16,-2-5-55-16,-1 0-58 0,1 0-66 15,2 1-79-15,-5-4-87 0,2-1-91 0,1-1-89 16,0-8-89-16,-3 3-123 0,-1-4-14 16,0-4 60-16,0-4-448 0,0 0-537 0</inkml:trace>
  <inkml:trace contextRef="#ctx0" brushRef="#br0" timeOffset="3016.53">11332 7215 3044 0,'0'-11'98'16,"0"11"52"-16,4-9 33 0,1-2 42 15,-2 1 26-15,7-3 16 0,1-3 10 0,4-7-10 16,-2 4-15-16,9-5-30 0,-7 1-23 16,4-1-19-16,0 1-24 0,-4-1-29 15,-3 9-55-15,-3 1-57 0,0 4-68 0,-3 0-74 16,0 5-76-16,-4-1-71 0,-2 6-77 16,0 0-86-16,0 0-101 0,-27 15-94 0,3 5 59 15,-9-2-378-15,3 3-431 0</inkml:trace>
  <inkml:trace contextRef="#ctx0" brushRef="#br0" timeOffset="3215.85">11258 7112 2648 0,'-9'3'103'16,"5"2"46"-16,4-5 14 0,0 0 48 0,0 0 41 16,0 6 38-16,0-6 32 0,13 12 12 15,0-4 4-15,7 3-2 0,7 5-12 0,-1-1-20 16,7-1-26-16,-3 1-24 0,4 0-24 16,-1-1-21-16,-3 0-22 0,1-4-20 15,-8-2-16-15,-5-1-19 0,-2 0-13 0,-1-3-20 16,-5 2-34-16,-1-4-38 0,-2 2-43 15,6-1-54-15,-8-1-72 0,1 1-67 0,-6-3-94 16,9 5-125-16,-9-5-141 0,0 7-216 16,0-7 37-16,0 0 66 0,-13 11-590 15,13-11-732-15</inkml:trace>
  <inkml:trace contextRef="#ctx0" brushRef="#br0" timeOffset="4417.1">17890 6878 3595 0,'-8'-13'395'0,"5"7"-142"15,1-4-51-15,2 0-15 0,4 3 8 16,-1-8 1-16,5 1-10 0,4-1-15 0,-1 5 1 15,3-4-20-15,-1 7-8 0,2 0-11 16,4 4-14-16,-5 3-7 0,0 3-12 16,6 6-11-16,-5 3-5 0,0 10-7 15,-6 0-6-15,-5 2-2 0,-4 2 6 0,-5 13 12 16,-11 7 4-16,1 0 15 0,-1-11 15 16,4-4 14-16,-1-2 12 0,2-6 6 15,6-5-3-15,-1-4-1 0,3-3-6 0,1-1-11 16,0-2-132-16,4-1 0 0,5-1 0 15,4-4 0-15,9 0 0 0,1 1 0 0,8-6 0 16,8 1 0-16,3-2 0 0,1-1 0 16,-5-2 0-16,-4-2 0 0,-1 7 0 0,-8 0 0 15,-1-4 0-15,-3 3 0 0,-4-3 0 16,3 1 0-16,-7 2 0 0,3-3-299 16,-5 2-160-16,-2-2-69 0,2-1-85 15,-6 4-130-15,-3 3-55 0,2-6 77 0,-2 6-650 16,0 0-824-16</inkml:trace>
  <inkml:trace contextRef="#ctx0" brushRef="#br0" timeOffset="4633.2">18479 6665 4164 0,'-3'-11'179'16,"-6"1"23"-16,5 2 28 0,3 3 22 15,-1-1 16-15,2 6-3 0,-4-6-6 0,4 6-22 16,0 0 25-16,0 0 6 15,0 0-13-15,7 34-25 0,-3-14-16 0,5 3-26 16,0 9-19-16,2 1-15 0,-1-1-32 16,1 1-31-16,-2 0-45 0,3-4-49 0,-2-8-66 15,-3 1-73-15,-2-4-77 0,4 1-80 16,-4 0-101-16,-1-3-88 0,0-5-88 16,-2 2-117-16,-2-5-65 0,1 0 73 0,-1-1-581 15,2-1-727-15</inkml:trace>
  <inkml:trace contextRef="#ctx0" brushRef="#br0" timeOffset="4834.16">18605 6933 3511 0,'0'-8'98'0,"0"2"59"0,0 0 45 15,4 0 30-15,-3-5 31 0,3 3 19 0,3-5 1 16,6-1 1-16,-4 2-13 0,-2-3-25 16,5 1-21-16,-1-4-28 0,3 1-21 0,-3-1-22 15,-2 3-43-15,3 3-38 0,-4-1-41 16,-5 4-66-16,3 0-66 0,-2 4-70 0,-4 5-85 15,0 0-70-15,0 0-53 0,0 0-70 16,-36 19-101-16,7 0-137 0,-1 1 60 0,-6 8-471 16,1 2-568-16</inkml:trace>
  <inkml:trace contextRef="#ctx0" brushRef="#br0" timeOffset="4998.7">18492 6898 3053 0,'20'4'34'0,"-20"-4"58"0,11 1 59 15,-11-1 50-15,15 4 42 0,-15-4 25 16,15 2 21-16,-6 0 11 0,3 0-6 15,-12-2-17-15,22 6-20 0,-9-6-26 0,-2 2-16 16,4 1-29-16,-2-2-4 0,1-1-52 16,1 2-65-16,-1-2-76 0,1 2-87 0,-2 0-104 15,0 0-116-15,1-2-127 0,-1 1-155 16,-2-1-121-16,1 0 84 0,-1 2-532 0,-3 2-634 16</inkml:trace>
  <inkml:trace contextRef="#ctx0" brushRef="#br0" timeOffset="5183.16">18961 6948 3576 0,'0'0'228'0,"0"0"28"0,0 0 20 15,0 0 9-15,0 0 7 0,0 0-2 16,0 0-17-16,0 0-18 0,0 0-25 0,0 0-22 16,24-10-30-16,10 5-67 0,-2-4-72 15,2-4-87-15,0 2-72 0,-1-1-80 0,-5-2-85 16,1 1-85-16,-2-2-69 0,-9 1-58 15,0 4-64-15,-7 0-35 0,-6 1 25 16,0 3-385-16,-5-1-434 0</inkml:trace>
  <inkml:trace contextRef="#ctx0" brushRef="#br0" timeOffset="5382.89">19168 6691 2474 0,'-14'-12'-27'16,"3"3"54"-16,-1-1 44 0,2-1 44 16,3 4 59-16,-1-1 48 0,2 3 37 0,0 0 20 15,1 0-1-15,5 5-6 0,-9-10-17 16,9 10 0-16,0 0 23 0,0 0 15 0,-5 25 0 15,7-10-17-15,4 6-26 0,-2 3-21 16,5 9-22-16,2 2-19 0,0 0-22 0,-2 0-38 16,5-2-54-16,-3 0-83 0,0 0-95 15,1-1-97-15,-3-1-114 0,2-4-104 0,-2-6-111 16,-4-4-117-16,2-5-64 0,-1-2 68 16,-1-3-533-16,6-2-641 0</inkml:trace>
  <inkml:trace contextRef="#ctx0" brushRef="#br0" timeOffset="5582.04">19532 6534 3206 0,'11'-36'117'0,"-8"12"81"16,5 7 32-16,-7 7 22 0,-1 1 6 0,2 8 21 15,-2 1 46-15,0 0 17 0,0 22 1 16,-2-3-16-16,1 15-25 0,-5 7-27 0,2 2-27 16,-1 10-25-16,-2 0-25 0,4-10-20 15,-3-2-33-15,4 5-40 0,4 0-37 0,7 5-16 16,3-2-53-16,-2-9-89 15,-1-2-79-15,-1-3-70 0,-2 0-80 0,-4-6-63 16,-2-3-62-16,-8 6-85 0,0-1-172 16,-3 2-4-16,-6-2 70 0,1 0-541 0,-5-2-641 15</inkml:trace>
  <inkml:trace contextRef="#ctx0" brushRef="#br0" timeOffset="7616.29">14228 6156 3534 0,'2'3'100'0,"-2"-3"-6"0,0 0-7 0,0 0 5 15,0 0 23-15,0 0 26 0,0 0 6 16,0 0 0-16,0 0-9 0,0 0-11 15,0 0-9-15,0 0-16 0,7-19-11 0,-7 19-10 16,2-9-16-16,-2 3-26 0,0 6-36 16,2-7-46-16,-2 0-76 0,0 7-94 0,0-11-90 15,0 11-120-15,-6-8-202 0,1 5 28 16,-4 1 63-16,9 2-270 0,-47 9-292 0</inkml:trace>
  <inkml:trace contextRef="#ctx0" brushRef="#br0" timeOffset="7998.6">11904 7986 2577 0,'9'-4'164'0,"-9"4"-6"0,0-8-17 0,0 8-3 0,0 0-9 16,0 0 12-16,3-6-3 0,-3 6-12 16,0 0-11-16,0 0-20 0,0 0-34 15,0-6-56-15,0 6-85 0,0 0-91 0,0 0-95 16,0 0-128-16,0 0-152 0,0 0 53 16,0 0-200-16,0 0-188 0</inkml:trace>
  <inkml:trace contextRef="#ctx0" brushRef="#br0" timeOffset="8368.53">16806 7242 2248 0,'-14'0'216'0,"5"-2"-16"0,9 2-17 15,-14-1-5-15,14 1 14 0,0 0 20 16,-11-1 13-16,11 1 2 0,0 0-12 0,0 0-17 15,-9-2-19-15,9 2-18 16,0 0-16-16,0 0-15 0,0 0-13 0,0 0-14 0,-16 0-17 16,16 0-31-16,-5 4-37 0,5-4-61 15,-11 6-84-15,4-3-102 0,7-3-126 0,-13 4-209 16,6-3-73-16,7-1 70 16,-22 0-374-16,10 2-420 0</inkml:trace>
  <inkml:trace contextRef="#ctx0" brushRef="#br0" timeOffset="11831.88">8273 9290 2808 0,'0'0'115'0,"-20"-5"14"15,20 5 10-15,-9-4 26 0,9 4 10 0,-8-5 13 16,8 5 3-16,-4-12-7 16,4 12-13-16,7-15-10 0,3 4-21 0,2 1-9 15,1 3-16-15,4 1-12 0,8 4-9 16,-4 2-8-16,0 2-8 0,2 2-8 0,-2 7-6 16,8 3-6-16,-13 1-2 0,-4 0 5 15,-3 6 9-15,-5 1 16 0,0 2 20 0,-10 8 9 16,-3 1 17-16,-3 1 6 0,-3-5 7 15,-1 0 22-15,2-6-3 0,2-2 10 16,2-6-1-16,5-3 1 0,-1-3-4 0,3-1-10 16,-1-1-15-16,1-2-12 0,3-5-9 15,0 0-13-15,0 0-13 0,12 9-10 16,-12-9-52-16,23-1-36 0,-6-3 0 0,2 0 0 16,5 1 0-16,-2-2 0 0,3 1 0 15,0-1 0-15,-2 0 0 0,1 0-121 16,-1 0-58-16,0 1-31 0,-4 1-26 0,0 0-26 15,-4-1-38-15,-4 2-47 0,3-1-41 16,-3 0-60-16,-5 1-83 0,1-1-137 0,-7 3-19 16,7-6 66-16,-7 6-465 15,0 0-557-15</inkml:trace>
  <inkml:trace contextRef="#ctx0" brushRef="#br0" timeOffset="12097.5">8836 9038 3330 0,'-4'-7'138'0,"4"7"-14"0,0 0 1 0,0 0 43 16,-7 17 34-16,5-1 8 0,0 5-2 15,-2 4-12-15,4 1-16 0,3 10-18 0,-2 1-12 16,5-2-20-16,-1 2-11 0,5-3-14 15,-2-1-8-15,1-2-30 0,0 0-36 16,1-7-45-16,-4-5-52 0,2 0-74 0,-3-5-84 16,1 1-78-16,-3-5-90 0,2-2-100 15,-3 0-152-15,1-5 59 0,-3-3-396 16,0 0-457-16</inkml:trace>
  <inkml:trace contextRef="#ctx0" brushRef="#br0" timeOffset="12281.44">9000 9207 2613 0,'0'0'71'0,"0"0"36"0,0 0 1 16,0 0 14-16,0 0 20 0,17 2 28 15,-17-2 3-15,0 0-11 0,9-6-10 16,-7 2-18-16,8-1-14 0,-4-3-40 0,3-2-51 16,1-1-87-16,-2-3-92 0,1-3-89 15,-3-3-109-15,-3 3-135 0,-3 2-35 0,-2 3 48 16,-1 2-182-16,-7 1-149 0</inkml:trace>
  <inkml:trace contextRef="#ctx0" brushRef="#br0" timeOffset="12481.71">8882 9178 1906 0,'11'8'162'0,"-3"-2"16"16,2 5 13-16,1-1 18 0,8 10 32 16,0 3 21-16,0-3 9 0,4 4 1 15,-2 2-2-15,2-1-12 0,4 1-12 16,1 5-25-16,-3-7-20 0,-1 1-22 0,3-6-16 15,2 1-19-15,-8-3-20 0,0-3-33 16,-6-2-41-16,1-4-51 0,-3 2-67 0,-6-3-75 16,3-2-92-16,-1 4-74 0,-5-6-119 15,3 1-162-15,-7-4-22 0,7 7 59 16,-7-7-365-16,0 0-400 0</inkml:trace>
  <inkml:trace contextRef="#ctx0" brushRef="#br0" timeOffset="15097.52">12503 9327 2900 0,'-11'-12'192'0,"2"-3"-21"0,4 5-12 16,3-2 3-16,4 0 14 0,3-4 13 0,1-1-1 16,6 2-4-16,5-7-19 15,2 8-17-15,4-1-17 0,4 1-11 0,-3 6-13 16,-1 6-11-16,-2-1-12 0,4 7-7 15,-3 5-8-15,7 5-7 0,-6 5-7 0,-3 4-3 16,-9 0-4-16,-8-1 3 0,-3 2 20 16,-3 8 12-16,-10-1 20 0,-3 1 18 0,-1 0 26 15,-4-3 11-15,4-3-2 0,0 0-2 16,5-11-11-16,5-1-9 0,-1-2-11 0,4-2-12 16,3-3-11-16,1 1-6 15,1-1-6-15,9 0-9 0,2 0-9 0,2-2-7 16,2 0-20-16,3 0-33 0,0-1-35 15,-1-4-47-15,4 1-45 0,-1-1-60 0,2 0-62 16,-3-1-92-16,5-1-77 0,2-3-85 16,7-1-95-16,-1-4-147 0,-8 2 57 0,-6 1-606 15,-1-3-742-15</inkml:trace>
  <inkml:trace contextRef="#ctx0" brushRef="#br0" timeOffset="15364.49">13093 9026 3669 0,'-4'-7'77'16,"3"0"25"-16,-3 3 8 0,4 4 9 16,-4-5 0-16,4 5-4 0,0 0 26 0,0 0 40 15,-2 18 15-15,4-1-5 0,2 5-19 16,1 12-18-16,1 3-11 0,6 1-15 0,-3 0-12 15,0 2-14-15,2-4-23 0,-4 0-39 16,2-2-40-16,2-2-50 0,0-3-60 0,-6-3-79 16,1-9-73-16,-5 2-58 0,1-5-64 15,1 0-74-15,1-3-105 0,-2-1-34 0,0-2 58 16,-1-2-305-16,-1-6-330 0</inkml:trace>
  <inkml:trace contextRef="#ctx0" brushRef="#br0" timeOffset="15546.85">13303 9292 2356 0,'-2'-6'148'0,"0"-1"59"0,2 7 22 0,0-8 11 16,0 8 14-16,-2-7 22 0,2 7 14 15,0 0-2-15,2-12-18 0,4 4-27 0,-1 2-24 16,5-4-13-16,2-3-37 0,1 1-46 16,0-2-57-16,5-1-69 0,2-2-80 0,1-3-110 15,-3 7-93-15,-5-1-103 0,0 3-113 16,-5 1-139-16,-2 6 60 0,-6 1-408 15,0 3-464-15</inkml:trace>
  <inkml:trace contextRef="#ctx0" brushRef="#br0" timeOffset="15730.78">13290 9178 2783 0,'0'0'80'0,"0"0"34"0,0 0 16 16,0 0 35-16,0 0 33 0,0 0 29 15,18 14 6-15,-13-5 1 0,1-1-5 0,-1 6-12 16,4 0-25-16,2 3-18 0,0-2-16 15,2 2-14-15,4 5-20 0,4-3-43 16,3 0-57-16,1-3-74 0,-2-6-111 0,1-3-110 16,-1-4-108-16,-3 0-152 0,3-3-113 15,0-3 64-15,2 2-403 0,-3-3-461 16</inkml:trace>
  <inkml:trace contextRef="#ctx0" brushRef="#br0" timeOffset="15914.26">13642 9326 2884 0,'-13'7'118'16,"6"-4"33"-16,-4 0 8 0,8-1 1 0,3-2 4 15,-8 3 11-15,8-3 2 0,0 0-13 0,0 0-17 16,0 0-22-16,0 0-53 0,47-8-70 16,-29-1-96-16,5 3-103 0,9-5-119 15,-5-2-132-15,-4 2-125 0,0 1 50 16,-4 0-275-16,-3 3-287 0</inkml:trace>
  <inkml:trace contextRef="#ctx0" brushRef="#br0" timeOffset="16114.23">13806 9021 2147 0,'-1'-18'103'16,"-5"1"50"-16,3 5 33 0,1 2 15 16,1 2 18-16,-1 2-8 0,2 6-6 0,-4-6 24 15,4 6 20-15,0 0 13 0,-4 25-8 16,2-1-18-16,-1 12-19 0,1 3-23 15,-2 7-17-15,2-3-20 0,-1 3-15 16,-2 8-32-16,3-7-42 0,2-5-52 0,2-1-64 16,3 0-81-16,-2-4-90 0,1-3-94 15,2-8-103-15,-3-4-126 0,5-1-90 16,-3-3 58-16,4-6-400 0,-4-3-451 0</inkml:trace>
  <inkml:trace contextRef="#ctx0" brushRef="#br0" timeOffset="16297.17">14088 9151 2665 0,'9'-11'-12'0,"2"7"58"0,-6 7 52 16,-5-3 57-16,7 18 40 0,-7-3 22 15,0 3 10-15,-1 7-2 0,-7 10-17 16,3 5-21-16,-4-3-21 0,2 4-14 0,1-3-26 16,1-1-40-16,1 4-41 0,2-2-49 15,2-1-60-15,4-1-84 0,3 0-85 0,-5-10-132 16,6 5-168-16,-3-8-40 0,2-2 61 15,-4-5-289-15,-1 1-288 0</inkml:trace>
  <inkml:trace contextRef="#ctx0" brushRef="#br0" timeOffset="23428.91">5402 15115 3197 0,'2'-18'109'16,"-2"4"9"-16,0 4-41 0,0 3-33 15,0 7-21-15,0-8-11 0,0 8-2 0,0 0 18 16,0 0 41-16,2 33 25 0,-2-8 24 15,0 20 21-15,0 13 10 0,-2 2 15 0,0 2-1 16,-2-3 2-16,4 0 7 0,0-13-4 16,-3-1-9-16,5 0-12 0,-1-6-13 0,-1 2-14 15,2-1-12-15,0-2-12 0,2-3-8 16,1 0-10-16,-3-6-5 0,0-5-10 16,3-2-4-16,-5-3-12 0,3-2-23 15,-3-3-38-15,2 0-41 0,-4 1-55 0,2-3-87 16,-3 0-79-16,-2-1-93 0,0-3-129 15,-5-3-220-15,3-3 40 0,7-2 65 16,-18-9-301-16,11 3-395 0</inkml:trace>
  <inkml:trace contextRef="#ctx0" brushRef="#br0" timeOffset="24245.71">5545 15294 2539 0,'0'-10'-18'15,"4"0"6"-15,0 1 3 0,-1 3 0 16,1-1 18-16,3 2 8 0,0-2 13 0,2 1 8 15,6 1 10-15,1 2 3 0,3 0 7 16,7-1 2-16,15 1-4 0,2 3 4 16,7 2-11-16,13-2-1 0,5 3-2 15,2-3-8-15,9 0 0 0,5-2-3 16,26-4-1-16,4 2-2 0,7-4-6 0,4-1-2 16,7-1-2-16,-1-2-3 0,4 0 1 15,1-2-6-15,1-1 8 0,2-5-2 0,5 0-6 16,3-3 3-16,-2-1-7 0,4-3 2 15,0 0 3-15,3 2 4 0,-3-2 10 16,4 3 8-16,-3-1-5 0,1 2 3 16,-4 2-10-16,-6 4-4 0,-1 0-11 15,0 3 14-15,-7 2-4 0,1 2-6 0,-1 3 4 0,0-1 1 16,-3 2-9-16,-4 4 6 16,-1-4-2-16,-3 3-6 0,0-1 15 0,-2-1-5 15,2 0 0-15,0-2 6 0,2 0-16 16,-2 1 8-16,-2-3-1 0,-5 0-2 15,1 2-7-15,0-4 2 0,-4-1 0 0,-3 4-1 16,-1 2 1-16,3-5-7 0,-3 3-4 16,3-2-7-16,-2 1-3 0,1-1-4 0,7 0-2 15,-3-2 1-15,3 1 2 0,-3-1 8 16,2 1-3-16,-4-1 4 0,1 0 2 0,-5-5-3 16,-4 2-3-16,-25 5 6 0,3 0 0 15,-1-3 0-15,-2 5 1 0,0-2 3 16,-2 5-4-16,4 1 3 0,1 1-7 0,2 1 10 15,6 2-5-15,1 2 4 16,23 1-4-16,-2-1 1 0,-18 0 1 0,18-1 0 16,-16-1 5-16,-5-1 0 0,0 1-1 15,-1-2 1-15,-4 2 8 0,-5-2 5 0,1-1-1 16,-3 1 1-16,-1-1 6 0,-7 3 6 16,-7 0-9-16,-13 0 19 0,-5 0 5 15,-2 0 9-15,-14 0 7 0,-3 0 8 0,-6 0 0 16,-1-2-5-16,-7 2-4 0,0 0-1 15,-13 0 2-15,19 0-1 0,-19 0-9 0,18 0-4 16,-18 0-7-16,13 0-7 0,-13 0-28 16,0 0-59-16,0 0-88 0,0 0-110 15,13 2-151-15,-13-2-225 0,0 0 38 16,0 0 65-16,0 0-193 0,-28 10-213 0</inkml:trace>
  <inkml:trace contextRef="#ctx0" brushRef="#br0" timeOffset="26430.88">5420 16258 1962 0,'-10'2'-26'0,"10"-2"31"0,-15 0 18 16,15 0 19-16,0 0 15 0,0 0 17 0,-16-4 7 16,16 4 5-16,0 0-3 0,-2-12-5 15,2 12-2-15,18-19-1 0,-2 7 0 0,11-6-7 16,7 0-3-16,11-2-8 15,2-1-4-15,8 4-4 0,4 0-8 16,6-3-5-16,6 3 0 0,3 3-5 0,2-1 0 16,6 4-2-16,-2 1-5 0,6 1 0 15,17-2-1-15,-1-3-2 0,4 2-1 0,0-3-1 16,5-2-1-16,3 0 7 0,1-1 11 16,0-5 0-16,2 3 2 0,3-3-4 15,2-1-7-15,0-1 0 0,0-4-9 0,3 5-1 16,2-1 5-16,-5-1-12 0,-5 1 2 15,-4 1-3-15,0 2 2 0,-7 5 1 0,-1-2 3 16,0 4-7-16,-4-1 0 0,0 4 4 16,-17 3-1-16,20-3 0 0,0 0-8 15,0 0 0-15,4-1 5 0,-2-3 0 0,3 1 3 16,3-3 3-16,0 4-11 16,5-3 0-16,-1-1 1 0,-2 1 0 0,-3 5-2 15,-2-2 0-15,-9 0 7 0,-16 6-10 16,-6 1 7-16,-1 0-2 0,-3 3 1 0,-1-4-2 15,-3 4 2-15,-2-1 1 0,0 2 0 16,4-1-1-16,-4-4-4 0,7 1 6 0,2 0-10 16,0-3 5-16,4 0 6 0,2 0-10 15,15-3 4-15,-15 3 5 0,16-5-4 16,-19 5-5-16,-3-2 6 0,2 5 0 0,1 0-4 16,-6 1-11-16,1 0 18 0,-6 0-6 15,-5 2 2-15,1 2-1 0,-13-2-9 0,7 0 6 16,4-2-3-16,-2 0 15 15,3-2 4-15,6-1 0 0,5-1-14 0,1 0 9 16,1 4-1-16,0-5 4 0,4 2-7 16,-3 1 1-16,2-1-1 0,-6 8-2 15,2-3 4-15,-4 0-4 0,-4 1-2 0,-4 3-4 16,-3 4 6-16,-12-3-4 0,1-1 4 16,2 2-2-16,-1-2 2 0,0 0 2 0,3 0 1 15,14-3-14-15,-1 2 15 0,2-2-3 16,1 0-2-16,1-1-1 0,0-1-4 0,-1 2 3 15,-2-2 2-15,1 3 1 0,-4 0-4 16,-2 1 4-16,-10 1-1 0,0 0 1 16,8-1 0-16,-13 1-4 0,1 1 1 15,-1-1 3-15,2 0-4 0,1-1 1 16,-3-4-2-16,4 4 4 0,9-3-2 0,0 1 2 16,2-3 4-16,-4 1-6 0,-8 4-1 15,8-6-5-15,-9 4 7 0,-3-4-2 0,-3 3 3 16,-1 2-3-16,0-2 3 0,-11 4-10 15,-5-1 10-15,-5 1-8 0,-6 0 1 0,1 0 0 16,-4 1 2-16,2-2 1 0,-1 2-5 16,-1 2-2-16,-13-3 12 0,23 0-2 15,-10 1 4-15,-1-1-5 0,1 2 1 0,-13-2-1 16,29-2 0-16,-15 2 3 0,-3-1-2 16,-11 1-3-16,19 0 4 0,-19 0-5 15,18 0-2-15,-18 0 5 0,14 0-6 16,-14 0 4-16,13 1-1 0,-13-1 4 0,0 0-1 15,16 2-7-15,-16-2 7 0,13 4 18 16,-13-4 17-16,16 1 4 0,-16-1 5 0,14 0-2 16,-14 0-4-16,18 0 0 0,-18 0-9 15,18-3 0-15,-6 1-5 0,0 0-2 16,-12 2-5-16,17-4-1 0,-17 4 1 0,17-1-3 16,-17 1-7-16,14-1 8 0,-14 1-5 15,9-2-1-15,-9 2 1 0,0 0-4 16,13-4 1-16,-13 4 2 0,0 0-2 0,10-3 2 15,-10 3 0-15,0 0 1 0,0 0-3 16,13-1 1-16,-13 1 1 0,5-7-1 16,-5 7 13-16,9-7 6 0,-6 2 0 0,-3 5-3 15,4-15 1-15,-2 9 1 0,0-2 2 16,0-4-4-16,-1-3-2 0,-1 1 4 16,2-3-1-16,-2 0 4 0,2-1-6 0,2 0 4 15,0 0 2-15,-2 0-2 0,0 2 0 16,0 0-4-16,0 4-1 0,0 0-3 0,0 3-4 15,-1 1 0-15,-1 1-6 0,0 7 5 16,2-14-9-16,-2 14 0 0,0-11 0 0,0 11 2 16,0-7-2-16,0 7 0 15,2-7-1-15,-2 7 3 0,0-9 0 0,0 9-1 16,0 0-2-16,2-8 2 0,-2 8-3 16,0 0 2-16,4-9-3 0,-4 9-3 0,1-8 5 15,-1 8-5-15,4-8 3 0,-4 8 0 16,5-8 0-16,-5 8-2 0,4-11-1 15,-3 7 3-15,-1 4-1 0,0-13 0 0,0 4-2 16,-3-2 0-16,-6-5-2 0,4 3 4 16,-14-12-5-16,-6 2 6 0,0-3-6 0,-12-1 2 15,-4 2-3-15,-1 4 4 0,4 7 1 16,1 2 5-16,0-3 1 0,2 7 7 16,7 3-2-16,5 1-7 0,2 2 5 15,4 0-4-15,-4 0 2 0,6 4-4 0,-3-2-23 16,2 2-62-16,-6-2-92 0,6 5-133 15,-4-4-180-15,-5 2-204 0,9 1 59 16,-5 0-389-16,-1 0-495 0</inkml:trace>
  <inkml:trace contextRef="#ctx0" brushRef="#br0" timeOffset="27927.21">5856 14616 2827 0,'0'0'-15'0,"-2"-11"35"15,2 11 23-15,-2-14 26 0,0 7 25 0,2 7 17 16,-2-14 14-16,2 8 16 0,0 6 10 16,-1-14-15-16,1 14-13 0,-5-7-16 0,5 7-10 15,0 0-13-15,0 0-5 0,0 0-4 16,10 23-4-16,-6-6 1 0,1 1-2 15,1 3 7-15,-1 0 8 0,2 0-1 0,-2 1 1 16,-1-1-7-16,2-3-4 0,-3-1-7 16,1-2-5-16,1-2-4 0,-2 0-6 0,-1-4-5 15,2 1-1-15,-2 0-5 0,0-4-2 16,-1 1-3-16,-1-7 0 0,2 8-2 16,-2-8-7-16,0 0-30 0,0 0-59 15,0 0-65-15,0 0-85 0,0 0-87 16,0 0-110-16,0 0-190 0,0 0-56 0,0 0 70 15,0 0-285-15,0 0-353 0</inkml:trace>
  <inkml:trace contextRef="#ctx0" brushRef="#br0" timeOffset="28510.73">7375 14525 2288 0,'1'-9'4'0,"1"2"15"0,2-2 9 0,1-1-1 16,4 0 0-16,0 0 3 0,2 1 9 15,3 2-6-15,-3 1-4 0,1 2 1 0,1 2-1 16,-13 2 4-16,21 7 9 0,-10 3 15 16,-3 4 26-16,-5 1 28 0,-3 5 26 15,-1 1 23-15,-9 12 21 0,-1 0 18 0,-4-2 6 16,0 1 14-16,-1-3-1 16,-1-1 4-16,5-6-11 0,5-5-17 0,2-3-18 15,-4-2-16-15,5-2-9 0,1 0 1 16,1-2 19-16,2-8 3 0,7 10-13 0,4-8-13 15,1-1-15-15,6-1-14 0,2-1-35 16,7-1-10-16,10-4-37 0,-6 0-34 0,3 0-45 16,0 0-39-16,-4 0-33 0,-5 4-38 15,-3-4-32-15,-2 3-39 0,-2-1-39 16,-6 2-36-16,-1 1-46 0,2-1-59 0,-4 0-88 16,-9 2-164-16,15-1 48 0,-7-1-326 15,1 0-412-15</inkml:trace>
  <inkml:trace contextRef="#ctx0" brushRef="#br0" timeOffset="29061.64">9376 14194 2735 0,'0'-9'1'0,"3"1"2"0,3 1-4 16,3 2 3-16,3-4 13 0,3 2 10 15,2 2 6-15,3 0-4 0,0 2-1 16,0 1-1-16,-2 0-2 0,1 4-2 0,-1 1-3 15,-1 1-1-15,-2-1 3 0,-2 4 16 16,-1 0 14-16,-1 3 20 0,-5-1 30 0,-2 1 15 16,-3 3 13-16,-1-1 7 0,0 1 13 15,-5 3 7-15,-1-2 1 0,3 1 3 16,-3-4-7-16,1-1-13 0,4 0-13 16,-3-2-13-16,2-1-9 0,2 1-3 15,0-8-5-15,0 16-3 0,4-9-6 0,-1-1-4 16,2 0-10-16,3 2-7 0,-5-1-9 15,5 1-3-15,-3 1-7 0,3 1-5 0,-4-1-1 16,2 1-6-16,-3 0-2 0,1-1 3 16,-4 3 15-16,0-4 21 0,-2 4 12 0,-3 2 9 15,-5-2-4-15,-2 3 9 0,-2-4-14 16,-4 3-9-16,2-4-2 0,-4 1-5 0,2-3-14 16,2-2 1-16,0-2-9 0,5 0-49 15,2-4-64-15,9 0-91 0,-18-8-109 16,15 2-127-16,-1-2-136 0,6 0-268 0,3-1 71 15,1 0 88-15,6 0-442 16,3 2-551-16</inkml:trace>
  <inkml:trace contextRef="#ctx0" brushRef="#br0" timeOffset="29527.13">10704 14101 3280 0,'-2'-19'107'0,"-1"6"6"0,3 3 1 16,-1 1 6-16,1 2 15 0,0 7 2 16,-4-10-15-16,4 10-10 0,0 0-2 15,0 0 7-15,0 0-3 0,-15 24-11 0,10-7-7 16,-2 3-10-16,3 3-5 0,4-1-11 15,0-2-8-15,-1 4-1 0,2 1-9 0,8 6-1 16,-2-10-8-16,2-2-2 0,1-1-11 16,2-4-7-16,1-7-16 0,0 3-18 0,2-8-19 15,1-2-16-15,4-1-9 0,3-2 8 16,0-7 7-16,4-2 2 0,2-5 4 16,-2 0 7-16,-5 2 2 0,-3 1 14 15,-6 2 17-15,-3 4 17 0,1 1-2 0,-3 1 0 16,0 0-8-16,0 6 6 0,-8 0 32 15,0 0 18-15,11 10 4 0,-8-1-2 16,6 1-3-16,-6 2-4 0,3 3-2 0,1 2-6 16,2-1-4-16,4 2-5 0,-4-3-5 15,3-1-1-15,1 1-8 0,-4-4-14 0,1-1-35 16,1 0-62-16,-3-1-88 0,-1-2-148 16,1-2-199-16,-4 2-221 0,2-1 64 0,-3 1 78 15,3 2-357-15,-4-1-429 0</inkml:trace>
  <inkml:trace contextRef="#ctx0" brushRef="#br0" timeOffset="29944.46">12033 13714 2519 0,'0'-10'36'0,"-1"1"23"0,-3 1 8 0,-2 5 7 15,6 3 17-15,-14-3 27 0,14 3 25 16,-23 3 0-16,5 2 7 0,1 5-5 0,-2 1 0 16,6 1-9-16,-1 2-4 0,3 1-8 15,4 3 2-15,2-3-7 0,3 2-16 0,4 0 3 16,3 2-11-16,2 2-8 0,6 4-11 15,6 1-5-15,-4 0-6 0,3-3-12 0,-2 2-1 16,2-3-7-16,0 3-5 0,-6-8-1 16,-2 3-3-16,-2-3-6 0,-1 0-2 15,-1-1 1-15,-2-4 1 0,-4 1 27 0,-4-1 25 16,-2 2 22-16,-1-2 14 16,0-2 7-16,-4 0 6 0,0-4-12 0,-3 0 4 15,-2-2-27-15,-2-1-10 0,4-1-12 16,-6-2-59-16,1 0-63 0,2 2-103 0,0-2-140 15,0 0-181-15,1 0-280 0,3 0 16 16,13 0 86-16,-15 2-487 0,15-2-604 0</inkml:trace>
  <inkml:trace contextRef="#ctx0" brushRef="#br0" timeOffset="30677.18">13406 13660 3174 0,'10'-10'5'0,"-3"3"23"0,-1 0 7 0,-2 2 7 0,-4 5 3 0,6-5 9 15,-6 5 19-15,0 0 38 0,0 0 38 0,-23 26 15 16,-1-3 5-16,-2 6 14 0,-7 6 10 16,-3 2-5-16,2 0 6 0,2 2 19 0,1 1 5 15,6-3-14-15,4-8-18 0,5 2-9 16,8-6-13-16,2-3-12 0,2 1-16 0,4-6-14 16,5 7-1-16,2-6-15 0,6 0-16 15,6 2-4-15,3 1-19 0,3-4-22 0,-3-5-38 16,-1-4-32-16,1-3-16 0,1 1-7 15,-2-5 4-15,-6 2 11 0,1-3 2 16,-5 0 2-16,-2-3 5 0,1 0-3 16,-2-4 7-16,-5-3-1 0,1-1 3 0,-4-2 2 15,0-1 2-15,-2 0 1 0,2 1 1 16,-2-3 3-16,2 4 1 0,-1 4-2 16,-1-3-1-16,2 3-19 0,0 1-46 0,0 7-72 15,0-12-100-15,2 9-99 0,-2 3-97 16,0 0-122-16,0 0-139 0,3-5 61 0,-3 5-458 15,12-2-571-15</inkml:trace>
  <inkml:trace contextRef="#ctx0" brushRef="#br0" timeOffset="31009.81">14378 13695 3312 0,'-12'-14'104'16,"1"4"24"-16,4 1 23 0,-2 5 19 16,6-4 5-16,-3 4-4 0,6 4-8 0,-5-10-17 15,5 10-15-15,0 0-15 0,2-7-10 16,-2 7-10-16,26-3-11 0,-3 6-5 0,13 1-12 16,0 3-6-16,2 3-6 0,0 4-5 15,-3 1-4-15,-6 3-9 0,-3 3 1 16,-3 6 4-16,-5 2 1 0,-6 0 5 15,-1 7 5-15,-8-4-2 0,-1 4-2 0,0-4-3 16,0 4-7-16,-2-7-1 0,-2-3-5 16,0 11-1-16,2-8-7 0,-2-5-22 15,4 2-40-15,0-4-30 0,4-2-91 0,-5 0-122 16,1-7-144-16,6 1-202 0,-5-4-74 16,9-3 78-16,-1-1-435 0,3-6-528 0</inkml:trace>
  <inkml:trace contextRef="#ctx0" brushRef="#br0" timeOffset="31477.71">15830 13493 2707 0,'17'-13'-98'16,"3"3"9"-16,-4 2-3 0,5 3 9 0,-1 5 8 16,-2 0 16-16,2 5 25 15,-4 5 33-15,6 11 40 0,-7 4 37 0,-4 8 32 16,-9 3 33-16,-4 6 34 0,-5 8 30 16,-9 1 29-16,-9 3 20 0,3 1 17 15,-5-4 4-15,4 0 0 0,2-5-18 0,10-9-13 16,0 1-9-16,3-6-37 0,4-3-19 15,6-5-19-15,1-1-9 0,8-3-10 0,1-4-17 16,6-3-13-16,2-3-20 0,3-6-46 16,-1-2-17-16,-4-4-18 0,5-2 5 0,-1-6-6 15,1-7 0-15,-10-3-2 0,-10-1 1 16,-3-4 0-16,-3-13-2 0,-14-7 20 16,-6 4 13-16,-8 4 18 0,-3 1 8 15,-6 3 2-15,-4 3 22 0,4 5 22 0,7 8 22 16,5 0 6-16,3 3-8 0,4 4-3 15,8 1-18-15,3 1-12 0,5 3-14 0,3-1-22 16,2 6-66-16,5-15-90 0,11 6-120 16,2 1-153-16,4 3-216 0,48-19-309 15,-47 21 98-15,-4 3 88 0,-6 0-637 16,-1 3-800-16</inkml:trace>
  <inkml:trace contextRef="#ctx0" brushRef="#br0" timeOffset="32709.93">6835 15221 3380 0,'-4'-10'-219'0,"-1"0"30"0,-1 2 21 16,-2-3 24-16,1-1 23 0,-5 3 23 15,0-3 16-15,3 0 10 0,-2 1 17 0,1 3 28 16,1-1 10-16,1 4 3 0,-1 1 5 16,3-2-3-16,6 6 0 0,-11-7-3 15,11 7 14-15,-10 0 5 0,10 0 8 0,0 0 7 16,0 0 10-16,0 0 8 0,-8 13 7 16,8-13 17-16,5 12 10 0,-2 0-2 0,1 2 23 15,3 6 9-15,3 12 8 0,0 4 22 16,6 14 17-16,0 6 11 0,1 5 6 15,2 0 3-15,1 1 2 0,-2 1-1 0,1-2-3 16,-2-1-10-16,2-4 6 16,-1-5 0-16,-5-5-4 0,-2-9-2 0,-1-7-4 15,-1 0-16-15,-3-9-10 0,0-3-3 16,-3-4-11-16,2-5-8 0,-1 1-8 0,-3-2-3 16,1-1-7-16,0 0-11 0,2 0 0 15,-4-7-8-15,3 7-7 0,-3-7-4 16,0 0-11-16,0 0-36 0,0 0-40 0,0 0-31 15,0 0-51-15,0 0-80 0,0 0-84 16,0 0-85-16,0 0-113 0,0 0-173 0,0 0-54 16,0 0 82-16,0 0-324 15,0 0-423-15</inkml:trace>
  <inkml:trace contextRef="#ctx0" brushRef="#br0" timeOffset="33227.5">8709 14855 2706 0,'-6'-16'-47'0,"4"2"24"0,0 4 19 16,-2 1 4-16,2 3 3 15,0 0-4-15,2 6-1 0,0 0 3 0,0 0 39 16,0 0 45-16,0 0 35 0,12 35 23 16,-5 2 16-16,1 4 10 0,4 10-2 15,-1 3 2-15,2-3-6 0,1 1-5 0,0-3 3 16,0-1-3-16,-1-1-11 0,5-1-10 16,-3-11-14-16,-5-4-9 0,1 2-8 0,-2-4-15 15,1-4-5-15,-4-5-12 0,-1-4-5 16,-1-1-7-16,2-1-5 0,-3-3-9 0,-1 2-2 15,3-3-9-15,-2 0-32 16,-3-1-34-16,2-2-45 0,0 0-57 0,0-2-83 16,0 1-82-16,-2-6-101 0,2 10-157 0,-2-10-99 15,0 0 61-15,0 0-288 16,0 0-363-16</inkml:trace>
  <inkml:trace contextRef="#ctx0" brushRef="#br0" timeOffset="33725.85">10559 14628 2561 0,'-12'-10'49'15,"5"3"23"-15,-3 0 7 0,3 2-8 0,7 5-15 16,-12 0 0-16,12 0 5 0,-9 17 40 16,1 5 15-16,3 9 26 0,0 8-4 0,3 5 6 15,2 4 4-15,4 7 4 0,4 2-2 16,-2-4-6-16,3 1 0 0,1-14-7 0,-2-2-7 16,1-2-9-16,-2-3-12 0,4-2-13 15,-4-5-8-15,0-8-10 0,-1 0-4 16,0-1-13-16,-2-3-5 0,2-3-8 0,-3 0-3 15,-1 0-33-15,4-4-34 16,-5 0-41-16,1 2-52 0,2-4-68 0,1-2-110 0,-5-3-142 16,0 0-189-16,0 0-25 15,0 0 83-15,11-12-281 0,-8 7-331 0</inkml:trace>
  <inkml:trace contextRef="#ctx0" brushRef="#br0" timeOffset="34160.55">11746 14396 2335 0,'2'-5'10'0,"0"0"35"0,-2 5 17 0,4-6 10 16,-4 6-7-16,0 0-6 0,0 0 36 16,0 0 37-16,13 33 32 0,-7 3 15 15,0 3 2-15,-3 16-2 0,1 1 3 0,1-2 5 16,0 4-1-16,3-6-10 15,-7-9-12-15,9 0-7 0,-5-2-8 0,3-2-5 16,0-5-16-16,-3 1-10 0,1-10-10 16,-1-2-13-16,0-6-5 0,1-1-14 0,-5-1-8 15,3-3-4-15,0-2-1 0,0 0-11 16,-3-3-6-16,-1 1-12 0,0-8-35 0,2 10-37 16,0-3-50-16,-2-7-102 0,2 4-117 15,-2-4-116-15,0 0-136 0,0 0-129 16,0 0 56-16,0 0-368 0,5 8-475 0</inkml:trace>
  <inkml:trace contextRef="#ctx0" brushRef="#br0" timeOffset="34692.93">13041 14541 2798 0,'-9'-16'0'0,"5"3"17"0,-3 1 26 16,3 2 16-16,3 3 5 0,-3 1-6 15,4 6-5-15,-2-7-10 0,2 7 19 16,0 0 34-16,0 0 9 0,6 30 8 0,-5-11-2 15,7 12 7-15,1 3 9 0,-1 2 9 16,2 1 3-16,-3 0-6 0,0-1 0 0,4 5 2 16,-6-6 0-16,2 0-7 0,1-1-5 15,-2-8-6-15,-4-3-5 0,0-4-11 16,0 1-6-16,0-1-7 0,0-7-13 0,-2 2-6 16,1-2-5-16,-1-2-6 0,0 0-10 15,2-2-7-15,-2-2-26 0,0-6-32 0,-2 15-42 16,2-15-55-16,0 8-106 15,0-8-128-15,0 3-150 0,0-3-222 0,0 0 70 16,0 0 72-16,0 0-309 0,0 0-370 16</inkml:trace>
  <inkml:trace contextRef="#ctx0" brushRef="#br0" timeOffset="35109.97">14296 14441 2347 0,'0'0'54'0,"-7"-4"39"0,7 4 14 0,0 0-5 16,0 0-7-16,0 0-8 0,0 0-7 0,0 0 26 16,0 0 36-16,3 22 21 0,-1 1 12 15,6 11 7-15,-7 5-1 0,3 5 0 16,-4-1-1-16,2 2-8 0,4 9 7 0,-4-9-6 16,-2-2-8-16,2 0-11 0,2-2-11 15,-2 1-3-15,0-4-15 0,-1-9-14 0,-1-7-8 16,2-1-5-16,-2-3-15 0,2-4-6 15,2-2-9-15,-4 1-4 0,2-3-13 16,-1-1-5-16,-1-3-22 0,2 1-36 16,-2 0-53-16,5-2-92 0,-5-5-136 0,0 0-167 15,0 0-228-15,0 0-36 0,11-15 79 16,-7 8-446-16,-1-2-561 0</inkml:trace>
  <inkml:trace contextRef="#ctx0" brushRef="#br0" timeOffset="35426.71">15552 14389 3429 0,'0'-9'234'15,"-2"3"-25"-15,2 6-27 0,0 0-11 16,0 0 23-16,0 0 35 0,-10 34 25 0,1-3-6 15,3 1 4-15,-2 5-5 0,5 0 6 16,-1 0-15-16,4-3-15 0,-2-2-15 0,2-6-12 16,2 0-16-16,-2 1-17 0,4-2-13 15,-2 0-16-15,-1-2-17 0,-1-3-12 0,2 1-12 16,-2-4-6-16,0 1-14 16,0-4-52-16,-2 1-65 0,2 1-67 0,-1-3-69 15,-1 3-90-15,-6-4-94 0,3 2-113 16,-7-4-137-16,1-2-220 0,-7-1 73 15,1-5 89-15,-6 3-540 0,0-5-675 0</inkml:trace>
  <inkml:trace contextRef="#ctx0" brushRef="#br0" timeOffset="38559.74">14253 6280 1285 0,'0'0'152'0,"0"-8"-12"16,0 2 1-16,0 6-5 0,0-7 1 15,0 7 5-15,0-10 4 0,0 10-4 0,0 0 4 16,-5-10-3-16,5 10-3 0,0 0 19 16,-7 0 17-16,7 0 18 0,-20 12 10 15,7-3 5-15,0 5 5 0,-10 7-1 16,2 1-9-16,3 2-11 0,-4 2-15 0,7 1-14 15,-4 4-16-15,5 0-17 0,-1-1-8 16,3 1-12-16,1-2-12 0,2-5-5 0,4-4-14 16,-4-3-4-16,2 3-9 0,1-5-4 15,1-1-8-15,-2-3-7 0,2 1-4 0,-1 0-1 16,4-6-6-16,-1 1-13 0,-3-2-39 16,2-1-43-16,4-4-46 0,0 0-45 15,0 0-53-15,-12-11-58 0,12 1-46 0,2-3-43 16,7-8-52-16,4-10-43 0,10-10-72 15,-3 0-67-15,3-2-374 0,2 5-436 16</inkml:trace>
  <inkml:trace contextRef="#ctx0" brushRef="#br0" timeOffset="38775.9">14153 6303 2516 0,'5'-17'-47'0,"2"1"49"15,-3 6 43-15,-3-1 31 0,1 1 47 16,2 2 20-16,-2 1 7 0,-2 7-6 0,3-8-11 16,-3 8 5-16,0 0 41 0,0 0 27 15,0 0 11-15,14 27 4 0,-4-9-7 0,-3 12-3 16,5 4-17-16,1 1-12 0,0 0-2 15,-1 3-20-15,1-2-12 0,-1 0-21 0,-1-2-7 16,0-3-10-16,1 0-13 0,-1-3-8 16,-2-7-11-16,0-4-25 0,-4-2-28 15,1-3-29-15,-3-2-29 0,-1-1-33 16,4-1-32-16,-2-2-67 0,-2-3-83 16,-2-3-75-16,0 0-69 0,0 0-72 0,0 0-125 15,0 0-44-15,9-19 58 0,-9 7-324 16,-1-2-382-16</inkml:trace>
  <inkml:trace contextRef="#ctx0" brushRef="#br0" timeOffset="38976.49">14163 6555 2408 0,'-19'2'38'0,"3"0"45"0,1-2 32 0,4 0 39 16,11 0 36-16,-16 0 28 16,16 0 8-16,0 0-11 0,-13 0-13 0,13 0-10 15,0 0-7-15,0 0-14 0,0 0-14 0,0 0-17 16,44 9-13-16,-19-7-17 15,0 3-39-15,0-2-46 0,-1 3-60 0,-7-2-77 16,-2-2-76-16,-3 3-67 0,-1-2-51 16,-5 2-67-16,-5-1-104 0,-1-4-85 0,-12 20 42 15,-10-1-228-15,-3 5-239 0</inkml:trace>
  <inkml:trace contextRef="#ctx0" brushRef="#br0" timeOffset="39626.12">11148 8753 2364 0,'0'-14'183'0,"-4"11"12"0,4 3-7 16,-2-9-17-16,2 9-17 0,0 0-13 16,0 0 33-16,0 0 36 0,0 0 0 0,6 24-9 15,-5-5-14-15,1 4-16 0,0 12-13 16,3-6-16-16,-3-2-17 0,-1 7-12 15,1-3-9-15,0 5-13 0,-2-9-7 16,2-5-19-16,0-3-36 0,0 0-34 0,-2 0-39 16,2-6-58-16,-2 1-76 0,0-1-61 15,-2-5-76-15,-2-3-103 0,4-5-125 0,0 0-45 16,0 0 50-16,0 0-309 0,-6-20-332 16</inkml:trace>
  <inkml:trace contextRef="#ctx0" brushRef="#br0" timeOffset="40025.35">11221 8703 2306 0,'7'-10'6'0,"0"-2"20"0,3 4 10 16,0-1 15-16,1 1 22 0,1-1 18 15,-1 2 15-15,4 2 2 0,-1 2-2 16,-2 3-11-16,2 0 0 0,1 6-8 0,1 0 0 16,-5 2 16-16,0 1 21 0,-3 4 19 15,-2 1 20-15,-2 3 4 0,-8 5 6 0,0 1 8 16,-3-3-2-16,-2 1 2 0,-3 4-3 15,-1-4 1-15,6-5-8 0,0-3-3 0,1-3-9 16,3 0-4-16,-1-2-13 0,-1-1-16 16,3-1-15-16,2-6-11 0,-2 12 2 0,2-4-20 15,4 0-1-15,3 1-16 0,0 4-2 16,0-3-5-16,4 4-2 0,3 0-9 0,6 6 2 16,-2-4-5-16,-4-4-3 15,1 1 7-15,-4 1 23 0,-1-3 21 0,-2 2 35 16,-5-1 26-16,-1 4 22 0,-6-1 6 15,-3 5 6-15,-11 7 5 0,-2-4-91 0,-7 0-101 16,-7 3 0-16,6-6 0 0,-8-3 0 16,2-3 0-16,0 0 0 0,2-4 0 15,-2-2 0-15,5-4 0 0,4-1 0 0,6 1 0 16,-4-3 0-16,4 1 0 0,4 1 0 16,-1-1 0-16,4 0 0 0,-1 0-412 0,2 0-304 15,2-1-206-15,9-1 70 0,0 0 94 16,-10-9-783-16,10 9-985 0</inkml:trace>
  <inkml:trace contextRef="#ctx0" brushRef="#br0" timeOffset="41275.47">17940 8020 1507 0,'0'0'466'0,"7"-2"-147"0,-7 2-58 16,0 0-19-16,0 0 5 0,0 0 0 15,0 0-5-15,7-3-7 0,-7 3-5 16,0 0-17-16,0 0-12 0,0 0-7 16,-30-9-7-16,15 9 3 0,-6 1 7 0,-8 5 9 15,-10 1-4-15,-19 9 3 0,5 3 25 16,0 4-3-16,1 2 2 0,4 1-1 16,7 1-9-16,7 2-17 0,9-8-12 0,7 5-5 15,9-2-6-15,5-4-9 0,10 3-11 16,8 4-9-16,8-1-118 0,4-4-32 0,7-1 0 15,9-2 0-15,-6-6 0 0,0-2 0 16,2-5 0-16,1 0 0 0,-7-5 0 0,-5 1 0 16,-5-2 0-16,0 3 0 0,-3-3 0 15,-4 1 0-15,-3 0 0 0,-3-1 0 16,-9 0 0-16,11 2 0 0,-11-2 0 16,0 0 0-16,-4 10 0 0,4-10-357 0,-19 7-228 15,6 1-168-15,-8-4-131 0,-1 1 81 16,-11 3-833-16,-2 4-1073 0</inkml:trace>
  <inkml:trace contextRef="#ctx0" brushRef="#br0" timeOffset="42208.75">8990 10638 3764 0,'4'-10'311'0,"0"8"-136"16,0-3-71-16,-4 5-55 0,0 0 18 16,0 0 20-16,11 18 18 0,-9 0-4 0,2 0 2 15,0 5-5-15,-1 2-5 0,-1 8 0 16,5 1-2-16,-4-5-8 0,-1-5-7 16,2-2-5-16,1 1-9 0,-3-2-9 0,2-2-4 15,-2-4-5-15,0 2-11 0,1-3-27 16,-2-2-34-16,-1-2-37 0,0-2-69 0,0-1-96 15,-1-3-103-15,1-4-114 0,0 0-125 16,0 0-54-16,-22-12 56 0,17-2-353 0,0 0-403 16</inkml:trace>
  <inkml:trace contextRef="#ctx0" brushRef="#br0" timeOffset="42475.51">9013 10615 2684 0,'0'0'111'16,"0"-10"46"-16,0 10 0 0,0-8-11 15,0 8-5-15,0 0-23 0,0 0 10 0,0 0 34 16,0 0 12-16,0 0-7 0,36 22-5 16,-9-3-6-16,2 3-7 0,7 10-15 0,2-2-11 15,1 0-13-15,-3-1-8 0,-4 2-6 16,-9-7 16-16,-3 1 11 0,0 2 15 0,-5-5 8 16,-7 0 10-16,-3-2-1 15,-6-4-3-15,-5 8-9 0,-6 2-16 0,-5 0-11 16,-7-1-9-16,-3-4-16 0,-4-1-8 15,-1-4-9-15,-2-3-21 0,1-7-39 0,1 0-45 16,3-6-50-16,3-3-66 0,-9-6-82 16,3 0-107-16,9 1-88 0,4-2-108 0,6 3-175 15,3 0 10-15,4 2 76 0,4-1-455 16,2 6-546-16</inkml:trace>
  <inkml:trace contextRef="#ctx0" brushRef="#br0" timeOffset="43259.58">12116 10340 3272 0,'5'-2'146'0,"-5"2"3"0,9-4 4 0,-9 4 9 16,0 0 21-16,0 0 11 0,0 0-3 0,0 0-4 16,0 0-5-16,-25-6-11 0,25 6-7 15,-29 2-2-15,10 2-7 0,-6 0-5 0,1-2-13 16,-3 2-12-16,0 0-4 0,-7 1-19 16,7-1-9-16,8 0-2 0,0-2-5 0,5 0-6 15,3 0 3-15,-1-2-2 16,5 2 1-16,7-2 1 0,-15 0-6 0,15 0-2 0,-12 3-16 15,12-3-3-15,-7 3-14 16,-1 1-10-16,5 3 3 0,-4 6 10 0,2 9 15 16,-5 13 2-16,-2 2 8 0,-1 15 13 15,2 0 12-15,-3-1 9 0,0 0 3 0,4-3 4 16,2-10-1-16,3-1-3 0,5-8-31 16,-2-4-76-16,4-2 0 0,1 0 0 0,5-2 0 15,-2-4 0-15,3-3 0 0,1-2 0 16,2-4 0-16,1-1 0 0,-1-7 0 0,4 0 0 15,2-2 0-15,-2-3 0 0,0 0 0 16,3 2 0-16,-6-1 0 0,0 1 0 0,-2-2 0 16,-4 5 0-16,-7 0-45 15,17-5-231-15,-17 5-65 0,12-2-71 0,-12 2-84 16,11-4-91-16,-8 3-143 0,7-3-40 16,-4-1 76-16,1 2-612 0,5-3-764 0</inkml:trace>
  <inkml:trace contextRef="#ctx0" brushRef="#br0" timeOffset="43460">11861 10698 3911 0,'-14'1'125'0,"5"-1"31"0,9 0 34 0,-16 0 32 0,16 0 22 16,0 0 25-16,-13-3-6 15,13 3-13-15,0 0-26 0,0 0-26 0,-7-4-24 16,7 4-13-16,0 0-26 0,0 0-62 15,32-8-76-15,-14 3-89 0,7 1-101 0,0-2-127 16,2 2-124-16,5-3-146 0,-7 1-134 16,-6 2 60-16,-2 2-549 0,-6 0-675 0</inkml:trace>
  <inkml:trace contextRef="#ctx0" brushRef="#br0" timeOffset="44241.89">16880 10159 3304 0,'2'-13'13'0,"2"0"54"0,-4 3 48 0,0 2 34 16,0-1 22-16,0 2 21 0,0 7 17 15,0-9 2-15,0 9-11 0,0 0-18 0,0 0 8 16,0 0 31-16,0 0 12 0,-8 38-14 16,4-4-23-16,1 2-17 0,-1 5-17 0,-1-2-12 15,2 0-18-15,-1-1-13 0,2-1-9 16,2-8-21-16,-2-4-4 0,2-4-9 15,0-5 1-15,-1-1-18 0,1-1 1 0,-2-2-13 16,2-3-39-16,0 0-33 0,0-2-37 16,0-7-68-16,-2 6-87 0,2-6-105 15,0 0-94-15,0 0-91 0,-2-28-110 16,2 11-109-16,0-3 62 0,4-3-540 0,-2-4-667 16</inkml:trace>
  <inkml:trace contextRef="#ctx0" brushRef="#br0" timeOffset="44408.76">16861 10188 3608 0,'-6'-5'101'0,"6"5"34"0,-4-8 23 16,4 8 15-16,-1-9-1 0,1 2-5 0,0 7-14 15,3-15-18-15,5 4-13 0,2-1-11 16,1 1-14-16,6-1-27 0,0 0-50 16,10 0-74-16,0-5-104 0,-6 6-105 15,6-3-120-15,-3 0-158 0,-3 5-84 0,-5-1 69 16,-3 4-343-16,-2 0-380 0</inkml:trace>
  <inkml:trace contextRef="#ctx0" brushRef="#br0" timeOffset="44574.93">16941 10181 2458 0,'-15'12'134'0,"1"-3"35"0,5-1 6 16,2-4-3-16,0 1 9 0,4-2 3 0,3-3-11 15,-8 7-7-15,8-7-15 0,-2 6-9 16,2-6-18-16,11 4-9 0,1-2-14 0,3-4-55 15,8-1-97-15,4-2-130 0,5-5-152 16,3-1-226-16,-1-2-19 0,-4-1 62 16,3-1-257-16,4-1-263 0</inkml:trace>
  <inkml:trace contextRef="#ctx0" brushRef="#br0" timeOffset="45408.65">19399 9935 2129 0,'10'-2'46'0,"-10"2"32"0,13-4 16 0,-9 2 15 0,-4 2 19 16,9-5 19-16,-9 5 22 0,11-7 8 16,-10 4 11-16,-1 3-4 0,10-8 5 0,-9 2 1 15,-1 6-6-15,4-6-1 0,0 0-3 16,-4 6 5-16,4-10-5 0,-3 5-6 0,-1 5 2 16,0-10-5-16,0 10 4 15,0-11-2-15,0 11-1 0,-3-11-10 0,-3 4-5 16,2 0-2-16,-5 0-13 0,-3 2-8 15,1 2-9-15,-5 1-3 0,-4 5-6 0,-16 4 0 16,-3 7-6-16,-6 4-5 0,-1 5-7 16,2 2-11-16,2 4-19 0,6 2-6 15,5 2-6-15,6 2-10 0,11-5-4 0,1 0-2 16,6-3-5-16,5-3-3 0,6 0-4 16,3-2-5-16,2 5-6 0,4-2-10 0,2-2-11 15,2-7-2-15,-1-3-8 0,-1-3-1 16,0 0 2-16,-2-3 6 0,1-2-1 0,-1-2 12 15,1 1-7-15,-1-4-1 16,-4 0-7-16,-9 0 10 0,21-4 21 0,-12 2 20 16,-9 2 24-16,14-3 16 0,-14 3 8 0,10 0-3 15,-10 0-55-15,0 0-30 0,14 0 0 16,-14 0 0-16,0 0 0 0,0 0 0 16,12-2 0-16,-12 2 0 0,0 0 0 0,20 2 0 15,-11 1 0-15,2-1 0 0,1 2 0 16,1-2 0-16,1 4 0 0,-1 0 0 0,1 2 0 15,-3-1 0-15,2 5 0 0,-1 2 0 16,-1-1 0-16,0 4 0 0,-3 0 0 0,1 1 0 16,-1 0 0-16,-3-4 0 0,0 1 0 15,-1-1 0-15,-1-2 0 0,1-2 0 0,0 0 0 16,0-2 0-16,-3 0 0 16,1-1-210-16,2-1-283 0,-1 2-119 0,-1-4-155 15,-2-4-80-15,0 10 86 0,0-10-770 16,-2 7-975-16</inkml:trace>
  <inkml:trace contextRef="#ctx0" brushRef="#br0" timeOffset="46511.77">7607 12428 4416 0,'0'-7'-38'0,"0"2"6"0,0 5 0 15,0 0 31-15,0 0 60 0,8 25 31 0,-8-1 11 16,0 3-1-16,-2 14 2 0,-2 0-10 16,1 2-4-16,-6-3-7 0,6 0-1 0,-5-1-8 15,4-4-1-15,1-6-9 0,1-7-6 16,0-3-6-16,2-5-4 0,0-1-7 0,0 1 0 15,2-5-6-15,-2-1-2 0,0-2-6 16,2 0-5-16,-2-6-19 0,0 0-16 16,0 0-24-16,0 0-8 0,11-22-6 15,-7 9-3-15,-3 1-2 0,-1-5 7 0,2 4-1 16,0 1 15-16,-2 4 6 0,0-2 1 16,2 0-1-16,-2 5 0 0,2-1 1 15,-2 6 5-15,4-6 5 0,-4 6-1 0,8-2 4 16,-8 2-7-16,16-4 19 0,-4 2 1 15,5 0-4-15,2-2 9 0,5-2 2 0,-4-1-2 16,10-7 3-16,1 0-3 16,-1-3 3-16,-3 0-3 0,0-3 6 0,-2-2 8 0,-2-2 2 15,-3-1 2-15,0 2 7 16,-5 3 9-16,-5 5 13 0,-3 1 6 0,0 7-2 0,-2-3-3 16,1 3-5-16,-5 6 2 15,-1 1 17-15,0 0 21 0,10 14 8 0,-9-3 4 16,3 7-14-16,0 3-5 0,2 1-4 15,0 9-11-15,3 1 0 0,-2-1-10 0,6 0-3 16,-2-2-6-16,-4-7-5 0,5 5-6 16,-3-6-8-16,0-4-32 0,-2-1-35 15,0-2-45-15,-1-1-59 0,-1-1-86 0,-1-1-95 16,-2-3-100-16,4 0-156 0,-4-2-112 16,-2-6 68-16,8 2-440 0,-8-2-539 15</inkml:trace>
  <inkml:trace contextRef="#ctx0" brushRef="#br0" timeOffset="46841.84">9303 12646 3139 0,'0'0'87'15,"2"-9"-12"-15,-2 9-4 0,0 0-2 16,0 0 21-16,0 0 14 0,0 0 13 0,24 22 2 16,-20-8 7-16,1 1-3 0,-2 2-15 15,1 0-1-15,-2 2-11 0,4 2-8 0,-5-2-9 16,1-2-18-16,0-3 0 0,2 3-3 15,-2-3-29-15,0-2-40 0,-2-1-52 0,0-1-79 16,2 0-73-16,-2-3-86 16,0 1-123-16,-2-1-171 0,2-7 37 0,0 0-292 15,0 0-334-15</inkml:trace>
  <inkml:trace contextRef="#ctx0" brushRef="#br0" timeOffset="47024.75">9173 12709 2343 0,'0'0'97'0,"0"0"36"16,-20 2 7-16,20-2 4 0,0 0-1 16,0 0-18-16,-8-7-4 0,8 7-3 0,0 0-17 15,28-14-9-15,-6 6-10 0,8-3-26 16,4-1-62-16,0 2-67 0,2 0-72 0,1-1-89 16,-4 1-100-16,-3 0-186 15,-6 1 39-15,-3 3-166 0,-5 6-144 0</inkml:trace>
  <inkml:trace contextRef="#ctx0" brushRef="#br0" timeOffset="47224.51">9175 13005 1970 0,'-13'20'103'16,"1"-4"17"-16,5-3 10 0,1-2 6 16,3-1 8-16,-1-2 29 0,2 0 12 0,2-8 13 15,2 13 3-15,3-11-9 0,5 2-15 16,4-2-19-16,4-4-12 0,11 0-20 0,7-6-14 15,2-1-35-15,0 1-34 0,0-3-52 16,-4 1-59-16,2 2-68 0,-7-3-75 0,-6 2-91 16,-2 3-130-16,-8 1-137 15,-1 1 55-15,-4-3-217 0,-3 6-224 0</inkml:trace>
  <inkml:trace contextRef="#ctx0" brushRef="#br0" timeOffset="47841.55">11110 12570 2195 0,'0'0'188'0,"0"-14"10"0,0 14 5 16,0-9-5-16,0 1-5 0,0 8 0 15,2-10-4-15,-2 10-9 0,1-11-16 0,3 5-15 16,-4 6-11-16,12-8-13 0,-5 4-11 16,-7 4-5-16,25 1 5 0,-10 4 0 0,6 5 11 15,4 3 7-15,-1 5 3 0,1-1 7 16,-3 5 11-16,-5 0-2 0,0 0 13 0,-5-1 3 15,-3-3-7-15,-2 1 8 0,-3 0 4 16,2-2 0-16,-5-1-11 0,4-1-10 16,-3-1-7-16,-2 0-4 0,2-3-3 15,-4 1 2-15,0 0-4 0,0 0-2 0,-4 3 0 16,-2-5-9-16,-3 3-6 0,-1-5-47 16,-2 2-71-16,-8-3 0 0,-1-1 0 0,-1-2 0 15,-1-2 0-15,2-2 0 0,-2-2 0 16,-2 0 0-16,9-2 0 0,-1 0 0 15,1 0 0-15,1 1 0 0,0-1 0 0,2 1-221 16,3 0-91-16,1 1-90 0,4 0-105 16,-3 0-128-16,10 2-211 0,-12-4 62 0,12 4 93 15,-2-4-599-15,2 4-749 0</inkml:trace>
  <inkml:trace contextRef="#ctx0" brushRef="#br0" timeOffset="48257.37">12969 12239 3690 0,'0'-6'76'16,"0"6"19"-16,0-8-5 0,0 8-3 0,0 0 14 0,0 0 53 15,0 0 35-15,0 0 12 0,0 27 1 0,0-7-12 16,0-1-8-16,2 8-14 0,0 10-14 15,5 0-5-15,-4-3-19 0,5 2-13 0,-5-2-8 16,1-7-15-16,0 0-4 16,-1-5-17-16,0-1-37 0,-3 1-42 0,2-3-56 15,-2 1-72-15,0-3-101 0,0-1-118 16,-2-3-116-16,4-1-124 0,-4-2-103 0,4-3 60 16,-2-2-450-16,0-5-557 0</inkml:trace>
  <inkml:trace contextRef="#ctx0" brushRef="#br0" timeOffset="48424.52">13053 12634 3254 0,'0'0'99'0,"0"-12"19"0,0 7 20 15,2-7 12-15,2 0 8 0,6-5-10 0,5-8-11 16,3-3-16-16,2 1-16 16,8-7-46-16,3 1-64 0,-10 4-84 0,0 4-82 15,2-3-74-15,-8 3-73 0,-2 4-71 16,-4 3-93-16,-6 5-38 0,-5 1-252 0,1 5-260 15</inkml:trace>
  <inkml:trace contextRef="#ctx0" brushRef="#br0" timeOffset="48609.57">13125 12276 2137 0,'-1'7'36'0,"-1"6"51"0,4-1 45 16,-1 2 48-16,1 1 30 0,5 5 16 0,-2 3 15 16,6 8-3-16,3-1-7 0,-3 4-14 15,2-4-23-15,3 0-21 0,3 1-18 0,-4-4-14 16,1 2-14-16,2-5-16 0,-2-2-23 15,-3-5-32-15,-1-4-39 0,-5-2-31 16,1-3-40-16,-3 1-67 0,-1-4-69 16,3 2-87-16,-7-7-115 0,0 5-177 0,0-5-17 15,0 0 58-15,0 0-243 0,0 0-260 16</inkml:trace>
  <inkml:trace contextRef="#ctx0" brushRef="#br0" timeOffset="49374.81">15533 12061 2087 0,'4'-6'90'0,"-2"2"42"15,-2 4-1-15,3-7-9 0,-3 7-9 0,0 0 11 16,0 0 58-16,0 0 31 0,0 0 25 15,-3 31 13-15,-5-9-4 0,-2 10-1 16,-1 2-4-16,-3 3-1 0,1 8 1 0,2-10-2 16,-1 3-1-16,5-2-6 0,-1-4-3 15,5-4-8-15,1-6-1 0,2-3-8 16,0-2-1-16,2 0-7 0,1-2-6 0,5-5-12 16,1-1-7-16,5-3-23 0,2-5-17 15,6 2-12-15,-3-6-15 0,6-2-9 16,-3 1-37-16,10-7-67 0,-7 5 0 0,-3-2 0 15,-8 3 0-15,2 0 0 0,-5 2 0 16,-1-1 0-16,0 1 0 0,-3 2 0 0,0-3 0 16,-7 4 0-16,9-4 0 0,-9 4 0 15,0 0-159-15,0 0-246 0,0 0-153 0,0 0-160 16,0 0-142-16,0 0 64 16,-21 12-801-16,9-2-1037 0</inkml:trace>
  <inkml:trace contextRef="#ctx0" brushRef="#br0" timeOffset="51572.88">6044 15400 1238 0,'4'-5'421'0,"-4"5"-109"16,0 0-54-16,2-9-45 0,-2 9-1 16,3-7 0-16,-3 7-7 0,0-9-6 0,0 9 3 15,0 0 5-15,2-12-1 0,-2 12-2 16,3-7 2-16,-3 7-1 0,2-7-5 16,-2 7-12-16,0 0-23 0,0 0-17 15,0-8-19-15,0 8-9 0,0 0-12 16,0 0-1-16,0 0-4 0,-10 34-6 0,4-13 5 15,-1 10-1-15,-2 1 6 0,-2 2-19 16,0 1 7-16,-1-1 14 0,1-1 4 0,2-4-16 16,2-6-5-16,0-2-4 0,0-5-2 15,3-2 11-15,0-3-4 0,3 0 2 16,-3-1 4-16,0-1-4 0,1-2-3 0,3-7-7 16,-2 10-4-16,2-10-12 0,-3 7-10 15,3-7-25-15,0 0-43 0,0 0-68 16,0 0-87-16,0 0-78 0,0 0-89 15,-8-20-100-15,8 20-100 0,0-9-164 0,0 0-111 16,-3 1 63-16,5 2-554 0,-2-2-755 16</inkml:trace>
  <inkml:trace contextRef="#ctx0" brushRef="#br0" timeOffset="51873.01">6094 15402 3762 0,'4'-7'8'0,"0"-1"32"0,-3 4 9 16,-1 4 6-16,2-8 1 0,-2 8 6 15,0 0 11-15,0 0 23 0,0 0 16 16,31 18 13-16,-16-5 2 0,4 10 7 16,4-1 2-16,0 2-1 0,2 1 3 0,-3-1-9 15,1 0-6-15,2 0-6 0,-2-2-8 16,-4-3-22-16,-2-3-10 0,-6-3-4 0,0-1-8 15,-2-3-5-15,-2-1-7 0,-1 1-5 16,2-2-4-16,-4-1-6 0,-1-1-3 16,-3-5-29-16,10 8-36 0,-10-8-52 0,0 0-80 15,5 3-87-15,-5-3-91 0,0 0-125 16,0 0-160-16,0 0-65 0,0 0 58 16,0 0-353-16,-11-20-463 0</inkml:trace>
  <inkml:trace contextRef="#ctx0" brushRef="#br0" timeOffset="52106.7">6225 15648 2683 0,'-11'2'67'0,"1"0"41"0,10-2 26 16,-13 4 37-16,13-4 43 0,0 0 47 16,0 0 43-16,-11 0 23 0,11 0-5 15,0 0-24-15,0 0-26 0,0 0-30 0,0 0-22 16,0 0-20-16,38-14-26 15,-21 8-59-15,-2 1-52 0,2-1-55 0,0 0-49 16,-1 2-50-16,-5 0-41 0,-2 0-52 16,-1 0-60-16,0 2-51 0,-8 2-72 0,0 0-89 15,0 0-141-15,0 0-47 0,0 0 53 16,0 0-273-16,0 0-349 0</inkml:trace>
  <inkml:trace contextRef="#ctx0" brushRef="#br0" timeOffset="54306.76">7479 15342 2402 0,'0'0'24'0,"0"0"39"0,-2-10 31 16,2 10 19-16,0 0 21 0,0-9 44 15,0 9 32-15,0 0 24 0,2-11 10 0,-2 11-4 16,0 0-13-16,0 0-24 0,2-7-17 15,-2 7 11-15,0 0 31 0,0 0 8 16,23 25-6-16,-11-5-20 0,1 5-8 0,4 4-3 16,-4-1-12-16,3-1-11 0,-3-2-16 15,0-2-17-15,-5-6-11 0,1 2-10 16,-1-1-15-16,-1-5-11 0,2-1-10 0,-8 0-4 16,3 1-8-16,0-4-31 0,-4 0-61 15,2 2-63-15,-1-3-80 0,-4 0-94 16,1 2-110-16,-2-5-127 0,2-1-157 0,-3 0-154 15,5-4 74-15,0 0-601 0,0 0-785 16</inkml:trace>
  <inkml:trace contextRef="#ctx0" brushRef="#br0" timeOffset="54723.26">7615 15325 3612 0,'-2'-13'-45'16,"0"4"29"-16,2 0 18 0,-2 1 14 15,2 8 0-15,4-16 0 0,1 5 5 0,-1 4 3 16,5-2-1-16,3 0-6 0,-1 3-6 16,2 1 5-16,-2 0-4 0,-2-1-3 15,5 5-3-15,-5-1-5 0,-9 2 8 0,25 3-2 16,-14-2-3-16,-2 5 2 0,3 3-2 16,-6-1 5-16,-1 4-4 0,-1 3 11 0,-2 4 3 15,-2-1 10-15,0 1 16 0,-2 2 6 16,2-3 7-16,-2 1-3 0,0-1 12 15,2-4 8-15,0 2-8 0,2 0 4 16,5-2-4-16,0 1 8 0,4-1 4 16,0 1-9-16,3-1-5 0,1-1-8 0,2 1-8 15,-1-2 1-15,1 1-7 0,-2-2 3 16,0 1 5-16,-6-4 14 0,3 3 18 0,-6-3 18 16,1 2 40-16,-3-3 37 0,-2 2 26 15,-4-2 3-15,0 1-1 0,-1 2-19 0,-5-1-14 16,3-1-18-16,-6 0-16 0,0 1-13 15,2-5-17-15,-3 1-20 0,1-2-77 16,0 1-95-16,11-4-105 0,-19 2-107 0,9-4-133 16,10 2-144-16,-14-4-213 15,7 0 31-15,2 0 81 0,-6 0-479 0,0-1-619 16</inkml:trace>
  <inkml:trace contextRef="#ctx0" brushRef="#br0" timeOffset="60123.8">9566 14986 2896 0,'0'0'-143'0,"0"0"49"16,0 0 42-16,5-9 35 15,-5 9 35-15,0 0 33 0,2-5 33 0,-2 5 36 16,0 0 30-16,0 0 20 0,0 0 27 16,7-7 9-16,-7 7 4 0,0 0-4 0,7-7-9 15,-7 7-10-15,0 0-8 0,8-6-6 16,-8 6-7-16,0 0-8 0,0 0-9 15,5-5-4-15,-5 5-4 0,0 0-11 0,0 0-5 16,0 0-3-16,0 0 1 0,0 0-8 16,0 0-3-16,6-6-2 0,-6 6 1 0,0 0 1 15,0 0-7-15,0 0-14 16,0 0-7-16,0 0-9 0,0 0-15 0,0 0-7 16,-42 6-4-16,27 1-13 0,-6 1 3 15,-8 9-3-15,1 0 3 0,-3 4-11 0,4-1 5 16,-1 4 13-16,3-2-2 0,5 1-2 15,0 0 2-15,7-5 9 0,5-4 18 16,4 1 23-16,4-3 18 0,8 0 10 0,0 1 5 16,9 0-3-16,4-5-97 0,11 1-27 15,4-2 0-15,5-3 0 0,0-6 0 0,3-2 0 16,-2-1 0-16,2-2 0 0,-4 0 0 16,-5 1 0-16,-9 1 0 0,-7 0 0 0,-3 1 0 15,-4 2 0-15,0 0 0 16,-2 1 0-16,-10 1 0 0,15-4 0 0,-15 4 0 15,12-1 0-15,-12 1 0 0,0 0 0 16,14-2 0-16,-14 2 0 0,8-2 0 0,-8 2 0 16,0 0 0-16,8-3 0 0,-8 3 0 15,0 0 0-15,0 0 0 0,0 0-805 0,0 0-176 16,-14 19 70-16,9-12-957 0,-5 0-1294 16</inkml:trace>
  <inkml:trace contextRef="#ctx0" brushRef="#br0" timeOffset="65604.14">11123 14912 4835 0,'1'-7'-194'0,"-1"7"50"16,5-8 54-16,-5 8 49 0,2-10 46 16,0 5 33-16,0-2 20 0,-1 0 19 15,-1 0 14-15,4-1 11 0,0 0 6 16,0 2 7-16,-4 6 9 0,3-13 10 0,-1 7 8 15,-2 6-5-15,7-8-6 0,-7 8-12 16,1-10-11-16,-1 10-15 0,0 0-11 0,4-7-8 16,-4 7 6-16,0 0 32 0,0 0 9 15,8 23-9-15,-7-12-10 0,3 7 4 0,2 1-8 16,-2 2 8-16,2-1-2 0,-3 1-6 16,3-1-6-16,0-5-11 0,-3 1-5 15,2-4-8-15,0 0-11 0,-3-2-4 0,0-1-2 16,0-1-9-16,2-1-1 0,-3 0-30 15,-1-7-19-15,4 10-54 0,-4-10-33 16,0 9-42-16,2-6-49 0,-2-3-61 16,0 0-91-16,-2 9-92 0,2-9-105 0,0 0-134 15,0 0-78-15,-27-17 49 0,20 9-514 16,1-2-675-16</inkml:trace>
  <inkml:trace contextRef="#ctx0" brushRef="#br0" timeOffset="65922.64">11160 14786 3186 0,'-7'-9'15'0,"3"2"57"0,4 7 29 0,-5-7 40 16,5 7 24-16,-2-6 21 15,2 6 3-15,0 0-7 0,-4-11-13 0,4 11-5 16,0 0-4-16,22-5-4 0,-8 5-6 16,6 1-10-16,3 3-13 0,11 8-13 0,-2 0-13 15,-1 1-6-15,-1 4-10 0,-1 3-3 16,0 1-1-16,-7 2-8 0,-1 0 1 15,-2 2 8-15,-6 1 0 0,-2-5 1 0,-4-1 19 16,-3-3 11-16,-3 0 7 0,-2 0 10 16,-5 4-1-16,-2-2-5 0,-7 5-13 0,-3 0-7 15,-2-5-8-15,-1-2-12 0,0-3-10 16,0-4-10-16,2-1-1 0,-1-3-15 0,-3 0-43 16,7-4-43-16,0-2-77 15,1 0-74-15,4 0-77 0,-3-2-90 0,5 0-87 16,0-3-93-16,2 1-137 0,7 4-93 15,-7-8 81-15,7 3-524 0,0 5-673 0</inkml:trace>
  <inkml:trace contextRef="#ctx0" brushRef="#br0" timeOffset="66603.8">12510 14694 3240 0,'11'-7'-61'0,"-1"4"44"0,-2-4 33 0,-1 2 45 0,0 2 45 0,-7 3 33 16,7-7 23-16,-7 7 12 0,8-5 8 15,-8 5 2-15,0 0-1 0,0 0-10 16,3-7-4-16,-3 7-9 0,0 0-3 0,0 0-5 15,0 0-8-15,0 0-5 0,-45 9-6 16,27-4-8-16,2-2 1 0,-2 2 0 0,2-1-10 16,0 2-6-16,0-4-7 15,3 1-5-15,2 1-12 0,11-4-8 0,-16 3-10 16,7-1-2-16,9-2-7 0,-14 2 4 16,14-2-11-16,0 0 5 0,-13 3-3 0,13-3-14 15,0 0-2-15,-9 4-9 0,9-4-2 16,-4 8 15-16,2-1 24 0,-2 5 9 15,0 4 9-15,2 1 20 0,-3 4 3 0,-1 1 5 16,3-1 9-16,-2 3 0 0,1-2 6 16,1 0-12-16,-1-6-115 0,2 1 0 0,0 0 0 15,0-5 0-15,2 1 0 0,0-2 0 16,2-3 0-16,0 2 0 0,0-3 0 0,4 2 0 16,-1-3 0-16,3 3 0 0,2-1 0 15,1-4 0-15,3 3 0 0,-2-1 0 0,4-2 0 16,-1 0 0-16,1 1 0 15,-3-4 0-15,1 3 0 0,-3-2 0 0,0 0 0 16,1-1 0-16,-1 2 0 0,-2 0-254 16,-1 0-182-16,0-1-76 0,-8-2-89 15,0 0-147-15,0 0-69 0,13-5 71 0,-13 5-641 16,0 0-839-16</inkml:trace>
  <inkml:trace contextRef="#ctx0" brushRef="#br0" timeOffset="66803.49">12354 15007 4052 0,'-7'-6'39'16,"7"6"34"-16,-9-5 42 0,9 5 39 15,-5-5 26-15,5 5 5 0,0 0-10 16,4-12-18-16,-4 12-14 0,13-12-16 0,0 4-16 16,1 3-14-16,1-1-44 0,3 3-50 15,-2-2-58-15,5-1-79 0,-3 2-88 0,-1 3-90 16,-4 0-95-16,-1-1-111 0,-5 2-131 15,-7 0 50-15,16 0-343 0,-16 0-420 0</inkml:trace>
  <inkml:trace contextRef="#ctx0" brushRef="#br0" timeOffset="67453.95">13473 14804 2566 0,'7'-12'4'0,"-3"3"30"15,1-4 30-15,2 2 37 0,0 2 42 0,3-2 33 16,-5 2 33-16,2 1 26 0,-4 1 9 15,1 3 0-15,-4 4-3 0,7-11-18 0,-7 11-14 16,8-4 22-16,-8 4 37 0,0 0 11 16,17 21-8-16,-9-8-19 0,-5 3-17 0,8 3-12 15,-8 2-17-15,5 1-10 16,-3-1-27-16,1 1-19 0,-1-3-15 0,0-2-12 0,-1 1-13 16,-4-1-11-16,0 2-6 15,0-5-18-15,-2 3-38 0,-2-1-34 0,-1-1-59 16,2-1-62-16,-3-1-54 0,4-2-60 15,1-1-66-15,-1-3-89 0,-2-4-92 16,4-3-106-16,0 0-150 0,0 0-2 0,-6-24 70 16,6 9-483-16,0-4-618 0</inkml:trace>
  <inkml:trace contextRef="#ctx0" brushRef="#br0" timeOffset="67622.92">13613 14757 3329 0,'-5'-9'109'0,"-1"3"33"0,6 6 42 16,-3-8 34-16,3 8 28 0,-6-7 19 15,6 7 2-15,-4-8-16 0,4 8-29 16,2-14-18-16,4 7-30 0,-1-2-14 16,4 2-29-16,5-3-57 0,-3 2-54 0,5 1-66 15,-1 1-76-15,-1 0-85 0,1 1-94 16,-3 1-95-16,-1 1-107 0,-2 0-161 0,-9 3 30 16,14-1-428-16,-14 1-535 0</inkml:trace>
  <inkml:trace contextRef="#ctx0" brushRef="#br0" timeOffset="67821.45">13631 14786 3008 0,'-8'4'52'0,"1"1"31"0,7-5 35 15,-8 5 28-15,8-5 37 0,0 0 27 0,-8 4 16 16,8-4 2-16,0 0-5 0,0 0-14 16,0 0-24-16,0 0-15 0,0 0-20 0,0 0-13 15,0 0-52-15,35-2-62 0,-35 2-75 16,26-2-107-16,-10-1-117 0,1 1-133 15,-2 2-173-15,0-1-73 0,-4 1 69 0,1-2-338 16,-12 2-405-16</inkml:trace>
  <inkml:trace contextRef="#ctx0" brushRef="#br0" timeOffset="68687.97">14764 14739 2578 0,'11'-3'32'0,"-6"-1"40"0,4-1 33 0,2 1 45 0,-4-2 32 0,0 2 30 16,3-1 17-16,-4 0 11 0,-6 5-2 15,17-7-2-15,-14 4-10 0,-3 3-2 16,12-7-8-16,-12 7-13 0,10-4-6 16,-10 4-3-16,5-6-4 0,-5 6-16 0,0 0-7 15,7-5-11-15,-7 5-4 0,0 0-2 16,0 0-3-16,9-6-4 0,-9 6-3 0,0 0 0 16,0 0 6-16,0 0-6 0,0 0-3 15,0 0-10-15,2-7-15 0,-2 7-10 0,0 0-11 16,0 0-11-16,-29-3-9 0,15 5-10 15,-1 0-30-15,-8 4-31 0,-7 5 0 16,-1 2 0-16,1 3 0 0,-1 2 0 16,3 1 0-16,3 4 0 0,3 2 0 0,2 1 0 15,4-1 0-15,7 0 0 0,6-4 0 0,3 1 0 16,1-1 0-16,9 1 0 16,4 3 0-16,2-2 0 0,4-3 0 0,5-3 0 15,-1-3 0-15,0-6 0 0,0-2 0 16,-5-2 0-16,1-3 0 0,0-1 0 0,-3-1 0 15,0-3 0-15,-1-2 0 0,-4 4 0 16,1-4 0-16,-2-1 0 0,-6 0 0 0,4 0 0 16,-2 0 0-16,-2 4 0 0,-5 3 0 15,10-8 0-15,-10 8 0 0,3-7 0 0,-3 7 0 16,0 0 0-16,0 0 0 0,0 0 0 16,0 0 0-16,0 0 0 0,0 0 0 15,0 0 0-15,0 0 0 0,0 0 0 0,0 0 0 16,0 0 0-16,4 17 0 0,-4-17 0 15,8 5 0-15,-8-5 0 0,11 9 0 0,-3-4 0 16,-3 2 0-16,6-1 0 16,-6 3 0-16,2-2 0 0,3 2 0 0,-2-1 0 15,-1 5 0-15,3-4 0 0,-2 2 0 16,-1-2 0-16,1-1 0 0,-3-1 0 0,1-2 0 16,-2 0 0-16,0-1 0 0,2 0 0 15,-3 2 0-15,-3-6 0 0,4 7 0 0,-4-7 0 16,4 5-484-16,-4-5-196 0,0 0-191 15,0 0 5-15,0 0 82 0,0 0-749 0,-21-19-976 16</inkml:trace>
  <inkml:trace contextRef="#ctx0" brushRef="#br0" timeOffset="69453.88">16211 14589 3929 0,'9'-11'-108'0,"-5"3"63"0,4 0 29 0,-6 4 16 0,-2 4 17 0,8-8 22 0,-8 8 21 15,0 0 37-15,0 0 51 0,0 0 43 0,13 18 35 16,-11-2 27-16,0 7 23 15,-2 3-7-15,0 12 5 0,-2 3 9 0,0-1-14 16,-4 0-7-16,4-3-19 0,-2 2-19 16,-1-3-22-16,1-2-16 0,2-10-23 0,-1-2-15 15,-2-5-16-15,3-3-9 0,0 0-12 16,2-6-12-16,0 3-11 0,-1-2-40 0,-1-3-48 16,2-6 0-16,0 8-25 0,0-8-96 15,0 0-45-15,0 0-33 0,0 0-19 0,7-31-6 16,-2 13 1-16,-2 3 16 0,1-1 22 15,0 4 14-15,-2 0 24 0,-1 3 12 16,3 1 34-16,-2 1 22 0,0-2 24 0,0 4 23 16,-2 5 19-16,4-7 33 15,-4 7 23-15,0 0 7 0,10-6-3 0,-10 6 3 16,9-4-7-16,-9 4 2 0,14-1 1 16,-14 1-7-16,14-4-1 0,-1 1-9 0,-2-1 1 15,1-3-9-15,2 1-13 0,5-5-6 16,-2 1-11-16,-2-2 9 0,1 3 2 0,-3 3-5 15,-3-4 3-15,-1 6 1 0,0-1 16 16,-2 1 8-16,-7 4 8 0,0 0 48 0,0 0 45 16,17 13 29-16,-16-1 3 0,-1 5 13 15,2 8 11-15,0-1 2 0,-2 2-10 0,4 0-5 16,-4 1-21-16,0-2-17 16,2 0-86-16,0-3-45 0,-2-3 0 0,0-2 0 15,0-2 0-15,0-2 0 0,0-2 0 16,0-3 0-16,0 2 0 0,-2-3 0 15,2 3-123-15,0-3-253 0,-4-2-115 0,-3-1-143 16,-1 2-191-16,1-4 2 0,7-2 82 16,-21 0-680-16,21 0-872 0</inkml:trace>
  <inkml:trace contextRef="#ctx0" brushRef="#br0" timeOffset="70769.56">17031 14372 3535 0,'-8'-3'-215'0,"8"3"47"0,-10-4 33 16,10 4 32-16,-13-3 43 0,6 0 31 16,-1 1 32-16,8 2 32 0,-17-4 29 0,8 2 28 15,9 2 24-15,-16-4 15 0,8 4 13 16,8 0 5-16,-11-2 1 0,11 2-7 16,-12-2-6-16,12 2-7 0,0 0-9 0,-11-1-8 15,11 1-8-15,0 0-11 0,0 0-8 16,-12-2-7-16,12 2-9 0,0 0-5 15,0 0-1-15,0 0 13 0,0 0 3 0,0 0 1 16,59 0-7-16,-14-4-2 0,19-2-11 16,7-2-6-16,9 0-5 0,38-5-4 15,10-1-5-15,15 2-6 0,8-3-3 0,1 3-7 16,4 1-1-16,4-3-8 0,2 3-8 16,0-4-12-16,-2 1-12 0,-6-1-12 0,-3-1-6 15,-12 1-2-15,-6 0-14 0,-5-2-7 16,-15-2 10-16,-15 4 1 0,-25 1 3 15,-10 3 0-15,-5 1 7 0,-17 0 6 0,-1 0 2 16,-8 2 4-16,-3 4 4 0,-8 0 2 16,-3 1-8-16,-4-1 18 0,-1 2 4 15,-1-2 4-15,-1 4 4 0,1-4 2 16,-12 4-1-16,17-4 1 0,-10 0 0 0,-7 4-2 16,14 0-4-16,-14 0 1 0,15-3-1 15,-15 3 3-15,18 3 4 0,-9 1 1 0,1 6 2 16,1 2 1-16,0 8 6 0,1 6 4 15,-4 7 17-15,-3 7 17 0,-1 15 20 0,-2 5 14 16,-2 4 18-16,0-1-2 0,-2 2 13 16,-2-2-6-16,0-1 7 0,3-1-6 15,-1-16 18-15,-2 0-14 0,2-6-3 16,0-4-15-16,1-6-1 0,-1-6-19 0,-1-5-7 16,1-3 4-16,0-2 6 0,0-1-14 15,1-2 2-15,-3 0-5 0,-4-4 0 16,-4 2-9-16,-2-3-8 0,-6-2 9 0,-5 1-23 15,-11 1 0-15,-5-5-9 0,-6-2-8 16,-15-1-10-16,-9 0-15 0,-1 1-10 0,-12 2-4 16,-11 1-4-16,-27 4-2 0,-8 1 1 15,-7-1 2-15,1-2 3 0,2 3 12 0,-1 2-6 16,1-3 20-16,4 5 1 0,7 1-17 16,6-1 3-16,15 0 9 0,19 1 1 0,7-5-2 15,4 5 2-15,3-3-4 0,7 2 8 16,1-1-7-16,1-1 2 0,3 0 3 15,11-1-1-15,3-2 2 0,-2 1-5 16,5 1 1-16,-1-2 3 0,0 1-3 0,1-1 13 16,4-1 2-16,4-3-12 0,5 0-7 15,2 2 4-15,2-3 4 0,5 0 7 16,0 0 5-16,4 3 4 0,0-3 9 0,3 0 0 16,-2 1 5-16,13-1 3 0,-14 0 10 15,14 0 10-15,-16 2 9 0,16-2 5 0,-11-2 0 16,11 2 4-16,0 0-9 0,0 0-5 15,-15 0-6-15,15 0-5 0,0 0-32 0,0 0-18 16,-10-1 0-16,10 1 0 0,0 0 0 16,0 0 0-16,0 0 0 0,0 0 0 15,0 0 0-15,-7-3-129 0,7 3-58 16,0 0-56-16,0 0-73 0,0 0-99 0,0 0-120 16,0 0-166-16,0 0-122 0,0 0 78 15,0 0-648-15,0 0-847 0</inkml:trace>
  <inkml:trace contextRef="#ctx0" brushRef="#br0" timeOffset="72554.88">17791 14305 4115 0,'2'-5'24'16,"0"0"-11"-16,-2 5 3 0,0 0 8 15,0 0 25-15,0 0 27 0,3 25 21 0,-3-5 13 16,0 5 3-16,-2 11 0 0,1 4 1 15,-1 1 0-15,0 2-5 0,-2-4-8 16,2-2 0-16,2-4-2 0,0-8-6 0,0 3-5 16,0-4-12-16,-1-5-6 0,1-1 1 15,0-3-14-15,-2-1-4 0,2-3-8 0,-2 1-1 16,0-4-7-16,2-1-7 0,-4-1-29 16,2-1-53-16,2-5-71 0,-8 3-83 0,8-3-87 15,0 0-83-15,-18-3-96 0,18 3-149 16,-23-3-18-16,7 1 60 0,-3 2-337 15,-4 2-396-15</inkml:trace>
  <inkml:trace contextRef="#ctx0" brushRef="#br0" timeOffset="72856.17">17196 14583 2927 0,'-4'-8'247'16,"2"3"-15"-16,1 1-19 0,1 4-18 16,0 0-15-16,0 0 36 0,0 0 27 0,0 0 13 15,-4 21-9-15,4-7-18 0,2 3-22 16,-2 3-21-16,3-1-18 0,1 1-9 16,1 1-19-16,-2-2-30 0,1-2-13 0,2 0-13 15,-3-2-5-15,-1-1 1 0,0-2-49 16,0 0-33-16,0-4-47 0,0 1-52 0,-2-1-59 15,-2-2-82-15,2-6-103 0,-4 6-99 16,4-6-130-16,0 0-116 0,0 0 48 16,0 0-473-16,-17-20-583 0</inkml:trace>
  <inkml:trace contextRef="#ctx0" brushRef="#br0" timeOffset="73003.2">17145 14541 3384 0,'-10'-4'186'0,"10"4"23"0,0 0 12 15,0 0 23-15,-11-4 34 0,11 4 33 0,0 0-12 16,0 0-20-16,-2-8-34 0,2 8-25 16,16-11-25-16,-3 5-45 0,1-2-105 0,8 2-99 15,-7 0-100-15,8 1-128 0,-4 4-141 16,0-1-188-16,-4 2-109 0,3 5 68 16,-7-2-494-16,-2 6-614 0</inkml:trace>
  <inkml:trace contextRef="#ctx0" brushRef="#br0" timeOffset="73203.56">17101 14918 3409 0,'-13'10'164'15,"2"-5"18"-15,2 2 10 0,2-2 17 0,3-2 38 16,4-3 38-16,-7 6 18 0,7-6-4 16,-4 5-11-16,4-5-16 0,0 0-22 0,26 10-24 15,-5-10-27-15,6-2-50 0,15-3-68 16,4-3-88-16,9-3-100 0,-4 1-114 15,3-2-125-15,-6-2-139 0,-8 2-162 0,-10 1-95 16,1 2 69-16,-8 2-527 16,-9 3-663-16</inkml:trace>
  <inkml:trace contextRef="#ctx0" brushRef="#br0" timeOffset="73703.08">18343 14492 3498 0,'0'0'165'16,"-11"-5"24"-16,11 5 18 0,0 0 22 16,0 0 23-16,0 0 4 0,-7-5-1 0,7 5-2 15,0 0-27-15,0 0-21 0,0 0-23 16,0 0-15-16,0 0-13 0,0 0-7 0,32 13-16 16,-19-4-34-16,1 4 1 0,6 9-1 15,0-3 5-15,-1 6 12 0,-2-3 16 16,2 2 4-16,-2 2 8 0,-1-2 8 15,-2 0-3-15,-2-5 4 0,-1-2-4 0,-3-5 3 16,0 2-134-16,-2 0-16 0,-3-5 0 16,1 0 0-16,-2 0 0 0,0-3 0 15,-2 2 0-15,0-8 0 0,-8 15 0 0,-1-9 0 16,-3 0 0-16,-1-2 0 0,-3-1 0 16,-2 1 0-16,-3-4 0 0,-1-3 0 0,2 3 0 15,1-2 0-15,-1 0 0 0,4-2 0 16,0 2 0-16,5 0 0 0,2 0 0 0,9 2 0 15,-16 0 0-15,16 0 0 0,0 0-605 16,-15 0-70-16,15 0-156 0,-10 4-28 0,10-4 81 16,0 0-733-16,0 0-957 0</inkml:trace>
  <inkml:trace contextRef="#ctx0" brushRef="#br0" timeOffset="75269.62">19104 14529 3990 0,'0'0'-92'15,"-2"-10"41"-15,2 10 24 0,0-7 21 16,0 7 31-16,-4-10 9 0,4 10 12 0,0-5 12 16,0 5-6-16,0 0-3 0,0-9-1 15,0 9-2-15,0 0-10 0,0 0-1 0,0 0-8 16,0-8 6-16,0 8-9 0,0 0 3 16,0 0-11-16,2-5 16 0,-2 5 13 0,0 0 9 15,0 0 15-15,0 0 15 0,2-7 8 16,-2 7 14-16,0 0 12 0,0 0 12 15,0 0 7-15,0 0 2 0,0 0 7 16,0 0 5-16,0 0 0 0,0 0 1 0,0-10-12 16,0 10-8-16,0 0-6 0,0 0-10 15,0 0-13-15,0 0-10 0,0 0-14 16,0 0-7-16,0 0 2 0,0 0-1 0,17 24 0 16,-7-6 1-16,-1 11 4 0,1 3 12 15,-3 6-11-15,-3-3 5 0,2 3 3 0,-4 1-3 16,-1-2 6-16,2 1-12 0,-3-9-5 15,0-3-6-15,-3-5-5 0,3-1-5 16,0-2-4-16,-1-5-7 0,1 0-14 0,-2-3-32 16,0 1 0-16,2-4 0 0,0-2 0 15,0-5 0-15,-4 8-111 0,4-8-115 16,0 0-80-16,0 0-96 0,0 0-115 0,-11-20-139 16,9 9-170-16,0-1 47 0,1 1 79 15,-1 2-548-15,-1-2-708 0</inkml:trace>
  <inkml:trace contextRef="#ctx0" brushRef="#br0" timeOffset="75469.84">19205 14737 3730 0,'-1'-7'94'0,"1"7"25"0,0-13 25 0,0 4 16 15,3-1 13-15,5-4 5 0,-1-3-11 16,5 0-19-16,6-9-12 0,-4 1-31 15,5-2-51-15,-2 2-59 0,0 1-74 0,-3 7-89 16,-3 1-79-16,-4 5-68 0,-4 0-73 16,1 4-66-16,-8 4-66 0,4 3-20 0,0 0-308 15,-19 0-332-15</inkml:trace>
  <inkml:trace contextRef="#ctx0" brushRef="#br0" timeOffset="75670.86">19132 14620 2343 0,'2'6'33'0,"0"1"48"16,-2-7 39-16,10 10 46 0,-2-5 28 0,1 0 27 15,-1 0 13-15,3 1 6 16,-2 1-5-16,5-1-8 0,1 1-18 0,1 2-19 16,-1 1-17-16,2 0-16 0,0-1-16 15,0 1-14-15,-4-1-14 0,1 0-12 0,-3-2-11 16,0-1-30-16,3 1-36 0,-5-2-37 16,2 0-54-16,-6 1-75 0,1-4-80 0,-1 2-88 15,1-1-120-15,-6-3-167 0,5 5-16 16,-5-5 41-16,0 0-283 0,0 0-339 15</inkml:trace>
  <inkml:trace contextRef="#ctx0" brushRef="#br0" timeOffset="76301.71">19835 14340 2739 0,'0'-6'254'0,"0"6"0"0,0-6 0 0,0 6 1 0,0 0 11 0,0-10 13 16,0 10-32-16,0 0 13 0,0 0 20 0,0 0 12 16,0 0 14-16,7 25 10 0,-7-6 4 15,0 5 8-15,-5 0-7 0,3 2-2 0,-1 9-6 16,1-6-13-16,-4-3-13 0,4-2-286 15,-1-2-1-15,3-1 0 0,-4-1 0 0,4-4 0 16,4 2 0-16,-2-7 0 16,1 5 0-16,3-4 0 0,1 0 0 0,3-3 0 0,2-3 0 15,0 1 0-15,-1-4 0 16,0 1 0-16,3-1 0 0,-3-1 0 0,-2-2 0 16,-1 2 0-16,-8-2 0 0,15 3 0 15,-15-3 0-15,14 2 0 0,-14-2 0 0,0 0 0 16,0 0-294-16,0 0-357 0,0 0-124 15,0 0-105-15,0 0 71 0,-23 7-817 0,5-2-1066 16</inkml:trace>
  <inkml:trace contextRef="#ctx0" brushRef="#br0" timeOffset="76817.91">18609 14219 4750 0,'1'-11'16'0,"-1"3"18"0,2 3 15 0,0 0 21 0,-2 5 10 0,7-7-4 0,-7 7 25 0,0 0 14 0,22 12 21 0,-8 5-12 0,6 12 4 16,5 11 3-16,0 7-14 0,0 2-12 15,-3 4-1-15,-1 2-17 0,-1 1-8 16,0-2-8-16,-3-2-3 0,-4 1-17 16,1-5-20-16,-3-10-30 0,-2-1-37 0,-4-2-31 15,1-6-30-15,-3-5-47 0,1-5-36 16,-2-1-51-16,2-3-57 0,-3-2-59 0,1-5-94 15,3-4-138-15,-1 2-76 0,1-4 56 16,-5-2-374-16,0 0-450 0</inkml:trace>
  <inkml:trace contextRef="#ctx0" brushRef="#br0" timeOffset="77101.55">19580 14127 2735 0,'2'-9'168'0,"0"2"20"0,0 4-14 16,-2 3 15-16,0 0 30 0,0 0 23 0,12 26 13 16,-6-6 2-16,-3 16-9 0,3 5 0 15,-3 4-21-15,-1 13-18 0,-2-1-21 0,2-9-14 16,-2 8-20-16,7-1-20 15,-7-10-12-15,-3 0-24 0,-1-2-47 0,2-4-51 16,0-2-56-16,-1-1-72 0,-5-2-88 16,5-10-96-16,-3-5-91 0,1-4-131 0,-4 2-146 15,4-5 38-15,-3-2-484 0,-2-3-593 16</inkml:trace>
  <inkml:trace contextRef="#ctx0" brushRef="#br0" timeOffset="78335.03">17314 13575 3347 0,'5'-4'73'0,"-5"4"1"0,5-6 0 0,-5 6 12 16,0 0 14-16,2-4 14 16,-2 4 28-16,0 0 8 0,0 0 3 0,0 0 3 15,0 0-7-15,0 0-2 0,4-10-3 16,-4 10-2-16,0 0-2 0,0 0-9 0,0 0-6 15,2-7-9-15,-2 7-1 0,0 0-7 16,0 0-14-16,3-10-10 0,-3 10 1 0,-1-14-18 16,1 3-8-16,0 2-7 0,-2-3 1 15,-4-4-10-15,3 1-5 0,-6-1-4 0,4 3-5 16,-5-1-4-16,1 4-2 0,-1-1-4 16,-1 5-1-16,-5 0-7 0,3 4-5 15,-2 2-4-15,-2 4 2 0,-2 4 12 0,-6 7-12 16,3 5 0-16,2 1 11 0,2 4-7 15,9-3-8-15,6-1 9 0,1-4-3 16,4 3-2-16,1 1-9 0,6-2 7 16,4 0 0-16,1 3 0 0,2-5 1 0,1-3 1 15,-2-3 2-15,0 1-2 0,1-6-1 16,-3 0 7-16,-1-1-2 0,-3-1-2 0,0 0 4 16,1-2-4-16,-10-2 0 0,13 7 0 15,-7-6 0-15,-6-1-3 0,10 6-1 0,-10-6-4 16,7 6 3-16,-5 3 11 15,2 1 2-15,0 1 6 0,-4 1-1 0,2 3 0 0,-2-1 14 16,0 3 13-16,0-3 5 0,-2 1 23 16,0 0 1-16,-2 1 3 0,0-4 8 15,3 0-6-15,-5-2 3 0,1 0-5 16,-4 1-9-16,2-2-6 0,-6 0-7 0,3-2-2 16,-7 1-14-16,1-3 0 0,-3-1-6 15,1 0-19-15,-4-3-27 0,-1-1-32 16,3 3-37-16,-1-6-41 0,-3 3-49 0,2 0-55 15,-1 0-84-15,4-1-91 0,-2 1-82 16,2-2-111-16,3 2-179 0,3-2 67 0,2 0 72 16,3 0-476-16,8 2-579 0</inkml:trace>
  <inkml:trace contextRef="#ctx0" brushRef="#br0" timeOffset="78651.78">17966 13594 3313 0,'0'0'43'15,"0"0"-2"-15,0 0 21 0,0 0 31 0,4 23 22 16,-2-7 2-16,0 1 4 0,-2 4-11 16,2 5-14-16,-2-2-5 0,2 2-12 15,-1-1-6-15,-1 1-7 0,0-2-15 0,2 0-26 16,0-2-31-16,-2-3-43 0,0-2-62 16,2-5-68-16,1 1-71 0,-1-3-98 15,-2-3-160-15,1-3-33 0,-1-4 40 0,0 0-181 16,8 2-175-16</inkml:trace>
  <inkml:trace contextRef="#ctx0" brushRef="#br0" timeOffset="78986.6">18270 13638 2165 0,'0'0'162'0,"-33"17"3"0,26-8 19 16,0 2 30-16,2-3 7 0,-1 4-3 0,4-3 0 15,1 3-8-15,-1 0-11 0,4-1-19 16,-1 0-17-16,7 1-16 0,-1 0-13 0,7-2-13 16,3-1-12-16,0-1-22 15,4-4-31-15,-4-1-37 0,4-2-21 0,1-2-18 16,-2-2-10-16,-3-1 3 0,5-3 3 16,-8-3-3-16,2-2 3 0,-7 2 8 0,1-5 4 15,-9-2 3-15,1-1 5 0,0-3 1 16,-6-2 0-16,1-4 0 0,-5-2 2 0,-1 7 2 15,-1 5-3-15,-3 2 0 0,-1 8-1 16,-1 3 0-16,-2 4 5 0,-5 4-24 0,-12 6-42 16,2 5-78-16,2 5-86 0,-6 3-113 15,7 1-191-15,7-1-55 0,2 0 59 16,8-4-260-16,7-1-276 0</inkml:trace>
  <inkml:trace contextRef="#ctx0" brushRef="#br0" timeOffset="79285.6">18951 13537 2573 0,'-2'-7'232'0,"2"7"-30"0,-3-3-15 0,3 3-14 0,0 0-5 16,-8 25-11-16,3-8-1 0,1 4-10 16,-2 12-15-16,0 2-13 0,2-2-11 15,-1 0-9-15,-1 2-13 0,6-8-11 16,-3-2-13-16,0 1-46 0,-1-2-33 0,0-3-69 16,3-3-63-16,-1-1-66 0,-2-5-73 15,4 0-100-15,-2-3-157 0,2-1 6 0,0-8 47 16,8 2-172-16,-8-2-161 0</inkml:trace>
  <inkml:trace contextRef="#ctx0" brushRef="#br0" timeOffset="79467.24">19266 13362 2093 0,'0'0'159'0,"0"0"-1"0,0 0 25 15,-19 22 12-15,13-2-7 0,-3 9-14 16,3 6-19-16,0 0-8 0,2 2-18 0,4 3-9 15,-1-1-18-15,-1 0-22 0,0 2-33 16,0-4-48-16,0 3-66 0,0-3-82 0,1 1-87 16,-4-2-122-16,1-4-174 0,0-3 27 15,3-6-203-15,-1-5-202 0</inkml:trace>
  <inkml:trace contextRef="#ctx0" brushRef="#br0" timeOffset="79817.97">19891 13317 2359 0,'4'-10'265'0,"-3"1"-24"0,2 3-29 0,-3 6-4 15,0 0 30-15,0 0 18 0,0 0 2 16,4 33-14-16,-4-12-21 0,-2 16-28 0,-3 2-14 16,4 1-21-16,-3-2-15 0,0-1-15 15,0-1-22-15,1 0-33 0,-3-2-55 0,3-6-71 16,-6-6-107-16,6 1-100 0,-3-2-104 15,0 1-111-15,3-7-145 0,-4-5 10 0,7 0-409 16,0-3-492-16</inkml:trace>
  <inkml:trace contextRef="#ctx0" brushRef="#br0" timeOffset="80067.42">20074 13476 2767 0,'8'-11'12'16,"-1"3"37"-16,3 1 29 0,-5 2 36 0,4 3 28 15,-9 2 35-15,13 0 30 0,-13 0 23 16,9 8 16-16,-6 3 13 0,-3 1 14 0,2 0 9 16,-5 5 7-16,-1 3-7 0,-2 3 3 15,1-4-12-15,-1-1-15 0,3-1-16 0,0-5-7 16,3 2-7-16,3 0-9 0,2 0-14 16,4-4-18-16,2 1-22 0,5-3-14 0,5-4-41 15,-4 0-56-15,2 0-79 0,0-2-99 16,-2-2-98-16,1 2-110 0,-3-2-120 15,-4 0-142-15,1 0-206 0,-5 2 9 16,-7-2 87-16,14 3-648 0,-14-3-807 16</inkml:trace>
  <inkml:trace contextRef="#ctx0" brushRef="#br0" timeOffset="83402.72">6277 15133 3450 0,'0'0'127'0,"0"0"9"0,0 0 6 0,11-8 14 15,-11 8 0-15,0 0 5 0,0-9 0 16,0 9-1-16,0 0-15 0,0 0 3 16,0 0-12-16,-13-12-7 0,13 12 8 0,-10-4 3 15,10 4 6-15,0 0 6 0,-15-3 0 16,15 3 10-16,-17 0-3 0,17 0-1 0,-21 0 0 15,21 0 1-15,-21 3 0 16,8-3-2-16,1 0-8 0,12 0-10 0,-27 2-13 16,14-2-13-16,13 0-10 0,-26 0-12 0,10 2-9 15,3-2-10-15,-3 0-5 16,3 2-4-16,-1 0-11 0,-4-1 0 0,0 2-16 16,0 1-36-16,0 0 0 0,0 1 0 15,-3-1 0-15,-1 4 0 0,4-4 0 0,-3 4 0 16,3-3 0-16,3 2 0 0,-6 0 0 15,6 0 0-15,2-2 0 0,-4 2 0 0,3-2 0 16,-1 2 0-16,1-1 0 16,1 2 0-16,1-2 0 0,0 3 0 0,0-3 0 15,0 3 0-15,1-2 0 0,-1 2 0 0,1 1 0 16,2 0 0-16,-3 1 0 16,3-1 0-16,1 2 0 0,1-1 0 0,-3 0 0 15,2-1 0-15,1 3 0 0,3-4 0 16,-4 2 0-16,2-1 0 0,3 1 0 0,-3-1 0 15,1 0 0-15,-1 1 0 0,3-2 0 16,-2 0 0-16,1 2 0 0,0-1 0 0,4-2 0 16,-3 3 0-16,1-1 0 0,0-2 0 15,0 5 0-15,0-3 0 0,2 0 0 0,-1 2 0 16,-1-1 0-16,-1 0 0 0,3 1 0 16,0 0 0-16,-2 0 0 0,2 0 0 15,0 0 0-15,0 0 0 0,0 0 0 0,0 1 0 16,2 1 0-16,-2-2 0 0,3 1 0 15,0-1 0-15,-1 2 0 0,0-3 0 16,2 2 0-16,-1 2 0 0,3-1 0 16,1 0 0-16,0-3 0 0,-2 3 0 0,3 0 0 15,-1-1 0-15,2 0 0 0,-2-2 0 16,0 2 0-16,2 0 0 0,0-1 0 0,0 0 0 16,2 1 0-16,1-3 0 0,-3 2 0 15,4-1 0-15,1 2 0 0,1-1 0 16,3-2 0-16,-4 0 0 0,0-1 0 0,1 0 0 15,-1-1 0-15,1-3 0 0,-3 0 0 16,2 0 0-16,-2 1 0 0,-1-3 0 16,1 2 0-16,-2-2 0 0,-1 1 0 15,0-2 0-15,1 1 0 0,-10-3 0 0,17 5 0 16,-10-3 0-16,-7-2 0 0,18 3 0 16,-7-1 0-16,1 0 0 0,1 0 0 0,-1-2 0 15,3 1 0-15,-1-1 0 0,0 0 0 16,-14 0 0-16,29 0 0 0,-16 0 0 0,1 0 0 15,-1 0 0-15,2 0 0 0,-15 0 0 16,25-1 0-16,-12-1 0 0,-13 2 0 0,25 0 0 16,-14 0 0-16,1-2 0 0,1 0 0 15,3-1 0-15,-3-1 0 0,5 1 0 16,-4 0 0-16,4-3 0 0,-2 0 0 0,0 1 0 16,1-2 0-16,0 2 0 0,-4-3 0 15,3 1 0-15,-1 1 0 0,2-1 0 16,-4 2 0-16,1-3 0 0,-3 6 0 15,0-4 0-15,3 2 0 0,-5-3 0 0,3 3 0 16,-4-2 0-16,1 0 0 0,0 0 0 16,1 1 0-16,-2 1 0 0,1-2 0 0,-2 2 0 15,0-2 0-15,2 0 0 0,0 0 0 16,0-1 0-16,-2 3 0 0,0-4 0 0,-1 1 0 16,2 1 0-16,-2-1 0 0,-1 0 0 15,1-2 0-15,1 2 0 0,-2 0 0 0,-3-1 0 16,3-1 0-16,-3-1 0 0,2 2 0 15,1-3 0-15,-3 1 0 0,0-2 0 16,2-1 0-16,1-1 0 0,-4 2 0 16,1-5 0-16,-2 6 0 0,2-3 0 0,0 0 0 15,-2 1 0-15,0 1 0 0,-2-3 0 16,2 3 0-16,-2-4 0 0,0 2 0 16,1-1 0-16,-4-2 0 0,-1 1 0 0,3 1 0 15,-1-1 0-15,-2 1 0 0,-3 1 0 16,3 1 0-16,-2 1 0 0,1 1 0 0,0-1 0 15,-2 2 0-15,2 1 0 0,-2-1 0 16,0 4 0-16,2-3 0 0,-1 1 0 0,-3 0 0 16,3 2 0-16,-1-1 0 15,1-1 0-15,-2 2 0 0,1-1 0 0,0 2 0 16,0-2 0-16,-2 0 0 0,2 2 0 16,0-1 0-16,1 0 0 0,0 1 0 0,1 1 0 15,-1-2 0-15,0 0 0 0,3 1 0 16,-5-2 0-16,3 2 0 0,-1-1 0 0,-2-1 0 15,3 1 0-15,-3-1 0 0,-1 0 0 16,0-1 0-16,-3 3 0 0,1-4 0 0,-3 4 0 16,1-1 0-16,-2 2 0 0,0 3 0 15,-2-1 0-15,-2 2 0 0,-3 2 0 16,-3 1 0-16,4 2 0 0,0 2 0 16,1 1 0-16,8 3 0 0,-2 4 0 15,8-3-51-15,3 3-1009 0,1 1 98 0,4-3 111 16,2 7-940-16,7 7-1221 0</inkml:trace>
  <inkml:trace contextRef="#ctx0" brushRef="#br0" timeOffset="84885.75">7144 15383 4444 0,'3'-6'-221'0,"2"-1"61"0,0 2 56 15,-5 5 52-15,4-11 50 0,-2 7 56 0,-2 4 40 16,7-13 37-16,-7 13 21 16,2-8 14-16,-2 8 10 0,4-6 3 0,-4 6-4 0,0 0-9 15,6-8-16-15,-6 8-11 16,0 0 4-16,0 0-5 0,0 0-7 0,0 0-4 15,15 19 2-15,-11-12 2 0,-2 0 1 16,1 2 2-16,-1-1-15 0,1-2-6 16,-1 2-13-16,-2-8-9 0,2 14-5 0,1-9-8 15,-3-5-4-15,2 8 7 0,-2-8 6 16,4 6 2-16,-4-6 0 0,0 0 0 0,6 8-10 16,-6-8-7-16,0 0-10 0,0 0-3 15,0 0-4-15,0 0-10 0,0 0-1 0,1-27-9 16,-1 21-6-16,0 6-2 0,-3-10 0 15,3 10-18-15,0 0-9 0,-6-7 0 16,6 7 0-16,0 0 0 0,0 0 0 0,0 0 0 16,-17 19 0-16,15-13 0 15,0 1 0-15,2-7 0 0,-2 14 0 0,2-6 0 16,0-8 0-16,6 9 0 0,-3-4 0 16,-3-5 0-16,10 6 0 0,-10-6 0 0,0 0 0 15,15 0 0-15,-15 0 0 0,14-7 0 16,-7 2 0-16,-3-2 0 0,4 0 0 0,-7-2 0 15,1 0 0-15,-2 2 0 0,0-6 0 16,-2 2 0-16,-3-1 0 0,-1-1 0 16,3 3 0-16,-5 3 0 0,0 3 0 0,1 0 0 15,7 4-161-15,-24 0-96 16,11 6-70-16,1 5-100 0,0 3-120 0,0 2-214 16,-1 1-69-16,3 2 105 0,5-3-689 15,3-1-864-15</inkml:trace>
  <inkml:trace contextRef="#ctx0" brushRef="#br0" timeOffset="85616.79">9107 15013 3640 0,'2'-8'-36'0,"-2"8"34"16,0 0 25-16,0 0 29 0,0 0 30 0,0 0 26 15,0 0 16-15,0 0 5 0,0 0-6 16,0 0-5-16,-2-7 3 0,2 7 8 16,0 0 5-16,0 0 7 0,0 0 1 15,0 0-4-15,0 0-3 0,0 0-9 0,0 0 1 16,0 0-8-16,0 0-5 0,3-7-6 15,-3 7 2-15,0 0-7 0,0 0-4 0,0 0-12 16,0 0-13-16,0 0 0 0,0 0-11 16,0 0 1-16,0 0-10 0,-23 17-8 0,18-10-5 15,-1-2 28-15,3 0 0 0,3-5 13 16,-10 11 14-16,10-11 15 0,0 6 6 16,0-6 4-16,0 0 0 0,10 12-6 0,-10-12-9 15,14 0-9-15,-14 0-10 16,18 0-7-16,-18 0-10 0,19-6-5 0,-19 6-7 15,11-4-41-15,-11 4-17 0,8-4 0 16,-8 4 0-16,0-10 0 0,0 10 0 0,0 0-13 16,-17-13-168-16,9 8-77 0,0 1-102 15,1 1-143-15,7 3-166 0,-16-4-192 0,16 4 68 16,-20 7 93-16,8 2-611 0,-1 4-767 16</inkml:trace>
  <inkml:trace contextRef="#ctx0" brushRef="#br0" timeOffset="86949.8">7563 15689 3616 0,'0'0'-31'0,"0"0"23"0,0 0 19 15,0 0 17-15,0 0 36 0,-17-6 31 0,17 6 9 16,0 0-5-16,0 0-7 16,0 0-9-16,0 0-5 0,0 0-10 0,-6-4-11 15,6 4 5-15,0 0-15 0,0 0-8 16,0 0-3-16,0 0-5 0,0 0-26 0,-6-6-61 15,6 6-94-15,0 0-112 0,0 0-168 16,0 0-179-16,0 0 57 0,0 0-304 16,0 0-341-16</inkml:trace>
  <inkml:trace contextRef="#ctx0" brushRef="#br0" timeOffset="87816.55">10841 14933 2410 0,'-11'-3'72'0,"11"3"27"0,0 0 6 16,0 0 5-16,0 0 19 0,0 0 37 15,0 0 24-15,0 0 19 0,-18 0 10 16,18 0 1-16,0 0-8 0,0 0-8 16,0 0-9-16,0 0-9 0,0 0-23 0,0 0-6 15,0 0-12-15,0 0-14 0,0 0-3 16,0 0-3-16,20-17 3 0,-20 17-2 0,0 0-9 16,3-6-10-16,-3 6-8 0,0 0-10 15,0 0-7-15,0 0-10 0,0 0-3 0,0 0-7 16,0 0-10-16,0 0-3 0,0 0-11 15,0 0 7-15,0 0-14 0,0 0-2 16,0 0 6-16,0 0-7 0,4 23 6 0,0-17-1 16,-4-6 6-16,10 9 2 0,-5-4 7 15,-5-5 0-15,11 7-1 0,-11-7-2 16,6 1 5-16,-6-1-10 0,0 0-1 0,0 0-3 16,19-10-7-16,-15 3-11 0,-4 7-14 15,6-12-36-15,-5 4-54 0,1 0-58 16,-2 2-74-16,0 6-95 0,2-10-121 0,-2 10-145 15,0 0-201-15,0 0 56 0,0 0 83 16,0 0-527-16,12 22-633 0</inkml:trace>
  <inkml:trace contextRef="#ctx0" brushRef="#br0" timeOffset="88456.08">12211 14795 3153 0,'10'-3'-49'0,"-10"3"23"0,0 0 28 0,0 0 41 16,0 0 40-16,0 0 44 0,0 0 23 0,7-4 14 16,-7 4 3-16,0 0-7 0,4-5-2 15,-4 5 6-15,0 0-3 0,0 0-6 0,0 0-15 16,-2-12-10-16,2 12-12 0,0 0-10 15,-9-5-11-15,9 5-7 0,0 0-8 16,-23 0-8-16,23 0-6 0,-19 4-7 0,9 1-3 16,-2 0 18-16,3 1-4 0,2-2 10 15,-1 3 2-15,5-2 17 0,3-5-11 0,-9 10 3 16,7-4 5-16,2-6 0 16,-1 8 14-16,1-8-12 0,-2 7-6 0,2-7 3 15,0 0-12-15,0 0-6 0,0 0-9 16,0 0-11-16,0 0-22 0,0 0-53 0,0 0-71 15,3 8-70-15,-3-8-74 0,0 0-90 16,0 0-94-16,0 0-111 0,0 0-153 0,-11 4-43 16,4 4 82-16,-1 3-507 0,-2 0-613 15</inkml:trace>
  <inkml:trace contextRef="#ctx0" brushRef="#br0" timeOffset="89988.87">14119 14674 3193 0,'0'0'49'15,"-8"-5"30"-15,8 5-4 0,0 0-11 16,0 0-9-16,-7-4 0 0,7 4 7 0,0 0 6 16,0 0 2-16,0 0-12 0,0 0 1 15,0 0-3-15,0 0-3 0,0 0 1 0,-7-3 15 16,7 3 18-16,0 0 16 0,0 0 10 15,0 0 13-15,0 0 12 0,0 0 13 0,0 0 8 16,0 0 3-16,0 0-2 16,0 0-15-16,0 0-15 0,0 0-11 0,0 0-15 15,0 0-6-15,0 0-11 0,0 0-9 0,0 0 3 16,0 0-16-16,0 0-4 0,-7 14 1 16,7-14-3-16,0 0-1 0,0 0-7 15,4 11-1-15,-4-11-5 0,0 0-2 16,0 0-1-16,0 0-10 0,2 11-3 0,-2-11-3 15,0 0 0-15,0 0 4 0,0 0-17 16,0 0-52-16,0 0-74 0,0 0-85 0,0 5-131 16,0-5-168-16,0 0-224 0,0 0-11 15,0 0 79-15,0 0-561 0,0 0-678 0</inkml:trace>
  <inkml:trace contextRef="#ctx0" brushRef="#br0" timeOffset="90449.92">15191 14658 3582 0,'0'0'140'0,"0"0"29"0,0 0 11 0,0 0 25 0,0 0 26 0,0 0 36 15,0 0 18-15,0 0 10 0,0 0-9 16,0 0-27-16,-27 9-26 0,27-9-19 0,0 0-25 16,0 0-17-16,0 0-17 0,0 0-19 15,0 0-15-15,0 0-15 0,0 0-21 16,0 0-93-16,0 0-107 0,0 0-128 0,-24-3-177 15,24 3-232-15,-15-5-174 0,4 4 83 16,0 0 79-16,11 1-574 0,-20 0-699 0</inkml:trace>
  <inkml:trace contextRef="#ctx0" brushRef="#br0" timeOffset="99297.92">2391 11817 2094 0,'-23'9'153'0,"-5"8"-5"0,-12 15-25 15,-3 8-10-15,-6 18-9 0,7-9 2 16,6 4 9-16,4 1 11 0,3-1-4 0,8 0-6 16,11-3 0-16,7-9 1 0,10-3-7 15,13 2-11-15,10-6-7 0,10-7-2 0,10-6-9 16,1-7-30-16,-2-10-30 0,5-7-22 15,11-6-13-15,3-6-32 0,-1-5-26 16,0-4-8-16,-4-5-3 0,-4-2 6 16,-10-5 10-16,-5 0 13 0,-6-1 30 15,-7 0 23-15,-8-6 13 0,-14 6 4 0,-4-1-5 16,-8-3-5-16,-10-9 1 0,-10 0-6 16,-4 3-1-16,-9 2-1 0,0 3 0 0,-9 10-13 15,-2 10-16-15,-3 10-22 0,-1 12-26 16,-8 10-34-16,-10 12-56 0,-15 16-85 0,8 10-156 15,-8 10-113-15,10 8-155 0,1 4-173 16</inkml:trace>
  <inkml:trace contextRef="#ctx0" brushRef="#br0" timeOffset="99598.29">2269 12400 2133 0,'0'0'162'15,"0"0"17"-15,-30 28 23 0,3 7 23 0,-9 8 29 16,-14 19 32-16,-7 4 18 0,-6 2-3 16,-2 2-7-16,1 5 2 0,-3 0-14 15,6-7-17-15,4-3-17 0,3-4-23 0,18-13-20 16,-4-3-19-16,7-1-19 15,3-9-23-15,10-6-14 0,0-3-30 0,4-4-57 16,2-6-66-16,3-4-56 0,2-1-56 16,4-3-72-16,-3-4-94 0,1-2-122 0,7-2-145 15,-14-2-187-15,5-4 60 0,3 0-477 16,-1-3-637-16</inkml:trace>
  <inkml:trace contextRef="#ctx0" brushRef="#br0" timeOffset="99980.59">1486 13240 3550 0,'0'0'148'0,"-34"19"35"16,9 5 13-16,-9 16 46 0,-1 2 4 15,-2 3 18-15,-4 4 2 0,5-3-5 0,-2 5-7 16,6 0-3-16,5 0-26 0,2-5-14 15,4 0-22-15,8-10-17 0,7-4-14 16,4-3-15-16,4-5-12 0,9 5-9 0,2-10-13 16,3-5-8-16,13-1-25 0,3-5-43 15,0-8-74-15,12-8-67 0,11-9-65 0,6-10-49 16,2-2-18-16,12-14-1 16,-9-3 5-16,-18 5 21 0,-4-3 26 0,-10-7 13 15,-4 3 26-15,-8-5 12 0,-11 0 13 16,-8 9 13-16,-8-11 5 0,-8 1 17 15,-8 5 0-15,-4 6 10 0,-6 9-6 0,3 10-14 16,-3 9-30-16,-1 5-42 0,1 8-53 16,5 2-80-16,-1 4-104 0,6 2-196 0,-2 2 48 15,6 1-195-15,6-1-241 0</inkml:trace>
  <inkml:trace contextRef="#ctx0" brushRef="#br0" timeOffset="100246.99">2513 12504 2254 0,'-10'-12'232'0,"3"7"14"16,1 1-13-16,3 2-24 0,3 2-7 0,0 0 27 16,-8 25 29-16,12-1 1 0,5 18-23 15,12 11-18-15,8 2-20 0,16 17-20 0,5 6-17 16,6 5-14-16,5-3-13 0,5 2-6 15,6 2-20-15,5-4-9 0,0-7-11 0,-4-6-11 16,-14-9-41-16,-17-16-42 16,-8-4-38-16,-3-8-20 0,-10-8-36 0,-2-1-45 15,-6-7-40-15,-4-4-40 0,-5-3-64 16,-2-5-110-16,-2-2-177 0,0 0-75 16,0 0 74-16,-2-26-331 0,-2 9-389 0</inkml:trace>
  <inkml:trace contextRef="#ctx0" brushRef="#br0" timeOffset="100580.69">3202 13430 2874 0,'-22'20'250'0,"-6"12"25"16,-1 6 22-16,0 1 17 15,1 4 23-15,3-2 29 0,0 3 4 0,6-1 13 16,4-8-40-16,7-4-32 0,5-5-27 15,4-1-27-15,9 4-22 0,7-3-25 0,6-5-34 16,5-5-59-16,5-7-64 0,3-3-85 16,-5-5-37-16,7-8-34 0,1-2-32 15,6-9-23-15,-2-1-5 0,-2-3 18 0,-11 1 14 16,-6-1 19-16,-2-2 26 16,-7-3 22-16,-4-4 10 0,-7-6 8 0,-4 0 3 0,-5-8 3 15,-11-6-4-15,-3-2 8 0,-6 3 1 16,-5 5-6-16,-2 9-30 0,-6 7-49 0,-7 9-88 15,4 11-88-15,-9 9-102 0,-13 5-147 16,-7 11-139-16,-20 17 64 0,1 5-391 16,-5 13-487-16</inkml:trace>
  <inkml:trace contextRef="#ctx0" brushRef="#br0" timeOffset="101013.39">1154 14200 3083 0,'4'-10'115'0,"-2"3"-11"0,-2 7-8 0,0 0-3 16,0 0 66-16,0 0 55 0,-31 34 38 0,8-6 25 15,-11 14 21-15,-6 5 14 0,-11 13-5 16,-2 3 0-16,1-8-23 0,13-9-22 15,-4 0-22-15,3-3-13 0,2-1-21 0,3-4-23 16,5-2-21-16,8-7-15 0,0-3-13 16,-1-1-17-16,5 0-29 0,4-9-46 15,3 0-65-15,2-4-74 0,0-2-82 16,2-3-78-16,1 0-90 0,1-2-91 0,0 1-95 16,5-6-174-16,-7 5-97 0,7-5 82 0,0 0-503 15,0 0-688-15</inkml:trace>
  <inkml:trace contextRef="#ctx0" brushRef="#br0" timeOffset="101363.65">645 14948 3636 0,'0'0'97'0,"-5"15"32"0,-1-2 40 15,1 2 34-15,-4 7 10 0,-2 7 7 16,2 2 0-16,-1 2 8 0,2-2-14 0,5-7-15 15,1-3-17-15,0-3-9 16,4 3-22-16,3-1-14 0,3-2-13 0,9 7-2 16,5-4-19-16,3-6-8 0,0-6-23 15,0-6-40-15,2-3-38 0,11-5-57 16,5-5-32-16,-6-2-13 0,-1 1 2 0,-5-6 14 16,-6-1 13-16,-4 0 8 0,-12 0 8 15,-3-1 5-15,-6 2 6 0,-6-4 10 0,-5-8 9 16,-6 1-5-16,-5 2 7 0,0 2-2 15,-1 5 2-15,0 1 1 0,2 9-3 16,1 3-12-16,0 2-29 0,-1 4-65 0,-3 2-68 16,1 5-68-16,-8 4-80 0,3 2-133 15,6-1-205-15,8-1 68 0,3 0-312 16,4-2-416-16</inkml:trace>
  <inkml:trace contextRef="#ctx0" brushRef="#br0" timeOffset="101900.16">2799 14182 2579 0,'3'-17'140'16,"-1"6"35"-16,0 1 4 0,1 3-14 0,2 4 12 0,-5 3 44 16,25-4 34-16,-1 10 46 0,17 2 23 0,10 7-7 15,4 8-19-15,4 3-27 0,2 5-24 16,16 8-28-16,-7 3-16 0,-3 2-21 0,-12-8-18 15,10 12-14-15,1-2-14 0,-3 1-14 16,7 5-10-16,-8-2-11 0,-15-10-11 16,-2 0-9-16,-4-4-12 0,-10-1-8 0,-6-9-1 15,-6-3-6-15,-6-4-13 16,-2-3-29-16,-1-7-36 0,-4 3-63 0,1-4-73 16,-3-3-93-16,0-1-146 0,-4-4-182 15,0 0-242-15,0 0 42 0,0 0 88 0,0 0-567 16,0 0-721-16</inkml:trace>
  <inkml:trace contextRef="#ctx0" brushRef="#br0" timeOffset="102280.4">3792 14952 3768 0,'-14'0'145'0,"3"3"28"0,0 1 15 16,1 8 23-16,-1 1 46 0,1-1 45 0,0 3 25 16,6-3 2-16,1 5-13 0,5 0-20 15,3 1-25-15,11 7-26 0,5-5-23 16,5-2-23-16,4-2-21 0,1 0-16 0,2-6-18 16,-7-3-22-16,-1-4-25 0,0-1-25 15,0-4-28-15,2 0-34 0,-4-3-29 0,-1-2-28 16,1-1 7-16,-2-2 8 0,-6-3-2 15,-1 1 2-15,-5-3-1 0,-3-1 2 0,-6-3 4 16,-6-13-2-16,-7 0 2 16,-8-8 8-16,-6 2-5 0,-3 4-3 0,-3 5 0 15,3 9-23-15,-2 3-36 0,-3 5-57 16,-3 3-61-16,0 5-74 0,5 6-85 16,-4 3-97-16,-3 5-133 0,1 2-213 0,-3 11 75 15,8-4 89-15,6 1-472 0,-1 1-582 16</inkml:trace>
  <inkml:trace contextRef="#ctx0" brushRef="#br0" timeOffset="104146.84">2544 11960 2962 0,'-2'-13'-70'0,"2"13"23"0,-2-4 25 16,2 4 16-16,0 0 14 0,-4-6 13 0,4 6 19 16,0 0 10-16,0 0 8 0,0 0 12 15,-23 17 16-15,13-5 6 0,-1 3-9 0,2 5-11 16,-1-3 28-16,0 4-7 0,-3 3 3 15,1-1-4-15,3-4-5 16,2-1-14-16,-1 0-7 0,0-1-1 0,4 0-10 16,-1-5-7-16,-1 1-3 0,3-5-5 15,-1 2-3-15,1-3 1 0,-1 3-5 0,1-6 0 16,1 4-25-16,2-8-41 0,-6 4-65 16,6-4-60-16,0 0-61 0,0 0-83 0,0 0-92 15,0 0-135-15,-15-14-14 0,15 7-182 16,0 0-216-16</inkml:trace>
  <inkml:trace contextRef="#ctx0" brushRef="#br0" timeOffset="104379.64">2492 11981 1979 0,'0'0'-3'0,"0"0"10"0,0 0 40 0,0 0 38 15,0 0 21-15,0 0 18 0,11 20 10 16,-6-9 2-16,-2 5-8 0,3 0-12 0,1 3-3 15,-1-2-10-15,2 3-4 0,1 1-7 16,-1-4-13-16,1 2-9 0,-1 0-2 0,0-6-20 16,-1 2-16-16,-1-3-29 0,0-1-44 15,0-1-45-15,-1 0-41 0,-1-3-57 16,-2-1-97-16,-2-6-140 0,5 4-89 0,-5-4-142 16,4 4-148-16</inkml:trace>
  <inkml:trace contextRef="#ctx0" brushRef="#br0" timeOffset="104579.82">2408 12218 1912 0,'-13'3'87'0,"4"-2"24"0,0 0 4 16,9-1 13-16,0 0 3 0,-12 2 16 15,12-2 5-15,0 0-14 0,0 0 0 0,0 0-14 16,0 0-14-16,41 5-58 15,-23-5-78-15,0 3-83 0,3-3-106 0,-3 0-136 16,-3 0-177-16,0 2 44 0,-5-2-71 16,-1 0-58-16</inkml:trace>
  <inkml:trace contextRef="#ctx0" brushRef="#br0" timeOffset="105279.97">1475 13399 1559 0,'0'0'121'15,"2"-8"3"-15,-2 8-16 0,0 0-9 0,0 0 13 16,0 0 25-16,0 0 9 0,-9 23-12 15,9-11-6-15,-3 3-13 0,-1 1-11 16,2 1-11-16,0-2-5 0,-1 1-7 16,1-1-8-16,0-3-8 0,2 2 1 15,-2-4-11-15,2 2-7 0,-2-2 0 0,2-1-5 16,-2-2-27-16,2-7-35 0,0 11-43 16,0-5-75-16,0-6-91 0,0 0-107 0,0 0-145 15,0 0-30-15,0 0-100 0,0 0-108 16</inkml:trace>
  <inkml:trace contextRef="#ctx0" brushRef="#br0" timeOffset="105713.84">1371 13379 1708 0,'6'-8'14'0,"0"2"10"15,-6 6 7-15,10-7 9 0,-3 4 8 16,2 0 3-16,1 1-3 0,0 0 2 15,1 0-5-15,-11 2-6 0,19 0 0 0,-10 0-3 16,-9 0-4-16,18 4-1 0,-11 0 7 16,-7-4 13-16,8 8 14 0,-4-1 15 0,-4-1 19 15,-1 6 2-15,-6-2 4 0,3 1 4 16,-1-1-8-16,-3 2-6 0,3-3-4 16,0-1 0-16,3 0-2 0,-1-1-12 0,3-7-5 15,-4 14-10-15,4-14-2 0,2 8 17 16,-2-8-6-16,7 10-2 0,0-4-1 15,0-1-17-15,1 1 0 0,-1 1-5 0,1-2-9 16,-2 2-4-16,1-3-2 16,-1 4-3-16,-1-4-4 0,2 2 5 0,-7-6-3 15,7 11 15-15,-5-5 19 0,-2-6 21 16,2 13 14-16,-4-7 23 0,-2 3 14 0,1-2 8 16,-3 1 0-16,-2 1-6 0,0-1-10 15,1-2-9-15,0 0-8 0,-4 1-13 16,2-1-11-16,-2-2-15 0,-1 0-48 0,3 0-66 15,0 0-82-15,-2-2-88 0,2 3-86 16,9-5-101-16,-14 7-191 0,9-2-91 0,1-1 70 16,2 2-346-16,2-6-440 15</inkml:trace>
  <inkml:trace contextRef="#ctx0" brushRef="#br0" timeOffset="106379.05">4583 13122 2815 0,'-4'-6'86'0,"0"-2"6"0,4 8 0 0,-10-10 12 16,3 5 23-16,-6 3 28 0,-3 2 24 16,-9 3 28-16,-13 7 22 0,-12 8 6 15,-2 7 14-15,-2 0 26 0,1 0 3 0,7 3 9 16,4 0 3-16,8 1-20 0,11-7-17 16,4 3 1-16,10-4 1 0,6-2-4 15,8-1-13-15,2 1-20 0,8 5-21 0,6-3-17 16,2-4-21-16,4-3-13 0,-5-5-76 15,1-2-70-15,0-4 0 0,2-1 0 0,-3-2 0 16,2 0 0-16,-5-2-7 0,-2 2-177 16,-4 0-55-16,0 0-41 0,-13 0-50 0,14 2-40 15,-14-2-49-15,2 5-77 16,-2-5-117-16,-14 12-167 0,3-2 72 0,-5 2-573 16,3 2-739-16</inkml:trace>
  <inkml:trace contextRef="#ctx0" brushRef="#br0" timeOffset="107113">1116 14950 3880 0,'0'-7'153'15,"0"7"20"-15,2-9 3 0,-2 9-5 16,0 0-9-16,0 0-8 0,0 0 31 0,0 0 17 16,0 0-11-16,0 0-14 15,19 29-18-15,-15-16-12 0,0 2-15 0,0-1-16 16,-1 0-8-16,1-1-10 0,0 1-14 0,0-2-10 15,-1 0-44-15,-3-2-52 0,3 1-56 16,-1-2-61-16,-2-1-70 0,0-1-74 16,2-2-77-16,-2-5-95 0,0 0-146 15,0 0-117-15,0 0 70 0,0 0-393 0,0 0-513 16</inkml:trace>
  <inkml:trace contextRef="#ctx0" brushRef="#br0" timeOffset="107346.77">1160 14851 2906 0,'0'0'36'0,"-6"-10"20"0,6 10 8 16,0 0 10-16,4-9 20 0,-4 9 48 16,18-6 14-16,-7 6 1 0,-11 0 7 0,30 7 1 15,1 3-7-15,-5 5-17 0,-1 2-12 16,-2 3-15-16,-2 6-10 0,-4 0-7 16,-2 3-11-16,-3-2-5 0,-6-1-7 0,-1-1-1 15,-5-2 28-15,0 0 18 0,-3 2-7 16,-3-1-9-16,-4 3-10 0,-3 1-4 0,2-6-13 15,-7 0-5-15,3-3-5 0,-2-4-27 16,1-3-49-16,-2-3-77 0,0-4-110 16,3-1-105-16,1-4-125 0,0-1-193 0,2-5-87 15,2-1 73-15,3 0-372 16,2 0-480-16</inkml:trace>
  <inkml:trace contextRef="#ctx0" brushRef="#br0" timeOffset="108195.76">4400 14243 3028 0,'11'-8'110'0,"-1"2"29"0,-1-2 17 16,0 3 33-16,-3 1 29 0,-6 4 31 0,10-6 25 16,-6 2 19-16,-4 4 0 15,0 0-25-15,7-7-14 0,-7 7-21 0,0 0-19 16,4-5-19-16,-4 5-14 0,0 0-16 15,0 0-9-15,0 0-6 0,0 0-9 16,-32 10-13-16,17-6-12 0,-3 4-13 0,2-4-5 16,-4 3-11-16,6-1-6 0,1-2-11 15,4 0-1-15,1 0-7 0,8-4-3 0,-13 4-8 16,13-4-5-16,-11 5-6 0,11-5-7 16,-8 5-8-16,8-5-6 0,-8 7-4 0,5 1 0 15,-1 3-1-15,0 7 3 0,0 3-3 16,-4 12 0-16,1 2 0 0,-1 0 10 15,3 3 17-15,-1 1-11 0,-2-6-30 0,4 4 0 16,2-10 0-16,-1-6 0 0,3 1 0 16,2-4 0-16,-4-2 0 0,4-3 0 15,-2 3 0-15,1-6 0 0,-1 0 0 0,2 1 0 16,2-4 0-16,-2 0 0 0,-2-7 0 16,12 9 0-16,-7-7 0 0,-5-2 0 15,20 2 0-15,-7-2 0 0,-4 0 0 0,-9 0 0 16,25-2-201-16,-11 1-254 0,-1 0-124 15,0-2-144-15,-1 0-166 0,-1 0 84 16,-1 3-739-16,-1-4-987 0</inkml:trace>
  <inkml:trace contextRef="#ctx0" brushRef="#br0" timeOffset="108378.99">4394 14633 4433 0,'-12'-5'92'0,"12"5"30"0,-7-4 29 0,7 4 31 16,0 0 25-16,0 0 10 0,-8-4-14 0,8 4-19 16,0 0-25-16,0 0-33 0,0 0-84 15,17-13-91-15,-7 11-110 0,-1-2-131 0,3 3-162 16,0 0-198-16,-5-1-72 0,-7 2 82 16,18 0-434-16,-18 0-544 15</inkml:trace>
  <inkml:trace contextRef="#ctx0" brushRef="#br0" timeOffset="109978.83">9073 16502 3068 0,'-6'-12'12'15,"6"12"-3"-15,-4-11-2 0,3 6 3 16,1 5-2-16,-9-7-1 0,9 7-1 0,-2-8 14 15,2 8 12-15,0 0 3 0,-2-9 4 16,2 9 3-16,0 0-4 0,0 0-1 16,0 0 52-16,0 0 52 0,0 0 35 0,-7 38 22 15,5-11 17-15,-3 12 15 0,-4 2 14 16,0 13 2-16,-4 3-5 0,-1-2-21 16,0-4-12-16,-2-1-19 0,1-2-11 15,3-12-18-15,1-4-15 0,4-1-23 0,-2-4-9 16,6-10-8-16,-1 1-17 0,0-4-19 15,2-3-35-15,1-1-42 0,-3-2-48 16,2-2-67-16,2-6-83 0,-4 3-98 0,4-3-94 16,0 0-103-16,0-21-142 0,4 6-97 15,0-7 77-15,1-13-405 0,4-1-539 0</inkml:trace>
  <inkml:trace contextRef="#ctx0" brushRef="#br0" timeOffset="110195.28">9123 16390 2976 0,'1'-8'47'0,"-1"4"16"16,0 4 25-16,0 0 75 0,0 0 51 16,24 23 33-16,-6 2 9 0,1 6 2 0,3 10-6 15,5 7-19-15,-2 1-27 0,2 2-16 16,0 2-19-16,-2 0-18 0,-5-1-13 16,1-4-16-16,1-2-9 0,-8-3-15 0,2-9-32 15,-3-3-44-15,-2-4-48 0,-3-3-54 16,0-7-58-16,-5-3-65 0,1-4-72 0,0 0-60 15,1-2-103-15,-4-4-121 16,-1-4-121-16,0 0 71 0,0 0-334 16,0 0-419-16</inkml:trace>
  <inkml:trace contextRef="#ctx0" brushRef="#br0" timeOffset="110411.73">9179 16997 2961 0,'-22'0'243'15,"2"2"26"-15,7-2 45 0,1 0 40 16,12 0 22-16,0 0 5 0,-21-2-5 0,21 2-13 16,0 0-28-16,-13 0-36 0,13 0-29 15,0 0-26-15,0 0-26 0,0 0-48 16,0 0-89-16,57 0-121 0,-33-2-100 0,-4 2-99 16,1 2-97-16,2-2-101 15,-2 0-119-15,-4 2-144 0,1-2-62 0,-7 0 79 16,0 2-460-16,-11-2-611 0</inkml:trace>
  <inkml:trace contextRef="#ctx0" brushRef="#br0" timeOffset="111346.71">10027 16616 3335 0,'2'-13'77'0,"1"3"47"16,-3 3 30-16,5 0 9 15,-5 7-5-15,4-7-1 0,-4 7 23 0,0 0 41 16,0 0 12-16,23 26 0 0,-18-6-12 16,7 11-26-16,-5 5-13 0,3 0-19 15,-3 0-8-15,5 1-39 0,-7-4-7 0,5 0-16 16,-2-2-10-16,-3-5-6 0,3-7-37 15,-6-4-56-15,2 0-57 0,-2-3-64 0,-2 0-70 16,2 0-65-16,-2-3-73 0,-2-1-89 16,0-3-129-16,2-5-155 0,-4 6 73 0,4-6-396 15,0 0-513-15</inkml:trace>
  <inkml:trace contextRef="#ctx0" brushRef="#br0" timeOffset="111761.64">10088 16556 2719 0,'-2'-8'1'0,"2"0"13"16,2-1-5-16,2 2 3 0,0 0-2 0,5 1 2 15,4 3 0-15,1 1-2 0,3 0-2 16,2 4 3-16,4 3-1 0,8 4 0 0,-2 6-2 16,-1-1 0-16,-6 6 0 0,0-2 0 15,-3 5 2-15,-8-3 4 0,-2-1 21 16,1 2 14-16,-8 3 33 0,-2 0 52 15,-2 2 33-15,-6 4 29 0,-1 4 24 16,2-5 13-16,-1-6-7 0,3-2-13 0,0-7-18 16,3 4-14-16,0-2-14 0,0-1-10 15,6 0-16-15,2 1-14 0,0 3-14 0,3-2-14 16,2 2-9-16,3-1-7 0,-3-4-12 16,3 3-4-16,-3 0-8 0,0-1-8 15,1-1-5-15,-4-2-5 0,-3 1-2 0,1-2 0 16,-1 0 0-16,-2-2 22 15,-3 1 18-15,-3 0 27 0,-2-1 13 0,-2 4 4 16,-5-4 2-16,-1 2 1 0,-6-2-17 16,-2 1-9-16,0-4-8 0,-3-1-8 0,6-2-33 15,2-3-67-15,2-2-113 0,-4-3-123 16,5-2-145-16,-1-8-187 0,5-3-250 16,5-2 30-16,6 0 92 0,4-3-547 0,1 3-719 15</inkml:trace>
  <inkml:trace contextRef="#ctx0" brushRef="#br0" timeOffset="112212.3">11868 16672 3307 0,'-11'-14'-101'0,"-1"3"29"0,1 3 39 0,-3-1 39 0,-1 3 39 0,-4-2 33 15,-3 4 26-15,-5 2 25 0,-14 5 23 16,0 4 25-16,-13 7 27 0,2 5 20 0,3 5 22 16,1 3 29-16,5 5 26 0,5-1 0 15,8 8 1-15,7-4-3 0,7-2 5 0,8 1 5 16,12-5-13-16,8 6-21 0,7-5-25 16,11 6-25-16,6-3-22 0,9-6-20 15,2-5-21-15,1-2-122 0,-9-8-40 16,4-6 0-16,0 0 0 0,-3-4-97 0,-8-4-131 15,0 0-47-15,-6 0-50 0,-3-2-53 16,-4 2-60-16,0-3-65 0,-7 3-76 16,-3-2-122-16,-5 2-43 0,-4 2 86 0,0 0-453 15,0 0-579-15</inkml:trace>
  <inkml:trace contextRef="#ctx0" brushRef="#br0" timeOffset="114227.21">12644 16554 3381 0,'-8'-9'165'0,"2"5"-8"0,6 4-24 16,0 0-11-16,-5-6-10 0,5 6 28 0,0 0 54 15,-8 19 29-15,2-4 12 0,0 7-6 16,1 0-19-16,-1 11-1 0,3 1-19 16,-1-5-19-16,4-2-9 0,-2-1-12 0,2-2-23 15,0 1-12-15,2-5-17 0,0-2 0 16,-2 2-14-16,2-6-7 0,-2-2-15 0,0 1-21 15,-2-1-42-15,0-3-50 0,2-1-56 16,-2 1-64-16,-1-2-87 0,1-1-101 16,2-6-105-16,-7 4-162 0,7-4-140 15,0 0 73-15,0 0-460 0,-13-17-619 16</inkml:trace>
  <inkml:trace contextRef="#ctx0" brushRef="#br0" timeOffset="114511.68">12580 16579 3448 0,'0'0'175'0,"-7"-9"19"16,7 9-10-16,-4-4-18 0,4 4-3 15,0 0 16-15,0 0 9 0,0 0-12 16,48 13-8-16,-21 1-19 0,4 6-15 0,-4 3-15 16,9 6-6-16,-8 1-12 15,-2 5-9-15,-5-6-10 0,-5 6-5 0,1-5-8 16,-5 4 12-16,-7 1 17 0,1-1 20 15,-6-5 22-15,-4-5 9 0,-3 9 9 0,-4-2 1 16,-3-4 1-16,-6 2-17 0,-1-2-14 16,-10 2-17-16,1-6-9 0,-6 1-24 0,2-7-55 15,1-3-98-15,1-2-102 0,7-3-114 16,4-6-151-16,4-2-183 0,3-2-255 16,5-2 83-16,2-3 87 0,3-1-529 0,2-1-701 15</inkml:trace>
  <inkml:trace contextRef="#ctx0" brushRef="#br0" timeOffset="115543.92">13356 17201 3493 0,'0'0'42'0,"-24"0"45"15,12 0 36-15,12 0 49 0,-23 2 42 16,12-2 35-16,11 0 37 0,-15 2 16 16,15-2-1-16,0 0-9 0,-19 0-20 15,19 0-17-15,0 0-18 0,0 0-22 16,0 0-22-16,0 0-19 0,0 0-15 0,0 0-16 16,61-14-13-16,-18 7-23 0,-1-1-34 15,2 1-26-15,2-2-19 0,-4 3-18 0,-4-3-16 16,-2 1-7-16,-7 4 19 0,-10-2-9 15,-4 2 0-15,-1 1 7 0,-7 3-11 16,2-2 6-16,-9 2-11 0,12-4 12 0,-12 4-6 16,0 0 6-16,0 0-3 0,0 0 0 15,-44 9-5-15,21-5 4 0,-11 6-1 0,1-2 0 16,1 1 10-16,0-1-4 0,5-1 2 16,9 0 7-16,0-2 1 0,0 0 0 15,7-2-2-15,2 1 5 0,4-2-3 16,5-2 7-16,-13 4-6 0,13-4-8 15,0 0 3-15,0 0 2 0,0 0-6 0,50 0-32 16,-26-4-11-16,-1 4-19 0,2-4-2 16,0 1 4-16,-1-1 1 0,-6 3 10 0,-2-1 1 15,-3-1 9-15,-1 1-1 0,-12 2 3 16,14-2-1-16,-14 2-19 0,12-4-34 0,-12 4-54 16,0 0-80-16,0 0-95 0,2-4-110 15,-2 4-146-15,0 0-226 0,0 0 73 16,0 0 81-16,0 0-421 0,0 0-539 15</inkml:trace>
  <inkml:trace contextRef="#ctx0" brushRef="#br0" timeOffset="117995.41">14264 17116 2805 0,'0'0'-24'16,"-25"2"40"-16,25-2 25 0,-15-2 26 16,15 2 30-16,0 0 29 0,-18-2 26 0,18 2 22 15,0 0 8-15,-11-2 3 0,11 2 5 16,0 0-2-16,0 0-13 0,0 0-15 0,0 0-11 16,0 0-8-16,0 0-5 0,0 0-11 15,53-8-12-15,-10 2-9 0,-2 2-12 16,7-3-7-16,9-1-7 0,-2-2-10 0,-11 3-11 15,1 0-4-15,-6 0-9 16,-1 1-2-16,-11 0-6 0,-7 3-1 0,-2 0-5 0,-5 1-2 16,-5 0-2-16,-8 2-5 15,13-2-1-15,-13 2-5 0,0 0-2 0,0 0-2 16,0 0-2-16,0 0-1 0,-43 2 1 16,18 2 1-16,-2-1 0 0,0 0 4 15,-9 3 4-15,7 0 6 0,4-4 5 0,1 1 6 16,3 1-1-16,4 0 2 0,0 0 6 15,3-4 1-15,3 2 9 0,11-2-12 0,-16 6-7 16,16-6 3-16,0 0-2 16,-1 6-3-16,1-6-4 0,0 0-4 0,36 0-14 15,-17 0-14-15,2-2-20 0,1-1-17 0,1 2-6 16,-5-1 1-16,-1 0 8 16,-5 0 5-16,-12 2 5 0,18-2 1 0,-18 2 7 15,0 0 7-15,0 0 11 0,0 0 6 16,0 0 9-16,0 0 7 0,0 0 11 0,-49 14 4 15,33-12-6-15,4 0-7 0,-2 2-3 16,3-1 2-16,1-2-8 0,10-1-23 16,-15 3-35-16,15-3-56 0,-10 2-61 0,10-2-77 15,0 0-113-15,0 0-149 0,0 0-230 16,0 0 12-16,35-5 82 0,-35 5-388 0,26-3-501 16</inkml:trace>
  <inkml:trace contextRef="#ctx0" brushRef="#br0" timeOffset="118727.08">15806 16562 2779 0,'-2'-13'62'0,"0"4"25"0,2 0 9 0,2 1 3 0,1-2-1 16,5 3 15-16,-1-5 11 0,5 0 16 0,-3 3 3 15,4-2 1-15,-1 2 3 16,-1 1-10-16,-1 3 3 0,-2-2 0 0,-1 4 9 16,-1-3 6-16,-6 6 4 0,9-8-3 15,-9 8-7-15,9-5-6 0,-9 5 0 0,1-5-5 16,-1 5 6-16,0 0 5 0,0 0-18 15,0 0-21-15,-19-12-8 0,4 8-3 16,-2 4-3-16,-5-2 2 0,-2 1-6 0,-2-1-4 16,3 2-15-16,-8 0-3 0,6 2-3 15,-2-2-11-15,9 1-6 0,-2 1-3 0,8-2 0 16,-1 2-7-16,13-2-6 0,-21 0-3 16,21 0-1-16,-15 2-15 0,15-2-2 0,-11 3-1 15,3 2 1-15,2 4 10 0,3 3 15 16,-5 3 11-16,-2 16 22 0,3 2 26 15,-2 5 16-15,-7 8 2 0,3 4 8 16,-1-3 6-16,-3 0-44 0,6 0-85 16,1-10 0-16,1-2 0 0,3-3 0 0,3-5 0 15,1-5 0-15,4-3 0 0,1 2 0 16,5-3 0-16,5-2 0 0,2-1 0 0,10-1 0 16,4-3 0-16,0-3 0 0,7-5 0 15,-6-1 0-15,1-2 0 0,8-4 0 16,-1-1 0-16,-1 2 0 0,-8 0 0 0,-9-1 0 15,0 2 0-15,-7 2 0 0,-1-5 0 16,-1 4 0-16,-11 1 0 0,15-4-302 0,-13 2-347 16,-2 2-148-16,8-5-125 15,-8 5 96-15,0 0-771 0,0 0-1037 0</inkml:trace>
  <inkml:trace contextRef="#ctx0" brushRef="#br0" timeOffset="118895">15666 16973 4737 0,'0'0'82'0,"-11"-5"8"0,11 5 3 0,0 0-6 0,0 0-7 15,0 0-9-15,0 0-9 0,17-12-16 16,-3 5-73-16,0 4-99 0,6 1-131 16,-6-3-146-16,6 3-237 0,-5 2-23 15,-1-1 67-15,-3 1-301 0,-11 0-378 16</inkml:trace>
  <inkml:trace contextRef="#ctx0" brushRef="#br0" timeOffset="121359.71">8815 16380 2599 0,'-4'-5'-16'0,"4"5"11"15,0 0 21-15,0 0 18 0,-5-10 24 0,5 10 23 16,0 0 10-16,0-11-1 0,3 2 1 16,8-2-5-16,1-3-1 0,13-6-2 15,4-1 4-15,13-4 1 0,4 2-8 0,6 0-6 16,8 3-3-16,4 3-6 0,6 1-4 15,2 6-3-15,4 1-4 0,2 4-18 16,2 5-1-16,1 2-7 0,4 3-3 16,0 4 4-16,26-3-2 0,-1 3-5 0,5-2-13 15,1-3 9-15,1-4 5 0,-3 1-22 16,2-2 16-16,-2-1-3 0,-1-3 3 16,-25 1-16-16,0 1 5 0,-7-1 2 0,-5 1-4 15,-2 1 11-15,-11-3-3 0,-15 3-6 16,-6 0-1-16,-10 1 7 0,-5 1-10 0,-6-2 6 15,0 0-4-15,-2 2 4 0,-2 0-6 16,0-3 4-16,1 3-5 0,3-2 2 0,3-1-4 16,15-1-9-16,0-1 16 15,3-1-2-15,1 4-5 0,-4-2 6 16,4 1-4-16,-2 0-1 0,-1-1 3 0,1 2 1 16,-2-1-1-16,7-1-1 0,-2 1 1 15,3 0-1-15,12-3 7 0,4 2-6 0,6-3-21 16,2 0 22-16,2-2 1 0,4-2-6 15,4 0-3-15,17-4 2 0,-15 4 0 0,15-4 1 16,1 0 5-16,-18 6-11 0,-2-3 11 16,-2 2-4-16,0-1-4 0,0 2-5 15,-3 1 9-15,1-1-1 0,-1 2-2 0,-1 1 2 16,1 0 2-16,4-1 1 0,-2 2-3 16,6 0-2-16,0-1 12 0,2 0-9 0,-2-1 3 15,0 0 0-15,2 2-7 0,19-7 4 16,-21 4 3-16,-3-4 0 0,3 0-1 0,-3 0-5 15,-1 0 7-15,-4 0-1 16,0 0 4-16,-3-2-10 0,3-1 1 0,0 0-4 16,7-2 13-16,16 0-6 0,2 1 4 15,-1-2-5-15,-21 6-1 0,2-1 12 16,-6 0-3-16,1 1-7 0,-13-1 7 0,-13 3 3 16,-8 1 11-16,-11 2 12 0,-4 4 5 15,-8-3-6-15,-2 2-7 0,-1 4-2 0,-5-2-5 16,-9 2-2-16,21 0-4 0,-13 6 1 15,-3 7 0-15,-1 7-3 0,0 14 1 16,-2 11-6-16,0 15 0 0,-4 7 1 0,-6 7-1 16,3 4 3-16,-3 27 13 0,6 1 22 15,4-23 12-15,2 23 7 0,0-25 11 16,1-1 5-16,1-8 0 0,0 0-7 16,3-10-1-16,-1-9 0 0,-3-12-3 0,2-7-8 15,-2-7-3-15,-3-8 0 0,2-2 13 16,-2-5-14-16,0 1 8 0,-1-3-17 0,-1-1-5 15,2 0-5-15,-2-1-1 0,2-1-9 16,-2 0-2-16,0 0-4 0,2 0 1 0,-2-1-2 16,0 3-1-16,0-1-4 0,2 1 3 15,0 0-4-15,-2 1 0 0,3 0 0 0,-2-1 0 16,1 2 0-16,0-2-6 16,2 2-1-16,-2-3 2 0,-1-1-1 0,1-1-2 15,0 0 0-15,0 0-1 0,-2-6-2 16,2 10 13-16,-2-10-16 0,0 7 1 15,0-7-2-15,0 10 3 0,0-10 3 0,-4 10-1 16,2-4 4-16,0 1-2 0,-1 1 1 16,-1-2-1-16,0 2-2 0,0-2 11 15,0 1-3-15,0-3-12 0,2 4 6 0,-3-1 0 16,1-2-1-16,-1 2 2 0,-4 0 1 0,4 0 4 16,-3-1 1-16,-1 1 2 0,-1 0 0 15,-1 0 4-15,-5 2-1 0,0 1 1 0,-6-2 0 16,-6 6-3-16,-8-2 2 15,0-2-7-15,-4 0 2 0,-3 2 3 0,-2-2-2 16,-8-3 5-16,6 2 3 0,0-4 2 16,-12 3 3-16,-2-4 1 0,-5-1 8 15,-4-1 4-15,-5-2-8 0,-8 0 2 0,-3-2-5 16,-5 2-1-16,-23-3-4 0,0 1-4 16,-3 0 3-16,1 0-6 0,0 4 5 0,-4-2-3 15,-1 2-1-15,-1 0-2 0,1 1 4 16,0-1 4-16,30 0 0 0,1 2-5 0,7 0 5 15,5-4-14-15,2 5 3 0,3-2-5 16,6 1 1-16,1-2 3 0,3-2-2 16,11 3 2-16,1-1-5 0,0 0 8 15,1-2-10-15,0 2-3 0,-1 2-1 16,-1-2 0-16,-8 0-1 0,-1 2 2 0,-2 0-2 16,0 0-5-16,0-1 10 0,2 0-3 15,9-1-4-15,-9 0 0 0,0 1 9 0,10-3-8 16,0 2-2-16,-3 0 5 0,-9-2-7 15,3 3 5-15,-3 0 4 0,2 1-3 0,-2-1-2 16,2 2 3-16,-2 2-6 0,-3-3 2 16,4 6-1-16,-5-5 2 0,2 2 3 0,-1-2-8 15,3 2 6-15,2-4 0 0,-2 1 4 16,2 1-8-16,10-4 7 0,-14 3-2 16,13-2 3-16,-9 1-8 0,0 1 4 15,0-1-4-15,0 0 0 0,-1 2 8 16,-1 1-4-16,-6-1 0 0,3 0-4 0,-4 0 5 15,-2 0-5-15,2 2 6 0,-3-2-8 16,7 2 5-16,-3-2 2 0,3-2-2 0,2 1 5 16,6 0-7-16,12-1 3 0,-1 0-1 15,6 0 0-15,-1-3-2 0,0 2-1 0,2 0 4 16,6-2-3-16,5 2-1 0,3-2 1 16,-5 0-5-16,2 0-2 0,-14 2-5 15,0-1-10-15,-2 2 10 0,-1-1-3 16,1 4 1-16,-5-2 5 0,-6 1 1 0,9 1 1 15,-1-3-4-15,5 2 4 0,0 1 3 16,5 0 3-16,6-6 4 0,7 4-4 16,7-3 15-16,-2-1 6 0,7 2 19 0,0-2 0 15,0 2-11-15,2-2-2 0,11 0-6 16,-18 2-3-16,18-2-7 0,-14 0 5 0,14 0-4 16,-11 0-4-16,11 0 3 0,-11 0-4 15,11 0-1-15,0 0 3 0,-16 2 0 0,16-2 6 16,-9 2-4-16,9-2-2 0,0 0 9 15,-14-2 3-15,14 2-2 0,-7-8-3 16,1 3 3-16,4-7-2 0,-3-5-9 0,3-7 5 16,2-15-9-16,2-7 1 0,2-12-20 15,1-6-21-15,1-6-16 0,-5-5-20 16,-1-1-8-16,0-3-3 0,0 1 8 16,0 3 6-16,0 9 4 0,-3 3 8 0,-3 10 8 15,4 10 7-15,1 6-1 0,-5 3 6 16,1 6 1-16,3 6 3 0,-3 2 0 0,3 3-10 15,-2 3-12-15,4-1-25 0,-3 5-34 16,1 2-43-16,-2-3-46 0,2 5-55 0,2 0-54 16,0 6-47-16,0 0-76 0,0 0-159 15,0 0-57-15,-14 21 59 0,13-9-269 16,2 2-349-16</inkml:trace>
  <inkml:trace contextRef="#ctx0" brushRef="#br0" timeOffset="121842.87">9817 16318 2563 0,'-3'-20'35'0,"1"3"10"15,-2 2 28-15,2 5 22 0,0 0 27 0,0 1 5 16,1 1 2-16,-3 2-5 0,2-2-1 16,2 8-4-16,-4-9-17 0,4 9-12 15,-2-8-17-15,2 8-3 0,0 0-4 0,0 0 42 16,-10 54 24-16,8-6 17 0,2 18 4 15,0 6-1-15,4 9-8 0,2 20 2 0,0 2-8 16,3-2-2-16,4-3-1 0,3-4-9 16,-5-19-10-16,1-2-11 0,-3-7 1 15,2-6-10-15,2-6 1 0,-8-13-8 16,2-3 1-16,-3-6-9 0,0-6-6 0,-1-8-9 16,-3-2 1-16,5-4-10 0,-3 0-2 15,0-3 1-15,0-1-7 0,0 1-5 16,-2-2 6-16,0-7-19 0,0 6-47 0,0-6-56 15,0 0-58-15,0 0-67 0,0 0-55 16,-14-17-77-16,10 11-91 0,2-3-140 0,4 2-188 16,-4-2 55-16,2 9-459 0,7-18-620 15</inkml:trace>
  <inkml:trace contextRef="#ctx0" brushRef="#br0" timeOffset="122225.83">10736 16312 3341 0,'-6'-19'47'0,"2"5"-7"16,1 4-4-16,1 3-1 0,-2-1-1 15,4 8-1-15,-2-10 15 0,2 10 4 16,0 0 74-16,0 0 44 0,0 0 30 0,9 64 20 16,0-7 6-16,-2 8 15 0,2 7 6 15,2 24-13-15,1 0-14 0,-6-19-15 0,5 18-15 16,-3-18-19-16,4-1-12 0,-1 17-13 16,-3-26-17-16,-1 0-10 0,-1-7-12 0,-1-5-14 15,2-12-7-15,-2-4-10 0,-5-4-4 16,2-8-6-16,-2-5-5 0,2-5-7 0,-2 0-5 15,0-6-7-15,2 1-18 0,-2-4-40 16,0 1-40-16,0-3-54 0,-2 0-76 16,2-6-92-16,0 0-94 0,0 0-112 15,0 0-141-15,0 0-172 0,0 0 67 16,-2-26-544-16,6 14-733 0</inkml:trace>
  <inkml:trace contextRef="#ctx0" brushRef="#br0" timeOffset="122659.65">11838 16283 3705 0,'-10'-25'-16'0,"2"7"20"0,3 3 19 16,-1 3 14-16,4 5 30 0,0-4 9 0,1 4 21 15,-1 0-3-15,2 7-5 0,-2-10-10 16,2 10 7-16,0 0 5 0,9-5 15 0,-9 5 18 16,19 20 24-16,-2 13 16 0,2 20 19 15,0 12 8-15,2 21-6 0,0 6-28 16,-4 3-8-16,2 1-6 0,-1 0 11 15,0-3-18-15,-2-1-6 0,3-2-16 0,-7-20-11 16,-1-2-8-16,-2-5-3 0,1-3-15 16,-1-7-8-16,-3-11-3 0,-4-6-10 0,1-2-7 15,2-8 1-15,-3-6-10 0,0-6-6 16,0 0-40-16,-2-4-46 0,0-2-59 16,2 1-73-16,-1 0-84 0,-1-3-101 0,0-6-137 15,2 6-184-15,-2-6-88 0,0 0 74 16,0 0-513-16,0 0-681 0</inkml:trace>
  <inkml:trace contextRef="#ctx0" brushRef="#br0" timeOffset="123208.75">13127 16227 3365 0,'0'-23'-24'0,"-2"7"28"0,1 1 22 0,1 4 20 0,0 2 22 15,0 1 21-15,0 8 6 0,0-14-3 16,0 14 14-16,0 0 57 0,0 0 39 15,14 60 22-15,-5 1 3 0,0 11 11 0,7 23 5 16,-7 5 3-16,3 3 3 16,-1-2-2-16,-2-1 2 0,3-3-8 0,-1-4-10 15,-3-19-11-15,-3-3-11 0,4-5-9 16,-4-3-14-16,1-6-8 0,-4-12-6 0,-1-7-11 16,-1-6-7-16,0-8-70 0,2-6-84 15,-2-4 0-15,0 0 0 0,0-1 0 0,2-2 0 16,-2-3 0-16,0 1 0 0,2-1 0 15,-2 0 0-15,0-8 0 0,-2 8 0 0,2-8-322 16,0 0-135-16,0 0-102 0,0 0-146 16,0 0-176-16,0 0 80 0,0 0-718 15,0 0-964-15</inkml:trace>
  <inkml:trace contextRef="#ctx0" brushRef="#br0" timeOffset="123676.59">13890 16471 3891 0,'10'-35'-83'0,"-1"1"59"16,3 2 27-16,-1 3 23 0,-4 4 19 16,4 7 24-16,-6 3 31 0,1 2 31 15,-1 3 14-15,-1 0 10 0,0 1-1 0,-3 5-18 16,-1 4 17-16,0 0 41 0,0 0 24 16,25 33 28-16,-17 7 7 0,4 18 6 0,-3 10 3 15,0 4-1-15,5 25-3 0,-3 0-8 16,1-1-9-16,5-3-7 0,0-4-11 15,-4-21-13-15,1 0-29 0,1-3-181 16,1-4 0-16,-7-2 0 0,4-10 0 0,-7-8 0 16,4-7 0-16,-7 0 0 0,3-10 0 15,-3-6 0-15,-1-2 0 0,3-3 0 16,-1-2 0-16,-2-1 0 0,-1 0 0 0,-1-5 0 16,2 2 0-16,-2-7 0 0,-2 9 0 15,2-9 0-15,0 0-121 0,0 0-535 0,0 0-204 16,-15-17-65-16,9 5 90 0,6 0-795 15,0-2-1070-15</inkml:trace>
  <inkml:trace contextRef="#ctx0" brushRef="#br0" timeOffset="124058.89">14994 16003 4679 0,'1'-26'-86'0,"3"3"17"0,3 3 16 0,6 3 30 0,-4 0 24 16,-2 5 35-16,3 0 12 0,1 5 18 16,2 5 34-16,-13 2 40 0,37 31 40 15,-15 15 43-15,-2 18 12 0,3 32 4 16,-5 8 0-16,0 8-3 0,-3-1 0 0,-1-1 1 15,-3 0 6-15,-3-4 3 0,3-5 2 16,-2-5-2-16,2-20 0 0,-6-2-6 16,2-6-182-16,-5-4-58 0,4-6 0 0,-6-14 0 15,2-5 0-15,-1-8 0 0,-2-6 0 16,1-4 0-16,0-5 0 0,0-2 0 0,1-3 0 16,-2 1 0-16,1-4 0 0,-2 1 0 15,0-4 0-15,-2 0 0 0,4-5 0 0,-13 2 0 16,13-2-543-16,-23-9-225 15,9 4-179-15,-4-5 86 0,-2-1-864 0,-6-7-1158 16</inkml:trace>
  <inkml:trace contextRef="#ctx0" brushRef="#br0" timeOffset="138758.04">6480 14777 1102 0,'0'0'155'15,"0"0"-39"-15,-7-6-17 0,7 6 2 0,-4-5-7 16,4 5 0-16,0 0-2 15,-3-5-3-15,3 5 5 0,0 0 5 0,0 0 2 16,-4-10 7-16,4 10 4 0,-4-5 13 16,4 5 14-16,0-10 4 0,0 10 2 0,0-9-7 15,0 9 17-15,0-10 0 0,0 10 7 16,0-10-2-16,0 10-3 0,0-9 0 0,0 9-5 16,0 0-10-16,0-11-5 15,0 11-4-15,0 0-8 0,0 0-11 0,0 0-8 16,0 0-8-16,0 0-8 0,0 0-7 15,8 33 9-15,-8-19-5 0,0 2 2 16,0-3-1-16,0 3-6 0,1-3-10 0,-1 1-9 16,0-2-6-16,2-4-5 0,0 3-3 15,-2-5-6-15,0-6-3 0,4 11 2 0,-4-11-3 16,2 4 1-16,-2-4-6 0,0 0 0 16,0 0-6-16,0 0-1 0,10-19-2 0,-7 12-3 15,-3 7-1-15,2-11 3 0,-2 11 9 16,4-6 11-16,-4 6 8 0,0 0 3 15,0 0-3-15,0 0-10 0,0 0 0 0,0 0-7 16,0 0 2-16,0 0-5 0,-2 24-6 16,2-24-6-16,0 12-5 0,0-12-2 15,-2 13-42-15,0-7-55 0,2-6-80 16,-1 12-105-16,1-7-130 0,-2 1-144 0,0 0-222 16,0 0 45-16,2-6 68 0,-5 11-469 15,5-11-589-15</inkml:trace>
  <inkml:trace contextRef="#ctx0" brushRef="#br0" timeOffset="139875.56">8051 14607 3000 0,'0'0'-35'0,"0"0"35"0,0 0 24 0,0 0 22 15,0 0 48-15,0 0 46 0,0 0 36 16,0 0 21-16,0 0-8 0,0 0-12 15,0 0-6-15,0 0-18 0,0 0-14 16,0 0-10-16,0 0-14 0,0 0-9 0,0 0-11 16,0 0-9-16,0 0-4 0,0 0-8 15,0 0-4-15,0 0-9 0,0 0-3 16,0 0-8-16,0 0-2 0,0 0-6 0,0 0-3 16,0 0 1-16,0 0-6 0,0 0-2 15,0 0-3-15,0 0-4 0,0 0 1 0,0 0-6 16,0 0 1-16,0 0-3 0,0 0 1 15,0 0-7-15,0 0-2 0,0 0-1 0,0 0 1 16,7 11 18-16,-4 1-1 0,-1 6 4 16,2 5 1-16,-3 0 17 0,-1 3 9 15,0 2 1-15,2-3-3 0,-2 2-1 16,4-6-7-16,-2-1 13 0,0-3 0 16,-1-3-4-16,1-3 3 0,0-3 7 0,0 0 19 15,0-3 12-15,-2-5 3 0,0 0 11 16,0 0-4-16,0 0-16 0,0 0 2 0,17-17-10 15,-17 10-8-15,0 7-6 0,2-16-7 16,-2 10-14-16,0 6-6 0,0-9-4 0,0 9-22 16,-3-8-40-16,3 8-47 0,-10-4-64 15,10 4-67-15,0 0-83 0,-15 2-94 0,15-2-110 16,-11 10-140-16,2-4-159 16,5 1 50-16,-3 3-617 0,3 1-810 0</inkml:trace>
  <inkml:trace contextRef="#ctx0" brushRef="#br0" timeOffset="140807.34">9770 14204 3807 0,'0'0'58'16,"0"-9"20"-16,0 9 25 0,2-5 32 0,-2 5 8 15,0-7 15-15,0 7 6 0,0 0-1 16,5-8-7-16,-5 8-10 0,0 0-9 0,0 0-9 16,0-9-6-16,0 9-7 0,0 0-4 15,0 0-1-15,0 0-11 0,4-8-3 0,-4 8-9 16,0 0 6-16,0 0 2 0,0 0 13 16,0 0 17-16,0 0 8 0,0 0 2 15,0 0-8-15,0 0-13 0,0 0-10 0,0 0-3 16,-5 29-5-16,-1-14-11 0,4 2-4 15,-1 5 4-15,-4-5-4 0,5 1-9 0,2-5-10 16,0 2-3-16,2-3-6 0,-2-4-5 16,3 1 3-16,1-2 1 0,-3-2 5 15,1 0 1-15,2 0-58 0,-4-5 0 16,5 4 0-16,-5-4 0 0,0 0 0 0,2 8 0 16,-2-8 0-16,0 0 0 0,0 0 0 15,0 0 0-15,-9 9-206 0,9-9-155 0,-4 3-134 16,4-3-160-16,-10 5-210 0,10-5 54 15,0 0 86-15,-7 2-660 0,7-2-839 0</inkml:trace>
  <inkml:trace contextRef="#ctx0" brushRef="#br0" timeOffset="147655.18">14050 6853 2355 0,'-9'4'276'0,"9"-4"-69"16,-10 0-11-16,10 0-4 0,0 0 2 15,-13 2-2-15,13-2-4 0,0 0-22 16,0 0-7-16,-6 2-9 0,6-2-11 0,0 0-16 16,0 0-6-16,36 0-13 0,-7-2-9 15,7-4-10-15,6 2-8 0,0-2-6 0,-4 2-10 16,-6 1-7-16,-7 1-5 0,-3 0-5 16,-8 2-5-16,-1 0-6 0,-3 0 0 0,-2 4 0 15,-8-4 0-15,0 7-4 16,0-7 0-16,-20 14 3 0,8-8 4 0,-6-1 3 15,1 1 4-15,3-2 19 0,5 2 6 16,0-2-5-16,9-4-7 0,-12 2-8 0,12-2-6 16,0 0-6-16,0 0-4 0,0 0 0 15,0 0-8-15,0 0-3 0,25-16-32 0,-20 12-47 16,-5 4-57-16,13-3-78 0,-13 3-92 16,5-2-69-16,-5 2-87 0,0 0-146 0,0 0-82 15,0 0 67-15,0 0-365 0,0 0-444 16</inkml:trace>
  <inkml:trace contextRef="#ctx0" brushRef="#br0" timeOffset="148304.93">13943 7258 2474 0,'0'0'-25'0,"0"0"16"0,0 0 3 0,0 0 6 15,0 0 17-15,-13-8 15 0,13 8 19 0,0 0 15 16,-28 10 10-16,6-2 3 15,-6 7 6-15,-7 1 6 0,-10 10 1 0,-7 3 4 16,-1 3 1-16,-14 14 0 0,-5 0 2 16,-1 5-13-16,-1-1-5 0,1-1-10 0,1 3-3 15,2 0-10-15,-3-3-12 0,5 1 3 16,-1-2-6-16,1 0-5 0,2-1 3 0,18-10-8 16,-6 1-2-16,4-2-6 0,3 0 1 15,3-4-4-15,-2 1-5 0,5-3 4 0,-2-1 4 16,13-10 34-16,-10 3 17 0,13-5 17 15,0-2 10-15,4-3 4 0,5-4 8 16,2-1 6-16,1-2 8 0,3 1 3 0,1-4-1 16,2 1-5-16,-1 1-3 0,10-4-11 15,-13 4-16-15,13-4-9 0,-9 2-11 16,9-2-7-16,0 0-3 0,0 0-5 16,-16 2-12-16,16-2-7 0,0 0-23 0,-5 1-50 15,5-1-58-15,0 0-72 0,0 0-106 16,0 0-108-16,0 0-125 0,0 0-189 0,0 0 32 15,0 0 78-15,11-17-386 0,-4 12-443 16</inkml:trace>
  <inkml:trace contextRef="#ctx0" brushRef="#br0" timeOffset="148770.81">14416 7318 2400 0,'-14'-7'-129'0,"5"0"28"0,2 0 23 15,1 2 31-15,2-2 21 0,0 4 22 16,4 3 12-16,-4-7 2 0,4 7-3 16,0 0 1-16,0 0 4 0,0 0 18 0,37 12 9 15,-5 3 24-15,15 6 3 0,13 6 11 16,20 9-2-16,10 2-9 0,1 3-7 15,6-2-5-15,4 2-4 0,0-3-8 16,-4-3-8-16,-3-3-21 0,-7-2-26 0,-20-7-9 16,-4-4 5-16,-6-1 0 0,0-3 7 15,-17-5 1-15,0-1-1 0,-13-4 5 0,-2-2 1 16,-8-1 1-16,0-2 0 0,-2 0-3 16,-2-2-22-16,1-1-65 0,-5-2-85 0,1 2-128 15,-5-3-123-15,-5 6-107 0,0-4-39 16</inkml:trace>
  <inkml:trace contextRef="#ctx0" brushRef="#br0" timeOffset="149422.1">11133 9769 2020 0,'-20'3'272'0,"4"-1"1"0,2-1 1 0,5 1 19 0,9-2 19 0,-18 0 11 16,18 0-21-16,-5-8-28 0,5 8-26 16,5-14-26-16,11 2-22 0,12-7-18 0,12-6-21 15,5 3-13-15,5 3-18 0,4 0-17 16,0 2-12-16,-15 9-11 0,-1 0-14 0,-9 4-5 15,-8 4-8-15,-6 4-11 0,-5 0-10 16,-5 5 0-16,-6 1-7 0,-10 7-4 0,-7 5 0 16,-7 1-8-16,-2 0 3 0,0-3-3 15,5-3-1-15,1-3-6 0,9-2 2 16,3-5-4-16,1-2-2 0,7 2 1 16,1-7-6-16,0 0-7 0,0 0-29 0,0 0-56 15,0 0-72-15,0 0-97 0,39-10-104 16,-27 6-110-16,-1 1-152 0,0 1-77 15,-2 0 72-15,-9 2-485 0,11-1-578 0</inkml:trace>
  <inkml:trace contextRef="#ctx0" brushRef="#br0" timeOffset="149821.89">10387 10098 3346 0,'0'0'117'0,"0"0"2"0,-61 29 8 0,14 0 3 16,-20 15 19-16,-9 3 25 0,-1 3 23 15,-2 5 13-15,-2 1-1 0,8 0-18 0,-2-2-18 16,6-4-17-16,18-9-13 0,5-6-12 16,4-2-18-16,4-6-11 0,13-4-9 0,3-4-11 15,4-5-13-15,5-5-7 0,1 2-35 16,3-4-67-16,4-1-82 0,-4-2-103 0,2-1-141 15,-1-1-150-15,8-2-182 0,0 0 38 16,-5-17 72-16,9 3-400 0,3-6-465 16</inkml:trace>
  <inkml:trace contextRef="#ctx0" brushRef="#br0" timeOffset="150037.64">10287 10132 3015 0,'16'-5'102'0,"0"1"-1"0,-1 2-17 15,2 6-1-15,4-1-10 0,12 2-3 0,5 4 40 16,1 1-9-16,13 4-8 0,4 1-9 16,5 1-7-16,5 1-8 0,13 0 24 0,16 1-8 15,4 1-7-15,-19-7-6 0,-1-1-11 16,0 1-3-16,-9 0-8 0,-9-1-5 0,-17-5-41 16,-7 2-91-16,-7 4-89 15,-12-4-92-15,-4 1-128 0,-6 1-199 0,-6-2 42 0,-4-3 65 16,-4 4-208-16,-1-2-189 15</inkml:trace>
  <inkml:trace contextRef="#ctx0" brushRef="#br0" timeOffset="150953.81">17479 8826 2360 0,'-6'-11'284'0,"8"2"-22"15,4 0-26-15,5-1-24 0,4-2-15 16,14-3-20-16,1-1 13 0,5 4-15 16,-3 1-18-16,2 0-19 0,-2 3-13 15,1 2-12-15,-6 5-16 0,-1-1-13 0,-1 2-32 16,4 0-58-16,-2 2-78 0,-7-2-92 15,7 1-82-15,-6-1-107 0,-1 2-181 0,4 0-38 16,-7 0 70-16,-4-1-277 0,-6 1-280 16</inkml:trace>
  <inkml:trace contextRef="#ctx0" brushRef="#br0" timeOffset="151287.54">17434 9010 2514 0,'2'-12'184'16,"-4"6"-25"-16,2 6-13 0,0 0 18 0,-30 23 22 15,-4 8 13-15,-8 8 6 16,-19 13-4-16,-2 9-13 0,-1 2-13 0,-2 0-21 0,5 0-13 16,8-3-15-16,13-13-14 0,7-6-14 15,5 0-7-15,7-10-8 0,6-3-12 16,2-3-7-16,3-6-9 0,0-5-46 16,7-2-61-16,-1-6-64 0,4-1-107 0,0-5-107 15,0 0-143-15,0 0-163 0,38-27 44 16,-15 2-396-16,13-15-463 0</inkml:trace>
  <inkml:trace contextRef="#ctx0" brushRef="#br0" timeOffset="151424.26">17292 9333 2889 0,'13'3'36'0,"-2"5"19"0,-3 4 64 15,2 0 27-15,-1 5 9 0,1 1-16 16,-1 3-10-16,4 4-11 0,5 0 11 16,-3 2-14-16,2-1-11 0,4-4-10 15,0 2-12-15,2-2-7 0,-2-3-57 0,2 0-94 16,-8-4-114-16,-4-1-141 0,-1-2-234 15,-2-1-4-15,-7 1 76 0,-2-2-248 0,-5-1-233 16</inkml:trace>
  <inkml:trace contextRef="#ctx0" brushRef="#br0" timeOffset="152888.6">8892 11325 2405 0,'1'-7'221'0,"-2"4"-25"16,1 3-19-16,0 0-11 0,-42 20-1 0,3 3 11 15,-8 9-6-15,-5 4 6 0,-18 14-7 16,-5 0-6-16,0-1-12 0,-6 3-13 0,7-6-11 15,3 0-15-15,18-10-10 0,5-1-10 16,5-4-10-16,4-2-7 0,10-4-8 0,7-6-11 16,-1 2-7-16,4-1-12 0,6-1-43 15,-1-3-63-15,3-1-75 0,4 1-77 16,-4-3-74-16,4-5-78 0,1 2-126 16,1-3-107-16,1-4 56 0,4-3-304 15,0 0-337-15</inkml:trace>
  <inkml:trace contextRef="#ctx0" brushRef="#br0" timeOffset="153103.32">8468 11529 2628 0,'11'-6'102'0,"3"6"-11"16,-3 6-10-16,7 3-4 0,12 8-12 15,8 5-3-15,4 2 3 0,4 2-12 0,-2-1-5 16,5 4-3-16,1 0-6 15,-1-2 0-15,3 1 2 0,-2-1-11 0,-3 0-1 16,-1 0-8-16,-2-2-51 0,-7 2-85 16,-1-2-96-16,-11-2-123 0,-3-3-174 15,-7-1 27-15,-5-3-144 0,-5-5-123 0</inkml:trace>
  <inkml:trace contextRef="#ctx0" brushRef="#br0" timeOffset="154903.63">17101 16252 2233 0,'-20'2'248'16,"20"-2"-23"-16,0 0-22 0,-22 0-23 0,22 0-9 15,0 0 23-15,-11-6 6 0,11 6 6 16,0 0 1-16,0 0-11 0,-6-6-16 0,6 6-19 15,0 0-18-15,0 0-16 0,17-15-15 16,-6 11-12-16,3-2-10 0,-3 0-9 0,-2 6-8 16,-9 0-13-16,14-5-13 0,-14 5-11 15,0 0-8-15,0 0-5 0,0 0-53 16,0 0-53-16,-1 14-57 0,1-14-78 0,-13 17-73 16,4-12-97-16,4 1-192 15,-1-2-67-15,6-4 65 0,0 0-291 0,0 0-355 16</inkml:trace>
  <inkml:trace contextRef="#ctx0" brushRef="#br0" timeOffset="155671.85">13403 16903 2637 0,'-22'-2'72'0,"7"4"-6"15,0-2-7-15,15 0 2 0,-14 2 2 16,14-2-1-16,0 0 9 0,0 0 7 0,0 0-13 16,0 0-1-16,0 0-10 0,37-16-6 15,-3 11-10-15,6 0-61 0,1 0-91 16,2 0-133-16,0 2-242 0,0 3-50 0,-3 0 76 15,-1 8-69-15,-6 2-35 0</inkml:trace>
  <inkml:trace contextRef="#ctx0" brushRef="#br0" timeOffset="156202.79">14484 17045 1867 0,'-21'-1'188'0,"10"-3"-16"0,0 4-23 16,11 0-13-16,-17-2-15 0,17 2-3 0,0 0 7 16,-13 0-5-16,13 0 2 0,0 0-10 15,0 0-13-15,0 0-7 0,41-15-14 16,4 7-2-16,13-6-11 0,5-1-6 0,2-1-9 16,-6 2-3-16,-4 1-2 0,-15 4-7 15,-5-1-5-15,-12 4-18 0,-7 3-9 16,-4 1-19-16,-12 2 4 0,0 0 0 15,0 0-6-15,-46 11 3 0,5-1-1 0,-22 5 6 16,-5 2-5-16,2-1 9 0,5 1-1 16,4-7 1-16,15 0 2 0,13-3 13 15,8-2 10-15,4 0 6 0,5-5-7 0,12 0 2 16,0 0 4-16,0 0-15 0,0 0 4 16,0 0-1-16,36-21-3 0,-14 13-5 0,4 5 3 15,11-4-7-15,1 2 9 0,-7 1-1 16,-4 3-14-16,-7 1-40 0,-1 0-63 15,0 1-59-15,-2 3-88 0,-6-1-164 0,0 1-167 16,-4-1 52-16,-7-3-135 16,7 5-162-16</inkml:trace>
  <inkml:trace contextRef="#ctx0" brushRef="#br0" timeOffset="157052.78">15344 16922 2186 0,'-22'0'221'0,"4"0"-21"0,5 0-16 0,13 0 13 15,-14-2 12-15,14 2 14 0,-4-5-10 16,4 5-21-16,4-10-19 0,6 4-20 0,5-2-13 16,5-2-14-16,6-2-19 0,-2 3-33 15,-1 3-79-15,-1-1-94 0,-4 1-98 16,2 2-101-16,-7 4-162 0,0 0-160 15,-2 3 55-15,-11-3-236 0,16 3-288 16</inkml:trace>
  <inkml:trace contextRef="#ctx0" brushRef="#br0" timeOffset="159137.14">20217 2607 2452 0,'0'0'114'15,"-19"10"17"-15,-4 12 19 0,-2-1 10 16,-5 11 15-16,1 2 15 0,3-1 9 16,6-6-4-16,5 0-15 0,6-2-15 0,6-4-31 15,8 0-3-15,8 5-15 0,8-2-8 16,11-4-13-16,12 2-8 0,8-9-1 0,1-3-18 16,-6-6-8-16,1-4-5 0,-1-5-8 15,0-2-2-15,-8-3-2 0,-1-4-6 16,-3-3-1-16,-9 0-1 0,-1-6 2 15,-4-3 4-15,-9-3 15 0,-9-4 3 16,-3-4 0-16,-7-1-8 0,-10-10-5 0,-2 1-7 16,-4 4-2-16,-4 7-8 0,-4 3-5 15,7 12-4-15,-2 7-18 0,-1 6-44 0,0 6-48 16,-11 7-75-16,2 9-95 0,-8 8-105 16,2 5-141-16,3 4-206 0,3 2 61 15,4 0-371-15,5 3-495 0</inkml:trace>
  <inkml:trace contextRef="#ctx0" brushRef="#br0" timeOffset="159452.96">20199 3280 3256 0,'-3'-5'200'0,"3"5"-9"16,-17-3-1-16,17 3 22 0,-34 8 38 16,2 7 27-16,-15 7 24 0,-4 3 7 0,-4 4-21 15,0 1-35-15,-1 1-16 0,1 2-24 0,-1 2-19 16,7-4-18-16,5-2-17 16,4 0-23-16,4-2-12 0,10-8-13 0,2 1-11 15,7-8-11-15,2 1-10 0,4-5-52 16,1-1-44-16,2-1-53 0,-1 0-52 0,6 0-75 15,-8-6-101-15,11 0-122 0,-13 0-123 16,13 0-186-16,0 0-36 0,-12-4 83 16,12 4-509-16,0 0-656 0</inkml:trace>
  <inkml:trace contextRef="#ctx0" brushRef="#br0" timeOffset="159802.32">19390 3806 3606 0,'-21'7'154'16,"-8"7"9"-16,-1 5 11 0,-6 6 13 16,-2 3 18-16,4 3 24 0,0-2 6 0,7 4-18 15,7-8-39-15,6 3-15 0,7-6-12 16,3-1-14-16,6-4-5 0,7 2-19 0,9 0-4 15,9 1-15-15,11 4-7 16,255-14-312 0,-235-22-19-16,-8-5 147 15,0 0 66-15,-17 3 133 0,-5-3 124 16,-12 2-202-16,-5-1 45 0,-2-2-87 0,-9-1-13 16,-3-5 36-16,-8-12 69 0,-11-9-143 15,-1 0 4-15,-2 2-166 0,3 4 251 0,3 10-84 16,-1 5-120-16,6 7-288 0,1 6-286 15,-5 4-176-15,5 5-214 0,-3 4-410 16</inkml:trace>
  <inkml:trace contextRef="#ctx0" brushRef="#br0" timeOffset="161735.07">20149 3256 1999 0,'0'0'141'0,"-9"-6"21"0,9 6 16 0,-3-4 30 0,3 4 24 0,0 0 17 0,-8-9 15 0,8 9 8 16,0 0-7-16,0 0-8 0,-5-6-15 16,5 6-22-16,0 0-10 0,0 0-15 15,0 0-4-15,-6-4-29 0,6 4-15 16,0 0-14-16,0 0-9 0,0 0 34 15,22 23 12-15,3-3-3 0,9 9-13 0,5 2 0 16,5 5-10-16,4 1-12 0,-1 2-11 16,16 11-9-16,-12-11-8 0,10 8-12 0,-9-9-9 15,-1-2-23-15,-1-4-1 0,-6 1-7 16,-4-5-2-16,-10-8-5 0,-5-2-5 0,-3-1-4 16,-2-4-1-16,-7-4-1 0,-3-1-2 15,-3-3 0-15,3 2 7 0,-2-1-3 0,-3-3-6 16,-5-3-2-16,10 7-3 0,-10-7-5 15,7 6-3-15,-7-6 3 0,8 4-43 16,-8-4-69-16,0 0-81 0,6 5-87 0,-6-5-116 16,0 0-130-16,4 5-158 15,-4-5-184-15,0 0 72 0,0 0 79 0,0 0-567 16,0 0-725-16</inkml:trace>
  <inkml:trace contextRef="#ctx0" brushRef="#br0" timeOffset="162103.99">21000 3897 3627 0,'-13'7'79'0,"-2"3"45"0,-3 2 29 0,-2 11 20 0,-3 0 22 0,0 5 25 0,3 0 3 15,4 3 3-15,0-1-6 0,7 1-13 0,7-3-22 16,2-5-14-16,5 8-12 0,9-4-9 16,7-1-16-16,2-7-17 0,3 0-5 0,7-5-10 15,-1-8-12-15,0-3-11 16,-1-3-4-16,10-3-12 0,-2-5-11 0,1-1-1 0,-6-3-1 16,0-1-6-16,-9-1 13 15,-5 0 17-15,-7-3 3 0,-8-2 1 0,0-3-11 16,-12-10-5-16,-6-3-7 0,-10-8-10 0,-3 4-6 15,-9 3-13-15,-2 6-39 0,-5 5-58 16,-6 5-52-16,-4 7-55 0,9 7-60 16,-5 4-78-16,-1 2-101 0,-1 5-105 15,-7 0-170-15,9 2-85 0,4 0 86 0,3 0-541 16,5-1-695-16</inkml:trace>
  <inkml:trace contextRef="#ctx0" brushRef="#br0" timeOffset="162768.59">19349 4243 3634 0,'5'-7'58'0,"-5"7"24"0,0 0 31 0,4-7 23 0,-4 7 26 0,0 0 11 0,0 0 13 0,0 0 20 0,0 0 8 16,-54 26 9-16,13 3 12 0,-13 6 12 16,-21 13 10-16,-1 7 5 0,-8 3-1 0,-2 3-4 15,-3-2-12-15,1-4-13 0,9-2-9 16,4-5-13-16,8-3-15 0,20-10-17 15,5-4-12-15,6-2-130 0,9-9-36 16,2 1 0-16,6-6 0 0,7-5 0 16,1-1 0-16,0-1 0 0,3-1 0 0,2-4 0 15,1 3 0-15,5-6 0 0,-11 7 0 16,6-6-49-16,5-1-399 0,0 0-92 0,0 0-103 16,0 0-180-16,0 0 6 0,0 0 91 15,-16-3-684-15,16 3-861 0</inkml:trace>
  <inkml:trace contextRef="#ctx0" brushRef="#br0" timeOffset="163136.79">18121 4954 4210 0,'0'0'101'15,"0"0"12"-15,0 0 19 0,-33 15 29 16,18-1 29-16,-6 11 2 0,-2 3 21 0,-2 10 21 15,0 0-12-15,9 9-9 0,-2-4-21 16,9-3-14-16,3-3-17 0,3 1-3 0,6-2-12 16,5 0-17-16,3-4-14 0,6-3-9 15,7-2-10-15,1-5-3 0,6-5-6 0,4-8-14 16,7-5-7-16,-1-5-6 0,15-11-8 16,-5-5-3-16,3-5-15 0,-1-6-3 15,-4-3-4-15,-9-2-4 0,-6-1 0 16,-7-4-3-16,-13 6 0 0,-7-4-2 0,-7-1 1 15,-7-4-11-15,-11-6 0 0,-5 2-2 16,-4 7-6-16,-8 6-3 0,-3 6-24 16,-6 7-34-16,4 13-42 0,-4 4-46 0,1 7-48 15,-2 4-56-15,-6 6-79 0,5 6-78 16,10 2-95-16,10 1-114 0,3-1-157 0,8-6 72 16,5-3-602-16,6-5-764 0</inkml:trace>
  <inkml:trace contextRef="#ctx0" brushRef="#br0" timeOffset="165918.01">21015 2546 3686 0,'0'0'53'0,"0"0"36"0,0 0 7 0,0 0 15 0,0 0 19 0,0 0 27 0,0 0 21 15,-20 30 15-15,0-6 3 0,3 3-3 0,-3 2-3 16,-4 0-25-16,7 0-10 0,0-2-18 16,2 1-7-16,5-6-14 0,1-3-12 0,-1-2-8 15,3 0-2-15,-1-2-3 0,4 1-9 16,-3-3-16-16,2-1-52 0,0-2-52 16,1-3-57-16,2-1-62 0,1 1-74 15,1-7-104-15,-8 4-95 0,8-4-99 16,0 0-97-16,0 0-35 0,6-26-502 0,-1 6-630 15</inkml:trace>
  <inkml:trace contextRef="#ctx0" brushRef="#br0" timeOffset="166102.98">20936 2565 3053 0,'3'-12'-29'0,"-1"3"58"0,0 3 32 16,-2 6 11-16,2-8 23 0,-2 8-1 0,0 0 10 16,0 0-5-16,0 0 21 15,0 0 20-15,0 0 4 0,15 29-12 0,-9-8-9 0,7 8-10 16,3 2-6-16,0-1-16 0,4-1-7 15,-2 0-5-15,4-2-32 0,-1-1-48 16,-3-4-58-16,0 0-63 0,-2-5-71 16,-5-3-65-16,-6-1-80 0,3-6-116 15,-7 1-141-15,-1-4 54 0,0-4-206 0,-1 12-239 16</inkml:trace>
  <inkml:trace contextRef="#ctx0" brushRef="#br0" timeOffset="166284.45">20932 2815 2432 0,'-16'3'249'16,"7"-1"1"-16,9-2-7 0,-12 4 3 0,12-4-1 15,0 0-15-15,-7 1-23 16,7-1-27-16,0 0-21 0,0 0-51 0,0 0-82 16,0 0-96-16,48 5-124 0,-32-3-144 15,4 0-227-15,-4 2-41 0,0 2 59 16,-5 1-220-16,-1 4-257 0</inkml:trace>
  <inkml:trace contextRef="#ctx0" brushRef="#br0" timeOffset="166734.87">18630 3548 2355 0,'5'-2'86'0,"-5"2"-7"0,0 0 25 0,10 18 15 0,-10-5 17 0,1 2 11 0,1 5 4 16,-2-2-12-16,2 4-9 0,3-3-10 15,-5 5-11-15,2-6-15 0,-2 3-5 0,1-1-34 16,-2-3-49-16,1 0-67 0,0-3-76 0,-2 1-84 16,-1-5-88-16,-1 0-111 0,2-4-112 15,-1-1 39-15,3-5-101 0,0 0-94 16</inkml:trace>
  <inkml:trace contextRef="#ctx0" brushRef="#br0" timeOffset="167100.91">18687 3484 1763 0,'6'-13'78'0,"-3"1"2"0,-1 4 2 16,4-1 3-16,-3 3 12 0,3 0 8 16,0 1 13-16,4 2 0 0,-3 1-5 0,-7 2-7 15,19 0-9-15,-9 4-3 16,2 2 5-16,-1 3 6 0,0 3 7 0,-3 5 13 16,0 3 12-16,-7 4 6 0,1 1 4 15,-4 1 6-15,-1 8-1 0,-6-1-2 0,4-8-4 16,-1-6 0-16,4-4-6 0,-1-3 1 15,1 0-1-15,0-3-16 0,2 1-9 16,0-3-9-16,4 2-9 0,-1-2-11 0,1 1-9 16,2 0-7-16,2 2-6 0,-1-2-6 15,3 3-7-15,-5-3-4 0,4 2-1 0,-6 1 7 16,3-1 14-16,-4 2 17 0,-2 0 16 16,0 2 12-16,-4-2-7 0,-3 3 14 0,-2-1 14 15,-2-1-9-15,-2 1-10 16,-1 0-2-16,1-2-14 0,-4-2-7 0,-3-1-10 15,4-3-10-15,-2-1-10 0,2-3-42 16,0-2-61-16,1 0-67 0,1-3-64 0,3 2-75 16,0-2-93-16,3 2-115 0,8 1-163 15,-13-5-172-15,9 2 71 0,4 3-626 16,0 0-802-16</inkml:trace>
  <inkml:trace contextRef="#ctx0" brushRef="#br0" timeOffset="167619.09">21691 3380 3569 0,'0'0'93'0,"1"-9"45"0,-1 9 16 0,0 0 9 0,0 0 21 0,0 0 20 0,-19-5 25 16,19 5 19-16,-31 10 13 0,3 3 7 15,-5 5-12-15,3-1-6 0,0 1-4 16,3 2-20-16,5-1-17 0,8 0-16 15,3-5-14-15,2 1-11 0,7-2-15 0,4-1-9 16,7 2-14-16,2 0-8 0,5-3-15 16,6-2-34-16,-1 1-68 0,0-8-99 15,1 4-110-15,-1-5-115 0,-1-1-136 0,-5 0-150 16,0 0-204-16,0-1-1 0,-6 1 97 16,-9 0-635-16,11 6-803 0</inkml:trace>
  <inkml:trace contextRef="#ctx0" brushRef="#br0" timeOffset="168116.81">17757 4633 3571 0,'0'0'98'0,"0"0"21"0,0 0-19 0,0 0-2 0,0 0-10 0,-11 19 0 0,6-7 3 15,1 5 0-15,2 2-9 0,1 3-7 0,-1-1-8 16,0 4-11-16,0 2-49 0,0-6-51 16,0 4-89-16,-1-5-83 0,-3 1-96 15,2-1-124-15,0-6-155 0,-2-5 46 0,4 1-256 16,-1-5-288-16</inkml:trace>
  <inkml:trace contextRef="#ctx0" brushRef="#br0" timeOffset="168355.27">17640 4534 2505 0,'2'-16'142'0,"4"4"-9"16,2 3-13-16,3 4 8 0,0 2 30 0,10 3 22 15,3 2 8-15,10 7-3 16,7 9-13-16,6 6-10 0,-8 4-18 0,4 1-16 16,-9 3-9-16,-4 1-12 0,-9-4-3 15,-7-2 7-15,-5 4 6 0,-7-4 1 0,-4-2-9 16,-9 8-10-16,-5-2-12 0,-1 1-5 15,-9 2-9-15,-3 4-8 0,2-16-21 0,-1 0-12 16,-3-3-31-16,1-7-48 0,3-4-56 16,2-4-81-16,5-4-90 0,-5-4-100 15,0-1-148-15,3-3-126 0,6-2 57 16,2 1-385-16,3-1-454 0</inkml:trace>
  <inkml:trace contextRef="#ctx0" brushRef="#br0" timeOffset="169084.4">24135 2948 3048 0,'-19'-2'167'0,"4"0"-22"0,4 2-17 0,1-1-4 0,10 1 12 0,-13 0 17 15,13 0-2-15,0 0-3 0,23-16-3 0,29 0-1 16,44-5-9-16,24 2-12 0,25-1-13 16,70-1-15-16,20 1-3 0,28 1-13 15,15 10-6-15,13 4-12 0,20 2-3 0,0 5-6 16,-5 3-8-16,-4 2-15 0,-21 0-14 16,-27 1-16-16,-75-3-17 0,-20 0-22 0,-26-1-20 15,-42-3-7-15,-12-1-5 16,-15 0 9-16,-20-1 4 0,-10 1 7 0,-9 0-8 0,-8-4-46 15,-5 1-72-15,-7 1-79 16,-5 2-95-16,0 0-134 0,-27-10-129 0,0 8 49 16,-25 1-252-16,-19 2-303 0</inkml:trace>
  <inkml:trace contextRef="#ctx0" brushRef="#br0" timeOffset="170102.78">24063 2968 2415 0,'0'0'93'0,"0"0"-13"0,-7-9-11 0,7 9-7 0,0 0-10 0,0 0 4 0,0 0 29 0,3 28 23 15,-3-6 27-15,4 14 3 0,-8 1-3 16,4 5-12-16,-4-1 3 0,-2-1 10 16,-1-1 1-16,-1-1-2 0,3-3-1 0,-5-2-3 15,0-2-4-15,5-9-4 0,-1-3-9 16,3-3-10-16,0-4-4 0,-1 0-10 0,2-3-3 16,0-3-10-16,2 2-7 15,2 1-2-15,4-1-6 0,2 2-5 0,7-4-3 16,6 1-7-16,15-2-4 0,8 0-7 0,15-1-4 15,14-1-13-15,4-2-29 0,15-1-26 16,24 0-26-16,8 3 2 0,14-6 15 16,12 9 1-16,17-1 8 0,13 0 5 15,58 7 3-15,-1 5 1 0,-1-1 6 0,0 3 2 16,-7-1-1-16,-8 0 6 0,-53 1-2 16,-7-4 3-16,-6 1 2 0,-5-1-5 0,-7-5-15 15,-15 1 0-15,-8-4-2 0,-11-3 8 16,-31-1 2-16,-4 0 3 0,-3-6 0 0,-20 3 10 15,-4 0 8-15,-4-3 16 16,-11 2 25-16,-10 0 18 0,0 1 18 0,-5 0 12 16,-2-2 9-16,1 2 2 0,-3-2 5 15,-13 2-4-15,21 0-6 0,-21 0-7 16,17-2 0-16,-17 2-11 0,13-2-2 0,-13 2-11 16,13 0-9-16,-13 0-6 0,14-1-5 15,-14 1-7-15,17 0 0 0,-17 0-5 0,0 0-3 16,19 0-6-16,-19 0 3 0,13 0 2 15,-13 0 0-15,12-3-4 0,-12 3 3 0,11-8 8 16,-5 1 9-16,-1-3 7 0,2-6-5 16,-3-1-2-16,-1-7-7 0,1-13-6 15,-2-6-3-15,1-16-2 0,5-3-8 16,-2-8-4-16,5-2-3 0,0 1 0 16,2-4-7-16,-1 9 5 0,2 9 5 0,-4 8-10 15,-1 14 11-15,-6 10-3 0,4 3 12 16,-3 5 7-16,-1 5-1 0,-1-1 0 0,0 3-5 15,0 1 1-15,-2 2-8 0,2 0 1 16,-2 7-6-16,3-12 0 0,-3 6-7 0,0 6-1 16,4-9 1-16,-4 9 3 0,2-8-9 15,-2 8 3-15,0 0 0 0,0-9 8 0,0 9-2 16,0 0-3-16,4-7 0 0,-4 7-6 16,0 0 6-16,0 0 4 0,0 0-7 0,-2-10 5 15,2 10 0-15,0 0-2 0,0 0 1 16,0 0 1-16,0 0-7 0,0 0-8 15,0 0-35-15,-2-10-41 0,2 10-41 16,0 0-58-16,-7 0-76 0,7 0-92 16,-24 1-96-16,6 1-141 0,-25 0-180 0,2-1 62 15,-5-2-532-15,-3-3-701 0</inkml:trace>
  <inkml:trace contextRef="#ctx0" brushRef="#br0" timeOffset="170751.96">24859 2970 3297 0,'8'-6'7'0,"-8"6"45"0,3-6 17 0,-3 6 10 0,0 0 17 0,0 0 14 0,4-6 5 0,-4 6 22 16,0 0 30-16,0 0 27 0,-5 25 4 16,-3-8-12-16,-5 10-15 0,-1 4-2 15,1 1 9-15,-2-3-3 0,0 2 4 0,-1-4-12 16,3 2-18-16,3-10-11 0,1-3-7 15,2-1-16-15,1-2-11 0,-1-3-17 0,2-1-15 16,-1-2-35-16,3-1-53 16,1 0-58-16,2-6-77 0,0 0-87 0,-9 5-94 15,9-5-68-15,0 0-68 0,0 0-58 16,3-29-80-16,-1 12-20 0,6-4-443 0,-1-10-540 16</inkml:trace>
  <inkml:trace contextRef="#ctx0" brushRef="#br0" timeOffset="170917.13">24784 3030 2859 0,'7'-14'3'0,"-3"2"54"0,-3 3 32 0,-1 2 20 15,0 7 19-15,2-11 23 0,-2 11 12 16,2-5 0-16,-2 5-7 0,0 0-12 0,0 0 6 16,9-2 10-16,-9 2 9 15,18 7-9-15,-7 4-13 0,5 0-14 0,0 2-2 16,7 5-21-16,-1 0-12 0,1 0-15 16,-5 0-11-16,4 3-49 0,-4-6-63 0,-4-3-71 15,-7-2-78-15,1 3-80 0,-2-6-75 16,-2 2-108-16,-2-5-149 0,-2-4-8 15,0 7-358-15,0-7-445 0</inkml:trace>
  <inkml:trace contextRef="#ctx0" brushRef="#br0" timeOffset="171100">24760 3177 2696 0,'-15'2'142'0,"4"-2"37"15,11 0-1-15,-16 0-4 16,16 0-7-16,0 0-19 0,0 0-12 0,0 0-17 0,0 0-12 15,0 0-9-15,0 0-9 0,0 0-12 16,44 9-50-16,-25-6-85 0,0 0-113 16,1 1-122-16,-2-4-173 0,0 2-123 15,-4-4 57-15,-2 2-226 0,-12 0-248 0</inkml:trace>
  <inkml:trace contextRef="#ctx0" brushRef="#br0" timeOffset="171400.74">25290 2827 2545 0,'0'0'286'0,"0"0"-3"0,-2-10-24 0,2 10-23 16,0 0 0-16,0 0 35 0,0 0 23 15,9 29 22-15,0-8 9 0,-2 12-20 0,2 4-21 16,7 11-26-16,-1 4-17 0,-1-2-24 15,-2-1-20-15,-1-1-20 0,0-11-15 16,-2-2-18-16,-4-2-13 0,6 1-13 0,-8-10-9 16,1-1-23-16,-2-6-39 0,0-3-44 15,-2 1-47-15,0-4-61 0,0 0-56 0,0-3-65 16,0 1-86-16,0-5-113 0,0-4-127 16,0 0-183-16,0 0-21 0,0 0 77 15,0 0-523-15,0 0-667 0</inkml:trace>
  <inkml:trace contextRef="#ctx0" brushRef="#br0" timeOffset="171618.86">25524 3088 3736 0,'-5'-7'214'16,"-2"4"-12"-16,7 3-16 0,0 0-8 15,0 0 21-15,0 0 26 0,0 0 1 16,-1 23-17-16,2-6-8 0,6 7-24 15,-3 1-12-15,3 8-23 0,-1-3-19 0,-1-4-28 16,2-5-56-16,-4-1-67 0,3-3-70 16,-3 2-87-16,-1-5-101 0,2-1-99 15,0-2-113-15,-1-1-139 0,-3-3-37 0,7-4 66 16,-5 2-385-16,-2-5-468 0</inkml:trace>
  <inkml:trace contextRef="#ctx0" brushRef="#br0" timeOffset="172016.08">25670 3014 3021 0,'-5'-13'150'16,"-1"4"8"-16,4 0 22 0,1 3 21 0,1 6 11 15,-4-7-5-15,4 7-9 0,0 0-28 16,0-10-17-16,0 10-18 0,0 0-14 0,18-2-7 16,-18 2-12-16,28 5-11 0,-11 0-10 15,2 4-7-15,0-1-7 0,-2 2-7 16,1 2-6-16,-5 2 6 0,-2 2 8 0,-6-3 20 15,0 3 10-15,-5 2 25 0,-7-1 26 16,-4 12 2-16,-3-4 6 0,-6 0 12 0,3-3 10 16,2-3 5-16,1-3-9 15,5-5-12-15,1-1-14 0,1 0-11 0,2-1-15 16,2-1-4-16,1 1-11 0,2-1-9 16,4 3-7-16,-3 0-42 0,8 2-50 0,-2-1 0 15,0-1 0-15,4 1 0 0,-2 0 0 16,-2 0 0-16,1-1 0 0,0-1 0 0,-4 0 0 15,-1-1 0-15,1-3 0 0,-2 3 0 16,-2-1 0-16,0-8 0 0,-6 12 0 16,3-2 0-16,-8-3 0 0,0-4 0 0,0 2 0 15,-3-3 0-15,2 0 0 16,-4-4 0-16,16 2 0 0,-29-10-219 0,18 3-379 0,0-9-167 16,1-3-135-16,2-2 74 0,5-1-835 15,1 0-1097-15</inkml:trace>
  <inkml:trace contextRef="#ctx0" brushRef="#br0" timeOffset="172302.15">26129 2855 4858 0,'3'-6'31'0,"-3"6"15"0,0 0 7 0,0 0 23 0,0 0 30 0,0 0 69 0,0 0 77 16,11 20 29-16,-5-1 5 0,0 6-18 15,0 12-21-15,1 5-22 0,-1-1-30 0,-1 13-18 16,6-3-17-16,-8-9-15 16,5 1-13-16,-6 0-13 0,-1-2-9 0,3-1-11 15,-2-3-6-15,-2-11-36 0,0-2-57 16,0-3 0-16,0-5 0 0,0 1 0 0,3-5 0 16,-3 0 0-16,0-4 0 0,0 1-153 15,0-3-97-15,0-6-77 0,2 7-97 0,-2-7-103 16,0 0-129-16,0 0-167 0,0 0 63 15,14-13-693-15,-10 7-901 0</inkml:trace>
  <inkml:trace contextRef="#ctx0" brushRef="#br0" timeOffset="172666.33">26959 3198 3840 0,'-3'-10'35'0,"-1"-1"38"16,-2 3 24-16,3 1 22 0,-8 0 34 15,4 3 41-15,-4 0 35 0,-7 3 37 0,-5 6 19 16,-7 6 5-16,-3 2 0 15,3 6 1-15,-1 1-6 0,7 1-5 0,1 3-8 16,6 0-14-16,6-1-19 0,2-5-24 16,8 1-14-16,2-2-19 0,6 4-85 0,6 5-97 15,6-3 0-15,3-3 0 0,3-5 0 16,6-1 0-16,-8-5 0 0,-4-1 0 0,0-4 0 16,-2-2-115-16,2 2-269 0,-3-4-78 15,-4 0-85-15,-1-1-107 0,-2-4-158 16,-9 5 29-16,9-2 98 0,-9 2-590 0,0 0-735 15</inkml:trace>
  <inkml:trace contextRef="#ctx0" brushRef="#br0" timeOffset="174583.93">27291 2832 3268 0,'0'0'-117'0,"11"-2"48"0,-11 2 41 0,0 0 40 0,16-3 33 0,-16 3 30 15,9-2 37-15,-9 2 38 0,0 0 29 0,16-1 23 16,-16 1 5-16,0 0 9 0,14 3 6 15,-14-3 14-15,18 11 21 0,-9-2 17 16,0 9 7-16,7 11-1 0,-3 6-13 0,-6 4-13 16,-2 14-15-16,-3-7-11 0,-8 11-11 15,5-2-12-15,-8-4-13 0,2 2-8 0,-2-3-13 16,3-9-11-16,-2-2-11 0,0-2-26 16,3-2-123-16,-3-3 0 0,2-8 0 15,4-5 0-15,-2-1 0 0,3-3 0 0,-1-2 0 16,-2-1 0-16,2-4 0 0,0-1 0 0,0 2 0 15,2-1-224-15,0-3-274 16,0-5-166-16,0 9-220 0,0-9 35 0,-1 8 102 16,2-2-724-16,-1-6-919 0</inkml:trace>
  <inkml:trace contextRef="#ctx0" brushRef="#br0" timeOffset="174901.92">27721 3206 4204 0,'0'0'89'0,"0"0"14"0,0 0 28 0,0 0 43 16,0 0 41-16,-3 33 30 0,1-20 25 15,2 5-15-15,-2 1-11 0,2 5-17 0,-4 0-23 16,2 1-21-16,2 1-19 0,0-1-16 16,0 1-12-16,2-2-19 0,-2-3-49 0,2-5-70 15,0 2-81-15,-2-2-72 0,2-2-83 16,-2-4-92-16,2-4-97 0,-2 1-116 16,2-3-165-16,-2-4-9 0,0 0 75 15,0 0-491-15,0 0-602 0</inkml:trace>
  <inkml:trace contextRef="#ctx0" brushRef="#br0" timeOffset="175150.07">27757 3116 3047 0,'-9'-9'169'0,"4"0"73"16,-1 2 11-16,2 0 18 0,4 7 34 0,-4-12-2 16,4 12 13-16,4-10-1 15,6 7-12-15,1 1-12 0,6 4-14 0,17 6-15 0,2 6-14 16,11 12-24-16,-4 6-15 15,-3 8-9-15,0 0-6 0,-7 5-11 0,-5 0-11 16,-9 1 0-16,-5 0-5 0,-12-8-99 16,-6 0-68-16,-10-1 0 0,-15 5 0 0,-3-3 0 15,-9-3 0-15,-8-3 0 0,1-6 0 16,-4-5 0-16,-4-3 0 0,1-3 0 16,0-5-131-16,9-11-453 0,1 0-206 0,-3-4-125 15,5-5 92-15,2-1-860 0,7-4-1118 16</inkml:trace>
  <inkml:trace contextRef="#ctx0" brushRef="#br0" timeOffset="176332.38">26574 4063 4764 0,'-24'2'50'0,"6"0"19"0,5-1-4 0,1 2-13 0,5-3-5 0,7 0-3 0,0 0-8 0,0 0-3 0,0 0-5 16,0 0-4-16,40 0-31 0,-10 0-47 15,16 0-59-15,3 0-67 0,5 0-58 0,11-3-53 16,-15 2-56-16,-1-3-76 0,-3 1-72 16,-7-2-36-16,-8 2-331 0,-8-3-345 15</inkml:trace>
  <inkml:trace contextRef="#ctx0" brushRef="#br0" timeOffset="176465.82">27066 4030 2329 0,'0'0'111'0,"-35"-9"65"0,-4 1 14 16,-24 0 3-16,-11 2 3 0,-10-1 18 0,0-1 32 15,1 4 25-15,17 0-1 0,15 2-8 16,10-1-13-16,11 3-32 0,10 0-17 0,6 1-20 15,12 3-23-15,2-4-32 0,21 11-53 16,13 1-67-16,20 2-101 0,7 1-128 0,5-4-144 16,5 2-166-16,-3-3-144 0,-5-4 52 15,-17 0-441-15,-3-1-539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25:47.8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12476 5773 2179 0,'-18'4'95'0,"0"-2"-10"0,0 1-1 0,4 0 5 0,-6-2 9 0,4 5 19 0,-6-2 10 15,5-1 4-15,0 0 12 0,3 1 1 0,1-1 2 16,4-1-6-16,9-2-13 0,-17 3-5 15,17-3-11-15,-11 2-8 0,11-2-9 16,0 0-7-16,-11 4 18 0,11-4 16 0,0 0 11 16,0 0 4-16,23 5-2 0,-10-5-4 15,5 0 1-15,12 0-2 0,10 0-5 0,10-2-5 16,2 0-8-16,12-1-10 0,3 1-9 16,0-1-7-16,6-1-24 0,-7-1-7 15,2 1-3-15,1 0-5 0,-5 2-5 16,4-4-2-16,-3 3-9 0,-3-3 2 0,5 2-3 15,-2-1-5-15,1 0-3 0,2-3 1 16,-4 1-2-16,6-2-1 0,-3-2-4 0,1 1-1 16,2 1-5-16,0-1 5 0,-2 1-4 15,3-1 2-15,-2 3 2 0,-5 0-3 16,-3 2-2-16,-11 2-3 0,-5 1 0 0,2 2-3 16,-4-2 1-16,0 0 0 15,-2 2-3-15,3-1 2 0,2 1 1 0,-5-4-8 0,7 1 8 16,-1-2 0-16,11-2-2 0,-1 0 11 15,-2-2-8-15,5 1 4 0,-5 0 0 0,0-1-3 16,2 0-6-16,-4-1 10 0,5 2-7 16,-5 1 6-16,-8-2-3 0,13 2 1 15,-5-3-2-15,5 0-2 0,-1 0 3 16,2-1 4-16,2-1-3 0,0 1-3 0,4-1-4 16,-3 0 0-16,-1 1 0 0,0-1 2 15,0 4 1-15,-1-2-5 0,-5 3 0 16,0-1 2-16,-8 4-2 0,0-2 0 0,0 0 1 15,1 1-1-15,11 1 3 0,0-4-2 16,2 3 3-16,4-2-2 0,3-1 3 0,2-1-3 16,3 1 0-16,-1-1-3 15,5-1 0-15,-1 0 0 0,-1 3 5 0,0-3 6 0,-3 3-13 16,1-2 19-16,-1 1-13 16,-7 1 2-16,3 1-4 0,-6 0-2 0,-4 1-1 15,-11 1 0-15,-1-2 3 0,-3 0-1 16,-3 0 5-16,3 2 0 0,-4 1-2 0,-1-3-3 15,1 2 4-15,3-2-4 0,-5 0 0 16,1-1-1-16,1 1 2 0,-3 0 1 16,-7 0-3-16,-4 1 6 0,-7 1 0 0,-2 3-2 15,-1-1-2-15,-1 0 5 0,-3-1-3 16,-11 3 4-16,15-4 6 0,-15 4-3 0,11 0 1 16,-11 0-3-16,12-2 2 0,-12 2 2 15,0 0-8-15,0 0-3 0,0 0 2 16,0 0 0-16,0 0 4 0,0 0 1 15,0 0-2-15,-44 5-4 0,19-3 11 0,-13 4-13 16,0-2 6-16,-8 0-5 0,-9 6 0 16,-10-4 0-16,2 3 0 0,-7-1-4 0,-3 1 5 15,1 0 8-15,-5-1-9 0,4 1 3 16,-8 1-3-16,4-2 1 0,-2 3 0 16,0 1 0-16,-2-2 4 0,4 0-5 0,0 0-3 15,2 1 0-15,7 2 3 16,-1-2 0-16,5 1 4 0,-1-1-2 0,0 1-2 0,4 0 5 15,0 2-3-15,0-2 6 16,2 0-6-16,0 2 4 0,4 0-3 0,-3-3 4 0,1 4-6 16,2-3 2-16,-6 0 1 15,3 0-2-15,4-1-5 0,0 0 5 0,-3-1 2 16,15-1 1-16,-13 1-3 0,11-3 1 16,-12 2-5-16,6 1 9 0,3-2-5 0,-6 1 3 15,-4 1 0-15,4-2 2 0,-3 3-1 16,3-3-3-16,-1 4 2 0,3-3 1 15,5 1-4-15,3-3-2 0,-2 2 3 0,2-1-5 16,3 3 5-16,0-5 5 0,2 3-7 16,2-3-1-16,2 2 2 0,5-2-2 0,4-2 4 15,0 0-1-15,4 0-1 16,-3 1-4-16,1-1 4 0,-2 2-2 0,0-4 3 16,-4 4-5-16,-7 0 3 0,-2-1-3 15,0 3 0-15,-2-1-3 0,0 0 9 0,-2 1-8 16,-2 1 9-16,3-1-4 0,-4 3 0 15,4-1 1-15,-4-3 1 0,4 3-4 0,-1-1 1 16,1-1 1-16,-2 1 1 0,3-2-3 16,-2 1 3-16,0 2 1 0,3-5-4 0,-4 2 0 15,1 2 2-15,5-1 1 0,0-2-5 16,-1 0 3-16,2 1-1 0,-2 0 5 16,-1 0-4-16,3 3 16 0,-4-3 3 0,2 1-5 15,0 2 2-15,0-1-2 0,-2-3 1 16,2-2 0-16,-1 4-6 0,1-2 2 15,2-2-4-15,-1-1 5 0,0 3-4 16,4-6 1-16,6 2-3 0,0 0 2 0,-2 1-3 16,0-2-2-16,1 1 3 0,-13 4-6 15,5-3-2-15,2 2 7 0,3-5-2 0,5 5 1 16,-3-3 2-16,2 0-3 0,0 2-1 16,3 0-1-16,-1-4 1 0,2 2 1 0,-2 1-4 15,7-1 6-15,-1 0-9 0,-1-1 7 16,5 1 0-16,1 0-3 0,2 1 0 0,-1-1-1 15,-3-2 5-15,5 2 0 16,-3-2-2-16,14 0-5 0,-18 3 1 0,18-3 8 16,-20 1 2-16,20-1-3 0,-13 2 3 15,13-2 8-15,-12 0 14 0,12 0 4 0,0 0 0 16,-16-2-2-16,16 2 3 0,-11-6-7 16,6 1 1-16,-1-4 2 0,4 0-18 0,-3 0 6 15,3-3 4-15,-3-4-13 0,4-3 8 16,-1-4-9-16,2-3-6 0,0-16 2 15,0-3-2-15,-2-13-2 0,4-2 0 0,-2-4-4 16,-2 4-7-16,0 1-3 0,0 4 4 16,-2 11-3-16,3-1 0 0,-5 2 7 0,2 5-4 15,3 2 7-15,-4 8 3 16,1 5-5-16,2 1-2 0,2-3-2 0,-3 8 5 0,1-1-1 16,0 1 3-16,0 0-3 15,0 5 1-15,2-2 3 0,-2-1 0 0,2 3 0 16,0 2-7-16,0-2 6 0,-1 3 0 15,-1-3 4-15,2 4-6 0,-2-1 2 0,2 1-1 16,-2-1 5-16,0 1-1 0,-1-1 1 16,3-1 2-16,0 1-9 0,-1 1 0 0,-3-2 4 15,2-1 3-15,0 2-3 0,0 3-6 16,2-3 6-16,0 1 1 0,0 1-3 16,-1 0-4-16,1-1 7 0,0 1 5 15,0-3-5-15,-2 4 1 0,2-2-1 0,-2 1-5 16,2 7 6-16,-2-12-5 0,2 4-4 15,0 8 2-15,0-7 2 0,0 7 3 16,0-10-6-16,0 10 9 0,0-8-2 0,0 8 4 16,2-9-5-16,2 3-2 0,-3 0-1 15,3 0 1-15,3-2-2 0,0 2 5 0,-2-1 4 16,3 0-11-16,-1 0 9 0,2 2-7 16,-4 0 3-16,2 1-3 0,-1-1-2 0,1 5-4 15,4-6 11-15,2 2 0 0,4 1-3 16,6-2 1-16,15-1 3 0,5 0 3 0,11-3-6 15,3-1 9-15,2 1-4 0,1-1-4 16,-3 0-1-16,-3-3-1 0,4 5-1 0,-5-2 2 16,-7 5 3-16,2-2 6 15,-4 4-4-15,-1-3-9 0,4 3 5 0,-6 0 1 16,2-2 0-16,6 3 6 0,-4-4-10 16,10 0 7-16,4 0 0 0,2 0-5 0,2-3 1 15,0-1 4-15,4 0-8 0,-2 1 1 16,3-3-1-16,-1 1 9 0,-1 1-6 15,6 2-3-15,-4-1-2 0,0 0 13 0,2 2-8 16,-6-3 0-16,3 3 1 16,-1 2 0-16,3-2 4 0,-5 1-4 0,-1 2-1 0,-2-1 2 15,-9 2 0-15,0 1-4 16,-1-2 4-16,-4 4-3 0,3 0 2 0,-4 0-1 16,-2 1-1-16,-1-1 0 0,2 3 13 15,-6-1-6-15,-6-2-6 0,-5 1 6 0,-1 1-4 16,2-2 3-16,0 0 0 0,-3 0 1 15,0 0-6-15,3 0 5 0,-1-2-5 0,-1 2 5 16,4-1-2-16,-3-1-2 0,12-1 1 16,3 3 0-16,-2-2 5 0,5 0-3 0,1-2-3 15,2 3-2-15,-2-2-4 0,3 3 2 16,-1-4 2-16,0 2 0 0,12-1-1 0,0-1 3 16,2 0-6-16,3 3 2 15,-2-4 2-15,5 0-7 0,-1-2 9 0,3 2-1 16,1 0-9-16,0 0 1 0,1-1 4 0,-1-1-6 15,0 1 1-15,1 1 5 16,-4 2-1-16,-1-5 3 0,0 4-5 0,-5-2 2 16,-3 0 3-16,1 1-1 0,-12 3-6 15,-2-4 1-15,-2 2-3 0,-1 2 11 0,1-2-8 16,0 0 2-16,-4 0 1 0,6-2-1 16,0 3 3-16,3-3 1 0,11 2-2 0,0-2 4 15,1 2 1-15,-1 0-5 0,2 1 5 16,-11-1-6-16,-1 2 6 0,-1 2 1 0,-4 0-2 15,-3 0-1-15,-1 0 0 0,-8 2 4 16,-4-2 1-16,-3 2-5 0,0-2-2 16,-4 0 6-16,0 2-1 0,-1-2 4 15,0 1-2-15,-1-2 0 0,-3 1-1 0,4-2 3 16,-5 0-3-16,-2 2-1 0,1 0 6 16,-3-4-2-16,0 4 2 0,-3 0-1 0,-10 0 4 15,17 0 7-15,-8-2-5 0,-9 2 2 16,13 0-3-16,-13 0-2 0,0 0-4 0,16 0-3 15,-16 0 0-15,9 2-3 0,-9-2 2 16,0 0 5-16,14 0-6 0,-8 4 1 16,-3 3 1-16,3 1 2 0,0 6 1 0,1 5 6 15,-1 13 5-15,0 4 1 16,-2 6 4-16,-3 4 6 0,1 2 6 0,-2 8 5 16,2 2 6-16,2-12 9 0,-2 12 7 15,1-5 4-15,2-9 5 0,-1-3-6 0,-1-2-7 16,-3-3-2-16,2-9 3 0,0-3 11 15,0-7 1-15,0 0 7 0,-2-3 9 0,2-1 12 16,-2-1 16-16,1-3-52 0,-1-1-60 16,0 1 0-16,0-9 0 0,2 12 0 0,-2-7 0 15,0-5 0-15,0 12 0 0,0-12 0 16,2 7 0-16,-2-7 0 0,0 0 0 0,0 10 0 16,0-10 0-16,0 0 0 0,0 0 0 15,0 5 0-15,0-5 0 0,0 0 0 0,0 0 0 16,0 0 0-16,0 0-120 15,0 0-943-15,0 0 127 0,-2-25 107 16,2 16-954-16,2-5-1213 0</inkml:trace>
  <inkml:trace contextRef="#ctx0" brushRef="#br0" timeOffset="10014.92">20590 10661 1202 0,'7'-8'390'0,"-4"1"-148"0,-3 0-63 0,0 7-20 0,0-9-5 0,0 9 6 16,-1-6 4-16,1 6 0 0,-9-9-4 15,4 8 1-15,-3-3-4 0,8 4-3 0,-19-5 3 16,4 5 4-16,-1-2 2 0,0 0-5 16,-5 2-1-16,-3 0-6 0,-1 0-6 0,0 2-10 15,-2 0-6-15,-2 0-11 0,2 0-6 16,-1 0-7-16,-8 6-8 0,0-1-7 16,-1 3-9-16,1 0-7 0,0 2-4 15,0 2-6-15,0 1-7 0,-9 4-1 0,9-3-6 16,0 1-3-16,-4 4 1 0,5-6-4 15,-1 3-1-15,2-1-4 0,2-1-1 0,-11 5-5 16,4 0-5-16,-3 1-1 0,-1 2-6 16,0 2-1-16,2 3 0 0,-8 1-3 15,1 3-2-15,0-1-4 0,-2 6-2 0,-2-1 1 16,-11 10 2-16,12-7-3 0,1-1-4 16,0 0 4-16,5-1-4 0,-1 1 2 15,4-2-2-15,5-4-2 0,2 2-2 16,-2-4 3-16,7-2-2 0,6-3-3 0,1-2 0 15,0 2 3-15,4-2-4 0,0-2 1 16,1 0 3-16,5-2-1 0,-1-5-1 0,5 2-1 16,-2-4 4-16,4 1-2 0,-2 0-2 15,0 1 0-15,2-1 2 0,-5 3-4 0,-3 9 5 16,-1-2-3-16,3 2 3 0,-4-1-2 16,-2 1 2-16,2-2 1 0,-3 1-3 0,4-2-1 15,-4 0 0-15,4-1 4 0,-4-1-5 16,1-1 5-16,0 0 0 0,-2-1 0 15,-2 3-7-15,3-6 6 0,-3 5-2 0,-4-3-1 16,0 4 1-16,-7 5 0 0,0 4-2 0,1-1 1 16,-3 5 0-16,-2 1 1 15,0-1-2-15,2 2 0 0,-2-2 3 0,-3 0-4 16,3-1 1-16,2-3 2 0,2 0-3 16,0-4 4-16,5-6-1 0,4-2 1 0,2-1-2 15,-2 2-2-15,9-5 6 0,-2-3-4 16,3 1-4-16,0-1 3 0,0 0 3 0,-1 0-5 15,1 5 3-15,-2 2 1 0,-5 1 0 16,6 2-2-16,-4 0 0 0,4-1-1 16,0-3 1-16,0 3 2 0,2-2 0 0,1-3 1 15,-1-1-1-15,-3 7 2 0,2-5-2 16,2-3 2-16,-1 3-3 0,-1-3 2 0,-4 7 0 16,0-2-2-16,0 3 3 15,-3 0-4-15,0 0 3 0,1 4-2 0,0-2-1 16,-4 1 0-16,-6 8 0 0,1 0 0 15,-2 2 2-15,-3-2 1 0,5 2-2 0,-1-4-2 16,1 1 3-16,-1 0-2 0,-1 3-2 16,2-3 3-16,5-6-3 0,0-1 6 0,-10 6-5 15,13-3-1-15,-1 0 4 0,-5 3-6 16,6-4 4-16,1-3 3 0,4-2-2 0,-2 2-1 16,6-3 0-16,-3 2-2 0,5-1 4 15,0-6-2-15,1 1-1 0,3 3 0 0,-3-3 2 16,5 0-3-16,-3 0 1 15,0 2-1-15,5 1 0 0,-5 1 4 0,3-1-1 16,2-1 2-16,-1 2-7 0,2-1 4 16,0 3-1-16,2 0-1 0,-1 0 3 0,1 1-1 15,0-1 0-15,1-1-1 0,1 2 1 16,0 0 1-16,4 0 1 0,-5 0 0 0,2 1-1 16,1-1-1-16,2 10-1 0,-3-8-1 15,3-3 4-15,4 6-1 0,-5-3 2 16,1-2-5-16,5 3 2 0,-1-4 4 0,3 2-5 15,0 0 1-15,5-3 3 16,-3-4-1-16,8 1-1 0,0-2 0 0,3 1 2 0,1-3-2 16,7 1 3-16,4-3-2 15,0-3 0-15,8 7 0 0,-6-6-2 0,1 1 4 16,-3-2-1-16,-2-3-2 0,0 3 2 16,0-3 6-16,3 0-5 0,-3-2 2 0,1 0-2 15,1 0-2-15,3 5 0 0,-1-6 3 16,1 4 0-16,4 1-2 0,0 0-1 0,-3-2 5 15,14 3-1-15,-15-2 1 0,5-3-5 16,0 3 1-16,-3-4 0 0,5 4 0 0,0-5 2 16,-1 0-3-16,3 0 6 15,-3 1-4-15,3-2-1 0,-3 0 2 0,0-2-1 16,-1 0 3-16,1 1 0 0,-3-1-3 0,3 3-1 16,-2-3-1-16,-4 3 0 0,1 0 1 15,-3 1 1-15,-12-2-3 0,0 0-2 16,-2 4 2-16,0-3 1 0,-4 3 1 0,1-2-2 15,-4 0 1-15,1 2 1 0,-4 0-2 16,3-1-2-16,-3-1 6 0,0 4-4 16,4 1-1-16,-2-1 3 0,3-2-5 15,-4 5 4-15,4 0-2 0,-4-1 4 0,0 4 0 16,1-2-1-16,2 11-5 0,-1-4 3 0,-4 5 2 16,-1-7-15-16,-1-1 3 0,-2 1-4 15,-1-3 6-15,-1-3-1 0,1 4 0 0,-1-5 0 16,0 2 1-16,0-2 1 15,1 2 4-15,-2-1-1 0,3 1 1 0,1 1 0 16,2 1 2-16,3 1-3 0,5 6 2 16,1-1 5-16,3 1-7 0,-2 0-2 0,2 1 3 15,2-1 1-15,2-1 0 0,-2-3 0 16,-2 0 1-16,4 1 1 0,2-3 0 0,-5-1 2 16,3 0-3-16,2 1 1 0,-1-3 1 15,1 1-4-15,1 0 0 0,-2-3 2 0,3 2-2 16,1-2 2-16,-1-1 1 15,3 1 3-15,4-3-3 0,0 0-2 0,0-4 4 16,4-3-2-16,-3 0 2 0,7-2 0 0,-1 1-2 16,-2-5 0-16,-1 3 0 15,1-1 2-15,-5 1-5 0,-8 2 2 0,-1-3-3 16,-4 3 3-16,-1-1-1 0,-2 2-1 16,-3-2 1-16,-1 2 2 0,1 2-3 0,1-4 0 15,-2 0 1-15,7 2 3 0,-2-3 0 16,3 1-1-16,8-3 1 0,2-2 0 0,-1 2-1 15,1-2 3-15,-2 2 1 0,-2 0-11 16,2-2-8-16,-5 3 2 0,-8 3 1 0,-4-1 3 16,-4 1-3-16,1-1 3 15,-1 0-1-15,-3 2 3 0,1-2 0 0,0 1 1 16,-1-1 1-16,0 0 4 0,0 0-1 16,1-2 1-16,1 3-3 0,3-2 2 0,0-2 2 15,4 0 0-15,2-2-2 0,0 0-1 16,2 0 5-16,-2 2-5 0,-3-1 0 0,5 2-4 15,-5 0 2-15,-4 1-1 0,4 0 1 16,-6-1 1-16,6 0 2 0,-3 0-1 16,-2 0 1-16,5 0 2 0,-6 0-1 0,4-1 1 15,-1-1 3-15,4 0-5 0,-2-2 3 16,2 2 0-16,2-3 0 0,-2 1 2 0,-3-2-1 16,4 2 0-16,-5-1-1 0,0 3 0 15,-3-2 2-15,-1 0-2 0,-1 0 3 0,-1-3-3 16,-2 1 2-16,-2-3 1 15,3-3-2-15,0-5 0 0,-5 1 3 0,5-11-2 16,-4-1 1-16,-1-5 0 0,-1-1 1 16,0-1-3-16,-2-2 3 0,0-2 8 0,-4 1 2 15,0-1 2-15,-4 1 4 0,1-9-2 16,-4 1 4-16,-3 0-3 0,-5 1 1 0,-1-3-3 16,-5-3 0-16,0-2-1 0,-1-2-4 15,-13-20-4-15,5 0 0 0,-4-5 1 16,0 0-5-16,3-2 1 0,1-5 11 0,3 6-11 15,-1-4-1-15,3 4-1 0,4 1 2 16,5 17-1-16,-4 3 6 0,1 0-10 16,1 2 5-16,-1 6 0 0,-3 1-3 15,-2 4 5-15,1 0 2 0,-6 3 2 0,5 2 1 16,-6 0 5-16,-1-2-5 0,0 0-1 16,5 0-1-16,-3-4-1 0,4 1 3 0,0 0-11 15,-2 1 6-15,6 2-2 0,2 5 3 16,2 2-1-16,5 10-4 0,3 2 2 0,-1 5 4 15,5 6-2-15,0 2-1 0,1-1 3 16,1 4-2-16,-2 0 6 0,3-1-9 0,-1 0-1 16,3 0 0-16,-2-1 3 0,2-1-5 15,-1-1 4-15,1 0-3 0,2 0 0 16,0-2 1-16,2 0 0 0,-2 1 4 16,0-1 0-16,2 2 5 0,-2 0 10 0,0 2 10 15,0 1 7-15,0 2 5 0,0-2-5 16,-2-3-3-16,0-1-4 0,-3-1-3 0,3-2 17 15,1-2-7-15,-3-1-7 0,-3-11 3 16,1-2-7-16,0-2 0 0,-4-2 0 16,3-10-5-16,-4 3-5 0,-3-5-4 0,-1 0 3 15,-1 0 1-15,2-1-10 0,-6 2 5 16,1 3-3-16,-1 1 15 0,-4 6 0 0,3-1-2 16,5 12-1-16,-6 2-1 15,6 2 4-15,-4 5-1 0,3-3-10 0,4 8-6 16,2 3-4-16,1 4-36 0,-2 0-40 0,2 1-49 15,5 2-60-15,-3 2-82 0,3 2-94 16,5 3-97-16,-12-2-104 0,12 2-184 16,-8 10 56-16,7-3 86 0,-1 5-481 0,0 7-552 15</inkml:trace>
  <inkml:trace contextRef="#ctx0" brushRef="#br0" timeOffset="12614.93">16899 14600 2970 0,'0'-3'-45'0,"0"3"7"0,0 0-1 0,-17 12 6 15,6 5 25-15,-10 12 31 0,-6 12 26 0,-4 5 22 16,1 6 15-16,-3 5 13 0,-6 10-1 16,8-13-1-16,-15 11-8 0,21-13-9 0,1-4-1 15,1-1-9-15,0-3-6 0,8-9-10 16,1-2 1-16,3-2-10 0,-1-4-6 16,-3-2-1-16,8-6-10 0,0-2-5 0,-2-7-31 15,6 0-31-15,-3 0-41 16,2-2-47-16,1 0-49 0,-1-3-58 0,-3-1-51 15,6 2-104-15,1-6-118 0,-10 4 21 0,10-4-80 16,0 0-67-16</inkml:trace>
  <inkml:trace contextRef="#ctx0" brushRef="#br0" timeOffset="13381.85">16320 15412 1658 0,'-3'-8'56'0,"-4"4"3"16,1-1 4-16,6 5 7 0,-5-8 13 15,5 8 14-15,-6-4-4 0,6 4-4 16,0 0-14-16,0 0-4 0,0 0 9 0,0 0 7 15,-3 17 0-15,5-5-4 0,-1 2-4 16,3 1 4-16,2-1 3 0,-5 1 6 16,1-3-2-16,2 0-8 0,0-2-8 0,0-1-8 15,-2-1-1-15,0-1-2 0,-2-7-8 16,6 12-2-16,-6-7 8 0,0-5-2 0,1 9-6 16,-1-9-5-16,0 0 0 0,0 0-8 15,0 0-17-15,0 0 3 0,0 0-5 0,0 0-7 16,-19-18 0-16,19 18 6 15,-7-10-3-15,5 5-1 0,2 5-7 0,-8-8 1 16,8 8-3-16,0 0-3 0,-8-4 0 16,8 4 3-16,0 0 5 0,0 0-4 15,-7-5 2-15,7 5 7 0,0 0 4 0,0 0 2 16,0 0 9-16,-10-5 5 0,10 5 9 16,0 0-4-16,0 0 0 0,-1-7 2 0,1 7 1 15,0 0 0-15,0 0-2 0,0 0-3 16,-2-10-7-16,2 10-1 0,2-14-4 0,1 4 0 15,5-3-6-15,-1 1-2 0,7-1-4 16,1 1-4-16,2 2-9 0,5 1-13 16,10-1 0-16,-2 4-9 0,-5 4-1 15,6 2-5-15,10 4-2 0,-3 4 0 16,5 4 11-16,0 2-5 0,-7 2 1 0,-2 0 4 16,0-2 2-16,0 1 0 0,-8 2 2 15,-1-2 6-15,-6-4-2 0,-4 0 0 0,-1-2-1 16,-3-1-1-16,-4 1 6 0,1 0 13 15,-4 1 5-15,0 0 10 0,-4 2 6 0,-4 2 3 16,-3 4 7-16,-7-1 7 0,-6 5 0 16,-4-1 6-16,-2 0-7 0,-7 0 2 15,-1-5-3-15,2-1-3 0,-1-3-6 16,-2-2-4-16,1-1-2 0,6-2 1 0,5-2-10 16,4-3-4-16,1-1-2 0,4 1-5 15,-4-2-17-15,5 1-19 0,13-1-26 16,-21 0-21-16,21 0-31 0,-20-1-35 0,11-1-42 15,9 2-42-15,-11-1-46 0,11 1-88 16,-7-7-90-16,5 1-139 0,-1 0 44 0,3-3-210 16,7-1-241-16</inkml:trace>
  <inkml:trace contextRef="#ctx0" brushRef="#br0" timeOffset="13715.65">16790 14664 2284 0,'-3'-11'96'0,"-3"5"-8"0,6 1-14 0,0 5-12 0,0 0 1 0,9-2 5 0,-9 2 19 15,38 18 17-15,-4 1 3 0,15 7 3 16,6 7-13-16,10 11-6 0,1 5-10 16,2 0 0-16,2-5-11 0,-18-8-6 15,6 0-8-15,-5-3-7 0,-5-1-4 16,-4-2-21-16,-5-3-28 0,-2 1-27 0,-10-8-30 16,-5-1-26-16,-2-2-28 0,-9-4-26 15,-1-1-23-15,-3-4-52 0,-5-1-62 0,-4-2-87 16,2-5-106-16,0 0-165 0,-13 2-132 15</inkml:trace>
  <inkml:trace contextRef="#ctx0" brushRef="#br0" timeOffset="14098.95">17434 15122 1918 0,'0'0'89'16,"0"0"6"-16,0 0-3 0,0 0-2 0,0 0 1 15,0 0 28-15,0 0 12 0,0 0 13 16,0 0-4-16,0 0 2 0,39-18-11 0,-17 11-16 16,12-1-16-16,2 2-11 0,-2-4-6 15,0 3-8-15,2 2-5 0,-6 2-3 16,-3 3-9-16,2 1-9 0,-2 5-1 0,5 0-12 16,-5 3-2-16,-7-2 2 15,0 3-8-15,-8 2 1 0,2 1 0 0,-1 2-7 16,-4-1 0-16,-6-1 2 0,-1 5-7 15,-4 0 2-15,-1 3 5 0,-11 6-8 0,-3 2-1 16,-2-3-1-16,-8-2 6 0,-4-3-7 16,-1-3 5-16,-2-4 0 0,-4-5-9 0,-1-5 2 15,9-8-4-15,-8-2-1 0,6-4-10 16,5 2 1-16,5 0-16 0,6-5-25 16,-2 1-28-16,5-1-20 0,6 2-35 0,3-1-35 15,1 0-52-15,6 0-61 16,3-1-86-16,1-1-161 0,6-2 20 0,8-1-164 0,4-2-163 15</inkml:trace>
  <inkml:trace contextRef="#ctx0" brushRef="#br0" timeOffset="14565.01">18801 14418 1820 0,'0'0'57'0,"0"0"22"0,-8 19 6 0,5-4 7 0,-7 18 11 0,-2 3 24 0,-6 11 15 16,-2 3 12-16,-3 4 5 0,1-1-10 15,-3 1-8-15,2-1-11 0,2-2-13 16,2-4-13-16,0-3-15 0,3-10-5 16,5-2-8-16,0-6-12 0,4-3-25 15,0-6-41-15,4-3-29 0,-3-1-38 0,2-2-40 16,3-2-43-16,-3-4-66 0,-3 1-70 16,4-2-89-16,3-4-110 0,-10 2 20 0,10-2-81 15,0 0-51-15</inkml:trace>
  <inkml:trace contextRef="#ctx0" brushRef="#br0" timeOffset="15013.75">18565 15158 1572 0,'-6'-11'91'16,"-4"5"16"-16,3 0-10 0,0 4-8 15,7 2-3-15,-20 8 14 0,6 0 17 0,0 5 13 16,-8 8 3-16,2 1 4 16,1 3-14-16,-1 4-4 0,4 3-17 0,-4 0-14 15,5-1-9-15,3-2-4 0,-1 0-3 16,1-8-12-16,7-1-9 0,-1-3-4 0,1-3-3 15,1-1-5-15,0-3-7 0,3 1-20 16,-4-3-11-16,3-1-10 0,0-2-7 0,0 2-8 16,2-7 3-16,-3 10 7 0,3-10-3 15,0 7 3-15,0-7-1 0,-4 7 2 16,4-7 2-16,-2 7 0 0,2-7 1 0,0 0 0 16,-2 7 5-16,2-7-1 15,0 0 2-15,0 0 1 0,0 7-1 0,0-7 0 0,0 0-7 16,0 0-9-16,0 0-23 15,0 0-28-15,0 0-31 0,0 0-32 0,0 0-43 16,0 0-56-16,0 0-73 0,23-4-104 16,-23 4-231-16,0 0-139 0</inkml:trace>
  <inkml:trace contextRef="#ctx0" brushRef="#br0" timeOffset="16330.73">18246 13377 1882 0,'-3'-13'41'0,"-3"1"17"0,2 3 21 0,1 0 6 0,-2 4 3 0,3 2-8 16,2 3-9-16,0 0 12 0,0 0 27 0,0 0 9 15,-5 24 0-15,7-2-3 0,-1 6-9 16,1 9-12-16,2 0-9 0,2 0-7 0,0-1-8 16,0-3-7-16,-1 1-3 15,2-5-7-15,2-2-5 0,-4-6-8 0,1-2-24 16,-1-1-37-16,-1-3-49 0,3 1-59 16,-4-3-63-16,-1-3-69 0,0-3-123 0,-4 0-127 15,2-7 44-15,-4 7-88 0,4-7-56 16</inkml:trace>
  <inkml:trace contextRef="#ctx0" brushRef="#br0" timeOffset="16798.95">17976 13979 1815 0,'-11'10'177'15,"0"0"-12"-15,4-4-10 0,2-3-1 0,1 1 23 16,4-4 19-16,0 0-1 15,-8 4-8-15,8-4-23 0,0 0-19 0,0 0-12 16,0 0-16-16,13-17-10 0,-3 7-10 16,2 4-12-16,1-2-6 0,0 1-12 0,0 1-5 15,3 2-8-15,-1 1-4 0,2 6-6 16,-2-1-4-16,6 6-2 0,4 5-3 16,2 5 1-16,-5 4 2 0,1 2 8 0,2 2 5 15,-3-1-2-15,0 2 3 0,-1 1-3 16,0-1-8-16,0 1 0 0,-4-3-8 0,4-1 1 15,-6-1-4-15,-1-4-6 0,-3-5 3 16,-2-1-6-16,2-3-1 0,-6 3-1 16,2-5-1-16,-3 1 16 0,-4-1 6 0,-2-1 0 15,-1 2-4-15,-7-1-1 0,-5 1-7 16,-8-4-2-16,-1-3-4 0,-7-4-1 16,-10-3 1-16,4-6-5 0,-1-1 0 0,-9-6-5 15,11 1 0-15,8 3-4 0,-1-3-1 16,6 1-5-16,6 3 2 0,4 2-8 0,0-3-17 15,3 2-14-15,2 3-15 0,4-3-15 16,1 2-21-16,-3 3-43 0,4-3-43 16,2 3-45-16,2 0-45 0,2 1-41 0,-4 6-59 15,7-9-133-15,2 7-83 16,-4-1 55-16,-5 3-242 0,13-3-254 0</inkml:trace>
  <inkml:trace contextRef="#ctx0" brushRef="#br0" timeOffset="18696.56">20672 12903 2390 0,'-21'-7'139'0,"5"-1"-14"0,-2-1-15 0,1 0-5 0,0-2-12 0,-1-1-6 15,-4-6 3-15,5-5 2 0,2-4 9 16,5-4-5-16,8 0 8 0,10-8-7 16,14-14-11-16,24-12-11 0,17-3-4 0,18 5-1 15,14-2-12-15,9-2-5 0,45-15-3 16,-31 27-4-16,8 4-4 0,3 3-3 16,1 3-8-16,0 5-1 0,-6 8-3 0,-6 3-3 15,-4 3 3-15,-11 6-6 0,-27 6-2 16,-7 2-3-16,-10 2-8 0,-16 5-2 0,-7-1 5 15,-9 1 3-15,-4 3-9 0,-5-1 6 16,-3 3-4-16,-4-3 0 0,3 1 1 0,-3 0-2 16,1 1 1-16,-1 1 4 15,0-2-4-15,-11 2-10 0,19-2-41 0,-9 2-35 16,-10 0-42-16,13-2-56 0,-13 2-62 16,10-1-97-16,-10 1-217 0,0 0 15 0,0 0 57 15,0 0-183-15,0 0-159 0</inkml:trace>
  <inkml:trace contextRef="#ctx0" brushRef="#br0" timeOffset="18996.65">22189 11644 2106 0,'0'0'146'0,"-1"-7"-16"16,1 7-14-16,0 0 8 0,0 0 38 0,28 2 17 15,-11 1 19-15,6 1 6 0,2 1-2 16,11 2-10-16,2 2-16 0,-1 3-15 0,-1 2-18 16,-4-2-16-16,-1 5-13 0,-5-2-8 15,-9-1-12-15,-5 0-5 0,-5 4-8 0,-5-1-3 16,-5 5-9-16,-11 11-7 0,-12 10-3 16,-6 0-7-16,-6-3-6 0,1-2-9 15,1 2-21-15,0-2-41 0,3-1-47 16,3-6-73-16,-1 2-59 0,8-8-57 0,2-1-52 15,-2-1-90-15,3-2-131 0,-4-4-34 16,12-3 52-16,-2-1-242 0,1-2-248 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26:52.8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9946 3335 1341 0,'-20'-2'352'0,"20"2"-94"0,-13-5-24 0,5 0-33 16,8 5-17-16,-11-9-15 0,4 2 1 15,-2 1-1-15,4-1 3 0,-1 2 14 0,6 5 1 16,-9-7-11-16,5 2-27 16,4 5-16-16,0 0-15 0,0 0-14 0,0 0 15 15,0 0 11-15,0 0-10 0,-3 29-3 0,6-12-9 16,3 3-5-16,-1-1-6 0,4 3-8 16,5 3-10-16,5-2-4 0,4 0-8 15,6-5 1-15,3 0 0 0,12-9-3 16,21-9-4-16,7-12-9 0,29-11-4 0,0-12-7 15,6-7-1-15,3-8-8 0,3-3 13 16,-7-2-3-16,-2 0-4 0,-3 5-4 0,-12 6 6 16,-8 5 2-16,-25 11-4 0,-8 3-3 15,-14 11-4-15,-3-1-2 0,-12 5-4 0,-2 6-1 16,-4-3-9-16,-1 3 6 0,-5-1-5 16,1 2-5-16,0-1 1 0,-1 2 0 15,-7 2-3-15,11-4 3 0,-4 0-6 0,-7 4 0 16,7-3-8-16,-7 3-37 15,7-2-61-15,-7 2-75 0,0 0-95 0,0 0-119 16,0 0-164-16,0 0-217 0,0 0 83 16,0 0-483-16,0 0-636 0</inkml:trace>
  <inkml:trace contextRef="#ctx0" brushRef="#br0" timeOffset="820.13">16011 5779 3539 0,'-10'7'107'0,"-1"3"-4"0,4 0-10 0,-1 0 14 0,0 2 14 16,3 2 26-16,-3-2 19 15,4 5 8-15,2-5-9 0,2-2-10 0,6 4-5 16,5-4 7-16,4-5-1 0,10-2-6 16,21-11-14-16,19-13-13 0,30-18-17 15,11-18 13-15,38-28-18 0,8-10-12 0,4-6-9 16,-3 0-10-16,-7 3-6 0,0 11-8 15,-44 27-2-15,-10 11-11 0,-16 8-6 0,-22 18-6 16,-13 2-4-16,-12 7-2 16,-6 2-5-16,-6 4-5 0,-3 5 6 0,-3 1-10 0,-6 2 9 15,-5 0-9-15,12 0-3 16,-12 0-1-16,0 0-41 0,13 3-65 0,-13-3-89 16,6 5-137-16,-6-5-180 0,-2 9-243 15,2-9-4-15,-8 8 91 0,8-8-513 0,-11 11-640 16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27:06.7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16428 7904 2470 0,'0'-7'230'0,"0"7"-29"0,2-14-2 0,0 8 0 0,-2 6-10 0,0-9-35 0,0 9-28 16,2-7-25-16,-2 7 27 15,0 0 29-15,0 0 11 0,25 26 5 0,-10 1 3 0,0 4 4 16,5 10-5-16,3 2-7 16,-5 1-6-16,3-2-2 0,-4-1-14 0,-1-7-16 15,-5-1-12-15,-1-2 1 0,-3 1-19 16,1-9 1-16,-4 0-12 0,-3-6-9 0,1 1-7 16,-2-2 2-16,0-3-11 15,0-1-6-15,0 1-12 0,-2-3-4 0,2-3 0 0,-3-1-13 16,-3 0-13-16,6-6-12 0,-11 1-13 15,11-1 3-15,-25-8-15 0,8-2-1 0,-2 2 6 16,2 2 0-16,-5-3 4 0,6 4-2 16,-6 2 2-16,6-1 4 0,-4 4-2 0,1 4 6 15,1 1-6-15,0 0 5 16,1 4 0-16,2 2 5 0,2 3 1 0,1 1 11 16,2 3-1-16,3 0 3 0,3 0 6 15,4 0-2-15,0 2-5 0,4-3 5 0,3 3-2 16,4-3 8-16,3 1-5 0,5 1-2 15,0-4-4-15,1-3 2 0,-4-2 0 0,6-3-9 16,-6 0-30-16,2-2-41 0,1-3-61 16,-2-1-77-16,-2-2-118 0,2-3-116 15,-1-1-135-15,-3-3-176 0,1-1 61 16,-2-3 82-16,2-3-457 0,3-7-534 0</inkml:trace>
  <inkml:trace contextRef="#ctx0" brushRef="#br0" timeOffset="316.97">16842 8262 2826 0,'0'0'38'0,"-7"-1"47"0,7 1 69 0,0 0 40 0,0 0 17 0,-9 19 12 16,9-10 11-16,0-1-11 0,4 1-17 16,1 3-18-16,2 0-13 0,2-2-16 0,5 2-11 15,1 0-14-15,3-3-16 16,-5-3-10-16,2 0-9 0,2-3-9 0,-1-1-8 15,-4-2-12-15,4 0-4 0,-3-2-3 16,-2-3-10-16,1 0-6 0,-3-2-2 0,1-3-6 16,-6 1-4-16,0-1-5 0,-4-4-5 15,-2-3-4-15,-4-4 4 0,-4 1-8 16,1 3 0-16,-3-1-2 0,5 6-9 0,-4 4-2 16,1 3-2-16,-3 3-1 0,-2 4-2 15,-3 2-25-15,3 2-36 0,2 2-41 0,-2 1-59 16,1-1-85-16,5 1-98 0,-1-2-124 15,2-4-172-15,6 1-27 0,2-4 71 0,0 0-408 16,0 0-481-16</inkml:trace>
  <inkml:trace contextRef="#ctx0" brushRef="#br0" timeOffset="633.04">17143 8185 3087 0,'2'-6'184'0,"-2"6"24"16,0 0 18-16,4-6 0 0,-4 6-18 15,0 0-12-15,0 0 21 0,0 0 6 16,0 0-15-16,16 16-22 0,-5-9-18 0,-8 1-12 16,8 2-22-16,0-1-8 0,-2 0-17 15,0 2-6-15,3-3-12 0,-1-2-9 0,2 1-12 16,-1-1 1-16,-1-2-7 0,1-2-4 16,-12-2-8-16,22-2-6 0,-8-4-2 15,1-1-5-15,-3-1 1 0,-1-2-7 16,-2-2-5-16,2-5-3 0,-6-3-9 0,2-2 0 15,-7-2-4-15,0-12-1 0,-1-2-2 16,-5 4-6-16,2 5-12 0,1 7-10 0,-4 1-18 16,3 5-30-16,-1 4-39 0,-1 3-48 15,1 1-51-15,-1 4-51 0,6 4-75 0,-12-1-82 16,12 1-125-16,0 0-169 0,-14 5 73 16,14-5-489-16,-9 5-591 0</inkml:trace>
  <inkml:trace contextRef="#ctx0" brushRef="#br0" timeOffset="1100.92">17538 7478 3416 0,'-10'-7'178'0,"2"0"38"0,5 1 16 15,-1 1-8-15,4 5-21 0,0 0 39 0,0 0 11 16,0 0-15-16,4 35-14 0,3-6-21 15,5 3-24-15,-1 4-15 0,7 10-15 0,-4 0-19 16,6-3-8-16,-5 2-10 0,-2-10-18 16,-3 4-22-16,1-3-4 0,-5 3-8 15,0-2-15-15,-4-2-3 0,-1-6-11 0,-1-4-8 16,0-7-1-16,0-2-4 0,0-2 9 16,0-4 2-16,0-5-3 0,0-5-10 15,0 0-5-15,0 0 8 0,0 0-6 0,8-25-12 16,-3 4 11-16,-1 6-3 0,4-7 1 15,2 2 2-15,-7 6-11 0,5-2 18 0,-2 2 4 16,2 3-5-16,-3-2 4 0,2 6-2 16,2 1 2-16,-2 5-6 0,2-1 2 0,-9 2-2 15,22 7-3-15,-13 2 7 16,0 4 2-16,1-2-7 0,1 7 2 0,-3-1-9 0,-2 3 4 16,-2 1 6-16,-2-1-4 15,0-1 3-15,-2 0-3 0,-2-1-2 0,-2-2 1 16,2-2 0-16,2-4-4 0,-4 2-1 15,2-4-6-15,-4-1-16 0,3-1-20 0,-5-2-52 16,3-2-59-16,5-2-101 0,0 0-141 16,-31-10-163-16,19-2-209 0,-3-12-22 0,1-2 94 15,5-3-625-15,6-4-770 0</inkml:trace>
  <inkml:trace contextRef="#ctx0" brushRef="#br0" timeOffset="1369">17774 7490 3991 0,'-6'-12'190'0,"-2"5"29"0,7-3 24 0,-5 7 9 0,6 3-16 0,0 0 27 0,0 0 29 0,0 0-12 0,7 24-24 16,7 2-13-16,-1 7-27 0,7 8-19 16,0 4-18-16,1-1-18 0,0 5-17 0,2 4-11 15,-6-1-13-15,4 5-11 0,-6-2-11 16,1-2-9-16,-3-3-10 0,-4 0-5 0,-1-13-6 15,0-1-9-15,-4-5-59 0,-3-5 0 16,3-7 0-16,0-4 0 0,-2-5-82 0,-2 0-102 16,1-6-97-16,-1-4-123 0,0 0-114 15,0 0-134-15,0 0-181 0,0 0 65 0,0 0 79 16,0-25-597-16,0 17-744 16</inkml:trace>
  <inkml:trace contextRef="#ctx0" brushRef="#br0" timeOffset="1833.75">18302 7916 3784 0,'2'-8'152'0,"1"2"45"0,-3 0 33 0,0 6 32 0,2-6 27 0,-2 6-9 0,0 0-13 16,0 0 16-16,0 0 34 16,0 0-9-16,0 41-19 0,-2-2-37 0,1 6-15 15,-3 13-24-15,0 2-20 0,0 10-19 16,1 1-11-16,-4 5-22 0,4-2-10 0,-3-1-102 16,2-4-29-16,1-3 0 0,-3-6 0 15,1-6 0-15,0-13 0 0,1 0 0 0,1-8 0 16,-1-8 0-16,0-5 0 0,0-7-131 15,3-5-199-15,-1-7-105 0,2-1-89 0,0 0-82 16,-9-21-108-16,9 3-59 0,-5-18 66 16,-1-18-644-16,3-9-805 0</inkml:trace>
  <inkml:trace contextRef="#ctx0" brushRef="#br0" timeOffset="2016.56">18092 8167 3773 0,'-13'-19'86'15,"3"7"69"-15,1 0 63 0,1 3 59 0,2 2 58 16,0-1 12-16,3 3-10 0,-3 0-31 15,6 5-32-15,-5-7-30 0,5 7-25 16,0 0-21-16,0 0-19 0,0 0-19 0,0 0-18 16,16 29-42-16,-2-16-66 0,1 1-108 15,4 7-141-15,4-2-166 0,-8-2-197 0,8 2-260 16,2-2 69-16,-2 0 84 0,-4-4-622 16,0-1-766-16</inkml:trace>
  <inkml:trace contextRef="#ctx0" brushRef="#br0" timeOffset="2383.04">19068 7420 3931 0,'-4'-20'126'0,"0"5"46"0,2 4 62 16,-1-1 63-16,-1 4 48 0,4 1 16 0,-2 2-11 16,-1-2-29-16,3 7-30 15,0-8-34-15,0 8-3 0,0 0 25 0,11 22 2 16,-2 7-17-16,0 8-30 0,7 17-40 16,-1 1-194-16,0 4 0 0,2 3 0 0,-3-1 0 15,1 0 0-15,-3 1 0 0,-1-4 0 16,-2-2 0-16,-1-6 0 0,-2-11 0 0,-3-4 0 15,-1-7 0-15,0-6 0 0,2-3 0 16,-2-4 0-16,-2-3 0 0,1-5 0 0,1-4 0 16,-2-3-234-16,0 0-261 0,16-15-28 15,-3-10-21-15,1-6-34 0,-1-4-42 0,4-8-41 16,3 1 10-16,-5 7-670 16,-3 6-779-16</inkml:trace>
  <inkml:trace contextRef="#ctx0" brushRef="#br0" timeOffset="3167.02">19394 7829 3474 0,'5'-14'-53'0,"1"3"72"0,-2 3 60 16,-3 2 36-16,-1 6 35 0,2-4 48 0,-2 4 25 15,0 0 3-15,0 0-12 0,0 0-19 16,10 22-16-16,-6-11-19 0,0 1-15 16,0 1-14-16,-3 1-10 0,5 0-18 0,-1-3-21 15,-4 0-49-15,5 1-54 0,-1-3-52 16,-1-1-54-16,2 0-60 0,-3-6-50 16,6 2-31-16,-9-4-38 0,0 0-19 15,0 0-10-15,27-12 22 0,-18 2 45 0,-2-3 81 16,2-6 52-16,0 1 64 0,-4 1 71 15,3 1 70-15,-5 1 78 0,3 1 52 0,-1 4 39 16,-4-1 31-16,3 4 12 0,-2 1 10 16,0-2 2-16,-2 8-2 0,3-12-10 0,-3 12-18 15,2-7-24-15,-2 7-24 0,6-7-19 16,-6 7-19-16,0 0-16 0,10-3-15 0,-10 3-15 16,9-4-13-16,-9 4-12 0,13-4-14 15,-4 0-22-15,-9 4-22 0,14-5-11 0,-14 5 0 16,14-4-6-16,-6 2-3 0,-8 2-3 15,0 0-4-15,12-3-2 0,-12 3-2 16,0 0 2-16,0 0 5 0,18 9 12 0,-12-4-1 16,1 1-3-16,-3 0 1 0,2 4-2 15,0 0-5-15,-3-1-15 0,3-1 0 16,-2-2-10-16,-1 3 9 0,3-3-13 16,-2 2 11-16,2-4-3 0,-6-4-3 0,13 6 3 15,-13-6-3-15,17 0-7 0,-17 0-6 16,19-8-15-16,-7 1-2 0,-1-4-9 0,3-2-4 15,-5-4 0-15,9-9-15 0,-5-1 10 16,1-6-7-16,0-1 6 0,-1-1 6 0,3 3-2 16,-9-1 8-16,2 3 4 0,-4 3 2 15,1 7 1-15,-3 5 25 0,-3 1 13 16,4 2 9-16,-2 1 10 0,0 3 0 16,0 2 11-16,-1-2-9 0,-1 8 3 0,0-13 1 15,2 9-2-15,-2 4 1 0,0 0 15 16,0 0 5-16,0 0-6 0,0 0 3 0,9 29-9 15,-7-12-7-15,-1 9 0 0,3 13-3 16,0 1-8-16,-2 3-2 0,-1 1-7 0,1-1-32 16,-2-2-34-16,-2-1-36 0,4-2-56 15,-2-9-54-15,4-5-49 0,-2-8-51 0,0 1-36 16,1 0-20-16,0-9 2 16,3-1 21-16,-3-4 36 0,-3-3 42 0,10 0 63 0,-10 0 56 15,0 0 70-15,13-11 76 0,-9 7 58 16,-4 4 63-16,8-9 54 0,-5 2 50 15,1 3 19-15,0-3 25 0,-3 2 5 16,-1 5 11-16,9-11-9 0,-6 4-28 0,5 1-27 16,-3-1-24-16,7 0-22 0,-4 0-17 15,3-2-38-15,-1 0-39 0,1 1-69 0,0-1-81 16,-1 0-64-16,1 2-89 0,-1 0-88 16,0 0-104-16,-5-1-100 0,3 6-117 0,-5-3-182 15,-3 5 58-15,0 0 74 0,0 0-565 16,0 0-694-16</inkml:trace>
  <inkml:trace contextRef="#ctx0" brushRef="#br0" timeOffset="4001.31">17983 8772 3510 0,'0'0'37'0,"0"0"11"0,0 0 38 0,-41 13 45 0,3 1 50 0,-20 5 33 15,-6 6 30-15,-22 6 22 0,-2 10 30 16,0-2 13-16,-3 2-11 0,-3 5-20 16,-1 2-3-16,4 0-10 0,-1 1-13 15,12 3-17-15,4 0-15 0,8-3-7 0,18-15-18 16,7-1-20-16,7-5-17 0,12-7-17 16,3-2-13-16,4-4-92 0,6-5-36 0,-1-1 0 15,4-2 0-15,4-3 0 0,-3 2 0 16,3-3 0-16,-1 2 0 0,5-5 0 15,-8 6 0-15,8-6 0 0,-6 5 0 0,6-5 0 16,0 0 0-16,-2 5 0 0,2-5 0 16,0 0 0-16,0 0 0 0,0 0-222 0,0 0-188 15,0 0-111-15,0 0-112 0,25-12-200 16,-16 0 37-16,5 0 90 0,5-11-678 0,4 2-838 16</inkml:trace>
  <inkml:trace contextRef="#ctx0" brushRef="#br0" timeOffset="4700.84">19742 8453 3992 0,'0'0'69'0,"0"0"5"0,0 0 23 0,0 0 37 0,0 0 5 0,0 0 11 15,23-17-3-15,11 2-1 0,22-6-13 16,8-1-12-16,35-4-15 0,21 0-7 16,13 3-12-16,12 0-12 0,4 0-4 15,8 6-4-15,-1 3-10 0,-9 3-7 0,-14 4-4 16,-18-2-6-16,-37 6-6 0,-14-1-3 16,-18 4-11-16,-4-2-5 0,-13-1-10 0,-6 2-11 15,-8 0-17-15,-4 1-22 0,-3 0-22 16,-8 0-45-16,0 0-70 0,0 0-93 15,0 0-107-15,-6-12-159 0,-5 6-134 0,-1-3 73 16,-3-1-451-16,2-2-525 0</inkml:trace>
  <inkml:trace contextRef="#ctx0" brushRef="#br0" timeOffset="4933.08">21469 8003 2904 0,'0'0'128'0,"5"-3"26"0,-5 3 10 15,14-3 20-15,-5 3 37 0,-9 0 30 0,24 2 16 16,-12 2 2-16,6 4-11 0,1 1-2 16,4 7-24-16,-2 5-18 0,-4 1-10 15,-2 2-19-15,-4-2-6 0,-2-1-27 16,-8 0 7-16,-1-1-15 0,-1 4-19 0,-11 10-12 16,-3-3-18-16,-3 0-10 0,-10 2-54 15,4-9-66-15,-12 5-64 0,8-7-97 0,-5-1-121 16,8-4-137-16,-4-2-171 0,0-2-130 15,6-5 75-15,6-3-617 0,2 0-755 0</inkml:trace>
  <inkml:trace contextRef="#ctx0" brushRef="#br0" timeOffset="9532.52">14875 9682 3233 0,'4'3'-196'0,"-4"-3"26"0,0 0 23 0,0 0 52 16,7 4 46-16,-7-4 11 0,0 0 22 0,0 0 25 15,0 0 14-15,0 0 4 0,18-4 1 16,-18 4 13-16,5-6 3 0,-5 6 2 0,6-3 12 16,-6 3 1-16,0 0 8 0,8-6-2 15,-8 6-1-15,0 0 2 0,0 0 4 16,0 0 0-16,0 0 4 0,4-5 5 16,-4 5-5-16,0 0-3 0,0 0 9 0,0 0-13 15,0 0-2-15,0 0-5 0,0 0 2 16,0 0 15-16,0 0 1 0,0 0 11 15,0 0 0-15,0 0 4 0,0 0-4 0,0 0-2 16,0 0-7-16,0 0-10 0,0 0-5 16,-8-9-9-16,8 9-3 0,0 0-9 0,-6-6 0 15,6 6-5-15,0 0-5 0,0 0 1 16,-5-6-7-16,5 6-2 0,0 0-5 0,0 0-2 16,-8-3 1-16,8 3-3 15,0 0-3-15,0 0-1 0,-7-5-1 0,7 5 2 0,0 0-4 16,-9-5 0-16,9 5 1 15,-5-4-5-15,5 4 0 0,0 0 1 0,-7-5-1 16,7 5 0-16,-8-3 3 0,8 3 0 16,0 0-3-16,-6-5-2 0,6 5-2 0,-8-4 2 15,8 4-4-15,0 0 4 0,-7-4 3 16,7 4-3-16,-6-4 0 0,6 4 0 0,-7-5-2 16,7 5 3-16,-6-4-3 0,6 4 4 15,-8-5-3-15,8 5 3 0,-5-3-2 0,5 3 1 16,-8-4 2-16,8 4-7 0,0 0 0 15,-12-5 3-15,12 5 2 0,-7-3-1 16,7 3 0-16,-8-2-4 0,8 2 0 16,-12-2 0-16,12 2 3 0,0 0 0 15,-18-1-5-15,18 1 4 0,-12-2 1 0,12 2 1 16,-13-2-1-16,13 2-3 0,-13 0 0 16,13 0 4-16,-16-2-3 0,16 2 2 0,-14-1-1 15,3 1-2-15,11 0-1 0,-14 0 3 16,14 0-3-16,-18 0 1 0,18 0-1 0,-17 0 6 15,17 0-8-15,-12 0 4 0,12 0 1 16,-11 0-4-16,11 0 3 0,0 0-1 0,-15 0 2 16,15 0-2-16,0 0-2 0,-11 1 4 15,11-1-2-15,-10 4-2 0,10-4 0 0,-10 5 1 16,5-1 2-16,-1-1-1 16,1 2 4-16,-1-2-6 0,0 3 0 0,-2-1 5 0,3 2-2 15,-3-1-2-15,5-1-1 16,-8 2 2-16,8 0 3 0,-5 0 0 0,3 0-2 15,-2 0-1-15,2 1 2 0,1-2-4 16,-2 0 2-16,1 1-1 0,1 1 1 0,1-2 1 16,-4 0 0-16,3-2-2 0,3 4 1 15,-5-3 0-15,2-1 0 0,2 4 1 16,2-8-2-16,-3 12 5 0,-1-7-2 0,1 1 2 16,1 0-1-16,1 0-1 15,1 2 1-15,0-8 3 0,-2 11-1 0,2-5 0 16,2 0 1-16,-2-6 0 0,-2 16-2 15,2-9 0-15,2-1-2 0,-2-6 2 0,0 14 1 16,0-7-2-16,1 0 2 0,-1-7-3 16,0 12-1-16,0-12 0 0,0 14 4 0,2-8-1 15,-2-6 0-15,0 11 0 0,0-11-3 16,0 12 1-16,0-12-1 0,3 11 2 0,-3-4-1 16,0-7 1-16,4 13 2 0,-4-7-5 15,0-6 4-15,2 15 0 0,-2-11 0 0,0-4 0 16,0 14-3-16,0-8 6 0,0-6-2 15,0 13 0-15,1-7 0 0,-1 4 2 0,0-3 1 16,0-7-2-16,0 15 0 16,2-6 14-16,-2-3 16 0,2 3-3 0,-2-9-2 15,2 14-2-15,0-6-3 0,0-1-2 16,0 1-2-16,-1 1 0 0,-1-9-6 0,4 14 1 16,0-8-2-16,-1 1-3 0,-2-2 3 15,3 1-1-15,-4-6 4 0,6 12 9 16,-5-7 9-16,-1-5 5 0,10 8-2 0,-7-3-3 15,-3-5 2-15,9 9-5 0,-6-6 4 16,-3-3 6-16,10 7-1 0,-10-7-4 16,11 7-3-16,-11-7-5 0,8 7 0 15,-2-3-3-15,-6-4-2 0,7 4-3 0,-7-4-6 16,9 4 3-16,-9-4-3 0,10 5-1 0,-10-5-3 16,11 5 0-16,-11-5-3 0,8 7 1 15,-2-3 0-15,-6-4-3 0,11 6-1 16,-7-4 5-16,2 2-4 0,-6-4 0 0,12 4-3 15,-9 1 1-15,-3-5 2 0,11 4-2 16,-11-4-3-16,8 5 1 0,-8-5 1 0,8 3-2 16,-8-3 2-16,9 6 4 0,-9-6-7 15,8 4 8-15,-3-2 4 0,-5-2 15 0,16 2 12 16,-16-2-4-16,18 3-9 0,-9-2 2 16,-9-1-6-16,23 1-2 0,-10 1 1 15,0-2-2-15,-13 0-5 0,25 0-2 0,-11-2 3 16,-14 2 0-16,25 0-4 0,-13-1-1 15,1 1-3-15,1-1-2 0,-1-2 8 16,1 2-8-16,-1 0 3 0,1-1 1 16,-1 0 0-16,-2 0-2 0,3-2-2 0,-3 2-4 15,-1-1 1-15,1 0 1 0,0-1 0 16,-1 2 2-16,0-3-2 0,-1 1 3 0,1 0-4 16,-1 0-2-16,0-2 7 0,-1 2 1 15,0-1-6-15,1 0 2 0,1 0 4 0,-5 1-6 16,3-2 4-16,-2 2-9 0,-6 4-7 15,11-10 6-15,-1 5 0 0,-4 1 1 0,-1-2 13 16,1 0 25-16,-1-1-12 0,0 1 3 16,1-1-3-16,-3-3-1 0,1 3-3 0,2 0-2 15,-3 0-8-15,1 0 8 16,2-3-7-16,-2 1 0 0,0 3-3 0,-1-5 2 16,-1 3-21-16,2-2 17 0,2 1-1 15,-5 1-13-15,1 0 22 0,3 0-3 0,-1-1-1 16,-3 1 1-16,3-2 0 0,0 2 4 15,-1-1-3-15,-3-1-1 0,4 0 3 0,-2 1-3 16,2-1 3-16,-4 2 5 0,3-3 2 16,-2-1-4-16,-1 4-1 0,2-2 0 15,-2-1-2-15,0 3-3 0,-2-3-2 16,2 3-1-16,0 0 0 0,0-1 5 0,-1-1 0 16,-2-2-18-16,-1 3 6 0,-2-1 14 15,5 0-15-15,-7-1 12 0,3-1 0 0,-4 0-5 16,0 1 1-16,2-1 1 0,-5-2 1 15,-3 1-1-15,6 3-1 0,-7-2 0 0,3 1 0 16,1-1-1-16,1 2-4 0,-3 3-2 16,3-1-3-16,0 1 3 0,1 2-1 0,-1 0-2 15,-2 3-8-15,1 0-5 0,-3 2-15 16,-1 0-44-16,3 4-57 0,-1 3-71 16,-4 3-102-16,2 2-111 0,2 1-118 0,-2-1-197 15,-4 7-73-15,2-5 95 0,7 1-618 16,-3-3-783-16</inkml:trace>
  <inkml:trace contextRef="#ctx0" brushRef="#br0" timeOffset="18665.77">6225 14166 3195 0,'2'5'-274'0,"-2"-5"40"0,0 0 29 0,0 0 19 0,0 0 32 0,0 0 4 0,0 0 10 16,0 0 19-16,21-13 11 0,-19 9 15 16,-2 4 5-16,6-7 15 0,-6 7 2 15,3-6 12-15,-3 6 3 0,0 0 5 16,0 0 10-16,0 0 3 0,0 0 2 0,0 0 5 15,0 0 1-15,-32 6 11 0,23-1 0 16,-3 1 0-16,3-1 7 0,-1 0 7 0,1 0 2 16,3-1 7-16,-2-1 6 0,8-3 5 15,-9 5 5-15,9-5 7 0,0 0 3 16,-7 2-1-16,7-2-3 0,0 0-3 0,0 0 4 16,0 0-4-16,0 0-7 15,11-17-7-15,-11 17 3 0,5-5-2 0,-5 5 4 0,4-6-5 16,-4 6-2-16,0 0 1 15,0 0-3-15,0 0 10 0,0 0-7 0,0 0-2 16,0 0-5-16,0 0 5 0,0 0 8 16,0 0-9-16,-29 6-2 0,29-6 5 0,-11 1 2 15,11-1-13-15,0 0 8 0,-12 2-1 16,12-2 3-16,0 0-4 0,0 0 0 16,-9 2 5-16,9-2-1 0,0 0-4 0,0 0-7 15,0 0-6-15,0 0-58 16,0 0-45-16,-11 0-224 0,11 0 145 0</inkml:trace>
  <inkml:trace contextRef="#ctx0" brushRef="#br0" timeOffset="19280.48">7601 13911 877 0,'0'0'-21'0,"-6"-5"-1"0,6 5-1 0,-1-6 12 0,1 6 31 16,-2-10-8-16,2 10-1 0,2-12 0 16,1 5 5-16,3-1-5 0,-2-1-2 0,0 2 7 15,2 2-3-15,-3 0 0 0,-3 5-7 16,4-8 2-16,-4 8 1 0,2-6-1 0,-2 6-8 15,0 0 12-15,0 0-3 16,0 0-7-16,-17 14 8 0,9-5-7 0,-3 1-3 16,3 0 6-16,-4 2-10 0,1-2 5 15,4-1-3-15,1 0-2 0,0-3 3 0,2 1-1 16,2 0 0-16,2-7 4 0,-1 11-3 16,1-11-10-16,1 6-40 0,-1-6-41 15,2 9-83-15,-2-9-51 0,0 10 77 0</inkml:trace>
  <inkml:trace contextRef="#ctx0" brushRef="#br0" timeOffset="22230.04">13572 13817 662 0,'-2'-12'1'0,"2"7"-1"0,0 5 1 0,2-9 3 0,-2 4 6 0,0 5 8 0,2-10-6 0,-2 10-2 16,1-5-1-16,-1 5-1 0,0 0-2 0,0 0 3 15,0 0-3-15,0 0 5 0,0 0-4 16,0 0-1-16,0 0 9 0,0 0-15 16,0 0-22-16,0 0-28 0,0 0-32 15,0 0-136-15,0 0 74 0</inkml:trace>
  <inkml:trace contextRef="#ctx0" brushRef="#br0" timeOffset="22612.92">13660 13805 617 0,'0'0'40'0,"0"0"14"15,-12 13 9-15,8-11 13 0,4-2 13 0,-13 5 6 16,7-3 8-16,6-2 5 0,-7 3 5 16,7-3 6-16,0 0-3 0,0 0-11 15,0 0-5-15,0 0-12 0,0 0-7 0,9-17-7 16,2 9-9-16,1-1-6 0,-1-1-3 16,2 0-7-16,-1 1-4 0,1-1-5 15,-3 0-4-15,1 4-3 0,-5 1-2 16,0-1-3-16,-3 2 2 0,-3 4-1 0,5-5 10 15,-5 5 20-15,0 0 12 0,0 0 4 16,-44 9 6-16,11-2 5 0,-1 3-6 0,2 0 10 16,-1 0-1-16,10-5-6 0,7-1-2 15,2 0 23-15,5 0 6 0,9-4-11 0,-6 4-11 16,6-4-3-16,0 0-8 0,0 0-14 16,65-16-33-16,-33 6-40 0,2-2-48 15,0-2-28-15,1 0-22 0,-5 2 2 0,0 1 5 16,-5-1 6-16,-7 6 7 15,-3 0 9-15,-6 1 5 0,-1 1 4 0,-4 2 8 16,-4 2 6-16,0 0 2 0,0 0 8 16,0 0 4-16,-36 6-3 0,17-1-42 0,-14 9-54 15,-1-2-79-15,5 3-132 0,-5-1-122 16,0 2-63-16,5 3-40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41:15.7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14940 10492 1731 0,'0'0'255'0,"5"-3"-60"15,-5 3-27-15,0 0 2 0,4-6 14 0,-4 6 27 16,0 0-2-16,0 0-11 0,0 0 15 15,5-7 10-15,-5 7 5 0,0 0 3 0,0 0 1 16,2-8-17-16,-2 8-7 0,0 0-13 16,0 0-11-16,2-9-7 0,-2 9-5 0,0 0-2 15,0 0-3-15,0 0-11 0,0 0-10 16,0 0-12-16,0 0-22 0,-25 0-13 0,25 0-1 16,-31 5-17-16,13 0-9 15,2 1-7-15,-5 0-6 0,-2 0-6 0,4 0-5 16,3 1-13-16,2-2 6 0,-4 0-7 15,5 3-4-15,-1-4-5 0,3 0-4 0,0-1-6 16,1 3-3-16,3-2-11 0,-3-1-3 16,10-3 1-16,-14 7-2 0,14-7 0 15,-9 2-3-15,9-2-3 0,-9 9 8 0,2-5-1 16,7-4-1-16,-7 10-2 0,3-4 6 16,1-1-2-16,3-5 2 0,-8 9-4 0,8-9 1 15,-6 9-4-15,4-3 10 0,2-6-3 16,-2 10-2-16,2-10 3 0,7 9 3 0,-6-1-2 15,5 0-1-15,1 1-1 16,3-1 5-16,4 3 3 0,0-2-5 0,8 2 0 16,-1-4 8-16,9 4-9 0,3-3 9 15,-7-1-2-15,-2 0 1 0,-1-2 1 0,2 0-5 16,0 2 8-16,-1-2-4 0,-8 2 3 16,4 0 2-16,-6 1 15 0,-2 3 9 0,-1-1 13 15,-3 3 17-15,-6-1 11 0,-2 2 4 16,-4 1 6-16,-3 2 8 0,-5 1 7 0,-9 3-4 15,-2 0-60-15,0-5-42 0,-4 2 0 16,1-5 0-16,3-2 0 0,6-4 0 16,0-3 0-16,0 0 0 0,4-2 0 15,-3-1 0-15,3 1 0 0,13-2 0 0,-21-2 0 16,21 2 0-16,-22-1 0 0,22 1 0 16,-20-2 0-16,20 2 0 0,-17-2 0 15,9 4 0-15,8-2 0 0,-16 0 0 0,16 0 0 16,-11 2-5-16,11-2-504 0,-11 5-125 15,8 2-164-15,-6 0-71 0,6 0 96 0,1-1-793 16,-2 3-1007-16</inkml:trace>
  <inkml:trace contextRef="#ctx0" brushRef="#br0" timeOffset="1899.25">9878 12390 4496 0,'0'0'-78'0,"-5"-8"5"0,5 8 7 0,0 0 19 16,0 0 30-16,0 0 37 15,-11 23 20-15,7-9 17 0,2 0 5 0,2 1 9 16,-2 2 0-16,4 1-4 0,-4-1-12 16,4 1 6-16,2-1-10 0,-1-1 0 0,-1 1-9 15,0 1-3-15,0-5-1 0,0 3-6 16,1-1-2-16,-3-1-15 0,0-1-41 0,2 1-52 15,0-2-69-15,0 2-67 0,1-4-84 16,-3 0-104-16,2-5-217 0,0-1 37 16,-2-4 76-16,0 0-224 0,0 0-221 0</inkml:trace>
  <inkml:trace contextRef="#ctx0" brushRef="#br0" timeOffset="2199.23">10210 12363 2261 0,'0'0'107'0,"0"0"1"0,0 0 12 0,0 0 31 16,0 0 20-16,-27 20 4 0,23-8-2 16,-1 4 0-16,3 1-9 0,0 1-7 15,4-2-10-15,4 1-4 0,2 0-9 16,7-1-6-16,8 2-14 0,5-3-3 0,3-6-8 16,5-3-9-16,-4-4-10 0,6-6-9 15,1-3-5-15,-1-5-8 0,-4-2-4 16,-4-1-4-16,-5-3-5 0,-12 3-4 0,-1 0-9 15,-10 1-1-15,-4-3-4 0,-10 0-1 16,-11-9-8-16,-13 1-4 0,-4-1-5 0,-6 7-6 16,8 6-16-16,1 1-10 0,-1 8-21 15,5 0-34-15,7 6-44 0,1 0-65 0,1 2-76 16,5 2-103-16,4 0-166 16,4 0-104-16,5-2 61 0,0 1-323 0,6-5-376 15</inkml:trace>
  <inkml:trace contextRef="#ctx0" brushRef="#br0" timeOffset="5466.53">19977 11493 850 0,'-8'5'383'0,"3"-1"-171"0,-2-1-82 16,7-3-55-16,-11 5-47 0,8-4-60 0,3-1-39 15,-11 6-74-15,11-6-122 0,-11 5-129 16,8 1 93-16</inkml:trace>
  <inkml:trace contextRef="#ctx0" brushRef="#br0" timeOffset="5915.61">19493 12114 1372 0,'9'-24'198'0,"1"3"-22"0,9-2-13 15,4-4-6-15,2 4-8 0,9-5-1 16,-6 7-2-16,3 7-11 0,-1-1-15 15,-3 8-8-15,-4 4-11 0,-4 3-9 16,-4 5-1-16,-2 4-1 0,-4 4 14 0,-6 12 21 16,-9 8 11-16,-7 13 17 0,-8 0 9 15,-4 0 9-15,-6 2 11 0,1 0 17 0,2-7 20 16,1-1 16-16,8-11 1 0,1-5 3 16,5-7-1-16,8-3 10 0,-1-4 3 15,6-5 7-15,0-5-8 0,17 0-18 0,4-7-23 16,15-7-17-16,14-6-23 0,7-4-19 15,3 2-13-15,1-5-42 0,3 2-66 0,1 0-97 16,-2 3-102-16,-4 1-96 0,-6 2-117 16,-13 7-112-16,-4 1-116 0,-7 4-176 15,-10 4 31-15,-4 1 89 0,-5 2-580 16,-2 0-708-16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28:22.2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13518 4780 1297 0,'0'0'301'0,"0"0"-66"0,0 0-23 0,0 0-9 0,0 0 1 0,0 0-3 0,0 0 3 15,0 0-7-15,0 0 7 0,-2-10 6 16,2 10 4-16,0 0 1 0,0 0 5 0,0 0-8 16,0 0-5-16,0 0-13 0,0 0-15 15,-7-10-14-15,7 10-5 0,0 0-2 16,-7-6-6-16,7 6-4 0,0 0-5 0,-13-6-10 16,13 6-13-16,-9-7-4 15,9 7-13-15,-13-5-4 0,3 1-9 0,1 1 0 16,0-2 2-16,-1-1-5 0,-2 1 5 15,1 0-2-15,-1 2-4 0,-1-4-10 0,0 2-5 16,0 0-7-16,-3 0-7 0,1-1-25 16,-1 0-7-16,2 3 0 0,-4 1-1 0,1-2 0 15,0 2 8-15,-2 1-17 0,-4 1-4 16,4 0 2-16,1 0 10 0,-6 0-9 16,3 1 6-16,0 1-2 0,1 0-1 15,-4 0 3-15,3-1 2 0,1 0 2 0,0 2-1 16,-1 0-6-16,5 0-3 0,-6 1 4 15,8-1-3-15,-6 1-2 0,4-1-1 16,0 2 4-16,0 1-3 0,1-2 3 0,1 0-8 16,2 3 1-16,1-2-1 0,-2 0 0 15,4 0 4-15,-2 2 4 0,-3-3-8 0,5 4 5 16,2-1 5-16,-5-2 8 0,1 2 8 16,0 1 2-16,-2-1 6 0,4 0-2 0,-1-2 0 15,3 3-2-15,-3-2-20 0,1 1-18 16,-1 0 0-16,3 0 0 0,-1 2 0 15,0-3 0-15,2 2 0 0,-1 0 0 16,1-1 0-16,-1 1 0 0,1 0 0 0,-2 2 0 16,3-2 0-16,-1 1 0 0,2 3 0 15,-4-2 0-15,4 0 0 0,1 2 0 16,-3 0 0-16,2-2 0 0,3 2 0 0,-3 4 0 16,-1-1 0-16,3 0 0 0,1 1 0 15,1-1 0-15,-2-1 0 0,0 3 0 0,0 0 0 16,2-1 0-16,-2-3 0 0,2 1 0 15,0 2 0-15,0-3 0 0,0 3 0 0,2-3 0 16,0 1 0-16,0 1 0 0,0 3 0 16,-1-6 0-16,1 1 0 0,1 3 0 0,3-4 0 15,-5 2 0-15,3 0 0 0,2-1 0 16,-3-1 0-16,3 1 0 0,0 1 0 16,2-2 0-16,-1 0 0 0,2-1 0 15,2-1 0-15,-4 1 0 0,6-1 0 0,-1 0 0 16,5 1 0-16,-2 1 0 0,5-2 0 15,-4 0 0-15,6-1 0 0,-6 1 0 16,5 0 0-16,-1-1 0 0,-2-1 0 0,2 1 0 16,-4-2 0-16,0-1 0 0,3 1 0 15,-2 0 0-15,1-2 0 0,2 0 0 0,-1-1 0 16,-1 0 0-16,0-2 0 0,5 2 0 16,-1-1 0-16,-2-1 0 0,-1 0 0 0,3 0 0 15,-2-2 0-15,-1 0 0 16,3 0 0-16,-2 0 0 0,-1-2 0 0,3 2 0 15,-6 0 0-15,4-2 0 0,-6 0 0 0,2 1 0 16,-1-1 0-16,1 0 0 0,-2 2 0 16,0-2 0-16,1 1 0 0,1-2 0 15,0 1 0-15,-4-2 0 0,5 1 0 0,-1 0 0 16,-1-3 0-16,0 1 0 0,2 0 0 16,-1 0 0-16,-2 0 0 0,2 0 0 0,-3 0 0 15,5-2 0-15,-6 2 0 0,2 0 0 16,-1-1 0-16,-3 1 0 0,2-2 0 15,-1 1 0-15,-1 0 0 0,-1 1 0 0,2-3 0 16,-1 2 0-16,1-2 0 0,0 0 0 16,0-1 0-16,0 1 0 0,-2-2 0 15,1 2 0-15,1 1 0 0,-2-3 0 16,3-1 0-16,-2 3 0 0,-3-2 0 0,3 2 0 16,-1-5 0-16,-1 1 0 0,-1-2 0 15,3 1 0-15,-4-5 0 0,3-9 0 0,1-2 0 16,0-2 0-16,-3 1 0 0,-2-5 0 15,0 0 0-15,-3 8 0 0,0 1 0 0,0-1 0 16,-4 1 0-16,-5-6 0 0,2-1 0 16,-4 1 0-16,-1 1 0 0,-4 1 0 0,0 1 0 15,-2 2 0-15,-1 0 0 16,0-1 0-16,-1 2 0 0,2 2 0 0,-4 2 0 16,7 6 0-16,-1 3 0 0,0-1 0 15,-4 4 0-15,0 0 0 0,-4 1 0 0,-1 3 0 16,-2 4 0-16,1 0 0 0,1 2 0 15,-4 0 0-15,-1 4 0 0,-3-4-876 0,4 0-112 16,1 0 109-16,5 0-974 0,6 0-1278 16</inkml:trace>
  <inkml:trace contextRef="#ctx0" brushRef="#br0" timeOffset="2415.92">15750 4818 4612 0,'0'0'-282'0,"9"-2"55"0,-9 2 60 0,0 0 56 0,0 0 50 0,0 0 46 16,0 0 35-16,0 0 32 0,12-2 22 16,-12 2 15-16,0 0 6 0,0 0 10 15,0 0 5-15,0 0 1 0,0 0 3 16,0 0 0-16,0 0 1 0,0 0-1 0,0 0 4 16,0 0 5-16,0 0 8 0,2-8 11 15,-2 8 0-15,0 0 9 0,0 0 3 16,0 0-5-16,0 0 0 0,0 0 5 0,0 0-3 15,0 0 2-15,0 0 6 0,-25-3-7 16,25 3-3-16,-15-4-7 0,5 2-4 0,10 2-22 16,-21-2-6-16,10-1-8 15,0 2-10-15,11 1-6 0,-25-4-8 0,11 4-8 0,-1-2-5 16,1 0-4-16,-4 1-8 16,2 1-14-16,2-2-39 0,-4 2 0 0,3-2 0 0,0 2 0 15,0-1 0-15,-3 1 0 16,3 0 0-16,2 1 0 0,13-1 0 0,-31 0 0 15,16 0 0-15,0 2 0 0,0-2 0 16,-3 2 0-16,5-1 0 0,-1-1 0 16,2 2 0-16,-2 0 0 0,-1 0 0 0,-1 0 0 15,3-1 0-15,1 2 0 0,-1-2 0 16,2 0 0-16,11-1 0 0,-19 4 0 0,10-2 0 16,9-2 0-16,-22 3 0 0,13-2 0 15,-1 1 0-15,10-2 0 0,-20 5 0 16,9-3 0-16,0 0 0 0,11-2 0 15,-21 6 0-15,14-5 0 0,-3 2 0 0,-2-1 0 16,1 2 0-16,0 0 0 0,1-1 0 16,1 1 0-16,0 0 0 0,-2 2 0 0,2-4 0 15,2 4 0-15,-1-2 0 0,-2 1 0 16,5 1 0-16,-4 0 0 0,0-2 0 0,5 2 0 16,-3-1 0-16,7-5 0 0,-11 10 0 15,6-3 0-15,-2-2 0 0,1 4 0 16,3-2 0-16,-3 1 0 0,3 1 0 15,-1-1 0-15,-1 1 0 0,1-1 0 16,3 1 0-16,-3-1 0 0,0 3 0 0,2-1 0 0,2-2 0 16,-1 1 0-16,-1 5 0 15,-2-4 0-15,2 2 0 0,2 0 0 0,-2-3 0 16,2 1 0-16,0 0 0 0,0-1 0 16,0 1 0-16,0-2 0 0,0 3 0 0,2-3 0 15,-2 2 0-15,2 0 0 0,2-1 0 16,-2 1 0-16,-1 2 0 0,1-4 0 0,2 1 0 15,-2 1 0-15,1 0 0 0,1-1 0 16,1 1 0-16,-1 0 0 0,-1 0 0 0,3-1 0 16,-3 1 0-16,3 0 0 15,1 1 0-15,-2-3 0 0,1 3 0 0,-1-1 0 16,2 0 0-16,0 1 0 0,0-3 0 16,3 5 0-16,-5-5 0 0,5 2 0 15,0 1 0-15,-3-1 0 0,2-2 0 0,1 3 0 16,1-3 0-16,1 1 0 0,0 0 0 15,-1-4 0-15,1 5 0 0,1-4 0 0,0 2 0 16,0-3 0-16,0-1 0 0,3 2 0 16,-1-1 0-16,0 0 0 0,0-1 0 0,-1-1 0 15,3-1 0-15,0 1 0 16,1 1 0-16,-3-3 0 0,0 1 0 0,-2 0 0 0,3-2 0 16,-1 3 0-16,0-3 0 15,0 0 0-15,1-3 0 0,2 3 0 0,2 0 0 16,-2-2 0-16,2 0 0 0,-1 2 0 15,1-1 0-15,-2-1 0 0,1 0 0 0,-2 0 0 0,1 1 0 16,-6-1 0-16,4 2 0 16,-1-2 0-16,-1 1 0 0,-1-1 0 0,-2 0 0 15,-11 2 0-15,25-4 0 0,-15 4 0 16,1-1 0-16,-11 1 0 0,23-3 0 16,-10 3 0-16,-2-4 0 0,3 2 0 0,1 0 0 15,-3 1 0-15,3-1 0 0,-2 1 0 16,0-3 0-16,1 3 0 0,-1-3 0 0,5 2 0 15,-5-1 0-15,1 0 0 0,-3-1 0 16,2 0 0-16,-1 0 0 0,-1 2 0 16,0-1 0-16,1-1 0 0,-1 0 0 15,-1 0 0-15,-1 0 0 0,0 0 0 0,1-2 0 16,-2 2 0-16,1-1 0 0,-1 2 0 16,0-2 0-16,1-3 0 0,0 4 0 0,-1-2 0 15,-2 1 0-15,4-1 0 0,-5-2 0 16,4 1 0-16,0 2 0 0,-4-2 0 0,3 5 0 15,-5-6 0-15,3 4 0 0,-6 4 0 16,10-10 0-16,-6 5 0 0,-4 5 0 0,5-8 0 16,1 4 0-16,-6 4 0 15,3-10 0-15,1 5 0 0,-4 5 0 0,8-11 0 0,-6 5 0 16,0-1 0-16,2 0 0 16,-4 7 0-16,4-14 0 0,-3 6 0 0,1-1 0 15,0 1 0-15,2-1 0 0,-2 1 0 16,-2 0 0-16,0 8 0 0,4-16 0 0,-4 3 0 15,2 3 0-15,2-2 0 0,-2 1 0 16,-2 1 0-16,0 0 0 0,1 1 0 0,-1-3 0 16,0 0 0-16,0 2 0 0,0 1 0 15,0-1 0-15,0 0 0 0,0 1 0 0,0 1 0 16,-1-1 0-16,1 1 0 0,-2 1 0 16,0-2 0-16,0 1 0 0,2-1 0 15,-2 1 0-15,0-3 0 0,0 3 0 16,0 0 0-16,0-1 0 0,0 2 0 0,0-2 0 15,0 1 0-15,1 1 0 0,-3-1 0 16,0 0 0-16,0 0 0 0,1-1 0 0,-4 1 0 16,4 0 0-16,-5-2 0 0,5 3 0 15,-7-3 0-15,4 3 0 0,-2-2 0 0,1 4 0 16,-2-5 0-16,-3 4 0 0,-1-2 0 16,-1 2 0-16,-1-1 0 0,-1 0 0 15,-2 0 0-15,-1 0 0 0,-1 0 0 0,4 4 0 16,-2-2 0-16,1 0 0 0,2 1 0 15,0 1 0-15,1 0 0 0,1-2 0 16,-1 5 0-16,3-1 0 0,0 0 0 16,-3 1 0-16,14 0 0 0,-23 0 0 0,14 0 0 15,-2 0 0-15,11 0 0 0,-20 1 0 16,11 0 0-16,9-1 0 0,-17 3 0 0,9-1 0 16,8-2 0-16,-15 1 0 0,15-1 0 15,-12 2 0-15,12-2 0 0,-9 2 0 0,9-2 0 16,0 0 0-16,-12 1 0 0,12-1 0 15,0 0 0-15,-7 2 0 0,7-2 0 0,0 0 0 16,-11 2 0-16,11-2 0 0,-9 5 0 16,0-2 0-16,2 1 0 0,-2-1-174 0,-4 4-507 15,2 0-167-15,0 1-58 16,-3-2 94-16,5 4-810 0,2 0-1062 0</inkml:trace>
  <inkml:trace contextRef="#ctx0" brushRef="#br0" timeOffset="3999.63">18504 4838 4042 0,'0'0'-245'0,"0"0"47"0,0 0 41 0,0 0 42 0,-3-10 45 16,3 10 38-16,0 0 33 0,0 0 33 0,0 0 32 16,0 0 24-16,0 0 23 15,-1-10 12-15,1 10 5 0,0 0 9 0,-4-9 3 0,4 9 9 16,-4-6-1-16,4 6 3 15,-5-8-6-15,-1 2 1 0,2-1-8 0,-4 2-1 16,1-2-3-16,-3-2-7 0,1 2-12 16,-1 1-6-16,-3-3-3 0,1 1-8 15,-1 1 0-15,0-2-6 0,-3 2-5 0,4 1-14 16,-4 0-9-16,-1 1-3 0,3 2-5 16,-2-2-4-16,-2 1-6 0,2 0-5 0,0 3 5 15,0-2 0-15,1 0-1 0,1 2 1 16,0 1 14-16,-4-1-1 0,3-1-4 0,2 2 5 15,-4 0-2-15,-1 0-3 16,4 0-1-16,-2 0-6 0,-3 2-1 0,4 0-9 16,-4 1 4-16,2 0-11 0,-3 0-4 15,4 3-3-15,-4-3 0 0,2 4 2 16,0 0-5-16,2-2-6 0,2 2-15 0,-6 1-5 16,4 1-1-16,2-2 1 0,-3 3 8 15,3-2-7-15,0 4 1 0,0-1 21 0,1 3-14 16,-3-2 5-16,1-1-8 0,4 0 1 15,-3 2 7-15,3 2-3 0,-1-1-2 0,5-1-5 16,-2 3 3-16,-3-1 18 0,2-1 0 16,5 1-4-16,-4 2 1 0,2-1-4 0,2-1 1 15,-1 0-3-15,2 2 3 16,2 0-5-16,6 2 0 0,-2-1 2 0,0 0 1 16,3 2 4-16,4 4-3 0,2 3-4 15,2-2 2-15,1 0 5 0,-1-5-7 0,-1-3 1 16,-1-1-3-16,2-1 0 0,-1 0-4 15,-1-1-1-15,-1-2 9 0,-1 0-10 16,2 0 1-16,-1-2 1 0,1 0-2 0,0 2-2 16,3-1 6-16,-1-1 2 0,5 0 2 15,-3 1 2-15,2-1 4 0,2 1 0 0,-2-3 4 16,4 0-3-16,0 2 0 0,0-4-4 16,2 0 1-16,-3-1-1 0,2 3-6 0,-1-4 2 15,-3 0-3-15,0 0 3 16,0 1-2-16,-4-1 0 0,4-1 0 0,-5 0 3 15,1 1 1-15,-1-2 13 0,-1 1 2 16,2-2-11-16,-1 1-16 0,1 0 0 0,-14-2 0 16,23 2 0-16,-13-2 0 0,-10 0 0 15,21 0 0-15,-21 0 0 0,18-4 0 0,-9 2 0 16,3-2 0-16,0 2 0 0,0-2 0 16,0-1 0-16,0 0 0 0,0 0 0 0,-1 0 0 15,-2 2 0-15,1-3 0 0,-1 2 0 16,2 0 0-16,0-1 0 0,-2-1 0 0,-4 0 0 15,6-2 0-15,-4 1 0 0,0 1 0 16,3-4 0-16,-2 0 0 0,-1-3 0 16,2 1 0-16,0-2 0 0,-2-3 0 15,2 2 0-15,1-2 0 0,0-1 0 0,-5 3 0 16,3-2 0-16,-1-2 0 0,1-2 0 16,-4 0 0-16,2 2 0 0,-3-3 0 0,1 1 0 15,-2 1 0-15,-2 1 0 0,0-2 0 16,0 0 0-16,0 2 0 0,0-2 0 0,-2 3 0 15,0 1 0-15,0 1 0 0,-1 0 0 16,1 3 0-16,-2-1 0 0,0 3 0 16,1-1 0-16,-4 0 0 0,4 3 0 0,-5-1 0 15,1 0 0-15,-2-2 0 0,-2 3 0 16,2 1 0-16,-3-2 0 0,-1 3 0 16,2-1 0-16,1 2 0 0,1-2 0 0,-2 3 0 15,0 0 0-15,2 0 0 0,4 1 0 16,-4 2 0-16,9 2 0 0,-13-8 0 0,10 6 0 15,-3-3-527-15,6 5-501 0,-5-7 109 16,5 7-1025-16,0 0-1365 0</inkml:trace>
  <inkml:trace contextRef="#ctx0" brushRef="#br0" timeOffset="8115.92">14000 9053 4936 0,'4'-5'-208'0,"-4"5"56"0,4-5 50 0,-4 5 46 0,0 0 42 0,4-7 38 0,-4 7 29 15,0 0 16-15,0 0 21 0,0 0 8 16,0-7 6-16,0 7 10 0,0 0 1 0,0 0 13 16,0 0 10-16,0 0 11 15,4-8 4-15,-4 8 15 0,0 0 7 0,0 0 7 16,0 0 5-16,0 0 0 0,0 0-15 15,-4-11-17-15,4 11-5 0,-10-7-8 0,10 7-5 16,-11-6-5-16,2 2-8 0,-1-1-4 16,-1 0-4-16,-3 1-10 0,-3-1-9 0,1 0-8 15,-2 2-7-15,-5 0-51 0,-2-1-31 16,7 2 0-16,-4-1 0 0,1 3 0 16,1-2 0-16,-3 2 0 0,1 0 0 0,1 0 0 15,3 2 0-15,-4-2 0 0,8 0 0 16,-6 3 0-16,3-1 0 0,2 0 0 15,-1 0 0-15,1-1 0 0,0 2 0 0,-4 1 0 16,3-1 0-16,-4-1 0 0,-1 3 0 16,1-1 0-16,-3 1 0 0,3-2 0 15,-1 4 0-15,-2-2 0 0,4 0 0 0,2 0 0 16,0-1 0-16,1 1 0 0,3 0 0 16,0-3 0-16,1 1 0 0,0 1 0 0,3-3 0 15,0 3 0-15,-1-1 0 0,1 1 0 16,-1 2 0-16,1-2 0 0,-1 1 0 0,1 2 0 15,-2 2 0-15,0-3 0 0,0 4 0 16,-1-3 0-16,3 3 0 0,0-4 0 0,2 2 0 16,-4-2 0-16,2 0 0 15,4 3 0-15,-6-1 0 0,4-2 0 0,1 3 0 0,-1-1 0 16,3 1 0-16,-6 3 0 16,6-2 0-16,-1-2 0 0,-1 6 0 0,-1-3 0 15,1 4 0-15,0-1 0 0,0-1 0 16,1 3 0-16,-1-1 0 0,3 1 0 0,-4-3 0 15,5 3 0-15,1-3 0 0,1-1 0 16,-2 2 0-16,0-1 0 0,0 1 0 0,2-2 0 16,0 1 0-16,2 1 0 0,0-1 0 15,1 3 0-15,-3-3 0 0,4 3 0 0,1-2 0 16,-3-3 0-16,-1 5 0 0,3-1 0 16,2 1 0-16,-5-3 0 0,3 3 0 0,2-3 0 15,-3 1 0-15,4 1 0 16,-2-1 0-16,5 1 0 0,-5-3 0 0,5 1 0 15,-2-1 0-15,1 1 0 0,1 0 0 16,1 1 0-16,2-2 0 0,1 1 0 0,-1 1 0 16,1-2 0-16,1 2 0 0,-1-1 0 15,-2-4 0-15,1 3 0 0,3 0 0 0,2-4 0 16,-2 5 0-16,2-5 0 0,-3-1 0 16,4-1 0-16,-2 0 0 0,0 0 0 0,4-2 0 15,-4-2 0-15,4 0 0 0,2-2 0 16,-2 1 0-16,2-1 0 0,0 0 0 0,4-3 0 15,-7 1 0-15,5 0 0 0,-4 0 0 16,2-1 0-16,-2 2 0 0,2-3 0 0,-4 2 0 16,1-1 0-16,2 1 0 15,-1-3 0-15,-3 1 0 0,5-1 0 0,-1 1 0 16,-1-2 0-16,-3-1 0 0,4 0 0 16,-8 2 0-16,4-1 0 0,-3-1 0 0,1 1 0 15,-4-2 0-15,1 3 0 0,-2 0 0 16,-2 0 0-16,1-1 0 0,1 1 0 0,-2-2 0 15,1 1 0-15,0-1 0 16,-3 0 0-16,3-4 0 0,-1 1 0 0,3-1 0 0,1-5 0 16,-1-1 0-16,1-10 0 0,2-3 0 15,3-1 0-15,-4 0 0 0,0 0 0 0,-3 4 0 16,-1 3 0-16,-2 4 0 16,-1-1 0-16,-5 1 0 0,2 3 0 0,1 0 0 15,-3 1 0-15,-2 2 0 0,0-5 0 16,0 1 0-16,-2 1 0 0,-3-3 0 0,-4-9 0 15,-1-2 0-15,-3-1 0 0,-5 1 0 16,5-4 0-16,-4 4 0 0,-4 0 0 0,2 4 0 16,-2 0 0-16,-2 3 0 0,0 1 0 15,-2 5 0-15,0 4 0 0,2 2 0 0,3 4 0 16,-3 2 0-16,0 1 0 0,-2 2 0 16,5 3 0-16,-4-2 0 0,3 4 0 15,1-1 0-15,0 3 0 0,-1-2 0 0,3 5 0 16,-2-1 0-16,7 3-942 0,-6 1-27 15,8-1 104-15,4 2-977 0,2 3-1267 16</inkml:trace>
  <inkml:trace contextRef="#ctx0" brushRef="#br0" timeOffset="10115.27">16215 9010 4797 0,'0'0'-170'0,"5"-5"55"0,-5 5 44 0,0 0 52 0,4-8 42 0,-4 8 34 0,5-5 32 15,-5 5 23-15,2-6 17 0,-2 6 12 16,0 0 7-16,0 0 2 0,0-8 12 0,0 8 2 16,0 0-2-16,0 0 1 0,0 0-4 15,0 0-3-15,-7-9-9 0,7 9-7 0,-7-5-11 16,7 5-4-16,-11-5-6 0,1 3-1 16,2 1-10-16,8 1-5 0,-17-7-4 0,5 5-9 15,1-1 4-15,-2 1-13 16,1-2 1-16,1 2-3 0,-3 1-10 0,3-2-8 15,-2 1-5-15,-2 2-3 0,-5-2-3 16,6 2-6-16,-2-1-4 0,-1 2 1 0,1-1-15 16,-4 0-26-16,1 0 0 0,-2 4 0 15,2-4 0-15,1 0 0 0,4 3 0 0,-8-2 0 16,3 3 0-16,4-2 0 0,0 0 0 16,0 1 0-16,1 0 0 0,-1 1 0 0,-1-1 0 15,4 3 0-15,-4-2 0 0,3 0 0 16,-3 1 0-16,3 0 0 0,2 0 0 15,-1 1 0-15,1-1 0 0,0-2 0 16,1 2 0-16,1 0 0 0,-1 2 0 0,0-2 0 16,1 0 0-16,0 2 0 0,-1-2 0 15,0 6 0-15,-1-3 0 0,1-1 0 16,1 3 0-16,0 0 0 0,-3 4 0 0,2-5 0 16,-1 1 0-16,1 0 0 0,3 2 0 15,-4 1 0-15,0-5 0 0,0 5 0 0,4-1 0 16,1-4 0-16,-4 4 0 0,5-3 0 15,-3 3 0-15,1 1 0 0,2-3 0 0,0 3 0 16,-1 0 0-16,3-3 0 16,-1 4 0-16,0-4 0 0,2 2 0 0,0 2 0 15,0 0 0-15,2-2 0 0,-6 3 0 16,2 1 0-16,4-3 0 0,-1 3 0 0,-1-2 0 16,0 3 0-16,0-1 0 0,2 1 0 15,0-2 0-15,0-1 0 0,4 4 0 0,-2-1 0 16,-1-1 0-16,-1-1 0 0,4 1 0 15,0-1 0-15,0 0 0 0,0 1 0 0,4-1 0 16,-5-1 0-16,3 1 0 0,-3-1 0 16,4-1 0-16,-2 1 0 0,1-2 0 0,1 3 0 15,3-3 0-15,-4-2 0 0,3 2 0 16,1-2 0-16,0 1 0 0,-1-3 0 0,2 2 0 16,1 1 0-16,1-3 0 0,5 2 0 15,-4-1 0-15,2-2 0 0,1 1 0 0,-2-1 0 16,2-2 0-16,2 2 0 0,-1-1 0 15,0-2 0-15,0-2 0 0,0 1 0 16,2 1 0-16,-1-2 0 0,0 1 0 16,-2-1 0-16,4-1 0 0,-2-1 0 0,2 0 0 15,0 2 0-15,-2-4 0 0,2 1 0 16,1 1 0-16,-4-2 0 0,1 2 0 0,0-3 0 16,-2-1 0-16,-2 2 0 0,-1 1 0 15,1 1 0-15,-5-2 0 0,-10 2 0 0,20-2 0 16,-8-1 0-16,-12 3 0 0,19-3 0 15,-19 3 0-15,17-4 0 0,-7 4 0 16,-10 0 0-16,19-5 0 0,-8 5 0 16,3-3 0-16,-3-1 0 0,3 2 0 0,-3-1 0 15,4 1 0-15,-1-4 0 0,0 0 0 16,0 3 0-16,-1-4 0 0,1 2 0 0,-1 0 0 16,3-2 0-16,-3 0 0 0,2-1 0 15,-4 0 0-15,2 0 0 0,1 0 0 0,-1-1 0 16,5-3 0-16,-5 2 0 0,2-5 0 15,-4 3 0-15,3-1 0 0,-1-1 0 0,-4-1 0 16,3-1 0-16,0 1 0 0,-3-1 0 16,-1-1 0-16,0 4 0 0,-3-3 0 0,2 3 0 15,-3-3 0-15,3 1 0 16,-6-2 0-16,3 1 0 0,0-2 0 0,0 2 0 16,-3-1 0-16,-1-2 0 0,2-1 0 15,-2-1 0-15,0 0 0 0,0-5 0 0,-2 1 0 16,2-3 0-16,-1 3 0 0,-1-1 0 15,-2-8 0-15,-2 3 0 0,-2 5 0 0,1-5 0 16,-6 2 0-16,-3 2 0 0,1 2 0 0,-2 1 0 16,-5 2 0-16,0 3 0 0,-3 2 0 15,-1 2 0-15,-3 1 0 0,0 1 0 0,4 5 0 16,1 4 0-16,-2 0 0 0,-1 3 0 16,0-1 0-16,2 4 0 0,-2-1 0 15,2 3 0-15,3-1 0 0,-3 2 0 16,6 2-82-16,0 2-705 0,5-1-171 0,7-3 75 15,3 5 101-15,6-3-816 0,-2-7-1039 16</inkml:trace>
  <inkml:trace contextRef="#ctx0" brushRef="#br0" timeOffset="11781.99">18887 8988 4014 0,'5'-3'-168'0,"-5"3"57"0,0 0 47 0,0 0 47 0,9-4 46 0,-9 4 45 0,0 0 27 16,0 0 16-16,0 0 9 0,0 0 6 0,0 0 6 15,1-7 4-15,-1 7 2 16,0 0 1-16,0 0 1 0,0 0-7 0,0 0-10 0,0 0-6 16,0 0-8-16,-14-8 8 15,14 8 0-15,-11-3 1 0,11 3 14 0,-19-4-1 16,8 1 3-16,-3 1-10 0,1-2 3 16,-3 1 5-16,2 0 3 0,-4-1-6 0,1 0-4 15,2 0-5-15,-2 2-2 0,1-1-10 16,2-1-2-16,-6 0-11 0,7 3-9 0,-1-2-9 15,-4 3-5-15,2-2-6 0,1 0-9 16,0 2-4-16,0 0-7 0,-3 0-4 16,4 0-28-16,-2 2-20 0,-2 0 0 0,4-2 0 15,1 3 0-15,-7 0 0 0,5 1 0 16,0-1 0-16,-3 1 0 0,5 0 0 16,-2 2 0-16,0 1 0 0,4 1 0 0,-3-1 0 15,1 2 0-15,-1-3 0 0,1 5 0 16,1-1 0-16,-1 2 0 0,2-2 0 0,-1-1 0 15,3 1 0-15,1 0 0 0,-2 1 0 16,1-1 0-16,4-3 0 0,-1-1 0 16,-1 2 0-16,2-2 0 0,-1-1 0 0,3 1 0 15,-5 0 0-15,5 2 0 0,-4-1 0 16,2 1 0-16,-1 2 0 0,1-2 0 0,-1 2 0 16,0-3 0-16,-2 3 0 0,4 0 0 15,1-1 0-15,-3 1 0 0,3-2 0 16,-4 1 0-16,1 1 0 0,5 0 0 15,-5 1 0-15,2-1 0 0,1 2 0 0,-3 0 0 16,2 0 0-16,0 2 0 0,-2-2 0 16,4 1 0-16,1 3 0 0,-1-1 0 0,0-1 0 15,0 1 0-15,2-1 0 0,0 4 0 16,4-3 0-16,-1 1 0 0,-1 1 0 0,4-2 0 16,-1-1 0-16,6 4 0 0,-6-2 0 15,2 1 0-15,6 0 0 0,-4-2 0 0,2 1 0 16,-1-3 0-16,3 3 0 0,1-3 0 15,1-1 0-15,-3 1 0 0,2-3 0 0,-3-2 0 16,1 2 0-16,1-1 0 0,3-1 0 16,-3 0 0-16,3 1 0 0,-1-3 0 15,-3 2 0-15,4-2 0 0,-3-2 0 16,5 3 0-16,-5-4 0 0,0 2 0 0,0-1 0 16,1-1 0-16,-1 0 0 0,1-1 0 15,-1 0 0-15,3 0 0 0,-3-1 0 0,1 3 0 16,-2-4 0-16,1 1 0 0,1 1 0 15,-1-2 0-15,3 2 0 0,-7-2 0 0,-9 0 0 16,23 0 0-16,-10-2 0 0,-1 2 0 16,1 0 0-16,-2-2 0 0,5 1 0 0,-5-1 0 15,3-1 0-15,-1 1 0 0,1-2 0 16,-3 1 0-16,2 0 0 0,0 1 0 0,0-3 0 16,-1 1 0-16,1 1 0 0,1 0 0 15,-3-3 0-15,2 0 0 0,-3 2 0 16,1 0 0-16,0-2 0 0,2 1 0 0,-1-1 0 15,2 0 0-15,1-6 0 0,3 3 0 16,-2-3 0-16,7-5 0 0,2 1 0 0,-2-1 0 16,0 1 0-16,-6 3 0 0,-2 1 0 15,1 0 0-15,-3 0 0 0,-1 2 0 0,-1-1 0 16,1 1 0-16,-5 2 0 0,2-3 0 16,2 2 0-16,0-1 0 0,-2 0 0 15,-2 0 0-15,2 1 0 0,-2-2 0 0,0-1 0 16,1 0 0-16,0 1 0 0,-1-3 0 15,-1 2 0-15,1-2 0 0,-1 1 0 16,0-3 0-16,0-1 0 0,-1 0 0 0,-1-2 0 16,2-1 0-16,-3-1 0 0,2 2 0 15,-1 0 0-15,-2 1 0 0,-1-1 0 0,-1-1 0 16,0 4 0-16,-3-1 0 0,-1 0 0 16,-3 1 0-16,0-1 0 0,-2-1 0 0,-5 3 0 15,1-1 0-15,-3 3 0 0,3-1 0 16,-4 4 0-16,2-2 0 0,-1 2 0 0,3 1 0 15,1 0 0-15,-2 3 0 0,4 1 0 16,-2-1 0-16,1 0 0 0,0 4 0 16,-1-4 0-16,1 5 0 0,0-2-529 15,-5 3-475-15,3 0 109 0,13 0-1065 0,-35 0-1379 16</inkml:trace>
  <inkml:trace contextRef="#ctx0" brushRef="#br0" timeOffset="14297.05">15076 6761 5027 0,'-10'3'-234'0,"2"-1"51"0,8-2 45 0,-11 1 44 16,11-1 31-16,0 0 34 0,0 0 22 0,0 0 14 15,0 0 6-15,-8 2 4 0,8-2 2 16,0 0-1-16,0 0-6 0,32-2 1 16,-14 2 2-16,1 0-10 0,1-1-38 15,7-1-72-15,0 0-78 0,2 1-115 0,8-4-134 16,1-1-143-16,-8 3 54 0,-2-1-245 16,-2 1-255-16</inkml:trace>
  <inkml:trace contextRef="#ctx0" brushRef="#br0" timeOffset="14829.91">17597 6607 2347 0,'-16'-4'93'0,"5"2"0"0,6 0 6 0,5 2-11 0,0 0-14 16,-2-4 0-16,2 4-7 0,0 0-17 0,30-7-49 16,-11 3-87-16,4 0-124 0,4 2-178 15,-1-2-93-15,1 2-139 0,-1-2-117 16</inkml:trace>
  <inkml:trace contextRef="#ctx0" brushRef="#br0" timeOffset="16696.65">24329 5866 2046 0,'-26'-4'236'0,"-1"1"-3"0,2-2-6 0,0 3-3 0,1-1-6 0,7 1 6 15,-3-2 5-15,9 3 5 0,-1-1-7 0,7-1-11 16,5 3-24-16,0 0-15 0,59-12-23 16,18 1-9-16,43-1-20 0,16 2-11 15,17 0-19-15,7 1-20 0,8 1-16 0,7-2-6 16,5 3-5-16,-6 0-7 0,-4 4-6 15,-8-3-9-15,-13 0-12 0,-18 4-8 16,-20-4-6-16,-33 3-3 0,-11-3 4 16,-22 6-5-16,-4-2-9 0,-15-1-20 0,-5 2-42 15,-7 1-48-15,-7-2-42 0,-7 2-48 16,4-4-45-16,-4 4-56 0,0 0-82 0,0 0-173 16,-38 0-24-16,17 0 65 0,-17 7-284 15,-7 2-299-15</inkml:trace>
  <inkml:trace contextRef="#ctx0" brushRef="#br0" timeOffset="17729.9">24114 5982 2211 0,'6'-4'29'0,"2"1"34"0,-8 3 17 0,7-3 8 0,-7 3 8 16,6-4-2-16,-6 4-12 0,0 0 4 16,0 0 28-16,-6 23 31 0,-5 5 17 0,-5 7 6 15,0 10 4-15,-8 5 7 0,3-3-3 16,3 2-1-16,-2-2-7 0,5-3-13 0,4-3-10 15,1-5-15-15,0-4-11 16,5 1-10-16,1-9-5 0,0-4-10 0,2-5-8 0,2-1-1 16,0-2-2-16,0 0-2 15,4-3-1-15,2-1-4 0,-3 1-5 0,6-3-2 16,-2-2-9-16,2 0-5 0,0 0-7 16,5-2-4-16,-1 1-4 0,5 0-6 0,7-1-2 15,2 1-1-15,14 1-6 0,7-2 0 16,19 4-3-16,8-1-6 0,13 0-1 0,30 1-18 15,4-1-18-15,6-5-24 0,6 2-12 16,-7-4-14-16,-5 0-3 0,-2 2 8 16,-3-3 9-16,-28-1 5 0,-1-2 5 0,-7 2 3 15,-2 0 4-15,-11-2 5 0,-16 6 7 16,-7-4 12-16,0 1 9 0,-4 1 1 16,-7 0 2-16,-5 1 3 0,0-2-2 15,-1 3 12-15,-1-1 0 0,0 1 6 0,-4 0 4 16,-3 0 6-16,2 0 8 0,-8 0 2 15,4 0 11-15,-7-1 9 0,1 1 9 0,-12 0 12 16,19 0 8-16,-19 0 3 0,13-2-4 16,-13 2 10-16,0 0-9 0,13-2 5 0,-13 2-6 15,0 0-8-15,14-2 3 0,-14 2 3 16,0 0 9-16,13-6-15 0,-13 6-7 0,8-6 4 16,-2 1-12-16,-2-1-3 0,1-6-11 15,3-3 2-15,6-11-8 0,-2-3 1 0,-1-7-6 16,9-11-3-16,-2-3-2 15,0-4-3-15,1-1-10 0,-2-3-1 0,1 0-1 16,-1-1 5-16,0 0-12 0,-3 5 4 16,-1 3-7-16,-4 12-4 0,-4 5 1 0,2 8 1 15,-4 6 0-15,1 2-9 0,0 3-3 16,-4 3-22-16,2 2-34 0,-4 3-35 0,-2 2-42 16,-1 2-57-16,5 3-66 0,-22 0-94 15,8 3-95-15,-10 4-119 0,-6 4-202 0,0 0 66 16,-1 1 84-16,-5 2-490 0,1-2-585 15</inkml:trace>
  <inkml:trace contextRef="#ctx0" brushRef="#br0" timeOffset="18197.12">24857 5902 3263 0,'6'-6'18'0,"-2"3"14"0,-4 3 10 0,3-5 0 0,-3 5 11 0,0 0-8 0,0 0 10 0,0 0 25 15,0 0 23-15,4 24 7 0,-8-5-6 0,1 16 6 16,-5 3 0-16,3 6-9 0,-4-1-9 16,0 4-5-16,4-4-4 0,-3-4-1 15,6 1-8-15,-4-1-7 0,0-4-4 16,3-3-8-16,-1-6-5 0,-2-4-3 0,3-1-5 15,-3-4-5-15,2-2-2 0,-2 1-8 16,2-1-2-16,1-3-18 0,-1-2-26 0,0 1-24 16,2-5-26-16,-1 2-21 0,0-4-44 15,3-4-36-15,0 0-46 0,0 0-39 16,0 0-53-16,29-15-46 0,-6-5-85 0,2-6-96 16,9-8 39-16,4-6-189 0,4-7-179 15</inkml:trace>
  <inkml:trace contextRef="#ctx0" brushRef="#br0" timeOffset="18412.88">25458 5838 2028 0,'18'-17'90'0,"-6"5"36"16,0 2 17-16,-5 1 9 16,-2 3 11-16,2 1 6 0,-3 1-4 0,-4 4-15 15,0 0 40-15,0 0 23 0,0 0 1 16,11 24-5-16,-13-2-3 0,-4 16-13 0,-1 13-14 16,-7 5-11-16,5 2-12 0,-2 3-17 15,1-1-13-15,-1 2-11 0,5-3-14 16,-4-4-12-16,-1 1-8 0,0-5-30 15,0-12-26-15,4 1-25 0,0-6-30 16,-4-3-25-16,4-7-39 0,-2-5-47 0,0-2-64 16,-2-3-53-16,2-6-68 0,0 1-99 0,1-5-141 15,-2-4-30-15,10 0 69 0,-14-5-296 16,2-7-308-16</inkml:trace>
  <inkml:trace contextRef="#ctx0" brushRef="#br0" timeOffset="18730.2">25063 6007 2469 0,'0'0'68'0,"0"0"0"0,2-4 11 0,-2 4 35 15,0 0 39-15,0 0 37 0,0 0 14 0,2 23-1 16,-6-7-3-16,1 5-1 15,-7 8-2-15,-1 0-7 0,-2 2-5 0,2-2-6 16,0 0-8-16,6-5-11 0,-4-3-11 16,8-1-11-16,-1 0-4 0,0-4-6 0,4-2-1 15,1 2-5-15,6 1-14 0,2-2-7 16,4-1-11-16,8 1-18 0,5-1-27 0,7-7-39 16,-9-2-48-16,3-2-47 0,-2-3-73 15,-6 0-81-15,-1 0-75 0,-2-2-81 0,-7 2-68 16,-4-1-105-16,-7 1-56 0,0 0 53 15,0 0-362-15,0 0-416 0</inkml:trace>
  <inkml:trace contextRef="#ctx0" brushRef="#br0" timeOffset="19314.14">24419 6246 2483 0,'8'0'-48'0,"-8"0"15"0,0 0 20 0,0 11 28 0,0-11 27 0,-16 17 21 0,3-3 11 15,-6 5 5-15,-6 1 0 0,0 1-8 16,1 2-5-16,1-2-5 0,0 1-4 0,0-3-7 16,1 2-5-16,4-6 2 0,3 1-10 15,1-5-8-15,3 0-15 0,1-3-14 0,1-3-32 16,1-1-31-16,8-4-31 0,0 0-25 16,0 0-19-16,-12-16-23 0,15 3-4 0,1-4 11 15,0-4 23-15,-1-1 25 0,3-2 37 16,-1-8 38-16,2 9 37 0,-2 3 39 0,-3 5 31 15,2 1 14-15,-2 6-10 0,0-1-9 16,-1 1-6-16,-1 8 9 0,8-7 4 16,-8 7-2-16,0 0 1 0,23 15-8 15,-12-8-9-15,12 13-2 0,4 1-9 0,5 8-7 16,6 3-27-16,3-3-84 0,-1-1-139 16,8-3-198-16,-3-1-65 0,1-3-152 15,-1-2-122-15</inkml:trace>
  <inkml:trace contextRef="#ctx0" brushRef="#br0" timeOffset="19745.8">26471 6011 2066 0,'-9'-7'143'0,"-5"2"-9"0,1 3-7 0,-2 2 0 0,-6 0 11 0,-2 4 28 0,-11 6 5 0,2 0-4 16,-4 5-6-16,-1-1-22 0,-5 9-9 0,2-2-14 16,0 3-12-16,-2-4-10 15,3 2-8-15,-4-1-7 0,1 1-14 0,3 0-37 16,4-6-29-16,2-2-23 0,8-6-17 15,7-1-8-15,0-3-24 0,9-4-19 0,-2-4-6 16,3-3 7-16,4-5 7 0,4-5 10 16,2-3 10-16,3-3 12 0,7-8 33 0,-1 4 26 15,3 7 30-15,-3 3 22 0,0 5 1 16,2 1 8-16,-1 5 11 0,2 0 7 0,1 8 4 16,4 5 1-16,8 10-7 0,0 5-8 15,7 9-4-15,2 1-9 0,-2 6-4 0,4 1-28 16,-4 0-80-16,2 0-113 0,0-3-137 15,-6 0-189-15,-5-10-99 0,-5-1 66 16,-2-3-273-16,-5-4-283 0</inkml:trace>
  <inkml:trace contextRef="#ctx0" brushRef="#br0" timeOffset="28195.66">3485 3588 1846 0,'-19'-1'74'0,"-3"1"30"0,2 0-20 0,-1 1 8 0,-4 3-4 16,-2 1-5-16,-5 4-16 0,-4 3-7 0,5 0-10 15,1 3-3-15,5 2-6 0,3 1-7 16,4-3 0-16,2 0 1 0,5-1-11 0,4 0 2 15,3 0-5-15,3-1 0 0,2-1-2 16,5 2-2-16,10 1-1 0,9 2-1 16,4-1 3-16,14 5-4 0,0 1-3 0,-7-7 1 15,0 0-4-15,-3-1 2 0,-2 1 0 16,-4-1-3-16,-9-5 1 0,-2 3 23 16,-7-4 34-16,-2 1 41 0,-3-2 35 15,-6 2 2-15,0 1 17 0,-5-1 12 0,0-1 3 16,-9 1-2-16,-4 0-4 0,0-3-2 15,-10 5-6-15,5-3-14 0,3-4-17 16,-2 1-11-16,3-4-12 0,2 3-12 0,4-4-10 16,-1 0-16-16,3 0-45 0,-6-4-52 15,10 3-71-15,-5-4-65 0,7-3-89 0,1 0-92 16,4 0-120-16,2-5-192 0,6-3 39 16,8-7-337-16,8-3-432 0</inkml:trace>
  <inkml:trace contextRef="#ctx0" brushRef="#br0" timeOffset="28412.62">3906 3241 2573 0,'-1'-12'18'0,"-6"0"52"0,3 5 30 16,1-1 5-16,3 8-5 0,-6-4-16 16,6 4-7-16,0 0 23 0,-16 23 9 0,7-3-8 15,2 9-14-15,-1 2-6 0,0 5-5 16,4 3-6-16,4 2-8 0,0 1-1 0,9 1-2 15,-4 8-4-15,1-11-51 0,-1-2-53 16,3-2-51-16,0-2-56 0,0-1-63 16,-3-8-65-16,-1-9-82 0,-1-2-127 15,-1-3-5-15,2 1-124 0,-1-7-119 0</inkml:trace>
  <inkml:trace contextRef="#ctx0" brushRef="#br0" timeOffset="29144.99">3839 3738 1662 0,'-13'-11'66'0,"4"5"38"0,-3 1 11 0,1 2 11 15,0 0 11-15,-1 0 12 0,1 1 7 16,11 2 1-16,-20-4-13 0,20 4-12 0,-13-2-19 16,13 2-9-16,0 0-4 0,-7-6-24 15,7 6 3-15,0 0-11 0,34-19-5 16,-2 4-12-16,10-6-23 0,-8 6-20 16,10-7-19-16,-6-1 2 0,-3 5-6 0,-9 1-2 15,-3 8 7-15,-8 0 0 0,-1 1-2 0,-5 1 9 16,0 2-6-16,-3 2 3 15,-6 3 20-15,0 0 9 0,0 0 15 0,0 0 13 16,0 0-5-16,0 0-10 0,0 0 2 16,5 15-6-16,-5-15 0 0,0 0-4 15,0 0-3-15,5 8-6 0,-5-8 7 0,13 0-5 16,-13 0 4-16,27-4-1 0,-9 0 0 16,-2 0-3-16,2 1-7 0,-4 1-12 15,2-1-1-15,-3 0-8 0,1 1 11 0,-14 2-3 16,20 2-7-16,-10 1 0 0,-4 2 6 15,1-1 7-15,-1 3-11 0,-1 1-5 0,-2-2 4 16,1 1 5-16,-4-7 2 16,5 12 2-16,-3-7 0 0,-2-5 3 0,6 7-1 15,-6-7 5-15,5 7 5 0,-5-7-11 16,9 4 11-16,-9-4 0 0,0 0-13 16,24-9 3-16,-10 1 3 0,-1 2-7 0,2-6-12 15,7-7-15-15,1-2-5 0,-3-2-6 16,1-6 3-16,-1-11 1 0,-4-4 3 0,-1-6 1 15,-5-7 0-15,-1-2 1 0,-7-5 8 16,0-3 2-16,-6-5 0 0,-3-2-2 16,-7 0-1-16,-9-15 3 0,-1 6 6 15,1 20-5-15,-2 8 1 0,0 8 11 16,0 7 16-16,5 11 4 0,-2 9-2 0,5 9-7 16,-2 11 11-16,4 6 2 0,-12 14 6 15,9 8 3-15,-2 14 6 0,3 6-14 0,9 5 18 16,8 6 3-16,8-3 3 0,5 1-3 15,12 4 0-15,13 14 1 0,8-4 0 0,5-7-10 16,3-6 3-16,-12-15-16 0,0-5-4 16,-1-6-24-16,-6-1-9 0,-9-10-11 15,-2-4 0-15,-7-3 15 0,-6-4 11 0,-2-7-10 16,0-1 3-16,-9-2 8 0,0 0-10 16,0 0 11-16,-3-27-5 0,-4 8 5 0,-10-8 4 15,-1-4-6-15,2 2 10 0,-2 4 15 16,2 6-15-16,7 5 16 0,-2 1-3 15,4 3-10-15,0 1-18 0,2 2-43 16,-1 4-52-16,6 3-74 0,0 0-102 16,0 0-201-16,0 0-111 0,0 0 64 0,0 0-181 15,31 21-201-15</inkml:trace>
  <inkml:trace contextRef="#ctx0" brushRef="#br0" timeOffset="29510.91">3530 6759 2432 0,'-11'8'342'0,"0"-3"-22"15,5 0-34-15,6-5-25 0,0 0-30 0,0 0-22 0,25-23-23 0,7 2-21 16,18-6-37-16,5-2-75 0,6-2-87 0,13-8-108 15,1 0-132-15,1 2-192 0,-21 6-153 16,-5 0 63-16,-10 4-302 0,-4-2-342 16</inkml:trace>
  <inkml:trace contextRef="#ctx0" brushRef="#br0" timeOffset="29696.92">3925 6198 2461 0,'-2'2'120'0,"2"-2"-6"15,0 0-8-15,7 12 8 0,4-2 46 0,3 2-4 0,11 7-7 16,4 3-12-16,5 6-17 16,-2 5-8-16,1 4-14 0,-5 6-8 0,-6 2-29 15,-5 1-43-15,-9-4-55 0,-6 4-58 16,-10 9-62-16,-8 4-76 0,-16 18-116 16,-9-2-202-16,-13 0 36 0,-7-2 59 0,-6 6-96 15,-9-2-55-15</inkml:trace>
  <inkml:trace contextRef="#ctx0" brushRef="#br0" timeOffset="30213.06">2343 9273 1754 0,'-16'29'241'15,"2"-12"29"-15,5-3 12 0,1-4 8 16,2-3-2-16,2-1 8 0,0-6-20 16,4 0-25-16,0 0-28 0,-5-17-20 15,5 4-23-15,0-8-20 0,3-15-16 16,-4-5-11-16,-1-7-23 0,-6-8-15 0,3-8-10 16,-7-3-13-16,-3-5-8 0,-6-21-6 15,0 1-9-15,0 3-5 0,4 18-3 0,4 9-5 16,1 6 0-16,6 15 9 0,1 5 7 15,1 9-3-15,2 5-9 0,0 8-1 0,6 2-5 16,3 3 12-16,4 3 21 0,5 6 0 16,7 4 8-16,13 10 8 0,11 7-1 15,5 5-7-15,5 1-10 0,-1 4 0 0,3-1-7 16,0 1 3-16,-3 0-12 0,-8-6-6 16,-1 1-3-16,-17-9-2 0,-3-2-10 0,-7-3 11 15,-4-4-7-15,-3 1 2 16,-6-2 31-16,2-2 9 0,-6-3 13 0,-3-2-7 15,0 0-2-15,-17 15-8 0,-2-13-9 16,-6-1-4-16,-5-2-7 0,-11-6-6 0,-11-5-9 16,2-5-2-16,0-4-3 0,6 3-7 15,8 1-14-15,2 3-45 0,7 2-40 16,4 1-60-16,6 5-59 0,4 2-77 0,4-2-78 16,0 3-67-16,9 3-46 0,-5-2-31 15,5 2-32-15,0 0-45 0,10-13-78 0,3-1 33 16,8-8-398-16,11-6-490 0</inkml:trace>
  <inkml:trace contextRef="#ctx0" brushRef="#br0" timeOffset="30544.83">2585 8290 2680 0,'27'-12'-23'0,"-6"4"50"0,-4 2 39 0,-1 2 41 16,-2 1 40-16,0 2 33 15,-1 2 15-15,5 3 34 0,-2 3 12 0,2 1-7 16,-1 5-22-16,-2-3-15 0,-2-2-21 16,1 3-11-16,-3-5-6 0,1 2-16 0,-3-2-9 15,1 1-15-15,0-3-10 0,-5 1 3 16,-5-5-9-16,13 3-4 0,-13-3 10 15,18-10 4-15,-11-1 6 0,4-5 2 0,0-1 5 16,-2-12 5-16,0-5-4 0,1 2-9 16,-1 3-5-16,-1 6-10 0,-3 5-6 15,-1 2-2-15,3 2-7 0,-2 2-15 16,1 4-3-16,-1-1-10 0,5 4 3 0,0 0-15 16,-1 1-2-16,3 3-2 0,-12 1-4 15,27 3-22-15,-13 1-4 0,4-2-1 0,0 3-2 16,0-4-11-16,-3 3-45 0,0-1-35 15,-3 1-30-15,0-4-34 0,-1 5-28 16,-11-5-35-16,18 1-42 0,-8-7-50 0,1 2-54 16,-3-1-55-16,-2-3-86 0,3 0-124 15,-5 4-74-15,-4 4 58 0,4-4-477 0,-4 4-580 16</inkml:trace>
  <inkml:trace contextRef="#ctx0" brushRef="#br0" timeOffset="31061.73">3220 7821 3274 0,'-4'-21'65'0,"1"3"26"0,1 5 14 0,2 1-9 15,0 4 12-15,3 1 8 0,3 3 11 0,-6 4 4 16,23 7 5-16,2 9-2 0,2 7-12 16,3 10-11-16,-6 6-9 0,1 7-8 0,-2-1-9 15,-1 3-7-15,-4-3-15 0,0 0-6 16,-7-9-13-16,3-4-20 0,-3-3-20 15,-2-8-21-15,-1-4-22 0,0-5-13 0,-1-4-15 16,0-3 0-16,-7-5-9 0,0 0 0 16,25-20-1-16,-19 5 14 0,4-16 15 0,-3-2 8 15,-3-5 44-15,-2 1 40 0,-2-2 38 16,-2 4 46-16,-2 8 44 0,3 4 33 16,-3 8 30-16,0-1-11 0,-2 6-20 15,0 6-19-15,6 4-18 0,0 0-19 0,-32 17-15 16,12 9-10-16,0 3-36 0,3 3-23 15,0 0-1-15,-1 9-22 0,7-5-45 16,1 0-37-16,3 0-38 0,1 0-47 0,-1 2-41 16,1-4-51-16,2-6-51 0,-2 3-49 15,1-6-37-15,-1-4-39 0,-1-4-33 0,-4-2-84 16,0 1-115-16,0-7 48 0,1-3-354 16,1-1-413-16</inkml:trace>
  <inkml:trace contextRef="#ctx0" brushRef="#br0" timeOffset="-173278.04">16703 7361 1167 0,'14'-1'331'0,"-14"1"-92"0,7-4-41 0,-7 4-15 0,0 0-6 0,7-2-1 0,-7 2-1 15,0 0-11-15,0 0 5 16,9-4 0-16,-9 4-3 0,0 0-3 0,0 0-5 15,0 0-6-15,3-7 8 0,-3 7-6 16,0 0-2-16,0 0-3 0,0 0-5 0,0 0-10 16,0 0 1-16,0 0-4 0,0 0-4 15,0 0 2-15,0 0-1 0,0 0-2 0,0 0-2 16,0 0 3-16,0 0-23 0,0 0-13 16,-14-10-11-16,14 10-8 0,-9-5-10 0,9 5-3 15,-10-5-3-15,10 5-6 0,-15-5-5 16,10 1-5-16,5 4-4 0,-18-6 18 15,7 2-9-15,4 3-4 0,7 1-3 16,-22-6-3-16,13 5-3 0,9 1-4 16,-19-4 2-16,8 4-11 0,11 0-2 0,-23-1-3 15,7 1 2-15,16 0-1 0,-27 3-6 16,14-1 1-16,0-1-2 0,-1 1-1 0,3 1-2 16,-1-1-1-16,1 2 5 0,2-4-3 15,9 0-2-15,-18 5 4 0,7-4-3 0,11-1-2 16,-17 6-2-16,8-5 0 0,-4 3 0 15,4-1 4-15,-2 2 3 0,1-1-7 0,1 1 5 16,-2 0-5-16,2 0-5 0,-4 0 8 16,2 0-5-16,1 1 1 0,-1 3-3 15,4-5 4-15,-3 4 3 0,0-4-5 0,3 2 1 16,0-2 2-16,-4 3-1 0,4-2 1 16,1 0 1-16,-3 1-1 0,3 0-2 15,-2 0-6-15,1 0 10 0,0 2-8 0,-2-2 9 16,4 1-3-16,-4 3-4 0,1-1 1 15,2-1 3-15,-4 2-4 0,5-2-1 16,-3 1 3-16,3 1 0 0,-3 0-4 0,2-1 7 16,-1 3-7-16,1-2 4 0,0-1 6 15,-2 4-8-15,5-2 1 0,-5 0 6 0,5 0-2 16,-3 1 0-16,1-2-4 0,2 4 0 16,-3-4 1-16,2 2 2 0,1-2-4 15,-1 3 0-15,2-4-3 0,0 0 8 16,1 3-3-16,-2-3-2 0,1-1 0 0,2 0-1 15,0 4 4-15,0-4-4 0,2 4-2 16,-2-3 5-16,3 1 2 0,-2 2 2 0,1-3-3 16,0 4-1-16,2-1 0 0,-1 0 2 15,-1-1-1-15,0 0 0 0,2 0-1 0,-1 0 3 16,-1 0-3-16,3 1-1 0,1-2 0 16,-3 0 3-16,3 1-1 0,-1 1-2 0,1-2 2 15,0 3 2-15,-2-3 1 0,3-3-6 16,-3 2 8-16,3 4-2 0,2-5-4 15,-4 3 4-15,3-3-1 0,-3 1-3 0,5-1 3 16,-2-1 3-16,-3 0-6 0,5 0 6 16,-2 0-6-16,-1-2 1 0,3 1 6 15,-1 0 1-15,3-1-3 0,-3 0-5 0,5-3 4 16,-1 1-2-16,2 1 4 0,2-1 1 16,3 0-2-16,-4-1-4 0,5-2 8 15,-1 0-4-15,-2 0-3 0,2-2 4 0,-2 0 0 16,3-1 5-16,-3 0-9 0,0 1 4 15,0-1 0-15,1-1 1 0,-2-2-7 0,1 4 3 16,-2-4 4-16,2 2 2 16,-3 0-7-16,-2-1 3 0,2 0 4 0,3 0-6 0,-3-1 7 15,-2 0-8-15,2 2 3 0,-1-3 2 16,1 2-3-16,1-2-4 0,-4 1 2 16,2-2 0-16,-1 4-2 0,0-5 1 15,-1 4 0-15,1-2 16 0,-1-1 3 0,-3 3 5 16,1-1 8-16,2 0 0 0,-5-2 2 15,2 2-5-15,3-3 2 0,-3 1-2 0,3-3-2 16,-2 2 1-16,-1 0 1 0,0-1 2 16,3 0 2-16,-3 1 2 0,1-1 11 0,-3 0-2 15,3-1 3-15,-1 3-2 0,-3-2 8 16,2 1 8-16,-4-1 1 0,3 2 13 0,-3-3-1 16,0-1 4-16,0 0-39 0,-1-1-40 15,-1 2 0-15,1-3 0 0,-3 1 0 16,-3-7 0-16,1 3 0 0,-3-5 0 15,-5-9 0-15,1 1 0 0,-5 1 0 0,1 0 0 16,0 3 0-16,-2-2 0 0,-3 6 0 16,2 2 0-16,-2 3 0 0,0 5 0 15,2-1 0-15,-4 5 0 0,2 0 0 0,0 5 0 16,-1 0 0-16,2-1 0 0,2 4 0 16,0 0 0-16,-3 4 0 0,5-3-136 0,0 4-347 15,0-5-112-15,2 4-150 0,0 1-130 16,0-2 94-16,2 3-775 0,3 1-1000 15</inkml:trace>
  <inkml:trace contextRef="#ctx0" brushRef="#br0" timeOffset="-169229.24">15806 8293 3871 0,'0'0'-225'0,"3"4"49"0,-3-4 39 0,0 0 40 15,0 0 43-15,0 0 27 0,0 0 26 0,0 0 26 16,0 0 24-16,0 0 20 0,0 0 11 15,0 0 5-15,-14-14 1 0,14 14-2 16,-5-7-3-16,5 7-1 0,-6-4 3 0,6 4-2 16,-3-8 2-16,3 8 0 15,-6-4 1-15,6 4 2 0,-4-6-1 0,4 6 3 16,0 0 0-16,-4-7 3 0,4 7 0 16,-6-2-3-16,6 2-11 0,0 0-7 0,-13-5-5 15,13 5-6-15,-14-1-4 0,14 1-4 16,-12-2-4-16,12 2-2 0,-16 0-4 0,16 0-2 15,-19 0-1-15,7 2-6 0,12-2-2 16,-22 1-4-16,6 2-2 0,5-1 1 0,-4-2-3 16,2 2-2-16,-3 0-1 0,3 0-1 15,-1 0-4-15,1-1-1 0,0 2-2 0,1 1 1 16,1-3-2-16,-3 5 0 0,3-4 0 16,0 2 3-16,-3 2-1 0,1 0 0 0,1-2-4 15,1 1 4-15,-2 3-2 16,1-2 0-16,3 0-2 0,0 0 3 0,1 1 1 15,0-3-1-15,1 4 2 0,-1-3 3 16,0 2 5-16,3-2 5 0,-5 2 2 16,5 2 1-16,-4-1 2 0,2 1-2 0,-2 4 3 15,2-1-3-15,-4 2 2 0,0 0 1 16,-1 3-5-16,3-2-4 0,3-1-1 0,-3-1-6 16,6 1 1-16,-4-4 0 0,3 3 0 15,2-3-3-15,-1 2 0 0,1-1-1 16,0 1-2-16,2-1-1 0,0 1 1 0,0 1 0 15,0-1 3-15,0 0-5 0,4 1 0 0,-4 1 6 16,2 0-3-16,-1-1 2 16,-1 1-2-16,2-2 4 0,0 0-3 0,4 0 6 15,-2 0 1-15,0 1-3 0,3-1 8 16,1 0 1-16,-1 1-2 0,3-5 0 0,1 5-4 16,2-4 7-16,-1 2-7 0,-2-2-1 15,4-3 2-15,-3 2-5 0,2 0 1 0,-1-4-3 16,-3 4-2-16,1-3-1 0,1-1-2 15,2 0 7-15,-1 0-3 0,5 0-4 0,-4-1-2 16,0-2 1-16,3 3 5 0,3-2-3 16,-6 0 2-16,4-2-5 0,-1 0-7 15,0 0 5-15,4 1 6 0,-3-2-7 0,-2 1 2 16,5-2-1-16,-2 2 4 0,1-4 2 16,5 2-4-16,-2-2 1 0,1 2-5 15,2-2 8-15,-4 1-8 0,4 0 3 16,-7-1-2-16,5 1 0 0,-3-1 4 0,-4 2-6 15,4-2 7-15,-2 0-5 0,0 0 1 16,1 0 0-16,2-4-4 0,-4 2-1 0,5-1 4 16,-4-2 0-16,1 2 4 0,0-2-5 15,0-1-3-15,1 0 0 0,-7 1 0 0,0 1 3 16,-1-1-3-16,-1 2 2 0,-1 2 2 16,-3-2 3-16,2 0-2 0,-3 2-6 0,2-3 1 15,0 3 4-15,-5-2-1 0,7 2 9 16,-5-2-3-16,3 0 21 0,-4-2 4 15,2 1 8-15,-3-1 7 0,1 1 13 16,0-5-1-16,0 0 1 0,-4-4 5 0,0 0 9 16,0-7-5-16,-2-2-1 0,-8-11-5 15,1-3-2-15,-5-5-7 0,1-1-1 0,-2 3-5 16,-2 12 14-16,1 0-3 0,-2 6-22 16,-5 0-39-16,-2 3 0 0,-6 5 0 0,-1 1 0 15,-4 8 0-15,-2-1 0 0,1 4 0 16,5 5 0-16,3 0 0 0,1 0-4 0,0 2-186 15,-7 5-62-15,9-2-78 0,1 0-98 16,2 0-90-16,0 2-104 0,1 0-203 16,-2-2 74-16,3 4 82 0,2-3-556 15,4 1-688-15</inkml:trace>
  <inkml:trace contextRef="#ctx0" brushRef="#br0" timeOffset="-165963.49">15481 3921 3149 0,'0'0'-130'0,"0"0"45"0,0 0 33 0,-5-7 28 0,5 7 30 0,0 0 24 0,0 0 22 0,0 0 18 16,0 0 15-16,0 0 7 0,0 0 6 15,-6-7 3-15,6 7-3 0,0 0 2 16,0 0 7-16,0 0-4 0,0 0 4 0,0 0 0 15,0 0 5-15,0 0 9 0,0 0 2 16,0 0 4-16,-10-3 0 0,10 3-2 0,0 0-1 16,-18 2-4-16,18-2 2 0,-20 1-4 15,20-1-9-15,-25 0-7 0,12 0-8 16,-1 0-7-16,14 0-7 0,-28 2-9 16,17-2-4-16,11 0-7 0,-23 0-5 0,10 3-5 15,13-3 2-15,-22 0-10 0,11 1 2 16,11-1-8-16,-19 1 0 0,19-1-1 15,-18 0 4-15,7 2 0 0,11-2 11 0,-16 4 2 16,6-4-1-16,-2 4 8 0,12-4-6 16,-19 1-6-16,8 0-2 0,-2 1-3 0,-1 0-3 15,3-1 1-15,-3 1-10 0,1 2-2 16,-1-3-7-16,2 3 1 0,-1-3-5 0,-5 3 0 16,2 2 2-16,2-4-1 15,0 3-4-15,-1 1-2 0,2-1-6 0,-1 0 3 16,1 3 2-16,-1-4-2 0,3 1-5 15,2 1 4-15,-3 0-6 0,5-1 0 16,-4 2-2-16,0-1 8 0,2 1 0 0,2-1-5 16,-3 0-2-16,0 2 8 0,1 2-7 15,4-3-1-15,-6 3-1 0,2 1 1 0,2 1 2 16,-2-2-1-16,2 4 0 0,0-3 7 16,-1 3-13-16,2 0 5 0,-2-2 1 0,5 0 6 15,-3 0-2-15,2-2 3 0,-1-1-7 16,3-1-1-16,-1-1-3 0,1 2 3 15,1-2-2-15,1-7 1 0,-4 14-1 16,2-7 3-16,2-7-4 0,0 10-3 16,0-10 4-16,2 13 2 0,0-6 5 0,-2 0-8 15,2 2 1-15,-1-2 1 0,1 2 7 16,3 1-1-16,0 2 6 0,-3-2-15 0,4-3 4 16,-1 6 3-16,-1-2-1 0,3-3-4 15,0 3 6-15,-2 0-1 0,-1-1 1 0,4 3-6 16,-5-3 1-16,6 0-1 0,-6 0 3 15,3 1 2-15,-1-3 1 0,-1 2-5 16,3 1 4-16,-4-3-5 0,5 1 1 0,-5 1 1 16,3 0 1-16,-1 0 1 15,2-3-3-15,-2 3 1 0,1-2 1 0,-1 2 4 0,3-1-6 16,-2-1 8-16,2 3-8 16,1-1 3-16,-2-2 0 0,4 3 0 0,-2-2-4 15,0-1 9-15,-1 1-4 0,2-3 1 16,-1 1 2-16,1 2-2 0,1-2 7 0,-2-1-4 15,3 0 0-15,-1-1 1 0,2 0-2 16,1 0 1-16,-1-2-3 0,3 3 2 16,-3-3-19-16,2-1-1 0,0 1 6 0,-1 1-3 15,-3-3 4-15,3 1-3 0,1 1 4 16,1-3 0-16,-4 2-2 0,3-2 7 0,1 0 1 16,-1 0 1-16,0-2-1 0,3 2 7 15,0 0 0-15,0-3-8 0,-1 1 1 16,-2 2 10-16,2-3-12 0,1 1 3 15,-6 0-2-15,4 1 7 0,-3-1-11 0,1 0 9 16,-3 1-1-16,0-1 4 0,-11 2 19 16,23-4-23-16,-13 3 11 0,-10 1 8 15,17-4 10-15,-8 3 6 0,3-3 1 0,-1 1-1 16,1-1-3-16,-2 1 0 0,1-2-5 16,-1 0 1-16,-1-1 0 0,0 2 0 0,3-2-2 15,-1 1 0-15,-3 0-2 0,2 0-4 16,-1-1-6-16,0 2 1 0,4 0-3 0,-4 1 0 15,-2-4 1-15,4 2 10 0,-1-1 8 16,1 0 9-16,1-1-8 0,1-1 0 16,-2-1-3-16,1 0-1 0,1 1 6 15,-1-3-30-15,1 1-8 0,-2 2 0 0,0-1 0 16,0-2 0-16,-2 3 0 0,1 1 0 16,-1-2 0-16,1 3 0 0,-5-2 0 0,3 2 0 15,2-1 0-15,-5 0 0 0,5 2 0 16,-4-4 0-16,1 2 0 0,1-1 0 15,-3-1 0-15,4 1 0 0,-4-4 0 0,2 2 0 16,1-2 0-16,-2-2 0 16,2-1 0-16,-5 0 0 0,1-1 0 0,0-2 0 15,-2 1 0-15,-1 0 0 0,1-1 0 16,0-1 0-16,-2 1 0 0,-2-1 0 0,2 0 0 16,-2 1 0-16,-5-1 0 0,-4-10 0 15,-3 2 0-15,-2 2 0 0,-9 1 0 0,-11-2 0 16,-3 4 0-16,-6 1 0 0,-5 6 0 15,-8 5 0-15,2 3 0 0,6 3 0 0,-2 3 0 16,5 2 0-16,-3 3 0 0,7 2-161 16,2-2-650-16,3 3-174 0,10-1 91 0,6-3-922 15,4 0-1244-15</inkml:trace>
  <inkml:trace contextRef="#ctx0" brushRef="#br0" timeOffset="-148649.14">7045 5666 1631 0,'2'-8'195'0,"-1"1"-58"0,-1 7-26 0,-1-6-29 0,1 6-10 0,0 0-6 15,0 0 3-15,-4-8-1 0,4 8 0 16,0 0-2-16,0 0 1 0,0 0-9 0,-7-3 3 15,7 3-6-15,0 0 0 0,-13 0-3 16,13 0-2-16,0 0-5 0,0 0-1 0,-20 3-7 16,12 1-2-16,0 1-6 0,-3 3-3 15,-2 1-6-15,-2 3 10 0,-7 8 5 16,-1 5 2-16,1-1 4 0,-5 11 5 16,3-10 2-16,-5 9 15 0,-2 0 10 15,5 1-5-15,2-8 2 0,-1 7 7 0,-2 2-5 16,2 1-1-16,5-8 9 0,0 0 7 15,3 0-6-15,-1 2 4 0,0 1-3 0,-4 8 4 16,1 3 0-16,1 0 0 0,-3 5 0 16,0 1-5-16,-1 6-3 0,0-4-6 0,0 7-4 15,0-2-6-15,-1 1-7 0,2-1-2 16,3 2-4-16,-3-2-3 0,0-2-7 0,4-1-3 16,0 0 3-16,0 0-3 0,-2-1 6 15,2-4 1-15,-1-1 8 0,2 2 4 16,0 1 4-16,-2-2 3 0,1-1-1 15,-3 5 7-15,4-2 3 0,-5 0-8 16,3 1-7-16,0 1-2 0,-1 2-2 0,1 3-7 16,0 3-2-16,-1 2-4 0,2 1 0 15,-2 3-10-15,2-3 1 0,-1-2-5 0,0 5-5 16,3-5 15-16,-3 3-9 0,3-6 11 16,-2-2 7-16,2-3 14 0,-6-5 25 0,6-3 9 15,2-8 11-15,3-7-2 0,-1-1 1 16,4-8 1-16,0-4 6 0,2-2-6 0,3-4-7 15,-1-1-3-15,1-2-5 0,2 0-13 16,-1 0-5-16,0-1-6 0,3-7-4 16,-6 10-12-16,6-10 0 0,-2 10-8 15,2-10-1-15,-3 3-26 0,3-3-39 16,0 0-56-16,-6 9-41 0,6-9-58 0,0 0-61 16,0 0-92-16,0 0-135 0,0 0-109 15,0 0-181-15,2-38-27 0,0 4 92 0,3-7-621 16,-1-13-772-16</inkml:trace>
  <inkml:trace contextRef="#ctx0" brushRef="#br0" timeOffset="-147700.16">5164 6648 3520 0,'-6'-10'-106'0,"1"3"32"0,-1-3 24 0,0 4 32 0,-2-2 31 0,-1-1 28 0,-1 1 22 16,-1-4 19-16,0 0 11 0,-1-1-1 0,1 5 16 16,-2-6-2-16,4 0-3 0,-4 0 1 15,1 1 7-15,1-1-9 0,2 0-6 0,-1-1 1 16,1 3-2-16,1 0-5 0,1 2-4 16,0-1-3-16,2 3-9 0,-1-1-9 15,1 1-2-15,-1 1-7 0,3-2-4 0,-4 1-3 16,3-1 0-16,-1 1 4 15,-1-1-3-15,1-1 1 0,1 0 3 0,-1-2-9 16,0 1-1-16,-1 1-4 0,3-1-1 16,-1-1-4-16,0 0-6 0,3 0 0 0,-6 2-3 15,3-4 5-15,2 2-2 0,-1 2 3 16,1 1 7-16,-2 1 0 0,2 1-3 0,1 0 2 16,1 7-3-16,-4-13-3 0,2 7-1 15,2 6-2-15,-2-10-3 0,2 10 1 16,-3-8-8-16,3 8-7 0,0-7 0 0,0 7-6 15,0 0 0-15,0 0-2 0,5-10-2 16,-5 10 0-16,0 0-2 0,0 0 4 0,32 12-2 16,-17-4 0-16,12 7 2 15,3 3-3-15,1-1 2 0,10 8 0 0,2 0-1 0,0 2 3 16,5 2 1-16,4 2-1 16,3 2 1-16,14 10 10 0,-1 3 2 0,-1-2 2 15,1 4 2-15,2 1 2 0,-6 0-3 16,1 1 4-16,-1 1-5 0,-3 0 4 15,-3 2-1-15,-13-12-2 0,3 2 2 0,-5-1-2 16,2 3 7-16,-2-3 7 0,2-1 8 16,-2-1-5-16,0-1 4 0,-2 0-1 0,4 0 16 15,2-5-1-15,1 3-9 0,-5 1-1 16,2 0 0-16,5-1 2 0,11 12-6 0,2-2-7 16,0 2 1-16,-11-10-7 15,-3 1 2-15,14 7 7 0,-16-5 7 0,1-1 9 16,-1 0 10-16,2-1 4 0,-8 0 6 15,0 5-1-15,0-6 12 0,-1-4 0 0,-1 0-11 16,-3-4-6-16,-2 4-1 0,0-2 13 16,0-3-12-16,1-2-68 0,-9-4 0 15,-1-2 0-15,2 1 0 0,-4-2 0 0,-1 3 0 16,-4-9 0-16,-3-1 0 0,-3-4 0 16,-1 0 0-16,-1 0 0 0,-3-3 0 0,1 0 0 15,-3 0 0-15,1-4 0 0,-6-3 0 16,10 9 0-16,-8-6 0 0,-2-3 0 0,0 0 0 15,9 7 0-15,-9-7 0 0,0 0 0 16,0 0 0-16,0 0 0 0,0 0 0 16,0 0-306-16,0 0-365 0,-29-15-212 15,15 8 8-15,-8-2 106 0,3 1-825 0,1-3-1035 16</inkml:trace>
  <inkml:trace contextRef="#ctx0" brushRef="#br0" timeOffset="-145750.83">4657 9847 4292 0,'0'0'-23'0,"-6"-14"73"0,2 9 58 0,4 5 49 0,-7-13 44 16,3 9 33-16,4 4 27 0,-5-8-27 15,5 8-25-15,-7-4-14 0,7 4 3 0,0 0 20 16,2 24-3-16,0-1 1 0,4 12-18 15,2 1-20-15,1 3-17 0,5 12-9 0,1-3-20 16,-3-11-13-16,-1-1-14 0,-2 0-8 16,1-2-11-16,-4-8-7 0,-3-3-7 0,1-2-25 15,0-4-47-15,0-3 0 0,-3-2 0 16,-1-3 0-16,0-1 0 0,0-4-70 0,0-4-140 16,0 0-57-16,0 0-48 0,0 0-49 15,-18-25-39-15,11 3-15 0,-4-12-2 16,-2-10-4-16,0-6 4 0,-2 1 20 15,-1 2 42-15,1 4 82 0,1 12 64 16,2 2 49-16,-4 4 44 0,5 6 39 0,0 5 42 16,-1 0 45-16,2 3 33 0,3-2 40 15,0 5 34-15,0 0 2 0,3-3-8 0,-1-1-8 16,3-1-12-16,6-5-9 0,1-2-13 16,7-9 3-16,3 0-14 0,3 4-8 0,-2 1-1 15,6 0-12-15,-1 4-61 16,-5 5-75-16,4 4-85 0,-4 2-126 0,0 4-172 15,-1 7-90-15,-1 3 69 0,1 9-204 0,-2 13-204 16</inkml:trace>
  <inkml:trace contextRef="#ctx0" brushRef="#br0" timeOffset="-145579.13">4588 10605 2375 0,'-9'14'280'0,"2"-5"28"0,-2-1 28 0,7-1 22 0,-3-4 2 0,5-3-23 0,0 0-32 0,0 0-32 0,0 0-25 16,16-27-23-16,2 2-35 0,5-1-81 0,10-7-109 16,1-2-128-16,2-3-153 15,1-1-183-15,2 2-256 0,3-9 53 0,2 7 83 16,-2-6-389-16,-6 3-450 0</inkml:trace>
  <inkml:trace contextRef="#ctx0" brushRef="#br0" timeOffset="-145367.86">5000 9668 2670 0,'-19'2'152'16,"4"2"59"-16,1-1 33 0,3 2 26 0,4 2 11 15,-2 3 9-15,2 2 11 0,3 3 6 16,4 4-39-16,4 5-27 0,7 10-17 0,7 9-22 16,3-1-26-16,1 1-18 15,3-6-70-15,0 4-82 0,0-6-78 0,2 0-73 16,-9-6-90-16,3-2-71 0,-3-1-61 15,-3-2-73-15,-6-3-98 0,-1-5-99 0,-4 1 48 16,0-5-350-16,-2-3-418 0</inkml:trace>
  <inkml:trace contextRef="#ctx0" brushRef="#br0" timeOffset="-145216.38">5059 10204 2812 0,'-10'-11'180'0,"3"4"55"0,-1 2 43 15,5-1 19-15,3 6 0 0,-9-7-28 16,9 7-27-16,-5-6-24 0,5 6-23 15,0 0-11-15,0 0-29 0,25-8-81 0,-6 3-129 16,15-5-172-16,2-4-246 16,14-3-233-16,8-5 60 0,4-4 82 0,-1-2-377 15,2 3-419-15</inkml:trace>
  <inkml:trace contextRef="#ctx0" brushRef="#br0" timeOffset="-145034.83">5970 9643 3056 0,'-10'-4'350'0,"6"1"40"0,4 3 13 16,0 0-9-16,-12-3-19 0,12 3-23 0,0 0-15 16,0 0-31-16,0 23-30 15,1-11-30-15,5 5-32 0,1-1-90 0,2 3-116 16,-2-1-121-16,4-1-111 0,-2-3-142 16,2 1-143-16,-6-3-180 0,4-2-47 0,3-3 77 15,-2-2-543-15,-3-4-667 0</inkml:trace>
  <inkml:trace contextRef="#ctx0" brushRef="#br0" timeOffset="-144900.96">6035 9469 3321 0,'-12'-16'118'15,"3"6"65"-15,1-1 43 0,1 3 17 16,0 0-9-16,2 6-22 0,5 2-21 0,-6-9-30 16,5 5-74-16,1 4-85 0,0 0-118 15,9-4-146-15,1 0-200 0,3 0-181 16,3 0 51-16,0-2-396 0,5-1-463 15</inkml:trace>
  <inkml:trace contextRef="#ctx0" brushRef="#br0" timeOffset="-144617.4">6197 9385 2813 0,'-10'6'70'0,"3"2"39"0,-3-1 35 16,4 1 10-16,1 4 3 0,1-4-13 0,2 3-10 15,2 1-10-15,0 0-14 0,6-3-8 16,1 5-21-16,2-2-12 0,2-1-25 0,1 1-3 15,1-4-5-15,-4 1-4 16,4-1 2-16,1-1 2 0,-5 0 31 0,2 0 14 16,-1-1 28-16,-1 1 20 0,0 2 27 15,-2-2 16-15,0 1 4 0,-5 1-2 0,2-1-7 16,-2 1-14-16,-2-1-17 0,-2 4-6 16,-2-3-17-16,2 0-17 0,-5-1-24 15,0 1-41-15,2-3-48 0,-1 0-67 0,-1-2-70 16,2 0-103-16,5-4-98 0,0 0-122 15,-20-10-199-15,16 3-7 0,4-2 83 0,-1 1-452 16,1-1-525-16</inkml:trace>
  <inkml:trace contextRef="#ctx0" brushRef="#br0" timeOffset="-144234.43">7161 9233 3379 0,'0'0'313'0,"-34"11"-2"0,34-11-5 0,0 0 16 16,-6 3 9-16,6-3-25 0,0 0-32 15,6 14-24-15,-2-7-20 0,-1-2-27 0,1 3-27 16,-2 1-22-16,0 1-28 0,-4 2-39 16,-4 2-37-16,-1-1-34 0,0-1-13 0,-7 5-46 15,-8 2-32-15,2 0-30 0,1-7-35 16,2-2-40-16,0-7-12 0,4-3 8 15,-5-7 11-15,-3-12 25 0,4-5 38 16,1-1 57-16,7 2 45 0,4 4 48 0,-2 3 67 16,5 1 46-16,2 1 54 15,0 2 35-15,2 4 14 0,7-1 2 0,-2 4-10 0,6 2-24 16,4 1-23-16,5 2-16 16,0 0-17-16,6 2-17 0,1-2-17 0,14-2-17 0,-4-1-43 15,-1 1-74-15,-5 0 0 0,-8-3-87 16,-2 2-74-16,-4 1-53 0,-1 0-64 0,-5 2-90 15,-2 0-138-15,-11 0-161 16,9 2-152-16,-9-2 75 0,-4 15-734 0,-5 4-927 16</inkml:trace>
  <inkml:trace contextRef="#ctx0" brushRef="#br0" timeOffset="-143917.18">4886 11315 4465 0,'-6'-14'178'0,"4"5"33"0,-1-1 22 15,-2 5 10-15,5 5-34 0,-2-8 2 0,2 8 37 0,0 0 20 0,18 20-10 0,-1 1-16 16,5 4-26-16,5 9-23 0,2 4-17 16,0-2-19-16,-3 1-16 0,1-2-30 0,0 3-68 15,-7-11-95-15,1 1-99 0,-1-1-98 16,-4 2-107-16,0 0-119 0,-7 3-142 0,-3-6-207 16,-1-4 61-16,-5-5 96 15,0-2-574-15,0-3-703 0</inkml:trace>
  <inkml:trace contextRef="#ctx0" brushRef="#br0" timeOffset="-143683.73">5090 11451 3538 0,'-7'-23'88'15,"0"5"48"-15,5 1 36 0,0 4 23 0,0 1 7 16,2 2-4-16,4-1-8 16,2-1-11-16,2 6-11 0,3-1-13 0,2 2-13 0,3 3-11 15,-1 2-13-15,2 3-12 0,-2 1-8 16,1 1-6-16,-4 3-15 0,-1-1-2 0,-2 3-11 15,-4 5-7-15,1-2 1 16,-1 0-9-16,-3-1-3 0,-4 2-12 0,0-1-11 16,-1-2-24-16,-1 0-35 0,-1-2-42 15,1-1-46-15,-1-3-68 0,-1-3-72 16,6-2-84-16,-14 2-115 0,14-2-173 0,0 0-39 16,-16-11 82-16,11 5-421 0,1-2-489 15</inkml:trace>
  <inkml:trace contextRef="#ctx0" brushRef="#br0" timeOffset="-143400.59">5444 11233 3159 0,'0'0'240'15,"0"0"57"-15,0 0 16 0,0 0 35 0,0 0 10 16,0 0-26-16,-11 18-27 0,11-18-29 16,0 0-26-16,5 9-24 0,3-5-20 0,-8-4-21 15,21 1-17-15,-4-2-16 0,0-3-26 16,2-3-52-16,-2-2-46 0,2-1-36 0,1-1-16 15,-7 3 4-15,-2 0-1 0,-1-2 3 16,-3-1 8-16,-3 3-8 0,-2-2 1 0,-6 3-1 16,-1-3 7-16,-4 2 1 0,-9-3 3 15,3-2 26-15,-4 4-7 0,1 4-4 16,3 2-12-16,2 1-35 0,-6 7-41 0,5 0-52 16,-1 7-64-16,-4 11-82 0,1 0-95 15,-2 3-117-15,7 8-189 0,3-2-32 0,5 1 74 16,-1-8-479-16,6-8-585 15</inkml:trace>
  <inkml:trace contextRef="#ctx0" brushRef="#br0" timeOffset="-143233.4">5628 11153 3420 0,'-1'-14'200'0,"-3"0"49"0,4 3 37 0,-2 2 24 16,0 2-4-16,2 7-37 0,-2-9-28 15,2 9-27-15,0 0-14 0,0 0-23 16,0 0-14-16,0 0-17 0,35 16-62 0,-16 5-88 15,-1 0-100-15,4 0-130 0,-1 4-151 16,2 1-177-16,-4-2-163 0,-2 0 60 16,2-2-555-16,-6-3-682 0</inkml:trace>
  <inkml:trace contextRef="#ctx0" brushRef="#br0" timeOffset="-143067.36">5689 10967 3540 0,'-12'-15'141'0,"-3"3"16"0,5 4-9 16,4 2-21-16,1 2-14 0,5 4-16 16,0 0-51-16,0 0-88 0,0 0-137 0,16 18-176 15,0-5-241-15,7 6 32 16,4 3 75-16,0 9-240 0,7 4-222 0</inkml:trace>
  <inkml:trace contextRef="#ctx0" brushRef="#br0" timeOffset="-142767.56">6048 11209 2086 0,'0'0'260'0,"0"0"39"16,-29-23 26-16,18 15 21 0,2-2 14 0,-1 6 5 16,2-3-20-16,3 1-30 0,-1 2-40 15,6 4-25-15,-1-8-27 0,1 8-31 0,0 0-25 16,11-7-40-16,-11 7-59 0,14 0-47 16,-14 0-44-16,23 4-45 0,-9-1-18 0,-3 3-23 15,2 0-16-15,-1-2-10 16,-1 0 0-16,1 0 13 0,-4-2 17 0,-1 1 26 0,-7-3 44 15,14 0 29-15,-14 0 33 16,11-4 22-16,-11 4 20 0,9-7 15 0,-9 7 18 16,12-4 1-16,-12 4-7 0,6-5-3 15,-6 5-14-15,7-3-13 0,-7 3-3 0,0 0-6 16,18-2-9-16,-18 2-29 0,16 4-43 16,-8-4-61-16,-8 0-80 0,19 4-108 15,-9-4-102-15,0 0-151 0,-10 0-147 0,20 0 49 16,-8-4-467-16,-1 0-560 15</inkml:trace>
  <inkml:trace contextRef="#ctx0" brushRef="#br0" timeOffset="-142565.46">6261 10507 3008 0,'-7'-15'122'0,"1"6"53"16,1 1 25-16,1 1 18 0,4 7 19 15,-4-4 35-15,4 4 33 0,0 0 19 16,1 31-5-16,6 1-24 0,6 5-24 0,6 9-34 15,1 2-18-15,5 2-32 16,2 0-9-16,2 2-48 0,0-1-63 0,-3-1-78 16,3 1-72-16,1-5-76 0,-5-7-94 15,-6-8-91-15,-2-5-68 0,-6-8-80 0,-3-1-76 16,0-5-91-16,-2-6 37 0,-4-4-453 16,-2-2-547-16</inkml:trace>
  <inkml:trace contextRef="#ctx0" brushRef="#br0" timeOffset="-142434.34">6417 11008 2871 0,'-16'-7'36'15,"2"2"68"-15,3 2 47 0,4-1 21 16,-1 2 11-16,8 2-5 0,-10-3-14 0,10 3-2 16,0 0-13-16,0 0-15 0,0 0-8 15,0 0-24-15,0 0-80 0,36 12-135 16,-20-12-151-16,3-3-204 0,13-6-135 0,6-1 56 16,11-7-324-16,3-2-353 0</inkml:trace>
  <inkml:trace contextRef="#ctx0" brushRef="#br0" timeOffset="-142048.77">6908 10785 2916 0,'-18'0'297'0,"7"0"26"16,11 0 13-16,-17-2-16 0,17 2-16 0,0 0-34 16,-15-2-18-16,15 2-29 0,0 0-21 15,0 0-19-15,0 0-32 0,20-13-22 16,-9 6-37-16,0-2-45 0,0 1-35 0,4-6-32 15,-4 2-19-15,0 2-1 0,-4-2 2 16,0 0 8-16,-1 2 2 0,-2-1 5 0,-2 3 7 16,-1-1 7-16,-1 9 1 15,-7-7 3-15,7 7 3 0,-13 0 9 0,13 0 2 16,-21 16 4-16,0 4 2 0,4 6-4 16,3 0 13-16,5-2 17 0,3-2 13 0,1 1 17 15,3-3 12-15,2-1 4 0,4-3 0 16,1 5 9-16,6-1-1 0,1-3-1 0,3-4-18 15,3 1-8-15,-2-4-8 0,5-1-18 16,1-4-49-16,-2-5-48 0,5-3-66 0,9-4-81 16,0-5-78-16,3-4-78 15,3-7-57-15,-10 4-68 0,-3-2-32 0,-2-2-26 16,-3 1 8-16,-4-2-597 0,-7 5-598 16</inkml:trace>
  <inkml:trace contextRef="#ctx0" brushRef="#br0" timeOffset="-141784.3">7321 10721 2866 0,'6'-18'-12'15,"-6"4"94"-15,-4 2 85 0,-2 2 52 0,-3 1 45 16,-1 1 34-16,-1-2 29 0,-2 2 11 15,-7 0 6-15,1 1-8 0,4 1-15 0,0 2-28 16,0-2-27-16,1 2-28 0,3 0-30 16,0 2-16-16,11 2-27 0,-20 0-28 0,20 0-31 15,-14-1-29-15,14 1-40 0,0 0-36 16,-7-5-28-16,7 5-19 0,12-20-22 0,1 6-1 16,10-10 8-16,0 4 2 0,4-2 10 15,-3 5 5-15,-1 5 19 0,-2 2 40 16,-2 4 53-16,-2 5 69 0,1 2 54 15,2 6 38-15,7 7 28 0,-4 3 7 0,-6 0-56 16,2 4-208-16,-1-1 0 0,-5-1 0 16,-2 0 0-16,3-2 0 0,-3 1 0 0,-1-3 0 15,-1-1 0-15,0-2 0 0,-3-1 0 16,2 0 0-16,0-2 0 0,-5-3 0 16,3 1 0-16,-2-2 0 0,-3 0-471 0,-1-5-189 15,5 6-196-15,-5-6-1 0,0 0 95 16,0 0-797-16,0 0-1003 0</inkml:trace>
  <inkml:trace contextRef="#ctx0" brushRef="#br0" timeOffset="-140733.44">8359 9344 3991 0,'0'0'-112'0,"0"0"61"0,-14 24 59 0,14-7 65 0,1 9 29 0,1 14 24 0,8 12 17 16,0 2 27-16,1 3 8 0,5-1-12 0,0 0-15 16,4 2-15-16,-4-3-13 0,4-2 7 15,-4-6-13-15,0-1-13 0,-5-13-9 16,3 0-13-16,-5-5-19 0,-2-8-27 0,0-4-25 15,-2-4-23-15,-1-2-26 0,-2-3-39 16,0-4-31-16,-2-3-33 0,0 0-32 16,0 0-13-16,0 0-13 0,0 0-7 15,0 0-3-15,-29-19 18 0,16 12 18 0,-6-1 18 16,-1 1 21-16,2 4 33 0,-1 1 33 16,-5 2 23-16,-12 7 21 0,0-4 44 0,2 5 49 15,7 0 49-15,4-2 31 0,7-2 16 16,2-1 2-16,1 1 6 0,3-2-3 0,4 1 4 15,6-3 20-15,0 0 3 0,0 0-11 16,0 0-28-16,48-31-13 0,-6 3-18 0,4 1-51 16,-1-2-48-16,5-4-46 0,2 4-34 15,-3 4-2-15,-5 4-3 0,-11 5 2 16,-8 6 10-16,-7 5 17 0,1 2 24 0,-8 6 29 16,3 0 34-16,-4 3 35 0,-1 2 34 15,1 2 34-15,-3 1 9 0,3 1 22 0,-5-1-13 16,5 1 0-16,0-2-2 15,-1-1-5-15,3 1-16 0,-1-6-12 0,2-2-14 16,3-4-14-16,0-2-29 0,5-4-44 16,6-7-41-16,-2-6-41 0,0 1-32 0,-5-3-20 15,0-6-15-15,-3 2-5 0,-4-6 6 16,-2 1 13-16,-7-4 9 0,-1-3 11 0,-8 4 23 16,-4-1 26-16,-4 5 12 0,-3 7 13 15,-2 9 1-15,-1 8 1 0,-6 5-8 0,-15 9 7 16,-8 10-5-16,-1 5 0 15,3 7-31-15,0 6-69 0,2 2-111 0,6 1-159 0,0 5-216 16,8 4-222-16,3-1 79 0,4 4 85 16,5-7-551-16,9-7-660 0</inkml:trace>
  <inkml:trace contextRef="#ctx0" brushRef="#br0" timeOffset="-139968.15">5242 13077 3302 0,'4'7'-32'0,"0"-2"17"0,-1 0 50 0,-3-5 39 0,10 7 33 0,-10-7 23 0,6 5 26 15,-6-5 21-15,0 0 18 0,0 0 1 16,13 0 0-16,-13 0-14 0,11-8-11 15,-3-1-8-15,-2 1-10 0,1-4-11 0,-1-2-11 16,-1-1-6-16,0-4-9 0,-5 0-13 16,0-7 0-16,-2 1-1 0,-8-9-5 0,-1 3 4 15,-3 2-4-15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03:40:36.1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5718 12923 2502 0,'8'0'201'0,"-8"0"-74"15,0 0-36-15,0 0-2 0,0 0 3 16,0 0-3-16,13-5-7 0,-13 5-18 15,6-7-6-15,-2 1-6 0,0-2-6 16,0 2 0-16,1-3-5 0,-1 1-2 0,0-2-8 16,-2-3 0-16,-2-1-7 0,-4-1-3 15,0-6-1-15,-1 1-8 0,-9-11-2 16,-1 2-6-16,-1 0-7 0,0 1 7 0,-2 4 3 16,5 6 1-16,-1 4 6 15,2 3 0-15,-1 1 22 0,4 3 1 0,2 3 0 16,0 2 8-16,7 2-6 0,-20 0-2 15,20 0 3-15,-18 2-10 0,9 2 3 0,9-4-3 0,-13 6-3 16,13-6-1-16,-10 1-5 16,10-1 4-16,0 0 4 0,0 0-2 0,0 0-6 15,-11-8 1-15,11 8-8 0,9-21 0 16,2 10-2-16,-2-1 3 0,2 0-3 16,3 3-4-16,-3 0-5 0,6 2 2 0,-4 1 3 15,5 3-4-15,-5 1 1 0,2 1 1 16,0 2-1-16,1-1-3 0,-3 4 0 0,-2-1-2 15,7 1 5-15,-3 2-6 0,0 0 1 16,3 0 0-16,-6-1-1 0,4 4-6 0,-3-2-26 16,2 1-44-16,-1 0-55 0,2 3-55 15,0-1-69-15,-3-2-110 0,-1-3-167 16,1 1-14-16,1-3 73 0,-3-6-167 0,2-1-138 16</inkml:trace>
  <inkml:trace contextRef="#ctx0" brushRef="#br0" timeOffset="385.92">6175 12266 1806 0,'0'7'138'0,"0"0"13"0,0-7-2 0,-1 9-12 16,1-9 2-16,0 0-2 0,0 0 4 0,0 0-6 0,0 0-8 15,6 4-8-15,-6-4-10 16,0 0-9-16,0 0-9 0,22-13-7 0,-13 6-7 15,-4 0-16-15,2-3-13 0,-3-1 3 16,0-4-15-16,-2 1-15 0,-2-1-4 0,0 3-7 16,-2-1 0-16,-2 2 0 0,0-1-7 15,-1 5 0-15,-1-3 6 0,-4 5-3 16,10 5-5-16,-15 2 3 0,15-2 11 0,-19 18 18 16,8-2-5-16,-1 1 14 0,5 3 19 15,-3-1-5-15,3 1-3 0,2-1-2 16,5-5-5-16,0 1-2 0,5-1-3 15,2 1 0-15,3-3-9 0,0-2 3 0,3-1 0 16,1-5-5-16,4-2-3 0,3 0-4 16,1-6-24-16,1 0-38 0,1-1-46 0,-3-4-41 15,-1 0-42-15,7-4-34 0,-8 1-49 16,-4 0-60-16,-1-3-103 0,-3 3-119 16,-4-2 36-16,2-1-182 0,-2 3-174 0</inkml:trace>
  <inkml:trace contextRef="#ctx0" brushRef="#br0" timeOffset="1234.05">6435 11946 1832 0,'-18'-19'60'0,"-2"-2"39"0,1 1 33 0,-3-1 35 16,4 0 29-16,0 5 33 0,7 0 31 15,-4 2 21-15,2 1 10 0,4 1 8 0,-2 2 7 16,2 1-19-16,4 2-23 0,-6 0-34 16,8 6-29-16,3 1-21 0,0 0-11 0,10 22 13 15,10 15-17-15,11 9-18 0,11 23-8 16,5 5 3-16,5 5-7 0,3 5-19 16,6 1-9-16,-3 2-16 0,5-4-10 15,-10-5-56-15,-2-8-37 0,-5-6-46 0,10-6-45 16,-24-19-47-16,-2-3-50 0,-9-11-53 15,-4-2-32-15,-6-7-14 0,1-5-16 16,-8-6-13-16,-2-2-9 0,-2-3-17 0,0 0-16 16,-14-17-13-16,3-1-49 0,-7-9-64 15,-6-13-333-15,-4-4-316 0</inkml:trace>
  <inkml:trace contextRef="#ctx0" brushRef="#br0" timeOffset="1466.78">6546 12198 2203 0,'-16'-16'41'0,"5"5"48"0,-1 2 48 16,5-2 23-16,-1 6 32 0,1-1 15 15,0 0 14-15,7 6-5 0,-5-11-10 0,5 11-8 16,0-9-10-16,0 9-19 16,14-7-14-16,-14 7-7 0,18 0-14 0,-18 0-8 15,25 5-10-15,-11 2-10 0,-1 2-3 16,0 1-8-16,-1 3-9 0,-3 5-9 0,-1 2-7 16,-2-1-6-16,-4 0-7 0,0-1-7 15,-2-3-3-15,-2-3-9 0,-5-1-5 0,2-1-21 16,-3-4-29-16,-1 0-43 0,-5-6-32 15,0-4-60-15,-8-4-73 0,3-2-62 16,-5-9-77-16,3 2-106 0,1-5-171 0,2-2 43 16,6 5-367-16,4 2-444 0</inkml:trace>
  <inkml:trace contextRef="#ctx0" brushRef="#br0" timeOffset="1900.22">6690 12086 2799 0,'10'7'-1'0,"1"0"38"15,-2-2 34-15,0 1 28 0,-2-2 26 16,1 0 14-16,-1-1 10 0,-7-3-3 16,18 1 7-16,-18-1-3 0,17 3-13 0,-17-3-8 15,20-5-12-15,-12 1-8 0,2 1-12 16,-3-4-9-16,1 2-3 0,-5-3-16 16,4 0 0-16,-5-2-6 0,0 2 0 15,-4-3 0-15,-2 0 0 0,-4-1-3 0,-5-4-5 16,1 3-3-16,-9-7-5 0,2 7-4 15,2 3 0-15,-2 0-1 0,0 2-4 0,-2 3-6 16,4 1-3-16,4 4-2 0,-1 0-7 16,1 2-3-16,1 2 1 0,1 1-2 0,0 7-4 15,3-2 3-15,2-2-3 0,2 1 0 16,2-3 0-16,2-6 0 0,0 0 8 16,0 0 6-16,0 0 6 0,0 0-3 0,42-25-1 15,-19 6-1-15,2-1-4 0,-2-1-2 16,-1 6 2-16,-2 1-4 0,-5 4 6 15,0 3 4-15,-1 4 2 0,-3-1-2 16,4 2-3-16,-1 4 2 0,1 2-2 0,-2 1-6 16,0 2-1-16,1 1-1 0,1 2-6 15,3 1-8-15,-6-1-27 0,1-2-37 0,-4 1-51 16,0-1-77-16,0-6-78 0,1 6-84 16,-8-4-129-16,2 0-224 0,-4-4 60 0,5 5 71 15,-5-5-365-15,0 0-415 0</inkml:trace>
  <inkml:trace contextRef="#ctx0" brushRef="#br0" timeOffset="2716.17">7138 11810 2821 0,'0'0'153'0,"-15"19"22"0,15-19 13 0,0 0 10 15,0 0 9-15,0 0 13 0,0 0 6 0,0 0-7 16,0 0-11-16,17-25-11 0,-7 14-8 15,1-4-28-15,0 0-11 0,3-1-19 16,-5 1-4-16,1 2-14 0,-2 2-4 0,-3 0 1 16,1 3-11-16,-2-2-12 0,-2 3-1 15,-1-1-15-15,-1 8-7 0,-5-14-6 0,-1 6-8 16,1 5-6-16,5 3-3 16,-18-4-6-16,18 4-4 0,-23 5-4 0,6 5-2 0,0 0-2 15,-3 9-1-15,-2 1-7 16,5 3-3-16,0 0 6 0,5-3-7 0,7-2-1 15,1 1 3-15,4 0-4 0,5-2-3 16,3 3 4-16,9 2-5 0,3-1 2 0,4-4 1 16,-1-5-3-16,0-5 2 0,2-5 0 15,-5-2-1-15,7-2 3 0,-4 0-3 0,-3-3 0 16,-2-3 2-16,1-1 4 0,-1 0 10 16,-1-4 22-16,-2 1 25 0,-4-4 15 15,0 3 19-15,-2-1 16 0,-2 0 11 0,-1 2 5 16,-1 0 1-16,1 4 0 0,-2-2-10 15,0 5-14-15,-2-1-12 0,-2 6-80 0,7-10-20 16,-7 10 0-16,8-5 0 16,-8 5 0-16,12-3 0 0,-12 3 0 0,15-3 0 15,-15 3 0-15,15-1 0 0,-4-3 0 16,0 0 0-16,1-1 0 0,3-3 0 0,-1 1 0 16,-1 0 0-16,-4 0 0 0,1 3 0 15,-2-4 0-15,-1 2 0 0,3 0 0 0,-2 0 0 16,-3 3 0-16,-5 3 0 0,13-8 0 15,-4 4 0-15,-9 4 0 0,11-8 0 0,-4 6 0 16,-7 2 0-16,10-4 0 0,-10 4 0 16,9-4-145-16,-9 4-27 0,6-3-5 15,-6 3-3-15,5-4-23 0,-5 4-29 0,2-13-43 16,-2 4-24-16,-2-4-20 0,-3-8-1 16,-6-14-1-16,-7-9 13 0,2-2 36 15,-9-5 28-15,-4-5 49 0,-1 3 64 16,-3-1 69-16,1 7 68 0,3 7 49 0,6 13 33 15,2 6 31-15,4 6 12 0,3 5 15 16,3 3 12-16,2 2 10 0,4 4 2 0,5 1 4 16,0 0 6-16,-11 20-8 0,11-7-6 15,4 3-13-15,8 11 2 0,1 2-8 0,8 2-21 16,6 4-9-16,6 2-11 0,3-1-11 16,0 0-11-16,0 0-15 0,2 0-10 15,0-1-53-15,-4-4-44 0,-1-1-56 0,-5-7-56 16,-3 1-60-16,-2-6-62 0,-6-4-53 15,-3-2-36-15,-5-5-29 0,-1 1-38 16,-5-7-23-16,-3-1-19 0,0 0-6 0,0 0 33 16,0 0-604-16</inkml:trace>
  <inkml:trace contextRef="#ctx0" brushRef="#br0" timeOffset="2849.3">7803 11560 2732 0,'-15'-16'-29'0,"2"1"65"0,0 3 44 16,-5 0 61-16,3 0 38 0,1 2 30 0,3 1 27 16,-1 3 13-16,3 1-5 0,2-1-18 15,1 3-19-15,6 3-22 0,-12-7-21 0,12 7-12 16,0 0-17-16,-2-5-12 15,2 5-33-15,12-8-59 0,-1-1-78 0,4-4-111 0,12-10-77 16,10-12-67-16,8-6-35 0,18-17-107 16,4-3-159-16,0-1 33 0,0-1-346 15,-5 2-398-15</inkml:trace>
  <inkml:trace contextRef="#ctx0" brushRef="#br0" timeOffset="3432.78">8325 10497 2504 0,'-18'-8'71'0,"-2"2"46"0,3 1 32 15,2 2 15-15,1-1 13 0,5 4 14 16,9 0 14-16,-17 5 18 0,9 4 11 0,6 3 0 16,4 5 8-16,4 4-22 15,7 8 13-15,2 4-24 0,8 6-15 0,2-1-16 16,2-1-11-16,2 3-14 0,-3-4-1 0,1-1-9 16,-7-6-13-16,-2-4-19 0,2 0-19 15,-6 0-4-15,-3-7-10 0,-2 0-2 16,-2 1-21-16,-3-4-12 0,-2-1-8 0,-4-1-23 15,-2 3-26-15,-3 1-22 0,-2-4-21 16,-4 5-19-16,2-5-17 0,-4-1 2 16,0 1 8-16,3-3 8 0,1-3 10 0,2-2 0 15,0-1-6-15,5-4-1 0,4 0-2 16,0 0 0-16,0-21-11 0,13-11-19 0,-2 1-37 16,3-15-44-16,4-3-25 15,-5-2 0-15,3-2 21 0,-4 3 23 0,1 0 34 16,-6 10 41-16,0 4 40 0,-3-1 47 15,-2 8 40-15,0 6 44 0,-6 0 28 0,2 3 21 16,-2 3 10-16,-1-2 11 0,1 5 11 16,-1 1 1-16,-2 3-14 0,3 1-16 0,-3 4-15 15,7 5-13-15,0 0-11 0,0 0-3 16,-15 22-6-16,15-7-8 0,0 1-9 0,4 7-13 16,3 6-3-16,4-2-3 0,3 0-7 15,1-2-4-15,5 0-3 0,-8-8-4 16,4-1-3-16,-3-3-6 0,5-1-3 0,-2-1-6 15,4-2 4-15,-5-5-5 0,-2 0 1 16,0-3-4-16,3 1 0 0,-1-2 6 16,0 0-8-16,0-2 1 0,3 0-2 0,-1-1 0 15,2-1-1-15,4-2 0 0,-4 3-1 16,3-2-3-16,2-1 0 0,-5 3-20 16,3-2-23-16,-2 0-40 0,1 0-60 0,-3-2-82 15,0 2-105-15,1-2-108 0,-4 2-141 16,3-1-137-16,-6 0 63 0,2 2-533 0,-4 4-652 15</inkml:trace>
  <inkml:trace contextRef="#ctx0" brushRef="#br0" timeOffset="4682.22">6944 13414 3192 0,'-5'7'100'0,"-4"-2"31"16,5-1 7-16,4-4 23 0,0 0 39 16,0 0 24-16,0 0 10 0,0 0-7 15,25-4-10-15,-12-1-19 0,5-2-18 0,3-3-15 16,6-5-16-16,2 1-16 0,-4-1-17 15,2 1-10-15,-2-1-15 0,-5 5-28 16,-6 1-27-16,-2 1-30 0,-1 2-20 0,-3 4-9 16,-1-4-6-16,-2 1 2 0,-5 5-7 15,0 0 0-15,0 0 4 0,0 0 2 0,-25-3 1 16,25 3 3-16,-43 18-5 0,19 1 12 16,-2 8-1-16,-3 11 4 0,4 11 5 0,0 2 11 15,4 5 10-15,6 1 12 16,4 0 11-16,-3-5 4 0,10-11-1 0,4-2-3 15,2-5-4-15,2-7 1 0,5-8-3 16,1-3-3-16,5-6 3 0,5-5-2 16,1-6-8-16,11-10 5 0,8-11-12 0,1-7-16 15,0-9-11-15,-3-5-10 0,0-6-11 16,-8 3-10-16,1-5-2 0,-6 3 0 0,-2 6 8 16,-10 11-3-16,-1 9 10 0,-3 3 4 15,-2 4 1-15,-1 3 6 0,0 2 7 0,-4 3 3 16,2 3 5-16,-4 4 3 0,7-4 4 15,-7 4 2-15,0 0 6 0,0 0 0 0,0 0-2 16,16 7 2-16,-16-7 0 0,9 4-1 16,-9-4-3-16,13 0 5 0,-13 0 0 15,16-5-2-15,-7-3 3 0,2-2-2 16,1-4-1-16,1-1-1 0,1-11-4 0,-1-2-4 16,-1 1 0-16,1 2 0 0,-6 4-3 15,-1 4 2-15,0 3 4 0,-2 4 2 0,0 2 5 16,-2 0 3-16,-1 4 5 0,3-1 4 15,-4 5 4-15,0 0 2 0,0 0 0 16,0 0-3-16,0 0-3 0,21 5 0 0,-21-5-1 16,8 6-3-16,-8-6-6 0,16 4-1 15,-11-2-8-15,4-2-15 0,0 3-11 0,-9-3-17 16,20 0-17-16,-11 0-13 16,-9 0-16-16,21-3-20 0,-10-1-15 0,0-2-16 15,-2-3-12-15,-2-3 10 0,3-4 11 0,-2-3 18 16,-3-2 9-16,-1-3 11 0,-2-1 10 15,-2-3 7-15,0-11 15 0,-6-4 25 16,-1 1-1-16,1 1 15 0,-4 2 1 0,5 6 3 16,-1 8 8-16,4 6-2 0,-3 4 6 15,3 1-5-15,-1 4-13 0,-1 0-6 0,3 1-15 16,-3 0-14-16,0 4-19 0,1-3-14 16,-3 1-1-16,1 0 8 0,-6-4 11 15,0-2 17-15,-10-9 20 0,3-3 20 0,-13-8 26 16,2-6 27-16,-3 3 33 15,9 9 22-15,0 0 19 0,2 5 17 0,2 1 17 16,3 6 25-16,5 3 1 0,4 3-7 16,-1 2-6-16,2 2-17 0,1 3-1 0,5 2 2 15,0 0 22-15,-4 19 11 0,9 2 32 16,11 21 2-16,4 6-1 0,13 7-15 0,13 19-8 16,8 5-13-16,2 3-15 0,10 11-9 15,2-2-22-15,6-1-15 0,2-2-11 0,-4-2-26 16,-3-6-34-16,-6-5-32 0,-4-10-26 15,-19-17-41-15,-4-7-50 0,-1-6-44 0,-14-11-35 16,-1-3-22-16,-8-9 4 0,-3-10 3 16,-7-6 14-16,-2 4 19 0,-2-29 19 0,-9-7 9 15,-10-13 8-15,-7-5 20 0,-10-15 15 16,-9-4 12-16,-2-2 21 0,1 8 26 16,12 16 29-16,4 5 20 0,3 9 15 15,8 11 14-15,6 4 6 0,2 4 4 16,1 5-1-16,5 3-5 0,3 0-6 0,-2 5-1 15,6-1 11-15,0 6 9 0,6-8 17 16,-6 8 15-16,11-4 9 0,1 4 12 0,-12 0 6 16,26 9-2-16,-8 0-4 0,-2 0 0 15,0 2-8-15,-3 3-1 0,1 1-3 0,-5 2-13 16,0 0-2-16,-2-3-14 0,-1 1-7 16,-5-3-21-16,1-1-43 0,-2-3-59 0,-2 1-66 15,-1-6-86-15,3-3-92 16,0 0-87-16,-27-15-79 0,7-11-88 0,-5-15-116 15,-5-9 22-15,-8-24-549 0,0-6-669 16</inkml:trace>
  <inkml:trace contextRef="#ctx0" brushRef="#br0" timeOffset="4998.85">7731 12270 3351 0,'-16'-31'49'0,"2"10"61"15,3 8 45-15,6 0 35 0,-1 5 24 16,5 3 24-16,-3 2 13 0,4 3 5 0,0 0 22 16,0 0 10-16,0 0-7 0,41 30-17 15,-17-9-25-15,12 10-22 0,1 2-21 0,4 2-19 16,4 3-17-16,7-2-18 15,-2-2-12-15,-1 1-15 0,1 1-16 0,-9-4-50 16,-3-3-47-16,-3 1-54 0,-7-9-52 16,-5-1-42-16,-7-4-40 0,-3-5-31 0,-6-2-37 15,0-2-34-15,-4-4-22 0,-3-3-6 16,0 0 13-16,0 0 30 0,0 0 24 0,0 0 25 16,-44-14 32-16,26 8 37 0,-2 2 41 15,4 0 49-15,-4 4 43 0,4-1 45 0,2 2 32 16,-2 1 27-16,7-2 12 0,0 2 2 15,-2 0 7-15,11-2-1 0,0 0-7 0,-7 5-9 16,7-5-9-16,0 0-47 0,0 0-71 16,27-19-93-16,-14 2-104 0,15-17-25 15,6-6 7-15,0-6 8 0,2-1-32 16,-2 0-30-16,-4 2-25 0,-3 6 21 0,-5 10 62 16</inkml:trace>
  <inkml:trace contextRef="#ctx0" brushRef="#br0" timeOffset="5181.87">8429 12247 1983 0,'7'-18'46'15,"0"5"70"-15,-5 3 59 0,-2 4 50 16,0-2 30-16,0 8 24 0,-2-8 18 0,2 8 8 15,0-8 0-15,0 8-8 0,0 0-20 16,0 0-16-16,0 0-7 0,0 0 11 0,8 28 3 16,2 5-4-16,3 17-5 0,6 10-13 15,2 7-32-15,7 19-16 0,3 0-20 0,1 3-19 16,5-1-17-16,1 0-26 16,-8-7-41-16,-1-21-54 0,-2-6-64 0,-2-6-67 15,-3-3-77-15,-3-12-89 0,-4-8-102 16,-3-4-103-16,-6-5-122 0,-3-6-141 0,-3-7 38 15,0-3-638-15,0 0-800 0</inkml:trace>
  <inkml:trace contextRef="#ctx0" brushRef="#br0" timeOffset="5348.93">8226 12537 3562 0,'-11'-2'100'0,"3"4"52"0,8-2 20 15,-6 14 10-15,6-3 16 0,6 3 6 16,2-1-7-16,3-1-15 0,2 4-24 15,10 1-11-15,0-2-26 0,1-3-61 0,-8-4-84 16,5 1-116-16,-3-2-135 0,-3-2-147 16,-2-2-222-16,-1-3 10 0,-1-3 74 0,1-2-371 15,-3-4-410-15</inkml:trace>
  <inkml:trace contextRef="#ctx0" brushRef="#br0" timeOffset="5799.27">8960 11765 2422 0,'0'0'-21'16,"-4"-8"30"-16,2 2 21 0,2 6 17 15,-1-6 19-15,1 6 23 0,-6-6 31 16,2 1 17-16,4 5 24 0,-10-6 6 0,3 3 8 15,-1 0 1-15,8 3 3 0,-19-3 1 16,19 3-7-16,-25 6-8 0,10 1-6 0,1 1-7 16,-8 9-5-16,1 4-4 0,1 5-4 15,8 1-6-15,-2 0-7 0,6-1-12 0,6-2-4 16,6-3-5-16,6 0-7 0,5 1 14 16,8-3 13-16,8-5 10 0,-3-9 11 15,8-1 6-15,-3-2 10 0,-5-2 16 16,3 0 11-16,-3-2 12 0,1 2 5 0,-2 2-3 15,-2 1-5-15,-7 0-8 0,2 0-12 16,-4 0-63-16,0 3-115 0,-3 0 0 16,-3 1 0-16,-1 0 0 0,-3 2 0 0,1-1 0 15,-5 1 0-15,1 1 0 0,-3-2 0 16,0-1 0-16,-7 2 0 0,2-1 0 0,-2-1 0 16,-6-3 0-16,4-3-104 0,-4-4-422 15,-4-7-126-15,-10-13-178 0,-2-9-16 0,-3-12 98 16,2-6-777-16,1-9-971 0</inkml:trace>
  <inkml:trace contextRef="#ctx0" brushRef="#br0" timeOffset="6002.03">8752 11155 4321 0,'-7'-16'109'15,"-3"5"65"-15,5-1 42 0,-2 6 34 16,6 0 17-16,1 6 1 0,-8-6-25 0,8 6 8 16,0 0 10-16,25 32 1 0,7 6 4 15,4 15 4-15,16 19-9 0,5 6-17 0,-1 5-21 16,2 1-25-16,1 3-91 0,0-2-107 15,-1-2 0-15,-5 1 0 0,-5-5 0 0,-1-7 0 16,-14-17 0-16,-5-2 0 0,-1-5 0 16,-2-3-104-16,-4-6-236 0,-8-11-82 15,-4-7-69-15,-5-8-76 0,-2-4-53 16,-4-8-117-16,2-1 8 0,0 0 85 16,-15-25-559-16,-4-8-667 0</inkml:trace>
  <inkml:trace contextRef="#ctx0" brushRef="#br0" timeOffset="6349.23">9096 11507 3622 0,'-9'-17'161'16,"4"5"26"-16,1 5 16 0,4 4 46 0,0 3 38 16,0 0 51-16,0 0 3 0,20 1-13 15,-20-1-15-15,20 9-22 0,-6-2-24 0,-1-2-24 16,2 2-23-16,-2 0-22 0,3-2-20 16,-3 1-19-16,-1 0-17 0,-3-4-16 15,0 3-22-15,-3-2-25 0,2 1-27 0,-2-1-33 16,-6-3-41-16,5 6-39 0,-5-6-46 15,0 0-32-15,0 0-30 0,0 0-6 16,0 0 7-16,-23-15 15 0,16 1 14 16,1-1 17-16,1 0 12 0,0 1 25 0,3 2 27 15,0 1 26-15,1 2 34 0,1 9 35 16,1-9 37-16,-1 9 19 0,9-5 18 0,-9 5 1 16,0 0-7-16,16 0-1 15,-16 0-9-15,18 1-13 0,-18-1-12 0,18 0-6 0,-18 0-28 16,24-4-62-16,-15 4-71 15,1-3-74-15,-3 2-84 0,-1-5-105 0,-1 4-113 16,-1-4-139-16,-4 6-151 0,3-11 53 16,-3 11 74-16,-5-10-537 0,5 10-639 0</inkml:trace>
  <inkml:trace contextRef="#ctx0" brushRef="#br0" timeOffset="7331.95">5612 9406 3387 0,'-68'10'-52'16,"-4"0"5"-16,4-2 1 0,7-2 14 15,18-3 31-15,9-1 30 0,10-4 29 0,7-1-7 16,6-5 2-16,7-4-9 0,17-17-5 16,23-18-3-16,37-21-5 0,26-7 2 15,51-25-1-15,16-3-1 0,4 8-5 16,5 0-6-16,-4 6-8 0,-8 6-11 0,-50 27-7 15,-7 7-6-15,-18 9-7 0,-35 16-9 16,-19 10-6-16,-21 12 3 0,-15 9 6 0,-17 14 0 16,-28 20 0-16,-37 23 4 0,-19 9 1 15,-51 26-1-15,-11 6 7 0,-2-3 1 16,6-9 26-16,41-33 27 0,16-7 7 0,14-9 24 16,29-17 12-16,12-8 13 0,14-7-9 15,10-7-3-15,12-8-10 0,13-6-13 0,10-8-17 16,29-19-42-16,29-18-72 15,23-1-85-15,17 6-131 0,7-4-293 0,-2 2 23 16,-2 9 69-16,-16 7-187 0,-27 10-168 16</inkml:trace>
  <inkml:trace contextRef="#ctx0" brushRef="#br0" timeOffset="12285.78">12766 5322 1942 0,'0'0'124'0,"-5"7"32"15,5-7 14-15,0 0 8 0,0 0 25 0,0 0 12 16,0 0 10-16,0 0 3 0,0 0-1 15,0 0-12-15,0 0-16 0,31-21-18 0,-19 13-19 16,1-3-17-16,3 3-17 16,-2-4-12-16,0 3-10 0,3-3-12 0,-5 6-10 15,1-3-17-15,-2 1-27 0,-3 4-20 16,0 0-12-16,-8 4-12 0,0 0 3 0,0 0-2 16,0 0 1-16,0 0 2 0,-29 25-1 15,11-13 4-15,0-4-1 0,0 1 2 16,6-1 3-16,-1-3 2 0,4 0 30 0,2 1 15 15,0-3 15-15,7-3 14 0,-14 5 8 16,14-5-4-16,-6 4-14 0,6-4-4 0,0 0-4 16,0 0-12-16,0 0-3 0,32-19-6 15,-12 10-8-15,-2 1-8 0,5 1-36 16,-1 0-50-16,-2 2-54 0,-2-2-66 0,-6 4-83 16,2 1-69-16,-3-1-70 0,-2 1-86 15,-2-2-168-15,-7 4 27 0,0 0-385 0,9-6-486 16</inkml:trace>
  <inkml:trace contextRef="#ctx0" brushRef="#br0" timeOffset="13915.18">5945 4957 2674 0,'0'5'-26'0,"0"-5"15"0,0 0 15 0,0 0 0 16,0 0-3-16,0 0 2 0,0 0-2 16,24-17 1-16,-10 3 0 0,13-4-2 15,4-3-2-15,6-4-6 0,1-1-26 0,5-1-24 16,-4 4-27-16,-4 5-28 0,-7 3-21 16,-3 6-10-16,-5 6 4 0,-6 0 15 0,-6 6 12 15,-2 2 19-15,-6 2 5 0,-1 1 35 16,-10 6 20-16,-3 9 20 0,-10 0 23 15,-1 4 19-15,-3-6 26 0,3 1 17 16,8-5 23-16,3-5 18 0,1-4 7 0,6-1-2 16,3-5-7-16,4-2-10 0,0 0-8 15,0 0-8-15,0 0-6 0,47-29-9 16,-14 15-9-16,9-5-5 0,2-4-30 0,4 2-45 16,1 1-48-16,1 1-71 0,-12 5-127 15,-4 1-204-15,-2 1-118 0,-7 3-87 16</inkml:trace>
  <inkml:trace contextRef="#ctx0" brushRef="#br0" timeOffset="15484.36">16629 4737 1195 0,'11'-12'173'0,"-2"4"-29"0,-1 1-10 16,0 0-7-16,-5 4 1 0,1-1-5 15,-4 4-10-15,6-5-15 0,-6 5 4 0,0 0 8 16,0 0 28-16,0 0 15 0,-13 26 9 16,-7-2 2-16,-6 10 5 0,-9 2 1 15,-2 3 1-15,1 1 1 0,-4 0 3 16,1-3-7-16,5-1-17 0,9-10-13 0,1-4-7 16,4-1-17-16,5-8-11 0,4-1-8 0,1-2-10 15,2-5-6-15,4 1-5 16,-1-3-5-16,5-3-7 0,0 0-7 0,0 0-4 15,0 0-11-15,0 0 0 0,28-14-24 0,-8 2-25 16,7-5-27-16,1 0-19 0,3 0-8 16,-4 2-2-16,0-1-6 0,-4 6-6 15,-5 2 5-15,-3 1 4 0,-3 0 4 16,-3 1 10-16,0 4 11 0,-1-2 10 0,-8 4 22 16,10-3 19-16,-10 3 12 0,0 0 14 15,0 0 11-15,0 0 10 0,-23 23 9 0,12-12 2 16,-1-4-11-16,1 1-7 0,-1-1-4 15,4-2-3-15,3 0-3 0,5-5-1 16,-12 7-6-16,12-7-2 0,-5 5-2 16,5-5-2-16,0 0-5 0,0 0-15 0,0 0-17 15,38-24-23-15,-11 9-12 0,-1-2-18 16,0 0-11-16,-5 5-3 0,-1 3-10 0,-5 1-6 16,-3 3 4-16,-5 1 3 0,0 2 9 15,-7 2 11-15,0 0 3 0,0 0 5 16,0 0 12-16,-11 21 7 0,1-13 3 0,1 1 10 15,-4 1-3-15,1-1 3 0,3 1-2 16,-2-1-26-16,1-1-42 0,2-1-60 0,-1 0-69 16,-1 0-96-16,2-1-159 15,-1-2-60-15,4 1 59 0,-4 0-130 0,4 0-111 16</inkml:trace>
  <inkml:trace contextRef="#ctx0" brushRef="#br0" timeOffset="17546.89">19315 4715 1660 0,'2'7'2'0,"-2"-7"17"0,2 7 15 0,-2-7 16 16,-2 7 14-16,2-7 23 0,-4 7 23 15,4-7 17-15,-5 10 14 0,-1-5 19 16,1 0-2-16,-2-2 5 0,2 1-2 16,5-4-3-16,-8 7-3 0,8-7 5 0,-5 3-7 15,5-3-6-15,0 0 0 0,0 0-6 16,0 0-15-16,0 0-13 0,0 0-10 0,0 0-12 16,0 0-11-16,21-14-6 0,-13 8-6 15,-1 0-7-15,-2 3-6 0,-1 0-7 16,-4 3-8-16,8-6-3 0,-8 6-5 15,0 0 4-15,0 0 0 0,0 0-2 16,-23 28-1-16,-2-7 1 0,-12 6 4 0,-1 2 1 16,-3-2 3-16,5 1 7 0,7-9 4 15,4-2-4-15,7-5-1 0,4-2 9 0,3-1 8 16,4-4 1-16,0-2 0 0,7-3-3 16,0 0-5-16,0 0-7 0,0 0-7 0,48-20-8 15,-16 5 0-15,3 1-7 0,1-1-15 16,-4 2-7-16,-2 1-8 0,-5 2-1 15,-9 3-2-15,-3 3 1 0,-1 0-6 0,-3-2 2 16,-3 4-4-16,-6 2 6 0,0 0-2 16,0 0 5-16,0 0-2 0,0 0-2 15,-48 15 2-15,24-9 0 0,-10 2 0 16,0 2-1-16,0-2-2 0,10-1-15 0,5-3-46 16,1 0-62-16,5 2-92 0,4-4-108 15,-1 1-124-15,4-1-186 0,6-2-24 0,-7 3 72 16,7-3-361-16,0 0-431 0</inkml:trace>
  <inkml:trace contextRef="#ctx0" brushRef="#br0" timeOffset="21263.22">12829 4405 4141 0,'0'0'126'15,"0"0"-86"-15,0 0-12 0,0 0-1 0,17-21 21 16,-2 8 19-16,14-4-8 0,11-7-10 16,-10 3-9-16,1 2-6 0,-3 1-6 0,-1 7-1 15,-4-1-38-15,-4 4-65 0,-7 3-51 16,-1 5-66-16,-11 0-90 0,7 7-135 16,-9 3-192-16,-3-2 40 0,-4 3-255 0,-4 5-312 15</inkml:trace>
  <inkml:trace contextRef="#ctx0" brushRef="#br0" timeOffset="21928.73">13274 8124 2832 0,'0'0'374'0,"0"0"-41"0,0 0-37 0,0 0-24 15,-3-26-27-15,6 16-15 0,6-3-21 16,2-1-23-16,0-2-19 0,4 0-18 0,-2 5-15 16,12-8-13-16,2 3-20 0,4 5-68 15,-3-1-81-15,6-1-95 0,1 5-119 0,-3 1-103 16,0-2-149-16,-5 2-142 0,-6 2 55 15,-2 2-451-15,-2-1-525 0</inkml:trace>
  <inkml:trace contextRef="#ctx0" brushRef="#br0" timeOffset="22314.19">13425 8727 3441 0,'0'0'326'0,"-19"-8"-28"15,19 8-34-15,-8-7-29 0,8 2-14 0,0 5-14 16,5-14-13-16,-3 4-22 0,1 0-12 16,5 1-25-16,3-3-12 0,3 2-15 0,-2-2-9 15,10 2-70-15,-1-1-77 0,9-1-99 16,-7 4-128-16,0 1-128 0,-4-1-151 15,-2 4-131-15,-2 0 62 0,-5 0-492 16,-3 2-583-16</inkml:trace>
  <inkml:trace contextRef="#ctx0" brushRef="#br0" timeOffset="22946.8">13780 10660 3464 0,'3'-7'176'0,"3"0"-21"16,-1 0-17-16,7 0-13 0,-2-2-12 0,7-3-14 16,0 0-11-16,0 3-5 0,8-7-14 15,-3 6-27-15,0 1-35 0,-1-1-49 0,-1 4-90 16,3 0-85-16,-5 0-114 0,0 5-165 15,-4 1-78-15,-3 1 65 0,1 5-259 0,-6 0-258 16</inkml:trace>
  <inkml:trace contextRef="#ctx0" brushRef="#br0" timeOffset="23546.08">13803 12634 2711 0,'-2'5'414'0,"2"-5"-40"16,0 0-43-16,0 0-32 0,5-19-29 15,1 4-26-15,3 1-30 0,5-1-21 16,3-7-16-16,6 1-22 0,-4 2-43 16,3-1-71-16,3 3-83 0,-2 0-119 0,2 0-118 15,0 0-123-15,-4 7-164 0,-6 1-84 16,-2 0 73-16,-1 3-395 0,-3-1-450 15</inkml:trace>
  <inkml:trace contextRef="#ctx0" brushRef="#br0" timeOffset="23962.06">13819 13788 3040 0,'9'-12'162'0,"-6"1"-15"0,5-1-17 0,-1 0-15 0,0 1-13 15,6-3-4-15,-4 2-11 0,0-3-6 0,5 1-17 16,1-1-30-16,-1 1-64 0,0 1-86 15,2-1-97-15,-1 2-124 0,2 2-189 0,-4 3-8 16,1 0 61-16,-5 2-150 0,-1 3-121 16</inkml:trace>
  <inkml:trace contextRef="#ctx0" brushRef="#br0" timeOffset="24379.81">14217 14159 2307 0,'0'0'434'0,"9"-8"-47"0,-9 8-40 0,4-9-31 0,-3 3-35 16,-1-1-29-16,4 0-21 0,0-2-28 0,-1 1-32 16,3-3-59-16,2 5-82 0,3-6-108 15,0 5-133-15,2 2-144 0,-2 0-161 16,2 5-117-16,-3 0 63 0,1 3-351 16,-1 0-402-16</inkml:trace>
  <inkml:trace contextRef="#ctx0" brushRef="#br0" timeOffset="26295.23">5362 5636 2277 0,'-37'5'-181'0,"-2"3"17"0,-13 4 25 16,-1 7 24-16,-6 5 30 0,-16 13 20 16,-6 8 29-16,-3 12 32 0,-4 14 19 15,-5 14 23-15,-20 34 18 0,5 12 11 0,7 11 8 16,5 1 0-16,10 12-4 0,14 11 4 15,11 10-1-15,17 4 0 0,27-37-5 0,17 5-2 16,20 2-3-16,27 37-5 16,23-20 1-16,30-23-7 0,15-28 0 0,21-18-3 15,-12-45-1-15,14-14-6 0,9-18 5 0,18-12 19 16,4-16-3-16,55-19-1 0,-15-17-4 16,-15-15-10-16,-11-11-3 0,-15-20 6 15,-19-5-7-15,-10-9-4 0,-14-11 6 16,-5-11 8-16,-9-15 6 0,-8-9-1 0,-10-12 3 15,-11-11-14-15,-10-10 1 0,-16-11-11 16,-18-3-11-16,-24 39 7 0,-22-51-11 16,-31 3-7-16,-35 16-5 0,-35 15-8 0,-33 24 2 15,-26 22-3-15,-24 34 2 0,-27 34-17 16,-14 37 12-16,-7 34-8 0,-11 38-10 0,-11 34-38 16,7 35-49-16,6 25-47 0,16 22-88 15,14 9-134-15,24 5-168 0,24-12 59 0,21-15-122 16,23-21-103-16</inkml:trace>
  <inkml:trace contextRef="#ctx0" brushRef="#br0" timeOffset="82833.5">10568 9382 1083 0,'4'-14'406'0,"0"2"-101"16,-2-1-64-16,0 3-28 0,0 1 1 15,0 0 24-15,0 2-8 0,-2 7-29 16,2-10-19-16,-2 10-8 0,0 0 36 15,0 0 16-15,0 0 7 0,-25 41 5 0,2-3 1 16,0 5-11-16,-8 4-2 0,2-3 3 16,7 1-16-16,1-4 10 0,10-11-10 0,4 1-6 15,6-8-2-15,2-3-11 0,10-1-12 16,3 5-7-16,11-5-17 0,2-3-15 0,7-5-14 16,4-3-13-16,7-5-12 0,2-1-18 15,-3-6-47-15,3-3-52 0,10-3-65 0,-7-3-52 16,2-1-47-16,-9 2-50 15,-7 0-68-15,-5-3-69 0,-2 4-64 0,-8 0-92 16,-5 2-145-16,-5 3-58 0,-6 3 75 16,-1-1-520-16,0 0-635 0</inkml:trace>
  <inkml:trace contextRef="#ctx0" brushRef="#br0" timeOffset="83085.92">10955 9547 3419 0,'-7'-3'96'0,"7"3"10"15,0 0 7-15,0 0 16 0,0 0 22 16,0 0 23-16,0 0 7 0,0 0-1 0,31 20-1 16,-17-6-2-16,8 5-15 15,1 5-10-15,-5-1-18 0,3 1-12 0,-8 2-12 0,3 0-8 16,-7-3-7-16,-1-3-3 16,-2-1-6-16,-6 0-7 0,0-2-1 0,-5 4-12 15,-6-3-5-15,-2 8-7 0,-8-3-1 16,-2-3-16-16,-2-1-40 0,-4 1-49 0,6-3-70 15,-6-2-96-15,8-1-131 0,-1-5-152 16,4-3-227-16,2-1 44 0,5-2 77 0,-1-5-456 16,12 2-534-16</inkml:trace>
  <inkml:trace contextRef="#ctx0" brushRef="#br0" timeOffset="84102.18">13427 9852 2992 0,'-27'-2'7'0,"3"1"17"0,-1 1 9 15,6 0 24-15,-3 0 42 0,4-2 38 16,-2 2 29-16,6-1 17 0,0 1 4 0,14 0-3 16,-19-2-16-16,19 2-12 0,-10-2-13 15,10 2 1-15,0 0-5 0,32-3-13 0,5-1-10 16,14 1-14-16,22-2-7 0,8-3-11 16,4 2-10-16,1-1-9 0,-1 0-34 0,1 0-26 15,-12 1-19-15,-4 0-15 0,-10 1-12 16,-18 4 4-16,-11-1-8 0,-6-1 1 15,-9 3 2-15,-5-2 6 0,-11 2 3 16,9 2 7-16,-9-2 1 0,0 0 3 0,-39 5 2 16,-3 0 2-16,-21 2 0 0,-9-1 8 15,-4 5 0-15,-8-3 1 0,0 2 15 16,-2-1 11-16,12 0 11 0,3-2 10 0,10-3 13 16,15 0 4-16,10 1 7 0,8-3 5 15,7-1 3-15,6 3 3 0,5-2-5 0,10-2-5 16,0 0-3-16,0 0-4 0,0 0-2 15,49-2-9-15,1-2-6 0,20-1-2 16,7 0-5-16,5 2-3 0,1-2-6 16,0 0-33-16,-5 1-32 0,-2-1-21 0,-8 0-9 0,-7 1-7 15,-16 1 5-15,-8 0 3 16,-10 1 5-16,-5 0 7 0,-10 1 3 0,-1 1 5 16,-11 0 7-16,0 0 8 0,0 0 9 15,0 0 11-15,-56-2 12 0,8 0 5 0,-22 0 7 16,-7 4 5-16,-2-2 7 0,-2 2 13 15,5-2 12-15,7 0 5 0,19 2 4 0,3-2-1 16,17 0-1-16,5 1-8 0,8 1-1 16,3-2-1-16,7 2-1 0,7-2-1 0,0 0-5 15,29 6-2-15,12-2-5 16,24-1-1-16,6 1-4 0,1-3-15 0,-2 1-28 16,-2-2-28-16,-16 0-27 0,-2 2-19 15,-10-2-6-15,-8 0 1 0,-7-2 2 16,-5 4 8-16,-9-2 17 0,-11 0-7 0,7-2 8 15,-7 2-10-15,0 0-22 0,0 0-53 16,-41-8-66-16,18 4-94 0,0-1-141 0,0 2-153 16,4-1 45-16,0 1-313 0,6 3-360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1546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9736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0492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5630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8496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6158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2931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623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8562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8590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8526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9.xml"/><Relationship Id="rId117" Type="http://schemas.openxmlformats.org/officeDocument/2006/relationships/image" Target="../media/image68.png"/><Relationship Id="rId21" Type="http://schemas.openxmlformats.org/officeDocument/2006/relationships/image" Target="../media/image20.png"/><Relationship Id="rId42" Type="http://schemas.openxmlformats.org/officeDocument/2006/relationships/customXml" Target="../ink/ink27.xml"/><Relationship Id="rId47" Type="http://schemas.openxmlformats.org/officeDocument/2006/relationships/image" Target="../media/image33.png"/><Relationship Id="rId63" Type="http://schemas.openxmlformats.org/officeDocument/2006/relationships/image" Target="../media/image41.png"/><Relationship Id="rId68" Type="http://schemas.openxmlformats.org/officeDocument/2006/relationships/customXml" Target="../ink/ink40.xml"/><Relationship Id="rId84" Type="http://schemas.openxmlformats.org/officeDocument/2006/relationships/customXml" Target="../ink/ink48.xml"/><Relationship Id="rId89" Type="http://schemas.openxmlformats.org/officeDocument/2006/relationships/image" Target="../media/image54.png"/><Relationship Id="rId112" Type="http://schemas.openxmlformats.org/officeDocument/2006/relationships/customXml" Target="../ink/ink62.xml"/><Relationship Id="rId16" Type="http://schemas.openxmlformats.org/officeDocument/2006/relationships/customXml" Target="../ink/ink14.xml"/><Relationship Id="rId107" Type="http://schemas.openxmlformats.org/officeDocument/2006/relationships/image" Target="../media/image63.png"/><Relationship Id="rId11" Type="http://schemas.openxmlformats.org/officeDocument/2006/relationships/image" Target="../media/image15.png"/><Relationship Id="rId32" Type="http://schemas.openxmlformats.org/officeDocument/2006/relationships/customXml" Target="../ink/ink22.xml"/><Relationship Id="rId37" Type="http://schemas.openxmlformats.org/officeDocument/2006/relationships/image" Target="../media/image28.png"/><Relationship Id="rId53" Type="http://schemas.openxmlformats.org/officeDocument/2006/relationships/image" Target="../media/image36.png"/><Relationship Id="rId58" Type="http://schemas.openxmlformats.org/officeDocument/2006/relationships/customXml" Target="../ink/ink35.xml"/><Relationship Id="rId74" Type="http://schemas.openxmlformats.org/officeDocument/2006/relationships/customXml" Target="../ink/ink43.xml"/><Relationship Id="rId79" Type="http://schemas.openxmlformats.org/officeDocument/2006/relationships/image" Target="../media/image49.png"/><Relationship Id="rId102" Type="http://schemas.openxmlformats.org/officeDocument/2006/relationships/customXml" Target="../ink/ink57.xml"/><Relationship Id="rId5" Type="http://schemas.openxmlformats.org/officeDocument/2006/relationships/image" Target="../media/image12.png"/><Relationship Id="rId90" Type="http://schemas.openxmlformats.org/officeDocument/2006/relationships/customXml" Target="../ink/ink51.xml"/><Relationship Id="rId95" Type="http://schemas.openxmlformats.org/officeDocument/2006/relationships/image" Target="../media/image57.png"/><Relationship Id="rId22" Type="http://schemas.openxmlformats.org/officeDocument/2006/relationships/customXml" Target="../ink/ink17.xml"/><Relationship Id="rId27" Type="http://schemas.openxmlformats.org/officeDocument/2006/relationships/image" Target="../media/image23.png"/><Relationship Id="rId43" Type="http://schemas.openxmlformats.org/officeDocument/2006/relationships/image" Target="../media/image31.png"/><Relationship Id="rId48" Type="http://schemas.openxmlformats.org/officeDocument/2006/relationships/customXml" Target="../ink/ink30.xml"/><Relationship Id="rId64" Type="http://schemas.openxmlformats.org/officeDocument/2006/relationships/customXml" Target="../ink/ink38.xml"/><Relationship Id="rId69" Type="http://schemas.openxmlformats.org/officeDocument/2006/relationships/image" Target="../media/image44.png"/><Relationship Id="rId113" Type="http://schemas.openxmlformats.org/officeDocument/2006/relationships/image" Target="../media/image66.png"/><Relationship Id="rId118" Type="http://schemas.openxmlformats.org/officeDocument/2006/relationships/customXml" Target="../ink/ink65.xml"/><Relationship Id="rId80" Type="http://schemas.openxmlformats.org/officeDocument/2006/relationships/customXml" Target="../ink/ink46.xml"/><Relationship Id="rId85" Type="http://schemas.openxmlformats.org/officeDocument/2006/relationships/image" Target="../media/image52.png"/><Relationship Id="rId12" Type="http://schemas.openxmlformats.org/officeDocument/2006/relationships/customXml" Target="../ink/ink12.xml"/><Relationship Id="rId17" Type="http://schemas.openxmlformats.org/officeDocument/2006/relationships/image" Target="../media/image18.png"/><Relationship Id="rId33" Type="http://schemas.openxmlformats.org/officeDocument/2006/relationships/image" Target="../media/image26.png"/><Relationship Id="rId38" Type="http://schemas.openxmlformats.org/officeDocument/2006/relationships/customXml" Target="../ink/ink25.xml"/><Relationship Id="rId59" Type="http://schemas.openxmlformats.org/officeDocument/2006/relationships/image" Target="../media/image39.png"/><Relationship Id="rId103" Type="http://schemas.openxmlformats.org/officeDocument/2006/relationships/image" Target="../media/image61.png"/><Relationship Id="rId108" Type="http://schemas.openxmlformats.org/officeDocument/2006/relationships/customXml" Target="../ink/ink60.xml"/><Relationship Id="rId54" Type="http://schemas.openxmlformats.org/officeDocument/2006/relationships/customXml" Target="../ink/ink33.xml"/><Relationship Id="rId70" Type="http://schemas.openxmlformats.org/officeDocument/2006/relationships/customXml" Target="../ink/ink41.xml"/><Relationship Id="rId75" Type="http://schemas.openxmlformats.org/officeDocument/2006/relationships/image" Target="../media/image47.png"/><Relationship Id="rId91" Type="http://schemas.openxmlformats.org/officeDocument/2006/relationships/image" Target="../media/image55.png"/><Relationship Id="rId96" Type="http://schemas.openxmlformats.org/officeDocument/2006/relationships/customXml" Target="../ink/ink5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23" Type="http://schemas.openxmlformats.org/officeDocument/2006/relationships/image" Target="../media/image21.png"/><Relationship Id="rId28" Type="http://schemas.openxmlformats.org/officeDocument/2006/relationships/customXml" Target="../ink/ink20.xml"/><Relationship Id="rId49" Type="http://schemas.openxmlformats.org/officeDocument/2006/relationships/image" Target="../media/image34.png"/><Relationship Id="rId114" Type="http://schemas.openxmlformats.org/officeDocument/2006/relationships/customXml" Target="../ink/ink63.xml"/><Relationship Id="rId119" Type="http://schemas.openxmlformats.org/officeDocument/2006/relationships/image" Target="../media/image69.png"/><Relationship Id="rId44" Type="http://schemas.openxmlformats.org/officeDocument/2006/relationships/customXml" Target="../ink/ink28.xml"/><Relationship Id="rId60" Type="http://schemas.openxmlformats.org/officeDocument/2006/relationships/customXml" Target="../ink/ink36.xml"/><Relationship Id="rId65" Type="http://schemas.openxmlformats.org/officeDocument/2006/relationships/image" Target="../media/image42.png"/><Relationship Id="rId81" Type="http://schemas.openxmlformats.org/officeDocument/2006/relationships/image" Target="../media/image50.png"/><Relationship Id="rId86" Type="http://schemas.openxmlformats.org/officeDocument/2006/relationships/customXml" Target="../ink/ink49.xml"/><Relationship Id="rId4" Type="http://schemas.openxmlformats.org/officeDocument/2006/relationships/customXml" Target="../ink/ink8.xml"/><Relationship Id="rId9" Type="http://schemas.openxmlformats.org/officeDocument/2006/relationships/image" Target="../media/image14.png"/><Relationship Id="rId13" Type="http://schemas.openxmlformats.org/officeDocument/2006/relationships/image" Target="../media/image16.png"/><Relationship Id="rId18" Type="http://schemas.openxmlformats.org/officeDocument/2006/relationships/customXml" Target="../ink/ink15.xml"/><Relationship Id="rId39" Type="http://schemas.openxmlformats.org/officeDocument/2006/relationships/image" Target="../media/image29.png"/><Relationship Id="rId109" Type="http://schemas.openxmlformats.org/officeDocument/2006/relationships/image" Target="../media/image64.png"/><Relationship Id="rId34" Type="http://schemas.openxmlformats.org/officeDocument/2006/relationships/customXml" Target="../ink/ink23.xml"/><Relationship Id="rId50" Type="http://schemas.openxmlformats.org/officeDocument/2006/relationships/customXml" Target="../ink/ink31.xml"/><Relationship Id="rId55" Type="http://schemas.openxmlformats.org/officeDocument/2006/relationships/image" Target="../media/image37.png"/><Relationship Id="rId76" Type="http://schemas.openxmlformats.org/officeDocument/2006/relationships/customXml" Target="../ink/ink44.xml"/><Relationship Id="rId97" Type="http://schemas.openxmlformats.org/officeDocument/2006/relationships/image" Target="../media/image58.png"/><Relationship Id="rId104" Type="http://schemas.openxmlformats.org/officeDocument/2006/relationships/customXml" Target="../ink/ink58.xml"/><Relationship Id="rId120" Type="http://schemas.openxmlformats.org/officeDocument/2006/relationships/customXml" Target="../ink/ink66.xml"/><Relationship Id="rId7" Type="http://schemas.openxmlformats.org/officeDocument/2006/relationships/image" Target="../media/image13.png"/><Relationship Id="rId71" Type="http://schemas.openxmlformats.org/officeDocument/2006/relationships/image" Target="../media/image45.png"/><Relationship Id="rId92" Type="http://schemas.openxmlformats.org/officeDocument/2006/relationships/customXml" Target="../ink/ink52.xml"/><Relationship Id="rId2" Type="http://schemas.openxmlformats.org/officeDocument/2006/relationships/customXml" Target="../ink/ink7.xml"/><Relationship Id="rId29" Type="http://schemas.openxmlformats.org/officeDocument/2006/relationships/image" Target="../media/image24.png"/><Relationship Id="rId24" Type="http://schemas.openxmlformats.org/officeDocument/2006/relationships/customXml" Target="../ink/ink18.xml"/><Relationship Id="rId40" Type="http://schemas.openxmlformats.org/officeDocument/2006/relationships/customXml" Target="../ink/ink26.xml"/><Relationship Id="rId45" Type="http://schemas.openxmlformats.org/officeDocument/2006/relationships/image" Target="../media/image32.png"/><Relationship Id="rId66" Type="http://schemas.openxmlformats.org/officeDocument/2006/relationships/customXml" Target="../ink/ink39.xml"/><Relationship Id="rId87" Type="http://schemas.openxmlformats.org/officeDocument/2006/relationships/image" Target="../media/image53.png"/><Relationship Id="rId110" Type="http://schemas.openxmlformats.org/officeDocument/2006/relationships/customXml" Target="../ink/ink61.xml"/><Relationship Id="rId115" Type="http://schemas.openxmlformats.org/officeDocument/2006/relationships/image" Target="../media/image67.png"/><Relationship Id="rId61" Type="http://schemas.openxmlformats.org/officeDocument/2006/relationships/image" Target="../media/image40.png"/><Relationship Id="rId82" Type="http://schemas.openxmlformats.org/officeDocument/2006/relationships/customXml" Target="../ink/ink47.xml"/><Relationship Id="rId19" Type="http://schemas.openxmlformats.org/officeDocument/2006/relationships/image" Target="../media/image19.png"/><Relationship Id="rId14" Type="http://schemas.openxmlformats.org/officeDocument/2006/relationships/customXml" Target="../ink/ink13.xml"/><Relationship Id="rId30" Type="http://schemas.openxmlformats.org/officeDocument/2006/relationships/customXml" Target="../ink/ink21.xml"/><Relationship Id="rId35" Type="http://schemas.openxmlformats.org/officeDocument/2006/relationships/image" Target="../media/image27.png"/><Relationship Id="rId56" Type="http://schemas.openxmlformats.org/officeDocument/2006/relationships/customXml" Target="../ink/ink34.xml"/><Relationship Id="rId77" Type="http://schemas.openxmlformats.org/officeDocument/2006/relationships/image" Target="../media/image48.png"/><Relationship Id="rId100" Type="http://schemas.openxmlformats.org/officeDocument/2006/relationships/customXml" Target="../ink/ink56.xml"/><Relationship Id="rId105" Type="http://schemas.openxmlformats.org/officeDocument/2006/relationships/image" Target="../media/image62.png"/><Relationship Id="rId8" Type="http://schemas.openxmlformats.org/officeDocument/2006/relationships/customXml" Target="../ink/ink10.xml"/><Relationship Id="rId51" Type="http://schemas.openxmlformats.org/officeDocument/2006/relationships/image" Target="../media/image35.png"/><Relationship Id="rId72" Type="http://schemas.openxmlformats.org/officeDocument/2006/relationships/customXml" Target="../ink/ink42.xml"/><Relationship Id="rId93" Type="http://schemas.openxmlformats.org/officeDocument/2006/relationships/image" Target="../media/image56.png"/><Relationship Id="rId98" Type="http://schemas.openxmlformats.org/officeDocument/2006/relationships/customXml" Target="../ink/ink55.xml"/><Relationship Id="rId121" Type="http://schemas.openxmlformats.org/officeDocument/2006/relationships/image" Target="../media/image70.png"/><Relationship Id="rId3" Type="http://schemas.openxmlformats.org/officeDocument/2006/relationships/image" Target="../media/image11.png"/><Relationship Id="rId25" Type="http://schemas.openxmlformats.org/officeDocument/2006/relationships/image" Target="../media/image22.png"/><Relationship Id="rId46" Type="http://schemas.openxmlformats.org/officeDocument/2006/relationships/customXml" Target="../ink/ink29.xml"/><Relationship Id="rId67" Type="http://schemas.openxmlformats.org/officeDocument/2006/relationships/image" Target="../media/image43.png"/><Relationship Id="rId116" Type="http://schemas.openxmlformats.org/officeDocument/2006/relationships/customXml" Target="../ink/ink64.xml"/><Relationship Id="rId20" Type="http://schemas.openxmlformats.org/officeDocument/2006/relationships/customXml" Target="../ink/ink16.xml"/><Relationship Id="rId41" Type="http://schemas.openxmlformats.org/officeDocument/2006/relationships/image" Target="../media/image30.png"/><Relationship Id="rId62" Type="http://schemas.openxmlformats.org/officeDocument/2006/relationships/customXml" Target="../ink/ink37.xml"/><Relationship Id="rId83" Type="http://schemas.openxmlformats.org/officeDocument/2006/relationships/image" Target="../media/image51.png"/><Relationship Id="rId88" Type="http://schemas.openxmlformats.org/officeDocument/2006/relationships/customXml" Target="../ink/ink50.xml"/><Relationship Id="rId111" Type="http://schemas.openxmlformats.org/officeDocument/2006/relationships/image" Target="../media/image65.png"/><Relationship Id="rId15" Type="http://schemas.openxmlformats.org/officeDocument/2006/relationships/image" Target="../media/image17.png"/><Relationship Id="rId36" Type="http://schemas.openxmlformats.org/officeDocument/2006/relationships/customXml" Target="../ink/ink24.xml"/><Relationship Id="rId57" Type="http://schemas.openxmlformats.org/officeDocument/2006/relationships/image" Target="../media/image38.png"/><Relationship Id="rId106" Type="http://schemas.openxmlformats.org/officeDocument/2006/relationships/customXml" Target="../ink/ink59.xml"/><Relationship Id="rId10" Type="http://schemas.openxmlformats.org/officeDocument/2006/relationships/customXml" Target="../ink/ink11.xml"/><Relationship Id="rId31" Type="http://schemas.openxmlformats.org/officeDocument/2006/relationships/image" Target="../media/image25.png"/><Relationship Id="rId52" Type="http://schemas.openxmlformats.org/officeDocument/2006/relationships/customXml" Target="../ink/ink32.xml"/><Relationship Id="rId73" Type="http://schemas.openxmlformats.org/officeDocument/2006/relationships/image" Target="../media/image46.png"/><Relationship Id="rId78" Type="http://schemas.openxmlformats.org/officeDocument/2006/relationships/customXml" Target="../ink/ink45.xml"/><Relationship Id="rId94" Type="http://schemas.openxmlformats.org/officeDocument/2006/relationships/customXml" Target="../ink/ink53.xml"/><Relationship Id="rId99" Type="http://schemas.openxmlformats.org/officeDocument/2006/relationships/image" Target="../media/image59.png"/><Relationship Id="rId101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customXml" Target="../ink/ink6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customXml" Target="../ink/ink6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customXml" Target="../ink/ink6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1.xml"/><Relationship Id="rId3" Type="http://schemas.openxmlformats.org/officeDocument/2006/relationships/image" Target="../media/image75.jp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70.xml"/><Relationship Id="rId9" Type="http://schemas.openxmlformats.org/officeDocument/2006/relationships/image" Target="../media/image7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customXml" Target="../ink/ink7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customXml" Target="../ink/ink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5.xml"/><Relationship Id="rId5" Type="http://schemas.openxmlformats.org/officeDocument/2006/relationships/image" Target="../media/image82.png"/><Relationship Id="rId4" Type="http://schemas.openxmlformats.org/officeDocument/2006/relationships/customXml" Target="../ink/ink7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7.xml"/><Relationship Id="rId5" Type="http://schemas.openxmlformats.org/officeDocument/2006/relationships/image" Target="../media/image85.png"/><Relationship Id="rId4" Type="http://schemas.openxmlformats.org/officeDocument/2006/relationships/customXml" Target="../ink/ink7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Lecture 12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C82FBC4-1967-9195-831D-275301E68080}"/>
                  </a:ext>
                </a:extLst>
              </p14:cNvPr>
              <p14:cNvContentPartPr/>
              <p14:nvPr/>
            </p14:nvContentPartPr>
            <p14:xfrm>
              <a:off x="1847160" y="3215520"/>
              <a:ext cx="9533880" cy="2759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C82FBC4-1967-9195-831D-275301E680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7800" y="3206160"/>
                <a:ext cx="9552600" cy="277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769443" y="-2475797"/>
            <a:ext cx="6513633" cy="118809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C3483D-B598-0084-6CD6-CC5C9C00E58E}"/>
                  </a:ext>
                </a:extLst>
              </p14:cNvPr>
              <p14:cNvContentPartPr/>
              <p14:nvPr/>
            </p14:nvContentPartPr>
            <p14:xfrm>
              <a:off x="953280" y="635400"/>
              <a:ext cx="11065680" cy="6031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C3483D-B598-0084-6CD6-CC5C9C00E5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3920" y="626040"/>
                <a:ext cx="11084400" cy="605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4809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866861" y="-2362477"/>
            <a:ext cx="6440607" cy="117272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C3F1B33-1DAA-157C-8709-76298CFF167A}"/>
                  </a:ext>
                </a:extLst>
              </p14:cNvPr>
              <p14:cNvContentPartPr/>
              <p14:nvPr/>
            </p14:nvContentPartPr>
            <p14:xfrm>
              <a:off x="1074240" y="429840"/>
              <a:ext cx="10677240" cy="5180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C3F1B33-1DAA-157C-8709-76298CFF16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4880" y="420480"/>
                <a:ext cx="10695960" cy="519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9326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180770">
            <a:off x="3330892" y="-2150110"/>
            <a:ext cx="5530215" cy="111582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BF2C48-E356-69AB-1CBF-E676A098CCD8}"/>
                  </a:ext>
                </a:extLst>
              </p14:cNvPr>
              <p14:cNvContentPartPr/>
              <p14:nvPr/>
            </p14:nvContentPartPr>
            <p14:xfrm>
              <a:off x="1115280" y="1303200"/>
              <a:ext cx="10652040" cy="3800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BF2C48-E356-69AB-1CBF-E676A098CC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5920" y="1293840"/>
                <a:ext cx="10670760" cy="381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65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400000">
            <a:off x="2907612" y="-2541855"/>
            <a:ext cx="6469540" cy="118076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02873" y="5671039"/>
            <a:ext cx="51700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any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42D9FD0-BC3A-D3B3-9BAC-4F09C90CCB23}"/>
                  </a:ext>
                </a:extLst>
              </p14:cNvPr>
              <p14:cNvContentPartPr/>
              <p14:nvPr/>
            </p14:nvContentPartPr>
            <p14:xfrm>
              <a:off x="653040" y="485640"/>
              <a:ext cx="10629720" cy="6018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42D9FD0-BC3A-D3B3-9BAC-4F09C90CCB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3680" y="476280"/>
                <a:ext cx="10648440" cy="603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9022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BCCA4A-2461-5CC9-A27A-D141D7B6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97F2522-B84A-9BC5-6233-EE64C81F443B}"/>
                  </a:ext>
                </a:extLst>
              </p14:cNvPr>
              <p14:cNvContentPartPr/>
              <p14:nvPr/>
            </p14:nvContentPartPr>
            <p14:xfrm>
              <a:off x="969840" y="804600"/>
              <a:ext cx="10686600" cy="3617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97F2522-B84A-9BC5-6233-EE64C81F44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0480" y="795240"/>
                <a:ext cx="10705320" cy="36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505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5BA229-DFB1-D70D-695A-E84B384F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27F29A-7B09-B937-FE6C-A7B4E5BA9A7D}"/>
                  </a:ext>
                </a:extLst>
              </p14:cNvPr>
              <p14:cNvContentPartPr/>
              <p14:nvPr/>
            </p14:nvContentPartPr>
            <p14:xfrm>
              <a:off x="2908440" y="787680"/>
              <a:ext cx="2901240" cy="2733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27F29A-7B09-B937-FE6C-A7B4E5BA9A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99080" y="778320"/>
                <a:ext cx="2919960" cy="27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D4F6E824-73E1-E782-3744-E4CCA92140A7}"/>
              </a:ext>
            </a:extLst>
          </p:cNvPr>
          <p:cNvGrpSpPr/>
          <p:nvPr/>
        </p:nvGrpSpPr>
        <p:grpSpPr>
          <a:xfrm>
            <a:off x="2252107" y="3079688"/>
            <a:ext cx="3971880" cy="1438560"/>
            <a:chOff x="2252107" y="3079688"/>
            <a:chExt cx="3971880" cy="14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E0C3B07-298F-DE19-1B80-CAB89AB1F018}"/>
                    </a:ext>
                  </a:extLst>
                </p14:cNvPr>
                <p14:cNvContentPartPr/>
                <p14:nvPr/>
              </p14:nvContentPartPr>
              <p14:xfrm>
                <a:off x="2339587" y="3079688"/>
                <a:ext cx="755640" cy="419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E0C3B07-298F-DE19-1B80-CAB89AB1F01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33467" y="3073568"/>
                  <a:ext cx="7678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66FA034-122F-5FA7-DDFE-2DF316D31B26}"/>
                    </a:ext>
                  </a:extLst>
                </p14:cNvPr>
                <p14:cNvContentPartPr/>
                <p14:nvPr/>
              </p14:nvContentPartPr>
              <p14:xfrm>
                <a:off x="2252107" y="3384608"/>
                <a:ext cx="414720" cy="379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66FA034-122F-5FA7-DDFE-2DF316D31B2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5987" y="3378488"/>
                  <a:ext cx="4269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284E256-F8C1-2A81-C023-AA638CD554E3}"/>
                    </a:ext>
                  </a:extLst>
                </p14:cNvPr>
                <p14:cNvContentPartPr/>
                <p14:nvPr/>
              </p14:nvContentPartPr>
              <p14:xfrm>
                <a:off x="3113227" y="3146288"/>
                <a:ext cx="345600" cy="576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284E256-F8C1-2A81-C023-AA638CD554E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07107" y="3140168"/>
                  <a:ext cx="35784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EFFF3C-6B4A-A1AA-9C94-037957FD09AC}"/>
                    </a:ext>
                  </a:extLst>
                </p14:cNvPr>
                <p14:cNvContentPartPr/>
                <p14:nvPr/>
              </p14:nvContentPartPr>
              <p14:xfrm>
                <a:off x="3250027" y="3584408"/>
                <a:ext cx="326160" cy="368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EFFF3C-6B4A-A1AA-9C94-037957FD09A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43907" y="3578288"/>
                  <a:ext cx="3384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8A727BE-25EB-0952-E9FB-D9F119B48800}"/>
                    </a:ext>
                  </a:extLst>
                </p14:cNvPr>
                <p14:cNvContentPartPr/>
                <p14:nvPr/>
              </p14:nvContentPartPr>
              <p14:xfrm>
                <a:off x="3622627" y="3266888"/>
                <a:ext cx="61920" cy="518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A727BE-25EB-0952-E9FB-D9F119B4880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16507" y="3260768"/>
                  <a:ext cx="741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79AFB69-D9DF-C045-EF0C-369C6D7F9903}"/>
                    </a:ext>
                  </a:extLst>
                </p14:cNvPr>
                <p14:cNvContentPartPr/>
                <p14:nvPr/>
              </p14:nvContentPartPr>
              <p14:xfrm>
                <a:off x="3571507" y="3732368"/>
                <a:ext cx="109800" cy="235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79AFB69-D9DF-C045-EF0C-369C6D7F99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65387" y="3726248"/>
                  <a:ext cx="122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F8ECFD1-B3FC-498E-D63F-A06B3455CB3C}"/>
                    </a:ext>
                  </a:extLst>
                </p14:cNvPr>
                <p14:cNvContentPartPr/>
                <p14:nvPr/>
              </p14:nvContentPartPr>
              <p14:xfrm>
                <a:off x="3693907" y="3335648"/>
                <a:ext cx="236880" cy="629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F8ECFD1-B3FC-498E-D63F-A06B3455CB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87787" y="3329528"/>
                  <a:ext cx="24912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C86C91-2B85-9937-ACE0-DC45E877782B}"/>
                    </a:ext>
                  </a:extLst>
                </p14:cNvPr>
                <p14:cNvContentPartPr/>
                <p14:nvPr/>
              </p14:nvContentPartPr>
              <p14:xfrm>
                <a:off x="3892627" y="3900128"/>
                <a:ext cx="128160" cy="146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C86C91-2B85-9937-ACE0-DC45E87778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86507" y="3894008"/>
                  <a:ext cx="1404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874DC8A-02EC-E9AF-18B2-1A766A817F9A}"/>
                    </a:ext>
                  </a:extLst>
                </p14:cNvPr>
                <p14:cNvContentPartPr/>
                <p14:nvPr/>
              </p14:nvContentPartPr>
              <p14:xfrm>
                <a:off x="4011427" y="3225488"/>
                <a:ext cx="204840" cy="465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874DC8A-02EC-E9AF-18B2-1A766A817F9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05307" y="3219368"/>
                  <a:ext cx="21708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BAF5E6A-8FA9-4B30-907B-A24EC71D42EA}"/>
                    </a:ext>
                  </a:extLst>
                </p14:cNvPr>
                <p14:cNvContentPartPr/>
                <p14:nvPr/>
              </p14:nvContentPartPr>
              <p14:xfrm>
                <a:off x="3952747" y="3594488"/>
                <a:ext cx="139320" cy="226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BAF5E6A-8FA9-4B30-907B-A24EC71D42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46627" y="3588368"/>
                  <a:ext cx="151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3728A6-40F1-B069-CD53-48348B5D9C95}"/>
                    </a:ext>
                  </a:extLst>
                </p14:cNvPr>
                <p14:cNvContentPartPr/>
                <p14:nvPr/>
              </p14:nvContentPartPr>
              <p14:xfrm>
                <a:off x="4171267" y="3361568"/>
                <a:ext cx="223920" cy="556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3728A6-40F1-B069-CD53-48348B5D9C9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65147" y="3355448"/>
                  <a:ext cx="23616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0BBCDB6-6BE6-646F-5C26-2D01960F37D7}"/>
                    </a:ext>
                  </a:extLst>
                </p14:cNvPr>
                <p14:cNvContentPartPr/>
                <p14:nvPr/>
              </p14:nvContentPartPr>
              <p14:xfrm>
                <a:off x="4322107" y="3853328"/>
                <a:ext cx="133920" cy="143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0BBCDB6-6BE6-646F-5C26-2D01960F37D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15987" y="3847208"/>
                  <a:ext cx="146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A5E234A-2660-03D1-79B8-B525B8C0A003}"/>
                    </a:ext>
                  </a:extLst>
                </p14:cNvPr>
                <p14:cNvContentPartPr/>
                <p14:nvPr/>
              </p14:nvContentPartPr>
              <p14:xfrm>
                <a:off x="4442707" y="3433928"/>
                <a:ext cx="143280" cy="549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A5E234A-2660-03D1-79B8-B525B8C0A0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36587" y="3427808"/>
                  <a:ext cx="15552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DF65AAA-D166-A44B-1289-1C328BDC9CCB}"/>
                    </a:ext>
                  </a:extLst>
                </p14:cNvPr>
                <p14:cNvContentPartPr/>
                <p14:nvPr/>
              </p14:nvContentPartPr>
              <p14:xfrm>
                <a:off x="4515787" y="3955208"/>
                <a:ext cx="117720" cy="176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DF65AAA-D166-A44B-1289-1C328BDC9CC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09667" y="3949088"/>
                  <a:ext cx="129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0FE3D8-B7FA-9845-E83E-4CB08BB7B7C7}"/>
                    </a:ext>
                  </a:extLst>
                </p14:cNvPr>
                <p14:cNvContentPartPr/>
                <p14:nvPr/>
              </p14:nvContentPartPr>
              <p14:xfrm>
                <a:off x="4513267" y="3565328"/>
                <a:ext cx="276840" cy="573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0FE3D8-B7FA-9845-E83E-4CB08BB7B7C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07147" y="3559208"/>
                  <a:ext cx="28908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DCC7698-9A30-2CB8-D854-C14F9EE80A9F}"/>
                    </a:ext>
                  </a:extLst>
                </p14:cNvPr>
                <p14:cNvContentPartPr/>
                <p14:nvPr/>
              </p14:nvContentPartPr>
              <p14:xfrm>
                <a:off x="4701187" y="4092728"/>
                <a:ext cx="128160" cy="105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DCC7698-9A30-2CB8-D854-C14F9EE80A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95067" y="4086608"/>
                  <a:ext cx="140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424E2C4-B92A-F744-1AC8-8FF27BB7CC8E}"/>
                    </a:ext>
                  </a:extLst>
                </p14:cNvPr>
                <p14:cNvContentPartPr/>
                <p14:nvPr/>
              </p14:nvContentPartPr>
              <p14:xfrm>
                <a:off x="4758787" y="3341768"/>
                <a:ext cx="73080" cy="472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424E2C4-B92A-F744-1AC8-8FF27BB7CC8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52667" y="3335648"/>
                  <a:ext cx="8532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B5043FA-3B1A-F83C-99BA-2EF7EE205A2F}"/>
                    </a:ext>
                  </a:extLst>
                </p14:cNvPr>
                <p14:cNvContentPartPr/>
                <p14:nvPr/>
              </p14:nvContentPartPr>
              <p14:xfrm>
                <a:off x="4750867" y="3759728"/>
                <a:ext cx="125280" cy="290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B5043FA-3B1A-F83C-99BA-2EF7EE205A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44747" y="3753608"/>
                  <a:ext cx="1375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759C09-44A6-8968-CD66-4C0D671D9C53}"/>
                    </a:ext>
                  </a:extLst>
                </p14:cNvPr>
                <p14:cNvContentPartPr/>
                <p14:nvPr/>
              </p14:nvContentPartPr>
              <p14:xfrm>
                <a:off x="4861027" y="3390368"/>
                <a:ext cx="9720" cy="35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759C09-44A6-8968-CD66-4C0D671D9C5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54907" y="3384248"/>
                  <a:ext cx="21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BBDFC30-5F81-2167-31EA-E0032CA265F8}"/>
                    </a:ext>
                  </a:extLst>
                </p14:cNvPr>
                <p14:cNvContentPartPr/>
                <p14:nvPr/>
              </p14:nvContentPartPr>
              <p14:xfrm>
                <a:off x="4708027" y="3301088"/>
                <a:ext cx="504720" cy="604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BBDFC30-5F81-2167-31EA-E0032CA265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01907" y="3294968"/>
                  <a:ext cx="51696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BB69EFA-6164-B02D-82E4-1C1A0F34E648}"/>
                    </a:ext>
                  </a:extLst>
                </p14:cNvPr>
                <p14:cNvContentPartPr/>
                <p14:nvPr/>
              </p14:nvContentPartPr>
              <p14:xfrm>
                <a:off x="5046427" y="3868088"/>
                <a:ext cx="274680" cy="259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BB69EFA-6164-B02D-82E4-1C1A0F34E64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40307" y="3861968"/>
                  <a:ext cx="2869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0EB6AEE-EFA5-54CA-6D5C-00BD8579E0A9}"/>
                    </a:ext>
                  </a:extLst>
                </p14:cNvPr>
                <p14:cNvContentPartPr/>
                <p14:nvPr/>
              </p14:nvContentPartPr>
              <p14:xfrm>
                <a:off x="5052187" y="3321968"/>
                <a:ext cx="1131120" cy="670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0EB6AEE-EFA5-54CA-6D5C-00BD8579E0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46067" y="3315848"/>
                  <a:ext cx="1143360" cy="6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8E37DB-F6D8-17C9-D7AE-0EF6678CBB53}"/>
                    </a:ext>
                  </a:extLst>
                </p14:cNvPr>
                <p14:cNvContentPartPr/>
                <p14:nvPr/>
              </p14:nvContentPartPr>
              <p14:xfrm>
                <a:off x="5808907" y="3910928"/>
                <a:ext cx="415080" cy="221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8E37DB-F6D8-17C9-D7AE-0EF6678CBB5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02787" y="3904808"/>
                  <a:ext cx="4273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6E732EA-3617-9B9B-8C6D-2BCE3702E110}"/>
                    </a:ext>
                  </a:extLst>
                </p14:cNvPr>
                <p14:cNvContentPartPr/>
                <p14:nvPr/>
              </p14:nvContentPartPr>
              <p14:xfrm>
                <a:off x="4998187" y="3367328"/>
                <a:ext cx="859320" cy="880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6E732EA-3617-9B9B-8C6D-2BCE3702E1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92067" y="3361208"/>
                  <a:ext cx="871560" cy="89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CAB6754-1783-00B4-D929-E6E440C5402C}"/>
                    </a:ext>
                  </a:extLst>
                </p14:cNvPr>
                <p14:cNvContentPartPr/>
                <p14:nvPr/>
              </p14:nvContentPartPr>
              <p14:xfrm>
                <a:off x="5495707" y="4162208"/>
                <a:ext cx="227160" cy="356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CAB6754-1783-00B4-D929-E6E440C5402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89587" y="4156088"/>
                  <a:ext cx="239400" cy="36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5085162-9650-4B0A-A4FB-52121A43ED5D}"/>
              </a:ext>
            </a:extLst>
          </p:cNvPr>
          <p:cNvGrpSpPr/>
          <p:nvPr/>
        </p:nvGrpSpPr>
        <p:grpSpPr>
          <a:xfrm>
            <a:off x="10120627" y="545648"/>
            <a:ext cx="1528200" cy="747360"/>
            <a:chOff x="10120627" y="545648"/>
            <a:chExt cx="1528200" cy="74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07212D8-7D95-FFE3-A687-E8506AC52FFE}"/>
                    </a:ext>
                  </a:extLst>
                </p14:cNvPr>
                <p14:cNvContentPartPr/>
                <p14:nvPr/>
              </p14:nvContentPartPr>
              <p14:xfrm>
                <a:off x="10120627" y="1107248"/>
                <a:ext cx="302040" cy="176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07212D8-7D95-FFE3-A687-E8506AC52FF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14507" y="1101128"/>
                  <a:ext cx="314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6258403-C553-397E-CE7D-C5B1D0B08B3C}"/>
                    </a:ext>
                  </a:extLst>
                </p14:cNvPr>
                <p14:cNvContentPartPr/>
                <p14:nvPr/>
              </p14:nvContentPartPr>
              <p14:xfrm>
                <a:off x="10552627" y="1020488"/>
                <a:ext cx="179280" cy="156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6258403-C553-397E-CE7D-C5B1D0B08B3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46507" y="1014368"/>
                  <a:ext cx="191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17FE16F-41E1-04B6-9154-1DCF70A9DBD2}"/>
                    </a:ext>
                  </a:extLst>
                </p14:cNvPr>
                <p14:cNvContentPartPr/>
                <p14:nvPr/>
              </p14:nvContentPartPr>
              <p14:xfrm>
                <a:off x="10901107" y="545648"/>
                <a:ext cx="191520" cy="603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17FE16F-41E1-04B6-9154-1DCF70A9DBD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894987" y="539528"/>
                  <a:ext cx="20376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515C768-AC16-52F3-E3E8-4F8FB0FD52E2}"/>
                    </a:ext>
                  </a:extLst>
                </p14:cNvPr>
                <p14:cNvContentPartPr/>
                <p14:nvPr/>
              </p14:nvContentPartPr>
              <p14:xfrm>
                <a:off x="11220427" y="836888"/>
                <a:ext cx="428400" cy="456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515C768-AC16-52F3-E3E8-4F8FB0FD52E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214307" y="830768"/>
                  <a:ext cx="440640" cy="46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3927FBF-104A-EC58-0BD7-9B3DCF9C89A4}"/>
              </a:ext>
            </a:extLst>
          </p:cNvPr>
          <p:cNvGrpSpPr/>
          <p:nvPr/>
        </p:nvGrpSpPr>
        <p:grpSpPr>
          <a:xfrm>
            <a:off x="7420267" y="883328"/>
            <a:ext cx="2394360" cy="2546280"/>
            <a:chOff x="7420267" y="883328"/>
            <a:chExt cx="2394360" cy="254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A708CA2-BF58-4253-6002-56A24A0A2F74}"/>
                    </a:ext>
                  </a:extLst>
                </p14:cNvPr>
                <p14:cNvContentPartPr/>
                <p14:nvPr/>
              </p14:nvContentPartPr>
              <p14:xfrm>
                <a:off x="7420267" y="1408208"/>
                <a:ext cx="20880" cy="256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A708CA2-BF58-4253-6002-56A24A0A2F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14147" y="1402088"/>
                  <a:ext cx="331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AF11857-C623-83D7-F3EE-8E1CB201C95F}"/>
                    </a:ext>
                  </a:extLst>
                </p14:cNvPr>
                <p14:cNvContentPartPr/>
                <p14:nvPr/>
              </p14:nvContentPartPr>
              <p14:xfrm>
                <a:off x="7608907" y="1318208"/>
                <a:ext cx="38520" cy="282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AF11857-C623-83D7-F3EE-8E1CB201C95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2787" y="1312088"/>
                  <a:ext cx="507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F66BDF6-61A3-7321-0DB2-A77B2D121008}"/>
                    </a:ext>
                  </a:extLst>
                </p14:cNvPr>
                <p14:cNvContentPartPr/>
                <p14:nvPr/>
              </p14:nvContentPartPr>
              <p14:xfrm>
                <a:off x="7639147" y="1264208"/>
                <a:ext cx="120960" cy="36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F66BDF6-61A3-7321-0DB2-A77B2D12100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33027" y="1258088"/>
                  <a:ext cx="133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6F5187-10D8-F573-9564-03BAA1162A30}"/>
                    </a:ext>
                  </a:extLst>
                </p14:cNvPr>
                <p14:cNvContentPartPr/>
                <p14:nvPr/>
              </p14:nvContentPartPr>
              <p14:xfrm>
                <a:off x="7707187" y="1417208"/>
                <a:ext cx="157680" cy="34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6F5187-10D8-F573-9564-03BAA1162A3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701067" y="1411088"/>
                  <a:ext cx="1699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5829C2D-AE64-B8A3-DA44-03255CD6863E}"/>
                    </a:ext>
                  </a:extLst>
                </p14:cNvPr>
                <p14:cNvContentPartPr/>
                <p14:nvPr/>
              </p14:nvContentPartPr>
              <p14:xfrm>
                <a:off x="8245027" y="954248"/>
                <a:ext cx="659520" cy="693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5829C2D-AE64-B8A3-DA44-03255CD6863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38907" y="948128"/>
                  <a:ext cx="67176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12091FE-B470-66BA-C12E-B1DC6BBDE68E}"/>
                    </a:ext>
                  </a:extLst>
                </p14:cNvPr>
                <p14:cNvContentPartPr/>
                <p14:nvPr/>
              </p14:nvContentPartPr>
              <p14:xfrm>
                <a:off x="9139267" y="883328"/>
                <a:ext cx="599040" cy="582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12091FE-B470-66BA-C12E-B1DC6BBDE68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33147" y="877208"/>
                  <a:ext cx="61128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BBA9B2A-E069-6D74-E3C8-9F97EF32D929}"/>
                    </a:ext>
                  </a:extLst>
                </p14:cNvPr>
                <p14:cNvContentPartPr/>
                <p14:nvPr/>
              </p14:nvContentPartPr>
              <p14:xfrm>
                <a:off x="7787467" y="2266088"/>
                <a:ext cx="272160" cy="245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BBA9B2A-E069-6D74-E3C8-9F97EF32D9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81347" y="2259968"/>
                  <a:ext cx="284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6EEBF18-FBFE-4971-5C3A-90B8516CE2E6}"/>
                    </a:ext>
                  </a:extLst>
                </p14:cNvPr>
                <p14:cNvContentPartPr/>
                <p14:nvPr/>
              </p14:nvContentPartPr>
              <p14:xfrm>
                <a:off x="7986547" y="2142968"/>
                <a:ext cx="874440" cy="254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6EEBF18-FBFE-4971-5C3A-90B8516CE2E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80427" y="2136848"/>
                  <a:ext cx="8866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505AFF1-11B9-5E27-B92C-584E616710F7}"/>
                    </a:ext>
                  </a:extLst>
                </p14:cNvPr>
                <p14:cNvContentPartPr/>
                <p14:nvPr/>
              </p14:nvContentPartPr>
              <p14:xfrm>
                <a:off x="9094627" y="1748768"/>
                <a:ext cx="239040" cy="503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505AFF1-11B9-5E27-B92C-584E616710F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88507" y="1742648"/>
                  <a:ext cx="25128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F88EA14-9174-0963-E09F-BD7512F8C8B9}"/>
                    </a:ext>
                  </a:extLst>
                </p14:cNvPr>
                <p14:cNvContentPartPr/>
                <p14:nvPr/>
              </p14:nvContentPartPr>
              <p14:xfrm>
                <a:off x="9358867" y="2042888"/>
                <a:ext cx="455760" cy="349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F88EA14-9174-0963-E09F-BD7512F8C8B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52747" y="2036768"/>
                  <a:ext cx="4680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D30AED5-A9DD-135B-C415-B88BE0BB2FC0}"/>
                    </a:ext>
                  </a:extLst>
                </p14:cNvPr>
                <p14:cNvContentPartPr/>
                <p14:nvPr/>
              </p14:nvContentPartPr>
              <p14:xfrm>
                <a:off x="8101747" y="2901848"/>
                <a:ext cx="80640" cy="527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D30AED5-A9DD-135B-C415-B88BE0BB2FC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95627" y="2895728"/>
                  <a:ext cx="9288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342F58-6DD2-989E-F7F9-02491D070A6B}"/>
                    </a:ext>
                  </a:extLst>
                </p14:cNvPr>
                <p14:cNvContentPartPr/>
                <p14:nvPr/>
              </p14:nvContentPartPr>
              <p14:xfrm>
                <a:off x="8138107" y="3021728"/>
                <a:ext cx="129600" cy="190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342F58-6DD2-989E-F7F9-02491D070A6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31987" y="3015608"/>
                  <a:ext cx="141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4BBCC34-2E43-E46E-3B3E-5F51BBFCED46}"/>
                    </a:ext>
                  </a:extLst>
                </p14:cNvPr>
                <p14:cNvContentPartPr/>
                <p14:nvPr/>
              </p14:nvContentPartPr>
              <p14:xfrm>
                <a:off x="8395507" y="2955848"/>
                <a:ext cx="119880" cy="194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4BBCC34-2E43-E46E-3B3E-5F51BBFCED4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89387" y="2949728"/>
                  <a:ext cx="1321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0A30E17-BF76-8B96-4B03-6FDA4F6B4D93}"/>
                    </a:ext>
                  </a:extLst>
                </p14:cNvPr>
                <p14:cNvContentPartPr/>
                <p14:nvPr/>
              </p14:nvContentPartPr>
              <p14:xfrm>
                <a:off x="8662627" y="2848568"/>
                <a:ext cx="108000" cy="285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0A30E17-BF76-8B96-4B03-6FDA4F6B4D9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56507" y="2842448"/>
                  <a:ext cx="1202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71827E9-2769-F739-03E1-49AD09883BC6}"/>
                    </a:ext>
                  </a:extLst>
                </p14:cNvPr>
                <p14:cNvContentPartPr/>
                <p14:nvPr/>
              </p14:nvContentPartPr>
              <p14:xfrm>
                <a:off x="8891947" y="2851808"/>
                <a:ext cx="113400" cy="212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71827E9-2769-F739-03E1-49AD09883BC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85827" y="2845688"/>
                  <a:ext cx="125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26536A3-31B0-A056-4BCB-C0A9104468B6}"/>
                    </a:ext>
                  </a:extLst>
                </p14:cNvPr>
                <p14:cNvContentPartPr/>
                <p14:nvPr/>
              </p14:nvContentPartPr>
              <p14:xfrm>
                <a:off x="8987347" y="2828768"/>
                <a:ext cx="132840" cy="172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26536A3-31B0-A056-4BCB-C0A9104468B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81227" y="2822648"/>
                  <a:ext cx="145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E0219B4-6466-A39F-AE4A-59418E231368}"/>
                    </a:ext>
                  </a:extLst>
                </p14:cNvPr>
                <p14:cNvContentPartPr/>
                <p14:nvPr/>
              </p14:nvContentPartPr>
              <p14:xfrm>
                <a:off x="9081667" y="2680448"/>
                <a:ext cx="8280" cy="24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E0219B4-6466-A39F-AE4A-59418E23136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75547" y="2674328"/>
                  <a:ext cx="20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FF48409-1B90-E039-221F-4B3358996E5F}"/>
                    </a:ext>
                  </a:extLst>
                </p14:cNvPr>
                <p14:cNvContentPartPr/>
                <p14:nvPr/>
              </p14:nvContentPartPr>
              <p14:xfrm>
                <a:off x="9149347" y="2531408"/>
                <a:ext cx="232560" cy="529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FF48409-1B90-E039-221F-4B3358996E5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143227" y="2525288"/>
                  <a:ext cx="24480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EF3B16-61B4-0F53-E08E-CD2D618B2058}"/>
                    </a:ext>
                  </a:extLst>
                </p14:cNvPr>
                <p14:cNvContentPartPr/>
                <p14:nvPr/>
              </p14:nvContentPartPr>
              <p14:xfrm>
                <a:off x="9278587" y="2518808"/>
                <a:ext cx="149760" cy="470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EF3B16-61B4-0F53-E08E-CD2D618B205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272467" y="2512688"/>
                  <a:ext cx="16200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1D58A4F-B64B-D612-8E23-F39B5E1FC960}"/>
                    </a:ext>
                  </a:extLst>
                </p14:cNvPr>
                <p14:cNvContentPartPr/>
                <p14:nvPr/>
              </p14:nvContentPartPr>
              <p14:xfrm>
                <a:off x="9615547" y="2779088"/>
                <a:ext cx="166320" cy="321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1D58A4F-B64B-D612-8E23-F39B5E1FC96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09427" y="2772968"/>
                  <a:ext cx="17856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784C2D-E70C-0469-A7EF-522DCB0F0ECE}"/>
              </a:ext>
            </a:extLst>
          </p:cNvPr>
          <p:cNvGrpSpPr/>
          <p:nvPr/>
        </p:nvGrpSpPr>
        <p:grpSpPr>
          <a:xfrm>
            <a:off x="10145827" y="1871168"/>
            <a:ext cx="1156680" cy="1204560"/>
            <a:chOff x="10145827" y="1871168"/>
            <a:chExt cx="1156680" cy="12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E5F96E-E765-BD60-1AD1-71C275D3AE4B}"/>
                    </a:ext>
                  </a:extLst>
                </p14:cNvPr>
                <p14:cNvContentPartPr/>
                <p14:nvPr/>
              </p14:nvContentPartPr>
              <p14:xfrm>
                <a:off x="10145827" y="2019488"/>
                <a:ext cx="319320" cy="196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E5F96E-E765-BD60-1AD1-71C275D3AE4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139707" y="2013368"/>
                  <a:ext cx="3315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3514769-B8CD-241F-777D-E5DFD3D36EB4}"/>
                    </a:ext>
                  </a:extLst>
                </p14:cNvPr>
                <p14:cNvContentPartPr/>
                <p14:nvPr/>
              </p14:nvContentPartPr>
              <p14:xfrm>
                <a:off x="10535707" y="1995008"/>
                <a:ext cx="174600" cy="161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3514769-B8CD-241F-777D-E5DFD3D36EB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529587" y="1988888"/>
                  <a:ext cx="186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176C140-5AD8-D349-377C-E3BA13D0FC34}"/>
                    </a:ext>
                  </a:extLst>
                </p14:cNvPr>
                <p14:cNvContentPartPr/>
                <p14:nvPr/>
              </p14:nvContentPartPr>
              <p14:xfrm>
                <a:off x="10707427" y="1953968"/>
                <a:ext cx="100800" cy="176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176C140-5AD8-D349-377C-E3BA13D0FC3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701307" y="1947848"/>
                  <a:ext cx="1130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A668423-5A4A-F19C-1777-022384E178DF}"/>
                    </a:ext>
                  </a:extLst>
                </p14:cNvPr>
                <p14:cNvContentPartPr/>
                <p14:nvPr/>
              </p14:nvContentPartPr>
              <p14:xfrm>
                <a:off x="10887067" y="1871168"/>
                <a:ext cx="415440" cy="162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A668423-5A4A-F19C-1777-022384E178D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880947" y="1865048"/>
                  <a:ext cx="4276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FD6FD53-91BE-1ABD-8C4B-7CADB7215105}"/>
                    </a:ext>
                  </a:extLst>
                </p14:cNvPr>
                <p14:cNvContentPartPr/>
                <p14:nvPr/>
              </p14:nvContentPartPr>
              <p14:xfrm>
                <a:off x="10197667" y="2830928"/>
                <a:ext cx="394200" cy="244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FD6FD53-91BE-1ABD-8C4B-7CADB721510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91547" y="2824808"/>
                  <a:ext cx="4064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02BAD46-ADE0-7973-99E2-B65DE7C38C10}"/>
                    </a:ext>
                  </a:extLst>
                </p14:cNvPr>
                <p14:cNvContentPartPr/>
                <p14:nvPr/>
              </p14:nvContentPartPr>
              <p14:xfrm>
                <a:off x="10449667" y="2445008"/>
                <a:ext cx="359280" cy="489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02BAD46-ADE0-7973-99E2-B65DE7C38C1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443547" y="2438888"/>
                  <a:ext cx="37152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4D1332F-5B99-7154-B1CC-7B26F731F371}"/>
                    </a:ext>
                  </a:extLst>
                </p14:cNvPr>
                <p14:cNvContentPartPr/>
                <p14:nvPr/>
              </p14:nvContentPartPr>
              <p14:xfrm>
                <a:off x="10855027" y="2627528"/>
                <a:ext cx="21240" cy="20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4D1332F-5B99-7154-B1CC-7B26F731F37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48907" y="2621408"/>
                  <a:ext cx="33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D750331-690E-CD47-5937-96F715D74465}"/>
                    </a:ext>
                  </a:extLst>
                </p14:cNvPr>
                <p14:cNvContentPartPr/>
                <p14:nvPr/>
              </p14:nvContentPartPr>
              <p14:xfrm>
                <a:off x="10868347" y="2428808"/>
                <a:ext cx="46080" cy="424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D750331-690E-CD47-5937-96F715D7446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862227" y="2422688"/>
                  <a:ext cx="5832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E3CE825-157A-3AF1-F968-0B450E704098}"/>
                    </a:ext>
                  </a:extLst>
                </p14:cNvPr>
                <p14:cNvContentPartPr/>
                <p14:nvPr/>
              </p14:nvContentPartPr>
              <p14:xfrm>
                <a:off x="11024227" y="2236928"/>
                <a:ext cx="166320" cy="589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E3CE825-157A-3AF1-F968-0B450E70409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018107" y="2230808"/>
                  <a:ext cx="178560" cy="60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8AC6FCF-7B37-A681-2087-FBB820E0A7DD}"/>
                  </a:ext>
                </a:extLst>
              </p14:cNvPr>
              <p14:cNvContentPartPr/>
              <p14:nvPr/>
            </p14:nvContentPartPr>
            <p14:xfrm>
              <a:off x="8226307" y="3442928"/>
              <a:ext cx="642960" cy="6408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8AC6FCF-7B37-A681-2087-FBB820E0A7D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220187" y="3436808"/>
                <a:ext cx="655200" cy="65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1199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872105" y="-2393315"/>
            <a:ext cx="6447790" cy="116446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AF980B-5E1E-1681-2ACF-BED93B8DB623}"/>
                  </a:ext>
                </a:extLst>
              </p14:cNvPr>
              <p14:cNvContentPartPr/>
              <p14:nvPr/>
            </p14:nvContentPartPr>
            <p14:xfrm>
              <a:off x="696240" y="976320"/>
              <a:ext cx="10689120" cy="5590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AF980B-5E1E-1681-2ACF-BED93B8DB6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6880" y="966960"/>
                <a:ext cx="10707840" cy="560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5196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62CE7A-6590-951F-4EF9-5071CFD9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C912B8-F9C5-EA48-EED3-85990E2E5947}"/>
                  </a:ext>
                </a:extLst>
              </p14:cNvPr>
              <p14:cNvContentPartPr/>
              <p14:nvPr/>
            </p14:nvContentPartPr>
            <p14:xfrm>
              <a:off x="626040" y="89280"/>
              <a:ext cx="11130480" cy="6217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C912B8-F9C5-EA48-EED3-85990E2E59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6680" y="79920"/>
                <a:ext cx="11149200" cy="623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EE507D-55D0-14DF-AA09-31C572E26003}"/>
                  </a:ext>
                </a:extLst>
              </p14:cNvPr>
              <p14:cNvContentPartPr/>
              <p14:nvPr/>
            </p14:nvContentPartPr>
            <p14:xfrm>
              <a:off x="7407000" y="1868400"/>
              <a:ext cx="4198320" cy="4802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EE507D-55D0-14DF-AA09-31C572E260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7640" y="1859040"/>
                <a:ext cx="4217040" cy="482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5228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400000">
            <a:off x="2796857" y="-2233930"/>
            <a:ext cx="6598285" cy="1132586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209475" y="3429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en-IN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6A3E722-5E9A-8EEA-DCC8-B1B8924A0077}"/>
                  </a:ext>
                </a:extLst>
              </p14:cNvPr>
              <p14:cNvContentPartPr/>
              <p14:nvPr/>
            </p14:nvContentPartPr>
            <p14:xfrm>
              <a:off x="7865640" y="2519640"/>
              <a:ext cx="2616120" cy="1392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6A3E722-5E9A-8EEA-DCC8-B1B8924A00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56280" y="2510280"/>
                <a:ext cx="2634840" cy="141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807F26-4660-AB01-98E5-08D70E911CE3}"/>
                  </a:ext>
                </a:extLst>
              </p14:cNvPr>
              <p14:cNvContentPartPr/>
              <p14:nvPr/>
            </p14:nvContentPartPr>
            <p14:xfrm>
              <a:off x="177480" y="896760"/>
              <a:ext cx="10133280" cy="5477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807F26-4660-AB01-98E5-08D70E911CE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8120" y="887400"/>
                <a:ext cx="10152000" cy="549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2984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781300" y="-2395537"/>
            <a:ext cx="6629400" cy="116490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B09E1B-F75F-04BF-E5FE-64DB8CCA35AE}"/>
                  </a:ext>
                </a:extLst>
              </p14:cNvPr>
              <p14:cNvContentPartPr/>
              <p14:nvPr/>
            </p14:nvContentPartPr>
            <p14:xfrm>
              <a:off x="4391280" y="1531080"/>
              <a:ext cx="3762000" cy="418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B09E1B-F75F-04BF-E5FE-64DB8CCA35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81920" y="1521720"/>
                <a:ext cx="3780720" cy="420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1795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834654" y="-2339962"/>
            <a:ext cx="6522692" cy="116001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DFA9398-59E3-7758-D59F-15E354AAE414}"/>
                  </a:ext>
                </a:extLst>
              </p14:cNvPr>
              <p14:cNvContentPartPr/>
              <p14:nvPr/>
            </p14:nvContentPartPr>
            <p14:xfrm>
              <a:off x="3546360" y="1046880"/>
              <a:ext cx="2829240" cy="1086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DFA9398-59E3-7758-D59F-15E354AAE4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37000" y="1037520"/>
                <a:ext cx="2847960" cy="110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5417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896814" y="-1937387"/>
            <a:ext cx="6334760" cy="1098296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90623" y="5257137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  <a:endParaRPr lang="en-IN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136004" y="5257137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  <a:endParaRPr lang="en-IN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1C11EB-709D-6AC3-7DEB-A2CE15D6B613}"/>
                  </a:ext>
                </a:extLst>
              </p14:cNvPr>
              <p14:cNvContentPartPr/>
              <p14:nvPr/>
            </p14:nvContentPartPr>
            <p14:xfrm>
              <a:off x="2194560" y="2637720"/>
              <a:ext cx="5605920" cy="2469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1C11EB-709D-6AC3-7DEB-A2CE15D6B6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85200" y="2628360"/>
                <a:ext cx="5624640" cy="248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6FE3B3-B854-52E1-4DA1-B9F41DD09E9F}"/>
                  </a:ext>
                </a:extLst>
              </p14:cNvPr>
              <p14:cNvContentPartPr/>
              <p14:nvPr/>
            </p14:nvContentPartPr>
            <p14:xfrm>
              <a:off x="3547440" y="3765240"/>
              <a:ext cx="3772440" cy="816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6FE3B3-B854-52E1-4DA1-B9F41DD09E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38080" y="3755880"/>
                <a:ext cx="3791160" cy="83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0234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399999">
            <a:off x="2879090" y="-2160905"/>
            <a:ext cx="6433820" cy="111798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177A67E-B8EE-7187-C694-E91B1625601D}"/>
                  </a:ext>
                </a:extLst>
              </p14:cNvPr>
              <p14:cNvContentPartPr/>
              <p14:nvPr/>
            </p14:nvContentPartPr>
            <p14:xfrm>
              <a:off x="760680" y="868320"/>
              <a:ext cx="8825040" cy="3850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177A67E-B8EE-7187-C694-E91B162560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1320" y="858960"/>
                <a:ext cx="8843760" cy="38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12583B6-C636-4B82-28C2-7D3BDFAA8632}"/>
                  </a:ext>
                </a:extLst>
              </p14:cNvPr>
              <p14:cNvContentPartPr/>
              <p14:nvPr/>
            </p14:nvContentPartPr>
            <p14:xfrm>
              <a:off x="1360080" y="1524960"/>
              <a:ext cx="5597280" cy="3572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12583B6-C636-4B82-28C2-7D3BDFAA863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50720" y="1515600"/>
                <a:ext cx="5616000" cy="359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2963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733005" y="3755431"/>
            <a:ext cx="187241" cy="26430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075506" y="6065535"/>
            <a:ext cx="304800" cy="5312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 rot="-5400000">
            <a:off x="2984404" y="-2268788"/>
            <a:ext cx="6514741" cy="1146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0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2488</TotalTime>
  <Words>38</Words>
  <Application>Microsoft Office PowerPoint</Application>
  <PresentationFormat>Widescreen</PresentationFormat>
  <Paragraphs>22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Arial</vt:lpstr>
      <vt:lpstr>Aptos Display</vt:lpstr>
      <vt:lpstr>Aptos</vt:lpstr>
      <vt:lpstr>Office Theme</vt:lpstr>
      <vt:lpstr>Designing and Analysis of Algorithms Course Code: ECS 5101/CS514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113</cp:revision>
  <dcterms:created xsi:type="dcterms:W3CDTF">2023-01-02T04:30:03Z</dcterms:created>
  <dcterms:modified xsi:type="dcterms:W3CDTF">2025-10-04T03:48:34Z</dcterms:modified>
</cp:coreProperties>
</file>