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5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8" r:id="rId1"/>
  </p:sldMasterIdLst>
  <p:notesMasterIdLst>
    <p:notesMasterId r:id="rId29"/>
  </p:notesMasterIdLst>
  <p:sldIdLst>
    <p:sldId id="405" r:id="rId2"/>
    <p:sldId id="676" r:id="rId3"/>
    <p:sldId id="677" r:id="rId4"/>
    <p:sldId id="678" r:id="rId5"/>
    <p:sldId id="679" r:id="rId6"/>
    <p:sldId id="680" r:id="rId7"/>
    <p:sldId id="681" r:id="rId8"/>
    <p:sldId id="695" r:id="rId9"/>
    <p:sldId id="701" r:id="rId10"/>
    <p:sldId id="682" r:id="rId11"/>
    <p:sldId id="683" r:id="rId12"/>
    <p:sldId id="696" r:id="rId13"/>
    <p:sldId id="684" r:id="rId14"/>
    <p:sldId id="685" r:id="rId15"/>
    <p:sldId id="688" r:id="rId16"/>
    <p:sldId id="691" r:id="rId17"/>
    <p:sldId id="692" r:id="rId18"/>
    <p:sldId id="693" r:id="rId19"/>
    <p:sldId id="694" r:id="rId20"/>
    <p:sldId id="697" r:id="rId21"/>
    <p:sldId id="698" r:id="rId22"/>
    <p:sldId id="699" r:id="rId23"/>
    <p:sldId id="700" r:id="rId24"/>
    <p:sldId id="702" r:id="rId25"/>
    <p:sldId id="686" r:id="rId26"/>
    <p:sldId id="687" r:id="rId27"/>
    <p:sldId id="690" r:id="rId28"/>
  </p:sldIdLst>
  <p:sldSz cx="12192000" cy="6858000"/>
  <p:notesSz cx="6858000" cy="9144000"/>
  <p:embeddedFontLst>
    <p:embeddedFont>
      <p:font typeface="Helvetica Neue" panose="020B060402020202020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2" roundtripDataSignature="AMtx7mg1RiiH1V00hBFey73LGlFy9jFH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F533E5-AB53-4429-9362-C3D59FDFFAB0}" v="11" dt="2025-09-28T03:51:27.439"/>
  </p1510:revLst>
</p1510:revInfo>
</file>

<file path=ppt/tableStyles.xml><?xml version="1.0" encoding="utf-8"?>
<a:tblStyleLst xmlns:a="http://schemas.openxmlformats.org/drawingml/2006/main" def="{6D93F2BA-12AC-4E3E-8EDC-AAE0573C1F7D}">
  <a:tblStyle styleId="{6D93F2BA-12AC-4E3E-8EDC-AAE0573C1F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103" Type="http://schemas.openxmlformats.org/officeDocument/2006/relationships/presProps" Target="presProps.xml"/><Relationship Id="rId10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07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10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ishra" userId="57c6469e-ac64-4888-811b-35f0aabddbad" providerId="ADAL" clId="{3C51EBFE-9C35-4409-96DB-F0D02B2A0E50}"/>
    <pc:docChg chg="undo redo custSel addSld delSld modSld sldOrd">
      <pc:chgData name="Rahul Mishra" userId="57c6469e-ac64-4888-811b-35f0aabddbad" providerId="ADAL" clId="{3C51EBFE-9C35-4409-96DB-F0D02B2A0E50}" dt="2024-08-12T10:46:41.631" v="235" actId="47"/>
      <pc:docMkLst>
        <pc:docMk/>
      </pc:docMkLst>
      <pc:sldChg chg="addSp delSp modSp mod">
        <pc:chgData name="Rahul Mishra" userId="57c6469e-ac64-4888-811b-35f0aabddbad" providerId="ADAL" clId="{3C51EBFE-9C35-4409-96DB-F0D02B2A0E50}" dt="2024-08-11T15:31:04.879" v="37" actId="21"/>
        <pc:sldMkLst>
          <pc:docMk/>
          <pc:sldMk cId="109857222" sldId="256"/>
        </pc:sldMkLst>
      </pc:sldChg>
      <pc:sldChg chg="del">
        <pc:chgData name="Rahul Mishra" userId="57c6469e-ac64-4888-811b-35f0aabddbad" providerId="ADAL" clId="{3C51EBFE-9C35-4409-96DB-F0D02B2A0E50}" dt="2024-08-10T17:32:32.862" v="14" actId="47"/>
        <pc:sldMkLst>
          <pc:docMk/>
          <pc:sldMk cId="3133156807" sldId="262"/>
        </pc:sldMkLst>
      </pc:sldChg>
      <pc:sldChg chg="del">
        <pc:chgData name="Rahul Mishra" userId="57c6469e-ac64-4888-811b-35f0aabddbad" providerId="ADAL" clId="{3C51EBFE-9C35-4409-96DB-F0D02B2A0E50}" dt="2024-08-10T17:32:33.607" v="15" actId="47"/>
        <pc:sldMkLst>
          <pc:docMk/>
          <pc:sldMk cId="3544179579" sldId="263"/>
        </pc:sldMkLst>
      </pc:sldChg>
      <pc:sldChg chg="del">
        <pc:chgData name="Rahul Mishra" userId="57c6469e-ac64-4888-811b-35f0aabddbad" providerId="ADAL" clId="{3C51EBFE-9C35-4409-96DB-F0D02B2A0E50}" dt="2024-08-12T10:46:41.631" v="235" actId="47"/>
        <pc:sldMkLst>
          <pc:docMk/>
          <pc:sldMk cId="398065041" sldId="264"/>
        </pc:sldMkLst>
      </pc:sldChg>
      <pc:sldChg chg="del">
        <pc:chgData name="Rahul Mishra" userId="57c6469e-ac64-4888-811b-35f0aabddbad" providerId="ADAL" clId="{3C51EBFE-9C35-4409-96DB-F0D02B2A0E50}" dt="2024-08-12T10:46:40.909" v="234" actId="47"/>
        <pc:sldMkLst>
          <pc:docMk/>
          <pc:sldMk cId="2891437468" sldId="265"/>
        </pc:sldMkLst>
      </pc:sldChg>
      <pc:sldChg chg="addSp delSp modSp mod">
        <pc:chgData name="Rahul Mishra" userId="57c6469e-ac64-4888-811b-35f0aabddbad" providerId="ADAL" clId="{3C51EBFE-9C35-4409-96DB-F0D02B2A0E50}" dt="2024-08-11T17:47:59.027" v="169" actId="6549"/>
        <pc:sldMkLst>
          <pc:docMk/>
          <pc:sldMk cId="1701599832" sldId="271"/>
        </pc:sldMkLst>
      </pc:sldChg>
      <pc:sldChg chg="del">
        <pc:chgData name="Rahul Mishra" userId="57c6469e-ac64-4888-811b-35f0aabddbad" providerId="ADAL" clId="{3C51EBFE-9C35-4409-96DB-F0D02B2A0E50}" dt="2024-08-10T17:32:36.624" v="16" actId="47"/>
        <pc:sldMkLst>
          <pc:docMk/>
          <pc:sldMk cId="3580903429" sldId="277"/>
        </pc:sldMkLst>
      </pc:sldChg>
      <pc:sldChg chg="del">
        <pc:chgData name="Rahul Mishra" userId="57c6469e-ac64-4888-811b-35f0aabddbad" providerId="ADAL" clId="{3C51EBFE-9C35-4409-96DB-F0D02B2A0E50}" dt="2024-08-10T17:32:37.347" v="17" actId="47"/>
        <pc:sldMkLst>
          <pc:docMk/>
          <pc:sldMk cId="287585719" sldId="278"/>
        </pc:sldMkLst>
      </pc:sldChg>
      <pc:sldChg chg="del">
        <pc:chgData name="Rahul Mishra" userId="57c6469e-ac64-4888-811b-35f0aabddbad" providerId="ADAL" clId="{3C51EBFE-9C35-4409-96DB-F0D02B2A0E50}" dt="2024-08-10T17:32:38.653" v="19" actId="47"/>
        <pc:sldMkLst>
          <pc:docMk/>
          <pc:sldMk cId="2028208407" sldId="280"/>
        </pc:sldMkLst>
      </pc:sldChg>
      <pc:sldChg chg="del">
        <pc:chgData name="Rahul Mishra" userId="57c6469e-ac64-4888-811b-35f0aabddbad" providerId="ADAL" clId="{3C51EBFE-9C35-4409-96DB-F0D02B2A0E50}" dt="2024-08-10T17:32:39.949" v="21" actId="47"/>
        <pc:sldMkLst>
          <pc:docMk/>
          <pc:sldMk cId="858677780" sldId="282"/>
        </pc:sldMkLst>
      </pc:sldChg>
      <pc:sldChg chg="delSp modSp add mod">
        <pc:chgData name="Rahul Mishra" userId="57c6469e-ac64-4888-811b-35f0aabddbad" providerId="ADAL" clId="{3C51EBFE-9C35-4409-96DB-F0D02B2A0E50}" dt="2024-08-11T17:49:08.408" v="182" actId="14100"/>
        <pc:sldMkLst>
          <pc:docMk/>
          <pc:sldMk cId="0" sldId="283"/>
        </pc:sldMkLst>
      </pc:sldChg>
      <pc:sldChg chg="delSp modSp add mod modNotes">
        <pc:chgData name="Rahul Mishra" userId="57c6469e-ac64-4888-811b-35f0aabddbad" providerId="ADAL" clId="{3C51EBFE-9C35-4409-96DB-F0D02B2A0E50}" dt="2024-08-11T17:50:32.669" v="190" actId="33524"/>
        <pc:sldMkLst>
          <pc:docMk/>
          <pc:sldMk cId="0" sldId="284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5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6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7"/>
        </pc:sldMkLst>
      </pc:sldChg>
      <pc:sldChg chg="del">
        <pc:chgData name="Rahul Mishra" userId="57c6469e-ac64-4888-811b-35f0aabddbad" providerId="ADAL" clId="{3C51EBFE-9C35-4409-96DB-F0D02B2A0E50}" dt="2024-08-12T10:46:38.986" v="232" actId="47"/>
        <pc:sldMkLst>
          <pc:docMk/>
          <pc:sldMk cId="4169999109" sldId="288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9"/>
        </pc:sldMkLst>
      </pc:sldChg>
      <pc:sldChg chg="del">
        <pc:chgData name="Rahul Mishra" userId="57c6469e-ac64-4888-811b-35f0aabddbad" providerId="ADAL" clId="{3C51EBFE-9C35-4409-96DB-F0D02B2A0E50}" dt="2024-08-10T17:32:20.776" v="3" actId="47"/>
        <pc:sldMkLst>
          <pc:docMk/>
          <pc:sldMk cId="2075130990" sldId="289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90"/>
        </pc:sldMkLst>
      </pc:sldChg>
      <pc:sldChg chg="del">
        <pc:chgData name="Rahul Mishra" userId="57c6469e-ac64-4888-811b-35f0aabddbad" providerId="ADAL" clId="{3C51EBFE-9C35-4409-96DB-F0D02B2A0E50}" dt="2024-08-10T17:32:22.590" v="5" actId="47"/>
        <pc:sldMkLst>
          <pc:docMk/>
          <pc:sldMk cId="1375468095" sldId="290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91"/>
        </pc:sldMkLst>
      </pc:sldChg>
      <pc:sldChg chg="del">
        <pc:chgData name="Rahul Mishra" userId="57c6469e-ac64-4888-811b-35f0aabddbad" providerId="ADAL" clId="{3C51EBFE-9C35-4409-96DB-F0D02B2A0E50}" dt="2024-08-10T17:32:24.211" v="7" actId="47"/>
        <pc:sldMkLst>
          <pc:docMk/>
          <pc:sldMk cId="2738630986" sldId="291"/>
        </pc:sldMkLst>
      </pc:sldChg>
      <pc:sldChg chg="modSp add del mod">
        <pc:chgData name="Rahul Mishra" userId="57c6469e-ac64-4888-811b-35f0aabddbad" providerId="ADAL" clId="{3C51EBFE-9C35-4409-96DB-F0D02B2A0E50}" dt="2024-08-11T15:54:55.830" v="59"/>
        <pc:sldMkLst>
          <pc:docMk/>
          <pc:sldMk cId="1685752519" sldId="292"/>
        </pc:sldMkLst>
      </pc:sldChg>
      <pc:sldChg chg="del">
        <pc:chgData name="Rahul Mishra" userId="57c6469e-ac64-4888-811b-35f0aabddbad" providerId="ADAL" clId="{3C51EBFE-9C35-4409-96DB-F0D02B2A0E50}" dt="2024-08-10T17:32:24.996" v="8" actId="47"/>
        <pc:sldMkLst>
          <pc:docMk/>
          <pc:sldMk cId="3770136349" sldId="292"/>
        </pc:sldMkLst>
      </pc:sldChg>
      <pc:sldChg chg="del">
        <pc:chgData name="Rahul Mishra" userId="57c6469e-ac64-4888-811b-35f0aabddbad" providerId="ADAL" clId="{3C51EBFE-9C35-4409-96DB-F0D02B2A0E50}" dt="2024-08-10T17:32:25.786" v="9" actId="47"/>
        <pc:sldMkLst>
          <pc:docMk/>
          <pc:sldMk cId="2936543862" sldId="293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4267650275" sldId="293"/>
        </pc:sldMkLst>
      </pc:sldChg>
      <pc:sldChg chg="del">
        <pc:chgData name="Rahul Mishra" userId="57c6469e-ac64-4888-811b-35f0aabddbad" providerId="ADAL" clId="{3C51EBFE-9C35-4409-96DB-F0D02B2A0E50}" dt="2024-08-10T17:32:26.588" v="10" actId="47"/>
        <pc:sldMkLst>
          <pc:docMk/>
          <pc:sldMk cId="1116881268" sldId="29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502611286" sldId="29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1901015964" sldId="295"/>
        </pc:sldMkLst>
      </pc:sldChg>
      <pc:sldChg chg="del">
        <pc:chgData name="Rahul Mishra" userId="57c6469e-ac64-4888-811b-35f0aabddbad" providerId="ADAL" clId="{3C51EBFE-9C35-4409-96DB-F0D02B2A0E50}" dt="2024-08-10T17:32:28.393" v="12" actId="47"/>
        <pc:sldMkLst>
          <pc:docMk/>
          <pc:sldMk cId="2876906665" sldId="295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615098788" sldId="296"/>
        </pc:sldMkLst>
      </pc:sldChg>
      <pc:sldChg chg="modSp add del modNotes">
        <pc:chgData name="Rahul Mishra" userId="57c6469e-ac64-4888-811b-35f0aabddbad" providerId="ADAL" clId="{3C51EBFE-9C35-4409-96DB-F0D02B2A0E50}" dt="2024-08-11T18:07:31.581" v="196" actId="47"/>
        <pc:sldMkLst>
          <pc:docMk/>
          <pc:sldMk cId="0" sldId="297"/>
        </pc:sldMkLst>
      </pc:sldChg>
      <pc:sldChg chg="modSp mod">
        <pc:chgData name="Rahul Mishra" userId="57c6469e-ac64-4888-811b-35f0aabddbad" providerId="ADAL" clId="{3C51EBFE-9C35-4409-96DB-F0D02B2A0E50}" dt="2024-08-11T15:54:54.663" v="57" actId="14100"/>
        <pc:sldMkLst>
          <pc:docMk/>
          <pc:sldMk cId="242180997" sldId="301"/>
        </pc:sldMkLst>
      </pc:sldChg>
      <pc:sldChg chg="modSp mod">
        <pc:chgData name="Rahul Mishra" userId="57c6469e-ac64-4888-811b-35f0aabddbad" providerId="ADAL" clId="{3C51EBFE-9C35-4409-96DB-F0D02B2A0E50}" dt="2024-08-11T17:46:24.274" v="142" actId="13926"/>
        <pc:sldMkLst>
          <pc:docMk/>
          <pc:sldMk cId="2187071181" sldId="303"/>
        </pc:sldMkLst>
      </pc:sldChg>
      <pc:sldChg chg="modSp mod">
        <pc:chgData name="Rahul Mishra" userId="57c6469e-ac64-4888-811b-35f0aabddbad" providerId="ADAL" clId="{3C51EBFE-9C35-4409-96DB-F0D02B2A0E50}" dt="2024-08-11T17:47:25.648" v="164" actId="14100"/>
        <pc:sldMkLst>
          <pc:docMk/>
          <pc:sldMk cId="2669860053" sldId="30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1419033139" sldId="305"/>
        </pc:sldMkLst>
      </pc:sldChg>
      <pc:sldChg chg="add del">
        <pc:chgData name="Rahul Mishra" userId="57c6469e-ac64-4888-811b-35f0aabddbad" providerId="ADAL" clId="{3C51EBFE-9C35-4409-96DB-F0D02B2A0E50}" dt="2024-08-12T10:46:25.065" v="230" actId="47"/>
        <pc:sldMkLst>
          <pc:docMk/>
          <pc:sldMk cId="175949506" sldId="306"/>
        </pc:sldMkLst>
      </pc:sldChg>
      <pc:sldChg chg="add del">
        <pc:chgData name="Rahul Mishra" userId="57c6469e-ac64-4888-811b-35f0aabddbad" providerId="ADAL" clId="{3C51EBFE-9C35-4409-96DB-F0D02B2A0E50}" dt="2024-08-12T10:46:13.497" v="229" actId="47"/>
        <pc:sldMkLst>
          <pc:docMk/>
          <pc:sldMk cId="1740424806" sldId="307"/>
        </pc:sldMkLst>
      </pc:sldChg>
      <pc:sldChg chg="add del">
        <pc:chgData name="Rahul Mishra" userId="57c6469e-ac64-4888-811b-35f0aabddbad" providerId="ADAL" clId="{3C51EBFE-9C35-4409-96DB-F0D02B2A0E50}" dt="2024-08-12T10:46:12.758" v="228" actId="47"/>
        <pc:sldMkLst>
          <pc:docMk/>
          <pc:sldMk cId="1905279178" sldId="308"/>
        </pc:sldMkLst>
      </pc:sldChg>
      <pc:sldChg chg="add del">
        <pc:chgData name="Rahul Mishra" userId="57c6469e-ac64-4888-811b-35f0aabddbad" providerId="ADAL" clId="{3C51EBFE-9C35-4409-96DB-F0D02B2A0E50}" dt="2024-08-12T10:46:11.862" v="227" actId="47"/>
        <pc:sldMkLst>
          <pc:docMk/>
          <pc:sldMk cId="772241850" sldId="309"/>
        </pc:sldMkLst>
      </pc:sldChg>
      <pc:sldChg chg="add del">
        <pc:chgData name="Rahul Mishra" userId="57c6469e-ac64-4888-811b-35f0aabddbad" providerId="ADAL" clId="{3C51EBFE-9C35-4409-96DB-F0D02B2A0E50}" dt="2024-08-12T10:46:10.950" v="226" actId="47"/>
        <pc:sldMkLst>
          <pc:docMk/>
          <pc:sldMk cId="2832749223" sldId="310"/>
        </pc:sldMkLst>
      </pc:sldChg>
      <pc:sldChg chg="add del">
        <pc:chgData name="Rahul Mishra" userId="57c6469e-ac64-4888-811b-35f0aabddbad" providerId="ADAL" clId="{3C51EBFE-9C35-4409-96DB-F0D02B2A0E50}" dt="2024-08-12T10:46:09.990" v="225" actId="47"/>
        <pc:sldMkLst>
          <pc:docMk/>
          <pc:sldMk cId="3069650673" sldId="311"/>
        </pc:sldMkLst>
      </pc:sldChg>
      <pc:sldChg chg="add del">
        <pc:chgData name="Rahul Mishra" userId="57c6469e-ac64-4888-811b-35f0aabddbad" providerId="ADAL" clId="{3C51EBFE-9C35-4409-96DB-F0D02B2A0E50}" dt="2024-08-12T10:46:09.047" v="224" actId="47"/>
        <pc:sldMkLst>
          <pc:docMk/>
          <pc:sldMk cId="3317796520" sldId="312"/>
        </pc:sldMkLst>
      </pc:sldChg>
      <pc:sldChg chg="add del">
        <pc:chgData name="Rahul Mishra" userId="57c6469e-ac64-4888-811b-35f0aabddbad" providerId="ADAL" clId="{3C51EBFE-9C35-4409-96DB-F0D02B2A0E50}" dt="2024-08-12T10:46:08.324" v="223" actId="47"/>
        <pc:sldMkLst>
          <pc:docMk/>
          <pc:sldMk cId="2718135778" sldId="313"/>
        </pc:sldMkLst>
      </pc:sldChg>
      <pc:sldChg chg="add del">
        <pc:chgData name="Rahul Mishra" userId="57c6469e-ac64-4888-811b-35f0aabddbad" providerId="ADAL" clId="{3C51EBFE-9C35-4409-96DB-F0D02B2A0E50}" dt="2024-08-12T10:46:07.268" v="222" actId="47"/>
        <pc:sldMkLst>
          <pc:docMk/>
          <pc:sldMk cId="1470101792" sldId="314"/>
        </pc:sldMkLst>
      </pc:sldChg>
      <pc:sldChg chg="add del">
        <pc:chgData name="Rahul Mishra" userId="57c6469e-ac64-4888-811b-35f0aabddbad" providerId="ADAL" clId="{3C51EBFE-9C35-4409-96DB-F0D02B2A0E50}" dt="2024-08-12T10:46:06.531" v="221" actId="47"/>
        <pc:sldMkLst>
          <pc:docMk/>
          <pc:sldMk cId="3620885810" sldId="315"/>
        </pc:sldMkLst>
      </pc:sldChg>
      <pc:sldChg chg="modSp add del modNotes">
        <pc:chgData name="Rahul Mishra" userId="57c6469e-ac64-4888-811b-35f0aabddbad" providerId="ADAL" clId="{3C51EBFE-9C35-4409-96DB-F0D02B2A0E50}" dt="2024-08-11T18:12:00.833" v="216" actId="47"/>
        <pc:sldMkLst>
          <pc:docMk/>
          <pc:sldMk cId="0" sldId="316"/>
        </pc:sldMkLst>
      </pc:sldChg>
      <pc:sldChg chg="del">
        <pc:chgData name="Rahul Mishra" userId="57c6469e-ac64-4888-811b-35f0aabddbad" providerId="ADAL" clId="{3C51EBFE-9C35-4409-96DB-F0D02B2A0E50}" dt="2024-08-10T17:32:21.739" v="4" actId="47"/>
        <pc:sldMkLst>
          <pc:docMk/>
          <pc:sldMk cId="2813401871" sldId="349"/>
        </pc:sldMkLst>
      </pc:sldChg>
      <pc:sldChg chg="del">
        <pc:chgData name="Rahul Mishra" userId="57c6469e-ac64-4888-811b-35f0aabddbad" providerId="ADAL" clId="{3C51EBFE-9C35-4409-96DB-F0D02B2A0E50}" dt="2024-08-10T17:32:23.330" v="6" actId="47"/>
        <pc:sldMkLst>
          <pc:docMk/>
          <pc:sldMk cId="2787916344" sldId="350"/>
        </pc:sldMkLst>
      </pc:sldChg>
      <pc:sldChg chg="del">
        <pc:chgData name="Rahul Mishra" userId="57c6469e-ac64-4888-811b-35f0aabddbad" providerId="ADAL" clId="{3C51EBFE-9C35-4409-96DB-F0D02B2A0E50}" dt="2024-08-10T17:32:29.132" v="13" actId="47"/>
        <pc:sldMkLst>
          <pc:docMk/>
          <pc:sldMk cId="97832908" sldId="352"/>
        </pc:sldMkLst>
      </pc:sldChg>
      <pc:sldChg chg="del">
        <pc:chgData name="Rahul Mishra" userId="57c6469e-ac64-4888-811b-35f0aabddbad" providerId="ADAL" clId="{3C51EBFE-9C35-4409-96DB-F0D02B2A0E50}" dt="2024-08-12T10:46:37.683" v="231" actId="47"/>
        <pc:sldMkLst>
          <pc:docMk/>
          <pc:sldMk cId="4132747667" sldId="353"/>
        </pc:sldMkLst>
      </pc:sldChg>
      <pc:sldChg chg="del">
        <pc:chgData name="Rahul Mishra" userId="57c6469e-ac64-4888-811b-35f0aabddbad" providerId="ADAL" clId="{3C51EBFE-9C35-4409-96DB-F0D02B2A0E50}" dt="2024-08-10T17:32:37.990" v="18" actId="47"/>
        <pc:sldMkLst>
          <pc:docMk/>
          <pc:sldMk cId="3662123702" sldId="354"/>
        </pc:sldMkLst>
      </pc:sldChg>
      <pc:sldChg chg="del">
        <pc:chgData name="Rahul Mishra" userId="57c6469e-ac64-4888-811b-35f0aabddbad" providerId="ADAL" clId="{3C51EBFE-9C35-4409-96DB-F0D02B2A0E50}" dt="2024-08-10T17:32:39.285" v="20" actId="47"/>
        <pc:sldMkLst>
          <pc:docMk/>
          <pc:sldMk cId="3397808700" sldId="355"/>
        </pc:sldMkLst>
      </pc:sldChg>
      <pc:sldChg chg="del">
        <pc:chgData name="Rahul Mishra" userId="57c6469e-ac64-4888-811b-35f0aabddbad" providerId="ADAL" clId="{3C51EBFE-9C35-4409-96DB-F0D02B2A0E50}" dt="2024-08-10T17:32:41.582" v="22" actId="47"/>
        <pc:sldMkLst>
          <pc:docMk/>
          <pc:sldMk cId="3297649533" sldId="356"/>
        </pc:sldMkLst>
      </pc:sldChg>
      <pc:sldChg chg="del">
        <pc:chgData name="Rahul Mishra" userId="57c6469e-ac64-4888-811b-35f0aabddbad" providerId="ADAL" clId="{3C51EBFE-9C35-4409-96DB-F0D02B2A0E50}" dt="2024-08-10T17:32:42.352" v="23" actId="47"/>
        <pc:sldMkLst>
          <pc:docMk/>
          <pc:sldMk cId="676390616" sldId="357"/>
        </pc:sldMkLst>
      </pc:sldChg>
      <pc:sldChg chg="del">
        <pc:chgData name="Rahul Mishra" userId="57c6469e-ac64-4888-811b-35f0aabddbad" providerId="ADAL" clId="{3C51EBFE-9C35-4409-96DB-F0D02B2A0E50}" dt="2024-08-10T17:32:43.124" v="24" actId="47"/>
        <pc:sldMkLst>
          <pc:docMk/>
          <pc:sldMk cId="922770136" sldId="358"/>
        </pc:sldMkLst>
      </pc:sldChg>
      <pc:sldChg chg="del">
        <pc:chgData name="Rahul Mishra" userId="57c6469e-ac64-4888-811b-35f0aabddbad" providerId="ADAL" clId="{3C51EBFE-9C35-4409-96DB-F0D02B2A0E50}" dt="2024-08-10T17:32:43.861" v="25" actId="47"/>
        <pc:sldMkLst>
          <pc:docMk/>
          <pc:sldMk cId="2717827387" sldId="359"/>
        </pc:sldMkLst>
      </pc:sldChg>
      <pc:sldChg chg="del">
        <pc:chgData name="Rahul Mishra" userId="57c6469e-ac64-4888-811b-35f0aabddbad" providerId="ADAL" clId="{3C51EBFE-9C35-4409-96DB-F0D02B2A0E50}" dt="2024-08-10T17:32:44.647" v="26" actId="47"/>
        <pc:sldMkLst>
          <pc:docMk/>
          <pc:sldMk cId="2796676358" sldId="360"/>
        </pc:sldMkLst>
      </pc:sldChg>
      <pc:sldChg chg="del">
        <pc:chgData name="Rahul Mishra" userId="57c6469e-ac64-4888-811b-35f0aabddbad" providerId="ADAL" clId="{3C51EBFE-9C35-4409-96DB-F0D02B2A0E50}" dt="2024-08-12T10:46:39.869" v="233" actId="47"/>
        <pc:sldMkLst>
          <pc:docMk/>
          <pc:sldMk cId="3694793066" sldId="361"/>
        </pc:sldMkLst>
      </pc:sldChg>
      <pc:sldChg chg="del">
        <pc:chgData name="Rahul Mishra" userId="57c6469e-ac64-4888-811b-35f0aabddbad" providerId="ADAL" clId="{3C51EBFE-9C35-4409-96DB-F0D02B2A0E50}" dt="2024-08-10T17:32:51.393" v="27" actId="47"/>
        <pc:sldMkLst>
          <pc:docMk/>
          <pc:sldMk cId="4090776321" sldId="362"/>
        </pc:sldMkLst>
      </pc:sldChg>
      <pc:sldChg chg="del">
        <pc:chgData name="Rahul Mishra" userId="57c6469e-ac64-4888-811b-35f0aabddbad" providerId="ADAL" clId="{3C51EBFE-9C35-4409-96DB-F0D02B2A0E50}" dt="2024-08-10T17:32:52.398" v="28" actId="47"/>
        <pc:sldMkLst>
          <pc:docMk/>
          <pc:sldMk cId="533411327" sldId="363"/>
        </pc:sldMkLst>
      </pc:sldChg>
      <pc:sldChg chg="del">
        <pc:chgData name="Rahul Mishra" userId="57c6469e-ac64-4888-811b-35f0aabddbad" providerId="ADAL" clId="{3C51EBFE-9C35-4409-96DB-F0D02B2A0E50}" dt="2024-08-10T17:32:53.470" v="29" actId="47"/>
        <pc:sldMkLst>
          <pc:docMk/>
          <pc:sldMk cId="3170865946" sldId="364"/>
        </pc:sldMkLst>
      </pc:sldChg>
      <pc:sldChg chg="del">
        <pc:chgData name="Rahul Mishra" userId="57c6469e-ac64-4888-811b-35f0aabddbad" providerId="ADAL" clId="{3C51EBFE-9C35-4409-96DB-F0D02B2A0E50}" dt="2024-08-10T17:32:54.443" v="30" actId="47"/>
        <pc:sldMkLst>
          <pc:docMk/>
          <pc:sldMk cId="1426566100" sldId="365"/>
        </pc:sldMkLst>
      </pc:sldChg>
      <pc:sldChg chg="del">
        <pc:chgData name="Rahul Mishra" userId="57c6469e-ac64-4888-811b-35f0aabddbad" providerId="ADAL" clId="{3C51EBFE-9C35-4409-96DB-F0D02B2A0E50}" dt="2024-08-10T17:32:27.434" v="11" actId="47"/>
        <pc:sldMkLst>
          <pc:docMk/>
          <pc:sldMk cId="2123376252" sldId="373"/>
        </pc:sldMkLst>
      </pc:sldChg>
      <pc:sldChg chg="addSp delSp modSp add del mod">
        <pc:chgData name="Rahul Mishra" userId="57c6469e-ac64-4888-811b-35f0aabddbad" providerId="ADAL" clId="{3C51EBFE-9C35-4409-96DB-F0D02B2A0E50}" dt="2024-08-12T10:46:02.082" v="220" actId="47"/>
        <pc:sldMkLst>
          <pc:docMk/>
          <pc:sldMk cId="3459647960" sldId="37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079535757" sldId="375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983673248" sldId="376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3694120147" sldId="377"/>
        </pc:sldMkLst>
      </pc:sldChg>
      <pc:sldChg chg="modSp add del">
        <pc:chgData name="Rahul Mishra" userId="57c6469e-ac64-4888-811b-35f0aabddbad" providerId="ADAL" clId="{3C51EBFE-9C35-4409-96DB-F0D02B2A0E50}" dt="2024-08-11T18:23:23.928" v="219" actId="1076"/>
        <pc:sldMkLst>
          <pc:docMk/>
          <pc:sldMk cId="3465334699" sldId="378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79"/>
        </pc:sldMkLst>
      </pc:sldChg>
      <pc:sldChg chg="modSp add del modNotes">
        <pc:chgData name="Rahul Mishra" userId="57c6469e-ac64-4888-811b-35f0aabddbad" providerId="ADAL" clId="{3C51EBFE-9C35-4409-96DB-F0D02B2A0E50}" dt="2024-08-11T18:07:07.496" v="191" actId="47"/>
        <pc:sldMkLst>
          <pc:docMk/>
          <pc:sldMk cId="0" sldId="380"/>
        </pc:sldMkLst>
      </pc:sldChg>
      <pc:sldChg chg="modSp add del modNotes">
        <pc:chgData name="Rahul Mishra" userId="57c6469e-ac64-4888-811b-35f0aabddbad" providerId="ADAL" clId="{3C51EBFE-9C35-4409-96DB-F0D02B2A0E50}" dt="2024-08-11T18:07:09.679" v="192" actId="47"/>
        <pc:sldMkLst>
          <pc:docMk/>
          <pc:sldMk cId="0" sldId="381"/>
        </pc:sldMkLst>
      </pc:sldChg>
      <pc:sldChg chg="modSp add del modNotes">
        <pc:chgData name="Rahul Mishra" userId="57c6469e-ac64-4888-811b-35f0aabddbad" providerId="ADAL" clId="{3C51EBFE-9C35-4409-96DB-F0D02B2A0E50}" dt="2024-08-11T18:07:18.374" v="193" actId="47"/>
        <pc:sldMkLst>
          <pc:docMk/>
          <pc:sldMk cId="0" sldId="382"/>
        </pc:sldMkLst>
      </pc:sldChg>
      <pc:sldChg chg="modSp add del modNotes">
        <pc:chgData name="Rahul Mishra" userId="57c6469e-ac64-4888-811b-35f0aabddbad" providerId="ADAL" clId="{3C51EBFE-9C35-4409-96DB-F0D02B2A0E50}" dt="2024-08-11T18:07:28.662" v="195" actId="47"/>
        <pc:sldMkLst>
          <pc:docMk/>
          <pc:sldMk cId="0" sldId="383"/>
        </pc:sldMkLst>
      </pc:sldChg>
      <pc:sldChg chg="modSp add del modNotes">
        <pc:chgData name="Rahul Mishra" userId="57c6469e-ac64-4888-811b-35f0aabddbad" providerId="ADAL" clId="{3C51EBFE-9C35-4409-96DB-F0D02B2A0E50}" dt="2024-08-11T18:07:22.080" v="194" actId="47"/>
        <pc:sldMkLst>
          <pc:docMk/>
          <pc:sldMk cId="0" sldId="384"/>
        </pc:sldMkLst>
      </pc:sldChg>
      <pc:sldChg chg="modSp add del modNotes">
        <pc:chgData name="Rahul Mishra" userId="57c6469e-ac64-4888-811b-35f0aabddbad" providerId="ADAL" clId="{3C51EBFE-9C35-4409-96DB-F0D02B2A0E50}" dt="2024-08-11T18:07:32.774" v="197" actId="47"/>
        <pc:sldMkLst>
          <pc:docMk/>
          <pc:sldMk cId="0" sldId="385"/>
        </pc:sldMkLst>
      </pc:sldChg>
      <pc:sldChg chg="modSp add del modNotes">
        <pc:chgData name="Rahul Mishra" userId="57c6469e-ac64-4888-811b-35f0aabddbad" providerId="ADAL" clId="{3C51EBFE-9C35-4409-96DB-F0D02B2A0E50}" dt="2024-08-11T18:07:53.799" v="206" actId="47"/>
        <pc:sldMkLst>
          <pc:docMk/>
          <pc:sldMk cId="0" sldId="386"/>
        </pc:sldMkLst>
      </pc:sldChg>
      <pc:sldChg chg="modSp add del modNotes">
        <pc:chgData name="Rahul Mishra" userId="57c6469e-ac64-4888-811b-35f0aabddbad" providerId="ADAL" clId="{3C51EBFE-9C35-4409-96DB-F0D02B2A0E50}" dt="2024-08-11T18:07:58.716" v="207" actId="47"/>
        <pc:sldMkLst>
          <pc:docMk/>
          <pc:sldMk cId="0" sldId="387"/>
        </pc:sldMkLst>
      </pc:sldChg>
      <pc:sldChg chg="modSp add del modNotes">
        <pc:chgData name="Rahul Mishra" userId="57c6469e-ac64-4888-811b-35f0aabddbad" providerId="ADAL" clId="{3C51EBFE-9C35-4409-96DB-F0D02B2A0E50}" dt="2024-08-11T18:07:45.733" v="203" actId="47"/>
        <pc:sldMkLst>
          <pc:docMk/>
          <pc:sldMk cId="0" sldId="388"/>
        </pc:sldMkLst>
      </pc:sldChg>
      <pc:sldChg chg="modSp add del modNotes">
        <pc:chgData name="Rahul Mishra" userId="57c6469e-ac64-4888-811b-35f0aabddbad" providerId="ADAL" clId="{3C51EBFE-9C35-4409-96DB-F0D02B2A0E50}" dt="2024-08-11T18:08:03.663" v="208" actId="47"/>
        <pc:sldMkLst>
          <pc:docMk/>
          <pc:sldMk cId="0" sldId="389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0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1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2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3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4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5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6"/>
        </pc:sldMkLst>
      </pc:sldChg>
      <pc:sldChg chg="modSp add del modNotes">
        <pc:chgData name="Rahul Mishra" userId="57c6469e-ac64-4888-811b-35f0aabddbad" providerId="ADAL" clId="{3C51EBFE-9C35-4409-96DB-F0D02B2A0E50}" dt="2024-08-11T18:11:48.631" v="211" actId="47"/>
        <pc:sldMkLst>
          <pc:docMk/>
          <pc:sldMk cId="0" sldId="397"/>
        </pc:sldMkLst>
      </pc:sldChg>
      <pc:sldChg chg="modSp add del modNotes">
        <pc:chgData name="Rahul Mishra" userId="57c6469e-ac64-4888-811b-35f0aabddbad" providerId="ADAL" clId="{3C51EBFE-9C35-4409-96DB-F0D02B2A0E50}" dt="2024-08-11T18:11:50.357" v="212" actId="47"/>
        <pc:sldMkLst>
          <pc:docMk/>
          <pc:sldMk cId="0" sldId="398"/>
        </pc:sldMkLst>
      </pc:sldChg>
      <pc:sldChg chg="modSp add del modNotes">
        <pc:chgData name="Rahul Mishra" userId="57c6469e-ac64-4888-811b-35f0aabddbad" providerId="ADAL" clId="{3C51EBFE-9C35-4409-96DB-F0D02B2A0E50}" dt="2024-08-11T18:11:52.538" v="213" actId="47"/>
        <pc:sldMkLst>
          <pc:docMk/>
          <pc:sldMk cId="0" sldId="399"/>
        </pc:sldMkLst>
      </pc:sldChg>
      <pc:sldChg chg="modSp add del modNotes">
        <pc:chgData name="Rahul Mishra" userId="57c6469e-ac64-4888-811b-35f0aabddbad" providerId="ADAL" clId="{3C51EBFE-9C35-4409-96DB-F0D02B2A0E50}" dt="2024-08-11T18:11:55.476" v="214" actId="47"/>
        <pc:sldMkLst>
          <pc:docMk/>
          <pc:sldMk cId="0" sldId="400"/>
        </pc:sldMkLst>
      </pc:sldChg>
      <pc:sldChg chg="modSp add ord modNotes">
        <pc:chgData name="Rahul Mishra" userId="57c6469e-ac64-4888-811b-35f0aabddbad" providerId="ADAL" clId="{3C51EBFE-9C35-4409-96DB-F0D02B2A0E50}" dt="2024-08-11T18:19:07.275" v="218"/>
        <pc:sldMkLst>
          <pc:docMk/>
          <pc:sldMk cId="0" sldId="401"/>
        </pc:sldMkLst>
      </pc:sldChg>
      <pc:sldChg chg="modSp add del modNotes">
        <pc:chgData name="Rahul Mishra" userId="57c6469e-ac64-4888-811b-35f0aabddbad" providerId="ADAL" clId="{3C51EBFE-9C35-4409-96DB-F0D02B2A0E50}" dt="2024-08-11T18:11:59.764" v="215" actId="47"/>
        <pc:sldMkLst>
          <pc:docMk/>
          <pc:sldMk cId="0" sldId="402"/>
        </pc:sldMkLst>
      </pc:sldChg>
      <pc:sldChg chg="addSp modSp new mod setBg">
        <pc:chgData name="Rahul Mishra" userId="57c6469e-ac64-4888-811b-35f0aabddbad" providerId="ADAL" clId="{3C51EBFE-9C35-4409-96DB-F0D02B2A0E50}" dt="2024-08-11T16:32:30.182" v="80" actId="688"/>
        <pc:sldMkLst>
          <pc:docMk/>
          <pc:sldMk cId="739300501" sldId="403"/>
        </pc:sldMkLst>
      </pc:sldChg>
      <pc:sldChg chg="addSp modSp new mod">
        <pc:chgData name="Rahul Mishra" userId="57c6469e-ac64-4888-811b-35f0aabddbad" providerId="ADAL" clId="{3C51EBFE-9C35-4409-96DB-F0D02B2A0E50}" dt="2024-08-11T17:45:23.043" v="129" actId="1076"/>
        <pc:sldMkLst>
          <pc:docMk/>
          <pc:sldMk cId="1992141454" sldId="404"/>
        </pc:sldMkLst>
      </pc:sldChg>
      <pc:sldMasterChg chg="delSldLayout">
        <pc:chgData name="Rahul Mishra" userId="57c6469e-ac64-4888-811b-35f0aabddbad" providerId="ADAL" clId="{3C51EBFE-9C35-4409-96DB-F0D02B2A0E50}" dt="2024-08-12T10:46:39.869" v="233" actId="47"/>
        <pc:sldMasterMkLst>
          <pc:docMk/>
          <pc:sldMasterMk cId="3966668556" sldId="2147483678"/>
        </pc:sldMasterMkLst>
        <pc:sldLayoutChg chg="del">
          <pc:chgData name="Rahul Mishra" userId="57c6469e-ac64-4888-811b-35f0aabddbad" providerId="ADAL" clId="{3C51EBFE-9C35-4409-96DB-F0D02B2A0E50}" dt="2024-08-12T10:46:39.869" v="233" actId="47"/>
          <pc:sldLayoutMkLst>
            <pc:docMk/>
            <pc:sldMasterMk cId="3966668556" sldId="2147483678"/>
            <pc:sldLayoutMk cId="435949403" sldId="2147483690"/>
          </pc:sldLayoutMkLst>
        </pc:sldLayoutChg>
      </pc:sldMasterChg>
    </pc:docChg>
  </pc:docChgLst>
  <pc:docChgLst>
    <pc:chgData name="Rahul Mishra" userId="57c6469e-ac64-4888-811b-35f0aabddbad" providerId="ADAL" clId="{6CD110FC-ECB1-4188-A54A-469E6335FF4B}"/>
    <pc:docChg chg="custSel addSld delSld modSld">
      <pc:chgData name="Rahul Mishra" userId="57c6469e-ac64-4888-811b-35f0aabddbad" providerId="ADAL" clId="{6CD110FC-ECB1-4188-A54A-469E6335FF4B}" dt="2024-08-08T17:07:15.046" v="45" actId="1076"/>
      <pc:docMkLst>
        <pc:docMk/>
      </pc:docMkLst>
      <pc:sldChg chg="modSp mod">
        <pc:chgData name="Rahul Mishra" userId="57c6469e-ac64-4888-811b-35f0aabddbad" providerId="ADAL" clId="{6CD110FC-ECB1-4188-A54A-469E6335FF4B}" dt="2024-08-07T06:11:09.270" v="7" actId="14100"/>
        <pc:sldMkLst>
          <pc:docMk/>
          <pc:sldMk cId="109857222" sldId="256"/>
        </pc:sldMkLst>
      </pc:sldChg>
      <pc:sldChg chg="del">
        <pc:chgData name="Rahul Mishra" userId="57c6469e-ac64-4888-811b-35f0aabddbad" providerId="ADAL" clId="{6CD110FC-ECB1-4188-A54A-469E6335FF4B}" dt="2024-08-07T06:14:05.233" v="35" actId="47"/>
        <pc:sldMkLst>
          <pc:docMk/>
          <pc:sldMk cId="0" sldId="270"/>
        </pc:sldMkLst>
      </pc:sldChg>
      <pc:sldChg chg="del">
        <pc:chgData name="Rahul Mishra" userId="57c6469e-ac64-4888-811b-35f0aabddbad" providerId="ADAL" clId="{6CD110FC-ECB1-4188-A54A-469E6335FF4B}" dt="2024-08-07T06:14:10.261" v="36" actId="47"/>
        <pc:sldMkLst>
          <pc:docMk/>
          <pc:sldMk cId="4069218776" sldId="275"/>
        </pc:sldMkLst>
      </pc:sldChg>
      <pc:sldChg chg="del">
        <pc:chgData name="Rahul Mishra" userId="57c6469e-ac64-4888-811b-35f0aabddbad" providerId="ADAL" clId="{6CD110FC-ECB1-4188-A54A-469E6335FF4B}" dt="2024-08-07T06:14:04.023" v="34" actId="47"/>
        <pc:sldMkLst>
          <pc:docMk/>
          <pc:sldMk cId="3514271712" sldId="276"/>
        </pc:sldMkLst>
      </pc:sldChg>
      <pc:sldChg chg="del">
        <pc:chgData name="Rahul Mishra" userId="57c6469e-ac64-4888-811b-35f0aabddbad" providerId="ADAL" clId="{6CD110FC-ECB1-4188-A54A-469E6335FF4B}" dt="2024-08-07T06:13:58.696" v="28" actId="47"/>
        <pc:sldMkLst>
          <pc:docMk/>
          <pc:sldMk cId="3852848067" sldId="279"/>
        </pc:sldMkLst>
      </pc:sldChg>
      <pc:sldChg chg="del">
        <pc:chgData name="Rahul Mishra" userId="57c6469e-ac64-4888-811b-35f0aabddbad" providerId="ADAL" clId="{6CD110FC-ECB1-4188-A54A-469E6335FF4B}" dt="2024-08-07T06:14:34.388" v="40" actId="47"/>
        <pc:sldMkLst>
          <pc:docMk/>
          <pc:sldMk cId="1848721818" sldId="281"/>
        </pc:sldMkLst>
      </pc:sldChg>
      <pc:sldChg chg="del">
        <pc:chgData name="Rahul Mishra" userId="57c6469e-ac64-4888-811b-35f0aabddbad" providerId="ADAL" clId="{6CD110FC-ECB1-4188-A54A-469E6335FF4B}" dt="2024-08-07T06:13:53.610" v="24" actId="47"/>
        <pc:sldMkLst>
          <pc:docMk/>
          <pc:sldMk cId="20482556" sldId="283"/>
        </pc:sldMkLst>
      </pc:sldChg>
      <pc:sldChg chg="del">
        <pc:chgData name="Rahul Mishra" userId="57c6469e-ac64-4888-811b-35f0aabddbad" providerId="ADAL" clId="{6CD110FC-ECB1-4188-A54A-469E6335FF4B}" dt="2024-08-07T06:13:52.242" v="23" actId="47"/>
        <pc:sldMkLst>
          <pc:docMk/>
          <pc:sldMk cId="2580848646" sldId="284"/>
        </pc:sldMkLst>
      </pc:sldChg>
      <pc:sldChg chg="del">
        <pc:chgData name="Rahul Mishra" userId="57c6469e-ac64-4888-811b-35f0aabddbad" providerId="ADAL" clId="{6CD110FC-ECB1-4188-A54A-469E6335FF4B}" dt="2024-08-07T06:13:26.058" v="22" actId="47"/>
        <pc:sldMkLst>
          <pc:docMk/>
          <pc:sldMk cId="2416795455" sldId="285"/>
        </pc:sldMkLst>
      </pc:sldChg>
      <pc:sldChg chg="del">
        <pc:chgData name="Rahul Mishra" userId="57c6469e-ac64-4888-811b-35f0aabddbad" providerId="ADAL" clId="{6CD110FC-ECB1-4188-A54A-469E6335FF4B}" dt="2024-08-07T06:13:24.031" v="21" actId="47"/>
        <pc:sldMkLst>
          <pc:docMk/>
          <pc:sldMk cId="1586066216" sldId="286"/>
        </pc:sldMkLst>
      </pc:sldChg>
      <pc:sldChg chg="del">
        <pc:chgData name="Rahul Mishra" userId="57c6469e-ac64-4888-811b-35f0aabddbad" providerId="ADAL" clId="{6CD110FC-ECB1-4188-A54A-469E6335FF4B}" dt="2024-08-07T06:13:21.297" v="20" actId="47"/>
        <pc:sldMkLst>
          <pc:docMk/>
          <pc:sldMk cId="3123173485" sldId="287"/>
        </pc:sldMkLst>
      </pc:sldChg>
      <pc:sldChg chg="modSp mod">
        <pc:chgData name="Rahul Mishra" userId="57c6469e-ac64-4888-811b-35f0aabddbad" providerId="ADAL" clId="{6CD110FC-ECB1-4188-A54A-469E6335FF4B}" dt="2024-08-07T06:12:13.350" v="19" actId="1076"/>
        <pc:sldMkLst>
          <pc:docMk/>
          <pc:sldMk cId="3770136349" sldId="292"/>
        </pc:sldMkLst>
      </pc:sldChg>
      <pc:sldChg chg="del">
        <pc:chgData name="Rahul Mishra" userId="57c6469e-ac64-4888-811b-35f0aabddbad" providerId="ADAL" clId="{6CD110FC-ECB1-4188-A54A-469E6335FF4B}" dt="2024-08-07T06:14:22.990" v="38" actId="47"/>
        <pc:sldMkLst>
          <pc:docMk/>
          <pc:sldMk cId="3216909728" sldId="296"/>
        </pc:sldMkLst>
      </pc:sldChg>
      <pc:sldChg chg="del">
        <pc:chgData name="Rahul Mishra" userId="57c6469e-ac64-4888-811b-35f0aabddbad" providerId="ADAL" clId="{6CD110FC-ECB1-4188-A54A-469E6335FF4B}" dt="2024-08-07T06:14:20.809" v="37" actId="47"/>
        <pc:sldMkLst>
          <pc:docMk/>
          <pc:sldMk cId="3554936368" sldId="297"/>
        </pc:sldMkLst>
      </pc:sldChg>
      <pc:sldChg chg="del">
        <pc:chgData name="Rahul Mishra" userId="57c6469e-ac64-4888-811b-35f0aabddbad" providerId="ADAL" clId="{6CD110FC-ECB1-4188-A54A-469E6335FF4B}" dt="2024-08-07T06:14:03.166" v="33" actId="47"/>
        <pc:sldMkLst>
          <pc:docMk/>
          <pc:sldMk cId="2406506087" sldId="336"/>
        </pc:sldMkLst>
      </pc:sldChg>
      <pc:sldChg chg="del">
        <pc:chgData name="Rahul Mishra" userId="57c6469e-ac64-4888-811b-35f0aabddbad" providerId="ADAL" clId="{6CD110FC-ECB1-4188-A54A-469E6335FF4B}" dt="2024-08-07T06:14:02.355" v="32" actId="47"/>
        <pc:sldMkLst>
          <pc:docMk/>
          <pc:sldMk cId="2068555102" sldId="337"/>
        </pc:sldMkLst>
      </pc:sldChg>
      <pc:sldChg chg="del">
        <pc:chgData name="Rahul Mishra" userId="57c6469e-ac64-4888-811b-35f0aabddbad" providerId="ADAL" clId="{6CD110FC-ECB1-4188-A54A-469E6335FF4B}" dt="2024-08-07T06:13:57.330" v="27" actId="47"/>
        <pc:sldMkLst>
          <pc:docMk/>
          <pc:sldMk cId="223884994" sldId="339"/>
        </pc:sldMkLst>
      </pc:sldChg>
      <pc:sldChg chg="del">
        <pc:chgData name="Rahul Mishra" userId="57c6469e-ac64-4888-811b-35f0aabddbad" providerId="ADAL" clId="{6CD110FC-ECB1-4188-A54A-469E6335FF4B}" dt="2024-08-07T06:13:56.294" v="26" actId="47"/>
        <pc:sldMkLst>
          <pc:docMk/>
          <pc:sldMk cId="507314074" sldId="340"/>
        </pc:sldMkLst>
      </pc:sldChg>
      <pc:sldChg chg="del">
        <pc:chgData name="Rahul Mishra" userId="57c6469e-ac64-4888-811b-35f0aabddbad" providerId="ADAL" clId="{6CD110FC-ECB1-4188-A54A-469E6335FF4B}" dt="2024-08-07T06:13:55.196" v="25" actId="47"/>
        <pc:sldMkLst>
          <pc:docMk/>
          <pc:sldMk cId="3644562415" sldId="341"/>
        </pc:sldMkLst>
      </pc:sldChg>
      <pc:sldChg chg="del">
        <pc:chgData name="Rahul Mishra" userId="57c6469e-ac64-4888-811b-35f0aabddbad" providerId="ADAL" clId="{6CD110FC-ECB1-4188-A54A-469E6335FF4B}" dt="2024-08-07T06:14:01.555" v="31" actId="47"/>
        <pc:sldMkLst>
          <pc:docMk/>
          <pc:sldMk cId="3048384822" sldId="342"/>
        </pc:sldMkLst>
      </pc:sldChg>
      <pc:sldChg chg="del">
        <pc:chgData name="Rahul Mishra" userId="57c6469e-ac64-4888-811b-35f0aabddbad" providerId="ADAL" clId="{6CD110FC-ECB1-4188-A54A-469E6335FF4B}" dt="2024-08-07T06:14:35.756" v="41" actId="47"/>
        <pc:sldMkLst>
          <pc:docMk/>
          <pc:sldMk cId="3560463952" sldId="345"/>
        </pc:sldMkLst>
      </pc:sldChg>
      <pc:sldChg chg="del">
        <pc:chgData name="Rahul Mishra" userId="57c6469e-ac64-4888-811b-35f0aabddbad" providerId="ADAL" clId="{6CD110FC-ECB1-4188-A54A-469E6335FF4B}" dt="2024-08-07T06:14:36.933" v="42" actId="47"/>
        <pc:sldMkLst>
          <pc:docMk/>
          <pc:sldMk cId="2473714365" sldId="346"/>
        </pc:sldMkLst>
      </pc:sldChg>
      <pc:sldChg chg="del">
        <pc:chgData name="Rahul Mishra" userId="57c6469e-ac64-4888-811b-35f0aabddbad" providerId="ADAL" clId="{6CD110FC-ECB1-4188-A54A-469E6335FF4B}" dt="2024-08-07T06:14:00.617" v="30" actId="47"/>
        <pc:sldMkLst>
          <pc:docMk/>
          <pc:sldMk cId="1116213387" sldId="347"/>
        </pc:sldMkLst>
      </pc:sldChg>
      <pc:sldChg chg="del">
        <pc:chgData name="Rahul Mishra" userId="57c6469e-ac64-4888-811b-35f0aabddbad" providerId="ADAL" clId="{6CD110FC-ECB1-4188-A54A-469E6335FF4B}" dt="2024-08-07T06:13:59.607" v="29" actId="47"/>
        <pc:sldMkLst>
          <pc:docMk/>
          <pc:sldMk cId="164456950" sldId="348"/>
        </pc:sldMkLst>
      </pc:sldChg>
      <pc:sldChg chg="del">
        <pc:chgData name="Rahul Mishra" userId="57c6469e-ac64-4888-811b-35f0aabddbad" providerId="ADAL" clId="{6CD110FC-ECB1-4188-A54A-469E6335FF4B}" dt="2024-08-07T06:14:39.452" v="43" actId="47"/>
        <pc:sldMkLst>
          <pc:docMk/>
          <pc:sldMk cId="3331351185" sldId="371"/>
        </pc:sldMkLst>
      </pc:sldChg>
      <pc:sldChg chg="del">
        <pc:chgData name="Rahul Mishra" userId="57c6469e-ac64-4888-811b-35f0aabddbad" providerId="ADAL" clId="{6CD110FC-ECB1-4188-A54A-469E6335FF4B}" dt="2024-08-07T06:14:32.978" v="39" actId="47"/>
        <pc:sldMkLst>
          <pc:docMk/>
          <pc:sldMk cId="2845789028" sldId="372"/>
        </pc:sldMkLst>
      </pc:sldChg>
      <pc:sldChg chg="addSp modSp new mod setBg">
        <pc:chgData name="Rahul Mishra" userId="57c6469e-ac64-4888-811b-35f0aabddbad" providerId="ADAL" clId="{6CD110FC-ECB1-4188-A54A-469E6335FF4B}" dt="2024-08-08T17:07:15.046" v="45" actId="1076"/>
        <pc:sldMkLst>
          <pc:docMk/>
          <pc:sldMk cId="3459647960" sldId="374"/>
        </pc:sldMkLst>
      </pc:sldChg>
    </pc:docChg>
  </pc:docChgLst>
  <pc:docChgLst>
    <pc:chgData name="Rahul Mishra" userId="57c6469e-ac64-4888-811b-35f0aabddbad" providerId="ADAL" clId="{181BC7F3-2120-400D-B4AA-A1CF5463A9D1}"/>
    <pc:docChg chg="undo custSel addSld delSld modSld">
      <pc:chgData name="Rahul Mishra" userId="57c6469e-ac64-4888-811b-35f0aabddbad" providerId="ADAL" clId="{181BC7F3-2120-400D-B4AA-A1CF5463A9D1}" dt="2024-09-13T18:02:46.289" v="54"/>
      <pc:docMkLst>
        <pc:docMk/>
      </pc:docMkLst>
      <pc:sldChg chg="del">
        <pc:chgData name="Rahul Mishra" userId="57c6469e-ac64-4888-811b-35f0aabddbad" providerId="ADAL" clId="{181BC7F3-2120-400D-B4AA-A1CF5463A9D1}" dt="2024-09-13T17:57:49.309" v="6" actId="47"/>
        <pc:sldMkLst>
          <pc:docMk/>
          <pc:sldMk cId="1701599832" sldId="271"/>
        </pc:sldMkLst>
      </pc:sldChg>
      <pc:sldChg chg="del">
        <pc:chgData name="Rahul Mishra" userId="57c6469e-ac64-4888-811b-35f0aabddbad" providerId="ADAL" clId="{181BC7F3-2120-400D-B4AA-A1CF5463A9D1}" dt="2024-09-13T17:57:50.507" v="7" actId="47"/>
        <pc:sldMkLst>
          <pc:docMk/>
          <pc:sldMk cId="0" sldId="283"/>
        </pc:sldMkLst>
      </pc:sldChg>
      <pc:sldChg chg="del">
        <pc:chgData name="Rahul Mishra" userId="57c6469e-ac64-4888-811b-35f0aabddbad" providerId="ADAL" clId="{181BC7F3-2120-400D-B4AA-A1CF5463A9D1}" dt="2024-09-13T17:57:51.679" v="8" actId="47"/>
        <pc:sldMkLst>
          <pc:docMk/>
          <pc:sldMk cId="0" sldId="284"/>
        </pc:sldMkLst>
      </pc:sldChg>
      <pc:sldChg chg="del">
        <pc:chgData name="Rahul Mishra" userId="57c6469e-ac64-4888-811b-35f0aabddbad" providerId="ADAL" clId="{181BC7F3-2120-400D-B4AA-A1CF5463A9D1}" dt="2024-09-13T17:57:52.484" v="9" actId="47"/>
        <pc:sldMkLst>
          <pc:docMk/>
          <pc:sldMk cId="0" sldId="285"/>
        </pc:sldMkLst>
      </pc:sldChg>
      <pc:sldChg chg="del">
        <pc:chgData name="Rahul Mishra" userId="57c6469e-ac64-4888-811b-35f0aabddbad" providerId="ADAL" clId="{181BC7F3-2120-400D-B4AA-A1CF5463A9D1}" dt="2024-09-13T17:57:53.224" v="10" actId="47"/>
        <pc:sldMkLst>
          <pc:docMk/>
          <pc:sldMk cId="0" sldId="286"/>
        </pc:sldMkLst>
      </pc:sldChg>
      <pc:sldChg chg="del">
        <pc:chgData name="Rahul Mishra" userId="57c6469e-ac64-4888-811b-35f0aabddbad" providerId="ADAL" clId="{181BC7F3-2120-400D-B4AA-A1CF5463A9D1}" dt="2024-09-13T17:57:55.037" v="12" actId="47"/>
        <pc:sldMkLst>
          <pc:docMk/>
          <pc:sldMk cId="0" sldId="287"/>
        </pc:sldMkLst>
      </pc:sldChg>
      <pc:sldChg chg="del">
        <pc:chgData name="Rahul Mishra" userId="57c6469e-ac64-4888-811b-35f0aabddbad" providerId="ADAL" clId="{181BC7F3-2120-400D-B4AA-A1CF5463A9D1}" dt="2024-09-13T17:57:56.566" v="14" actId="47"/>
        <pc:sldMkLst>
          <pc:docMk/>
          <pc:sldMk cId="0" sldId="289"/>
        </pc:sldMkLst>
      </pc:sldChg>
      <pc:sldChg chg="del">
        <pc:chgData name="Rahul Mishra" userId="57c6469e-ac64-4888-811b-35f0aabddbad" providerId="ADAL" clId="{181BC7F3-2120-400D-B4AA-A1CF5463A9D1}" dt="2024-09-13T17:57:57.525" v="15" actId="47"/>
        <pc:sldMkLst>
          <pc:docMk/>
          <pc:sldMk cId="0" sldId="290"/>
        </pc:sldMkLst>
      </pc:sldChg>
      <pc:sldChg chg="del">
        <pc:chgData name="Rahul Mishra" userId="57c6469e-ac64-4888-811b-35f0aabddbad" providerId="ADAL" clId="{181BC7F3-2120-400D-B4AA-A1CF5463A9D1}" dt="2024-09-13T17:57:57.934" v="16" actId="47"/>
        <pc:sldMkLst>
          <pc:docMk/>
          <pc:sldMk cId="0" sldId="291"/>
        </pc:sldMkLst>
      </pc:sldChg>
      <pc:sldChg chg="del">
        <pc:chgData name="Rahul Mishra" userId="57c6469e-ac64-4888-811b-35f0aabddbad" providerId="ADAL" clId="{181BC7F3-2120-400D-B4AA-A1CF5463A9D1}" dt="2024-09-13T17:58:03.419" v="27" actId="47"/>
        <pc:sldMkLst>
          <pc:docMk/>
          <pc:sldMk cId="1685752519" sldId="292"/>
        </pc:sldMkLst>
      </pc:sldChg>
      <pc:sldChg chg="del">
        <pc:chgData name="Rahul Mishra" userId="57c6469e-ac64-4888-811b-35f0aabddbad" providerId="ADAL" clId="{181BC7F3-2120-400D-B4AA-A1CF5463A9D1}" dt="2024-09-13T17:58:03.939" v="28" actId="47"/>
        <pc:sldMkLst>
          <pc:docMk/>
          <pc:sldMk cId="4267650275" sldId="293"/>
        </pc:sldMkLst>
      </pc:sldChg>
      <pc:sldChg chg="del">
        <pc:chgData name="Rahul Mishra" userId="57c6469e-ac64-4888-811b-35f0aabddbad" providerId="ADAL" clId="{181BC7F3-2120-400D-B4AA-A1CF5463A9D1}" dt="2024-09-13T17:58:04.411" v="29" actId="47"/>
        <pc:sldMkLst>
          <pc:docMk/>
          <pc:sldMk cId="2502611286" sldId="294"/>
        </pc:sldMkLst>
      </pc:sldChg>
      <pc:sldChg chg="del">
        <pc:chgData name="Rahul Mishra" userId="57c6469e-ac64-4888-811b-35f0aabddbad" providerId="ADAL" clId="{181BC7F3-2120-400D-B4AA-A1CF5463A9D1}" dt="2024-09-13T17:58:04.933" v="30" actId="47"/>
        <pc:sldMkLst>
          <pc:docMk/>
          <pc:sldMk cId="1901015964" sldId="295"/>
        </pc:sldMkLst>
      </pc:sldChg>
      <pc:sldChg chg="del">
        <pc:chgData name="Rahul Mishra" userId="57c6469e-ac64-4888-811b-35f0aabddbad" providerId="ADAL" clId="{181BC7F3-2120-400D-B4AA-A1CF5463A9D1}" dt="2024-09-13T17:58:05.451" v="31" actId="47"/>
        <pc:sldMkLst>
          <pc:docMk/>
          <pc:sldMk cId="615098788" sldId="296"/>
        </pc:sldMkLst>
      </pc:sldChg>
      <pc:sldChg chg="del">
        <pc:chgData name="Rahul Mishra" userId="57c6469e-ac64-4888-811b-35f0aabddbad" providerId="ADAL" clId="{181BC7F3-2120-400D-B4AA-A1CF5463A9D1}" dt="2024-09-13T17:57:48.378" v="5" actId="47"/>
        <pc:sldMkLst>
          <pc:docMk/>
          <pc:sldMk cId="2187071181" sldId="303"/>
        </pc:sldMkLst>
      </pc:sldChg>
      <pc:sldChg chg="del">
        <pc:chgData name="Rahul Mishra" userId="57c6469e-ac64-4888-811b-35f0aabddbad" providerId="ADAL" clId="{181BC7F3-2120-400D-B4AA-A1CF5463A9D1}" dt="2024-09-13T17:58:08.830" v="36" actId="47"/>
        <pc:sldMkLst>
          <pc:docMk/>
          <pc:sldMk cId="1419033139" sldId="305"/>
        </pc:sldMkLst>
      </pc:sldChg>
      <pc:sldChg chg="del">
        <pc:chgData name="Rahul Mishra" userId="57c6469e-ac64-4888-811b-35f0aabddbad" providerId="ADAL" clId="{181BC7F3-2120-400D-B4AA-A1CF5463A9D1}" dt="2024-09-13T17:58:06.060" v="32" actId="47"/>
        <pc:sldMkLst>
          <pc:docMk/>
          <pc:sldMk cId="2079535757" sldId="375"/>
        </pc:sldMkLst>
      </pc:sldChg>
      <pc:sldChg chg="del">
        <pc:chgData name="Rahul Mishra" userId="57c6469e-ac64-4888-811b-35f0aabddbad" providerId="ADAL" clId="{181BC7F3-2120-400D-B4AA-A1CF5463A9D1}" dt="2024-09-13T17:58:06.665" v="33" actId="47"/>
        <pc:sldMkLst>
          <pc:docMk/>
          <pc:sldMk cId="2983673248" sldId="376"/>
        </pc:sldMkLst>
      </pc:sldChg>
      <pc:sldChg chg="del">
        <pc:chgData name="Rahul Mishra" userId="57c6469e-ac64-4888-811b-35f0aabddbad" providerId="ADAL" clId="{181BC7F3-2120-400D-B4AA-A1CF5463A9D1}" dt="2024-09-13T17:58:07.171" v="34" actId="47"/>
        <pc:sldMkLst>
          <pc:docMk/>
          <pc:sldMk cId="3694120147" sldId="377"/>
        </pc:sldMkLst>
      </pc:sldChg>
      <pc:sldChg chg="del">
        <pc:chgData name="Rahul Mishra" userId="57c6469e-ac64-4888-811b-35f0aabddbad" providerId="ADAL" clId="{181BC7F3-2120-400D-B4AA-A1CF5463A9D1}" dt="2024-09-13T17:58:07.674" v="35" actId="47"/>
        <pc:sldMkLst>
          <pc:docMk/>
          <pc:sldMk cId="3465334699" sldId="378"/>
        </pc:sldMkLst>
      </pc:sldChg>
      <pc:sldChg chg="del">
        <pc:chgData name="Rahul Mishra" userId="57c6469e-ac64-4888-811b-35f0aabddbad" providerId="ADAL" clId="{181BC7F3-2120-400D-B4AA-A1CF5463A9D1}" dt="2024-09-13T17:57:55.997" v="13" actId="47"/>
        <pc:sldMkLst>
          <pc:docMk/>
          <pc:sldMk cId="0" sldId="379"/>
        </pc:sldMkLst>
      </pc:sldChg>
      <pc:sldChg chg="del">
        <pc:chgData name="Rahul Mishra" userId="57c6469e-ac64-4888-811b-35f0aabddbad" providerId="ADAL" clId="{181BC7F3-2120-400D-B4AA-A1CF5463A9D1}" dt="2024-09-13T17:57:58.328" v="17" actId="47"/>
        <pc:sldMkLst>
          <pc:docMk/>
          <pc:sldMk cId="0" sldId="388"/>
        </pc:sldMkLst>
      </pc:sldChg>
      <pc:sldChg chg="del">
        <pc:chgData name="Rahul Mishra" userId="57c6469e-ac64-4888-811b-35f0aabddbad" providerId="ADAL" clId="{181BC7F3-2120-400D-B4AA-A1CF5463A9D1}" dt="2024-09-13T17:57:59.211" v="18" actId="47"/>
        <pc:sldMkLst>
          <pc:docMk/>
          <pc:sldMk cId="0" sldId="390"/>
        </pc:sldMkLst>
      </pc:sldChg>
      <pc:sldChg chg="del">
        <pc:chgData name="Rahul Mishra" userId="57c6469e-ac64-4888-811b-35f0aabddbad" providerId="ADAL" clId="{181BC7F3-2120-400D-B4AA-A1CF5463A9D1}" dt="2024-09-13T17:57:59.684" v="19" actId="47"/>
        <pc:sldMkLst>
          <pc:docMk/>
          <pc:sldMk cId="0" sldId="391"/>
        </pc:sldMkLst>
      </pc:sldChg>
      <pc:sldChg chg="del">
        <pc:chgData name="Rahul Mishra" userId="57c6469e-ac64-4888-811b-35f0aabddbad" providerId="ADAL" clId="{181BC7F3-2120-400D-B4AA-A1CF5463A9D1}" dt="2024-09-13T17:58:00.220" v="20" actId="47"/>
        <pc:sldMkLst>
          <pc:docMk/>
          <pc:sldMk cId="0" sldId="392"/>
        </pc:sldMkLst>
      </pc:sldChg>
      <pc:sldChg chg="del">
        <pc:chgData name="Rahul Mishra" userId="57c6469e-ac64-4888-811b-35f0aabddbad" providerId="ADAL" clId="{181BC7F3-2120-400D-B4AA-A1CF5463A9D1}" dt="2024-09-13T17:58:00.645" v="21" actId="47"/>
        <pc:sldMkLst>
          <pc:docMk/>
          <pc:sldMk cId="0" sldId="393"/>
        </pc:sldMkLst>
      </pc:sldChg>
      <pc:sldChg chg="del">
        <pc:chgData name="Rahul Mishra" userId="57c6469e-ac64-4888-811b-35f0aabddbad" providerId="ADAL" clId="{181BC7F3-2120-400D-B4AA-A1CF5463A9D1}" dt="2024-09-13T17:58:01.086" v="22" actId="47"/>
        <pc:sldMkLst>
          <pc:docMk/>
          <pc:sldMk cId="0" sldId="394"/>
        </pc:sldMkLst>
      </pc:sldChg>
      <pc:sldChg chg="del">
        <pc:chgData name="Rahul Mishra" userId="57c6469e-ac64-4888-811b-35f0aabddbad" providerId="ADAL" clId="{181BC7F3-2120-400D-B4AA-A1CF5463A9D1}" dt="2024-09-13T17:58:01.529" v="23" actId="47"/>
        <pc:sldMkLst>
          <pc:docMk/>
          <pc:sldMk cId="0" sldId="395"/>
        </pc:sldMkLst>
      </pc:sldChg>
      <pc:sldChg chg="del">
        <pc:chgData name="Rahul Mishra" userId="57c6469e-ac64-4888-811b-35f0aabddbad" providerId="ADAL" clId="{181BC7F3-2120-400D-B4AA-A1CF5463A9D1}" dt="2024-09-13T17:58:02.490" v="25" actId="47"/>
        <pc:sldMkLst>
          <pc:docMk/>
          <pc:sldMk cId="0" sldId="397"/>
        </pc:sldMkLst>
      </pc:sldChg>
      <pc:sldChg chg="del">
        <pc:chgData name="Rahul Mishra" userId="57c6469e-ac64-4888-811b-35f0aabddbad" providerId="ADAL" clId="{181BC7F3-2120-400D-B4AA-A1CF5463A9D1}" dt="2024-09-13T17:58:02.931" v="26" actId="47"/>
        <pc:sldMkLst>
          <pc:docMk/>
          <pc:sldMk cId="0" sldId="398"/>
        </pc:sldMkLst>
      </pc:sldChg>
      <pc:sldChg chg="del">
        <pc:chgData name="Rahul Mishra" userId="57c6469e-ac64-4888-811b-35f0aabddbad" providerId="ADAL" clId="{181BC7F3-2120-400D-B4AA-A1CF5463A9D1}" dt="2024-09-13T17:58:02.008" v="24" actId="47"/>
        <pc:sldMkLst>
          <pc:docMk/>
          <pc:sldMk cId="0" sldId="401"/>
        </pc:sldMkLst>
      </pc:sldChg>
      <pc:sldChg chg="del">
        <pc:chgData name="Rahul Mishra" userId="57c6469e-ac64-4888-811b-35f0aabddbad" providerId="ADAL" clId="{181BC7F3-2120-400D-B4AA-A1CF5463A9D1}" dt="2024-09-13T17:57:46.596" v="4" actId="47"/>
        <pc:sldMkLst>
          <pc:docMk/>
          <pc:sldMk cId="1992141454" sldId="404"/>
        </pc:sldMkLst>
      </pc:sldChg>
      <pc:sldChg chg="delSp modSp mod">
        <pc:chgData name="Rahul Mishra" userId="57c6469e-ac64-4888-811b-35f0aabddbad" providerId="ADAL" clId="{181BC7F3-2120-400D-B4AA-A1CF5463A9D1}" dt="2024-09-13T17:57:42.036" v="3" actId="20577"/>
        <pc:sldMkLst>
          <pc:docMk/>
          <pc:sldMk cId="545609971" sldId="405"/>
        </pc:sldMkLst>
      </pc:sldChg>
      <pc:sldChg chg="del">
        <pc:chgData name="Rahul Mishra" userId="57c6469e-ac64-4888-811b-35f0aabddbad" providerId="ADAL" clId="{181BC7F3-2120-400D-B4AA-A1CF5463A9D1}" dt="2024-09-13T17:59:12.293" v="37" actId="47"/>
        <pc:sldMkLst>
          <pc:docMk/>
          <pc:sldMk cId="1740156467" sldId="406"/>
        </pc:sldMkLst>
      </pc:sldChg>
      <pc:sldChg chg="del">
        <pc:chgData name="Rahul Mishra" userId="57c6469e-ac64-4888-811b-35f0aabddbad" providerId="ADAL" clId="{181BC7F3-2120-400D-B4AA-A1CF5463A9D1}" dt="2024-09-13T17:59:15.004" v="38" actId="47"/>
        <pc:sldMkLst>
          <pc:docMk/>
          <pc:sldMk cId="658975334" sldId="40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303821214" sldId="407"/>
        </pc:sldMkLst>
      </pc:sldChg>
      <pc:sldChg chg="del">
        <pc:chgData name="Rahul Mishra" userId="57c6469e-ac64-4888-811b-35f0aabddbad" providerId="ADAL" clId="{181BC7F3-2120-400D-B4AA-A1CF5463A9D1}" dt="2024-09-13T17:59:15.891" v="39" actId="47"/>
        <pc:sldMkLst>
          <pc:docMk/>
          <pc:sldMk cId="832144480" sldId="408"/>
        </pc:sldMkLst>
      </pc:sldChg>
      <pc:sldChg chg="del">
        <pc:chgData name="Rahul Mishra" userId="57c6469e-ac64-4888-811b-35f0aabddbad" providerId="ADAL" clId="{181BC7F3-2120-400D-B4AA-A1CF5463A9D1}" dt="2024-09-13T17:59:16.756" v="40" actId="47"/>
        <pc:sldMkLst>
          <pc:docMk/>
          <pc:sldMk cId="4711899" sldId="409"/>
        </pc:sldMkLst>
      </pc:sldChg>
      <pc:sldChg chg="del">
        <pc:chgData name="Rahul Mishra" userId="57c6469e-ac64-4888-811b-35f0aabddbad" providerId="ADAL" clId="{181BC7F3-2120-400D-B4AA-A1CF5463A9D1}" dt="2024-09-13T17:59:17.831" v="41" actId="47"/>
        <pc:sldMkLst>
          <pc:docMk/>
          <pc:sldMk cId="1349400572" sldId="410"/>
        </pc:sldMkLst>
      </pc:sldChg>
      <pc:sldChg chg="del">
        <pc:chgData name="Rahul Mishra" userId="57c6469e-ac64-4888-811b-35f0aabddbad" providerId="ADAL" clId="{181BC7F3-2120-400D-B4AA-A1CF5463A9D1}" dt="2024-09-13T17:59:18.464" v="42" actId="47"/>
        <pc:sldMkLst>
          <pc:docMk/>
          <pc:sldMk cId="2231131565" sldId="411"/>
        </pc:sldMkLst>
      </pc:sldChg>
      <pc:sldChg chg="del">
        <pc:chgData name="Rahul Mishra" userId="57c6469e-ac64-4888-811b-35f0aabddbad" providerId="ADAL" clId="{181BC7F3-2120-400D-B4AA-A1CF5463A9D1}" dt="2024-09-13T17:59:19.018" v="43" actId="47"/>
        <pc:sldMkLst>
          <pc:docMk/>
          <pc:sldMk cId="897648036" sldId="412"/>
        </pc:sldMkLst>
      </pc:sldChg>
      <pc:sldChg chg="del">
        <pc:chgData name="Rahul Mishra" userId="57c6469e-ac64-4888-811b-35f0aabddbad" providerId="ADAL" clId="{181BC7F3-2120-400D-B4AA-A1CF5463A9D1}" dt="2024-09-13T17:59:19.975" v="44" actId="47"/>
        <pc:sldMkLst>
          <pc:docMk/>
          <pc:sldMk cId="2939944465" sldId="413"/>
        </pc:sldMkLst>
      </pc:sldChg>
      <pc:sldChg chg="delSp add del mod">
        <pc:chgData name="Rahul Mishra" userId="57c6469e-ac64-4888-811b-35f0aabddbad" providerId="ADAL" clId="{181BC7F3-2120-400D-B4AA-A1CF5463A9D1}" dt="2024-09-13T17:59:25.517" v="47" actId="478"/>
        <pc:sldMkLst>
          <pc:docMk/>
          <pc:sldMk cId="1214863930" sldId="414"/>
        </pc:sldMkLst>
      </pc:sldChg>
      <pc:sldChg chg="delSp mod">
        <pc:chgData name="Rahul Mishra" userId="57c6469e-ac64-4888-811b-35f0aabddbad" providerId="ADAL" clId="{181BC7F3-2120-400D-B4AA-A1CF5463A9D1}" dt="2024-09-13T17:59:28.322" v="48" actId="478"/>
        <pc:sldMkLst>
          <pc:docMk/>
          <pc:sldMk cId="2118251881" sldId="415"/>
        </pc:sldMkLst>
      </pc:sldChg>
      <pc:sldChg chg="delSp mod">
        <pc:chgData name="Rahul Mishra" userId="57c6469e-ac64-4888-811b-35f0aabddbad" providerId="ADAL" clId="{181BC7F3-2120-400D-B4AA-A1CF5463A9D1}" dt="2024-09-13T17:59:30.485" v="49" actId="478"/>
        <pc:sldMkLst>
          <pc:docMk/>
          <pc:sldMk cId="2560525014" sldId="416"/>
        </pc:sldMkLst>
      </pc:sldChg>
      <pc:sldChg chg="delSp mod">
        <pc:chgData name="Rahul Mishra" userId="57c6469e-ac64-4888-811b-35f0aabddbad" providerId="ADAL" clId="{181BC7F3-2120-400D-B4AA-A1CF5463A9D1}" dt="2024-09-13T17:59:33.470" v="50" actId="478"/>
        <pc:sldMkLst>
          <pc:docMk/>
          <pc:sldMk cId="1508322553" sldId="417"/>
        </pc:sldMkLst>
      </pc:sldChg>
      <pc:sldChg chg="del">
        <pc:chgData name="Rahul Mishra" userId="57c6469e-ac64-4888-811b-35f0aabddbad" providerId="ADAL" clId="{181BC7F3-2120-400D-B4AA-A1CF5463A9D1}" dt="2024-09-13T17:57:54.394" v="11" actId="47"/>
        <pc:sldMkLst>
          <pc:docMk/>
          <pc:sldMk cId="4154801453" sldId="44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624487864" sldId="66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534343136" sldId="669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15107067" sldId="670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88985167" sldId="671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1632104634" sldId="672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862732049" sldId="674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054739878" sldId="675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635984662" sldId="67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02975413" sldId="67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162057113" sldId="67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806669630" sldId="679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774752012" sldId="680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522852980" sldId="681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058856468" sldId="682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526344510" sldId="683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469525153" sldId="684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217440676" sldId="685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928924749" sldId="68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072301149" sldId="68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77943677" sldId="68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18591328" sldId="689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393512214" sldId="691"/>
        </pc:sldMkLst>
      </pc:sldChg>
    </pc:docChg>
  </pc:docChgLst>
  <pc:docChgLst>
    <pc:chgData name="Rahul Mishra" userId="57c6469e-ac64-4888-811b-35f0aabddbad" providerId="ADAL" clId="{21FFD693-4E0E-4C6A-9B31-7A4B381D4AA0}"/>
    <pc:docChg chg="undo custSel addSld modSld">
      <pc:chgData name="Rahul Mishra" userId="57c6469e-ac64-4888-811b-35f0aabddbad" providerId="ADAL" clId="{21FFD693-4E0E-4C6A-9B31-7A4B381D4AA0}" dt="2024-08-31T18:40:31.090" v="18" actId="1076"/>
      <pc:docMkLst>
        <pc:docMk/>
      </pc:docMkLst>
      <pc:sldChg chg="delSp add mod">
        <pc:chgData name="Rahul Mishra" userId="57c6469e-ac64-4888-811b-35f0aabddbad" providerId="ADAL" clId="{21FFD693-4E0E-4C6A-9B31-7A4B381D4AA0}" dt="2024-08-31T17:30:57.514" v="13" actId="478"/>
        <pc:sldMkLst>
          <pc:docMk/>
          <pc:sldMk cId="3580903429" sldId="277"/>
        </pc:sldMkLst>
      </pc:sldChg>
      <pc:sldChg chg="modSp mod">
        <pc:chgData name="Rahul Mishra" userId="57c6469e-ac64-4888-811b-35f0aabddbad" providerId="ADAL" clId="{21FFD693-4E0E-4C6A-9B31-7A4B381D4AA0}" dt="2024-08-31T18:38:41.288" v="14" actId="1076"/>
        <pc:sldMkLst>
          <pc:docMk/>
          <pc:sldMk cId="0" sldId="283"/>
        </pc:sldMkLst>
      </pc:sldChg>
      <pc:sldChg chg="modSp mod">
        <pc:chgData name="Rahul Mishra" userId="57c6469e-ac64-4888-811b-35f0aabddbad" providerId="ADAL" clId="{21FFD693-4E0E-4C6A-9B31-7A4B381D4AA0}" dt="2024-08-31T18:38:50.743" v="15" actId="1076"/>
        <pc:sldMkLst>
          <pc:docMk/>
          <pc:sldMk cId="0" sldId="284"/>
        </pc:sldMkLst>
      </pc:sldChg>
      <pc:sldChg chg="modSp mod">
        <pc:chgData name="Rahul Mishra" userId="57c6469e-ac64-4888-811b-35f0aabddbad" providerId="ADAL" clId="{21FFD693-4E0E-4C6A-9B31-7A4B381D4AA0}" dt="2024-08-31T18:40:31.090" v="18" actId="1076"/>
        <pc:sldMkLst>
          <pc:docMk/>
          <pc:sldMk cId="0" sldId="285"/>
        </pc:sldMkLst>
      </pc:sldChg>
      <pc:sldChg chg="modSp mod">
        <pc:chgData name="Rahul Mishra" userId="57c6469e-ac64-4888-811b-35f0aabddbad" providerId="ADAL" clId="{21FFD693-4E0E-4C6A-9B31-7A4B381D4AA0}" dt="2024-08-31T17:30:54.298" v="5" actId="27636"/>
        <pc:sldMkLst>
          <pc:docMk/>
          <pc:sldMk cId="2182143427" sldId="298"/>
        </pc:sldMkLst>
      </pc:sldChg>
      <pc:sldChg chg="modSp mod">
        <pc:chgData name="Rahul Mishra" userId="57c6469e-ac64-4888-811b-35f0aabddbad" providerId="ADAL" clId="{21FFD693-4E0E-4C6A-9B31-7A4B381D4AA0}" dt="2024-08-31T17:30:54.307" v="6" actId="27636"/>
        <pc:sldMkLst>
          <pc:docMk/>
          <pc:sldMk cId="3430712330" sldId="299"/>
        </pc:sldMkLst>
      </pc:sldChg>
      <pc:sldChg chg="modSp mod">
        <pc:chgData name="Rahul Mishra" userId="57c6469e-ac64-4888-811b-35f0aabddbad" providerId="ADAL" clId="{21FFD693-4E0E-4C6A-9B31-7A4B381D4AA0}" dt="2024-08-31T17:30:54.313" v="7" actId="27636"/>
        <pc:sldMkLst>
          <pc:docMk/>
          <pc:sldMk cId="2853893709" sldId="300"/>
        </pc:sldMkLst>
      </pc:sldChg>
      <pc:sldChg chg="modSp mod">
        <pc:chgData name="Rahul Mishra" userId="57c6469e-ac64-4888-811b-35f0aabddbad" providerId="ADAL" clId="{21FFD693-4E0E-4C6A-9B31-7A4B381D4AA0}" dt="2024-08-31T17:30:54.329" v="8" actId="27636"/>
        <pc:sldMkLst>
          <pc:docMk/>
          <pc:sldMk cId="242180997" sldId="301"/>
        </pc:sldMkLst>
      </pc:sldChg>
      <pc:sldChg chg="modSp mod">
        <pc:chgData name="Rahul Mishra" userId="57c6469e-ac64-4888-811b-35f0aabddbad" providerId="ADAL" clId="{21FFD693-4E0E-4C6A-9B31-7A4B381D4AA0}" dt="2024-08-31T17:30:54.329" v="9" actId="27636"/>
        <pc:sldMkLst>
          <pc:docMk/>
          <pc:sldMk cId="3799010131" sldId="302"/>
        </pc:sldMkLst>
      </pc:sldChg>
      <pc:sldChg chg="modSp mod">
        <pc:chgData name="Rahul Mishra" userId="57c6469e-ac64-4888-811b-35f0aabddbad" providerId="ADAL" clId="{21FFD693-4E0E-4C6A-9B31-7A4B381D4AA0}" dt="2024-08-31T17:30:54.345" v="10" actId="27636"/>
        <pc:sldMkLst>
          <pc:docMk/>
          <pc:sldMk cId="2187071181" sldId="303"/>
        </pc:sldMkLst>
      </pc:sldChg>
      <pc:sldChg chg="add">
        <pc:chgData name="Rahul Mishra" userId="57c6469e-ac64-4888-811b-35f0aabddbad" providerId="ADAL" clId="{21FFD693-4E0E-4C6A-9B31-7A4B381D4AA0}" dt="2024-08-31T17:30:54.156" v="0"/>
        <pc:sldMkLst>
          <pc:docMk/>
          <pc:sldMk cId="4132747667" sldId="353"/>
        </pc:sldMkLst>
      </pc:sldChg>
      <pc:sldChg chg="modSp mod">
        <pc:chgData name="Rahul Mishra" userId="57c6469e-ac64-4888-811b-35f0aabddbad" providerId="ADAL" clId="{21FFD693-4E0E-4C6A-9B31-7A4B381D4AA0}" dt="2024-08-31T17:30:54.251" v="1" actId="27636"/>
        <pc:sldMkLst>
          <pc:docMk/>
          <pc:sldMk cId="3256313146" sldId="366"/>
        </pc:sldMkLst>
      </pc:sldChg>
      <pc:sldChg chg="modSp mod">
        <pc:chgData name="Rahul Mishra" userId="57c6469e-ac64-4888-811b-35f0aabddbad" providerId="ADAL" clId="{21FFD693-4E0E-4C6A-9B31-7A4B381D4AA0}" dt="2024-08-31T17:30:54.266" v="2" actId="27636"/>
        <pc:sldMkLst>
          <pc:docMk/>
          <pc:sldMk cId="3617587182" sldId="367"/>
        </pc:sldMkLst>
      </pc:sldChg>
      <pc:sldChg chg="modSp mod">
        <pc:chgData name="Rahul Mishra" userId="57c6469e-ac64-4888-811b-35f0aabddbad" providerId="ADAL" clId="{21FFD693-4E0E-4C6A-9B31-7A4B381D4AA0}" dt="2024-08-31T17:30:54.266" v="3" actId="27636"/>
        <pc:sldMkLst>
          <pc:docMk/>
          <pc:sldMk cId="1559975623" sldId="368"/>
        </pc:sldMkLst>
      </pc:sldChg>
      <pc:sldChg chg="modSp mod">
        <pc:chgData name="Rahul Mishra" userId="57c6469e-ac64-4888-811b-35f0aabddbad" providerId="ADAL" clId="{21FFD693-4E0E-4C6A-9B31-7A4B381D4AA0}" dt="2024-08-31T17:30:54.282" v="4" actId="27636"/>
        <pc:sldMkLst>
          <pc:docMk/>
          <pc:sldMk cId="3336479956" sldId="369"/>
        </pc:sldMkLst>
      </pc:sldChg>
      <pc:sldChg chg="modSp mod">
        <pc:chgData name="Rahul Mishra" userId="57c6469e-ac64-4888-811b-35f0aabddbad" providerId="ADAL" clId="{21FFD693-4E0E-4C6A-9B31-7A4B381D4AA0}" dt="2024-08-31T17:30:54.360" v="11" actId="27636"/>
        <pc:sldMkLst>
          <pc:docMk/>
          <pc:sldMk cId="2983673248" sldId="376"/>
        </pc:sldMkLst>
      </pc:sldChg>
      <pc:sldChg chg="modSp mod">
        <pc:chgData name="Rahul Mishra" userId="57c6469e-ac64-4888-811b-35f0aabddbad" providerId="ADAL" clId="{21FFD693-4E0E-4C6A-9B31-7A4B381D4AA0}" dt="2024-08-31T17:30:54.360" v="12" actId="27636"/>
        <pc:sldMkLst>
          <pc:docMk/>
          <pc:sldMk cId="3694120147" sldId="377"/>
        </pc:sldMkLst>
      </pc:sldChg>
    </pc:docChg>
  </pc:docChgLst>
  <pc:docChgLst>
    <pc:chgData name="Rahul Mishra" userId="57c6469e-ac64-4888-811b-35f0aabddbad" providerId="ADAL" clId="{0AB29906-FC17-43A0-9F50-748EB40EBA55}"/>
    <pc:docChg chg="custSel addSld delSld modSld">
      <pc:chgData name="Rahul Mishra" userId="57c6469e-ac64-4888-811b-35f0aabddbad" providerId="ADAL" clId="{0AB29906-FC17-43A0-9F50-748EB40EBA55}" dt="2024-09-07T03:49:40.126" v="34"/>
      <pc:docMkLst>
        <pc:docMk/>
      </pc:docMkLst>
      <pc:sldChg chg="addSp">
        <pc:chgData name="Rahul Mishra" userId="57c6469e-ac64-4888-811b-35f0aabddbad" providerId="ADAL" clId="{0AB29906-FC17-43A0-9F50-748EB40EBA55}" dt="2024-09-06T05:49:27.780" v="0"/>
        <pc:sldMkLst>
          <pc:docMk/>
          <pc:sldMk cId="1701599832" sldId="271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285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286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685752519" sldId="292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4267650275" sldId="293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2502611286" sldId="294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901015964" sldId="295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615098788" sldId="296"/>
        </pc:sldMkLst>
      </pc:sldChg>
      <pc:sldChg chg="addSp modSp mod">
        <pc:chgData name="Rahul Mishra" userId="57c6469e-ac64-4888-811b-35f0aabddbad" providerId="ADAL" clId="{0AB29906-FC17-43A0-9F50-748EB40EBA55}" dt="2024-09-07T02:51:14.813" v="32"/>
        <pc:sldMkLst>
          <pc:docMk/>
          <pc:sldMk cId="2187071181" sldId="303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419033139" sldId="305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2079535757" sldId="375"/>
        </pc:sldMkLst>
      </pc:sldChg>
      <pc:sldChg chg="addSp modSp mod">
        <pc:chgData name="Rahul Mishra" userId="57c6469e-ac64-4888-811b-35f0aabddbad" providerId="ADAL" clId="{0AB29906-FC17-43A0-9F50-748EB40EBA55}" dt="2024-09-07T03:22:40.897" v="33"/>
        <pc:sldMkLst>
          <pc:docMk/>
          <pc:sldMk cId="2983673248" sldId="376"/>
        </pc:sldMkLst>
      </pc:sldChg>
      <pc:sldChg chg="addSp modSp mod">
        <pc:chgData name="Rahul Mishra" userId="57c6469e-ac64-4888-811b-35f0aabddbad" providerId="ADAL" clId="{0AB29906-FC17-43A0-9F50-748EB40EBA55}" dt="2024-09-07T03:22:40.897" v="33"/>
        <pc:sldMkLst>
          <pc:docMk/>
          <pc:sldMk cId="3694120147" sldId="377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3465334699" sldId="378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379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393"/>
        </pc:sldMkLst>
      </pc:sldChg>
      <pc:sldChg chg="del">
        <pc:chgData name="Rahul Mishra" userId="57c6469e-ac64-4888-811b-35f0aabddbad" providerId="ADAL" clId="{0AB29906-FC17-43A0-9F50-748EB40EBA55}" dt="2024-09-06T17:23:25.619" v="26" actId="47"/>
        <pc:sldMkLst>
          <pc:docMk/>
          <pc:sldMk cId="0" sldId="396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0" sldId="397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0" sldId="398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1992141454" sldId="404"/>
        </pc:sldMkLst>
      </pc:sldChg>
      <pc:sldChg chg="addSp">
        <pc:chgData name="Rahul Mishra" userId="57c6469e-ac64-4888-811b-35f0aabddbad" providerId="ADAL" clId="{0AB29906-FC17-43A0-9F50-748EB40EBA55}" dt="2024-09-06T05:49:27.780" v="0"/>
        <pc:sldMkLst>
          <pc:docMk/>
          <pc:sldMk cId="545609971" sldId="405"/>
        </pc:sldMkLst>
      </pc:sldChg>
      <pc:sldChg chg="addSp modSp mod">
        <pc:chgData name="Rahul Mishra" userId="57c6469e-ac64-4888-811b-35f0aabddbad" providerId="ADAL" clId="{0AB29906-FC17-43A0-9F50-748EB40EBA55}" dt="2024-09-07T03:49:40.126" v="34"/>
        <pc:sldMkLst>
          <pc:docMk/>
          <pc:sldMk cId="1740156467" sldId="406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658975334" sldId="407"/>
        </pc:sldMkLst>
      </pc:sldChg>
      <pc:sldChg chg="modSp mod">
        <pc:chgData name="Rahul Mishra" userId="57c6469e-ac64-4888-811b-35f0aabddbad" providerId="ADAL" clId="{0AB29906-FC17-43A0-9F50-748EB40EBA55}" dt="2024-09-06T05:49:28.151" v="4" actId="27636"/>
        <pc:sldMkLst>
          <pc:docMk/>
          <pc:sldMk cId="832144480" sldId="408"/>
        </pc:sldMkLst>
      </pc:sldChg>
      <pc:sldChg chg="modSp mod">
        <pc:chgData name="Rahul Mishra" userId="57c6469e-ac64-4888-811b-35f0aabddbad" providerId="ADAL" clId="{0AB29906-FC17-43A0-9F50-748EB40EBA55}" dt="2024-09-06T05:49:28.157" v="5" actId="27636"/>
        <pc:sldMkLst>
          <pc:docMk/>
          <pc:sldMk cId="4711899" sldId="409"/>
        </pc:sldMkLst>
      </pc:sldChg>
      <pc:sldChg chg="modSp mod">
        <pc:chgData name="Rahul Mishra" userId="57c6469e-ac64-4888-811b-35f0aabddbad" providerId="ADAL" clId="{0AB29906-FC17-43A0-9F50-748EB40EBA55}" dt="2024-09-06T05:49:28.181" v="6" actId="27636"/>
        <pc:sldMkLst>
          <pc:docMk/>
          <pc:sldMk cId="1349400572" sldId="410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231131565" sldId="411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939944465" sldId="413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1214863930" sldId="414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118251881" sldId="415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560525014" sldId="416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1508322553" sldId="417"/>
        </pc:sldMkLst>
      </pc:sldChg>
      <pc:sldChg chg="modSp mod">
        <pc:chgData name="Rahul Mishra" userId="57c6469e-ac64-4888-811b-35f0aabddbad" providerId="ADAL" clId="{0AB29906-FC17-43A0-9F50-748EB40EBA55}" dt="2024-09-06T17:26:44.347" v="27" actId="1076"/>
        <pc:sldMkLst>
          <pc:docMk/>
          <pc:sldMk cId="619737420" sldId="418"/>
        </pc:sldMkLst>
      </pc:sldChg>
      <pc:sldChg chg="modSp mod">
        <pc:chgData name="Rahul Mishra" userId="57c6469e-ac64-4888-811b-35f0aabddbad" providerId="ADAL" clId="{0AB29906-FC17-43A0-9F50-748EB40EBA55}" dt="2024-09-06T05:49:28.204" v="7" actId="27636"/>
        <pc:sldMkLst>
          <pc:docMk/>
          <pc:sldMk cId="2076925815" sldId="423"/>
        </pc:sldMkLst>
      </pc:sldChg>
      <pc:sldChg chg="modSp mod">
        <pc:chgData name="Rahul Mishra" userId="57c6469e-ac64-4888-811b-35f0aabddbad" providerId="ADAL" clId="{0AB29906-FC17-43A0-9F50-748EB40EBA55}" dt="2024-09-06T17:30:48.906" v="28" actId="732"/>
        <pc:sldMkLst>
          <pc:docMk/>
          <pc:sldMk cId="3782739295" sldId="433"/>
        </pc:sldMkLst>
      </pc:sldChg>
      <pc:sldChg chg="modSp mod">
        <pc:chgData name="Rahul Mishra" userId="57c6469e-ac64-4888-811b-35f0aabddbad" providerId="ADAL" clId="{0AB29906-FC17-43A0-9F50-748EB40EBA55}" dt="2024-09-06T05:49:28.204" v="8" actId="27636"/>
        <pc:sldMkLst>
          <pc:docMk/>
          <pc:sldMk cId="630843957" sldId="434"/>
        </pc:sldMkLst>
      </pc:sldChg>
      <pc:sldChg chg="modSp mod">
        <pc:chgData name="Rahul Mishra" userId="57c6469e-ac64-4888-811b-35f0aabddbad" providerId="ADAL" clId="{0AB29906-FC17-43A0-9F50-748EB40EBA55}" dt="2024-09-06T17:31:59.605" v="30" actId="14100"/>
        <pc:sldMkLst>
          <pc:docMk/>
          <pc:sldMk cId="1474668071" sldId="441"/>
        </pc:sldMkLst>
      </pc:sldChg>
      <pc:sldChg chg="modSp mod">
        <pc:chgData name="Rahul Mishra" userId="57c6469e-ac64-4888-811b-35f0aabddbad" providerId="ADAL" clId="{0AB29906-FC17-43A0-9F50-748EB40EBA55}" dt="2024-09-06T17:32:27.644" v="31" actId="14100"/>
        <pc:sldMkLst>
          <pc:docMk/>
          <pc:sldMk cId="39282603" sldId="443"/>
        </pc:sldMkLst>
      </pc:sldChg>
      <pc:sldChg chg="addSp modSp new mod">
        <pc:chgData name="Rahul Mishra" userId="57c6469e-ac64-4888-811b-35f0aabddbad" providerId="ADAL" clId="{0AB29906-FC17-43A0-9F50-748EB40EBA55}" dt="2024-09-07T02:51:14.813" v="32"/>
        <pc:sldMkLst>
          <pc:docMk/>
          <pc:sldMk cId="4154801453" sldId="446"/>
        </pc:sldMkLst>
      </pc:sldChg>
    </pc:docChg>
  </pc:docChgLst>
  <pc:docChgLst>
    <pc:chgData name="Rahul Mishra" userId="57c6469e-ac64-4888-811b-35f0aabddbad" providerId="ADAL" clId="{E081F030-6696-4BF5-AB21-B181E8010C26}"/>
    <pc:docChg chg="undo custSel addSld delSld modSld">
      <pc:chgData name="Rahul Mishra" userId="57c6469e-ac64-4888-811b-35f0aabddbad" providerId="ADAL" clId="{E081F030-6696-4BF5-AB21-B181E8010C26}" dt="2024-09-14T18:17:40.165" v="272" actId="1076"/>
      <pc:docMkLst>
        <pc:docMk/>
      </pc:docMkLst>
      <pc:sldChg chg="addSp modSp">
        <pc:chgData name="Rahul Mishra" userId="57c6469e-ac64-4888-811b-35f0aabddbad" providerId="ADAL" clId="{E081F030-6696-4BF5-AB21-B181E8010C26}" dt="2024-09-14T17:52:41.347" v="168"/>
        <pc:sldMkLst>
          <pc:docMk/>
          <pc:sldMk cId="3668127952" sldId="428"/>
        </pc:sldMkLst>
      </pc:sldChg>
      <pc:sldChg chg="modSp mod">
        <pc:chgData name="Rahul Mishra" userId="57c6469e-ac64-4888-811b-35f0aabddbad" providerId="ADAL" clId="{E081F030-6696-4BF5-AB21-B181E8010C26}" dt="2024-09-14T17:23:56.442" v="2" actId="27636"/>
        <pc:sldMkLst>
          <pc:docMk/>
          <pc:sldMk cId="630843957" sldId="434"/>
        </pc:sldMkLst>
      </pc:sldChg>
      <pc:sldChg chg="modSp mod">
        <pc:chgData name="Rahul Mishra" userId="57c6469e-ac64-4888-811b-35f0aabddbad" providerId="ADAL" clId="{E081F030-6696-4BF5-AB21-B181E8010C26}" dt="2024-09-14T18:13:59.532" v="242" actId="14100"/>
        <pc:sldMkLst>
          <pc:docMk/>
          <pc:sldMk cId="912258523" sldId="435"/>
        </pc:sldMkLst>
      </pc:sldChg>
      <pc:sldChg chg="addSp delSp modSp mod">
        <pc:chgData name="Rahul Mishra" userId="57c6469e-ac64-4888-811b-35f0aabddbad" providerId="ADAL" clId="{E081F030-6696-4BF5-AB21-B181E8010C26}" dt="2024-09-14T18:14:25.813" v="248" actId="14100"/>
        <pc:sldMkLst>
          <pc:docMk/>
          <pc:sldMk cId="1650621397" sldId="436"/>
        </pc:sldMkLst>
      </pc:sldChg>
      <pc:sldChg chg="addSp delSp modSp mod">
        <pc:chgData name="Rahul Mishra" userId="57c6469e-ac64-4888-811b-35f0aabddbad" providerId="ADAL" clId="{E081F030-6696-4BF5-AB21-B181E8010C26}" dt="2024-09-14T18:12:15.271" v="212" actId="14100"/>
        <pc:sldMkLst>
          <pc:docMk/>
          <pc:sldMk cId="3054585423" sldId="697"/>
        </pc:sldMkLst>
      </pc:sldChg>
      <pc:sldChg chg="new del">
        <pc:chgData name="Rahul Mishra" userId="57c6469e-ac64-4888-811b-35f0aabddbad" providerId="ADAL" clId="{E081F030-6696-4BF5-AB21-B181E8010C26}" dt="2024-09-14T18:15:16.770" v="263" actId="47"/>
        <pc:sldMkLst>
          <pc:docMk/>
          <pc:sldMk cId="1721347195" sldId="698"/>
        </pc:sldMkLst>
      </pc:sldChg>
      <pc:sldChg chg="addSp delSp modSp add mod">
        <pc:chgData name="Rahul Mishra" userId="57c6469e-ac64-4888-811b-35f0aabddbad" providerId="ADAL" clId="{E081F030-6696-4BF5-AB21-B181E8010C26}" dt="2024-09-14T18:15:08.792" v="261" actId="1076"/>
        <pc:sldMkLst>
          <pc:docMk/>
          <pc:sldMk cId="3261997853" sldId="699"/>
        </pc:sldMkLst>
      </pc:sldChg>
      <pc:sldChg chg="addSp delSp modSp add mod">
        <pc:chgData name="Rahul Mishra" userId="57c6469e-ac64-4888-811b-35f0aabddbad" providerId="ADAL" clId="{E081F030-6696-4BF5-AB21-B181E8010C26}" dt="2024-09-14T18:17:40.165" v="272" actId="1076"/>
        <pc:sldMkLst>
          <pc:docMk/>
          <pc:sldMk cId="2555987876" sldId="700"/>
        </pc:sldMkLst>
      </pc:sldChg>
      <pc:sldChg chg="delSp add del mod">
        <pc:chgData name="Rahul Mishra" userId="57c6469e-ac64-4888-811b-35f0aabddbad" providerId="ADAL" clId="{E081F030-6696-4BF5-AB21-B181E8010C26}" dt="2024-09-14T18:15:13.956" v="262" actId="47"/>
        <pc:sldMkLst>
          <pc:docMk/>
          <pc:sldMk cId="1817206990" sldId="701"/>
        </pc:sldMkLst>
      </pc:sldChg>
    </pc:docChg>
  </pc:docChgLst>
  <pc:docChgLst>
    <pc:chgData name="Rahul Mishra" userId="57c6469e-ac64-4888-811b-35f0aabddbad" providerId="ADAL" clId="{2587B58E-4F3B-47AB-B3EB-62407C9160B0}"/>
    <pc:docChg chg="custSel addSld modSld">
      <pc:chgData name="Rahul Mishra" userId="57c6469e-ac64-4888-811b-35f0aabddbad" providerId="ADAL" clId="{2587B58E-4F3B-47AB-B3EB-62407C9160B0}" dt="2025-09-28T03:51:27.439" v="75"/>
      <pc:docMkLst>
        <pc:docMk/>
      </pc:docMkLst>
      <pc:sldChg chg="delSp mod">
        <pc:chgData name="Rahul Mishra" userId="57c6469e-ac64-4888-811b-35f0aabddbad" providerId="ADAL" clId="{2587B58E-4F3B-47AB-B3EB-62407C9160B0}" dt="2025-09-21T02:17:25.091" v="0" actId="478"/>
        <pc:sldMkLst>
          <pc:docMk/>
          <pc:sldMk cId="545609971" sldId="405"/>
        </pc:sldMkLst>
      </pc:sldChg>
      <pc:sldChg chg="delSp mod">
        <pc:chgData name="Rahul Mishra" userId="57c6469e-ac64-4888-811b-35f0aabddbad" providerId="ADAL" clId="{2587B58E-4F3B-47AB-B3EB-62407C9160B0}" dt="2025-09-21T02:17:30.409" v="1" actId="478"/>
        <pc:sldMkLst>
          <pc:docMk/>
          <pc:sldMk cId="635984662" sldId="676"/>
        </pc:sldMkLst>
      </pc:sldChg>
      <pc:sldChg chg="delSp mod">
        <pc:chgData name="Rahul Mishra" userId="57c6469e-ac64-4888-811b-35f0aabddbad" providerId="ADAL" clId="{2587B58E-4F3B-47AB-B3EB-62407C9160B0}" dt="2025-09-21T02:17:36.566" v="2" actId="478"/>
        <pc:sldMkLst>
          <pc:docMk/>
          <pc:sldMk cId="2102975413" sldId="677"/>
        </pc:sldMkLst>
      </pc:sldChg>
      <pc:sldChg chg="delSp mod">
        <pc:chgData name="Rahul Mishra" userId="57c6469e-ac64-4888-811b-35f0aabddbad" providerId="ADAL" clId="{2587B58E-4F3B-47AB-B3EB-62407C9160B0}" dt="2025-09-21T02:17:41.680" v="3" actId="478"/>
        <pc:sldMkLst>
          <pc:docMk/>
          <pc:sldMk cId="1162057113" sldId="678"/>
        </pc:sldMkLst>
      </pc:sldChg>
      <pc:sldChg chg="delSp mod">
        <pc:chgData name="Rahul Mishra" userId="57c6469e-ac64-4888-811b-35f0aabddbad" providerId="ADAL" clId="{2587B58E-4F3B-47AB-B3EB-62407C9160B0}" dt="2025-09-21T02:17:46.237" v="4" actId="478"/>
        <pc:sldMkLst>
          <pc:docMk/>
          <pc:sldMk cId="1806669630" sldId="679"/>
        </pc:sldMkLst>
      </pc:sldChg>
      <pc:sldChg chg="delSp mod">
        <pc:chgData name="Rahul Mishra" userId="57c6469e-ac64-4888-811b-35f0aabddbad" providerId="ADAL" clId="{2587B58E-4F3B-47AB-B3EB-62407C9160B0}" dt="2025-09-21T02:17:51.534" v="5" actId="478"/>
        <pc:sldMkLst>
          <pc:docMk/>
          <pc:sldMk cId="2774752012" sldId="680"/>
        </pc:sldMkLst>
      </pc:sldChg>
      <pc:sldChg chg="addSp delSp modSp mod">
        <pc:chgData name="Rahul Mishra" userId="57c6469e-ac64-4888-811b-35f0aabddbad" providerId="ADAL" clId="{2587B58E-4F3B-47AB-B3EB-62407C9160B0}" dt="2025-09-28T03:45:52.885" v="29"/>
        <pc:sldMkLst>
          <pc:docMk/>
          <pc:sldMk cId="522852980" sldId="681"/>
        </pc:sldMkLst>
        <pc:picChg chg="mod">
          <ac:chgData name="Rahul Mishra" userId="57c6469e-ac64-4888-811b-35f0aabddbad" providerId="ADAL" clId="{2587B58E-4F3B-47AB-B3EB-62407C9160B0}" dt="2025-09-21T02:18:03.657" v="9" actId="1036"/>
          <ac:picMkLst>
            <pc:docMk/>
            <pc:sldMk cId="522852980" sldId="681"/>
            <ac:picMk id="386" creationId="{00000000-0000-0000-0000-000000000000}"/>
          </ac:picMkLst>
        </pc:picChg>
        <pc:inkChg chg="add">
          <ac:chgData name="Rahul Mishra" userId="57c6469e-ac64-4888-811b-35f0aabddbad" providerId="ADAL" clId="{2587B58E-4F3B-47AB-B3EB-62407C9160B0}" dt="2025-09-28T03:11:48.122" v="24"/>
          <ac:inkMkLst>
            <pc:docMk/>
            <pc:sldMk cId="522852980" sldId="681"/>
            <ac:inkMk id="2" creationId="{63AEEA7C-5B11-04BA-0F86-E5F7CBD66B64}"/>
          </ac:inkMkLst>
        </pc:inkChg>
        <pc:inkChg chg="add">
          <ac:chgData name="Rahul Mishra" userId="57c6469e-ac64-4888-811b-35f0aabddbad" providerId="ADAL" clId="{2587B58E-4F3B-47AB-B3EB-62407C9160B0}" dt="2025-09-28T03:18:01.916" v="26"/>
          <ac:inkMkLst>
            <pc:docMk/>
            <pc:sldMk cId="522852980" sldId="681"/>
            <ac:inkMk id="3" creationId="{FC91F182-1E1B-ADE7-8382-20E643B18E8D}"/>
          </ac:inkMkLst>
        </pc:inkChg>
        <pc:inkChg chg="add">
          <ac:chgData name="Rahul Mishra" userId="57c6469e-ac64-4888-811b-35f0aabddbad" providerId="ADAL" clId="{2587B58E-4F3B-47AB-B3EB-62407C9160B0}" dt="2025-09-28T03:45:52.885" v="29"/>
          <ac:inkMkLst>
            <pc:docMk/>
            <pc:sldMk cId="522852980" sldId="681"/>
            <ac:inkMk id="5" creationId="{AEC0504E-174A-6333-377A-4CABC77F537E}"/>
          </ac:inkMkLst>
        </pc:inkChg>
      </pc:sldChg>
      <pc:sldChg chg="delSp mod">
        <pc:chgData name="Rahul Mishra" userId="57c6469e-ac64-4888-811b-35f0aabddbad" providerId="ADAL" clId="{2587B58E-4F3B-47AB-B3EB-62407C9160B0}" dt="2025-09-21T02:18:14.101" v="11" actId="478"/>
        <pc:sldMkLst>
          <pc:docMk/>
          <pc:sldMk cId="1058856468" sldId="682"/>
        </pc:sldMkLst>
      </pc:sldChg>
      <pc:sldChg chg="addSp delSp mod">
        <pc:chgData name="Rahul Mishra" userId="57c6469e-ac64-4888-811b-35f0aabddbad" providerId="ADAL" clId="{2587B58E-4F3B-47AB-B3EB-62407C9160B0}" dt="2025-09-28T03:20:50.697" v="27"/>
        <pc:sldMkLst>
          <pc:docMk/>
          <pc:sldMk cId="3526344510" sldId="683"/>
        </pc:sldMkLst>
        <pc:inkChg chg="add">
          <ac:chgData name="Rahul Mishra" userId="57c6469e-ac64-4888-811b-35f0aabddbad" providerId="ADAL" clId="{2587B58E-4F3B-47AB-B3EB-62407C9160B0}" dt="2025-09-28T03:18:01.916" v="26"/>
          <ac:inkMkLst>
            <pc:docMk/>
            <pc:sldMk cId="3526344510" sldId="683"/>
            <ac:inkMk id="3" creationId="{901CCCA3-D575-B00E-E846-44DCEE7D942C}"/>
          </ac:inkMkLst>
        </pc:inkChg>
        <pc:inkChg chg="add">
          <ac:chgData name="Rahul Mishra" userId="57c6469e-ac64-4888-811b-35f0aabddbad" providerId="ADAL" clId="{2587B58E-4F3B-47AB-B3EB-62407C9160B0}" dt="2025-09-28T03:20:50.697" v="27"/>
          <ac:inkMkLst>
            <pc:docMk/>
            <pc:sldMk cId="3526344510" sldId="683"/>
            <ac:inkMk id="4" creationId="{297EADD8-AB63-CEF8-FFF5-BD6C3EFF0988}"/>
          </ac:inkMkLst>
        </pc:inkChg>
      </pc:sldChg>
      <pc:sldChg chg="addSp delSp mod">
        <pc:chgData name="Rahul Mishra" userId="57c6469e-ac64-4888-811b-35f0aabddbad" providerId="ADAL" clId="{2587B58E-4F3B-47AB-B3EB-62407C9160B0}" dt="2025-09-28T03:20:50.697" v="27"/>
        <pc:sldMkLst>
          <pc:docMk/>
          <pc:sldMk cId="3469525153" sldId="684"/>
        </pc:sldMkLst>
        <pc:inkChg chg="add">
          <ac:chgData name="Rahul Mishra" userId="57c6469e-ac64-4888-811b-35f0aabddbad" providerId="ADAL" clId="{2587B58E-4F3B-47AB-B3EB-62407C9160B0}" dt="2025-09-28T03:20:50.697" v="27"/>
          <ac:inkMkLst>
            <pc:docMk/>
            <pc:sldMk cId="3469525153" sldId="684"/>
            <ac:inkMk id="3" creationId="{AB78CBF8-B972-7A51-3A02-F7C08B693623}"/>
          </ac:inkMkLst>
        </pc:inkChg>
      </pc:sldChg>
      <pc:sldChg chg="addSp delSp mod">
        <pc:chgData name="Rahul Mishra" userId="57c6469e-ac64-4888-811b-35f0aabddbad" providerId="ADAL" clId="{2587B58E-4F3B-47AB-B3EB-62407C9160B0}" dt="2025-09-28T03:20:50.697" v="27"/>
        <pc:sldMkLst>
          <pc:docMk/>
          <pc:sldMk cId="1217440676" sldId="685"/>
        </pc:sldMkLst>
        <pc:inkChg chg="add">
          <ac:chgData name="Rahul Mishra" userId="57c6469e-ac64-4888-811b-35f0aabddbad" providerId="ADAL" clId="{2587B58E-4F3B-47AB-B3EB-62407C9160B0}" dt="2025-09-28T03:20:50.697" v="27"/>
          <ac:inkMkLst>
            <pc:docMk/>
            <pc:sldMk cId="1217440676" sldId="685"/>
            <ac:inkMk id="8" creationId="{4081B8EE-BF55-40AA-14D0-DC68A23D2420}"/>
          </ac:inkMkLst>
        </pc:inkChg>
      </pc:sldChg>
      <pc:sldChg chg="addSp delSp mod">
        <pc:chgData name="Rahul Mishra" userId="57c6469e-ac64-4888-811b-35f0aabddbad" providerId="ADAL" clId="{2587B58E-4F3B-47AB-B3EB-62407C9160B0}" dt="2025-09-28T03:45:52.885" v="29"/>
        <pc:sldMkLst>
          <pc:docMk/>
          <pc:sldMk cId="3928924749" sldId="686"/>
        </pc:sldMkLst>
        <pc:inkChg chg="add">
          <ac:chgData name="Rahul Mishra" userId="57c6469e-ac64-4888-811b-35f0aabddbad" providerId="ADAL" clId="{2587B58E-4F3B-47AB-B3EB-62407C9160B0}" dt="2025-09-28T03:45:52.885" v="29"/>
          <ac:inkMkLst>
            <pc:docMk/>
            <pc:sldMk cId="3928924749" sldId="686"/>
            <ac:inkMk id="2" creationId="{87316F4B-CC03-303F-D30A-07326CDD5C4A}"/>
          </ac:inkMkLst>
        </pc:inkChg>
      </pc:sldChg>
      <pc:sldChg chg="addSp delSp mod">
        <pc:chgData name="Rahul Mishra" userId="57c6469e-ac64-4888-811b-35f0aabddbad" providerId="ADAL" clId="{2587B58E-4F3B-47AB-B3EB-62407C9160B0}" dt="2025-09-28T03:45:52.885" v="29"/>
        <pc:sldMkLst>
          <pc:docMk/>
          <pc:sldMk cId="2177943677" sldId="688"/>
        </pc:sldMkLst>
        <pc:inkChg chg="add">
          <ac:chgData name="Rahul Mishra" userId="57c6469e-ac64-4888-811b-35f0aabddbad" providerId="ADAL" clId="{2587B58E-4F3B-47AB-B3EB-62407C9160B0}" dt="2025-09-28T03:45:52.885" v="29"/>
          <ac:inkMkLst>
            <pc:docMk/>
            <pc:sldMk cId="2177943677" sldId="688"/>
            <ac:inkMk id="4" creationId="{4041C9F7-C13E-6C3C-D4E0-D7B50E1E4524}"/>
          </ac:inkMkLst>
        </pc:inkChg>
      </pc:sldChg>
      <pc:sldChg chg="addSp delSp mod">
        <pc:chgData name="Rahul Mishra" userId="57c6469e-ac64-4888-811b-35f0aabddbad" providerId="ADAL" clId="{2587B58E-4F3B-47AB-B3EB-62407C9160B0}" dt="2025-09-28T03:45:52.885" v="29"/>
        <pc:sldMkLst>
          <pc:docMk/>
          <pc:sldMk cId="1254599016" sldId="691"/>
        </pc:sldMkLst>
        <pc:inkChg chg="add">
          <ac:chgData name="Rahul Mishra" userId="57c6469e-ac64-4888-811b-35f0aabddbad" providerId="ADAL" clId="{2587B58E-4F3B-47AB-B3EB-62407C9160B0}" dt="2025-09-28T03:22:39.256" v="28"/>
          <ac:inkMkLst>
            <pc:docMk/>
            <pc:sldMk cId="1254599016" sldId="691"/>
            <ac:inkMk id="3" creationId="{7BEC2049-A4C8-B695-58E2-8DCE61584C1A}"/>
          </ac:inkMkLst>
        </pc:inkChg>
        <pc:inkChg chg="add">
          <ac:chgData name="Rahul Mishra" userId="57c6469e-ac64-4888-811b-35f0aabddbad" providerId="ADAL" clId="{2587B58E-4F3B-47AB-B3EB-62407C9160B0}" dt="2025-09-28T03:45:52.885" v="29"/>
          <ac:inkMkLst>
            <pc:docMk/>
            <pc:sldMk cId="1254599016" sldId="691"/>
            <ac:inkMk id="4" creationId="{4D93D62D-2A0C-C536-FD55-0B5803E05D4F}"/>
          </ac:inkMkLst>
        </pc:inkChg>
      </pc:sldChg>
      <pc:sldChg chg="addSp delSp mod">
        <pc:chgData name="Rahul Mishra" userId="57c6469e-ac64-4888-811b-35f0aabddbad" providerId="ADAL" clId="{2587B58E-4F3B-47AB-B3EB-62407C9160B0}" dt="2025-09-28T03:45:52.885" v="29"/>
        <pc:sldMkLst>
          <pc:docMk/>
          <pc:sldMk cId="1074924529" sldId="692"/>
        </pc:sldMkLst>
        <pc:inkChg chg="add">
          <ac:chgData name="Rahul Mishra" userId="57c6469e-ac64-4888-811b-35f0aabddbad" providerId="ADAL" clId="{2587B58E-4F3B-47AB-B3EB-62407C9160B0}" dt="2025-09-28T03:45:52.885" v="29"/>
          <ac:inkMkLst>
            <pc:docMk/>
            <pc:sldMk cId="1074924529" sldId="692"/>
            <ac:inkMk id="3" creationId="{A0E81ED6-DCD6-EAE2-B401-384ADFBCCC4B}"/>
          </ac:inkMkLst>
        </pc:inkChg>
      </pc:sldChg>
      <pc:sldChg chg="addSp delSp mod">
        <pc:chgData name="Rahul Mishra" userId="57c6469e-ac64-4888-811b-35f0aabddbad" providerId="ADAL" clId="{2587B58E-4F3B-47AB-B3EB-62407C9160B0}" dt="2025-09-28T03:45:52.885" v="29"/>
        <pc:sldMkLst>
          <pc:docMk/>
          <pc:sldMk cId="905221787" sldId="693"/>
        </pc:sldMkLst>
        <pc:inkChg chg="add">
          <ac:chgData name="Rahul Mishra" userId="57c6469e-ac64-4888-811b-35f0aabddbad" providerId="ADAL" clId="{2587B58E-4F3B-47AB-B3EB-62407C9160B0}" dt="2025-09-28T03:45:52.885" v="29"/>
          <ac:inkMkLst>
            <pc:docMk/>
            <pc:sldMk cId="905221787" sldId="693"/>
            <ac:inkMk id="3" creationId="{CCE91B9D-B654-BDA7-915E-364CC95CC9B3}"/>
          </ac:inkMkLst>
        </pc:inkChg>
      </pc:sldChg>
      <pc:sldChg chg="addSp delSp mod">
        <pc:chgData name="Rahul Mishra" userId="57c6469e-ac64-4888-811b-35f0aabddbad" providerId="ADAL" clId="{2587B58E-4F3B-47AB-B3EB-62407C9160B0}" dt="2025-09-28T03:45:52.885" v="29"/>
        <pc:sldMkLst>
          <pc:docMk/>
          <pc:sldMk cId="1791015400" sldId="694"/>
        </pc:sldMkLst>
        <pc:inkChg chg="add">
          <ac:chgData name="Rahul Mishra" userId="57c6469e-ac64-4888-811b-35f0aabddbad" providerId="ADAL" clId="{2587B58E-4F3B-47AB-B3EB-62407C9160B0}" dt="2025-09-28T03:45:52.885" v="29"/>
          <ac:inkMkLst>
            <pc:docMk/>
            <pc:sldMk cId="1791015400" sldId="694"/>
            <ac:inkMk id="3" creationId="{8AB236D4-BE0F-E9F0-1EBF-53ED385497B1}"/>
          </ac:inkMkLst>
        </pc:inkChg>
      </pc:sldChg>
      <pc:sldChg chg="addSp delSp mod">
        <pc:chgData name="Rahul Mishra" userId="57c6469e-ac64-4888-811b-35f0aabddbad" providerId="ADAL" clId="{2587B58E-4F3B-47AB-B3EB-62407C9160B0}" dt="2025-09-28T03:11:48.122" v="24"/>
        <pc:sldMkLst>
          <pc:docMk/>
          <pc:sldMk cId="3370364591" sldId="695"/>
        </pc:sldMkLst>
        <pc:inkChg chg="add">
          <ac:chgData name="Rahul Mishra" userId="57c6469e-ac64-4888-811b-35f0aabddbad" providerId="ADAL" clId="{2587B58E-4F3B-47AB-B3EB-62407C9160B0}" dt="2025-09-28T03:11:48.122" v="24"/>
          <ac:inkMkLst>
            <pc:docMk/>
            <pc:sldMk cId="3370364591" sldId="695"/>
            <ac:inkMk id="3" creationId="{B03BEAF1-FDEF-D88B-8F97-8C3E288D6845}"/>
          </ac:inkMkLst>
        </pc:inkChg>
      </pc:sldChg>
      <pc:sldChg chg="addSp delSp mod">
        <pc:chgData name="Rahul Mishra" userId="57c6469e-ac64-4888-811b-35f0aabddbad" providerId="ADAL" clId="{2587B58E-4F3B-47AB-B3EB-62407C9160B0}" dt="2025-09-28T03:45:52.885" v="29"/>
        <pc:sldMkLst>
          <pc:docMk/>
          <pc:sldMk cId="410542619" sldId="696"/>
        </pc:sldMkLst>
        <pc:inkChg chg="add">
          <ac:chgData name="Rahul Mishra" userId="57c6469e-ac64-4888-811b-35f0aabddbad" providerId="ADAL" clId="{2587B58E-4F3B-47AB-B3EB-62407C9160B0}" dt="2025-09-28T03:45:52.885" v="29"/>
          <ac:inkMkLst>
            <pc:docMk/>
            <pc:sldMk cId="410542619" sldId="696"/>
            <ac:inkMk id="3" creationId="{9DBC4EE6-67F4-302A-4070-7D60C8F3FA12}"/>
          </ac:inkMkLst>
        </pc:inkChg>
      </pc:sldChg>
      <pc:sldChg chg="delSp mod">
        <pc:chgData name="Rahul Mishra" userId="57c6469e-ac64-4888-811b-35f0aabddbad" providerId="ADAL" clId="{2587B58E-4F3B-47AB-B3EB-62407C9160B0}" dt="2025-09-21T02:19:00.664" v="22" actId="478"/>
        <pc:sldMkLst>
          <pc:docMk/>
          <pc:sldMk cId="3103180438" sldId="697"/>
        </pc:sldMkLst>
      </pc:sldChg>
      <pc:sldChg chg="addSp new">
        <pc:chgData name="Rahul Mishra" userId="57c6469e-ac64-4888-811b-35f0aabddbad" providerId="ADAL" clId="{2587B58E-4F3B-47AB-B3EB-62407C9160B0}" dt="2025-09-28T03:18:01.916" v="26"/>
        <pc:sldMkLst>
          <pc:docMk/>
          <pc:sldMk cId="892694728" sldId="701"/>
        </pc:sldMkLst>
        <pc:inkChg chg="add">
          <ac:chgData name="Rahul Mishra" userId="57c6469e-ac64-4888-811b-35f0aabddbad" providerId="ADAL" clId="{2587B58E-4F3B-47AB-B3EB-62407C9160B0}" dt="2025-09-28T03:18:01.916" v="26"/>
          <ac:inkMkLst>
            <pc:docMk/>
            <pc:sldMk cId="892694728" sldId="701"/>
            <ac:inkMk id="3" creationId="{FCECFB5D-2963-639C-CE47-3926FA1C6817}"/>
          </ac:inkMkLst>
        </pc:inkChg>
      </pc:sldChg>
      <pc:sldChg chg="addSp delSp modSp new mod">
        <pc:chgData name="Rahul Mishra" userId="57c6469e-ac64-4888-811b-35f0aabddbad" providerId="ADAL" clId="{2587B58E-4F3B-47AB-B3EB-62407C9160B0}" dt="2025-09-28T03:51:27.439" v="75"/>
        <pc:sldMkLst>
          <pc:docMk/>
          <pc:sldMk cId="1779054517" sldId="702"/>
        </pc:sldMkLst>
        <pc:grpChg chg="mod">
          <ac:chgData name="Rahul Mishra" userId="57c6469e-ac64-4888-811b-35f0aabddbad" providerId="ADAL" clId="{2587B58E-4F3B-47AB-B3EB-62407C9160B0}" dt="2025-09-28T03:51:02.356" v="39"/>
          <ac:grpSpMkLst>
            <pc:docMk/>
            <pc:sldMk cId="1779054517" sldId="702"/>
            <ac:grpSpMk id="11" creationId="{DE875685-8782-DE2A-7A9A-557C4C53CED7}"/>
          </ac:grpSpMkLst>
        </pc:grpChg>
        <pc:grpChg chg="mod">
          <ac:chgData name="Rahul Mishra" userId="57c6469e-ac64-4888-811b-35f0aabddbad" providerId="ADAL" clId="{2587B58E-4F3B-47AB-B3EB-62407C9160B0}" dt="2025-09-28T03:51:05.254" v="45"/>
          <ac:grpSpMkLst>
            <pc:docMk/>
            <pc:sldMk cId="1779054517" sldId="702"/>
            <ac:grpSpMk id="17" creationId="{92CEDD97-72A9-764F-B347-342A6CD277C8}"/>
          </ac:grpSpMkLst>
        </pc:grpChg>
        <pc:grpChg chg="del mod">
          <ac:chgData name="Rahul Mishra" userId="57c6469e-ac64-4888-811b-35f0aabddbad" providerId="ADAL" clId="{2587B58E-4F3B-47AB-B3EB-62407C9160B0}" dt="2025-09-28T03:51:17.783" v="62"/>
          <ac:grpSpMkLst>
            <pc:docMk/>
            <pc:sldMk cId="1779054517" sldId="702"/>
            <ac:grpSpMk id="30" creationId="{58EEEF87-ABE3-05E1-25D4-AB87A9D0BE16}"/>
          </ac:grpSpMkLst>
        </pc:grpChg>
        <pc:grpChg chg="del mod">
          <ac:chgData name="Rahul Mishra" userId="57c6469e-ac64-4888-811b-35f0aabddbad" providerId="ADAL" clId="{2587B58E-4F3B-47AB-B3EB-62407C9160B0}" dt="2025-09-28T03:51:17.783" v="62"/>
          <ac:grpSpMkLst>
            <pc:docMk/>
            <pc:sldMk cId="1779054517" sldId="702"/>
            <ac:grpSpMk id="31" creationId="{48BDC3F0-501C-99C6-C1D2-2CFA7FF00AAC}"/>
          </ac:grpSpMkLst>
        </pc:grpChg>
        <pc:grpChg chg="del mod">
          <ac:chgData name="Rahul Mishra" userId="57c6469e-ac64-4888-811b-35f0aabddbad" providerId="ADAL" clId="{2587B58E-4F3B-47AB-B3EB-62407C9160B0}" dt="2025-09-28T03:51:27.439" v="75"/>
          <ac:grpSpMkLst>
            <pc:docMk/>
            <pc:sldMk cId="1779054517" sldId="702"/>
            <ac:grpSpMk id="32" creationId="{5B471F35-7BB9-E628-1C06-D0C7CC01BEA5}"/>
          </ac:grpSpMkLst>
        </pc:grpChg>
        <pc:grpChg chg="del mod">
          <ac:chgData name="Rahul Mishra" userId="57c6469e-ac64-4888-811b-35f0aabddbad" providerId="ADAL" clId="{2587B58E-4F3B-47AB-B3EB-62407C9160B0}" dt="2025-09-28T03:51:27.439" v="75"/>
          <ac:grpSpMkLst>
            <pc:docMk/>
            <pc:sldMk cId="1779054517" sldId="702"/>
            <ac:grpSpMk id="36" creationId="{A36B241F-958A-9F1D-7612-2F93DF8CF5FE}"/>
          </ac:grpSpMkLst>
        </pc:grpChg>
        <pc:grpChg chg="del mod">
          <ac:chgData name="Rahul Mishra" userId="57c6469e-ac64-4888-811b-35f0aabddbad" providerId="ADAL" clId="{2587B58E-4F3B-47AB-B3EB-62407C9160B0}" dt="2025-09-28T03:51:20.484" v="65"/>
          <ac:grpSpMkLst>
            <pc:docMk/>
            <pc:sldMk cId="1779054517" sldId="702"/>
            <ac:grpSpMk id="37" creationId="{BED9FBB5-BCE0-F184-B80E-3BBCB9F7870A}"/>
          </ac:grpSpMkLst>
        </pc:grpChg>
        <pc:grpChg chg="mod">
          <ac:chgData name="Rahul Mishra" userId="57c6469e-ac64-4888-811b-35f0aabddbad" providerId="ADAL" clId="{2587B58E-4F3B-47AB-B3EB-62407C9160B0}" dt="2025-09-28T03:51:20.484" v="65"/>
          <ac:grpSpMkLst>
            <pc:docMk/>
            <pc:sldMk cId="1779054517" sldId="702"/>
            <ac:grpSpMk id="40" creationId="{5E9A62CA-08FB-F39D-231E-47FE37D919D4}"/>
          </ac:grpSpMkLst>
        </pc:grpChg>
        <pc:grpChg chg="mod">
          <ac:chgData name="Rahul Mishra" userId="57c6469e-ac64-4888-811b-35f0aabddbad" providerId="ADAL" clId="{2587B58E-4F3B-47AB-B3EB-62407C9160B0}" dt="2025-09-28T03:51:27.439" v="75"/>
          <ac:grpSpMkLst>
            <pc:docMk/>
            <pc:sldMk cId="1779054517" sldId="702"/>
            <ac:grpSpMk id="50" creationId="{DD8087BC-288E-B02F-389C-110650458810}"/>
          </ac:grpSpMkLst>
        </pc:grpChg>
        <pc:grpChg chg="mod">
          <ac:chgData name="Rahul Mishra" userId="57c6469e-ac64-4888-811b-35f0aabddbad" providerId="ADAL" clId="{2587B58E-4F3B-47AB-B3EB-62407C9160B0}" dt="2025-09-28T03:51:27.439" v="75"/>
          <ac:grpSpMkLst>
            <pc:docMk/>
            <pc:sldMk cId="1779054517" sldId="702"/>
            <ac:grpSpMk id="51" creationId="{F883E61D-5C9F-40C7-10FF-AC9CD655DFFE}"/>
          </ac:grpSpMkLst>
        </pc:grpChg>
        <pc:grpChg chg="mod">
          <ac:chgData name="Rahul Mishra" userId="57c6469e-ac64-4888-811b-35f0aabddbad" providerId="ADAL" clId="{2587B58E-4F3B-47AB-B3EB-62407C9160B0}" dt="2025-09-28T03:51:27.439" v="75"/>
          <ac:grpSpMkLst>
            <pc:docMk/>
            <pc:sldMk cId="1779054517" sldId="702"/>
            <ac:grpSpMk id="52" creationId="{B288503D-876C-6B6F-D88D-F1931D50A0DA}"/>
          </ac:grpSpMkLst>
        </pc:grpChg>
        <pc:inkChg chg="add mod">
          <ac:chgData name="Rahul Mishra" userId="57c6469e-ac64-4888-811b-35f0aabddbad" providerId="ADAL" clId="{2587B58E-4F3B-47AB-B3EB-62407C9160B0}" dt="2025-09-28T03:51:02.356" v="39"/>
          <ac:inkMkLst>
            <pc:docMk/>
            <pc:sldMk cId="1779054517" sldId="702"/>
            <ac:inkMk id="3" creationId="{8EEE8437-F6AF-4D9A-E4C8-B8C4EFBB985D}"/>
          </ac:inkMkLst>
        </pc:inkChg>
        <pc:inkChg chg="add mod">
          <ac:chgData name="Rahul Mishra" userId="57c6469e-ac64-4888-811b-35f0aabddbad" providerId="ADAL" clId="{2587B58E-4F3B-47AB-B3EB-62407C9160B0}" dt="2025-09-28T03:51:02.356" v="39"/>
          <ac:inkMkLst>
            <pc:docMk/>
            <pc:sldMk cId="1779054517" sldId="702"/>
            <ac:inkMk id="4" creationId="{63767D9C-C98F-13D7-4576-36123E44406D}"/>
          </ac:inkMkLst>
        </pc:inkChg>
        <pc:inkChg chg="add mod">
          <ac:chgData name="Rahul Mishra" userId="57c6469e-ac64-4888-811b-35f0aabddbad" providerId="ADAL" clId="{2587B58E-4F3B-47AB-B3EB-62407C9160B0}" dt="2025-09-28T03:51:02.356" v="39"/>
          <ac:inkMkLst>
            <pc:docMk/>
            <pc:sldMk cId="1779054517" sldId="702"/>
            <ac:inkMk id="5" creationId="{8D4ECEB6-3507-91F7-DD62-6C8A566C93F1}"/>
          </ac:inkMkLst>
        </pc:inkChg>
        <pc:inkChg chg="add mod">
          <ac:chgData name="Rahul Mishra" userId="57c6469e-ac64-4888-811b-35f0aabddbad" providerId="ADAL" clId="{2587B58E-4F3B-47AB-B3EB-62407C9160B0}" dt="2025-09-28T03:51:02.356" v="39"/>
          <ac:inkMkLst>
            <pc:docMk/>
            <pc:sldMk cId="1779054517" sldId="702"/>
            <ac:inkMk id="6" creationId="{4D54B3B7-74E8-BDD0-12FF-AF872A88BDA0}"/>
          </ac:inkMkLst>
        </pc:inkChg>
        <pc:inkChg chg="add mod">
          <ac:chgData name="Rahul Mishra" userId="57c6469e-ac64-4888-811b-35f0aabddbad" providerId="ADAL" clId="{2587B58E-4F3B-47AB-B3EB-62407C9160B0}" dt="2025-09-28T03:51:02.356" v="39"/>
          <ac:inkMkLst>
            <pc:docMk/>
            <pc:sldMk cId="1779054517" sldId="702"/>
            <ac:inkMk id="7" creationId="{E9FDC32C-B525-095E-1E93-1AB97176B477}"/>
          </ac:inkMkLst>
        </pc:inkChg>
        <pc:inkChg chg="add mod">
          <ac:chgData name="Rahul Mishra" userId="57c6469e-ac64-4888-811b-35f0aabddbad" providerId="ADAL" clId="{2587B58E-4F3B-47AB-B3EB-62407C9160B0}" dt="2025-09-28T03:51:02.356" v="39"/>
          <ac:inkMkLst>
            <pc:docMk/>
            <pc:sldMk cId="1779054517" sldId="702"/>
            <ac:inkMk id="8" creationId="{240819F2-2974-BF81-B6D3-0134EDD32973}"/>
          </ac:inkMkLst>
        </pc:inkChg>
        <pc:inkChg chg="add">
          <ac:chgData name="Rahul Mishra" userId="57c6469e-ac64-4888-811b-35f0aabddbad" providerId="ADAL" clId="{2587B58E-4F3B-47AB-B3EB-62407C9160B0}" dt="2025-09-28T03:51:01.621" v="37" actId="9405"/>
          <ac:inkMkLst>
            <pc:docMk/>
            <pc:sldMk cId="1779054517" sldId="702"/>
            <ac:inkMk id="9" creationId="{975C65E7-9004-2D82-2BC3-85CBAA5A352F}"/>
          </ac:inkMkLst>
        </pc:inkChg>
        <pc:inkChg chg="add">
          <ac:chgData name="Rahul Mishra" userId="57c6469e-ac64-4888-811b-35f0aabddbad" providerId="ADAL" clId="{2587B58E-4F3B-47AB-B3EB-62407C9160B0}" dt="2025-09-28T03:51:01.820" v="38" actId="9405"/>
          <ac:inkMkLst>
            <pc:docMk/>
            <pc:sldMk cId="1779054517" sldId="702"/>
            <ac:inkMk id="10" creationId="{FE4F5635-52C1-B261-5595-7A2ED4C470FD}"/>
          </ac:inkMkLst>
        </pc:inkChg>
        <pc:inkChg chg="add mod">
          <ac:chgData name="Rahul Mishra" userId="57c6469e-ac64-4888-811b-35f0aabddbad" providerId="ADAL" clId="{2587B58E-4F3B-47AB-B3EB-62407C9160B0}" dt="2025-09-28T03:51:05.254" v="45"/>
          <ac:inkMkLst>
            <pc:docMk/>
            <pc:sldMk cId="1779054517" sldId="702"/>
            <ac:inkMk id="12" creationId="{F29BC57D-BC71-2E17-1322-4796A861182A}"/>
          </ac:inkMkLst>
        </pc:inkChg>
        <pc:inkChg chg="add mod">
          <ac:chgData name="Rahul Mishra" userId="57c6469e-ac64-4888-811b-35f0aabddbad" providerId="ADAL" clId="{2587B58E-4F3B-47AB-B3EB-62407C9160B0}" dt="2025-09-28T03:51:05.254" v="45"/>
          <ac:inkMkLst>
            <pc:docMk/>
            <pc:sldMk cId="1779054517" sldId="702"/>
            <ac:inkMk id="13" creationId="{606EC4F7-30A2-657F-7839-10B70993C34C}"/>
          </ac:inkMkLst>
        </pc:inkChg>
        <pc:inkChg chg="add mod">
          <ac:chgData name="Rahul Mishra" userId="57c6469e-ac64-4888-811b-35f0aabddbad" providerId="ADAL" clId="{2587B58E-4F3B-47AB-B3EB-62407C9160B0}" dt="2025-09-28T03:51:05.254" v="45"/>
          <ac:inkMkLst>
            <pc:docMk/>
            <pc:sldMk cId="1779054517" sldId="702"/>
            <ac:inkMk id="14" creationId="{1DAB398D-BE90-3C68-2EFA-70CC9E13969A}"/>
          </ac:inkMkLst>
        </pc:inkChg>
        <pc:inkChg chg="add mod">
          <ac:chgData name="Rahul Mishra" userId="57c6469e-ac64-4888-811b-35f0aabddbad" providerId="ADAL" clId="{2587B58E-4F3B-47AB-B3EB-62407C9160B0}" dt="2025-09-28T03:51:05.254" v="45"/>
          <ac:inkMkLst>
            <pc:docMk/>
            <pc:sldMk cId="1779054517" sldId="702"/>
            <ac:inkMk id="15" creationId="{D4FEDDAF-8357-A58C-E290-A3D4CAA89E99}"/>
          </ac:inkMkLst>
        </pc:inkChg>
        <pc:inkChg chg="add mod">
          <ac:chgData name="Rahul Mishra" userId="57c6469e-ac64-4888-811b-35f0aabddbad" providerId="ADAL" clId="{2587B58E-4F3B-47AB-B3EB-62407C9160B0}" dt="2025-09-28T03:51:05.254" v="45"/>
          <ac:inkMkLst>
            <pc:docMk/>
            <pc:sldMk cId="1779054517" sldId="702"/>
            <ac:inkMk id="16" creationId="{0C823BF5-8EC3-D575-3120-48E806106DCD}"/>
          </ac:inkMkLst>
        </pc:inkChg>
        <pc:inkChg chg="add">
          <ac:chgData name="Rahul Mishra" userId="57c6469e-ac64-4888-811b-35f0aabddbad" providerId="ADAL" clId="{2587B58E-4F3B-47AB-B3EB-62407C9160B0}" dt="2025-09-28T03:51:08.473" v="46" actId="9405"/>
          <ac:inkMkLst>
            <pc:docMk/>
            <pc:sldMk cId="1779054517" sldId="702"/>
            <ac:inkMk id="18" creationId="{CD1F0C2A-285F-8F50-50B0-DEED92C839BE}"/>
          </ac:inkMkLst>
        </pc:inkChg>
        <pc:inkChg chg="add">
          <ac:chgData name="Rahul Mishra" userId="57c6469e-ac64-4888-811b-35f0aabddbad" providerId="ADAL" clId="{2587B58E-4F3B-47AB-B3EB-62407C9160B0}" dt="2025-09-28T03:51:09.701" v="47" actId="9405"/>
          <ac:inkMkLst>
            <pc:docMk/>
            <pc:sldMk cId="1779054517" sldId="702"/>
            <ac:inkMk id="19" creationId="{DF892D24-193B-D216-2C99-0FC8EE8C1420}"/>
          </ac:inkMkLst>
        </pc:inkChg>
        <pc:inkChg chg="add mod">
          <ac:chgData name="Rahul Mishra" userId="57c6469e-ac64-4888-811b-35f0aabddbad" providerId="ADAL" clId="{2587B58E-4F3B-47AB-B3EB-62407C9160B0}" dt="2025-09-28T03:51:15.424" v="58"/>
          <ac:inkMkLst>
            <pc:docMk/>
            <pc:sldMk cId="1779054517" sldId="702"/>
            <ac:inkMk id="20" creationId="{F2AE9A10-9AFC-50C9-2B9B-C93672414A46}"/>
          </ac:inkMkLst>
        </pc:inkChg>
        <pc:inkChg chg="add mod">
          <ac:chgData name="Rahul Mishra" userId="57c6469e-ac64-4888-811b-35f0aabddbad" providerId="ADAL" clId="{2587B58E-4F3B-47AB-B3EB-62407C9160B0}" dt="2025-09-28T03:51:15.424" v="58"/>
          <ac:inkMkLst>
            <pc:docMk/>
            <pc:sldMk cId="1779054517" sldId="702"/>
            <ac:inkMk id="21" creationId="{D73A7B4B-6852-8A5E-67FC-1E691172E308}"/>
          </ac:inkMkLst>
        </pc:inkChg>
        <pc:inkChg chg="add mod">
          <ac:chgData name="Rahul Mishra" userId="57c6469e-ac64-4888-811b-35f0aabddbad" providerId="ADAL" clId="{2587B58E-4F3B-47AB-B3EB-62407C9160B0}" dt="2025-09-28T03:51:20.484" v="65"/>
          <ac:inkMkLst>
            <pc:docMk/>
            <pc:sldMk cId="1779054517" sldId="702"/>
            <ac:inkMk id="22" creationId="{3C05CE81-5348-8EA4-3AF6-993C442788BA}"/>
          </ac:inkMkLst>
        </pc:inkChg>
        <pc:inkChg chg="add mod">
          <ac:chgData name="Rahul Mishra" userId="57c6469e-ac64-4888-811b-35f0aabddbad" providerId="ADAL" clId="{2587B58E-4F3B-47AB-B3EB-62407C9160B0}" dt="2025-09-28T03:51:20.484" v="65"/>
          <ac:inkMkLst>
            <pc:docMk/>
            <pc:sldMk cId="1779054517" sldId="702"/>
            <ac:inkMk id="23" creationId="{4C593646-0F30-0509-FD90-501DF377EC06}"/>
          </ac:inkMkLst>
        </pc:inkChg>
        <pc:inkChg chg="add mod">
          <ac:chgData name="Rahul Mishra" userId="57c6469e-ac64-4888-811b-35f0aabddbad" providerId="ADAL" clId="{2587B58E-4F3B-47AB-B3EB-62407C9160B0}" dt="2025-09-28T03:51:20.484" v="65"/>
          <ac:inkMkLst>
            <pc:docMk/>
            <pc:sldMk cId="1779054517" sldId="702"/>
            <ac:inkMk id="24" creationId="{E85ED76D-6511-E10E-6481-DF27803FEF20}"/>
          </ac:inkMkLst>
        </pc:inkChg>
        <pc:inkChg chg="add mod">
          <ac:chgData name="Rahul Mishra" userId="57c6469e-ac64-4888-811b-35f0aabddbad" providerId="ADAL" clId="{2587B58E-4F3B-47AB-B3EB-62407C9160B0}" dt="2025-09-28T03:51:20.484" v="65"/>
          <ac:inkMkLst>
            <pc:docMk/>
            <pc:sldMk cId="1779054517" sldId="702"/>
            <ac:inkMk id="25" creationId="{8AEA84AD-F172-9DB8-D94C-89FA6A6AD630}"/>
          </ac:inkMkLst>
        </pc:inkChg>
        <pc:inkChg chg="add mod">
          <ac:chgData name="Rahul Mishra" userId="57c6469e-ac64-4888-811b-35f0aabddbad" providerId="ADAL" clId="{2587B58E-4F3B-47AB-B3EB-62407C9160B0}" dt="2025-09-28T03:51:20.484" v="65"/>
          <ac:inkMkLst>
            <pc:docMk/>
            <pc:sldMk cId="1779054517" sldId="702"/>
            <ac:inkMk id="26" creationId="{A472EBB2-E1BE-F7E1-472A-FD0345070252}"/>
          </ac:inkMkLst>
        </pc:inkChg>
        <pc:inkChg chg="add">
          <ac:chgData name="Rahul Mishra" userId="57c6469e-ac64-4888-811b-35f0aabddbad" providerId="ADAL" clId="{2587B58E-4F3B-47AB-B3EB-62407C9160B0}" dt="2025-09-28T03:51:13.698" v="55" actId="9405"/>
          <ac:inkMkLst>
            <pc:docMk/>
            <pc:sldMk cId="1779054517" sldId="702"/>
            <ac:inkMk id="27" creationId="{C72DA1EB-2FBC-35EA-A290-F5BD6322D5B0}"/>
          </ac:inkMkLst>
        </pc:inkChg>
        <pc:inkChg chg="add mod">
          <ac:chgData name="Rahul Mishra" userId="57c6469e-ac64-4888-811b-35f0aabddbad" providerId="ADAL" clId="{2587B58E-4F3B-47AB-B3EB-62407C9160B0}" dt="2025-09-28T03:51:20.484" v="65"/>
          <ac:inkMkLst>
            <pc:docMk/>
            <pc:sldMk cId="1779054517" sldId="702"/>
            <ac:inkMk id="28" creationId="{4ACCD0B2-F0BC-83C7-5F80-F14CC0EB1284}"/>
          </ac:inkMkLst>
        </pc:inkChg>
        <pc:inkChg chg="add mod">
          <ac:chgData name="Rahul Mishra" userId="57c6469e-ac64-4888-811b-35f0aabddbad" providerId="ADAL" clId="{2587B58E-4F3B-47AB-B3EB-62407C9160B0}" dt="2025-09-28T03:51:17.783" v="62"/>
          <ac:inkMkLst>
            <pc:docMk/>
            <pc:sldMk cId="1779054517" sldId="702"/>
            <ac:inkMk id="29" creationId="{53926326-8CEB-A5DE-867B-064944940CD9}"/>
          </ac:inkMkLst>
        </pc:inkChg>
        <pc:inkChg chg="add mod">
          <ac:chgData name="Rahul Mishra" userId="57c6469e-ac64-4888-811b-35f0aabddbad" providerId="ADAL" clId="{2587B58E-4F3B-47AB-B3EB-62407C9160B0}" dt="2025-09-28T03:51:20.484" v="65"/>
          <ac:inkMkLst>
            <pc:docMk/>
            <pc:sldMk cId="1779054517" sldId="702"/>
            <ac:inkMk id="33" creationId="{BB7CB5D6-9FA0-B557-AA0C-7B6678BDB7A8}"/>
          </ac:inkMkLst>
        </pc:inkChg>
        <pc:inkChg chg="add mod">
          <ac:chgData name="Rahul Mishra" userId="57c6469e-ac64-4888-811b-35f0aabddbad" providerId="ADAL" clId="{2587B58E-4F3B-47AB-B3EB-62407C9160B0}" dt="2025-09-28T03:51:27.439" v="75"/>
          <ac:inkMkLst>
            <pc:docMk/>
            <pc:sldMk cId="1779054517" sldId="702"/>
            <ac:inkMk id="34" creationId="{06B894E8-779C-2081-0882-268F693CFF2D}"/>
          </ac:inkMkLst>
        </pc:inkChg>
        <pc:inkChg chg="add">
          <ac:chgData name="Rahul Mishra" userId="57c6469e-ac64-4888-811b-35f0aabddbad" providerId="ADAL" clId="{2587B58E-4F3B-47AB-B3EB-62407C9160B0}" dt="2025-09-28T03:51:17.183" v="61" actId="9405"/>
          <ac:inkMkLst>
            <pc:docMk/>
            <pc:sldMk cId="1779054517" sldId="702"/>
            <ac:inkMk id="35" creationId="{E003CCEE-D1D2-2359-BD47-5A4337663FA8}"/>
          </ac:inkMkLst>
        </pc:inkChg>
        <pc:inkChg chg="add mod">
          <ac:chgData name="Rahul Mishra" userId="57c6469e-ac64-4888-811b-35f0aabddbad" providerId="ADAL" clId="{2587B58E-4F3B-47AB-B3EB-62407C9160B0}" dt="2025-09-28T03:51:20.484" v="65"/>
          <ac:inkMkLst>
            <pc:docMk/>
            <pc:sldMk cId="1779054517" sldId="702"/>
            <ac:inkMk id="38" creationId="{B3B5E6C4-E441-7CCB-855F-AA34A64AB3C2}"/>
          </ac:inkMkLst>
        </pc:inkChg>
        <pc:inkChg chg="add">
          <ac:chgData name="Rahul Mishra" userId="57c6469e-ac64-4888-811b-35f0aabddbad" providerId="ADAL" clId="{2587B58E-4F3B-47AB-B3EB-62407C9160B0}" dt="2025-09-28T03:51:19.594" v="64" actId="9405"/>
          <ac:inkMkLst>
            <pc:docMk/>
            <pc:sldMk cId="1779054517" sldId="702"/>
            <ac:inkMk id="39" creationId="{9BDE59C5-C7B4-23C3-1077-053723E524CF}"/>
          </ac:inkMkLst>
        </pc:inkChg>
        <pc:inkChg chg="add">
          <ac:chgData name="Rahul Mishra" userId="57c6469e-ac64-4888-811b-35f0aabddbad" providerId="ADAL" clId="{2587B58E-4F3B-47AB-B3EB-62407C9160B0}" dt="2025-09-28T03:51:23.982" v="66" actId="9405"/>
          <ac:inkMkLst>
            <pc:docMk/>
            <pc:sldMk cId="1779054517" sldId="702"/>
            <ac:inkMk id="41" creationId="{5A9D3832-B5F4-3C81-9E0C-04F117F39E31}"/>
          </ac:inkMkLst>
        </pc:inkChg>
        <pc:inkChg chg="add mod">
          <ac:chgData name="Rahul Mishra" userId="57c6469e-ac64-4888-811b-35f0aabddbad" providerId="ADAL" clId="{2587B58E-4F3B-47AB-B3EB-62407C9160B0}" dt="2025-09-28T03:51:27.439" v="75"/>
          <ac:inkMkLst>
            <pc:docMk/>
            <pc:sldMk cId="1779054517" sldId="702"/>
            <ac:inkMk id="42" creationId="{0C0E1100-6AA1-FF44-F090-6696DB758D1D}"/>
          </ac:inkMkLst>
        </pc:inkChg>
        <pc:inkChg chg="add">
          <ac:chgData name="Rahul Mishra" userId="57c6469e-ac64-4888-811b-35f0aabddbad" providerId="ADAL" clId="{2587B58E-4F3B-47AB-B3EB-62407C9160B0}" dt="2025-09-28T03:51:24.912" v="68" actId="9405"/>
          <ac:inkMkLst>
            <pc:docMk/>
            <pc:sldMk cId="1779054517" sldId="702"/>
            <ac:inkMk id="43" creationId="{87C8D1E9-B0F2-EBC5-D171-4201643513BB}"/>
          </ac:inkMkLst>
        </pc:inkChg>
        <pc:inkChg chg="add mod">
          <ac:chgData name="Rahul Mishra" userId="57c6469e-ac64-4888-811b-35f0aabddbad" providerId="ADAL" clId="{2587B58E-4F3B-47AB-B3EB-62407C9160B0}" dt="2025-09-28T03:51:27.439" v="75"/>
          <ac:inkMkLst>
            <pc:docMk/>
            <pc:sldMk cId="1779054517" sldId="702"/>
            <ac:inkMk id="44" creationId="{3327A98E-C9DB-10E7-FF0D-3C22ACA8260E}"/>
          </ac:inkMkLst>
        </pc:inkChg>
        <pc:inkChg chg="add mod">
          <ac:chgData name="Rahul Mishra" userId="57c6469e-ac64-4888-811b-35f0aabddbad" providerId="ADAL" clId="{2587B58E-4F3B-47AB-B3EB-62407C9160B0}" dt="2025-09-28T03:51:27.439" v="75"/>
          <ac:inkMkLst>
            <pc:docMk/>
            <pc:sldMk cId="1779054517" sldId="702"/>
            <ac:inkMk id="45" creationId="{7B9DB0C0-1F23-339F-7EE9-74A60B2C0E8D}"/>
          </ac:inkMkLst>
        </pc:inkChg>
        <pc:inkChg chg="add">
          <ac:chgData name="Rahul Mishra" userId="57c6469e-ac64-4888-811b-35f0aabddbad" providerId="ADAL" clId="{2587B58E-4F3B-47AB-B3EB-62407C9160B0}" dt="2025-09-28T03:51:25.706" v="71" actId="9405"/>
          <ac:inkMkLst>
            <pc:docMk/>
            <pc:sldMk cId="1779054517" sldId="702"/>
            <ac:inkMk id="46" creationId="{310F20EA-3DC0-D23D-1772-80A42E3D59B3}"/>
          </ac:inkMkLst>
        </pc:inkChg>
        <pc:inkChg chg="add">
          <ac:chgData name="Rahul Mishra" userId="57c6469e-ac64-4888-811b-35f0aabddbad" providerId="ADAL" clId="{2587B58E-4F3B-47AB-B3EB-62407C9160B0}" dt="2025-09-28T03:51:26.480" v="72" actId="9405"/>
          <ac:inkMkLst>
            <pc:docMk/>
            <pc:sldMk cId="1779054517" sldId="702"/>
            <ac:inkMk id="47" creationId="{8706F7BE-6B91-143B-990D-48D8F4B738E0}"/>
          </ac:inkMkLst>
        </pc:inkChg>
        <pc:inkChg chg="add mod">
          <ac:chgData name="Rahul Mishra" userId="57c6469e-ac64-4888-811b-35f0aabddbad" providerId="ADAL" clId="{2587B58E-4F3B-47AB-B3EB-62407C9160B0}" dt="2025-09-28T03:51:27.439" v="75"/>
          <ac:inkMkLst>
            <pc:docMk/>
            <pc:sldMk cId="1779054517" sldId="702"/>
            <ac:inkMk id="48" creationId="{5E833A5C-B5B6-F35C-FBBC-800B16620F88}"/>
          </ac:inkMkLst>
        </pc:inkChg>
        <pc:inkChg chg="add">
          <ac:chgData name="Rahul Mishra" userId="57c6469e-ac64-4888-811b-35f0aabddbad" providerId="ADAL" clId="{2587B58E-4F3B-47AB-B3EB-62407C9160B0}" dt="2025-09-28T03:51:26.847" v="74" actId="9405"/>
          <ac:inkMkLst>
            <pc:docMk/>
            <pc:sldMk cId="1779054517" sldId="702"/>
            <ac:inkMk id="49" creationId="{348D1B47-C072-8EA8-3D06-DAB05DA50F96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23T04:48:38.7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11824 14981 2163 0,'-36'-134'125'15,"33"120"384"-15,-1 2-101 0,-1 6 15 16,3-1-94-16,1 1-198 0,1 6-59 16,-4-8-200-16,4 8 196 0,-2-5 30 0,2 5-11 15,0 0 77-15,0-7-143 0,0 7 74 16,0 0-105-16,7-5-46 0,-7 5 93 15,14 0 45-15,-14 0-157 0,21-2 98 16,-11 2-87-16,3 0 104 0,-1-2-197 16,2 2-34-16,-14 0-51 0,27-2 26 0,-14 2 21 15,1-1-8-15,-3-1 189 0,-11 2-46 0,21-2 78 16,-21 2-57-16,13-1 90 16,-13 1-181-16,0 0 214 0,0 0-76 0,14-2-104 15,-14 2 110-15,0 0-17 0,0 0 92 0,0 0-123 16,0 0 2-16,0 0 63 15,0 0 69-15,-39-4-6 0,25 4-6 16,1 0-20-16,-5-1 72 0,2 1 58 0,3 0-99 16,-1 0 71-16,0 0-132 0,14 0-12 15,-21 1 118-15,11-1-124 0,10 0 142 16,-13 2-143-16,13-2 37 0,0 0 32 0,-10 2-39 16,10-2-69-16,0 0 36 15,0 0 40-15,0 0-83 0</inkml:trace>
  <inkml:trace contextRef="#ctx0" brushRef="#br0" timeOffset="482.94">11991 14833 4608 0,'-7'-8'-34'16,"-2"-1"-11"-16,-3 2 45 0,1 4 12 0,-2-1 26 15,-1 3-10-15,1-2-3 0,-1 3-7 16,-1 3-1-16,-4-3-1 0,2 1-4 0,-4 1 3 16,5 0-5-16,4 0 2 0,-1-1-2 15,1 1-2-15,0-2-2 0,12 0 2 0,-11 4-2 16,11-4 4-16,-8 3-6 15,8-3 2-15,0 0-6 0,0 0-1 0,0 0-18 16,21 10-28-16,-10-8-22 0,1 1-22 16,-2-3-9-16,-1 3-1 0,3-2 7 15,-3 1 11-15,-9-2 3 0,20 1 13 0,-15 1 5 16,-5-2 10-16,0 0 4 0,11 2 13 16,-11-2 14-16,0 0 21 0,0 0 11 0,0 0 7 15,0 0 0-15,0 0 4 0,-36-2-11 16,36 2 8-16,-21 0-5 0,12 0 0 0,9 0-1 15,-20 0 2-15,20 0-4 0,-11-2-2 16,11 2 8-16,0 0 1 0,0 0-6 0,0 0 5 16,0 0-6-16,0 0-2 0,0 0-15 15,45 4-24-15,-29-4-24 0,0 0-20 16,2 0-17-16,-2 1-15 0,1-1-9 16,-3 2 2-16,-2-2 8 0,-2 0 10 0,-10 0 10 15,15 1 13-15,-15-1 15 0,11 3 21 16,-11-3 27-16,0 0 20 0,0 0 15 0,0 0 7 15,0 0 1-15,0 0-3 0,-26 6-3 16,26-6-1-16,-17 2-6 0,10-2 3 16,7 0-6-16,-20 4-1 0,15-3-5 0,5-1-32 15,-14 2-51-15,14-2-73 0,-9 2-114 16,9-2-192-16,0 0-30 0,-6 3-163 0,6-3-140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8T03:08:28.3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12920 1949 1272 0,'2'-12'444'0,"-2"12"-84"0,0-10-32 0,0 10-17 0,0-10-6 0,0 10 2 0,2-11-6 0,-2 11-5 0,2-8 17 0,-2 8 25 0,2-9 7 0,-2 9 1 0,2-8 0 0,-2 8-11 0,0 0-9 0,0-11-28 0,0 11-21 16,0 0-14-16,0 0-25 0,0-8-27 15,0 8-35-15,0 0-24 0,0 0-9 0,0 0-11 16,2 29-104-16,-2-8-28 16,0 6 0-16,1 10 0 0,3 6 0 0,2 3 0 15,-5-1 0-15,1 0 0 0,-2-2 0 16,5-2 0-16,-3-4 0 0,0-8 0 0,-2-3 0 15,1-9 0-15,-1 3 0 0,0-5 0 16,2-3 0-16,-2-1 0 0,0-1 0 16,0 0 0-16,0-3 0 0,0 1 0 0,0-2 0 15,0-6 0-15,-2 6 0 0,2-6 0 16,0 0 0-16,0 0-356 0,-12-18-336 0,9 7-133 16,3-7-79-16,-4-3 85 0,2-6-744 15,4 0-1005-15</inkml:trace>
  <inkml:trace contextRef="#ctx0" brushRef="#br0" timeOffset="216.3">12786 1918 4378 0,'-9'-5'107'0,"0"0"52"0,2 2 52 0,7 3 59 16,-9-6 36-16,9 6 13 0,0 0 3 16,-7-4 4-16,7 4-22 0,0 0-24 15,0 0-32-15,-4-6-24 0,4 6-21 0,0 0-18 16,27-8-4-16,-5 3-21 0,17-7-152 15,1 7-8-15,1-4 0 0,2 0 0 0,-2 3 0 16,-5 0 0-16,-7 3-157 0,-6 0-190 16,-2 3-78-16,0 0-72 0,-6 0-98 15,-2 1-148-15,1 1-76 0,-5 3 75 16,2-1-570-16,2 0-772 0</inkml:trace>
  <inkml:trace contextRef="#ctx0" brushRef="#br0" timeOffset="767.66">13724 1730 4125 0,'-4'-9'274'0,"4"9"-9"16,0 0 29-16,0 0 48 0,-21 23 16 0,10-7-6 16,-6 11-12-16,-6 10-5 15,8-2-29-15,0-1-35 0,1 10-27 16,3-5-15-16,5-1-21 0,0 2-24 0,2-2-120 15,2-9-64-15,2-3 0 0,0-6 0 16,0-1 0-16,0-2 0 0,2-3 0 0,-2-1 0 16,2-2 0-16,-2-1 0 0,2-2 0 15,3-4 0-15,-5-4 0 0,9 4 0 0,-9-4 0 16,21-16 0-16,-2-5 0 0,4-3 0 16,-4 2 0-16,1 0 0 0,-4 5 0 15,-5 5 0-15,-2 2 0 0,2 3 0 16,-6 0 0-16,2 2 0 0,-1 1 0 15,-6 4 0-15,16 0 0 0,-16 0 0 0,16 10 0 16,-7-4 0-16,0 4 0 0,-2 2 0 16,4-2 0-16,-2 2 0 0,-2-2 0 0,0 2 0 15,2-3 0-15,-4-1 0 0,1-2 0 16,-1 1 0-16,-3-2 0 0,-2-5 0 0,10 7 0 16,-10-7 0-16,0 0 0 0,21-12 0 15,-4-2 0-15,6-10 0 0,12-9 0 0,-1 2 0 16,-2 4 0-16,-5 7 0 0,-7 3 0 15,0 2 0-15,-5 7 0 0,-4 4 0 16,1 2 0-16,1 2 0 0,-13 0 0 0,25 8 0 16,-14-2 0-16,0 3 0 15,3 5 0-15,-6-1 0 0,-1 1 0 0,3 2 0 16,-2-3 0-16,-5 3 0 0,1-1 0 16,2 1 0-16,-5-3-239 0,1 1-399 0,-2-2-133 15,0 0-147-15,-2 0 91 0,1 0-805 16,-5 2-1070-16</inkml:trace>
  <inkml:trace contextRef="#ctx0" brushRef="#br0" timeOffset="982.97">14300 1918 4980 0,'2'-22'272'0,"-2"9"11"0,0 0 6 0,0 5 6 0,0 3 3 0,0 5 10 0,0 0 34 15,0 0 22-15,26 12-10 0,-3 5-28 16,2 7-246-16,8 7-80 0,-5 4 0 0,3 2 0 15,-5 2 0-15,-5 4 0 0,-2 0 0 16,-9-4 0-16,-3-3 0 0,1 0 0 0,-4-1 0 16,-2-6 0-16,-4-4 0 0,-3 8 0 15,-2-5 0-15,0-1-154 0,-3-3-662 0,3-5-169 16,-1-6 99-16,2-4-933 0,2-2-1248 16</inkml:trace>
  <inkml:trace contextRef="#ctx0" brushRef="#br0" timeOffset="1167.02">14763 2220 5593 0,'0'-5'340'0,"0"5"31"0,0-9 20 0,0 9 11 15,0 0-10-15,0 0-19 0,-2-10-44 16,2 10-329-16,0 0 0 0,12-1 0 16,1-1 0-16,8 2 0 0,-1-2 0 0,7 2 0 15,-2-2 0-15,-2 2 0 0,0-1-185 16,-3 2-616-16,4-1-187 0,-11 2 95 15,0 3-918-15,-2 0-1238 0</inkml:trace>
  <inkml:trace contextRef="#ctx0" brushRef="#br0" timeOffset="1316.49">14900 2479 5340 0,'-5'7'102'0,"1"-2"58"16,-1 0 37-16,5-5 32 0,-3 5 18 15,3-5 5-15,0 0-16 0,0 0-20 0,0 0-22 16,0 0-25-16,26 0-89 0,-10-10-146 15,4 1-153-15,9-4-167 0,2-6-200 0,-5-1-292 16,7-1 76-16,9-1 91 0,5 4-573 16,16 3-742-16</inkml:trace>
  <inkml:trace contextRef="#ctx0" brushRef="#br0" timeOffset="7515.38">15710 2660 1258 0,'-4'-6'486'0,"0"0"-148"0,0 0-73 0,4-1-35 0,0 7-42 0,-3-16-16 0,1 8-14 0,4-1-21 16,-2 9-11-16,3-14-22 0,5 10-3 16,0 0-20-16,-8 4-6 0,20-2-10 0,-4 4 3 15,3 6-6-15,-2 5-12 0,6 7 1 16,-2 3 0-16,-4 1 7 0,-4 3-2 0,-3 2 16 15,-2-3 12-15,-7-4 13 0,-2 2 14 16,-5 10 12-16,-6-5 10 0,-5 4 7 16,2-4-17-16,-6-2 9 0,2 0 16 15,-2-7 2-15,-3 1 1 0,4-9 27 16,5-2 16-16,-2-5-1 0,6-3-19 0,-3-5-10 16,1-2-25-16,-1-9-16 0,0-8-19 15,1-7-9-15,6-6-17 0,3-4-19 0,6-4-11 16,4 0-5-16,-1 2-4 0,6 5-13 15,-2 3-4-15,0 4-3 0,1 8-14 0,1 4-8 16,2 3 0-16,1 6-7 0,3 0 6 16,-2 5 0-16,7 3 6 0,0 3-6 15,3 5-2-15,3 2 2 0,5 6 9 16,-7 1-5-16,1 2 1 0,0 1 6 16,-6 1-5-16,1-4 1 0,-6 0 4 0,-3-5 4 15,-1 3 1-15,-3-6 14 0,1 0-12 16,-5-1 9-16,4-3 2 0,-4 2 3 0,2-2 5 15,-7-5 10-15,10 7-5 0,-10-7 4 16,8 5-5-16,-8-5-5 0,0 0-5 0,0 0-2 16,30-17-5-16,-20 7-25 0,3-7-30 15,-3-2-41-15,5-5-27 0,-3 5-45 16,-3 2-36-16,-2 5-55 0,-1 2-67 0,-2 3-88 16,2 2-73-16,-2 2-77 15,-4 3-150-15,0 0-47 0,0 0 72 0,14 8-408 0,-14-8-549 16</inkml:trace>
  <inkml:trace contextRef="#ctx0" brushRef="#br0" timeOffset="7898.72">16668 2495 3198 0,'0'-7'67'0,"0"0"1"0,0 7-6 0,0-11-10 0,0 11-4 0,0 0 22 0,0 0 17 16,-7 31 7-16,3-8-5 0,1 16 3 0,-4 3 8 15,5 4-2-15,1 9-7 0,-1-9-6 16,2-2-24-16,0-1-8 0,0 0-7 0,0-2 2 16,0-4-9-16,0-5 0 0,0-6-4 15,-2-4 0-15,0-3-9 0,0 0-4 16,0-2-20-16,0-3-25 0,1-3-27 16,1-1-67-16,-2-4-65 0,2-6-72 15,-2 6-90-15,2-6-123 0,0 0-134 0,0 0 61 16,0-25-184-16,2 9-217 0</inkml:trace>
  <inkml:trace contextRef="#ctx0" brushRef="#br0" timeOffset="8148.58">16344 2508 2259 0,'-11'0'187'0,"0"0"18"0,11 0-3 0,0 0 11 15,-18-2 18-15,18 2 14 0,0 0 34 16,0 0 24-16,0 0 25 0,0 0-19 0,52-8-21 16,-10 1-30-16,0 0-27 0,15-3-24 15,-2 2-24-15,-7 1-48 0,-4 0-55 16,-4 3-76-16,-9-1-74 0,-6 3-73 0,-1 2-77 16,-3 0-78-16,-2 4-75 0,-4 1-104 15,3 2-188-15,-9 0-9 0,0 3 70 0,-2-2-288 16,-2 5-375-16</inkml:trace>
  <inkml:trace contextRef="#ctx0" brushRef="#br0" timeOffset="8414.7">17287 2321 2778 0,'-5'-4'171'0,"-2"1"-12"0,7 3-21 15,0 0 16-15,-25 17 35 0,13 3 16 16,-5 9 11-16,-2 12 15 0,4 7 6 16,-2 0-17-16,7 4-18 0,3-2-15 0,3-6-25 15,2-3-21-15,2 0-12 0,4-2-10 16,-1-3-11-16,3 0-10 0,-1-4-14 16,4-7-7-16,-4-4-33 0,5-5-53 15,-5 0-54-15,3-2-63 0,2-2-66 0,-5-3-49 16,4-3-59-16,0-1-54 0,-2-5-57 15,-7 0-46-15,18-8-54 0,-11 1-35 0,2-5-420 16,1-5-443-16</inkml:trace>
  <inkml:trace contextRef="#ctx0" brushRef="#br0" timeOffset="8748.34">17335 2830 2539 0,'6'-27'17'15,"0"6"67"-15,-2 5 66 0,-2 0 57 0,2 4 42 16,-2 2 24-16,-1 0 8 0,-1 1-11 16,2 4-21-16,-2 5-30 0,8-9 9 0,-8 9 28 15,0 0-1-15,0 0-30 0,26 14-19 16,-12-4-23-16,-1 4-15 0,5 0-12 15,-5 3-12-15,0-2-17 0,-1 2-15 16,-1-1-7-16,-2-1 4 0,-1 0-20 0,0-2-7 16,-3-1-10-16,1-3-1 0,-3 0 0 15,4 0 20-15,-3-3 33 0,-1-1 37 0,-3-5 10 16,0 0-22-16,0 0-17 0,23-17-13 16,-10 4-72-16,-2-3-47 0,9-7 0 15,-4 4 0-15,-3 5 0 0,-2 2 0 0,-3 3 0 16,1-1 0-16,0 5 0 0,0 4 0 15,-9 1 0-15,16 0 0 0,-16 0 0 0,22 11 0 16,-13-4 0-16,0 5 0 16,1-1 0-16,-1 0 0 0,1 3 0 0,-2 1 0 15,-1 0 0-15,1-4 0 0,-3 4-155 16,2-3-187-16,-2-1-90 0,-3-3-97 0,2 3-115 16,0-4-164-16,-3-1 6 0,-1-6 87 15,2 7-565-15,-2-7-740 0</inkml:trace>
  <inkml:trace contextRef="#ctx0" brushRef="#br0" timeOffset="8982.73">17906 2383 3964 0,'-4'-19'227'0,"0"3"22"16,2 4 8-16,-1 5 15 0,2-1-2 16,-1 1-27-16,2 7-31 0,0 0-12 15,0 0 42-15,0 0 1 0,10 46-15 0,-6-7-18 16,-1 17-18-16,1 4-17 15,-2 1-16-15,0 2-19 0,-2 0-10 0,-4-1-22 16,4-4-40-16,-4 0-47 0,4-3-38 16,-1-10-73-16,-3-6-53 0,0-1-43 0,-1-11-53 15,4-2-65-15,1-7-86 0,0-3-85 16,0-6-135-16,1-1-194 0,-1-5 79 0,0-3-577 16,0 0-759-16</inkml:trace>
  <inkml:trace contextRef="#ctx0" brushRef="#br0" timeOffset="9398.78">18243 2584 4015 0,'0'0'228'0,"-4"-11"2"0,4 11 1 16,0 0-11-16,-4-8-12 0,4 8-2 16,0 0 51-16,0 0 6 0,-3 27-1 0,1-8-15 15,-1 5-22-15,1 1-21 0,2 4-19 16,-2 8-18-16,0-6-15 0,2-4-16 15,4 9-13-15,-4-7-14 0,0-5-9 0,2 1-6 16,1-6-16-16,-3-2-3 16,0-5-9-16,0 1-4 0,0 0-14 0,0-4-48 15,2-1 0-15,-2-8 0 0,1 8 0 16,-1-8 0-16,0 0 0 0,0 0 0 0,24-17 0 16,-13 7 0-16,0 0 0 0,1 4 0 15,-1-2 0-15,-2 3 0 0,3-1 0 0,-3 2 0 16,2 3 0-16,-11 1 0 0,23 1 0 15,-11 5 0-15,1 1 0 0,-1 1 0 0,1 6 0 16,-2 0 0-16,-1 1 0 0,0 2 0 16,-3 1 0-16,1-1 0 0,-5 2 0 0,3-3 0 15,-1 0 0-15,-4-1 0 0,-1-1 0 16,0-2 0-16,0-2 0 0,0 0 0 16,0-4 0-16,0-6-239 0,-1 8-283 15,1-8-135-15,0 0-155 0,0 0-53 16,-13-17 87-16,12 3-691 0,-1-11-916 0</inkml:trace>
  <inkml:trace contextRef="#ctx0" brushRef="#br0" timeOffset="9631.08">18565 2301 4418 0,'0'-11'148'16,"2"1"20"-16,0 6 17 0,-2 4 36 16,0 0 49-16,13-3 36 0,-13 3 22 15,38 23 9-15,-13-2-1 0,3 18-16 0,5 7 23 16,1 5-28-16,-4 4-33 15,4 19-68-15,-11-12-214 0,-5 0 0 0,-5 1 0 16,-6 0 0-16,-7 1 0 0,-3-1 0 16,-7-4 0-16,-1-5 0 0,-3-4 0 0,2-7 0 15,-4-8 0-15,-1-5 0 0,2-2 0 16,-4-6 0-16,5-7 0 0,3-4 0 0,-3-5-16 16,7-5-606-16,-1-2-133 0,8 1-187 15,-15-13 91-15,7-3-851 0,7 1-1137 0</inkml:trace>
  <inkml:trace contextRef="#ctx0" brushRef="#br0" timeOffset="9831.98">19399 3006 5294 0,'0'0'360'0,"0"0"19"0,0 0 20 0,0 0 23 15,0 0 3-15,0 0-20 0,0 0-29 16,0 0-245-16,10 6-131 0,-10-6 0 0,44-6 0 15,-1 2 0-15,5-1 0 0,-2-3 0 16,2 2 0-16,3-5 0 0,-7 2 0 0,-4 0 0 16,-2 1-635-16,-2-3-381 0,-3 1 92 15,-10 4 102-15,-8 4-808 0,-10-1-1070 16</inkml:trace>
  <inkml:trace contextRef="#ctx0" brushRef="#br0" timeOffset="10050.94">19676 2762 4586 0,'-10'-5'93'0,"1"1"37"0,9 4 14 16,-12-3 26-16,12 3 31 0,0 0 82 16,0 0 65-16,-5 16 33 0,3-5 9 0,4 8-2 15,-1 3-27-15,1 4-33 0,4 8-31 16,-3 5-206-16,4 3-91 0,2 8 0 0,-3-11 0 16,-1 0 0-16,4-4 0 0,-8-1 0 15,1-2 0-15,0-10 0 0,0-2 0 0,0 0 0 16,-2 0 0-16,-2-2-378 0,0 0-337 15,2-5-248-15,0-2 85 0,0-3 98 16,6-1-743-16,-1-2-967 0</inkml:trace>
  <inkml:trace contextRef="#ctx0" brushRef="#br0" timeOffset="10448.37">20577 2888 4795 0,'-7'-6'351'0,"0"-1"1"16,4 3-11-16,3 4-4 0,0 0-4 16,-8-8-13-16,8 8-19 0,0 0 48 15,0 0 6-15,-3 22-26 0,4-7-301 16,-1 2-28-16,0 7 0 0,2 3 0 0,0 11 0 16,-2 3 0-16,-2-1 0 0,0-2 0 15,-1 0 0-15,-1-1 0 0,-1-3 0 0,0-9 0 16,-1-4 0-16,5-4 0 0,-3-1 0 15,2-3 0-15,0-2 0 0,0-3 0 0,0 0 0 16,2-8 0-16,-1 9 0 0,1-9 0 16,0 0 0-16,0 0 0 0,-6-34 0 0,8-5 0 15,2-2 0-15,1-16 0 16,6-2 0-16,1 1 0 0,5 0 0 0,0 1 0 16,-2 4 0-16,5 2 0 0,-1 4 0 15,1 6 0-15,-2 11 0 0,-2-1 0 0,0 6 0 16,4 4 0-16,0 0 0 0,-2 3 0 15,-6 8 0-15,10 1 0 0,-3 5 0 0,0 2-27 16,-6 4-735-16,2 2-172 0,1 11 21 16,-11-1 89-16,-3 6-785 0,-7 10-1049 0</inkml:trace>
  <inkml:trace contextRef="#ctx0" brushRef="#br0" timeOffset="10597.96">20558 3069 4731 0,'-19'9'77'0,"4"-3"41"0,2-2 51 16,1-1 73-16,1 1 66 0,11-4 29 0,-16 3 9 15,16-3-20-15,-11 3-38 0,11-3-26 16,0 0-32-16,-9 2-31 0,9-2-60 16,0 0-82-16,0 0-121 0,41-12-135 15,-7 2-139-15,14-7-174 0,3 0-176 0,5-4-177 16,-6-1 76-16,3-2-699 0,0-4-934 16</inkml:trace>
  <inkml:trace contextRef="#ctx0" brushRef="#br0" timeOffset="11082.73">21230 2640 4399 0,'-1'-6'73'0,"1"6"27"0,-12-5 31 16,12 5 51-16,0 0 56 0,-23 10 26 16,12-3 27-16,-3 7 8 0,-2 11-15 15,-4 4-24-15,4 4-25 0,-7 6-24 16,1 5-20-16,-1-1-18 0,9 3-22 0,-4 1-38 16,5-1-60-16,-1-8-70 0,3-1-61 15,2-4-62-15,2 2-48 0,-2-5-41 16,5-5-34-16,3-6-25 0,1-4 6 0,1-5 19 15,-1-1 25-15,6-4 25 0,-2-3 29 16,-4-2 29-16,0 0 53 0,30-22 68 0,-7-3 63 16,4-10 53-16,2 2 38 0,-1 0 24 15,-4 9 37-15,-4 4 37 0,-6 4 24 0,-3 4-5 16,-3 4-6-16,-1-1-24 0,-1 6-21 16,1-1 8-16,-7 4 18 0,0 0 1 15,18 9-17-15,-13-4-23 0,1 3-15 16,0 3-12-16,-3 2-98 0,4-1-48 0,-4 2 0 15,1-2 0-15,0 0 0 0,-2-4 0 16,0 0 0-16,-1 0 0 0,3-1 0 0,-4-7 0 16,8 6 0-16,-8-6 0 0,0 0 0 15,26-12 0-15,-12 7 0 0,-1-3 0 0,1 1 0 16,1 0 0-16,-1 0 0 0,-3 4 0 16,-2-2 0-16,3 1 0 0,-5 3 0 15,-7 1 0-15,20-2 0 0,-20 2 0 16,14 3 0-16,-3 3 0 0,-4-3 0 0,0 4 0 15,1-2 0-15,-5 0 0 0,6 0 0 16,-5-1 0-16,1-1-541 0,1 2-215 16,-6-5-187-16,9 0 86 0,-9 0 82 0,17-6-694 15,-4-5-917-15</inkml:trace>
  <inkml:trace contextRef="#ctx0" brushRef="#br0" timeOffset="11264.98">21872 2617 4259 0,'3'-12'182'0,"-1"3"47"0,4 3-7 0,-6 6 59 0,0 0 72 0,0 0 35 0,0 0 10 16,3 33-17-16,-4-10-2 0,-3 12-30 0,-2 3-33 16,-6 12-29-16,1-1-120 0,-1 4-167 15,-3-1 0-15,0 2 0 0,2-5 0 16,-7 1 0-16,6-6 0 0,-2 1 0 16,-3-4-105-16,4-6-333 0,-4-4-102 0,2-4-112 15,-5-2-169-15,4-2-11 0,-5-4 98 16,3-5-650-16,-4-1-837 0</inkml:trace>
  <inkml:trace contextRef="#ctx0" brushRef="#br0" timeOffset="11548.38">19994 3693 4169 0,'-26'6'187'0,"2"-4"22"0,12 0 16 15,-1 0 21-15,13-2 13 0,0 0 12 0,0 0 15 16,52-9 6-16,22 4-13 0,44-2-26 16,16-1-29-16,17 3-24 0,12-2-35 0,6 2-39 15,1 3-31-15,1 0-17 0,-6 2-23 16,-7 0-37-16,-8 0-25 0,-14-3-35 16,-21 0-46-16,-38 1-22 0,-14 2-5 0,-18-2 4 15,-13-1 7-15,-7 2-12 0,-9-2-31 16,-3 2-47-16,-10-3-61 0,-3 4-80 0,0-10-94 15,0 10-140-15,-19-11-182 16,-8-4 57-16,-4 3-520 0,-6 0-678 0</inkml:trace>
  <inkml:trace contextRef="#ctx0" brushRef="#br0" timeOffset="12730.73">16127 4323 3475 0,'-4'-7'66'0,"4"-2"35"0,0 9 15 0,-1-14 27 0,1 5 17 0,1 1 19 0,-1-1 7 0,6 1 4 16,0-1-8-16,-2 4-16 0,2-2-12 15,-6 7-12-15,14-7-12 0,-3 7-8 16,-11 0-15-16,16 5-6 0,-6 1-11 0,0 1-1 15,-3 3 1-15,2 2 9 0,0 1-1 16,-4-1 11-16,-1 5-18 0,-2-5 3 0,-1 5 13 16,-2-2 9-16,-3-4-5 0,0 5 3 15,1-4 2-15,-6 0-2 0,0-2 0 16,3-1-14-16,-3-2-3 0,-1-2-13 0,-1-2-2 16,11-3-3-16,-18-3-10 0,7-4-10 15,2-5-3-15,1-8-7 0,-1-12-9 0,3-6-7 16,4-6-2-16,4 5-6 15,2 1-8-15,-1 6-2 0,3 6-1 0,-2 7-11 16,0 4-1-16,4 3 2 0,-3 5-4 16,4 2 0-16,2 3 8 0,-11 2 0 0,26 9 6 15,-3 9 11-15,-2 1-20 0,0 4-5 16,-1 0 0-16,2 3 0 0,-3 0 0 0,-1 0 0 16,4-3 0-16,-3-2 0 0,0-1 0 15,-4-3 0-15,-2-2 0 0,-1-5 0 0,1-2 0 16,-2 0 0-16,3-2 0 15,-1-2 0-15,-1-2 0 0,-1-2 0 0,2-2 0 16,-1-2 0-16,3-1 0 0,-1-2 0 16,-3 1 0-16,-2-5 0 0,1 3 0 15,-1-2 0-15,-1 6-194 0,-2-2-232 0,2 2-122 16,-8 4-154-16,9-3-184 0,-9 3 77 16,0 0-764-16,9 13-1016 0</inkml:trace>
  <inkml:trace contextRef="#ctx0" brushRef="#br0" timeOffset="13281.79">17762 3855 4418 0,'0'-7'70'0,"0"0"41"0,0 7 14 0,0-10 8 0,0 10 14 0,0 0 35 0,0 0 59 0,0 0 30 0,-9 35 8 15,5-10-17-15,-4 12-6 0,1 19-11 16,1-4-15-16,2 3-21 0,-3-3-15 0,2-6-18 16,4-2-14-16,-7 1-13 0,4-6-7 15,3-1 3-15,-7-2-101 0,6-10-44 0,-1-6 0 16,1-3 0-16,-1-3 0 0,1-4 0 15,2-1 0-15,-2 0 0 0,2-9 0 16,0 10 0-16,0-10 0 0,0 0 0 16,0 0 0-16,0 0 0 0,22-24 0 0,-13 8 0 15,8-8 0-15,-4 6 0 0,3 4 0 16,1-1 0-16,-2 4 0 0,5 1 0 0,-5 4 0 16,-3 3 0-16,4 2 0 0,2 4 0 15,-3 1 0-15,2 6 0 0,0 2 0 0,-2 1 0 16,0 10 0-16,-6-1 0 0,0 0 0 15,-6 2 0-15,-3 0 0 0,-3 2 0 16,-6 7 0-16,-2 0 0 0,-2-4 0 0,-4-3 0 16,0-1 0-16,3-6 0 0,3-6 0 15,-3 1 0-15,5-5 0 0,-2-1 0 16,1-1 0-16,1-4 0 0,-2-3 0 16,11 0 0-16,-23-5 0 0,11-2 0 0,-3-5 0 15,6 1 0-15,-4-7 0 0,6 3 0 16,2 0-453-16,1-2-571 0,2 5 102 0,2 0-1048 15,0 6-1388-15</inkml:trace>
  <inkml:trace contextRef="#ctx0" brushRef="#br0" timeOffset="13680.78">19080 4460 6015 0,'-7'-12'250'0,"7"12"-17"0,-2-9-12 0,2 9-4 0,0 0 8 0,0 0 22 0,0 0 13 0,0 0-9 0,-11 22-25 16,9-6-180-16,1 2-46 0,-1 3 0 16,-2 1 0-16,-1 3 0 0,2-4 0 0,-1 2 0 15,0-2 0-15,1-1 0 16,-1-2 0-16,0-5 0 0,2-1 0 0,1-1 0 15,-4-1 0-15,3-4 0 0,-2 1 0 16,4-7 0-16,0 0 0 0,0 0 0 16,0 0 0-16,0 0 0 0,-14-27 0 0,14 6 0 15,3-14 0-15,7-6 0 0,3-10 0 16,8-3 0-16,-2 0 0 0,4 5 0 0,2 2 0 16,-1 4 0-16,-1 6 0 15,-1 9 0-15,-6 6 0 0,4 1 0 0,-6 6 0 0,2 5 0 16,-1 3-450-16,-1 2-166 15,-3 3-86-15,-3 4-155 0,1 3 51 0,-3 3 86 16,-2 4-654-16,-4 2-828 0</inkml:trace>
  <inkml:trace contextRef="#ctx0" brushRef="#br0" timeOffset="13830.71">18969 4463 4068 0,'-20'-2'48'0,"4"1"23"15,0-1 28-15,16 2 35 0,-21-2 30 16,21 2 9-16,-13-2-14 0,13 2-18 0,0 0-19 15,0 0-43-15,0 0-56 0,0 0-89 16,0 0-133-16,0 0-180 0,50 4-246 0,-22-4-24 16,18-4 61-16,-2-2-356 0,3 0-423 15</inkml:trace>
  <inkml:trace contextRef="#ctx0" brushRef="#br0" timeOffset="14297.67">19541 4264 2977 0,'0'0'257'15,"0"0"32"-15,-12-5 28 0,12 5 39 0,-17 2 12 16,17-2 10-16,-23 10-17 0,8 3-31 16,1-1-34-16,-2 9-27 0,-2 4-28 0,2 1-25 15,4 4-39-15,-1-3-53 0,1 2-57 16,1-1-66-16,0-4-50 0,8-4-54 0,-1 3-43 16,2-5-32-16,0-1-26 0,2-5-19 15,2 1 9-15,2-3 22 0,-1-4 15 16,2-1 22-16,3-2 10 0,-8-3 20 15,0 0 12-15,28-12 18 0,-13 0 46 16,2-1 44-16,5-3 16 0,-6 3 27 0,-2 1 38 16,-1 0 35-16,-4 4 27 0,3 3 26 15,-4-1 14-15,-3 0 15 0,1 2 3 0,-6 4 6 16,0 0 1-16,17-2-9 0,-17 2-13 16,0 0-17-16,13 13-18 0,-7-8-15 0,-1 1-11 15,-4 1-10-15,3 0-15 0,-2 0-9 16,-2-7-10-16,2 14-12 0,0-9-19 0,-2-5-7 15,1 10-4-15,-1-10-9 16,2 7 1-16,-2-7-8 0,0 0 3 0,0 0-6 16,25-13-3-16,-14 7 2 0,1 2 1 15,-2 1 9-15,-5-1 5 0,7 0-1 0,-3 0-5 16,-9 4 1-16,13-2 2 0,-13 2-6 16,18 2-9-16,-18-2-21 0,15 0-41 15,-15 0-52-15,13 0-62 0,-3 0-75 0,-10 0-99 16,17 2-87-16,-4-4-93 0,-4 0-92 15,5-2-98-15,-1-2-39 0,-1 1 78 0,-1-3-549 16,0 2-683-16</inkml:trace>
  <inkml:trace contextRef="#ctx0" brushRef="#br0" timeOffset="14466.65">19933 4437 3389 0,'0'0'80'0,"6"-8"69"0,-6 8 66 0,0 0 61 0,0 0 64 0,0 0 50 0,0 0 28 0,16 20 12 15,-11-8 0-15,-1 2-10 0,0 6-19 0,-1-1-23 16,-3 5-30-16,0 5-39 0,0-3-91 15,-2 11-218-15,-1-3 0 0,-6-2 0 16,6 1 0-16,-7-4 0 0,1-5 0 0,4-5 0 16,-4-4 0-16,2-1-125 0,-2 1-435 15,-1-5-200-15,-2 0-143 0,1-4 80 0,1-3-884 16,-1 3-1142-16</inkml:trace>
  <inkml:trace contextRef="#ctx0" brushRef="#br0" timeOffset="15313.7">24863 2660 4916 0,'7'-18'69'0,"2"3"41"0,-4-1 11 0,4 5 7 0,3-1 11 0,1 0 7 0,-2 5 3 0,5 1 10 16,-3 6 14-16,5 6 7 0,7 9 2 16,-1 8-14-16,2 14-6 0,1 4-7 15,-4 2-12-15,-8 1-8 0,-5-4-10 16,-6-1-3-16,-2 0-1 0,-8-2 3 0,-2-4-2 16,-1 2-23-16,-2-2-2 0,-7-6-8 15,1-3-32-15,-4-3-57 0,-2-5 0 0,3-10 0 16,0-6 0-16,3-4 0 15,-3-5 0-15,-4-12 0 0,5-7 0 0,4-2 0 16,7-8 0-16,4-8 0 0,13-12 0 0,2-5 0 16,6 0 0-16,2 7 0 0,2 8 0 0,-4 7 0 15,-4 12 0-15,-2 10 0 16,0 3 0-16,0 7 0 0,-2 7 0 0,1 4 0 16,5 3 0-16,2 7 0 0,6 11 0 15,2 2 0-15,7 8 0 0,-2 2 0 0,5-2 0 16,2 0 0-16,-3-2 0 0,2 0 0 15,-9-11-1-15,-1-1-190 0,-2-4-85 0,-1-3-106 16,-1-5-138-16,-1-1-169 0,-3-5-187 16,-2-1 88-16,3-3-732 0,-4-3-964 15</inkml:trace>
  <inkml:trace contextRef="#ctx0" brushRef="#br0" timeOffset="15580.11">25763 2522 4398 0,'0'-12'130'16,"0"5"41"-16,0 7 27 0,-2-10 51 0,2 10 21 15,0-7 20-15,0 7 2 0,2-7-21 16,-2 7-28-16,0 0-25 0,9-5-18 0,-9 5-24 16,0 0-14-16,31 10-14 0,-10-1-12 15,4 6-17-15,-3 4-12 0,3 3-10 16,-4 5-10-16,-4-1-6 0,-2 3-3 0,-3 4-8 16,-7 0-70-16,-5-4 0 0,-5 4 0 15,-5-1 0-15,-4-1 0 0,-2-2 0 0,-4-2 0 16,-2 0 0-16,1-3 0 0,-2-5 0 15,2 1 0-15,2-5 0 0,5-3 0 0,3-3 0 16,2-4 0-16,1 0 0 16,-2-3-152-16,10-2-537 0,0 0-186 0,-14-9-42 15,11 3 101-15,3-6-797 0,6 0-1052 16</inkml:trace>
  <inkml:trace contextRef="#ctx0" brushRef="#br0" timeOffset="15814.64">26543 2767 4893 0,'0'0'198'0,"0"0"-6"0,0 0 23 0,0 0 62 15,0 0 38-15,-11 21 20 0,-8 1 6 0,-3 0-17 16,-3 5-25-16,-7 6-29 16,-1 2-24-16,1-2-23 0,1 6-160 0,1-3-63 15,1 0 0-15,10-9 0 0,-1 0 0 16,4-1 0-16,-2-2 0 0,9-8 0 0,4-7 0 15,-1 4-137-15,1-7-238 0,3 0-115 16,2-6-147-16,0 0-203 0,0 0 5 16,0 0 85-16,27-29-654 0,-4 8-855 0</inkml:trace>
  <inkml:trace contextRef="#ctx0" brushRef="#br0" timeOffset="16263.79">26843 2588 4381 0,'0'0'330'16,"-4"-12"17"-16,4 12 25 0,-2-7 18 16,2 7 4-16,0 0-9 0,0 0-39 15,4-13-26-15,-4 13-30 0,12-7-35 0,-5 7-30 16,-7 0-69-16,23-2-156 0,-23 2 0 16,26 8 0-16,-10 0 0 0,2 5 0 0,-7 1 0 15,2 13 0-15,-1 0 0 16,-7-1 0-16,-1-2 0 0,-2 1 0 0,-2 1 0 15,-2 1 0-15,0 1 0 0,-4 4 0 16,3-1 0-16,-4-6 0 0,5-2 0 0,1-5 0 16,-3-1 0-16,-2 0 0 0,5-5 0 15,-1 0 0-15,-2 0 0 0,-2-2 0 0,5 0 0 16,-10 2 0-16,6-5 0 0,-3 2 0 16,3-1 0-16,-2-1 0 0,4 0 0 0,-1-2 0 15,4-5 0-15,-7 8 0 0,7-8 0 16,-4 7 0-16,4-7 0 0,0 0 0 0,0 0 0 15,0 0 0-15,30 2 0 0,-11-5 0 16,4-1 0-16,-4 2 0 0,6-1 0 0,-1-2 0 16,1 3 0-16,0-1 0 15,-2 3 0-15,-4-2 0 0,-3 1 0 0,-4 1 0 16,2 0 0-16,-3 0 0 0,-11 0 0 16,16-2 0-16,-16 2 0 0,8 3 0 0,-8-3-596 15,0 0-420-15,0 0 97 0,-25 12-1006 16,3-2-1346-16</inkml:trace>
  <inkml:trace contextRef="#ctx0" brushRef="#br0" timeOffset="17314.89">25008 3830 5704 0,'0'-13'83'0,"0"2"23"0,0 3 22 0,0 1 22 0,0 7 19 0,-2-8-5 0,2 8-2 0,0 0 31 0,0 0 38 0,0 0-1 16,0 0-8-16,-3 34-24 0,3-21-20 15,-2 5-9-15,0 0-65 0,2 1-104 16,0 0 0-16,-3 1 0 0,3-1 0 16,-4 0 0-16,2 0 0 0,1-4 0 15,-1 2 0-15,2-2 0 0,-2-4 0 0,2-2 0 16,0 2 0-16,0-3 0 0,0-8 0 16,4 4 0-16,-4-4 0 0,0 0 0 0,0 0 0 15,28-16 0-15,-16 9 0 0,-1 1 0 16,2 2 0-16,-1 0 0 0,-1 2 0 0,-11 2 0 15,25 2 0-15,-14 2 0 0,7 3 0 16,-5 3 0-16,3 3 0 0,-5 0 0 16,1 2 0-16,-3 2 0 0,-2-3 0 15,-1 0 0-15,-4-2 0 0,-2 1 0 0,-2-1 0 16,-4 1 0-16,-1 0 0 0,0-1 0 16,-9 0 0-16,-1-2 0 0,2 1 0 0,-7-3 0 15,4-1 0-15,-2 0 0 0,1-2 0 16,2-1 0-16,0-2 0 0,2 0 0 0,-1-6 0 15,3 0 0-15,1-1 0 0,3-5-693 16,4-4-313-16,6-5 109 0,5-2 89 0,10-9-820 16,11-8-1067-16</inkml:trace>
  <inkml:trace contextRef="#ctx0" brushRef="#br0" timeOffset="17563.64">25509 3891 5023 0,'12'-6'317'0,"-7"3"35"0,-5 3 27 0,10-4 10 16,-10 4 22-16,0 0-14 0,10-5-34 15,-10 5-43-15,0 0-80 0,0 0-240 0,27 18 0 16,2-3 0-16,3 4 0 0,11 9 0 16,-2 3 0-16,-5 1 0 0,0 2 0 0,-11 0 0 15,-7-6 0-15,-7 1 0 0,-4-4 0 16,-6-2 0-16,-4-1 0 0,-6 0 0 0,-2 8 0 16,-4-7 0-16,-4 2 0 0,0-6 0 15,-1-3 0-15,4-3 0 0,-4-5 0 16,2 0 0-16,0-4 0 0,-1 0 0 0,0-6 0 15,4 0 0-15,0-6 0 0,3 2-237 16,3-7-645-16,-1-5-78 0,9 1 101 16,2-1-928-16,7-14-1215 0</inkml:trace>
  <inkml:trace contextRef="#ctx0" brushRef="#br0" timeOffset="18046.47">26369 3984 5576 0,'2'-10'383'0,"-2"10"17"16,0 0 10-16,0 0 22 0,0 0-5 16,0 0-23-16,0 0-245 0,0 0-159 15,0 0 0-15,0 0 0 0,0 0 0 0,0 0 0 16,22 14 0-16,-10-7 0 0,3-1 0 16,2 2 0-16,0-4 0 0,0 2 0 0,1-4 0 15,-5 2 0-15,0-4 0 0,-3 3 0 16,-3-1 0-16,-7-2 0 0,18 2 0 0,-18-2 0 15,11 4 0-15,-7 2 0 0,-2 0 0 16,-2 5 0-16,-2 4 0 0,-2 0 0 0,-2 6 0 16,3 1 0-16,-4-1 0 0,4 3 0 15,-3-2 0-15,2-1 0 0,3-3 0 16,-1 1 0-16,0-2 0 0,0-1 0 16,0-3 0-16,0-3 0 0,0 2 0 0,2-3 0 15,-1-1 0-15,1 2 0 0,-3-3 0 0,1 1 0 16,-2-1 0-16,-1 2 0 0,-4 1 0 15,-2 2 0-15,0-4 0 0,4 1 0 16,0-2 0-16,-4 1 0 0,8-3 0 0,-3 1 0 16,6-6 0-16,-7 8 0 0,7-8 0 15,-2 7 0-15,2-7 0 0,0 0 0 16,7 7 0-16,-7-7 0 0,17 1 0 0,-17-1 0 16,16 0 0-16,-16 0 0 0,12-1 0 15,-12 1 0-15,11 1 0 0,-11-1 0 16,9 2 0-16,-9-2 0 0,5 5-52 0,-5-5-847 15,4 7-69-15,-4-7 95 0,0 7-963 16,0-7-1263-16</inkml:trace>
  <inkml:trace contextRef="#ctx0" brushRef="#br0" timeOffset="18329.05">24442 4942 5604 0,'-27'-7'267'0,"7"-3"-2"0,4 6 11 0,9-1 10 0,3 0 0 0,4 5 18 0,28-15 28 0,35 5 21 0,45 2-135 0,34 4-218 15,28 1 0-15,67-1 0 0,7-2 0 16,-4 0 0-16,-3 4 0 0,-54-4 0 0,49 0 0 16,-63-1 0-16,-8-2 0 0,-18-5 0 15,-20 2 0-15,-39 2 0 0,-14 1 0 0,-12-1 0 16,-17 1 0-16,-9 1 0 0,-9-2 0 15,-10 4-158-15,-6 0-112 0,-5-1-22 0,-6 0-49 16,-1 0-79-16,-10 0-75 0,-6-1-135 16,-15 1-156-16,-7 2 52 0,0 1-649 15,-5 2-835-15</inkml:trace>
  <inkml:trace contextRef="#ctx0" brushRef="#br0" timeOffset="19078.45">26464 4110 4085 0,'2'-5'71'0,"-2"5"12"0,0 0 6 0,2-9 20 0,-2 9 34 0,0 0 28 0,0 0 25 15,0 0 8-15,0 0 2 0,3-7-5 0,-3 7-5 16,0 0 0-16,0 0-9 0,0 0-7 16,6-6-12-16,-6 6-7 0,12-6-15 0,-5 0-10 15,3 0-16-15,-1 0 1 0,3-3 2 16,-1 1 10-16,-4 0 7 0,2 2 8 0,-2-1 4 15,0 2 6-15,-1-1-6 0,-1 3-136 16,-2-3-16-16,-3 6 0 0,8-5 0 0,-8 5 0 16,0 0 0-16,0 0 0 0,0 0 0 15,-10 32 0-15,2-3 0 0,-1 3 0 0,0 4 0 16,-2-1 0-16,0 2 0 16,0 2 0-16,3-1 0 0,1 1 0 0,1-4 0 15,-1-2 0-15,3-6 0 0,-3-6 0 16,6-2 0-16,-3-4 0 0,0-1 0 0,2-2 0 15,1-2 0-15,-1-2 0 0,-2-1 0 16,2 0 0-16,2-7 0 0,-5 13 0 0,2-9 0 16,3-4 0-16,-8 11 0 0,5-7 0 15,3-4 0-15,-11 6 0 0,7 0 0 16,4-6 0-16,-7 5 0 0,7-5 0 0,-3 6 0 16,3-6 0-16,0 0 0 0,0 0 0 15,17 8 0-15,2-6 0 0,2 0 0 16,6-2 0-16,2 0 0 0,-1-2 0 0,-1 0 0 15,0 0 0-15,-2-2 0 0,-7 0 0 16,2 1 0-16,-6-1 0 0,-2 0 0 16,-1-2 0-16,-7 2-768 0,-2 0-230 0,-2 4 118 15,0 0-1006-15,2-11-1309 0</inkml:trace>
  <inkml:trace contextRef="#ctx0" brushRef="#br0" timeOffset="23133.8">15064 4408 2862 0,'-19'-3'151'0,"19"3"0"0,0 0-14 0,-19 5 12 16,12-1 20-16,-6 6 11 0,2 0 1 0,-2 4-11 16,0-1-1-16,0 4 5 0,2 0-1 0,0-3-6 15,4 1-7-15,3-3-4 0,0 1-8 16,0-3 1-16,4-2 3 0,2 1 6 15,3-1 11-15,-2 1-6 0,3-1 4 16,1 4 0-16,4-4-3 0,3 2-4 0,-1-3-10 16,6 1-5-16,14 3 12 0,-5-6-4 15,16-3-12-15,8-6-13 0,16-4-13 0,3-4-7 16,8-3-14-16,19-9-11 0,-8-1-8 16,-1 2-8-16,-26 2-38 0,-2 1-29 15,-10-1 0-15,-5 1 0 0,-4 2 0 0,-10 2 0 16,-1-1 0-16,-6 2 0 15,-6 3 0-15,-2 2 0 0,-5 2 0 0,-1 0 0 16,-4 1 0-16,3 1 0 0,-4 0 0 16,1 3 0-16,-7 3 0 0,11-9 0 0,-9 5 0 15,-2 4 0-15,7-2 0 0,-7 2 0 16,0 0 0-16,0 0 0 0,0 0 0 0,0 0-30 16,0 0-541-16,-18 16-159 0,13-10-212 15,-5-3 83-15,-2 2 103 0,3-1-708 0,-3 0-911 16</inkml:trace>
  <inkml:trace contextRef="#ctx0" brushRef="#br0" timeOffset="23595.09">16724 4821 4378 0,'-6'5'123'0,"5"-3"13"0,1-2 18 0,0 0 37 0,0 0 25 0,0 0 14 0,45-17-10 0,-17 3-2 16,10 0-12-16,8-3-16 0,2-1-13 15,0-1-23-15,-5 0-13 0,-6 5-15 0,-3 2-16 16,-9 3-6-16,-5 1-17 15,-6 3-5-15,-1-2-13 0,-1 4-12 0,-2-3-21 16,-3 2-22-16,-2 2-43 0,-5 2-38 16,11-5-55-16,-11 5-64 0,5-4-85 15,-5 4-104-15,8-3-136 0,-8 3-193 0,0 0-76 16,0 0 80-16,0 0-550 0,0 0-710 16</inkml:trace>
  <inkml:trace contextRef="#ctx0" brushRef="#br0" timeOffset="25280.04">28568 2760 1735 0,'-6'6'295'0,"6"-6"-38"0,-9 5-23 0,9-5-21 0,-10 3 19 0,10-3-12 0,-10 5-7 0,10-5-6 0,-7 3 3 0,7-3 8 16,0 0 5-16,-12 6 7 0,12-6 18 16,-6 3-14-16,6-3 17 0,0 0 12 0,0 0 8 15,0 0-27-15,0 0-19 0,0 0-19 16,-11-12-24-16,11 4-11 16,4-4-16-16,2-4-11 0,1-4-10 0,9-8-17 15,-2 1-11-15,0 1-4 0,7 1-5 16,-2 2-10-16,-1 2-9 0,-4 7-8 0,0 1-9 15,-1 5-5-15,3 2-3 0,-3 4-7 16,0 2-4-16,4 2-5 0,1 7-13 0,4 9-24 16,-1 3 0-16,1 4 0 0,-6 5 0 15,0 1 0-15,-3 0 0 0,-3 2 0 16,-3 1 0-16,-3-5 0 0,-2-4 0 0,-4 1 0 16,0-1 0-16,0-2 0 0,1-4 0 15,-3-1 0-15,-1-3 0 0,3-3 0 16,1 0 0-16,-1-3 0 0,2-1 0 15,0-8 0-15,-4 9 0 0,4-9 0 0,0 0 0 16,0 0 0-16,0 0 0 0,16-35 0 16,-3 7 0-16,10-7 0 0,2-5 0 0,2 2 0 15,-2 4 0-15,0 7 0 0,-2 1 0 16,2 5 0-16,-2 3 0 0,-6 3 0 0,1 6 0 16,-4 4 0-16,-2 2 0 0,1 3 0 15,2 6 0-15,-1 3 0 0,-1 5 0 16,3 11 0-16,-5-4 0 0,1 8 0 0,-3 0 0 15,-4 2 0-15,1-6 0 0,-2-3 0 16,-1 3 0-16,0-2 0 0,-1-3 0 16,0-3 0-16,-2 2 0 0,2-2 0 15,-2-3 0-15,0-2 0 0,2-4 0 0,-2 1 0 16,0-1 0-16,0-8 0 0,0 12 0 16,1-5 0-16,-1-7 0 0,4 7 0 0,-4-7 0 15,0 0 0-15,0 0 0 0,0 0 0 16,0 0-624-16,14-22-249 0,-10 12-57 0,-1-3 79 15,1-2-820-15,-2-2-1107 0</inkml:trace>
  <inkml:trace contextRef="#ctx0" brushRef="#br0" timeOffset="25663.69">29486 2009 4782 0,'2'-13'-51'0,"0"1"63"0,0 4 54 0,0-2 48 0,2 3 48 0,-2 1 34 0,-2 6 21 0,3-12-17 16,-1 6-18-16,-2 6-18 0,4-7-20 0,-4 7-7 15,0 0 18-15,0 0 2 16,6 23-3-16,-5-6 10 0,1 5-5 0,0 5-15 15,1 10-5-15,-3 1 21 0,4 1-10 16,-3-1-10-16,-1-2-12 0,0 1 2 16,-1-8-44-16,1-2-86 0,-2-6 0 0,2 0 0 15,-2-5 0-15,-1 3 0 0,3-7 0 16,0 0 0-16,-2-5 0 0,2 3 0 0,0-2 0 16,0-8 0-16,0 11 0 0,0-11 0 15,2 10 0-15,-2-10 0 0,0 0 0 16,0 0-11-16,0 0-499 0,20-15-125 0,-11 4-201 15,-1-2-58-15,3 2 85 0,-2 1-720 16,0 0-974-16</inkml:trace>
  <inkml:trace contextRef="#ctx0" brushRef="#br0" timeOffset="26078.31">29953 2162 4160 0,'-10'-7'-20'16,"10"7"48"-16,-7-3 22 0,7 3 22 16,0 0 29-16,0 0 33 0,-23 8 16 15,13 2 10-15,3 2 9 0,-2 5 12 0,-1 2 1 16,0 0 7-16,3 11 3 0,1-5-2 16,2-4-14-16,2-3 2 0,2 3-6 0,2-2-1 15,2-1-11-15,4 3-5 16,-1-3-4-16,3-7-14 0,0 2-7 0,3-3-11 15,2-3-11-15,0-2-5 0,3-2 7 16,-2-1 3-16,4-4-6 0,-2-1-3 16,3-4-45-16,1-1-59 0,3-10 0 0,-3 0 0 15,-5-3 0-15,1-1 0 0,-7 2 0 16,0-9 0-16,-4 3 0 0,0 9 0 0,-3-1 0 16,-2 1 0-16,-1 3 0 0,-1 2 0 15,-1-2 0-15,-3 6 0 0,-2-2 0 16,-2 4 0-16,-3 1 0 0,0 3 0 0,-3 1 0 15,3 1 0-15,11 0-135 16,-27 5-325-16,18 0-98 0,-1-1-138 0,4-3-214 16,6-1 79-16,-5 7 95 0,5-7-579 15,0 0-771-15</inkml:trace>
  <inkml:trace contextRef="#ctx0" brushRef="#br0" timeOffset="26432.05">30384 2150 3881 0,'-2'-9'79'0,"2"9"47"16,0 0 30-16,0 0 11 0,-4-10-13 15,4 10-15-15,0 0-9 0,0 0 5 16,0 0-2-16,-10 22 7 0,6-5-6 16,1 1-2-16,-1 4 5 0,0 0 3 0,4 5 0 15,0-4 3-15,6 9-4 0,-1 0-11 16,6-9-5-16,-4-3 3 0,0-3 6 0,3-2-3 15,-2-3 10-15,1-2 11 0,0-1 2 16,4-4 4-16,-4-2 3 0,0-1-6 16,-9-2-5-16,19-5 8 0,-8 0-21 0,1-2-135 15,0-3 0-15,-1-4 0 16,1-3 0-16,-3-2 0 0,0-10 0 0,-1 4 0 0,-2 3 0 16,-2 1 0-16,-1 1 0 0,-3 3 0 15,2 3 0-15,-4 3 0 0,1 0 0 16,-7 2 0-16,3 2 0 0,-7 4-171 15,-1 2-224-15,-5 2-73 0,1 6-82 16,2-2-137-16,2 2-185 0,1 4 76 0,4-5-650 16,3 1-896-16</inkml:trace>
  <inkml:trace contextRef="#ctx0" brushRef="#br0" timeOffset="26777.82">30493 2319 4209 0,'0'0'50'0,"0"0"63"0,0 0 51 0,0 0 42 16,0 0 20-16,0 0 2 0,0 0-11 15,0 0-11-15,0 0-19 0,0 0-20 16,2 15 32-16,0-5 15 0,-1 4-4 16,5 1-13-16,0 9-11 0,-5 0 9 0,5 12 8 15,-2 2 21-15,2 1-3 0,-4-2-11 16,0-1-51-16,-2-6-159 0,-2-4 0 16,0-2 0-16,0-2 0 0,-1-3 0 0,0-2 0 15,-1-2 0-15,0-3 0 0,3 0 0 16,-1-1 0-16,-4-3 0 0,1-1 0 0,-2-4 0 15,-4 1 0-15,11-4 0 16,-25 0 0-16,10-4 0 0,-2-1 0 0,-5-2 0 0,2-1 0 16,1-3 0-16,-2 3 0 15,2 0 0-15,3 2 0 0,2 1 0 0,-2 0 0 16,3 0 0-16,2 1 0 0,-1 0 0 16,3 0 0-16,3 1 0 0,6 3 0 0,-12-4 0 15,12 4-337-15,-5-7-708 0,5 7 74 16,3-10 115-16,5 3-838 0,4 0-1130 15</inkml:trace>
  <inkml:trace contextRef="#ctx0" brushRef="#br0" timeOffset="27278.4">30936 2418 4784 0,'-3'-8'54'0,"3"8"37"0,-6-4 10 0,6 4 4 0,0 0 1 0,0 0 26 0,0 0 56 16,0 0 30-16,-19 22 6 0,13-2 7 15,-1 9-14-15,-2 6-11 0,0 0-7 16,2 2-20-16,-1-2-7 0,0 2-12 0,1-1-13 16,-1-4-17-16,3-8-12 0,-1-3-10 15,2-4-11-15,0-3-6 0,-2-2-9 16,5 0-31-16,-1-2-51 0,-2-2 0 0,2-1 0 15,2-7 0-15,-2 7 0 0,2-7 0 16,0 0 0-16,0 0 0 0,0 0 0 16,0 0 0-16,17-22 0 0,-12 13 0 15,6-1 0-15,-2-2 0 0,-2 5 0 0,3-1 0 16,-2 2 0-16,1 0 0 0,3 2 0 16,1 3 0-16,-13 1 0 0,25 5 0 0,-10 1 0 15,-3 0 0-15,1 4 0 0,-3 2 0 16,-1 0 0-16,-5 4 0 0,-1-1 0 0,-3 3 0 15,-1-1 0-15,-5 3 0 0,-1 1 0 16,-3-4 0-16,-2 1 0 0,0-2 0 16,0-1 0-16,-1-1 0 0,1-4 0 15,0-1 0-15,0 0 0 0,0-3 0 0,0-2 0 16,4-3 0-16,8-1 0 0,-18 2 0 16,4-5 0-16,5-4 0 0,-2-2 0 15,0-3 0-15,4-6 0 0,1-3 0 0,6-3-868 16,6-13-137-16,-2 0 102 0,3-3-939 15,5-7-1267-15</inkml:trace>
  <inkml:trace contextRef="#ctx0" brushRef="#br0" timeOffset="27827.53">31150 2164 4683 0,'2'-12'-123'0,"-1"-1"84"0,3 2 71 0,1 1 52 0,0 2 51 0,1 0 45 15,-1 1 27-15,1 1 15 0,-1 2-17 16,-5 4-23-16,13-8-16 0,-13 8 23 0,11 0 10 16,-11 0 3-16,13 10-1 0,-5 1 3 15,-3 3 8-15,-1 2-5 0,-2-1-2 16,0 2 1-16,-4 2 3 0,0-2-10 0,-3 4-175 15,-3-3-24-15,1 2 0 16,-3-4 0-16,0 1 0 0,-4-3 0 0,3-3 0 16,2-3 0-16,-1 0 0 0,-1-6 0 15,0 3 0-15,1-5 0 0,10 0 0 0,0 0 0 16,-26-9 0-16,17-4 0 0,6 0 0 16,1-4 0-16,4-8 0 0,5-4 0 0,3-2 0 15,1 4 0-15,-1 7 0 0,0 3 0 16,-5 3 0-16,1 5 0 0,-1-1 0 15,-1 5 0-15,3 2 0 0,-7 3 0 0,0 0 0 16,20 8 0-16,-10 0 0 0,-1 5 0 16,2 3 0-16,5 7 0 0,-1-4 0 15,2 3 0-15,0 1 0 0,-3-5 0 16,4 3 0-16,0-8 0 0,-2-1 0 0,-2-2 0 16,4-5 0-16,0 3 0 0,-2-4 0 15,-1-2 0-15,1-4 0 0,2-1 0 0,0-2 0 16,1-3 0-16,0-5 0 0,4-7 0 15,-2-2 0-15,-3-2 0 0,0-3 0 16,-5 6 0-16,-5 6 0 0,0-1 0 0,-8 6 0 16,-2 3 0-16,-7 0-357 0,-3 6-714 15,-8-1 127-15,0 4-1035 0,-16 6-1397 16</inkml:trace>
  <inkml:trace contextRef="#ctx0" brushRef="#br0" timeOffset="33195.03">10059 12279 758 0,'0'0'144'0,"-9"1"-13"0,9-1-9 0,0 0 1 0,0 0-5 0,0 0-10 0,0 0-13 16,0 0-9-16,-9 2 0 0,9-2 2 16,0 0 4-16,0 0 3 0,0 0 0 15,0 0 2-15,0 0 6 0,0 0 9 16,0 0 5-16,0 0 2 0,0 0-1 0,0 0-2 16,0 0-3-16,30 5 2 0,-30-5-5 15,21 4-3-15,-8-4 1 0,0 0-10 0,1 2-3 16,1-2 0-16,3 0-7 0,-4 3-1 15,4-2 2-15,1-1 0 0,-2 2-8 0,1 0-2 16,-4-2 1-16,2 0-4 0,1 0-7 16,-3 0-7-16,0 2 4 0,0-2-10 15,-1-2 4-15,3 4-4 0,-1-2-4 16,-3 0 1-16,4 2-13 0,-3-2 5 0,3 0-11 16,0 0 11-16,-2 3-3 0,1-3 5 15,3 2-3-15,-3-4 5 0,-15 2-3 16,26 2 2-16,-12-2-2 0,-14 0-3 0,21 0-2 15,-10 0-5-15,-11 0-1 0,22 0-1 16,-22 0-10-16,16 0 2 0,-16 0-1 0,20 0-7 16,-20 0-2-16,16 0 1 0,-16 0-1 15,22 1 0-15,-22-1-4 0,15 0-8 0,-5 2 5 16,-10-2-1-16,16 0-1 0,-16 0 0 16,18 0-2-16,-18 0 0 0,14 2 4 0,-14-2-5 15,12 0-2-15,-12 0 2 0,0 0-1 16,15 2-3-16,-15-2-4 0,0 0 3 15,14 1 3-15,-14-1 1 0,0 0 2 16,15 2-4-16,-15-2 0 0,12 2 1 16,-12-2 2-16,13 0-3 0,-13 0 2 0,16 3-3 15,-16-3 4-15,12 0-2 0,-12 0 3 16,16 1-9-16,-16-1 8 0,0 0-3 0,20-1-5 16,-20 1 7-16,13 0-6 0,-13 0 6 15,0 0-3-15,14 0 1 0,-14 0-4 0,0 0 5 16,18 1-3-16,-18-1-2 0,15 2 4 15,-15-2 1-15,14 0 2 0,-14 0-3 16,14 0 3-16,-14 0 0 0,18 0-1 16,-18 0-3-16,15 0 2 0,-15 0-4 0,13 2 2 15,-13-2-3-15,0 0 2 0,15 0 1 16,-15 0-1-16,0 0 1 0,18 2 1 16,-18-2-2-16,13 0-1 0,-13 0 4 0,14 0 0 15,-14 0-4-15,14 2 3 0,-14-2-3 16,18 0 5-16,-18 0-3 0,15-2 3 0,-15 2-3 15,14 0 2-15,-14 0-2 0,13 0 1 16,-13 0 2-16,11 0-4 0,-11 0 5 0,13 2-4 16,-3-2-2-16,-10 0-1 15,15 0 3-15,-5 1 1 0,-10-1-5 0,17 0 8 16,-8 0-4-16,-9 0 1 0,20 2-2 0,-20-2 2 16,16 0-2-16,-10 2 1 0,-6-2-2 15,12 0 3-15,-12 0 0 0,0 0 1 0,15 0 2 16,-15 0-3-16,0 0 3 15,16 1-7-15,-16-1 5 0,11-1-4 0,-11 1 2 16,12 0 0-16,-12 0 2 0,16 0-3 16,-7 0 0-16,-9 0 0 0,16 0-2 0,-16 0 3 15,13 0-3-15,-13 0 0 0,12 1 4 16,-12-1-2-16,0 0 2 0,13-1-3 0,-13 1 7 16,0 0-3-16,9 0-1 15,-9 0 2-15,0 0-1 0,0 0 3 0,18 0-3 16,-18 0 2-16,9-2-1 0,-9 2 3 0,0 0-1 15,18 0-1-15,-18 0 0 0,9 0-1 16,-9 0-2-16,0 0 1 0,0 0-3 16,14 0 0-16,-14 0 2 0,0 0-1 15,0 0-5-15,0 0 3 0,9-2 0 0,-9 2-2 16,0 0 2-16,0 0 2 0,0 0-2 16,0 0 5-16,0 0 3 0,0 0 5 0,0 0 12 15,0 0 6-15,0 0-3 0,0 0 11 16,0 0-3-16,0 0 3 0,-48 2-2 0,37-2-4 15,11 0 1-15,-31 0-4 0,16 0 1 16,-2 0 0-16,-1 0-3 0,-2-2-3 16,3 2 1-16,-3-1-5 0,5 1 2 15,-4-2 1-15,2 0 2 0,0 0-3 0,2 2 4 16,-3-3 2-16,4 3 2 0,-4-3 11 16,2 3 22-16,5-4-1 0,-2 4 3 0,0-1-6 15,0-1 2-15,-1 0-4 0,14 2-7 16,-27-3-8-16,16 1-1 0,-2-1 2 15,-1 3-7-15,1-2-2 0,1-2-9 0,-1 4-1 16,0-3 3-16,-1 0-5 0,2 3-9 16,-1-4 6-16,-3 2-4 0,4 0 3 0,-1 0-7 15,-1-1 4-15,1 2-4 0,2-2 0 16,-1 0 6-16,-1 2 2 0,13 1-2 16,-25-4-1-16,16 2 5 0,-5 0-8 0,14 2 3 15,-18-2 1-15,7 0 5 0,-2 2-7 16,4-2-1-16,-5 0 0 0,14 2-4 15,-21-2-2-15,12 0 5 0,9 2 1 0,-21 0-8 16,10-1 4-16,0 0 4 0,-2 1 0 16,2-3 3-16,-3 3-3 0,14 0 2 0,-22 0-6 15,8 0 7-15,3-2-3 0,-2 2-3 16,1-2 6-16,12 2-8 0,-21 0 3 0,10-2 6 16,11 2-6-16,-19 0 0 0,9 0-1 15,10 0-1-15,-21 0 1 0,12-2-1 16,9 2 2-16,-18 0 1 0,7 0-2 0,11 0-2 15,-18 0 1-15,18 0-1 0,-18 0 2 16,9-2-2-16,9 2-6 0,-16 2 10 16,16-2-7-16,-19 0 0 0,10 0-1 0,9 0 2 15,-19 0-1-15,9 0-6 0,10 0 5 16,-18 2-1-16,7-2 10 0,11 0-11 16,-16 0 1-16,16 0-3 0,-16 0 6 0,16 0-1 15,-15 0 0-15,15 0 1 0,-14 2 2 16,14-2 0-16,-16 0-1 0,16 0 6 0,-18 0-2 15,18 0 0-15,-13 2-3 0,13-2-3 16,-15 0 3-16,5 2-1 0,10-2-3 0,-17 0 2 16,17 0 2-16,-13 0-1 15,13 0 3-15,-14 3-6 0,14-3 6 0,-9 1-4 16,9-1-4-16,0 0-2 0,-17 0 7 16,17 0-5-16,0 0-1 0,-10 1 1 0,10-1 1 15,0 0-2-15,-11 2 7 0,11-2-8 16,0 0 0-16,0 0 0 0,-11 0 0 0,11 0 0 15,0 0 0-15,0 0 0 0,0 0 0 16,0 0 0-16,-10 2 0 0,10-2 0 0,0 0 0 16,0 0 0-16,0 0 0 0,0 0 0 15,0 0 0-15,0 0 0 0,0 0 0 16,0 0 0-16,0 0 0 0,0 0 0 16,0 0 0-16,0 0 0 0,0 0 0 0,0 0 0 15,21 8 0-15,-12-6 0 0,3 0 0 16,-1 2 0-16,2-3 0 0,3 2 0 15,-1 1 0-15,2-1 0 0,1 3 0 0,4-2 0 16,-1 0 0-16,4 2 0 0,0-1 0 16,9 4 0-16,-5-4 0 0,-5 1 0 0,9 1 0 15,-4-2 0-15,-5 1 0 0,-1-1 0 16,2 1 0-16,2 0 0 0,5 0 0 0,-1 0 0 16,-6-1 0-16,-2-2 0 0,2 0 0 15,0 1 0-15,0-2 0 0,0-1 0 0,0 3 0 16,-1-3 0-16,1 1 0 0,0 2 0 15,-4-4 0-15,6 1 0 0,-3 1 0 0,-3 0 0 16,4 0 0-16,-3-1 0 16,-2 1 0-16,1 0 0 0,0-1 0 0,2 3 0 15,-4-3 0-15,2 1 0 0,1 2 0 16,0-1 0-16,-3-1 0 0,0-1 0 0,-2 1 0 16,-1 0 0-16,-1 0 0 0,-2-1 0 15,0-1 0-15,-3 2 0 0,0-2 0 0,-10 0 0 16,18 3 0-16,-7-3 0 0,-11 0 0 15,14-3 0-15,-14 3 0 0,22 0 0 16,-15 0 0-16,-7 0 0 0,16 0 0 16,-5-2 0-16,-11 2 0 0,14 0 0 0,-14 0 0 15,12 0 0-15,-12 0 0 0,0 0 0 16,13 0 0-16,-13 0 0 0,0 0 0 16,0 0 0-16,14-1 0 0,-14 1 0 0,0 0 0 15,0 0 0-15,8-2 0 0,-8 2 0 16,0 0 0-16,0 0 0 0,0 0 0 0,0 0 0 15,0 0 0-15,0 0 0 0,0 0 0 16,0 0 0-16,0 0 0 0,0 0 0 0,0 0 0 16,0 0 0-16,0 0 0 0,0 0 0 15,0 0 0-15,0 0 0 0,-41-2 0 0,26 2 0 16,-4-2 0-16,-8 1 0 0,-2-1 0 16,-14-1 0-16,-18-1 0 0,-2-1 0 0,-5-2 0 15,-7 2 0-15,3-4 0 16,-7 3 0-16,2 0 0 0,-4 2 0 0,4-3 0 15,2 0 0-15,8 3 0 0,3-1 0 16,14 3 0-16,8 0 0 0,-2 1 0 0,12-2 0 16,3 3 0-16,0 0 0 0,7 0 0 15,1 0 0-15,2 0 0 0,-2 0 0 0,0 0 0 16,5 0 0-16,3 0 0 0,-1 3 0 16,14-3 0-16,-22 0 0 0,8 0 0 15,14 0 0-15,-16 1 0 0,16-1 0 16,-14 0 0-16,14 0 0 0,0 0 0 0,-17 2 0 15,17-2 0-15,-10 0 0 0,10 0 0 0,0 0 0 16,-15 2 0-16,15-2 0 16,0 0 0-16,0 0 0 0,-14 2 0 0,14-2 0 15,0 0 0-15,0 0 0 0,-11 2 0 16,11-2 0-16,0 0 0 0,0 0 0 0,0 0 0 16,0 0 0-16,0 0 0 0,-12 0 0 15,12 0 0-15,0 0 0 0,0 0 0 0,0 0 0 16,0 0 0-16,0 0 0 0,0 0 0 15,0 0 0-15,0 0 0 0,0 0 0 16,0 0-16-16,0 0-522 0,-13-4-199 16,13 4-225-16,0 0 95 0,0 0 101 0,0 0-698 15,0 0-913-15</inkml:trace>
  <inkml:trace contextRef="#ctx0" brushRef="#br0" timeOffset="35659.79">9747 9828 3792 0,'-13'-1'-188'0,"1"-1"34"0,12 2 20 0,-11-4 12 0,11 4 12 0,0 0 11 0,0 0 10 0,43-8 7 16,2 5 20-16,16-1 10 0,11 1 6 15,8-1 5-15,8 1 5 0,3 3 4 0,3-2 4 16,-7 4 2-16,-5-2 6 0,-7 2 2 16,-9-2 0-16,-16 1 0 0,-8 1 5 15,-12-2 0-15,-7 0 4 0,-4 0 0 16,-7 0 2-16,-12 0-1 0,0 0 8 0,0 0-4 15,0 0 3-15,-56-3 15 0,8 1-2 16,-15-2 8-16,0 2 7 0,-3 1 9 0,14-2 2 16,3 3 3-16,7 0 4 0,9-2 6 15,11 2 8-15,3-2-7 0,8 0 0 16,2 1-6-16,9 1-3 0,0 0-7 0,0 0-4 16,49-5-2-16,-6 0-2 0,7 3-9 15,15-2-37-15,-1 2-46 0,1 1-56 0,-13-2-72 16,-1 3-73-16,-4-6-167 0,-6 2-229 15,-9 1-157-15</inkml:trace>
  <inkml:trace contextRef="#ctx0" brushRef="#br0" timeOffset="38276.46">31383 3132 2037 0,'-14'2'263'0,"3"0"-54"0,11-2-51 0,-15 2-32 0,15-2-3 0,0 0 21 0,-10 4 2 0,10-4 5 0,0 0 10 16,0 0 10-16,0 0-3 0,0 0-15 0,39-8-11 16,-19 6-15-16,1 0-12 0,4-1-12 15,2 3-10-15,-1-2-8 0,-1 2-12 16,1 2-39-16,-4-4-58 0,-2 4-71 16,1 1-77-16,4 1-69 0,0 0-97 15,-2 0-144-15,-2 5-146 0,0-1 65 0,0 4-199 16,-4-3-251-16</inkml:trace>
  <inkml:trace contextRef="#ctx0" brushRef="#br0" timeOffset="38458.33">31445 3413 2256 0,'-21'4'123'16,"6"-1"38"-16,1 1 24 0,5-4 15 16,2 3 33-16,7-3 16 0,-14 3 15 15,14-3 2-15,0 0-23 0,0 0-21 0,0 0-24 16,0 0-24-16,0 0-15 15,0 0-29-15,0 0-66 0,61 0-66 0,-18 0-88 16,0 0-88-16,5 0-101 0,1-3-131 16,-1 1-227-16,1-1 2 0,1-1 71 0,-4-1-229 15,-4 1-282-15</inkml:trace>
  <inkml:trace contextRef="#ctx0" brushRef="#br0" timeOffset="38825.57">32286 3117 2444 0,'-5'-16'148'0,"2"4"58"16,-1 4 29-16,0-1 20 0,4 9 3 0,-3-10-15 15,3 10-25-15,-2-7-29 0,2 7-18 16,0 0 22-16,0 0 5 0,-16 29-10 0,12-6-4 16,-5 12 6-16,0 2-11 0,1 3-12 15,-2 0-10-15,3 0-6 0,0-2-21 16,-2-3-7-16,4-2-12 0,-3-6-20 0,5-4-7 15,-1-5-1-15,-1-3-1 0,2 2 13 16,-1-5 16-16,0-2 19 0,2-2 35 0,-1-1 21 16,1-1 6-16,2-6-14 0,0 0-16 15,0 0-19-15,0 0-12 0,-6-23-111 16,10 6-20-16,3-12 0 0,5-8 0 16,5-9 0-16,4-3 0 0,1-4 0 15,9 0 0-15,-1-3 0 0,4 5 0 0,0 4 0 16,-2 3 0-16,-1 5 0 0,-4 7 0 15,-9 6-19-15,1 7-283 0,-8 5-68 0,2 6-60 16,-6 3-38-16,-2 5-46 0,-5 0-80 16,0 0-165-16,0 0-10 0,4 19 90 15,-9-4-439-15,-1-1-587 0</inkml:trace>
  <inkml:trace contextRef="#ctx0" brushRef="#br0" timeOffset="38975.48">32236 3229 2952 0,'-16'5'-39'0,"5"-4"58"15,4 3 35-15,7-4 31 0,0 0 23 0,-14 0 11 16,14 0-11-16,0 0-10 0,0 0-14 16,0 0-12-16,0 0-41 0,0 0-57 0,31-18-69 15,-8 14-77-15,11-1-106 0,7-5-181 16,-4 4-91-16,7-2 58 0,-2-1-59 16,0-3-53-16</inkml:trace>
  <inkml:trace contextRef="#ctx0" brushRef="#br0" timeOffset="39658.69">32781 2983 1509 0,'-9'-3'75'0,"9"3"30"0,-23 0 23 16,5 3 23-16,-4 3 21 0,-6 7 6 0,-8 4 53 15,6 2 24-15,-6 10-3 0,4 0-4 16,1 2-12-16,10-5-17 0,1 3-18 0,4-1-20 16,3 1-7-16,6-5-25 0,2-2-13 15,3-3-14-15,2 0-11 0,2 0-10 16,3-2-10-16,-4 0-7 0,3-4-7 0,0-2-2 15,-2-1-8-15,3-3-5 0,1-4-6 16,-6-3-8-16,15 2-3 0,-15-2 4 0,25-9-12 16,-8-3-6-16,8-5 0 15,-6 4-8-15,-2 1-1 0,-1 2 20 16,-5 2 11-16,1-2 10 0,-5 3-7 0,1 2-5 16,-1 2-11-16,-7 3-4 0,0 0 15 15,0 0 17-15,18 8-5 0,-18-8-1 0,5 17 3 16,-3-8-11-16,2 1-4 0,-3 2-8 15,1 0-2-15,2-3-6 0,-1 1-5 16,-1 3 2-16,-1-5-3 0,3 0-2 0,-2-1 4 16,-2-7 6-16,4 12 2 0,-2-8-6 15,-2-4-10-15,0 0 2 0,0 0-10 0,0 0 3 16,39-13-7-16,-25 9 1 16,-1-4-2-16,1 2-8 0,-5 0 0 0,-1 4-5 15,-1-1 3-15,-7 3-4 0,14-4-4 16,-14 4 0-16,0 0 0 0,15 1-16 15,-15-1-29-15,0 0-35 0,12 7-43 0,-12-7-47 16,5 7-53-16,-5-7-47 0,7 6-18 16,-7-6-18-16,8 0-15 0,-8 0-19 0,16 0-23 15,-16 0-7-15,19-10 14 0,-6 3 28 16,5-6 29-16,2-6 30 0,3-3 42 16,2-4 45-16,5-6 55 0,-1-3 53 0,-2 3 64 15,-5 10 39-15,-6 4 28 0,-5 6 19 16,-3 3 0-16,-1 5 29 0,-1 0 27 15,-6 4 30-15,0 0 33 0,7 15 11 16,-5-3 13-16,-2 4 6 0,-2 1 1 16,-1 6-9-16,-1 2-16 0,-3 6-16 0,-4 2-11 15,2-3-15-15,0 3-17 0,-3-3-16 16,1 2-10-16,-2-6-13 0,-3 3-51 0,1-4-62 16,-2-3-77-16,2-2-62 0,3-5-67 15,-5-1-76-15,2-3-98 0,-2 2-150 16,0-1-47-16,-3-2 65 0,2 1-166 0,-13-3-192 15</inkml:trace>
  <inkml:trace contextRef="#ctx0" brushRef="#br0" timeOffset="41875.35">31874 2106 2028 0,'-21'0'67'0,"21"0"36"0,-19-4 30 0,19 4 16 0,-14 0 29 0,14 0 22 0,-11-4 14 0,11 4-3 0,0 0 3 0,0 0-1 15,-9-3 8-15,9 3 17 16,0 0 8-16,0 0 0 0,0 0-12 0,0 0-17 16,0 0-20-16,47 0-23 0,-31 0-16 15,1 0-17-15,0 2-13 0,-2-2-13 16,1 0-12-16,-16 0-8 0,23 0-13 0,-23 0-6 16,16 1-11-16,-16-1-1 0,14-1-16 15,-14 1-11-15,0 0-1 0,0 0-1 0,0 0-2 16,0 0-3-16,0 0-3 0,0 0-6 15,0 0-3-15,0 0 0 0,0 0-6 16,-57 0 3-16,57 0-10 0,-18 0 5 16,18 0 3-16,-13 1 4 0,13-1 12 15,0 0 37-15,-13 2 0 0,13-2 6 0,0 0-6 16,0 0-4-16,0 0 0 0,0 0-8 16,40 0-9-16,-25 0-6 0,1-2 1 0,-1 4-5 15,-3-2-4-15,0 0-1 0,0 0-3 16,-12 0-7-16,17 0 6 0,-17 0-2 15,15-2-7-15,-15 2-5 0,0 0-5 0,14 0-6 16,-14 0 0-16,0 0 1 0,0 0-14 16,0 0-38-16,0 0-46 0,0 0-45 0,0 0-52 15,0 0-59-15,-34 6-79 16,34-6-93-16,-12 2-119 0,12-2-214 0,-8 0-33 16,8 0 91-16,0 0-468 0,0 0-633 15</inkml:trace>
  <inkml:trace contextRef="#ctx0" brushRef="#br0" timeOffset="42358.14">32620 2077 3090 0,'0'-6'-82'0,"0"6"43"0,1-11 39 0,-1 11 38 0,0-12 20 0,0 12 23 15,0-12 23-15,0 12 2 0,-1-7-2 0,1 7-8 16,-5-10-15-16,5 10-2 0,-11-5 5 16,2 4-7-16,9 1 19 0,-34 4 8 15,-2 4 8-15,2 3 14 0,-2 4 5 16,2-3-2-16,3 8-9 0,3-3-5 16,5 4-12-16,4-1 14 0,7-1 19 0,7-2 14 15,1-1 13-15,6-3 11 0,2 3-2 16,8 1-11-16,1-3-20 0,6 6-17 15,1-8-7-15,1-1-11 0,-1-2-15 0,0-1-12 16,-2-4-51-16,1 2-51 0,-4-2-40 16,-2 0-55-16,1-4-69 0,-14 0-80 0,21 0-70 15,-14-2-70-15,3-2-99 16,-10 4-216-16,12-6 25 0,-12 6 81 0,5-5-312 16,-5 5-409-16</inkml:trace>
  <inkml:trace contextRef="#ctx0" brushRef="#br0" timeOffset="46190.77">3485 12078 4046 0,'-7'7'137'0,"2"0"-58"0,1-2-4 16,4-5 2-16,-1 7 27 0,1-7 31 0,0 0 18 0,0 0 9 0,17 7 0 0,-17-7 7 0,34-7-13 16,4-7-11-16,14-8-13 0,5-4-8 0,2-2-21 15,2-1-9-15,-5 0-5 0,-4 3-11 16,-7 2-20-16,-13 5-24 0,-1 4-25 0,-5 0-38 15,-7 2-45-15,-2 5-60 0,-4 0-92 16,-1-1-98-16,-1-1-106 0,1 3-153 16,-6-1-131-16,1 6 72 0,-5-2-435 15,-2 4-547-15</inkml:trace>
  <inkml:trace contextRef="#ctx0" brushRef="#br0" timeOffset="46457.64">3797 12245 3528 0,'-12'11'389'0,"1"-3"31"0,6-4 19 16,1 1 19-16,0-2 4 0,4-3 8 15,0 0-15-15,0 0-28 0,0 0-38 0,0 0-31 16,38-18-40-16,10-5-240 16,3-2-78-16,6-6 0 0,-1 2 0 0,-3-2 0 15,-3 4 0-15,-10 4 0 0,-9 8 0 0,-5 0 0 16,-7 6 0-16,-2 1 0 0,-6 0 0 15,-2 6 0-15,-2-2 0 0,1 1 0 16,-3-1 0-16,-5 4-143 0,7-4-247 0,-7 4-110 16,0 0-130-16,0 0-170 0,0 0-23 15,0 0 81-15,0 0-674 0,0 0-867 0</inkml:trace>
  <inkml:trace contextRef="#ctx0" brushRef="#br0" timeOffset="50423.76">11013 15438 2458 0,'-20'0'224'0,"9"0"-80"0,11 0-22 0,-21 0 11 0,21 0 31 0,-11-3 25 0,11 3 10 0,0 0-6 15,-8-3-18-15,8 3-16 0,0 0-16 16,35-17-12-16,-5 4-17 0,10 4-10 16,12-4-11-16,0 3-11 0,-6 2-8 0,8-3-12 15,-11 4-41-15,-3 3-35 0,-5-2-43 16,-9 4-41-16,-5 2-16 0,-7 0 7 15,-8 4 10-15,-6-4 12 0,-9 10 8 0,-5-2 13 16,-17 3 21-16,-7 1 36 0,-12 2 31 16,-5-1 18-16,1-2 33 0,11-2 17 0,1-4 15 15,8 3 12-15,7-4 14 16,4 0 10-16,9-2 11 0,2 0 1 0,2 0-11 16,10-2-21-16,0 0-12 0,0 0-15 15,0 0-15-15,0 0-55 0,35-16-69 0,-12 13-83 16,1-3-100-16,2 4-111 0,-1-2-142 15,2 2-193-15,-2-4-8 0,0 6 88 16,-3-3-323-16,-1 2-397 0</inkml:trace>
  <inkml:trace contextRef="#ctx0" brushRef="#br0" timeOffset="54790.82">13150 14161 2407 0,'-28'-2'-21'0,"6"1"21"0,2 1 16 0,6-4 11 0,3 4 5 0,4-2 5 0,7 2-7 16,0 0 5-16,0 0 13 0,30-13 5 0,10 8 5 15,12 1-5-15,18 1-4 0,12 1-3 16,8 4-9-16,5-2-4 0,20 2-1 16,-24-1-1-16,1 3-2 0,-7 1-5 0,-5 0-16 15,-5 0-16-15,-11 0-13 0,-18-1-6 16,-6-1-7-16,-11 1 0 0,-11-3-1 0,-6 3 6 15,-6-3 6-15,-6-1 0 0,0 0 4 16,0 0 3-16,-54 4 11 0,6-4 13 0,-16-4 2 16,-8 3 10-16,-5-1 12 0,9 0 12 15,5-1 17-15,19-1 6 0,9 1 9 16,13 3-5-16,6-2-6 0,7 0-6 16,9 2-4-16,0 0-5 0,0 0-7 0,57-5-6 15,-9 5-4-15,14 0-36 0,11 0-55 16,-4 2-72-16,-3-2-99 0,4 0-147 15,-8-3-176-15,-13 1 60 0,1-3-80 0,-5 2-73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8T03:13:49.5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11954 14432 1745 0,'7'-5'420'0,"-7"5"-119"0,10-5-72 16,-10 5-46-16,10-7-19 0,-5 4 8 0,-5 3-3 16,11-7-7-16,-5 2 7 0,-6 5 1 15,10-7-8-15,-4 3-5 0,-6 4-4 0,7-7-3 16,-7 7-3-16,7-3-5 0,-7 3-11 15,0 0-5-15,7-7-11 0,-7 7-3 0,0 0-7 16,7-3-2-16,-7 3-4 0,0 0 3 16,0 0-4-16,0 0-9 0,4-10-10 15,-4 10-3-15,0 0-14 0,0 0 1 16,0 0-3-16,-5-12 0 0,5 12-2 16,-13-7-5-16,6 1-6 0,0 1 2 0,-4 0-1 15,-1-3 1-15,-3 5-6 0,-1-5 5 16,1 3-5-16,-2-2 5 0,-3 1-4 0,-2-2-2 15,1 1-4-15,0 3-3 0,0-2 2 16,-2 2-3-16,2-2-5 0,4 2-6 0,-2 1 5 16,0-1-3-16,-2 2-5 0,4 0-5 15,-3 0 1-15,2 0 3 0,0 0-6 0,0 0-4 16,0 2-3-16,5 0 3 16,-4 0 6-16,2 0 7 0,-3 0 14 0,1-3-5 15,0 3 5-15,3-1-3 0,-2 2-1 16,-2-1 3-16,2 0-9 0,-6 0 7 15,8 0-6-15,-6 0 1 0,-1 0 9 0,6 0 6 16,-1 3 5-16,0-6-7 0,0 6 1 16,1-3-4-16,0 0-2 0,15 0 1 0,-29 0-4 15,14-3-5-15,1 3 1 0,14 0-5 16,-26 0-1-16,11-1-7 0,-1 1 2 0,3 0 0 16,-3-2-5-16,-2 0 1 0,2 2-2 15,2 0-1-15,-8 0 2 0,7 0-2 0,-2-2-2 16,0 2-1-16,-2 0-3 0,3 0 2 15,1 0-3-15,0 0 0 0,-2 0 6 16,1 0-8-16,16 0-2 0,-32 0 0 16,19 0 0-16,-3 0 0 0,3 2 0 0,0-2 0 15,0 2 0-15,13-2 0 0,-25 2 0 16,15-2 0-16,10 0 0 0,-21 0 0 16,12 1 0-16,9-1 0 0,-18 0 0 0,18 0 0 15,-20 3 0-15,10-3 0 0,10 0 0 16,-20 0 0-16,6 2 0 0,1-2 0 0,-1 2 0 15,1 0 0-15,-1 0 0 16,-1 0 0-16,2 0 0 0,0-2 0 0,2 0 0 0,11 0 0 16,-25 4 0-16,11-4 0 15,14 0 0-15,-21 1 0 0,9 1 0 0,1 0 0 16,11-2 0-16,-23 2 0 0,14 0 0 16,9-2 0-16,-21 1 0 0,10-1 0 0,-3 3 0 15,14-3 0-15,-24 0 0 0,10 2 0 16,1-2 0-16,-1 2 0 0,-1 0 0 15,1 0 0-15,0 0 0 0,-2 0 0 0,3-2 0 16,-1 2 0-16,1 1 0 0,0-2 0 16,-1 1 0-16,3-1 0 0,11-1 0 0,-25 4 0 15,16-3 0-15,-5 2 0 16,3-3 0-16,11 0 0 0,-23 2 0 0,10-2 0 0,-1 2 0 16,1-2 0-16,13 0 0 0,-25 2 0 15,10 0 0-15,-2-2 0 0,1 0 0 0,0 0 0 16,-4 2 0-16,6-2 0 15,-4 0 0-15,3 0 0 0,0 0 0 0,-3 0 0 16,3 2 0-16,15-2 0 0,-27-2 0 16,16 2 0-16,11 0 0 0,-21 0 0 0,21 0 0 15,-19 0 0-15,19 0 0 0,-17 0 0 16,17 0 0-16,-19 2 0 0,9-1 0 16,10-1 0-16,-21 1 0 0,10 2 0 0,-3 0 0 15,3-3 0-15,0 4 0 0,11-4 0 16,-21 5 0-16,10-5 0 0,-1 2 0 0,3 2 0 15,-4-2 0-15,2 2 0 0,0-2 0 16,-1 1 0-16,3 0 0 0,-2 1 0 16,-1 1 0-16,3-3 0 0,0 2 0 15,-4 0 0-15,4 0 0 0,0 1 0 0,-1 0 0 16,2 0 0-16,-3 0 0 0,3 0 0 16,-1 0 0-16,1 2 0 0,-1-2 0 0,-1 2 0 15,3 0 0-15,-3 0 0 0,-2 0 0 16,1 1 0-16,2-1 0 0,-1 1 0 0,1-1 0 15,-1 0 0-15,2 0 0 0,1-1 0 16,-1 0 0-16,3-1 0 0,-1 0 0 16,2 2 0-16,-4-1 0 0,6-2 0 0,-3 1 0 15,-1 3 0-15,4-4 0 16,-3 6 0-16,0-4 0 0,2 3 0 0,-1 1 0 16,0 1 0-16,2-2 0 0,1 4 0 15,-3-3 0-15,0 1 0 0,2 1 0 0,0 1 0 16,0-1 0-16,-2 0 0 0,2 0 0 15,0-2 0-15,0 2 0 0,2-1 0 0,-1 0 0 16,-3 0 0-16,4-3 0 0,-2 0 0 16,0 0 0-16,2-1 0 0,0-1 0 0,-2 3 0 15,2-2 0-15,0 1 0 0,0 1 0 16,2-1 0-16,-2 1 0 0,2-1 0 0,0 4 0 16,2 0 0-16,-3-1 0 0,3 1 0 15,-2 3 0-15,4 1 0 0,-4-1 0 16,2 1 0-16,2 0 0 0,-3-1 0 15,1-2 0-15,1 1 0 0,-3-2 0 16,7 0 0-16,-6 0 0 0,1-2 0 0,0 2 0 16,-1-3 0-16,1-1 0 0,2 4 0 15,-2-3 0-15,0-1 0 0,3 4 0 0,-3-4 0 16,3 1 0-16,0 0 0 0,-2 2 0 16,5-2 0-16,-1 3 0 0,1 0 0 0,1-2 0 15,0 2 0-15,1 2 0 0,3-3 0 16,-1 1 0-16,3-1 0 0,-4 0 0 15,-2 0 0-15,5-1 0 0,-5 0 0 0,2-3 0 16,1 3 0-16,-3-4 0 0,3 2 0 16,1-3 0-16,1 2 0 0,-4 0 0 15,4-1 0-15,3 1 0 0,2-2 0 0,0-1 0 16,1 1 0-16,5 1 0 0,0-3 0 16,9 3 0-16,-6-1 0 0,-5-1 0 0,2 1 0 15,-2-3 0-15,0 4 0 0,-3-2 0 16,1-1 0-16,-1 2 0 0,-6-1 0 15,4-2 0-15,-1 4 0 0,-2-3 0 0,0 0 0 16,2 3 0-16,0-3 0 0,0 1 0 16,4-1 0-16,0 1 0 0,2-1 0 0,1-1 0 15,1-2 0-15,2 1 0 0,1 1 0 16,-1-2 0-16,13 0 0 0,-10-2 0 16,-2 2 0-16,-1-1 0 0,1 1 0 15,-1-2 0-15,-6 2 0 0,0 0 0 0,-1 0 0 16,-2 0 0-16,-1 0 0 0,-4 0 0 15,-2 0 0-15,5 0 0 0,-6 0 0 0,2 0 0 16,1 0 0-16,3 0 0 0,-4-2 0 16,6 2 0-16,-1 0 0 0,2-1 0 0,4-3 0 15,-4 3 0-15,0 1 0 0,3-2 0 16,-1 0 0-16,-2 0 0 0,1 2 0 16,-4 0 0-16,0-2 0 0,-4 2 0 0,0 0 0 15,1 0 0-15,-1-1 0 0,-1 1 0 16,3 0 0-16,-2 0 0 0,0 0 0 15,-1-3 0-15,2 3 0 0,1 0 0 16,-3 0 0-16,0 0 0 0,2-3 0 0,-1 3 0 16,1-1 0-16,1-1 0 0,-4 0 0 15,4 1 0-15,-3-2 0 0,1 3 0 0,-3 0 0 16,-2 0 0-16,5-3 0 0,-3 2 0 16,1 1 0-16,-1-3 0 0,2 1 0 0,1 2 0 15,-1-2 0-15,1 0 0 0,-1-2 0 16,3 4 0-16,-2-4 0 0,0 2 0 15,3-2 0-15,0 2 0 0,-4-3 0 16,1 3 0-16,-1 0 0 0,0 0 0 0,-1-1 0 16,1 0 0-16,-1 0 0 0,1 2 0 15,-2-1 0-15,3-2 0 0,-3 2 0 0,1 0 0 16,-1-2 0-16,2 2 0 0,-1-1 0 16,1 0 0-16,-1 0 0 0,-1-3 0 0,0 2 0 15,1 1 0-15,-1-1 0 0,1 1 0 16,-1-1 0-16,0-1 0 0,1 3 0 0,-2-2 0 15,-1-2 0-15,5 1 0 0,-5 2 0 16,2-2 0-16,1-1 0 0,-1 0 0 16,1 0 0-16,1-2 0 0,-2 1 0 0,1-1 0 15,-1 1 0-15,0 2 0 0,0-2 0 16,-4 1 0-16,2 0 0 0,1-1 0 16,0 2 0-16,-5-2 0 0,2-1 0 15,2 2 0-15,-2-1 0 0,1 1 0 0,-1-1 0 16,1-2 0-16,0 1 0 0,-3 3 0 15,3-4 0-15,-2 2 0 0,2-1 0 0,-3 3 0 16,1-1 0-16,-1-3 0 0,0 2 0 16,0 0 0-16,-1 3 0 0,2-4 0 15,-5-2 0-15,3 3 0 0,0-2 0 0,-1 0 0 16,2-2 0-16,-3 1 0 0,4 0 0 16,-5-2 0-16,3 0 0 0,0 1 0 0,-2 0 0 15,-1-2 0-15,3 3 0 0,-2 0 0 16,3 0 0-16,-4 1 0 0,1-1 0 15,-2 0 0-15,0-2 0 0,2 5 0 0,-2-3 0 16,0 1 0-16,2 1 0 0,-2-4 0 16,0 4 0-16,-2 0 0 0,2-2 0 0,0 1 0 15,0 0 0-15,0-1 0 0,0 2 0 16,-2-1 0-16,2 0 0 0,0 0 0 0,0 1 0 16,0 0 0-16,0-1 0 0,0 1 0 15,-2 0 0-15,2-3 0 0,-1 0 0 0,-4 1 0 16,3-2 0-16,0-2 0 0,-1-1 0 15,-1-1 0-15,0 1 0 0,1-5 0 16,-3 3 0-16,1-4 0 0,-2 1 0 16,1 0 0-16,3 3 0 0,-3 2 0 0,1-4 0 15,-2 2 0-15,-2 1 0 0,0-1 0 16,-3 2 0-16,2 4 0 0,-2-4 0 16,-6 3 0-16,0 0 0 0,-2 2 0 0,-9-1 0 15,4 3 0-15,-5-1 0 0,1 4 0 16,4 2 0-16,0 1 0 0,0 2 0 0,-4 2 0 15,-14 2-887-15,2 2-106 0,-3 0 113 16,-11 3-967-16,3 11-1273 0</inkml:trace>
  <inkml:trace contextRef="#ctx0" brushRef="#br0" timeOffset="53923.19">16596 12899 3663 0,'-25'-3'185'15,"4"-2"-110"-15,3 2-15 0,0 1-25 0,5-2 22 0,-1 2 43 0,3 1 22 0,4-2 20 0,7 3-4 16,-14-2 0-16,14 2-13 0,0 0-13 0,23-15-9 15,19 6-12-15,29-4-7 0,42-2-11 16,20 1-5-16,13-2-10 0,14 5-4 16,6 1-3-16,7-3-22 0,-1 3-26 15,-8 2-33-15,-12 1-27 0,-12-4-24 0,-17 3-9 16,-16-1-24-16,-34 4 2 0,-10 0 10 16,-22 2 11-16,-9-1 5 0,-7 3 17 15,-10-1 0-15,1 2 3 0,-9-2 5 0,-7 2 3 16,0 0 4-16,0 0-3 0,0 0 0 15,0 0 0-15,-47 5-8 0,8-1 5 0,-6 1-2 16,-20 3 3-16,-8 1 6 0,-13-1 0 16,-22 4 8-16,-6 2 7 0,-6 0 2 0,-4-1 7 15,-4 1 10-15,-6 1 13 16,1-3 12-16,2-3 15 0,11 0 18 0,7-2 18 16,29-3 19-16,10-2 9 0,10 4 14 15,16-2 9-15,6-3 18 0,17-1 23 0,8-1-9 16,11-1-12-16,6 2-14 0,0 0-9 15,86-18-10-15,-4 8-11 0,40-7-9 0,20 1-6 16,14-1-4-16,9 0-8 0,50-10-7 16,-57 13-6-16,-11-1-18 0,-16-1-28 0,-20 3-18 15,-36 2-4-15,-14 4-3 16,-19 3-5-16,-16 0 5 0,-9 2 3 0,-9 2-3 16,-8 0 5-16,0 0 2 0,0 0 2 0,-87 8 15 15,14 1 7-15,-9 2 4 0,-30 2 2 16,-10-1 5-16,-4 2-1 0,2 0-1 15,2-4-2-15,13-2 0 0,34 0 1 16,10-4-1-16,21 0-5 0,11-1-1 0,8-1-38 16,12-2-71-16,10 0-102 0,3 0-104 15,0 0-127-15,30-9-254 0,8 1 59 0,16-8 78 16,7 1-281-16,1-2-321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8T03:34:48.4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11904 11573 919 0,'0'0'375'0,"2"-6"-94"0,-2 6-31 0,0-9-33 0,0 9-16 0,0-7-10 0,0 7-6 0,-2-8-5 15,2 8 12-15,-2-7 3 0,2 7-1 16,-2-5-5-16,2 5-13 0,0 0-3 0,-1-10-10 15,1 10-1-15,-2-6-8 0,2 6-8 16,-2-8-15-16,2 8-12 0,-2-9-10 16,0 3-11-16,2-1-9 0,0-2-8 0,2-3-10 15,-2-1-9-15,4-3-6 0,-1-1-4 16,1-4-8-16,2 0-4 0,0-3-3 0,3-5-4 16,3-1-2-16,0-1-6 0,0 2-4 15,6 1-1-15,0-1-1 0,2 4-4 16,3 2 0-16,1 0 0 0,3 3-3 15,1 2-2-15,7 1-2 0,2 2-3 0,0 5 4 16,3 2-3-16,3 2 4 0,-2-1-5 16,6 4-1-16,1-1 2 0,-1 1 0 0,-4 2 0 15,5 1-4-15,-5 0 0 0,1 1 0 16,-2 4 1-16,-2 0-2 0,-2 1 0 0,-1 2-2 16,1 3 1-16,-6-1 0 0,2 3-3 15,-5-1 6-15,3 4-3 0,2-3 0 0,-3 4 1 16,3-5 1-16,-2 5 1 15,1-5-1-15,0 2-1 0,1-1 1 0,0-3-1 16,3 2 1-16,-1-1-2 0,0 0-2 16,1 0 2-16,-1 0 2 0,0 2 0 0,0-2-3 15,1 2 1-15,-1 0 3 0,0 1-5 16,-2 0 2-16,0-1 1 0,-2 3-2 16,2 0 1-16,3-2 1 0,-2 1-2 15,1-1 4-15,0 1 0 0,0 2-1 0,0-2-2 16,-4 2-1-16,2-3 3 0,1 2-1 15,-2-3-3-15,-6 1 3 0,-7-5-2 16,-3 2 0-16,-4-2 0 0,3-2-1 0,-5-1 0 0,0 1 0 16,-1 0 2-16,1-1 1 15,-5-3 2-15,0 1-3 0,0 0 1 0,1-2-1 16,-7-2 3-16,10 5-1 0,-10-5-2 16,6 4 2-16,-6-4-38 0,8 3-39 0,-8-3-61 15,0 0-102-15,0 0-101 0,0 0-120 16,0 0-226-16,0 0 35 0,-8-24 73 0,3 14-327 15,2-5-384-15</inkml:trace>
  <inkml:trace contextRef="#ctx0" brushRef="#br0" timeOffset="282.85">14254 11251 2611 0,'-4'-11'55'0,"4"11"15"0,-2-6 1 0,2 6-6 15,0 0 8-15,0 0 25 0,21 2 16 0,-10 5 7 16,9 1-5-16,3 8 5 0,2 3-8 16,2-1-6-16,-5 5-9 0,-1 0-8 0,-2-2-10 15,-8 1-3-15,-1-5 0 0,-7 5 2 16,-3-6 15-16,-1 4 3 0,-9-2-3 0,-4 7-5 16,-10 2-7-16,-4-5-8 0,-17 0-5 15,2 1-4-15,-5-5-10 0,-3-1-8 16,1-1-6-16,12-4-42 0,1-1-62 15,1-3-85-15,8 2-96 0,4-2-127 0,6-3-188 16,5 1-67-16,5 0 72 0,1-2-289 16,-3 4-327-16</inkml:trace>
  <inkml:trace contextRef="#ctx0" brushRef="#br0" timeOffset="1382.95">11463 13194 2303 0,'-16'-5'-13'0,"16"5"15"0,-4-7 9 0,4 1 7 16,0 6 15-16,0-14 15 0,2 3 12 16,4-1 11-16,-3-3 5 0,7-3 3 0,0-1 3 15,4-8-2-15,4 1-1 0,5 1 0 16,2-1-4-16,7-4 8 0,4 0 3 0,4 4 1 15,3 1-1-15,0 0-4 0,0 5 3 16,9-1-15-16,4 4 1 0,1 3-3 0,4-1-12 16,4 3-6-16,-3 4-3 15,7 1-2-15,0 2-3 0,3 1-2 0,-2-1-4 16,1 3-15-16,-2 1 1 0,-3 1 2 16,1 1-4-16,-4-1-4 0,1 2-1 15,0 0 0-15,3-1-2 0,-3 1 1 0,1-2 2 16,1 2-6-16,-1 0 2 0,3-2-1 15,-4 1-10-15,5-1 9 0,-3 0 1 0,2-1-9 16,-2 1 14-16,-1 0-8 0,-13-2 4 16,0 2 1-16,2 0-4 0,-4 0 2 0,-1 2-1 15,0-1-2-15,-1 3-2 0,0-1-1 16,-7 2-4-16,5 4 7 0,-4-2-5 0,0-1 0 16,-2 3 2-16,2 0-1 0,-2 1-3 15,-2-1 3-15,0 1 18 0,4 2 4 16,-2-1-7-16,0-1 7 0,3 2 4 15,-7 1-4-15,3-1 5 0,-1 1-8 0,-4-1-2 16,3 0-2-16,-6-1 1 0,-1 1 0 16,-8-3-7-16,-4-2 6 0,-1 0 0 15,-3-2-3-15,-3 0 10 0,1 0-2 0,-5-3 6 16,0 1-1-16,3 1 6 0,-10-4-6 16,12 5-2-16,-12-5-1 0,7 5-3 0,-7-5-6 15,0 0-16-15,11 3-39 16,-11-3-69-16,0 0-102 0,0 0-100 0,0 0-141 15,0 0-197-15,0 0 58 0,0 0-345 16,-22-20-413-16</inkml:trace>
  <inkml:trace contextRef="#ctx0" brushRef="#br0" timeOffset="1649.25">14861 12769 2733 0,'1'-9'71'0,"-1"9"16"0,2-6-5 0,-2 6-2 0,8-4 18 0,-8 4 12 0,16 0 12 0,-16 0-6 16,21 7-8-16,-7-1 2 0,-1 3-15 0,0 3-9 15,1 2-9-15,-3 2-10 0,-1-1-5 16,-2 3 2-16,-6-1-4 0,-2-1 6 16,-6 5 0-16,-8 6-4 0,-1-1-4 0,-10 0-2 15,-7 5-9-15,-4-6-3 16,-5 2-4-16,0-3-11 0,1-3 1 0,8-5-51 15,-1-1-73-15,0-3-103 0,5 1-134 16,4-7-254-16,6 0-26 0,5-6 70 0,1 3-257 16,3 0-286-16</inkml:trace>
  <inkml:trace contextRef="#ctx0" brushRef="#br0" timeOffset="2783.03">11721 14362 2199 0,'0'0'52'0,"0"0"26"0,0 0 6 0,0 0 7 0,0 0-2 0,0 0 2 15,0 0 7-15,0 0 2 0,0-28 14 0,6 14 1 16,2 3-8-16,1-5-5 15,2 2-13-15,7-7-10 0,3-2 0 0,1 0-6 16,3-1 4-16,8-6 1 0,3 4-6 16,4 1-4-16,0 2-1 0,3 1-4 15,4-2-7-15,1 2-6 0,1 1-3 0,2 1-7 16,3 3 1-16,2 0-3 0,0 1-6 16,5 3-3-16,-2 3-5 0,4 2-3 0,-2 1-2 15,0 0-7-15,0 2 4 0,0 1 3 16,3-1 0-16,6 2 22 0,-4-1-2 15,2 3 3-15,1-3-5 0,-2 1 0 16,2 1-1-16,-3 0-1 0,3-1-3 0,-2 1-2 16,1 0-4-16,-5 2-4 0,0 0 3 15,-8-1-3-15,-4 2-10 0,5-1 6 0,-5 0-2 16,1 2-2-16,-3-2 0 0,-1 2-3 16,-6 0-3-16,-2-1 3 0,-9 3 1 15,-4-1-6-15,-3-1 0 0,-1 3-1 0,-4-1 4 16,3 2-5-16,13-1-1 0,1 4 6 15,4 0-5-15,12 3 0 0,5-4-4 0,6 7 2 16,5-3-1-16,1 1 4 0,4 3-2 16,-5 1 0-16,0 1-2 0,3-1 1 0,-9-1 1 15,-1 1 1-15,-9 0-2 16,-2-1-1-16,-16-4 0 0,0-4-3 0,-10 1 0 16,-8-4 2-16,2 0 4 0,-5 2-7 15,2-2 7-15,-2-2-9 0,-1 2 8 0,-1 0 0 16,1-1-1-16,1 1 1 0,-3 0-2 15,2 0-4-15,-3 1 2 0,0-1 1 0,1 0-1 16,-1 0 1-16,-1 0 0 0,-1 0-1 16,2 1 0-16,-4-2 1 0,1 0-5 15,-3-1 5-15,-3-3 4 0,12 7-4 16,-8-4 7-16,-4-3 5 0,9 6 8 16,-1-2-6-16,-8-4-1 0,8 4 0 0,-8-4 1 15,7 2-2-15,-7-2-1 0,8 3-8 16,-8-3-14-16,0 0-35 0,7 4-49 0,-7-4-67 0,0 0-86 15,0 0-83-15,0 0-123 16,0 0-187-16,-25-11 53 0,14 1-327 0,0 2-395 16</inkml:trace>
  <inkml:trace contextRef="#ctx0" brushRef="#br0" timeOffset="3049">15413 13960 2557 0,'0'0'51'0,"2"-5"25"0,-2 5 15 0,0 0 15 0,0 0 30 0,0 0 24 16,0 0 16-16,32 13 10 0,-23-4 1 0,7 7-2 15,1 7-7-15,-3-5-15 0,0 7-5 16,2-2-12-16,-1 2-21 0,-5-3-5 0,-3-4-12 16,-1 1-6-16,-1-2-9 0,-3 0-5 15,0-1-2-15,-4-3-3 0,0 3-3 16,-7 1-6-16,-3 0-10 0,-6 4-6 0,-9-3-3 15,-5 0-9-15,-15 1-8 0,-3-2-48 16,-8-1-61-16,-3-4-87 0,0 1-115 16,4 1-146-16,11-5-271 0,4-4 10 0,3 0 83 15,10-3-382-15,8-1-456 0</inkml:trace>
  <inkml:trace contextRef="#ctx0" brushRef="#br0" timeOffset="6599.79">21438 9910 1719 0,'-5'4'209'0,"5"-4"-44"0,0 0-19 0,0 0 5 15,-9 1-2-15,9-1 11 0,0 0-3 16,0 0-7-16,0 0 14 0,-11 2 1 0,11-2 11 15,0 0 5-15,0 0 11 0,0 0 7 16,0 0 12-16,0 0 4 0,0 0 6 0,0 0 1 16,-13 0 4-16,13 0-1 0,0 0-23 15,0 0-21-15,-5-10-11 0,5 10-20 0,-4-10-9 16,4 3-13-16,0-2-16 0,2-3-12 16,2 0-9-16,-1 1-12 0,5-5-7 15,4 1-7-15,-1 3-12 0,0-2-2 16,5 2-8-16,-3 4-11 0,2 0-1 0,2 4 2 15,2 4-9-15,3 0 1 0,0 3-5 16,13 6 7-16,-3 2-18 0,1 5-12 0,-5 1 8 16,1 3 0-16,-5 3 0 0,-1-1-4 15,-5 2 0-15,-7-2-2 0,-8-1 2 0,3-1 2 16,-2-3-2-16,-4-2 7 0,-2 3 24 16,0-2 1-16,-2-1 1 0,0-4 14 0,3 1 10 15,-3 0 13-15,0-4 25 0,2-3 21 16,1 0 0-16,1-5-14 0,0 0-12 15,0 0-4-15,0 0-51 0,-11-24-36 16,13 5 0-16,5-5 0 0,2-9 0 0,4 2 0 16,4 2 0-16,3 0 0 0,-2 5 0 15,5 4 0-15,0 3 0 0,1 7 0 0,-4 3 0 16,-1 5 0-16,4 4 0 0,0 3 0 16,3 7 0-16,3 5 0 0,-4 3 0 0,-6 4 0 15,2 2 0-15,-4 3 0 0,-2 0 0 16,-3 1 0-16,-3-3 0 0,-1-1 0 0,-3-7 0 15,0 3 0-15,-3-5 0 0,-1 2 0 16,-1-4 0-16,2-1 0 0,-2 0 0 0,0-1 0 16,2-5 0-16,-2 1 0 15,0 0 0-15,0-2 0 0,2-1 0 0,-2-6-282 0,0 0-124 16,0 0-125-16,0 0-151 16,0 0-194-16,0 0 82 0,0-23 95 0,4 11-635 15,-1-4-789-15</inkml:trace>
  <inkml:trace contextRef="#ctx0" brushRef="#br0" timeOffset="6932.29">22462 9203 3503 0,'-4'-14'-53'0,"2"-1"44"0,1 4 36 0,-1 1 33 0,0 2 15 0,0 0 7 0,-1 3-2 0,3 5-12 16,-2-4-2-16,2 4 49 0,0 0 24 15,-2 17 10-15,1-2 10 0,1 5 7 0,-2 6 9 16,-2 8 1-16,2 4 0 0,0-1-9 16,1 1-7-16,-1 0-9 0,0-9-14 15,-4 6-12-15,5-6-11 0,-4-7-14 0,1 0-6 16,0-1-7-16,3 1-14 0,-1-5 0 15,0-3-6-15,-2 1-14 0,2 1-21 0,1-5-48 16,-1 1-51-16,-2 0-60 0,1-3-75 16,1-1-79-16,1-2-91 0,1-6-143 15,-2 6-229-15,2-6 61 0,0 0 84 16,0 0-415-16,28-10-489 0</inkml:trace>
  <inkml:trace contextRef="#ctx0" brushRef="#br0" timeOffset="7314.85">22878 9474 2982 0,'3'-5'112'0,"-3"5"7"0,0 0-1 16,0 0 20-16,0 0 22 0,0 0 17 16,-21 13 6-16,12-5 0 0,-3 5-7 15,1 2-4-15,2 0-15 0,-4 2-7 16,6 2 1-16,3-2-1 0,4 3-13 0,0-2-5 15,2 2-11-15,7 0-13 0,7 3-10 16,7-1-8-16,-1-5-6 0,7 0-9 16,3-7-2-16,5-3-10 0,-6-4-3 0,-5-3-9 15,11-6-5-15,-3-2-5 0,-4-3 0 0,-3-5-4 16,-1-5-8-16,-5-3-2 16,-1-5-6-16,-6-2-2 0,-3-3-1 0,-6-2-5 0,-1 0-1 15,-6-1-1-15,-2 3-2 16,1 8-2-16,-11-1-1 0,1 8-5 0,-3 7 0 15,-13-3-2-15,6 10 4 0,-2 8-5 16,0-1-9-16,0 3-45 0,-6 7-53 0,4 3-70 16,2-1-90-16,9 0-96 0,4-5-102 15,4 1-157-15,8-2-74 0,2 0 64 0,8-1-436 16,3-1-543-16</inkml:trace>
  <inkml:trace contextRef="#ctx0" brushRef="#br0" timeOffset="7831.21">23353 9476 3103 0,'11'-2'64'16,"-11"2"31"-16,0 0 39 0,0 0 30 0,-7 12 33 15,2-2 22-15,1 0 14 0,-3 3 7 16,-1 3-16-16,2-1-14 0,2 3-13 0,0-3-15 16,2 4-12-16,4-2-9 0,4 0-14 15,4 3-10-15,3-6-9 0,1 1-13 0,6 5-9 16,1-9-4-16,-1-3-17 0,-4-1-6 15,4-4-9-15,-4-1-5 0,-2-2-6 0,1-2-2 16,1-4-12-16,-2-2-4 16,0-3-2-16,-3-7-5 0,3-9-10 0,-3-6 1 15,0-1 0-15,2-4-12 0,-4 2-7 0,0 3-7 16,-4 8-5-16,2 7 1 0,-5 5-11 16,0 3 4-16,-4 4-2 0,2 6 9 15,0 0-4-15,0 0-3 0,0 0 4 0,0 0 0 16,-21 22 4-16,17-5 1 0,6 2-1 15,-2 4 4-15,2 5-4 0,1 7 8 16,3 3 8-16,-4 1 14 0,-1 3 15 0,2-1 4 16,-3 0 10-16,-3 2 11 0,0-2 10 15,-5 9 19-15,-1-8 5 0,-7 4 14 0,2-3 0 16,-6-2 11-16,4-7 9 0,-6-4 8 16,3-1 2-16,-1-3-130 0,-3-2-14 15,-1-1 0-15,1-5 0 0,1-1 0 16,3-5 0-16,-1-3 0 0,4-3 0 0,-4-2 0 15,4-4 0-15,-2 0 0 0,1-4 0 16,-4-4 0-16,6-3 0 0,0-2 0 0,-1 1 0 16,7 0 0-16,2 2 0 0,-2-3 0 15,4 1 0-15,1-1-325 0,0 1-423 0,8-3-203 16,3 1 85-16,4-3 105 0,1 0-783 16,8-5-988-16</inkml:trace>
  <inkml:trace contextRef="#ctx0" brushRef="#br0" timeOffset="8248.08">23954 9842 4582 0,'0'-9'101'0,"0"9"45"0,0 0 28 0,-4-10-5 0,4 10-15 16,0 0-5-16,0 0 44 0,0 0 12 0,0 0-9 15,0 0-20-15,-16 31-16 0,11-9-13 16,1-1-13-16,1-1-23 0,-1 2-6 0,0 3-13 15,2-4-5-15,-1 5-7 16,-2-6-14-16,1-2 2 0,2-2-9 0,1 0-10 0,-1-5-2 16,2 0 3-16,-2-1 27 0,0-2 29 15,0-1 17-15,2-2 22 0,0-5-7 16,0 0-36-16,0 0-102 0,13 4 0 16,-13-4 0-16,0 0 0 0,32-7 0 0,-18 4 0 0,-1 3 0 15,-13 0 0-15,29 1 0 16,-17 3 0-16,3 1 0 0,-1 4 0 0,-3 1 0 15,-2 2 0-15,-1 1 0 0,1-1 0 16,-7 5 0-16,0-5 0 0,-2 1 0 0,-4 3 0 16,-1-3 0-16,-2-1 0 0,-2 1 0 15,0-1 0-15,0 1 0 0,-5-1 0 0,1-4 0 16,-1 1 0-16,1-2 0 0,1-2 0 16,1-3 0-16,2 1 0 0,9-3 0 15,-18-5 0-15,13-2-428 0,3-3-240 16,2-8-214-16,5-15 8 0,6-1 99 0,5-12-777 15,6 0-996-15</inkml:trace>
  <inkml:trace contextRef="#ctx0" brushRef="#br0" timeOffset="8697.75">24417 9327 4598 0,'2'-6'65'0,"-1"-1"7"0,2 3-4 0,-3 4 11 0,0 0 30 0,0 0 19 0,17 12 9 0,-10 1-1 16,5 3-6-16,5 8-12 0,0 6-7 16,-4 1-10-16,-1 2-7 0,-2-1-13 15,-9-5 0-15,-1-3 6 0,-3 0 10 16,-6 6 6-16,-7-5-6 0,-5 0-6 0,-3-2-4 16,-7-1-11-16,-10 1-8 0,-6-4-13 15,1-2 1-15,6-8-8 0,3-3-6 0,2-2 2 16,10-8-2-16,-3-6-10 0,-3-10 8 15,6-14-11-15,16-3-6 0,4-18-4 0,17-2-2 16,8 4-3-16,4 4-2 0,5 7-3 16,-3 9-3-16,-3 12 4 0,1 7 1 0,-6 8 8 15,0 5 2-15,0 4 12 0,1 7 5 16,8 6 6-16,0 3 11 0,-2 4 6 0,-5 1 1 16,3 3 11-16,0-2 11 15,-1 0 4-15,-4-3 9 0,5 0 2 0,0-2-5 16,1-2-94-16,-4-5 0 0,-3-6 0 15,4 3 0-15,-4-4 0 0,1 0 0 0,-2-6 0 16,-2 2 0-16,1-4 0 0,1-4 0 16,0-6 0-16,4-9 0 0,-2-4 0 0,-2-6-174 15,-1-5-420-15,-5 0-220 0,-3 0-105 16,-3 6 98-16,-8 9-835 0,-1 8-1093 0</inkml:trace>
  <inkml:trace contextRef="#ctx0" brushRef="#br0" timeOffset="14147.02">25446 9568 4092 0,'0'0'-243'0,"0"0"54"0,-40-4 52 0,31 4 42 0,9 0 33 16,-18-3 40-16,7 1 27 0,11 2 26 15,-14-2 26-15,14 2 14 0,-12-1 12 0,12 1 12 16,0 0 16-16,0 0 7 15,0 0 0-15,-11-2-3 0,11 2 3 0,0 0-6 16,43 0 1-16,-18 0-9 0,3 0-8 16,16-2-7-16,-3 2-8 0,6-2-9 0,-8 1-5 15,-3-1-9-15,-9-1-5 0,-4 3-6 16,-1 0-4-16,-6 0-7 0,-2-2 0 0,-3 2-9 16,-4-2 0-16,-7 2-3 0,0 0-3 15,0 0-2-15,0 0-1 0,-45-8-1 0,18 6-5 16,2 2 1-16,-3-2 2 0,1 1-6 15,5 1 2-15,1-2 0 0,1 2-3 0,5 0 1 16,2-2 2-16,3 2-2 16,10 0-1-16,0 0 1 0,0 0 1 0,0 0-1 0,0 0 2 15,0 0-2-15,54 0 1 0,-25 2-4 16,-1-4 2-16,5 2-5 0,-5 0 2 16,-1 0 2-16,-7-2-2 0,2 0-6 15,-10 2-33-15,2 0-36 0,-3 0-55 16,-11 0-60-16,11-1-60 0,-11 1-67 0,0 0-94 15,0 0-168-15,0 0-58 0,-39 0 72 16,24 0-287-16,1 0-332 0</inkml:trace>
  <inkml:trace contextRef="#ctx0" brushRef="#br0" timeOffset="14747.01">26409 9499 2348 0,'0'0'-12'0,"1"-9"19"0,-1 9 28 0,0-8 25 0,0 8 27 0,0-13 29 0,0 7 11 0,-1 0 6 0,1 6 2 16,-8-10-8-16,3 6 11 15,-7 1 15-15,-1 3 8 0,-5 3 9 0,-7 1 12 16,-9 6 9-16,2 5 5 0,-4 2-5 15,3 3 6-15,3 1-15 0,3 1 4 0,4 4-6 16,5-2-11-16,0 0 1 16,9-2 1-16,5-2-2 0,4-3-14 0,4 3-9 0,1 1-11 15,10 6-12-15,4-5-12 0,5 2-8 16,-1-4-28-16,1 0-49 0,2-3-45 0,3-4-78 16,-4-1-86-16,-6-7-125 0,0 2-113 15,-2-2-138-15,2-3-217 0,-7-2 71 16,-1-2 78-16,1-1-444 0,-3-2-542 15</inkml:trace>
  <inkml:trace contextRef="#ctx0" brushRef="#br0" timeOffset="14936.17">26174 9760 3109 0,'-11'1'101'15,"2"-1"34"-15,9 0 31 0,0 0 16 16,0 0 1-16,0 0 2 0,0 0-2 0,0 0-16 15,0 0-19-15,50-1-16 16,-21 1-10-16,12 3-39 0,-11-1-62 0,-2 0-71 16,-1 0-106-16,-6-2-106 0,-2 0-130 15,-4 0-257-15,1-2 50 0,-9-2 66 0,4 1-241 16,-5 0-264-16</inkml:trace>
  <inkml:trace contextRef="#ctx0" brushRef="#br0" timeOffset="16232.37">21606 11143 2335 0,'0'-21'103'0,"0"4"37"0,2 2 11 0,0 0 10 0,4 0-8 0,-1 1 5 0,5-3-9 0,3 3-12 0,10-5-8 16,1 9-9-16,-2 1-15 15,-1 9-7-15,6 4-14 0,7 11-7 0,2 14-7 16,-7 10-5-16,-8 7-1 0,-6 8 3 16,-7 13 10-16,-13 12 23 0,-9 23 18 0,-13 5 7 15,-7 4 1-15,-6 1 1 0,-1-4 10 16,3-6 5-16,6-3-6 0,1 0 0 0,7-8-3 15,2-4 3-15,15-18-10 0,1-1 1 16,6-3-5-16,8 1-8 0,2-1 2 0,5 2-7 16,2-3-8-16,10 18-18 0,1 2 1 15,-3-2-7-15,1 2-10 0,-6 3-8 0,-4 4 2 16,-5-16 15-16,-8 1-5 16,1 0 0-16,0-1 13 0,-2 0 21 0,-4-1 21 15,-4-5-5-15,3-3-3 0,-3-2 2 16,-1-2-4-16,4-4-38 0,-1-1-78 0,2-1 0 15,-1 0 0-15,-1 2 0 0,2-12 0 16,-2 10 0-16,3 1 0 0,-8-1 0 0,5 2 0 16,-5 0 0-16,2 1 0 0,-2 0 0 15,-2-1 0-15,2-3 0 0,-3-3 0 0,3-13 0 16,-4 9 0-16,3-8-134 16,-1-3-226-16,2-5-82 0,-3-3-74 0,-1-9-118 15,2-6-230-15,4-6 81 0,0-5 87 16,-1-6-584-16,8 3-738 0</inkml:trace>
  <inkml:trace contextRef="#ctx0" brushRef="#br0" timeOffset="33043.51">9545 11817 2319 0,'0'0'305'0,"1"-7"-64"0,-1 7-46 0,0 0-7 0,3-6 10 0,-3 6-5 0,0 0-2 16,0 0-8-16,0-7-2 0,0 7 0 0,0 0-4 15,0-11-3-15,0 11-10 0,0 0-7 16,-3-8-13-16,3 8-17 0,0 0-6 0,0-7-14 15,0 7-4-15,0 0-13 16,0 0-5-16,0 0-11 0,0 0 17 0,0 0 15 0,0 27 10 16,0-3 16-16,-1 19-14 15,1 3 11-15,-6 15-5 0,2-3 4 0,4 2-1 16,-1 0-1-16,1-12-5 0,1 1-6 16,-1-7-5-16,4-3-9 0,0-1-8 0,-1-9-5 15,-3-7-14-15,5-3-6 0,-5-2-4 16,2-3-8-16,-2-4-3 0,2 0-4 15,-2-5-37-15,0-5-65 0,0 0-71 0,0 0-91 16,0 0-94-16,-20-21-106 0,13 8-113 16,0 5-124-16,-2 4-148 0,2 1 58 0,7 3-707 15,-23 8-899-15</inkml:trace>
  <inkml:trace contextRef="#ctx0" brushRef="#br0" timeOffset="33710.35">9546 13275 3929 0,'-3'-16'-75'0,"-1"1"17"0,0 3 12 0,3 0 17 0,-3 1 24 0,0 3 30 0,2-2 33 0,-1 1 16 0,-2 3 9 16,3-2 1-16,0 2 1 0,2 6-6 16,-3-7-8-16,3 7-5 0,0 0-5 0,-8 38 2 15,6-1-4-15,-3 18 3 0,1 6 7 16,2 1 5-16,-2 4 8 0,0-1 9 16,2-2 14-16,0 1 9 0,0-6 2 15,-1-2 3-15,1-11-1 0,0-5-8 0,0-1-6 16,0-8-9-16,2-8-15 0,0-6 2 15,-1 1-14-15,-1-3 3 0,0-5-2 0,-3 2-4 16,3-2-11-16,-5-3-26 0,1 1-19 16,1-1-27-16,-1-2-34 0,-2-1-42 0,2-1-57 15,-1-1-67-15,2 6-83 0,-6-1-77 16,4 0-93-16,0 6-131 0,-3 6-38 0,2 2 60 16,3 10-374-16,-3 3-432 15</inkml:trace>
  <inkml:trace contextRef="#ctx0" brushRef="#br0" timeOffset="34259.37">9487 14562 2594 0,'0'-21'32'0,"0"6"13"0,0 1 3 0,0 2 11 0,-3 4 9 0,1 1 25 0,2 1 24 16,0 6 9-16,0 0 8 15,0 0-7-15,0 0-14 0,5 23-1 0,-4 1-5 16,1 14-6-16,0 2 1 0,0 4 1 15,0 2 5-15,0 1 6 0,-2 12 2 16,0-18 5-16,1 1 1 0,-1-3-1 0,2-7 1 16,-2-7-3-16,2-3-8 15,-2-3-7-15,0-3-8 0,2-2-8 0,-2-1-9 0,2-5-6 16,-2 1-8-16,0 0-18 0,0-4-25 16,0-5-40-16,0 0-53 0,-6 10-61 15,3-8-61-15,3-2-71 0,0 0-67 16,-14 0-104-16,14 0-135 0,-11 2-53 0,11-2 68 15,-13 1-301-15,4 2-341 0</inkml:trace>
  <inkml:trace contextRef="#ctx0" brushRef="#br0" timeOffset="35442.18">16613 11418 2548 0,'4'-13'104'0,"-2"4"10"0,0 0 1 0,-2 2 5 0,2 2 21 0,-2 5 18 0,0-8 16 16,0 8 5-16,0 0-8 0,0 0-3 0,0 0 3 15,-4 30-8-15,-2 8-8 0,-1 17-10 16,-3 6-13-16,5 5-9 0,-3 0-11 0,0 2-10 16,1 3-8-16,-1-4-5 0,0-2-10 15,1-1 0-15,-1-7 1 0,3-9 2 16,-2-8-3-16,2-3-7 0,-3-4-8 0,3-8-6 15,-1-7-2-15,4-1-9 0,0-5-6 16,0-2-25-16,-2-3-36 0,0-3-51 16,4-4-63-16,0 0-88 0,0 0-80 15,0 0-96-15,-11-16-109 0,8 11-163 0,3 5 62 16,-9-6-459-16,9 6-539 0</inkml:trace>
  <inkml:trace contextRef="#ctx0" brushRef="#br0" timeOffset="36075.94">16194 12893 3194 0,'-6'-14'87'0,"2"-1"8"0,1 6 0 0,-3 1 20 0,4 0 10 0,0 3 8 0,-1 0-3 15,3 5-6-15,-5-7-17 0,5 7-9 0,0 0-7 16,-4 17-11-16,4 3-6 0,-1 18-9 16,-5 5-3-16,2 14-3 0,1 4-2 0,-5-1 3 15,2 2 4-15,-2 2 11 0,-3-3 7 16,1-2 8-16,3-2 7 0,-4-6 3 15,3-10 0-15,-2-2-9 0,-1-3-8 0,2-5-9 16,-1-4-5-16,0-3-11 0,3-10-5 0,3 1-21 16,0-6-38-16,-2-1-48 15,2-2-65-15,-5 0-87 0,4-4-84 0,-4 1-89 16,4 0-108-16,-3 0-179 0,3 3 61 0,-5 2-452 16,-3 8-529-16</inkml:trace>
  <inkml:trace contextRef="#ctx0" brushRef="#br0" timeOffset="36693.17">16403 14362 2814 0,'0'-7'56'0,"-2"-1"31"0,2 8 2 0,0-9-2 0,2 4 3 0,-2 5 4 0,2-7 6 0,-2 7 2 16,0 0 1-16,7-6 8 0,-7 6-1 0,5 16-6 15,-1 1-7-15,1 18-11 16,-1 6-8-16,2 5-3 0,-6 4-8 0,-2 7-1 16,0 1-5-16,2 2-6 0,0-2 1 15,-2-10 3-15,2-3 4 0,2-3-3 0,-4-5 4 16,2-4-8-16,-2-8-2 0,2-5-6 15,-2-3-9-15,2-1-2 0,0-3-18 0,0-2-27 16,0-1-38-16,-1-2-54 0,-3-2-67 16,4-6-71-16,-6 6-83 0,6-6-94 0,-10 2-156 15,10-2-1-15,-11 3 64 0,11-3-220 16,-11 4-221-16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8T03:09:28.5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6042 3349 1292 0,'0'0'299'0,"0"0"-42"0,0 0-16 0,0 0-8 0,0 0-1 0,0 0 7 0,2-12-8 0,-2 12 4 0,4-6 21 16,-4 6 25-16,0 0 20 0,5-8 8 15,-5 8 13-15,0 0 5 16,5-7-9-16,-5 7-5 0,0 0-18 0,0 0-20 0,2-7-22 15,-2 7-28-15,0 0-20 16,0 0-21-16,0 0-27 0,0 0-21 0,0 0-12 16,0 0-8-16,0 0 1 0,-5 32 0 15,2-13-6-15,-5 14-8 0,1 4-16 0,-1 0-87 16,0 4 0-16,1 0 0 0,1-2 0 16,3 1 0-16,-3-6 0 0,4-3 0 15,-1-7 0-15,1 1 0 0,4-8 0 0,-2 1 0 16,0-3 0-16,-2-2 0 0,2 0 0 15,0-2 0-15,0-1 0 0,0-3 0 16,0-7 0-16,-3 13 0 0,1-8 0 16,2-5 0-16,-6 6 0 0,6-6 0 0,0 0 0 0,0 0-526 15,-21-15-124-15,17 3-134 16,-3-2-107-16,3-3 92 0,-1-4-745 0,3 1-989 16</inkml:trace>
  <inkml:trace contextRef="#ctx0" brushRef="#br0" timeOffset="283.85">5852 3277 4270 0,'-16'-9'38'0,"3"4"39"16,1 0 53-16,5 1 38 0,7 4 42 0,-11-4 52 16,11 4 21-16,-9-4-9 0,9 4-19 15,0 0-21-15,0 0-11 0,-3-7-19 0,3 7-6 16,25-9-15-16,7 0-19 0,7 0-21 15,10-3-9-15,5-3-22 0,-3 1-14 0,-11 6-41 16,2-4-33-16,-4 3-38 0,-5-3-33 16,-11 6-30-16,-1-1-24 0,-5 3-18 15,-5 0-35-15,-2 0-56 0,1 2-66 0,-10 2-65 16,0 0-61-16,0 0-76 0,0 0-127 16,-12 22-157-16,1-8 68 0,-6 10-483 0,0-2-643 15</inkml:trace>
  <inkml:trace contextRef="#ctx0" brushRef="#br0" timeOffset="572.55">6557 3127 3371 0,'0'-7'98'16,"0"7"27"-16,-2-7 4 0,2 7 28 0,0 0 44 15,0 0 47-15,-16 25 43 0,5 2 24 16,0 4-11-16,3 7-1 0,2 1-21 0,5 4-22 16,1-2-23-16,1 2-22 0,5-1-25 15,2-3-15-15,0-2-18 0,-1-1-18 16,0-5-11-16,7 0-11 0,-5-9-14 16,-1-3-13-16,0-5-12 0,-2-1-35 0,-1-4-48 15,-1-1-63-15,3 0-89 0,0-4-89 16,0-1-111-16,-7-3-116 0,13-3-126 15,-3-1-135-15,-2-5-58 0,-1-2 87 0,5-4-526 16,-3-2-694-16</inkml:trace>
  <inkml:trace contextRef="#ctx0" brushRef="#br0" timeOffset="932.92">6765 3400 3433 0,'2'-13'81'0,"0"4"66"0,-2 1 43 16,1 2 24-16,-1 6 11 0,4-9 12 15,-4 9 59-15,0 0 30 0,0 0 6 16,0 0-11-16,29 16-11 0,-20-3-9 0,1-4-28 15,-1 5-23-15,1-1-24 0,0 1-15 16,-3 0-18-16,1 0-16 0,-3-1-19 0,3 0-13 16,-4-3-14-16,2 0-117 0,-3-1-14 15,1-3 0-15,2 0 0 0,-6-6 0 16,6 8 0-16,-6-8 0 0,0 0 0 0,0 0 0 16,32-17 0-16,-11-5 0 0,2-1 0 15,0-1 0-15,0 0 0 0,-1 6 0 16,-2 2 0-16,-8 4 0 0,2 5 0 15,-3 0 0-15,1 4 0 0,0 5 0 0,-12-2 0 16,23 12 0-16,-10-2 0 0,-1 3 0 16,-1 4 0-16,-4 3 0 0,2 1 0 0,3 8 0 15,-2-5 0-15,-7-5 0 0,3 3 0 16,-2-5 0-16,0-2 0 0,-2 1 0 0,3-3 0 16,-3-1 0-16,0-3 0 0,2-1 0 15,0-1 0-15,-3-2-61 0,-1-5-711 16,0 0-193-16,0 0 51 0,0 0 97 15,7-18-769-15,-2 4-1026 0</inkml:trace>
  <inkml:trace contextRef="#ctx0" brushRef="#br0" timeOffset="1183.49">7489 3042 4737 0,'0'-21'163'16,"0"6"83"-16,0 1 58 0,2 3 34 15,-2 5 8-15,2-1-21 0,-2 7-26 0,0 0 33 16,0 0-3-16,23 17-5 0,-6 10-34 15,-4 6-132-15,2 13-158 0,-4 2 0 0,1 4 0 16,-6 1 0-16,-1 0 0 0,-3-8 0 16,0 1 0-16,-2-2 0 0,0-1 0 15,-2-4 0-15,0 1 0 0,-1-5 0 16,-5-3 0-16,5-6 0 0,-6-6 0 0,6-3 0 16,-3-2 0-16,2-5 0 0,2 0 0 0,-1-5 0 15,-1-2-105-15,4-3-695 0,0 0-192 16,0 0 90-16,-4-26 97 0,8 6-755 15,9-11-1003-15</inkml:trace>
  <inkml:trace contextRef="#ctx0" brushRef="#br0" timeOffset="1366.83">7775 3367 4821 0,'5'-3'306'16,"-5"3"34"-16,0 0 28 0,0 0 24 15,0 0 12-15,0 0-5 0,0 0-30 16,0 0-33-16,8-5-33 0,-8 5-150 15,23 0-153-15,-6-4 0 0,0 2 0 0,2 1 0 16,2-2 0-16,3-1 0 0,-2 1 0 16,1-1-348-16,-4 1-232 0,2-1-162 0,-4 1-173 15,3-2 83-15,-8 3-792 0,-1-2-1062 16</inkml:trace>
  <inkml:trace contextRef="#ctx0" brushRef="#br0" timeOffset="1584.24">7912 3456 4529 0,'-14'9'71'15,"3"-1"75"-15,4 0 79 0,0-4 93 16,4 2 55-16,3-6 35 0,-8 9 21 16,8-9 21-16,0 6-9 0,0-6-31 15,6 7-33-15,-6-7-363 0,19 5-14 16,-6-2 0-16,3-3 0 0,2 2 0 0,2-4 0 16,-1 2 0-16,0-1 0 0,-4-1 0 15,-2 2 0-15,1-1 0 0,-3-2 0 0,-2 2 0 16,-9 1 0-16,16-1 0 0,-16 1 0 15,9-2-95-15,-9 2-476 0,0 0-147 16,0 0-210-16,0 0 72 0,0 0 96 0,0 0-690 16,0 0-899-16</inkml:trace>
  <inkml:trace contextRef="#ctx0" brushRef="#br0" timeOffset="2849.73">8644 3289 3670 0,'0'0'-191'0,"0"0"54"0,0 0 41 0,0 0 38 0,0 0 35 0,0 0 33 15,0 0 29-15,0 0 29 16,0 0 34-16,-12 3 25 0,12-3 33 0,0 0 24 16,0 0 19-16,0 0 18 0,0 0 14 15,0 0 26-15,0 0 7 0,0 0 17 16,0 0 1-16,0 0-20 0,0 0-21 0,0 0-16 15,-2-20-17-15,4 11-17 16,3-2-18-16,-2 1-14 0,3-3-16 0,1 1-6 0,1 0-12 16,0-1-11-16,-1 1-8 15,2 3-17-15,-1 0-5 0,4 2-15 0,-1 1-3 16,3 4-9-16,-1 1-4 0,3 1-54 16,0 5-3-16,5 3 0 0,4 8 0 0,-1 3 0 15,1 4 0-15,-2 2 0 0,-3 3 0 16,-4 1 0-16,0 0 0 0,-5-2 0 0,-2 2 0 15,-2-3 0-15,-5-4 0 0,0-1 0 16,-9 1 0-16,3 1 0 0,-3-3 0 16,-6 4 0-16,1-3 0 0,-1-7 0 0,-1-2 0 15,3 0 0-15,-2-4 0 0,-1 1 0 16,2-6 0-16,-2-1 0 0,14-2 0 0,-29-7 0 16,14-5 0-16,-6-8 0 0,8-6 0 15,-1-7 0-15,5-4 0 0,3 0 0 16,1-1 0-16,0 6 0 0,3 6 0 0,2 4 0 15,-1 6 0-15,2 3 0 0,-1 1 0 16,2 3 0-16,7-1-503 0,-4 3-334 16,2 5-121-16,3 1 97 0,4 1-850 0,-14 0-1146 15</inkml:trace>
  <inkml:trace contextRef="#ctx0" brushRef="#br0" timeOffset="3084.4">8977 3326 4695 0,'0'0'-17'0,"0"0"30"0,-10-12 26 0,10 12 41 0,0 0 44 0,0 0 29 0,0 0 5 0,-11 31-7 15,11-19-14-15,0 3-12 0,2 6-15 16,5-1-2-16,0-1-17 0,10 8-8 16,0-3-7-16,3-5-31 0,0 0-37 15,-1-3-45-15,-2-5-43 0,0-1-37 0,-2 0-55 16,-1-5-36-16,-3 0-64 0,0-1-53 15,-1-2-85-15,-10-2-141 0,10-2-110 16,-10 2 60-16,0 0-333 0,0 0-413 0</inkml:trace>
  <inkml:trace contextRef="#ctx0" brushRef="#br0" timeOffset="5066.3">9462 3116 2492 0,'0'0'29'0,"0"-11"54"0,0 11 56 0,1-12 58 0,-1 12 33 0,0-11 49 16,2 5 42-16,0-1 43 0,-2-2 33 0,4 2 11 16,-4 7 5-16,3-13 3 0,-1 6-11 15,-2 7-12-15,2-12-19 0,-2 12-18 16,2-9-36-16,-2 9-31 0,0-6-35 0,0 6-222 16,0 0-32-16,0 0 0 0,4 24 0 15,-1-2 0-15,-3 7 0 0,1 12 0 0,-1 2 0 16,2 0 0-16,-2 1 0 0,2-1 0 15,0-1 0-15,2-3 0 0,-4-2 0 0,1-8 0 16,-1-4 0-16,0-4 0 0,0-3 0 16,0 1 0-16,0-3 0 0,-1-3 0 15,-1-1 0-15,2-1 0 0,-2-3 0 0,2-1 0 16,-2 2 0-16,2-4 0 0,0-5 0 16,-5 7 0-16,5-7 0 0,0 0 0 15,0 0 0-15,0 0-60 0,-20-21-670 16,18 9-146-16,0-5-48 0,1-3 95 0,-6-2-794 15,5-1-1062-15</inkml:trace>
  <inkml:trace contextRef="#ctx0" brushRef="#br0" timeOffset="5332.56">9252 2970 4319 0,'-18'-10'43'15,"5"2"75"-15,3 2 61 0,3 3 60 0,-1-3 45 16,8 6 32-16,-11-7 9 15,11 7-8-15,-6-7-26 0,6 7-25 0,0 0-24 16,0 0-11-16,28-9-17 0,7 3-21 16,7 0-18-16,5 4-23 0,1-2-16 15,4 2-42-15,-5 0-37 0,-4-2-57 0,-4 4 0 16,-10 0 0-16,-8-3-9 0,-4 3-42 16,-5-1-23-16,-12 1-26 0,20 0-37 0,-20 0-45 15,16 0-59-15,-16 0-83 0,0 0-81 16,4 4-84-16,-4-4-128 0,0 0-199 15,0 0 71-15,-20 12 80 0,13-6-470 16,-1-1-602-16</inkml:trace>
  <inkml:trace contextRef="#ctx0" brushRef="#br0" timeOffset="5649.08">10092 2672 3654 0,'-11'-12'333'0,"1"-2"17"0,3 8 25 0,0 0-4 15,4 2-25-15,3 4-37 0,0 0-18 16,-15 16 14-16,1 13-12 0,3 10-27 16,2 16-10-16,-1 10-3 0,0 6-14 0,3 4 1 15,0 0-19-15,6 0-132 0,1-7-89 16,-4-2 0-16,4 0 0 0,5-7 0 15,0-3 0-15,-1-16 0 0,1-2 0 0,-1-5 0 16,2-7 0-16,-3-6 0 0,4-4 0 16,-4-3 0-16,5-3 0 0,1-6 0 15,-2 0 0-15,7-6 0 0,-14 2-114 0,31-12-469 16,-10-7-140-16,1-2-197 0,1-1 68 16,0-5 91-16,-3-1-680 0,-4-2-892 15</inkml:trace>
  <inkml:trace contextRef="#ctx0" brushRef="#br0" timeOffset="6032.62">10269 3144 4399 0,'-6'-10'228'15,"6"10"44"-15,-5-4 34 0,5 4-1 0,0 0-8 16,-2-8-16-16,2 8 11 0,0 0 21 16,0 0-10-16,9 25-24 0,-1-10-25 15,0 2-24-15,3 0-20 0,-2 0-24 0,3 0-150 16,-1 1-36-16,-3 0 0 15,-2-2 0-15,0 1 0 0,-1-2 0 0,-5 1 0 16,2-4 0-16,0-1 0 0,-2 2 0 16,4-5 0-16,-2-1 0 0,-2-7 0 0,3 6 0 15,-3-6 0-15,0 0 0 0,29-28 0 16,-10 4 0-16,4-4 0 0,1 3 0 0,0 1 0 16,-5 1 0-16,-4 5 0 0,-3 7 0 15,-3 1 0-15,-2 2 0 0,4 5 0 0,-4 2 0 16,-7 1 0-16,19 7 0 0,-8 2 0 15,0 1 0-15,2 5 0 0,-2 1 0 16,-4 1 0-16,5 0 0 0,-3 0 0 0,-1-2 0 16,-3-1 0-16,4 0 0 0,-6 0 0 15,3-4 0-15,-3-2 0 0,1 1 0 16,0-1 0-16,-1-3 0 0,0 1 0 16,-3-6-765-16,8 3-250 0,-8-3 112 0,0 0-970 15,0 0-1298-15</inkml:trace>
  <inkml:trace contextRef="#ctx0" brushRef="#br0" timeOffset="6282.57">10887 2791 5329 0,'-2'-22'129'0,"-1"5"103"16,2 5 48-16,-3 0 41 0,2 5 23 0,0 2 3 16,2 5-23-16,0 0-20 0,0 0 30 15,0 0-87-15,0 0-247 0,23 41 0 0,-12-9 0 16,3 6 0-16,-3 10 0 15,1 6 0-15,-2 0 0 0,-3 3 0 0,-2-2 0 16,1-3 0-16,-3-7 0 0,1-3 0 16,-4-3 0-16,-2-5 0 0,2-4 0 15,-2-8 0-15,2-3 0 0,-3-4 0 0,1 1 0 16,2-5 0-16,2-1 0 0,-2-1 0 16,-2-2 0-16,2-7-461 0,0 7-488 0,0-7 2 15,0 0 105-15,0 0-856 0,0 0-1132 16</inkml:trace>
  <inkml:trace contextRef="#ctx0" brushRef="#br0" timeOffset="7133.52">11273 2989 4444 0,'2'-8'-106'0,"-2"2"39"0,0 6 11 15,3-12 8-15,-3 12-1 0,2-9 10 16,-2 9-8-16,3-8-23 0,-3 8-33 16,0 0-33-16,4-5-35 0,-4 5-30 15,0 0-20-15,4-7-11 0,-4 7 18 0,0 0 8 16,0 0 25-16,0 0 14 0,7-4 16 16,-7 4 12-16,0 0 24 0,8-5 23 0,-8 5 34 15,4-8 34-15,2 4 38 0,-3-3 38 16,1-1 35-16,3-2 40 0,-3-3 36 15,5 0 38-15,-4-3 34 0,2 2 37 0,-3 0 32 16,2 3 33-16,-2-3 30 0,0 3 47 16,2 3 22-16,-5-2 12 0,1 3 10 0,2 0-6 15,0 2-11-15,-4 5-30 0,1-8-37 16,-1 8-43-16,0 0-43 0,0 0-15 16,0 0-118-16,0 0-155 0,4 40 0 15,-4-12 0-15,-4 13 0 0,1 15 0 0,-6 2 0 16,-1 1 0-16,0 0 0 0,1-3 0 15,0-2 0-15,-2-1 0 0,4-11 0 16,2-2 0-16,-1-3 0 0,1-1 0 0,2-8 0 16,-1-4 0-16,2-1 0 0,-2-3 0 15,3-1 0-15,-1-4 0 0,0-1 0 0,0-2 0 16,2 0 0-16,-2-4 0 0,0 1 0 16,2-1 0-16,-1-1 0 0,1-7 0 0,0 14 0 15,-2-9 0-15,2-5 0 0,0 9 0 16,0-9 0-16,-2 8 0 0,2-8 0 15,0 0 0-15,0 10 0 0,0-10 0 16,0 0 0-16,0 0 0 0,0 8 0 0,0-8 0 16,0 0 0-16,0 0 0 0,0 0 0 15,0 0 0-15,0 0 0 0,0 0 0 16,0 0 0-16,0 0 0 0,0 0 0 0,0 0 0 16,0 0 0-16,9-25 0 0,-3 17 0 15,-3-6 0-15,5 1 0 0,-2 1 0 0,3-5 0 16,2 0 0-16,0 3 0 0,0-1 0 15,2 1 0-15,1 2 0 0,-2 1 0 16,0 1 0-16,3 2 0 0,-1 0 0 16,-3 5 0-16,4-3 0 0,-1 6 0 0,-3 0 0 15,5 4 0-15,-7 1 0 0,2 3 0 16,-1 4 0-16,-3 1 0 0,-3 3 0 0,2 5 0 16,-6 0 0-16,-2 3 0 0,-2-1 0 15,-5 9 0-15,2-1 0 0,-7-2 0 0,1-1 0 16,-1-3 0-16,3-5 0 0,2-6 0 15,-3-1 0-15,1 0 0 0,-2-2 0 0,2-4 0 16,-2-1 0-16,0-1 0 16,0-5 0-16,-5 0 0 0,2-3 0 0,-4-3 0 15,3-3 0-15,-7-8 0 0,2-3 0 16,7-2-107-16,2-3-956 0,3 0 95 16,9 5-1091-16,-1-4-1471 0</inkml:trace>
  <inkml:trace contextRef="#ctx0" brushRef="#br0" timeOffset="7450.59">11786 2673 6074 0,'-7'-3'47'0,"7"3"23"0,0 0 29 0,0 0 83 0,0 0 77 0,7 22 54 0,5-8 15 0,10 15-18 0,9 7 3 16,-1 8-117-16,2 12-196 15,5 17 0-15,-10 6 0 0,-12-9 0 0,-4 2 0 16,-9 4 0-16,-10 0 0 0,-3 17 0 16,-8-3 0-16,4-20 0 0,-2-2 0 0,-2-5 0 15,-4 1 0-15,0-6 0 0,0-3 0 16,3-7 0-16,-2 2 0 0,5-9 0 0,0-10 0 16,3-4 0-16,5-8 0 0,2-3 0 15,-2-4 0-15,6-5 0 0,-5-4 0 16,5-1 0-16,3-2 0 0,0 0 0 0,-13-14 0 15,8 4-27-15,3-2-1039 0,0-3 103 16,2-3 96-16,2-5-925 0,0 0-1220 0</inkml:trace>
  <inkml:trace contextRef="#ctx0" brushRef="#br0" timeOffset="7734.1">12644 3496 5544 0,'0'0'310'0,"-16"-4"14"16,16 4 28-16,0 0 22 0,-9-4 42 0,9 4-5 16,0 0-23-16,0 0-316 15,0 0-72-15,0 0 0 0,46-9 0 0,-10 5 0 16,4 0 0-16,0 0 0 0,0-1 0 15,-2 2 0-15,-2-5 0 0,-5 5 0 0,-4 0 0 16,0-3 0-16,-5 1-201 0,-3-2-457 16,2 0-102-16,-6 0-159 0,-3-1 86 0,-4 1-806 15,-7 0-1078-15</inkml:trace>
  <inkml:trace contextRef="#ctx0" brushRef="#br0" timeOffset="7966.18">12827 3165 4691 0,'-10'-6'112'0,"3"6"53"15,7 0 43-15,-11-3 62 0,11 3 57 16,0 0 65-16,-14 21 61 0,6-2 26 16,3 14 5-16,-4 1-21 0,4 7-316 15,-1 0-147-15,1 12 0 0,1-9 0 0,0 2 0 16,4-4 0-16,-1-1 0 0,2 0 0 16,-1-11 0-16,0-5 0 0,0 1 0 15,0-2 0-15,0-5 0 0,0-1 0 0,2-5 0 16,-2 1 0-16,-2-4 0 0,2-1 0 15,2-1 0-15,-2-2 0 0,0 0 0 16,0-6 0-16,2 5 0 0,-2-5-547 0,0 0-474 16,0 0 94-16,0 0-1010 0,11-17-1358 15</inkml:trace>
  <inkml:trace contextRef="#ctx0" brushRef="#br0" timeOffset="9597.45">13858 3244 5165 0,'0'0'-97'0,"0"0"67"0,-3-14 44 0,3 14 37 0,0 0 9 0,0 0 6 0,0 0 13 0,0 0 50 15,0 0 49-15,0 0 17 0,-9 33 4 0,5-16 7 16,3 2-4-16,-1 3-6 0,-2 2-7 16,2 2-18-16,2-1-11 0,-2-1-13 0,2 1-15 15,0-3-14-15,-1-4-8 0,1 2-12 16,0-5-9-16,-2-1-8 0,2 0-1 0,-3-3 19 15,3-2 5-15,0 0-104 0,0-1 0 16,0-8 0-16,-2 8 0 0,2-8 0 16,0 0 0-16,0 0 0 0,0 0 0 0,0-39 0 15,7 6 0-15,0-7 0 16,6-17 0-16,4-7 0 0,2-2 0 0,8-15 0 16,-2 19 0-16,-2 6 0 0,0 6 0 15,-5 7 0-15,2 11 0 0,-7 5 0 0,0 1 0 16,0 9 0-16,-1 2 0 0,-1 5 0 15,2 4 0-15,1 0 0 0,-1 5 0 0,5 2-495 16,-3 5-165-16,-2-2-183 16,-3 5-50-16,-5 1 89 0,2 4-725 0,-14 3-974 0</inkml:trace>
  <inkml:trace contextRef="#ctx0" brushRef="#br0" timeOffset="9782.93">13724 3324 4386 0,'-15'7'88'0,"5"-1"24"0,5-2 21 16,-3 0 34-16,8-4 36 0,-5 4 34 0,5-4 12 16,0 0-18-16,0 0-17 0,0 0-22 15,0 0-15-15,30 1-23 0,-6-4-38 16,15-2-78-16,3-4-85 0,11-1-112 0,-1 0-131 16,7-4-163-16,2 0-182 0,-3-1-145 15,-4-3 77-15,-4 0-532 0,-7-4-696 16</inkml:trace>
  <inkml:trace contextRef="#ctx0" brushRef="#br0" timeOffset="10366.87">14545 2822 3831 0,'-9'-7'235'0,"9"7"3"15,0 0-5-15,-14 0 4 0,14 0 60 16,-16 19 33-16,2-4 4 0,-5 11-5 0,0 1-16 15,2 6-11-15,-4 9-29 16,5 0-28-16,3-4-25 0,2-2-25 0,3 3-10 16,4-2-26-16,4-1-16 0,0-7-51 15,4-5-92-15,3-2 0 0,-2-1 0 0,2-5 0 16,3-2 0-16,-2-2-92 0,1-2-150 16,2-3-54-16,1-1-67 0,-1-5-54 0,1-2-30 15,0-3-25-15,0-3 7 0,1-3 32 16,-1-5 37-16,0-2 46 0,3-8 64 15,2-3 74-15,-5 7 85 0,-3 3 74 0,0 3 65 16,0 0 68-16,-2 3 46 0,-1 2 32 16,-3 0 27-16,3 2 6 0,-2 1 6 0,-2 2-11 15,2 0 4-15,-4 5 17 16,0 0 47-16,15-4 26 0,-15 4 10 0,0 0-6 16,25 6-8-16,-18 0-10 0,5-1-17 15,-3 3-14-15,-1-1-10 0,0-2-12 0,-1 1-15 0,-3 0-6 16,2 3-35-16,-3-3-157 15,3 0 0-15,-1 0 0 0,-5-6 0 0,5 8 0 16,-5-8 0-16,7 7 0 0,-7-7 0 16,10 4 0-16,-10-4 0 0,0 0 0 15,19-11 0-15,-10 3 0 0,3 2 0 0,-1-3 0 16,-3 2 0-16,-3 3 0 0,-5 4 0 16,12-7 0-16,-12 7 0 0,6-2 0 0,-6 2 0 15,0 0 0-15,18 14 0 16,-9-1 0-16,-4-1 0 0,4 1 0 0,4 1 0 0,-2-1 0 15,0 1 0-15,-1-1 0 16,3-2 0-16,-1 3 0 0,-3-3 0 0,0-1 0 16,1 0-297-16,0-5-413 0,-3 2-133 15,0-3-59-15,4-3 94 0,-11-1-767 0,0 0-1017 16</inkml:trace>
  <inkml:trace contextRef="#ctx0" brushRef="#br0" timeOffset="10597.06">15338 2704 4443 0,'8'-19'89'0,"-2"6"80"0,0 1 57 0,-5 4 48 0,1 2 28 0,-2 6-6 0,0 0 9 0,0 0 49 16,13 22 47-16,-1 9 35 0,1 18-13 0,5 10-21 15,-7 9-331-15,3 29-71 0,-7-21 0 16,-3 0 0-16,-8 0 0 0,-2 1 0 16,-7-7 0-16,0-1 0 0,-7-10 0 15,0-4 0-15,2-3 0 0,-3-11 0 0,6-12 0 16,3-7 0-16,3-5 0 0,2-8 0 15,-1-2 0-15,4-4 0 0,4-3 0 16,0 0-496-16,0 0-529 0,-10-14 93 0,12 5 103 16,2-4-841-16,4 1-1105 0</inkml:trace>
  <inkml:trace contextRef="#ctx0" brushRef="#br0" timeOffset="12597.55">5027 7215 2853 0,'-5'6'177'0,"2"0"0"0,-1 1-14 0,0-2 20 0,1 0 4 0,3-5-16 0,-10 6 16 0,10-6-12 0,-3 8-6 16,3-8 5-16,-5 4-1 0,5-4 4 15,0 0 7-15,0 0-5 0,-5 6 22 16,5-6-7-16,0 0-11 0,0 0-6 16,0 0-5-16,0 0-3 0,-8-18-6 0,8 10-7 15,0-3-14-15,0-3-11 0,0-5-14 16,4-5-9-16,0-1-10 0,3-9-13 0,1 2 1 15,3 1-16-15,0 2-3 0,1 2-7 16,0 4-10-16,1-1-4 0,0 6-9 0,1 2-4 16,1 3-5-16,4 3-9 0,-4 4 4 15,6 4-6-15,3 4-4 0,8 4 2 16,2 5 1-16,0 5 3 0,-1 1 1 0,3 9 3 16,-4 4 2-16,-9-4-4 15,-2 1 1-15,-4 2 3 0,-1 0 6 0,-7 2-31 16,-2-4 0-16,0-7 0 0,-4 2 0 15,-1-5 0-15,0 1 0 0,-2-6 0 0,2 1 0 16,-2-2 0-16,0-2 0 0,0-1 0 0,0-8 0 16,0 11 0-16,0-11 0 0,0 0 0 15,0 0 0-15,0 0 0 0,-9-28 0 16,12 4 0-16,-1-11 0 0,9-2 0 0,-1-2 0 16,2 3 0-16,0 3 0 0,4 1 0 15,-3 5 0-15,3 1 0 0,0 4 0 0,0 5 0 16,-3 5 0-16,3 5 0 0,-1 1 0 15,0 6 0-15,2 4 0 0,2 4 0 0,1 3 0 16,2 10 0-16,-3 5 0 0,3 4 0 16,-6 1 0-16,-2 2 0 0,-1 2 0 0,0-2 0 15,-1 2 0-15,-1-3 0 16,-1 1 0-16,-1-4 0 0,-1-7 0 0,-3-3 0 16,1-2 0-16,0-3 0 0,-2-2 0 15,0-1 0-15,-1-5 0 0,-1 2 0 0,0 0 0 16,2-4 0-16,-4-4 0 0,3 4 0 15,-3-4 0-15,0 0 0 0,0 0 0 0,0 0-4 16,0 0-705-16,0-21-166 0,2 12-33 16,-4 0 92-16,4 1-843 0,1-5-1097 15</inkml:trace>
  <inkml:trace contextRef="#ctx0" brushRef="#br0" timeOffset="13198.94">6071 6015 4419 0,'-4'-18'-108'0,"-1"3"59"0,1 1 53 0,1 2 53 0,1 1 46 0,-1 0 46 0,1-1 41 16,-2 4 25-16,4-3 19 0,-2 4 19 15,-1 0-16-15,3 7-27 0,-6-11-20 16,6 11-28-16,-2-4-13 0,2 4 25 0,0 0 26 16,-2 24 11-16,2 0 9 0,2 14 12 15,0 6-5-15,2 13 9 0,1 2 5 0,-1 2-206 16,3 1-35-16,0-1 0 0,-2 0 0 15,3-5 0-15,-1-5 0 0,0-9 0 16,0-7 0-16,-1 0 0 0,-3-8 0 0,1-6 0 16,0-4 0-16,-2-4 0 0,-1-2 0 15,1-2 0-15,1 0 0 0,-3-1 0 16,2-1 0-16,-2-7 0 0,4 10 0 16,-4-10 0-16,0 0 0 0,0 0 0 0,0 0 0 0,0 0 0 15,0 0 0-15,5-25 0 16,-5 16 0-16,0-2 0 0,0 2-742 0,0-5-258 15,0 2 110-15,0 0-1001 0,2-1-1313 16</inkml:trace>
  <inkml:trace contextRef="#ctx0" brushRef="#br0" timeOffset="13613.78">6385 6160 5110 0,'2'-3'-68'16,"-2"3"40"-16,0-7 25 16,0 7 15-16,0 0 37 0,0 0 55 0,0 0 36 15,0 0 19-15,-7 28 10 0,1-11 7 16,2 4 8-16,-1 2 12 0,1 1 2 0,1 3-2 16,3 0-10-16,0 0-11 0,3-1-10 15,3 8-13-15,1-5-5 0,4 0 5 16,-1-6 8-16,3-6-3 0,1-4-1 0,5 0-9 15,-2-5-147-15,8-3 0 0,-5-1 0 16,5-6 0-16,2-2 0 0,5-4 0 0,1-3 0 16,-5-2 0-16,1-3 0 15,-4-1 0-15,-2-1 0 0,-6-5 0 0,-2 1 0 16,-5 0 0-16,-7-1 0 0,-1 1 0 16,-4-5 0-16,-3-10 0 0,-3 3 0 0,-4 2 0 15,0 4 0-15,-4 4 0 0,1 7 0 16,-1 7 0-16,2 4 0 0,-8 5 0 0,3 2 0 15,-3 7 0-15,-11 4 0 0,7 3 0 16,2 6 0-16,1-3-86 0,3 3-501 0,6-4-142 16,7-1-193-16,3-5 76 0,2-1 93 15,4-4-699-15,2 5-900 0</inkml:trace>
  <inkml:trace contextRef="#ctx0" brushRef="#br0" timeOffset="13964.93">6959 6149 4153 0,'-6'-6'77'0,"6"6"34"15,-11-5 29-15,11 5 26 0,0 0 24 16,0 0 16-16,-23 11 16 0,18-3 27 0,-4 2 6 16,6 4-16-16,1 1-4 15,0 3-8-15,4 0-8 0,3 3-15 0,4 0-10 16,5 4-11-16,6 0-6 0,3-3-9 0,-1-3-16 15,5-2-13-15,0-4-10 16,-2-2-11-16,-4-4-80 0,-3-6-38 0,4 1 0 16,-3-2 0-16,-1-3 0 0,0-1 0 15,-1 1 0-15,-4-4 0 0,0-1 0 0,-1-4 0 16,-6 0 0-16,-1-1 0 0,-1-3 0 16,-4-1 0-16,-4-9 0 0,-5-9 0 0,-1 2 0 15,-1 2 0-15,-2 6 0 0,1 6 0 16,1 4 0-16,-1 6 0 0,1 2 0 0,0 6 0 15,-3 1-450-15,14 0-140 16,-23 5-115-16,14 3-186 0,1-3 75 0,5 0 95 16,3 2-646-16,0-7-820 0</inkml:trace>
  <inkml:trace contextRef="#ctx0" brushRef="#br0" timeOffset="14298.15">7260 6217 3610 0,'0'0'-16'15,"7"3"57"-15,-7-3 56 0,0 0 26 0,9 5 30 16,-9-5 42-16,0 0 33 0,3 14 31 15,-3-4 44-15,-1 2 22 0,1 5 22 0,-2 8 12 16,0 10 22-16,0 6-5 0,-1 5 4 16,1 0-15-16,1 0-19 0,-3 9-32 15,2-8-309-15,-2-3-5 0,2-3 0 16,2 0 0-16,0-3 0 0,-1-7 0 0,-1-6 0 0,2-5 0 16,-2-1 0-16,0-5 0 15,2 1 0-15,0-5 0 0,-2 0 0 0,2-3 0 16,-2-1 0-16,-2-2 0 0,4-4 0 15,-13 4 0-15,2-4 0 0,-5-4 0 0,-2 0 0 16,-16-5 0-16,0-3 0 0,0-3 0 16,-2 1 0-16,0 2 0 0,4 1 0 0,-1 1 0 15,1 2 0-15,7 2 0 0,7 0 0 16,4 5 0-16,2-3 0 0,1 4 0 16,1 0 0-16,10 0 0 0,-15-3 0 15,15 3 0-15,-10-1-610 0,10 1-381 16,0 0 84-16,0 0 98 0,0 0-849 0,27-14-1094 15</inkml:trace>
  <inkml:trace contextRef="#ctx0" brushRef="#br0" timeOffset="14863.66">7540 6493 4907 0,'2'-14'101'0,"1"4"45"0,-2 3 42 0,-1 1 31 0,0 6 30 0,2-11-5 0,-2 11-24 15,2-5-19-15,-2 5 2 16,0 0 28-16,0 0 4 0,15 31-10 0,-10-11 2 16,2 13-2-16,-2 2-18 0,-5-4-44 15,2 4-163-15,2 3 0 0,-4-2 0 0,2-5 0 16,-4-5 0-16,2-3 0 0,0-3 0 15,-2 1 0-15,2-5 0 0,-2-3 0 0,2-1 0 16,0-3 0-16,0 1 0 0,-2 0 0 16,2-10 0-16,0 12 0 0,0-12 0 15,0 0 0-15,2 5 0 0,-2-5 0 16,0 0 0-16,0 0 0 0,11-25 0 0,-5 13 0 16,2 1 0-16,-2-3 0 0,3 1 0 15,0 1 0-15,1 2 0 0,1 0 0 0,3 1 0 16,-3 3 0-16,2-1 0 0,1 3 0 15,-1 2 0-15,1 4 0 0,1 2 0 0,1 3 0 16,-2 3 0-16,9 7 0 0,-10 0 0 16,1 3 0-16,-5-2 0 0,-1 3 0 0,-2 0 0 15,-4 3 0-15,-4-1 0 0,-1 0 0 16,-2 1 0-16,-2-2 0 0,-4 3 0 0,-2-4 0 16,1-4 0-16,0 1 0 0,-3-4 0 15,2-2 0-15,-1-5 0 0,-1 0 0 16,1 0 0-16,1-5 0 0,-1-2 0 0,3-2 0 15,-8-2 0-15,2-2 0 0,4 2 0 16,0-3 0-16,-1-1 0 0,5 1 0 16,-3 0 0-16,2 0 0 0,5-3-836 0,-1 0-153 15,2-1 110-15,3 3-987 0,-1-2-1291 16</inkml:trace>
  <inkml:trace contextRef="#ctx0" brushRef="#br0" timeOffset="15866.18">7946 6067 4750 0,'0'0'-223'0,"-12"-2"60"0,12 2 59 0,-7-6 64 0,7 6 56 15,-6-6 47-15,6 6 41 0,-7-11 37 0,3 5 27 16,0-2 25-16,0 1 24 0,0-5 19 16,-1 2 13-16,1 2 11 0,4-1 3 15,-2 1-9-15,2 0-15 0,-2-3-21 0,4 2-13 16,2-1-15-16,-2-1-15 0,3 3-14 15,6-2-14-15,-4 1-12 0,4 2-12 0,5 1-11 16,-1 2-11-16,2 2-100 0,3 4-1 16,3 3 0-16,6 7 0 0,2 4 0 15,-6 6 0-15,0 3 0 0,-9 5 0 16,0 0 0-16,-5 3 0 0,-6 0 0 0,-3-4 0 16,-4-3 0-16,-5 8 0 0,-2-3 0 15,-1-1 0-15,-1-1 0 0,-6-4 0 0,5-5 0 16,1-6 0-16,-3-3 0 0,3 1 0 15,-5-6 0-15,3 1 0 0,0-5 0 0,-2-2 0 16,-2-3 0-16,1-4 0 0,2-4 0 16,-2-4 0-16,-2-11 0 0,5-7 0 0,4-4 0 15,5-3 0-15,4 1 0 16,6 1 0-16,3 6 0 0,2 0 0 0,3 6 0 16,-1 9 0-16,3 2 0 0,0 5 0 15,0 6 0-15,4 0 0 0,-2 8 0 0,14 6 0 16,-1 3 0-16,-3 7 0 0,1 1 0 15,3 12 0-15,-3-4 0 0,-6-4 0 0,0 0 0 16,-2-1 0-16,-4-2 0 0,-2-5 0 16,1-5 0-16,-7 0 0 0,3-4 0 15,-1 2 0-15,-2-3 0 0,3-5 0 0,-1 2 0 16,2-4 0-16,-13 0 0 0,29-6 0 16,-12-1 0-16,-2-6 0 0,6-8 0 15,4-6 0-15,-7-4 0 0,6-7 0 0,-5-2 0 16,3 1 0-16,-8 6 0 0,-2 5 0 15,-4 5 0-15,-1 8 0 0,-5 1 0 16,2 4 0-16,-2 3 0 0,-1 3 0 0,-1 4 0 16,0 0 0-16,-7-8 0 0,7 8 0 15,0 0-279-15,0 0-768 0,0 0 119 0,0 0-1091 16,0 0-1435-16</inkml:trace>
  <inkml:trace contextRef="#ctx0" brushRef="#br0" timeOffset="17280.93">10391 6665 5076 0,'0'0'-270'0,"0"0"47"0,-17 12 51 0,12-7 48 16,-4 0 44-16,4 0 47 0,-1 2 40 15,1 0 21-15,-1-4 32 0,6-3 19 0,-8 7 30 16,8-7 26-16,-6 5 24 0,6-5 29 15,0 0 25-15,0 0 23 0,0 0 2 0,0 0 0 16,31-8-8-16,-10-1-23 0,-1 2-18 16,12-3-16-16,-6 2-14 0,-1 2-18 0,0 3-14 15,1 0-11-15,1 3-9 16,17 4-10-16,-2 4-7 0,14 2-10 0,-2 1 4 16,7 2-6-16,2-1-6 0,2-2-5 15,0 0-8-15,4-1-6 0,-7-4-2 0,-3 0-2 0,-10-2 9 16,-4 1-18-16,-13-4-40 15,-7 1 0-15,-4-1 0 0,-4 0 0 0,-1-1 0 16,-2-1 0-16,-3-1 0 0,2-1 0 16,-2-1 0-16,-4 0 0 0,3 2 0 15,-2-1 0-15,-5 1 0 0,-3 3 0 0,9-4 0 16,-9 4-436-16,0 0-130 0,0 0-103 16,0 0-196-16,-36 16 46 0,16-8 88 0,-10 8-665 15,-7-1-849-15</inkml:trace>
  <inkml:trace contextRef="#ctx0" brushRef="#br0" timeOffset="17630.05">10679 7047 3685 0,'-17'-9'96'0,"0"3"46"16,-1-1 31-16,6 2 34 0,-1 1 36 0,2 1 33 15,4-1 20-15,7 4-5 0,-14-3-9 16,14 3-15-16,-13-3-19 0,13 3-7 15,0 0 26-15,0 0 14 0,0 0 0 0,0 0-9 16,0 0-35-16,29 20-9 0,-7-15-50 16,13 4-178-16,7-6 0 0,8 0 0 0,12-1 0 15,9 0 0-15,1 0 0 16,3-4 0-16,-2 2 0 0,0 0 0 0,-1 3 0 16,-7-3 0-16,-11 2 0 0,-3-2 0 15,-7 2 0-15,-4 3 0 0,-10-5 0 0,-5 0 0 16,-6 2 0-16,0-1 0 0,-2-1 0 15,3-1 0-15,-4 1 0 0,2-4 0 0,-1 3 0 16,0-5 0-16,1 3 0 0,-2-2 0 16,4-2 0-16,-2 0-175 0,4-1-387 0,-1-3-107 15,-3 4-248-15,11-6 76 0,-6 1 103 16,-2 2-721-16,-2 3-907 0</inkml:trace>
  <inkml:trace contextRef="#ctx0" brushRef="#br0" timeOffset="18029.54">12556 6617 4431 0,'-10'-10'195'0,"1"4"22"0,3 1 3 16,1 1-6-16,5 4-15 0,0 0-2 15,0 0 64-15,-18 17 28 0,11 3-1 16,1 4-10-16,-2 12-24 0,4 3-10 0,-1 2-22 15,-1 2-19-15,5 0-21 0,-3 2-17 16,2-3-33-16,-3 0-132 0,3-3 0 16,-5-5 0-16,3-8 0 0,3-3 0 15,-3-5 0-15,0-3 0 0,2-1 0 0,1-2 0 16,-1-2 0-16,-1-1 0 0,-1-3 0 16,4-6 0-16,-4 8 0 0,4-8 0 0,0 0 0 15,0 0 0-15,-5-27 0 0,5 8 0 16,5-13 0-16,3-10 0 0,9-9 0 0,7-9 0 15,6-19 0-15,6-2 0 0,2 4 0 16,3 5 0-16,-13 21 0 0,3 5 0 0,-5 5 0 16,0 6 0-16,-4 6 0 0,-1 8 0 15,-5 6 0-15,0 4 0 0,-3 2 0 16,3 4 0-16,-3 2 0 0,-2 2-84 16,3 2-599-16,-3 2-133 0,3 4-90 0,-7 2 87 15,4 3-842-15,-9 0-1097 0</inkml:trace>
  <inkml:trace contextRef="#ctx0" brushRef="#br0" timeOffset="18212.78">12205 7018 4940 0,'-16'2'115'0,"4"-1"37"16,1-1 34-16,11 0 32 0,-16 0 10 0,16 0-3 16,0 0-22-16,2-10-20 0,-2 10-20 15,32-9-20-15,5 1-23 0,8-1-56 16,16-1-76-16,8 3-112 0,-2-1-134 0,3-4-152 15,-5 0-187-15,2 0-204 0,-7-1 83 16,-2 0 75-16,-5-1-506 0,1 0-615 16</inkml:trace>
  <inkml:trace contextRef="#ctx0" brushRef="#br0" timeOffset="18746.07">13412 6284 3533 0,'-6'-18'216'0,"-2"3"53"0,4 7 35 15,2-1 21-15,-1 2 9 0,-3 5-6 0,6 2 19 16,0 0 22-16,-27 26 7 16,8 3-28-16,-5 12-31 0,1 8-23 0,-2 4-30 15,4 2-25-15,-1-1-26 0,2 4-98 16,4-4-115-16,5-1 0 0,4-1 0 0,3-10 0 16,1-1 0-16,3 1 0 0,3-5 0 15,-3-8 0-15,2-6 0 0,0-7 0 0,4 1 0 16,-3-7-22-16,5-2-231 0,4-4-22 15,-5-2-7-15,4-4 19 0,3-3 19 16,1-4 22-16,0-4 22 0,4-8 23 0,0-3 24 16,-1-2 41-16,0 4 39 0,-2-2 46 15,-5 7 51-15,-2 3 44 0,0 3 41 16,-6 3 15-16,3-1 18 0,-1 4 0 16,-1 0-9-16,-4 5 12 0,0 0 39 0,0 0 23 15,18 9 7-15,-15-3-6 0,3 6-9 16,0-3-13-16,-2 2-12 0,0 0-130 0,1 1-44 15,-1 3 0-15,2-3 0 0,-5-3 0 16,3 1 0-16,-2 0 0 0,3-3 0 0,-3-1 0 16,1 0 0-16,-3-6 0 0,8 10 0 15,-8-10 0-15,11 0 0 0,-11 0 0 16,28-11 0-16,-10 6 0 0,3-3 0 0,-4 5 0 16,0-3 0-16,0 0 0 0,0 5 0 15,-4 0 0-15,3 1 0 0,-3 1 0 16,1 4 0-16,-3 1 0 0,2 1 0 0,-3 3 0 15,-1 0 0-15,2 0 0 0,0 0 0 16,-4 4 0-16,2-3 0 0,1-1 0 0,1 0 0 16,1 0 0-16,-2-5 0 0,-1-1-381 15,2-3-482-15,1-2-83 0,-12 1 95 0,23-11-900 16,-8 0-1184-16</inkml:trace>
  <inkml:trace contextRef="#ctx0" brushRef="#br0" timeOffset="18962.11">14094 6478 4798 0,'8'-35'54'0,"-2"8"72"0,-3 7 42 0,-1 6 39 0,0-1 35 0,2 8 20 0,-3 0 20 16,-1 7 28-16,10-3 13 0,-10 3-25 15,25 23 4-15,-4 15 34 0,0 10 2 0,-6 7-193 16,-3 6-145-16,-10 4 0 0,-2 4 0 16,-10 5 0-16,-12 15 0 0,-9-5 0 0,-2 2 0 15,-5-6 0-15,0-4 0 0,7-21 0 16,-1-2 0-16,4-3 0 0,-7-7 0 0,7-2 0 15,-5-10 0-15,10-12-298 16,2-5-563-16,4-5-70 0,4-3 81 0,1-5-936 16,1-4-1215-16</inkml:trace>
  <inkml:trace contextRef="#ctx0" brushRef="#br0" timeOffset="22379.68">15431 6704 4615 0,'2'-7'-167'0,"0"1"57"0,3-3 65 0,-3 2 83 0,-1-1 55 0,-1 8 40 0,2-11 35 16,-2 11 25-16,0-8 10 0,0 8-6 0,0 0 6 15,0 0 53-15,0 0 30 0,-15 22-1 16,2 2-14-16,-7 5-21 0,5 4-5 0,0 1-12 16,-2 0-17-16,5 3-32 0,-1 2-10 15,1-3-23-15,5 1-32 0,-2-1-119 16,3-2 0-16,2 0 0 0,0-11 0 0,0-3 0 15,4-4 0-15,0-3 0 0,2-1 0 16,3 0 0-16,2-4 0 0,6-1-302 16,4-5-101-16,0-2-84 0,8-6-56 0,7-5-46 15,2-9-42-15,5-4-39 0,-1-2-29 16,-2-6-616-16,-2 3-773 0</inkml:trace>
  <inkml:trace contextRef="#ctx0" brushRef="#br0" timeOffset="22996.21">15725 6900 3383 0,'13'-18'-63'15,"-1"3"84"-15,-3 3 78 0,-3 0 47 16,0 3 44-16,0 1 33 0,1-1 25 0,-3 2 8 15,2 2-5-15,-6 5-3 0,13-5 3 16,-13 5 9-16,0 0 3 0,23 12-10 0,-15 0-13 16,-1 1-13-16,1 7-18 0,-5-2-18 15,1 3-13-15,-4-2-10 0,0 2-12 16,-2 3-29-16,-1-2-4 0,-3 0 1 16,0-1-8-16,-3-3-6 0,-1 0-9 0,1-2-9 15,1-7-92-15,-4 2 0 0,3-5 0 16,4-3 0-16,5-3 0 0,0 0 0 0,-23-15 0 15,15 2 0-15,6-6 0 0,2-7 0 16,2 1 0-16,4-10 0 0,-1 4 0 0,3 8 0 16,-4 6 0-16,0 1 0 15,2 8 0-15,-3-2 0 0,5 7 0 0,-8 3 0 0,0 0 0 16,17 9 0-16,-9-1 0 16,1 5 0-16,1-1 0 0,1 1 0 0,5 1 0 0,0 6 0 15,6-1 0-15,-4-7 0 16,1-1 0-16,3-4 0 0,-4-1 0 0,3-4 0 15,1-2 0-15,-4-2 0 0,7-1-91 16,-2-4-130-16,8-3 2 0,-3-4-4 0,-1-1 3 16,0-5 4-16,0-1 17 0,-7-3 18 15,3-3 18-15,-2-2 15 0,4-7 29 0,-6 7 28 16,-3 4 31-16,-7 4 32 0,-2 6 33 16,-1 1 23-16,-5 4 7 0,-1 3 14 15,-1 2 14-15,1 5 24 0,-11-4 18 16,11 4 10-16,-20 4 9 0,9 1 0 0,2 2-1 15,-1 3-10-15,0 0-10 0,3 2-7 16,3-1-4-16,4 0-5 0,0 3-9 16,4 1-11-16,3 4-5 0,6-2 7 0,-1 9 27 15,3-1 9-15,-5-6 0 0,1 1 0 16,3 6 3-16,-6-4-73 0,-1-3-35 0,-3-2 0 16,-2 3 0-16,-2-2 0 0,-2-1 0 15,-6 2 0-15,3-1 0 0,-5-1 0 0,-1-1 0 16,-2-3 0-16,-1-1 0 15,-3-1 0-15,1-2 0 0,2-6 0 0,-4-1 0 0,3-4 0 16,0-4 0-16,-5-4 0 0,7 3 0 16,0-10 0-16,3 1-512 0,3-4-336 15,-1-2-81-15,8-2 90 0,0 0-883 16,12-6-1155-16</inkml:trace>
  <inkml:trace contextRef="#ctx0" brushRef="#br0" timeOffset="23366.98">16916 6785 5157 0,'0'0'137'0,"-5"6"19"0,5-6 21 0,0 0 31 0,-4 4 22 0,4-4 11 0,0 0 32 16,0 0 13-16,0 0-3 0,13 12-22 16,-1-11-25-16,1 1-25 0,1-2-18 15,-2 0-51-15,-12 0-142 0,35-5 0 0,-18 2 0 16,0-4 0-16,0-2 0 0,-4 1 0 15,-1-3 0-15,-1 0 0 0,-3-2 0 0,-6 3 0 16,-2 2 0-16,-6-1 0 0,-7 2 0 16,-4 4 0-16,-10 5 0 0,-13 4 0 15,2 5 0-15,2 4 0 0,-4 7 0 0,4 4 0 16,9-2 0-16,4 0 0 0,1 3 0 16,6 0 0-16,5 0 0 0,3-4 0 15,4-1 0-15,4-2 0 0,4-3 0 0,4 4 0 16,1-4 0-16,10 3 0 0,2-3 0 0,5-3 0 15,-1-5 0-15,0-3 0 0,11-1 0 16,2-1 0-16,-3-4 0 0,5-6 0 16,0-5 0-16,10-3-685 0,-14-1-310 15,12-4 97-15,-9-3-1011 0,7-1-1331 0</inkml:trace>
  <inkml:trace contextRef="#ctx0" brushRef="#br0" timeOffset="23530.54">17467 6839 5365 0,'-17'-3'285'16,"17"3"23"-16,-9-2 12 0,9 2 7 0,0 0-19 16,0 0-43-16,0 0-30 15,0 0-24-15,0 0-21 0,0 0-51 0,0 0-95 16,0 0-123-16,49 0-143 0,-22-5-160 16,10 0-171-16,-1-4-204 0,3 1-92 0,-3-2 87 15,2-1-732-15,-4-1-941 0</inkml:trace>
  <inkml:trace contextRef="#ctx0" brushRef="#br0" timeOffset="23828.93">17932 6559 4483 0,'2'-13'145'15,"-2"1"35"-15,6 2 9 0,-3 3 26 16,7-2 28-16,2 1 15 0,1 3 2 0,4 1-2 16,2 3-9-16,2 2-7 0,4 6-1 15,5 9-3-15,-3 4-5 0,-4 7 1 16,-6 2-1-16,-5 5-6 0,-7 0-164 15,-6 5-63-15,-8 1 0 0,-6 2 0 0,-2 1 0 16,-2 0 0-16,2-10 0 0,0 0 0 16,3-2 0-16,1-4 0 0,5-5 0 0,4-2 0 15,3-6 0-15,2 2 0 0,8-5 0 16,4 0 0-16,6-3 0 0,3 0 0 0,15-4 0 16,-3-4 0-16,10 0 0 0,-2 0 0 15,-2-4 0-15,0 2 0 0,-6 2 0 16,-7-2 0-16,-6 0 0 0,-3 0 0 15,0 1 0-15,-5-1-408 0,-5-1-496 0,-8 3-19 16,8-4 80-16,-8 4-896 0,0 0-1171 16</inkml:trace>
  <inkml:trace contextRef="#ctx0" brushRef="#br0" timeOffset="24161.95">15849 7668 5272 0,'-30'2'214'0,"5"-2"38"0,6 1 44 0,3-1 40 0,7 0 53 15,9 0 18-15,0 0 24 16,0 0-28-16,0 0-212 0,61-9-191 0,31 8 0 16,56-3 0-16,25-4 0 0,76-6 0 15,-7 2 0-15,-5 3 0 0,-2-1 0 0,-60 3 0 16,5 6 0-16,-13-3 0 0,-13 4 0 15,-14-2 0-15,-22 1 0 0,-34-1 0 0,-16-2 0 16,-16 4 0-16,-11-4 0 0,-12 4 0 16,-6-2 0-16,-6 0 0 0,-5-3 0 15,-3 0 0-15,-3 0 0 0,-5-2 0 16,-1 2 0-16,0 5 0 0,-1-10 0 0,-7 4 0 0,5 1 0 16,-8 2 0-16,2-1-143 15,-2 1-872-15,-5-3 59 0,3 3 116 0,1-1-941 16,1 0-1211-16</inkml:trace>
  <inkml:trace contextRef="#ctx0" brushRef="#br0" timeOffset="29694.11">16082 8557 4586 0,'-4'-10'-130'0,"-2"3"52"0,0 2 48 0,1 1 50 0,-3-3 35 0,1 1 31 0,-2 2 33 0,-2-2 20 16,0 2 8-16,-3 1 2 0,-2 3-1 15,-5 5 5-15,-15 7 13 0,-7 9 2 0,0 2 6 16,-4 9 15-16,2 6-6 0,1 4-15 16,2 6-5-16,-3 17-10 0,12-9-15 15,7 2 5-15,5-2-15 0,5 1-10 0,10-3-11 16,5-12-11-16,2 1-8 0,11-4-13 16,-1-1-6-16,4-5-4 0,6-8-1 0,4 1-3 15,4-9 0-15,7-9-5 0,6-4-2 16,4-8-2-16,11-8-7 0,0-3-2 0,4-5-43 15,0-4 0-15,-1-6 0 0,10-10 0 16,-19 3 0-16,-2 0 0 0,-6-2 0 0,-5-3 0 16,-8-3 0-16,1-3 0 0,-8 1 0 15,-7-7 0-15,-7 2 0 0,-9 6 0 16,-5-9 0-16,-4 6 0 0,-6 3 0 16,-6 7 0-16,0 14 0 0,-10 3 0 0,-1 8 0 15,-6 9 0-15,-4 6 0 0,4 12 0 16,-10 3 0-16,2 11 0 0,8 0 0 0,6 4 0 15,9-4 0-15,6 2 0 0,3 0 0 16,5-4 0-16,7-3 0 0,4-2 0 0,4 2 0 16,3-3 0-16,9 5 0 0,5-5 0 15,5-1 0-15,-2-7 0 0,7-1 0 16,3-6 0-16,-7 0 0 0,0-4 0 0,-1 0 0 16,-4-2 0-16,1 0 0 0,0-2 0 15,-3 2 0-15,-6 0 0 0,-2 0 0 0,-1 0 0 16,-4 2 0-16,-9 0-282 0,20-2-391 15,-13 2-166-15,-7 0-33 0,16-2 81 0,-9 2-819 16,-7 0-1050-16</inkml:trace>
  <inkml:trace contextRef="#ctx0" brushRef="#br0" timeOffset="29993.87">17271 8311 4806 0,'-21'-2'110'0,"-3"6"47"0,-10 11 44 0,-11 13 48 0,-1 6 28 0,2 14 32 16,-4 11 16-16,16-3-1 0,7 4-28 0,8 0-15 16,8-1-20-16,11 0-28 0,4 1-19 15,5-4-66-15,4-2-148 0,0-5 0 0,5-3 0 16,-2-3 0-16,0-11 0 0,-5-3 0 15,4-3 0-15,-1-3 0 0,-1-5 0 16,-3-5 0-16,2 1 0 0,-3-5 0 0,5-3 0 16,-3-1-326-16,3-1-316 0,-1-3-156 15,-3-1-81-15,-1 0 87 0,-11 0-825 16,19-3-1056-16</inkml:trace>
  <inkml:trace contextRef="#ctx0" brushRef="#br0" timeOffset="35309.94">18004 8913 4374 0,'0'0'-167'0,"0"0"76"0,0 0 63 0,-5 2 69 0,5-2 50 0,0 0 43 0,0 0 22 0,0 0 14 16,-8-8 11-16,8 8 9 0,-1-6 1 0,1 6 6 15,0-11-12-15,0 11-11 0,1-12-10 16,1 6-15-16,4-5-7 0,-1 1-9 16,5-2 4-16,3-3-11 0,-1 1-2 15,3 1-6-15,4 1 6 0,-4-1-2 0,5 1-3 16,-4 0-10-16,2 3-5 0,0 1-9 16,-2 3-8-16,-1 0-10 0,1 5-8 0,-3 1 4 15,2 4-3-15,0 2 6 0,5 5 11 16,1 9 1-16,-3 3-88 0,0 1 0 0,-5 3 0 15,-1 2 0-15,-1-1 0 0,-6-2 0 16,3 6 0-16,-5-6 0 0,2-3 0 16,-1-4 0-16,-4-3 0 0,0 2 0 15,0-4 0-15,0-1 0 0,0-2 0 0,-2-3 0 16,2 2 0-16,-2-3 0 0,2-2 0 16,0-6 0-16,2 12 0 0,-2-12 0 0,2 12 0 15,-2-12 0-15,0 0 0 0,0 0 0 16,0 0 0-16,7-24 0 0,2 5 0 0,3-8 0 15,3-4 0-15,5 2 0 0,-4 2 0 16,5 1 0-16,-1 3 0 0,-2 0 0 0,-2 8 0 16,1 3 0-16,-2 2 0 0,-2 1 0 15,1 1 0-15,1 4 0 0,-1 2 0 0,-1 2 0 16,1 2 0-16,0 5 0 0,-3 2 0 16,5 4 0-16,-3 3 0 0,5 9 0 15,-7 2 0-15,-3 2 0 0,-1-3 0 16,-3-2 0-16,2 11 0 0,-3-8 0 0,-3-3 0 15,0-3 0-15,2 0 0 0,-2-4 0 16,0-1 0-16,0 0 0 0,0-4 0 0,0 0 0 16,2-2 0-16,-2-1 0 0,0-1 0 15,0-1 0-15,2 0 0 0,-2-7 0 0,0 10 0 16,0-10 0-16,0 9 0 0,0-9 0 16,0 0 0-16,0 0 0 0,0 0 0 0,0 0 0 15,0 0 0-15,0 0 0 0,0 0 0 16,0 0-258-16,0 0-762 0,-15-24 85 15,11 21 107-15,3-4-923 0,1 7-1184 16</inkml:trace>
  <inkml:trace contextRef="#ctx0" brushRef="#br0" timeOffset="35676.54">19028 8364 4537 0,'0'-29'-29'0,"2"3"52"0,-2 6 46 0,0 3 50 0,2 1 54 0,-2 5 45 0,2-3 48 0,-2 1 8 15,1 3-5-15,-1 1-17 0,0 9-30 16,0-12-23-16,0 12 11 0,0 0 23 0,0 0 4 15,11 29-6-15,-8-6-18 0,1 12-16 16,-2 2-18-16,0 4-80 0,-1 2-99 0,-1-2 0 16,0 0 0-16,-1-3 0 0,1-2 0 15,-4-7 0-15,2-3 0 0,-3-2 0 16,4-2 0-16,-3-3 0 0,0-2 0 0,1-2 0 16,-1 1 0-16,0-4 0 0,0-2 0 15,4-1-308-15,-1-1-271 0,-1-3-156 16,2-5-153-16,0 0 76 0,0 0-844 0,13 0-1093 15</inkml:trace>
  <inkml:trace contextRef="#ctx0" brushRef="#br0" timeOffset="36009.55">19437 8502 4555 0,'-3'-8'-6'0,"3"8"49"0,-12-3 34 15,12 3 44-15,0 0 44 16,-26 8 31-16,13 1 27 0,1 1 12 0,-1 3 7 15,-3 5-9-15,3 7-6 0,1-7-20 16,8 1-16-16,1-3-16 0,3-1-14 0,3 4-13 16,3-2-10-16,4 0-15 0,1-2-10 15,7-1-11-15,-2 0-11 0,4-4-10 16,1-2-8-16,1-2-18 0,3-1-10 0,-4-4-1 16,1-1-8-16,-4-1 4 0,3-4-3 15,1-1-17-15,3-11-20 0,-9 2 0 0,6-7 0 16,-8-4 0-16,0-3 0 0,-5-3 0 15,1 1 0-15,-7 2 0 0,-3 5 0 0,0 7 0 16,-2-3 0-16,-1 5 0 0,-5 1 0 16,-1 5 0-16,-5-1 0 0,1 5-43 0,-1 3-145 15,0 2-94-15,-4 4-131 16,3 1-140-16,1 3-204 0,-2 1-80 0,0 3 94 16,9 0-745-16,-1-4-935 0</inkml:trace>
  <inkml:trace contextRef="#ctx0" brushRef="#br0" timeOffset="36544.73">19896 8524 4441 0,'0'0'104'0,"0"0"38"0,0 0 35 0,0 0 39 16,0 0 42-16,0 0 5 0,-30 9 6 16,23-2-3-16,1 4-4 0,0 0-19 0,3 1-20 15,-1 3-25-15,-1-3-20 0,5 2-14 16,0-1-20-16,7 3-12 0,-2-3-13 15,3 1-8-15,-1-4-18 0,5 2-1 16,1-3-21-16,1-1-46 0,1-1-25 0,-1-3 0 16,-1-1 0-16,-2-3 0 0,3-2 0 15,-3-3 0-15,3-2 0 0,-5-3 0 0,0-7 0 16,-2-2 0-16,0-1 0 0,-2-11 0 16,1 4 0-16,-2 5 0 0,-3 5 0 0,1 5 0 15,0-1 0-15,-2 2 0 0,0 4 0 16,-2 0 0-16,2 7 0 0,0 0 0 0,-11-1 0 15,11 1 0-15,0 0 0 0,-11 18 0 16,6-8 0-16,5 1 0 0,0 3 0 16,0 1 0-16,0 7 0 0,5 1 0 15,-3 3 0-15,2 10 0 0,-2-2 0 0,-1 4 0 16,-2-2 0-16,-1 1 0 0,-4 0 0 16,0-4 0-16,-2 2 0 0,1 0 0 0,-5-6 0 15,4-4 0-15,-1-4 0 0,4-4 0 16,-1-1 0-16,0-3 0 0,0-3 0 0,2 2 0 15,-1-5 0-15,-2 1 0 16,-2 0 0-16,0-2 0 0,0-3 0 0,-5-2 0 0,1 1 0 16,-3-5 0-16,0-2 0 0,0-1 0 15,-3-4 0-15,0 1 0 0,3 1 0 16,3 0 0-16,0-2 0 0,3 3 0 0,-1-5 0 16,6 6 0-16,-4-5 0 0,7 5 0 15,2-3-582-15,2-1-373 0,7-4 55 16,4 2 86-16,2 0-866 0,4 0-1116 0</inkml:trace>
  <inkml:trace contextRef="#ctx0" brushRef="#br0" timeOffset="36960.46">20274 8724 4962 0,'9'-10'107'0,"-3"3"66"0,1 0 36 0,-6 0 35 0,1 4 16 0,-2 3 4 0,0 0 12 0,0 0 50 0,0 0 26 16,8 17-15-16,-8-3-18 0,-2 1-23 15,2 5-230-15,-2 1-66 0,0 4 0 16,0-1 0-16,0-1 0 0,1 2 0 0,-1-1 0 16,-1-3 0-16,-1 2 0 0,2-4 0 15,2-2 0-15,-2-3 0 0,2-3 0 0,-1-2 0 16,1 1 0-16,-2-3 0 0,2 0 0 16,0 1 0-16,0-8 0 0,0 0 0 0,0 0 0 15,0 0 0-15,0 0 0 0,19-20 0 16,-10 10 0-16,2 1 0 0,2 1 0 0,-4 1 0 15,-2 0 0-15,3 3 0 16,0 1 0-16,-5 1 0 0,-5 2 0 0,21 5 0 16,-13 1 0-16,1 4 0 0,-1 2 0 15,0 2 0-15,-3 1 0 0,3 5 0 0,-7-4 0 16,1-1 0-16,-2 2 0 0,0-3 0 16,0 0 0-16,0-1 0 0,-2-1 0 0,2 0 0 15,-1-3 0-15,-1-1 0 0,0 0 0 16,-2-3 0-16,2-1 0 0,2-4 0 15,-9 4 0-15,9-4 0 0,0 0 0 0,-21-15 0 16,14 1-943-16,-1-4-24 0,3-5 107 0,4 0-984 16,2-14-1269-16</inkml:trace>
  <inkml:trace contextRef="#ctx0" brushRef="#br0" timeOffset="37426.3">20873 8228 5463 0,'5'-12'123'0,"-5"4"36"0,0 3 32 0,2-1 27 0,-2 6 53 0,0 0 56 0,0 0 20 0,23 13 12 0,-12-3-1 15,-1 9-20-15,0-1-301 0,1 11-37 0,2 0 0 16,-3 3 0-16,-4-6 0 0,-5-3 0 16,1 0 0-16,-2 1 0 0,-3-2 0 0,-3 0 0 15,-6 6 0-15,-3-4 0 16,-6-2 0-16,-2-1 0 0,-1-2 0 0,-5-5 0 15,6-2 0-15,6-7 0 0,0 1 0 16,1-4 0-16,5-4 0 0,-3-4 0 0,5-6 0 16,5-7 0-16,4-8 0 0,8-12 0 15,9-11 0-15,10-4 0 0,4 6 0 0,-3 9 0 16,1 4 0-16,-9 12 0 0,0 7 0 16,-6 7 0-16,0 8 0 0,1 2 0 0,4 8 0 15,-1 3 0-15,4 5 0 0,1 5 0 16,4 2 0-16,-2 2 0 0,7 6 0 0,3-2 0 15,-1 0 0-15,-6-7 0 0,1-5 0 16,0 0 0-16,-4-5 0 0,-5-3 0 16,-3-2 0-16,3-4 0 0,-5 0 0 15,0-3 0-15,-2-1 0 0,0-2 0 0,3-1 0 16,-3-5 0-16,1-2 0 0,-3-3 0 16,1-2 0-16,-5-2 0 0,2-4 0 0,-5-1 0 15,3 0 0-15,-7-4-123 0,0 2-930 16,-3 1 114-16,-1 2-1127 0,-1 6-1480 15</inkml:trace>
  <inkml:trace contextRef="#ctx0" brushRef="#br0" timeOffset="41542.81">21361 9184 2818 0,'0'0'632'0,"0"0"-174"0,0 0-83 0,5 2-41 0,-5-2-27 0,0 0-20 0,0 0-4 16,0 0-26-16,0 0 9 0,0 0-19 0,0 0-15 15,0 0-17-15,0 0-17 0,0 0-15 16,0 0-15-16,0 0-13 0,0 0-15 0,0 0-15 16,0 0-9-16,0 0-10 0,0 0-11 15,13-10-12-15,-11 3-4 0,-2 7-47 0,2-9-32 16,-2 9 0-16,2-11 0 15,-2 11 0-15,-2-10 0 0,2 10 0 0,-8-11 0 16,5 9 0-16,3 2 0 0,-13-6 0 16,13 6 0-16,-18 0 0 0,18 0 0 0,-17 6 0 15,7-4 0-15,3 4 0 0,3-1 0 16,4-5 0-16,-12 12 0 0,11-6 0 0,-1 0 0 16,2-6 0-16,2 11 0 0,-1-7 0 15,-1-4 0-15,7 11 0 0,-3-6 0 0,-4-5 0 16,11 5 0-16,-11-5 0 15,11 2 0-15,-11-2 0 0,0 0 0 0,14 2 0 16,-14-2 0-16,0 0 0 0,0 0 0 16,0 0 0-16,16-5 0 0,-11 1 0 0,-5 4 0 15,4-8 0-15,-4 8 0 0,1-6 0 16,-1 6 0-16,0 0 0 0,2-6 0 0,-2 6 0 16,0 0 0-16,0 0 0 0,0 0-797 15,0 0-166-15,0 0 83 0,0 0 99 0,-28 12-841 16,18 0-1062-16</inkml:trace>
  <inkml:trace contextRef="#ctx0" brushRef="#br0" timeOffset="41858.58">21945 8732 4868 0,'4'-18'147'0,"0"2"41"0,-2 6 36 0,0 0 25 0,-1 3 4 16,-1 1-5-16,0 6 24 0,0 0 24 0,0 0 4 16,11 23-17-16,-8-1-11 0,1 14-28 0,0 7-23 15,-4 5-95-15,3 13-126 0,-3 0 0 16,0-3 0-16,0 0 0 0,0-11 0 0,0-2 0 16,0-1 0-16,0-3 0 0,0-3 0 15,0-7 0-15,0-6 0 0,-1-6 0 0,-1 1 0 16,0-4 0-16,2-3 0 0,0-1 0 15,0-4 0-15,0 1 0 0,2-7 0 16,-2-2 0-16,0 0 0 0,0 0-596 16,0 0-164-16,21-17-136 0,-14 3 68 0,4-3-910 15,1-10-1171-15</inkml:trace>
  <inkml:trace contextRef="#ctx0" brushRef="#br0" timeOffset="42175.39">22241 8950 4734 0,'-2'-6'-16'15,"2"6"37"-15,0 0 28 0,0 0 30 0,0 0 33 16,-17 20 28-16,9-1 15 16,5 3 12-16,-4 2-26 0,3 12-3 0,3-2-7 15,-1-2-13-15,4-8-1 0,3 7 4 16,3 1-14-16,5-6-4 0,-1-4-7 0,7-2 5 16,-2-4 3-16,2-4 7 0,2-5 15 15,0-2 5-15,0-2 16 0,-2-3 15 0,4 0 4 16,0-5 4-16,-4 2-2 0,0-6-5 15,0 1-34-15,-2-6-129 0,-4 0 0 0,7-6 0 16,-9-1 0-16,-1 1 0 0,-3-9 0 16,-1 3 0-16,-4 5 0 0,-2 2 0 0,-2 1 0 15,-4 5 0-15,-1 1 0 0,-1 5 0 16,-4 2 0-16,0 2 0 0,-2 3 0 0,-3 0-246 16,-1 3-324-16,2 0-136 0,0 4-186 15,1 0 75-15,-2 4 102 0,4-3-729 16,3 1-893-16</inkml:trace>
  <inkml:trace contextRef="#ctx0" brushRef="#br0" timeOffset="42693.56">22864 9005 4188 0,'0'0'126'0,"0"0"44"15,0 0 49-15,0 0 46 0,-19 16 37 0,13-6 8 16,0 3-4-16,1 5-14 0,1-1-20 15,0 1-21-15,3-1-25 0,-1 0-22 0,5 1-14 16,-1-2-19-16,2-1-16 16,1-1-15-16,5-1-14 0,0-2-11 0,3-2-12 15,-1-3-43-15,4 1-60 0,0-3 0 16,1-4 0-16,-2 0 0 0,4-2 0 0,2-3 0 16,-1-2 0-16,-4-2 0 0,2-5 0 15,-2 1 0-15,-4-3 0 0,3-11 0 0,-1 0 0 16,-7 4 0-16,1 3 0 0,-3 3 0 15,-3 4 0-15,0 1 0 0,-2 4 0 16,-4 1 0-16,4 7 0 0,-9-5 0 16,9 5 0-16,0 0 0 0,0 0 0 0,-21 15 0 15,15-5 0-15,3 2 0 0,1 0 0 16,4 5 0-16,-2 2 0 0,1 8 0 0,7 9 0 16,-2 0 0-16,0 8 0 0,-1 9 0 15,-3 0 0-15,2-7 0 0,-8 0 0 0,2 10 0 16,-5-5 0-16,-3 3 0 0,-3-9 0 15,2-9 0-15,-5 1 0 0,1-4 0 0,0-1 0 16,0-6 0-16,-3-1 0 0,-1-4 0 16,2-4 0-16,3-5 0 0,0-4 0 0,-2-2 0 15,-1-3 0-15,2-3 0 0,-4-1 0 16,-2-5 0-16,0-4 0 0,-4-7 0 16,-1-6 0-16,3-4 0 0,-2-10 0 0,5-4 0 15,4-5 0-15,4 7 0 0,4 1 0 16,5 1 0-16,-3 1-76 0,6 6-908 0,4 5 39 15,1-8 103-15,7 10-975 0,1-7-1246 16</inkml:trace>
  <inkml:trace contextRef="#ctx0" brushRef="#br0" timeOffset="43057.87">23337 9056 5414 0,'4'-8'145'0,"-1"4"57"0,1 1 12 0,-4 3 34 0,0 0 41 0,0 0 36 0,0 0 27 0,23 15-1 15,-17-7-13-15,1 3-25 0,-1 3-313 16,2 1 0-16,-3-1 0 0,3 4 0 0,-5-3 0 16,4 3 0-16,-3-3 0 0,-3-1 0 15,3-3 0-15,0 1 0 0,-2-1 0 0,-1-3 0 16,1-1 0-16,0 0 0 0,2-4 0 16,-4-3 0-16,0 0 0 0,23-10 0 0,0-9 0 15,4-6 0-15,3-9 0 0,6-1 0 16,-3 2 0-16,-3 0 0 0,-3 11 0 0,-2 2 0 15,-8 6 0-15,-2 4 0 0,-4 5 0 16,1 3 0-16,-2 2 0 0,-10 0 0 0,21 13 0 16,-14 0 0-16,1 0 0 15,-3 3 0-15,1 4 0 0,-2 3 0 0,2-2 0 16,-2-1 0-16,1 1 0 0,-1-4 0 16,0 0 0-16,-1-3 0 0,4-2 0 0,-4 1 0 15,3-4 0-15,-1-2 0 0,1-1 0 16,2-4-287-16,2 0-712 0,-10-2 83 0,23-5-1121 15,-10-2-1451-15</inkml:trace>
  <inkml:trace contextRef="#ctx0" brushRef="#br0" timeOffset="43310.08">24427 8047 6023 0,'-4'-23'117'0,"1"8"25"0,3 5 21 0,0 2 25 16,0 8 62-16,0 0 57 0,24 22 53 15,1 18 20-15,5 15-119 0,13 29-261 16,2 10 0-16,-6 5 0 0,-6 2 0 0,-16 2 0 16,-13 4 0-16,-13 5 0 0,-14 3 0 15,-10 0 0-15,-3 2 0 0,-4-4 0 0,-9-6 0 16,-3-8 0-16,-7-5 0 0,0-11 0 16,0-6 0-16,1-7 0 0,4-11 0 15,10-12 0-15,4-8 0 0,-3-6 0 0,7-8 0 16,6-8 0-16,3-3 0 0,5-8-891 15,2-1-67-15,5-4-1199 0,2-1-1564 0</inkml:trace>
  <inkml:trace contextRef="#ctx0" brushRef="#br0" timeOffset="44758.28">11628 4013 2359 0,'-38'0'127'0,"-3"4"-27"0,-4-4-25 0,-1 2 7 0,-1 0 15 0,1 2 12 15,-15 1 15-15,12-3 23 0,1 2 25 16,2 2 16-16,9 2 4 0,7-3-6 16,10 0-12-16,4-2-12 0,10 2 9 15,10 2 37-15,25 7 17 0,35-3-8 0,47 3-15 16,32-1-24-16,19-5-36 0,71 6-12 15,9-3-14-15,-2-5-18 0,-6-1-3 0,-55-3-14 16,0-5-11-16,-9 1-30 0,-12-2-50 16,-16 2-48-16,-23 0-70 0,-37-4-84 0,-14 3-93 15,-8-2-91-15,-22-2-148 0,-14 0-176 16,-10 2 58-16,-5-2-437 0,-7 0-570 16</inkml:trace>
  <inkml:trace contextRef="#ctx0" brushRef="#br0" timeOffset="60688.64">6067 10634 969 0,'0'0'439'0,"0"0"-107"0,-5-6-55 0,5 6-20 0,0 0 6 16,0 0-6-16,-9-5-7 0,9 5-10 0,0 0 11 16,0 0 10-16,0 0 16 0,-7-4-1 15,7 4 7-15,0 0 5 0,0 0 8 0,0 0 3 16,0 0-12-16,-9-8-9 0,9 8-16 15,0 0-23-15,-4-4-27 0,4 4-9 0,0 0-13 16,-2-10-13-16,2 10-16 16,0-11-3-16,0 11-7 0,-2-10-8 0,2 10-2 15,0-11-67-15,0 11-74 0,-4-7 0 16,4 7 0-16,0 0 0 0,-4-7 0 16,4 7 0-16,0 0 0 0,0 0 0 0,-11 23 0 15,6-3 0-15,-3 10 0 0,-2 6 0 16,3 3 0-16,-1 2 0 0,3 0 0 0,-2 2 0 15,3 1 0-15,4-1 0 0,0-1 0 16,2-3 0-16,0-6 0 0,2-6 0 0,-4-4 0 16,5-5 0-16,-5-1 0 0,1-5 0 15,-1 2 0-15,0-3 0 0,0-3 0 0,0 1 0 16,0-5 0-16,0-4 0 16,-3 8 0-16,3-8 0 0,0 0 0 0,0 0 0 15,0 0 0-15,-20-12 0 0,17 5-317 16,-5-8-386-16,3 1-195 0,5-4 17 0,-3-2 101 15,3-1-789-15,0 2-1010 0</inkml:trace>
  <inkml:trace contextRef="#ctx0" brushRef="#br0" timeOffset="61055.28">5802 10381 4604 0,'-16'-7'30'0,"0"2"47"0,3-1 36 0,1 3 27 0,3 0 39 0,9 3 31 0,-18-4 29 0,13 3 11 16,5 1-10-16,-12-4-15 0,12 4-19 0,0 0-17 16,-13-4-12-16,13 4-18 0,0 0-2 15,0 0-3-15,0 0-14 0,51-4-15 16,-9 0-13-16,19-4-11 0,5 0-10 0,-2 2-9 15,-1-3-8-15,-2 1-7 0,-4 2-17 16,-13 1-50-16,-5 1 0 0,-10 2 0 16,-6 0 0-16,-3 0 0 0,-6 2 0 15,0-2 0-15,-3 2 0 0,-11 0 0 0,18-2 0 16,-18 2 0-16,16 2 0 0,-16-2 0 16,11 2 0-16,-11-2 0 0,5 9-218 0,-3-3-99 15,-2 2-116-15,-2 3-116 0,0 5-145 16,-4-2-146-16,2 1 77 0,0 4-726 0,4-3-935 15</inkml:trace>
  <inkml:trace contextRef="#ctx0" brushRef="#br0" timeOffset="61406.08">6940 10231 3849 0,'-8'-12'-83'0,"2"3"54"0,1-1 54 0,1 7 41 16,4 3 23-16,-7-7 11 15,7 7 29-15,0 0 37 0,-18 17 32 0,11 2 10 16,-7 15 10-16,-1 13 8 0,3 3 11 15,3 8-1-15,-2-4-11 0,5 3-14 0,0-3-26 16,4-8-16-16,4-4-20 0,4 0-10 16,2-3-16-16,1-3-10 0,3-3-9 0,-1-2-24 15,2-6-18-15,1-6-52 0,-1-2-64 16,-1-3-72-16,4-2-88 0,-2-5-108 0,-1-2-108 16,-2-3-126-16,5-2-155 0,-3 0-20 15,5-6 80-15,-4 1-509 0,4-4-626 16</inkml:trace>
  <inkml:trace contextRef="#ctx0" brushRef="#br0" timeOffset="61788.61">7167 10650 3428 0,'-6'-7'157'0,"4"2"23"16,2 5 19-16,-3-10 6 0,3 10 8 16,0 0 9-16,0 0 10 0,-2-7 29 0,2 7 15 15,0 0 8-15,0 0-24 0,0 0-15 16,34 9-18-16,-34-9 3 0,17 8-1 0,-9-6 1 15,-1 4-4-15,-1 0-9 0,-6-6-12 16,11 8-14-16,-5-3-12 0,-6-5-84 16,8 7-95-16,-8-7 0 0,5 7 0 0,-5-7 0 15,6 3 0-15,-6-3 0 0,0 0 0 16,0 0 0-16,19-21 0 0,-10 4 0 0,5-8 0 16,1 0 0-16,-1 5 0 15,-5 4 0-15,0 5 0 0,4 3 0 0,-4-2 0 16,0 5 0-16,0 3 0 0,-9 2 0 15,21 4 0-15,-7 3 0 0,-1 5 0 0,3 1 0 16,-3 1 0-16,-2 4 0 0,8 2 0 16,-6-2 0-16,-1-2 0 0,1-2 0 0,-1 2 0 15,1-3 0-15,-4-2 0 0,2-1 0 16,-6-3 0-16,1 0 0 0,-1-2 0 0,1-2-171 16,-6-3-371-16,0 0-105 15,15-3-187-15,-5-1-9 0,-2-4 87 0,-2-3-740 0,1-1-942 16</inkml:trace>
  <inkml:trace contextRef="#ctx0" brushRef="#br0" timeOffset="62106.11">7651 10040 4307 0,'-8'-16'127'16,"5"3"43"-16,1-1 28 0,0 4 27 0,2 4 30 15,0 6 22-15,7-5 19 0,-7 5 33 16,29 13 23-16,-4 9 28 0,7 10-16 0,-3 7-8 15,-3 6-16-15,-3 9-125 0,0 4-215 16,-8 2 0-16,-3 8 0 0,-7-2 0 16,-3 1 0-16,0-2 0 0,-4-4 0 15,-5 2 0-15,-1-3 0 0,0-5 0 0,3-14 0 16,-3-1 0-16,1-6 0 0,-2-1 0 16,4-11 0-16,1-3 0 0,2-6 0 0,-1-2 0 15,-1-3 0-15,2-1 0 0,2-7 0 16,-4 7 0-16,4-7 0 0,0 0 0 0,0 0 0 15,0 0 0-15,0 0 0 16,0 0 0-16,0-24 0 0,2 17-297 0,0-2-502 0,2-1-140 16,-2 2 80-16,0-1-942 0,-2 2-1231 15</inkml:trace>
  <inkml:trace contextRef="#ctx0" brushRef="#br0" timeOffset="62637.64">8674 10744 5459 0,'0'0'235'0,"-13"-4"61"0,13 4 38 0,0 0 24 0,-10-1 7 0,10 1 28 0,0 0 5 15,0 0-45-15,0 0-353 0,15-12 0 16,6 6 0-16,14-4 0 0,3 0 0 15,2 1 0-15,3 1 0 0,11-4 0 0,-10 3 0 16,0-1 0-16,-3 3 0 0,2-1 0 16,-9 0 0-16,-7 4 0 0,-4 1 0 0,-5 1 0 15,-4 0 0-15,-1 0 0 0,-4 2-183 16,-9 0-852-16,14 6 97 0,-12-3 99 0,-2-3-928 16,-9 20-1198-16</inkml:trace>
  <inkml:trace contextRef="#ctx0" brushRef="#br0" timeOffset="62889.22">8815 10922 5111 0,'-9'0'432'0,"9"0"38"15,-15 2 44-15,15-2 13 0,0 0 4 16,0 0-9-16,0 0-438 0,0 0-84 16,0 0 0-16,38-21 0 0,-4 12 0 0,7 0 0 15,13-5 0-15,1 2 0 0,1 4 0 16,-11-1 0-16,0 2 0 0,-8 1 0 0,-10 3 0 15,-6-1 0-15,-4 4 0 0,-3-3 0 0,-1 0 0 16,-2 3 0-16,-3-2 0 16,-8 2 0-16,0 0 0 0,15 0 0 0,-15 0 0 15,0 0 0-15,0 0 0 0,0 0-171 16,0 0-872-16,0 0 108 0,0 0-1120 0,0 0-1468 16</inkml:trace>
  <inkml:trace contextRef="#ctx0" brushRef="#br0" timeOffset="63554.35">10032 10689 5275 0,'-5'-14'-93'0,"-1"0"77"0,1 1 57 0,1-1 57 0,2 1 44 0,2-1 37 0,2-3 37 0,0-1 19 16,5-3 20-16,4 3 9 16,5-5-1-16,5 2-14 0,6 1-13 0,2 7-11 0,1 1-22 15,-4 5-20-15,-1 5-14 16,2 2-102-16,-2 5-67 0,7 9 0 0,-3 3 0 15,-6 5 0-15,-5 4 0 0,-4 4 0 0,-10-3 0 16,-4 0 0-16,-7 9 0 0,-11 9 0 16,-5-1 0-16,-4-3 0 0,-2-3 0 15,-1-2 0-15,2-3 0 0,7-6 0 16,4-4 0-16,2-5 0 0,3-5 0 0,2-2 0 16,3-2 0-16,3-2 0 0,-1-2 0 15,2 0 0-15,3-5 0 0,8 7 0 0,3-4 0 16,9-1 0-16,7 0 0 0,14-6 0 15,4 3 0-15,4-3 0 0,-1 1 0 16,-5 0 0-16,0-1 0 0,-2 1 0 0,-9 1 0 16,-7 0 0-16,-4 1 0 0,-2-1 0 15,-6 0 0-15,1 0 0 0,-3 2 0 0,-11 0 0 16,19 0 0-16,-11 0 0 0,-8 0 0 16,0 0 0-16,17-1 0 0,-17 1 0 0,0 0 0 15,8-2 0-15,-8 2 0 0,0 0-534 16,0 0-473-16,0 0 107 0,0 0-1055 0,0 0-1376 15</inkml:trace>
  <inkml:trace contextRef="#ctx0" brushRef="#br0" timeOffset="63854.41">11210 10392 5916 0,'-7'-13'233'0,"1"3"34"0,5 4 19 0,-3 0 35 0,4 6 10 0,-7-7 1 16,7 7-15-16,0 0-129 0,0 0-188 16,0 0 0-16,-9 37 0 0,9-11 0 0,0 13 0 15,2 2 0-15,4 5 0 0,-5-5 0 16,4 5 0-16,-3-3 0 0,3 1 0 0,-5-3 0 16,2-2 0-16,-2-8 0 0,-2-6 0 15,2-6 0-15,-1 1 0 0,-1-3 0 0,0 0 0 16,2-5 0-16,-2-3 0 15,2 1 0-15,0-1 0 0,2-6 0 0,-2-3 0 16,0 0 0-16,0 0 0 0,0 0-346 16,18-22-572-16,-11 7-13 0,4-12 98 0,-2-3-923 15,-1-2-1187-15</inkml:trace>
  <inkml:trace contextRef="#ctx0" brushRef="#br0" timeOffset="64070.59">11066 10502 4591 0,'-27'-15'8'0,"-1"1"85"16,1 0 69-16,6 4 80 0,2 0 92 15,5 3 63-15,2 0 44 0,-2 2 12 16,4 0 0-16,-2 0-18 0,7 1-26 0,5 4-236 16,-8-7-173-16,8 7 0 0,12-12 0 15,5 6 0-15,15-6 0 0,8 4 0 16,6 0 0-16,14 1 0 0,-3 1 0 0,2 0 0 16,-14 2 0-16,0 2 0 0,-11 2 0 15,-6 2 0-15,-3 0 0 0,-4 0 0 0,-2 4-222 16,-4-2-537-16,1 4-192 0,-9-3 89 15,-2 5 85-15,-1-2-794 0,4 3-1014 0</inkml:trace>
  <inkml:trace contextRef="#ctx0" brushRef="#br0" timeOffset="64337.68">11866 10221 4850 0,'-7'-9'279'0,"0"3"20"15,0-2 18-15,3 5 18 0,4 3 14 16,0 0 39-16,-25 15 19 0,14-1 4 0,-8 15-11 16,0 12-244-16,2 11-156 0,2 1 0 15,5 2 0-15,1-2 0 0,3 2 0 0,6-10 0 16,2-2 0-16,2-1 0 0,1-4 0 16,3 0 0-16,-2-4 0 0,3-1 0 0,-3-9 0 15,1-7 0-15,2-1 0 0,-6-5 0 16,5 0 0-16,-1-3 0 0,3-2 0 15,0-6 0-15,-1 0 0 0,-9 0 0 16,28-9-439-16,-8-3-446 0,2-3-38 0,3-6 97 16,-2-1-915-16,0-5-1172 0</inkml:trace>
  <inkml:trace contextRef="#ctx0" brushRef="#br0" timeOffset="64720.83">12101 10522 4829 0,'0'-12'76'0,"0"2"79"15,-2 2 61-15,2 8 60 0,-3-11 23 16,3 11 29-16,-2-5 10 0,2 5-5 0,0 0 26 15,0 0 43-15,0 0-7 0,9 21-210 16,-4-8-185-16,1 3 0 0,-1 3 0 0,-1 1 0 16,4 1 0-16,-2-2 0 0,0 0 0 15,-3-3 0-15,1 2 0 0,1-1 0 16,-3 0 0-16,1-5 0 0,-1-1 0 16,2-1 0-16,-2-2 0 0,-1-1 0 0,1 0 0 15,-2-7 0-15,6 9 0 0,-6-9 0 16,0 0 0-16,0 0 0 0,28-34 0 0,-6 6 0 15,4-8 0-15,5 1 0 0,1-2 0 16,1 6 0-16,-7 9 0 0,-4 3 0 0,3 3 0 16,-3 7 0-16,-8 1 0 0,4 7 0 15,-5 1 0-15,3 3 0 0,-3 4 0 16,0 5 0-16,0 2 0 0,-1 3 0 16,-2 1 0-16,-3 1 0 0,0 1 0 0,0 0 0 15,-3-2 0-15,-3 2 0 0,-1-1 0 0,0 0 0 16,0-1 0-16,-1 0 0 0,-3-3 0 15,2 2 0-15,2-4 0 0,0-2 0 16,0 0 0-16,0-3 0 0,0-5-570 0,0-3-435 16,0 0 113-16,0 0-1055 0,0 0-1366 15</inkml:trace>
  <inkml:trace contextRef="#ctx0" brushRef="#br0" timeOffset="64970.69">13004 10137 5824 0,'-2'-14'186'0,"-2"8"42"16,4-1 46-16,0 7 39 0,-4-11 47 0,2 8 32 0,2 3-10 0,0 0-150 0,0 0-232 16,0 0 0-16,0 37 0 0,0-9 0 15,-1 17 0-15,-5 9 0 0,-1 5 0 0,-2 1 0 16,0 0 0-16,0 1 0 0,1 1 0 16,-2-1 0-16,1-5 0 0,4-2 0 0,-6-2 0 15,8-10 0-15,-3-1 0 0,2-4 0 16,-1-4 0-16,0-8 0 0,5-4 0 0,-2-8 0 15,2 0 0-15,0-6 0 0,2-3 0 16,-2-4-40-16,0 0-807 0,0 0-89 16,25-27 58-16,-15 10-989 0,7-10-1292 15</inkml:trace>
  <inkml:trace contextRef="#ctx0" brushRef="#br0" timeOffset="65220.91">13071 10735 4890 0,'7'-13'-43'0,"-3"2"105"0,2 1 82 15,-5 3 65-15,3-1 57 0,-2 1 25 0,3 2 26 16,-5 5 15-16,9-13 6 0,-4 9 13 15,-5 4 2-15,11-5-9 0,-11 5-7 0,0 0-337 16,27 15 0-16,-18-1 0 0,-2 4 0 16,-1 4 0-16,-5 3 0 0,-1 2 0 0,-1 12 0 15,-7 0 0-15,0 2 0 0,-1-5 0 16,-1 1 0-16,3-3 0 0,-1-3 0 0,4-9 0 16,0-3 0-16,2-3 0 0,2-5 0 15,0 1 0-15,6-4 0 0,1-4 0 16,5 0 0-16,1-4 0 0,7-4 0 0,1 0 0 15,1-4 0-15,9-5 0 0,-1-3 0 16,1 2 0-16,-3-3 0 0,1-3 0 0,-2 1 0 16,-1 0-915-16,-2-1-43 0,2 0-1191 15,-2-4-1556-15</inkml:trace>
  <inkml:trace contextRef="#ctx0" brushRef="#br0" timeOffset="65520.68">13557 10278 6365 0,'-7'-20'143'16,"2"9"31"-16,3 0 44 0,-2 4 35 16,4 0 41-16,0 7 62 0,6-4 28 0,-6 4-380 15,30 11-4-15,-1 11 0 0,7 9 0 16,-2 9 0-16,0 7 0 0,-10 5 0 0,-3 3 0 16,-5 4 0-16,-13 3 0 0,-3 2 0 15,-5 7 0-15,-7-3 0 0,-5 0 0 0,-2 0 0 16,-3-7 0-16,-1 2 0 0,3-9 0 15,1 0 0-15,2-5 0 0,-1-4 0 0,5-11 0 16,1-3 0-16,1-8 0 0,4-5 0 16,0-5 0-16,0-1 0 0,3-1 0 15,-1-1 0-15,1-2 0 0,0 0 0 16,0-3 0-16,-2-1 0 0,3 2 0 0,-3-3 0 16,1 0-309-16,5-3-717 0,0 0 115 15,-13 3-1111-15,13-3-1437 0</inkml:trace>
  <inkml:trace contextRef="#ctx0" brushRef="#br0" timeOffset="66237.45">14206 10797 5934 0,'-11'0'85'0,"11"0"56"0,0 0 40 0,-19 0 40 0,19 0 38 0,0 0 6 0,0 0 12 0,0 0 15 16,0 0-2-16,0 0-44 15,52-10-246-15,-13 6 0 0,8 2 0 0,-2-1 0 16,5 1 0-16,1 1 0 0,-2-1 0 15,1-2 0-15,-3 2 0 0,0-1 0 0,-8 0 0 16,-1 2 0-16,-7-5-99 0,-4 4-503 16,-4-3-111-16,-7 2-187 0,2-1 70 0,-9 3 87 15,-2-3-721-15,-7 4-912 0</inkml:trace>
  <inkml:trace contextRef="#ctx0" brushRef="#br0" timeOffset="66503.56">14572 10555 4406 0,'-9'-12'154'15,"4"0"44"-15,-2 3 34 0,1 1 50 0,3 1 32 16,3 7 27-16,-6-9 7 0,6 9-8 16,-2-6-49-16,2 6-26 0,0 0 28 0,0 0 18 15,8 30-2-15,-5-9-202 0,7 14-107 16,-2 2 0-16,3 11 0 0,-4-7 0 0,2 2 0 16,-4 8 0-16,3-10 0 0,-3 0 0 15,1 0 0-15,-2-7 0 0,-2-5 0 0,2-7 0 16,-4-1 0-16,0-2 0 0,0-5 0 15,0-1 0-15,0-1 0 0,0 0 0 16,0-4 0-16,0 1 0 0,0-1 0 16,0-8 0-16,0 6 0 0,0-6 0 0,0 0 0 0,0 0-670 15,0 0-320-15,11-21 98 16,-4 12 97-16,0 4-852 0,0-3-1086 0</inkml:trace>
  <inkml:trace contextRef="#ctx0" brushRef="#br0" timeOffset="67306.62">15485 10793 4608 0,'0'0'81'0,"0"0"63"0,0 0 50 0,0 0 48 15,0 0 48-15,0 0 45 0,0 0 37 0,0 0 9 0,-29-6-12 16,29 6-13-16,0-11-2 0,2 6-18 16,0-4-207-16,0-1-129 0,4 0 0 0,0-2 0 15,1 0 0-15,4 0 0 0,0 0 0 16,-2 0 0-16,2 2 0 0,3-1 0 0,-1 3 0 15,1-1 0-15,-2 4 0 16,1 2 0-16,-1-1 0 0,-1 6 0 0,5 0 0 16,-1 5 0-16,4 3 0 0,5 5 0 15,-4 6 0-15,-1 3 0 0,-1 0 0 0,-3 1 0 16,-4 3 0-16,-3-4 0 0,-1-2 0 16,-5 1 0-16,0-2 0 0,0 4 0 0,-4-4 0 15,2-4 0-15,0-2 0 0,0-1 0 16,0-2 0-16,0-2 0 0,-2 0 0 0,2-1 0 15,0-1 0-15,0-8 0 16,0 11 0-16,0-11 0 0,0 0 0 0,0 0 0 0,0 0 0 16,11-21 0-16,5-4 0 0,5-4 0 15,5-13 0-15,7 5 0 0,-2 1 0 0,-1 4 0 16,-8 5 0-16,3 8 0 16,0 2 0-16,-3 7 0 0,-8 5 0 0,4 3 0 15,-3 4 0-15,0 3 0 0,2 5 0 16,1 4 0-16,-4 8 0 0,4 5 0 0,-5-1 0 15,-3 2 0-15,3 1 0 0,-2 0 0 16,-1 1 0-16,1-1 0 0,-3-6 0 0,-2 0 0 16,2-4 0-16,-5-1 0 0,3-4 0 15,-2 1 0-15,-3-4 0 0,3-1 0 0,1 1 0 16,-3-4 0-16,-1 0 0 0,1-3 0 16,0 4 0-16,-2-8 0 0,2 4 0 15,-2-4 0-15,0 0 0 0,0 0 0 0,0 0 0 16,0 0 0-16,0 0-834 0,-34-8-137 15,22 4-1201-15,2 0-1578 0</inkml:trace>
  <inkml:trace contextRef="#ctx0" brushRef="#br0" timeOffset="67822.58">15428 11642 6330 0,'-27'0'11'0,"7"-2"53"0,2 1 63 0,7 1 59 0,1-2 54 0,10 2 51 0,0 0 35 0,-19 0 25 15,19 0-86-15,0 0-265 16,38-2 0-16,8 2 0 0,23-2 0 0,8-1 0 15,7 2 0-15,4-1 0 0,0 0 0 16,-4 2 0-16,-5 0 0 0,-4 0 0 0,-4 0 0 16,-22 2 0-16,-1-2 0 0,-8 0 0 15,-7 0 0-15,-8 0 0 0,-9 2 0 0,2-4 0 16,-4 2 0-16,-3 0 0 0,0 0 0 16,-11 0 0-16,16-2 0 0,-16 2 0 0,0 0 0 15,20-2 0-15,-20 2 0 16,5-1 0-16,-5 1 0 0,0 0 0 0,0 0 0 15,0 0-326-15,0 0-694 0,0 0 106 0,-38-1-1103 16,38 1-1433-16</inkml:trace>
  <inkml:trace contextRef="#ctx0" brushRef="#br0" timeOffset="71552.92">6248 12973 1441 0,'-5'-4'312'0,"-2"-1"-74"0,2 2-44 0,-1-2-23 0,1-2-6 0,-1 0-9 0,4-1 11 15,1 0-16-15,1 0 0 0,0-2 4 16,1-1 1-16,3 2-1 0,0-3 1 16,3 4-7-16,2-2 2 0,2 2-17 15,0-1-5-15,-2 5-12 0,3 2-10 0,-12 2 0 16,27 6 3-16,-14 0 0 0,4 6-4 15,-4 5-10-15,5 8 10 0,-5 4 8 0,-6 2 3 16,1 1 6-16,-4-2 14 0,-4-3-14 16,-4 10-1-16,2-6-11 0,-6 4-8 0,-3-2-11 15,2-4-1-15,-3-2 0 0,3-5-5 16,-1-4 9-16,0-3 8 0,1-3 12 16,-2-4 7-16,2 0-5 0,-2-4-10 15,0-4-2-15,11 0-14 0,-23-4-9 0,12-7-10 16,-3-3-9-16,3-13-11 0,1-6-4 15,6-4-5-15,4-7-6 0,11-9-10 16,-2 5-1-16,4 2-7 0,1 12-1 0,-3 2-3 16,3 3-2-16,-5 8-8 0,0 4 0 15,-2 4-2-15,0 5-5 0,0 3 1 0,2 2 0 16,-9 3 0-16,0 0 1 0,31 14 0 16,-21-4 0-16,7 12 13 0,-2 4-2 0,-2 3 1 15,-2 3-1-15,3 1 2 0,-1-1 0 16,3 3-3-16,-3-2 1 0,4-2 0 0,2 1 3 15,0-3 2-15,1-3 3 0,0 1 2 16,1-5 2-16,1 0-6 0,-2-4 3 16,-3-5-4-16,1-3 2 0,-3-6-3 0,0 1-5 15,-2-2 3-15,3-3-7 0,-1-4-19 16,2-4-49-16,0 0-45 0,-1-4-69 16,4-7-79-16,-4 0-92 0,-5 2-95 15,-1-1-76-15,-1-1-92 0,-1 0-186 0,-3 3 44 16,-1-1 79-16,1 1-497 0,-5 3-636 15</inkml:trace>
  <inkml:trace contextRef="#ctx0" brushRef="#br0" timeOffset="71738.5">6930 13005 3279 0,'0'0'17'0,"0"0"25"0,0 0 21 0,23 4 37 0,-23-4 39 0,0 0 35 0,22-2 21 15,-10 2-8-15,6-2-12 16,0 1-14-16,6-1-18 0,-3 0-16 0,8 2-13 15,-3 0-23-15,1-2-63 0,1 4-81 16,-7-2-111-16,2 2-125 0,-2-2-155 0,-2 2-221 16,-2 1 57-16,-2 2 68 0,-5-1-233 15,-4 3-262-15</inkml:trace>
  <inkml:trace contextRef="#ctx0" brushRef="#br0" timeOffset="71886.64">7129 13225 2473 0,'-12'2'213'15,"4"0"0"-15,8-2 11 0,0 0 29 0,-16 1 20 16,16-1 1-16,0 0-13 0,0 0-23 16,0 0-26-16,0 0-22 0,0 0-23 0,47-3-55 15,-18 1-85-15,-1 2-106 0,12-2-132 16,1-1-147-16,-2 0-221 0,1-5-77 0,3 2 74 16,-4-4-325-16,-1-1-387 0</inkml:trace>
  <inkml:trace contextRef="#ctx0" brushRef="#br0" timeOffset="72152.72">7681 12958 2749 0,'-2'-9'91'0,"2"2"6"15,4-1-4-15,-4 8 35 0,7-8 23 0,-7 8 6 16,14-1 12-16,-14 1 4 0,19 7 5 16,-7 3 6-16,-1 1 5 0,1 7 7 0,-3 3 25 15,0 6 8-15,-3 0 32 0,-4-2 5 16,-4 2 5-16,-4 8 1 0,-1-2-4 0,2 2-20 15,-4-6-18-15,5-5-20 0,1-2-18 16,3-4-5-16,3 0-5 0,1-1-10 16,8 0-13-16,3-5-18 0,4 1-14 15,1-5-127-15,2 0 0 0,3-4 0 0,0-2 0 16,3-2-139-16,10-4-206 0,3-2-166 16,-3-6-194-16,2-1-204 0,-3 1 97 15,0-3 80-15,-4 1-641 0,-3 2-828 0</inkml:trace>
  <inkml:trace contextRef="#ctx0" brushRef="#br0" timeOffset="72737.81">9326 12589 4010 0,'2'-19'20'0,"-2"3"43"0,-2 3 25 16,2 5 26-16,0 0 8 0,0 4-11 0,0 4-15 16,0 0 27-16,0 0 36 0,0 0 12 15,3 43 0-15,-1-6 20 0,-2 9 7 0,-2 11 12 16,1 4 11-16,-3 7-8 0,0-2-8 15,2-2-9-15,-1-1-19 0,-3-2-15 0,2-3-15 16,-6-6-16-16,3-10-15 0,1-3-7 16,-4-5-7-16,5-3-10 0,-1-7-7 15,2-4 2-15,-1-7 12 0,3-1 23 16,2-3-42-16,-2 0-80 0,2-9 0 0,0 0 0 16,0 0 0-16,0 0 0 0,0 0 0 15,19-29 0-15,-4 7 0 0,4-3 0 16,2-3 0-16,4 4 0 0,0 0 0 0,0 5 0 15,-3 2 0-15,-1 5 0 0,-3 2 0 16,-2 5 0-16,0 1 0 0,-1 2 0 0,3 6 0 16,-2 1 0-16,0 2 0 15,-1 5 0-15,-1 2 0 0,-3 3 0 0,-6 0 0 0,2 2 0 16,-4 0 0-16,-3-1 0 16,-3 1 0-16,0 4 0 0,-5-2 0 0,-1-1 0 15,-7 3 0-15,0 0 0 0,-4-2 0 16,4-7 0-16,-2-1 0 0,1-4 0 0,-2-2 0 15,4-1 0-15,-4 0 0 0,5-5 0 16,1-2 0-16,1-3 0 0,3-4 0 0,2-1 0 16,3-1-366-16,4-5-496 0,5-3-100 15,1 0 103-15,12-7-890 0,-4 4-1180 0</inkml:trace>
  <inkml:trace contextRef="#ctx0" brushRef="#br0" timeOffset="72937.49">9812 13209 5170 0,'3'-6'71'0,"1"2"42"16,-4 4 49-16,8-5 78 0,-8 5 28 0,0 0 10 0,10-6-17 0,-5 4-21 0,-5 2-24 0,23-4-24 15,-8 2-18-15,4 1-20 0,1-2-17 16,2 1-14-16,1-2-28 0,-2 4-53 0,1-2-73 16,-6-2-83-16,5 4-99 0,-6 2-96 15,-1 0-135-15,-1 2-111 0,-1-2-120 0,-3 3-141 16,-1-2 77-16,-3 3-635 0,-3 0-828 15</inkml:trace>
  <inkml:trace contextRef="#ctx0" brushRef="#br0" timeOffset="73085.57">9998 13346 3760 0,'-14'12'-22'15,"-6"-5"66"-15,7 3 57 0,1-6 51 0,1 1 49 0,6 0 39 16,-3-1 28-16,8-4 14 16,-14 6-11-16,14-6-18 0,-7 5-23 0,7-5-9 15,0 0-22-15,0 0-30 0,19 2-68 16,-19-2-99-16,31-5-109 0,-15 3-122 0,8-6-162 15,-1 0-154-15,7-6-233 0,4-1 78 16,2-1 72-16,4-5-424 0,-1 0-526 0</inkml:trace>
  <inkml:trace contextRef="#ctx0" brushRef="#br0" timeOffset="73368.67">10511 13009 2822 0,'8'-16'38'0,"2"5"27"0,-5 0 18 15,2 1 17-15,6 2 34 0,-2 1 25 16,0 0 21-16,4 0 4 0,-2 3-2 15,1 4 6-15,-14 0-3 0,31 9 6 0,-18 1 6 16,1 6 19-16,-7 3 32 0,-2 3 9 16,-3 2 4-16,-4 10 6 0,-7 2 16 0,-3-1 10 15,-8 8 6-15,-1-1 18 0,-4-4 3 16,4-9 5-16,2-2-10 0,1-1-233 0,7-6-82 16,2-3 0-16,5-5 0 0,2 0 0 15,4-3 0-15,2 1 0 0,3-4 0 16,8 0 0-16,1-1 0 0,3-1 0 15,0-2 0-15,2 0 0 0,0-4 0 0,3 0 0 16,1 0 0-16,2-2 0 0,-4 1 0 16,0-1 0-16,-1-4-312 0,-4 2-671 15,-1-2 34-15,0 4 97 0,-8 1-881 0,2-3-1165 16</inkml:trace>
  <inkml:trace contextRef="#ctx0" brushRef="#br0" timeOffset="76818.92">12327 12973 4764 0,'0'-9'-39'0,"4"3"41"0,-4 2 17 0,0 4-4 16,4-7 3-16,-4 7 10 0,0 0 74 0,0 0 48 0,0 0 20 0,3 29 8 0,-3-7 7 16,-1 5-7-16,-1 10-3 0,-2 2-10 15,2-1 10-15,0-1-3 0,0 0-4 0,2-6-11 16,-3-7-13-16,1 0-4 0,-2-2-5 16,2-5-1-16,-1 0-6 0,-2-1 1 0,3-5 10 15,2 1 20-15,-2-4 21 16,2-2-59-16,0-6-121 0,-1 7 0 0,1-7 0 15,0 0 0-15,0 0 0 0,0 0 0 16,-2-39 0-16,9 4 0 0,7-2 0 0,9-13 0 16,1-6 0-16,17-17 0 0,-2 3 0 15,9 4 0-15,-2 2 0 0,-7 16 0 0,-2 2 0 16,1 6 0-16,-4 4 0 0,2 5 0 16,-9 11 0-16,-2 1 0 0,-3 9 0 0,-6 3 0 15,0 5-34-15,-3 2-447 0,-6 5-66 16,1 2-100-16,-2 2-149 0,-2 4-33 15,-8 6 90-15,-3 12-662 0,-15 13-852 16</inkml:trace>
  <inkml:trace contextRef="#ctx0" brushRef="#br0" timeOffset="76987.53">12301 13106 4111 0,'-13'-2'57'0,"2"-1"34"0,11 3 37 0,-14-3 37 16,14 3 31-16,-8-5 19 0,8 5-21 15,0 0-23-15,0 0-13 0,29-16-21 16,-2 11-18-16,11-4-75 0,15 1-96 0,3-4-135 16,5 2-164-16,2-2-190 0,1 2-183 15,1-3 72-15,-4 0-463 0,-4-3-585 0</inkml:trace>
  <inkml:trace contextRef="#ctx0" brushRef="#br0" timeOffset="77551.72">13111 12719 3266 0,'-20'3'30'0,"6"4"43"0,-6 4 45 0,5-1 28 16,-8 11 20-16,2 0 9 0,3 8 3 15,-2 1-11-15,4 5-11 0,0 7-16 16,7-6-13-16,-2 0-9 0,8 0-13 16,-1 0-12-16,6-7-8 0,0-2-12 0,1-2-4 15,1-2-10-15,3-2-18 0,-2 0-17 0,1-5-10 16,-1-1-11-16,-1-5-6 15,0 0-9-15,-1-1-1 0,2-4-9 0,0-1-6 16,-5-4 0-16,13 0 2 0,-13 0 1 16,22-16 4-16,-8 1 1 0,6-9 4 0,3-3 0 15,-2 2 9-15,-1 2 13 0,4 1 17 16,-12 8 8-16,1 3 9 0,-4 2-3 0,-2 4 13 16,3 3 28-16,-10 2 20 0,0 0 5 15,21 10-3-15,-15 0-4 0,2 2-5 0,-3 1-6 16,2 1-7-16,-3-1-7 15,3 3-4-15,-6 1-6 0,3-1 0 0,-2-1-1 16,-2-1 11-16,0-2 3 0,2-2 2 16,-2-1 19-16,2-1 17 0,-2-1 29 0,2 0 21 15,-2-7 2-15,0 0-22 0,0 0-14 16,0 0-15-16,23-10-12 0,-5-11-12 16,5-3-14-16,10-9-15 0,-1 3-12 0,-4 8-6 15,-3-2-7-15,-1 9-5 0,-6 1-22 16,-2 6-8-16,-2 3 0 0,0 5 0 0,-4 2 0 15,2 3 0-15,-1 3 0 16,-2 4 0-16,-4 3 0 0,4-1 0 0,-4 5 0 16,1 3 0-16,-2-2 0 0,-3 1 0 15,1-3 0-15,2-1 0 0,-2-1 0 0,1 0 0 16,-2-5 0-16,-1 1-81 0,0-2-140 16,2-1-63-16,-2-1-73 0,0-2-100 0,0-6-109 15,2 6-133-15,-2-6-108 0,0 0 83 16,0 0-635-16,9-22-813 0</inkml:trace>
  <inkml:trace contextRef="#ctx0" brushRef="#br0" timeOffset="77751.58">13837 12886 4046 0,'4'-6'102'0,"-1"2"32"0,-3 4 20 0,9-4 36 0,-9 4 37 0,0 0 16 0,22 8 21 0,-15 3-11 0,5 3-11 15,-1 15-24-15,-3 5-12 0,-7 2-18 16,-2 3-21-16,-3 1-16 0,-3 3-15 15,-3 7-14-15,-2 1-12 0,1 0-9 0,0 0-9 16,-1-5-27-16,1-5-48 0,-3-6-60 16,1 10-72-16,-1-12-78 0,1-4-107 0,2-2-147 15,-1-7-169-15,5-4-193 0,5-4 68 16,2-4 81-16,4-3-532 0,-4-5-656 0</inkml:trace>
  <inkml:trace contextRef="#ctx0" brushRef="#br0" timeOffset="77937.07">14317 13292 3835 0,'-3'-9'373'0,"-2"2"29"0,5 7 27 15,-2-7 22-15,2 7 25 0,0 0-21 0,0-10-34 16,0 10-54-16,10-8-39 0,1 4-39 16,5-1-71-16,6 2-95 0,1-2-109 0,2 3-126 15,0 0-135-15,-3 1-145 0,1 1-157 16,-1 0-200-16,-4 3-115 0,0-1 89 0,-9 3-753 15,1 2-973-15</inkml:trace>
  <inkml:trace contextRef="#ctx0" brushRef="#br0" timeOffset="78101.72">14334 13445 4548 0,'-17'2'104'0,"5"1"58"16,7-2 65-16,-3 1 95 0,8-2 55 0,0 0 33 15,0 0 6-15,-14 2-31 0,14-2-54 16,0 0-31-16,0 0-28 0,0 0-45 15,41-10-117-15,-22 4-110 0,4 2 0 0,0-1-130 16,2 1-220-16,9-1-192 0,-5-2-262 16,5-3-86-16,-2 3 99 0,0-3-802 0,-5 2-1034 15</inkml:trace>
  <inkml:trace contextRef="#ctx0" brushRef="#br0" timeOffset="78634.82">14974 13348 4213 0,'-7'-7'124'0,"-1"0"68"16,5 2 57-16,-4-1 52 0,7 6 36 15,-2-14 16-15,2 7 14 0,0 7-15 0,5-12-30 16,1 9-35-16,-6 3-25 0,14-4-30 16,-14 4-20-16,23 5-22 0,-12-1-18 0,3 2-146 15,-3 3-26-15,1 0 0 16,-2 4 0-16,-5-2 0 0,3 1 0 0,-5 1 0 15,-1-1 0-15,-2 0 0 0,0 3 0 16,-4-3 0-16,1 2 0 0,-3-1 0 0,1-1 0 16,-3-2 0-16,5-1 0 0,-4-3 0 15,3 2 0-15,4-8 0 0,-5 6 0 0,5-6 0 16,0 0 0-16,0 0 0 0,25-44 0 16,-2 16 0-16,7-3 0 0,5 0 0 0,-9 9 0 15,-3 3 0-15,1 4 0 0,-6 5 0 16,-1 3 0-16,-3 5 0 0,-2 5 0 0,2 3 0 15,-3 4 0-15,0 5 0 0,0 4 0 16,0 8 0-16,-6-1 0 0,1-1 0 0,-2-2 0 16,-4 2 0-16,2-1 0 0,0-4 0 15,0-3 0-15,0 2 0 0,0-4 0 0,0-3 0 16,-2-1 0-16,1-3 0 16,-1 2 0-16,4-5 0 0,3-1 0 0,4-4 0 15,3-2 0-15,10-5 0 0,6-6 0 16,10-9 0-16,0-9 0 0,2-2 0 0,3-4 0 15,1-3 0-15,4-1 0 0,-3 1 0 16,-4 4 0-16,-7 5 0 0,-9 9 0 0,-7 5 0 16,-2 3 0-16,-4 4 0 15,-5 5 0-15,-6 2 0 0,-3 3 0 0,0 0 0 16,0 0-761-16,-37 20-220 0,10 1-1212 16,-16 6-1599-16</inkml:trace>
  <inkml:trace contextRef="#ctx0" brushRef="#br0" timeOffset="80584.67">6570 15759 870 0,'0'0'424'0,"-4"7"-167"0,4-7-81 0,0 0-29 0,-4 7-8 0,4-7 13 0,0 0-2 0,-5 7 3 0,5-7 3 0,0 0 22 0,0 0 12 0,-6 4-3 15,6-4 10-15,0 0 12 0,0 0 13 16,0 0 16-16,0 0 21 0,0 0 9 0,0 0-8 16,0 0-28-16,0 0-24 0,0 0-17 15,0 0-17-15,-1-21-19 0,2 9-22 16,7-2-11-16,1-3-13 0,3 1-10 15,7-9-15-15,2 2-12 0,2 3-8 0,0 1 1 16,1 1-10-16,-1 9-2 0,-2 1-12 16,-4 3-10-16,2 4-2 0,4 2 1 15,2 4-6-15,4 4-2 0,3 5 1 0,-6 6-3 16,1-1 0-16,-2 6 4 0,-4-3 12 16,-4 3 3-16,0 3-6 0,-7-2 1 0,-4-1 19 15,-2-1 9-15,-4-3 10 0,0 0-2 16,-2 2 6-16,-3-1 3 0,2 1 4 0,-3-4 4 15,2-4 3-15,3 1 4 16,-3-6 13-16,2-1 18 0,0-1 14 0,2-8-139 16,-2 6 0-16,2-6 0 0,0 0 0 15,0 0 0-15,0 0 0 0,10-43 0 16,2 15 0-16,6-2 0 0,7-7 0 0,0 1 0 16,-3 9 0-16,3-1 0 0,-2 6 0 15,2-1 0-15,-3 5 0 0,0 6 0 0,-7 4 0 16,0 3 0-16,-1 5 0 0,1 3 0 15,0 3 0-15,4 6 0 0,0 7 0 0,-2 5 0 16,0 4 0-16,-2-2 0 16,-1 8 0-16,-1-4 0 0,-1 5 0 0,-3-3 0 15,0 3 0-15,-2-2 0 0,0-8 0 16,-1-3 0-16,-1-1 0 0,-3-4 0 16,4-2 0-16,-2-1 0 0,-2-2 0 0,2-2 0 15,-4-1 0-15,2-1 0 0,2-2 0 16,-4-6 0-16,3 5 0 0,-3-5 0 0,0 0-49 15,0 0-463-15,21-9-127 16,-15 3-160-16,1-3-96 0,-3-2 95 0,3 3-729 0,-4-2-975 16</inkml:trace>
  <inkml:trace contextRef="#ctx0" brushRef="#br0" timeOffset="81053.67">7729 15066 3975 0,'0'-15'-99'0,"-1"5"52"0,-4-1 38 0,3 6 59 0,0-1 42 16,2 6 32-16,-2-12 37 0,2 12 24 15,-3-7 14-15,3 7 3 0,-2-9-4 0,2 9-23 16,-2-7-13-16,2 7-20 0,0 0-19 16,0 0 13-16,0 0 25 0,0 0 21 0,2 38 1 15,-2-12 7-15,0 9 11 0,3 7 12 16,-3 3 5-16,2 3-8 0,0 6-11 0,-2-7-15 15,4-1-10-15,-2-3-16 0,2-2-9 16,-2-2-149-16,2-4 0 0,-4-8 0 16,2-5 0-16,0-3 0 0,-2 1 0 15,0-6 0-15,0-3 0 0,0-1 0 0,0-2 0 16,0 1 0-16,0-2 0 0,0-2 0 16,0-5 0-16,0 8 0 0,0-8 0 0,0 0 0 15,0 0 0-15,0 0-362 0,0 0-268 16,0-27-201-16,1 17-81 0,-1-4 101 15,4 2-769-15,0-3-1021 0</inkml:trace>
  <inkml:trace contextRef="#ctx0" brushRef="#br0" timeOffset="81469.03">8054 15223 4620 0,'-3'-10'-14'0,"3"10"1"0,0 0 13 0,0 0 26 16,0 0 43-16,-19 12 30 0,11-4 19 15,-1 7 9-15,-4 11 4 0,1 1 5 16,4 4 5-16,-1 0 9 0,6-3 0 0,0-4-5 16,6-1-6-16,-2 0-3 0,3-1-12 15,5 0-1-15,2-4-8 0,9 4-1 16,3-2-11-16,2-6-13 0,-1-5-2 0,-1-2-10 15,0-4-6-15,-2-3 12 0,1 0 6 16,3-3 5-16,-1-2-8 0,4-6 4 16,1-3-4-16,-2-1 1 0,-9-5-3 0,1-3-12 15,-1-1-4-15,-5-1-6 0,-4 0-9 16,0-8-3-16,-6 6-8 0,-3 5-2 16,0 1-18-16,-2 2-23 0,1 2 0 0,-6-1 0 15,1 4 0-15,-5 2 0 0,-6 2-76 16,0 4-58-16,-2 2-45 0,-1 7-52 0,-4 2-62 15,-6 5-99-15,5 1-105 0,7-1-145 16,2-2-195-16,6 1 76 0,2 1-650 16,8-1-863-16</inkml:trace>
  <inkml:trace contextRef="#ctx0" brushRef="#br0" timeOffset="81871.57">8640 15204 3994 0,'-8'-5'57'15,"2"-2"21"-15,-1 3 11 0,7 4 26 0,0 0 42 16,0 0 34-16,-27 11 32 16,20-1 7-16,-3 4 16 0,0 4-2 0,3 0-1 15,3 6-14-15,2-2-15 0,2-2-6 16,0 5-11-16,6-4-17 0,3 8-18 0,3-3-15 15,3-1-15-15,-1-8-11 0,3-2-9 16,-2-3-12-16,2-3-8 0,2-4-8 0,-2-2-7 16,-1-2-8-16,3-1-4 0,-1-2-5 15,0-2-8-15,-1-1-29 0,0-3-23 16,0-3 0-16,-1-2 0 0,-5-2 0 0,-3 1 0 16,-2-2 0-16,-5-1 0 0,-1-2 0 15,-1 0 0-15,-5-1 0 0,-1 2 0 16,-4 1 0-16,2 5-137 0,-3 3-70 15,-1 3-55-15,-1 2-61 0,1 3-57 0,1 1-45 16,1 0-29-16,11 0-31 0,-14 3-19 16,14-3-14-16,-9 2-54 0,9-2-45 0,0 0-508 15,0 0-593-15</inkml:trace>
  <inkml:trace contextRef="#ctx0" brushRef="#br0" timeOffset="82134.85">8832 15272 2964 0,'15'0'-46'16,"-3"-2"45"-16,-12 2 38 0,11 0 56 0,-11 0 54 15,10 4 47-15,-10-4 32 0,6 9 17 16,0-2 15-16,-5 3 32 0,1 1 12 0,0 3 21 15,0 1-3-15,2 3-8 0,-3 4-11 16,1 2-16-16,3 1-19 0,-3 1-15 16,1 1-13-16,-1-2-17 0,2 1-13 15,-2-2-12-15,3 1-11 0,-5-8-12 0,2 1-11 16,-2-1-119-16,2-3-43 0,-2-2 0 16,0-2 0-16,0-1 0 0,0-1 0 0,-2 0 0 15,2-8 0-15,-2 11 0 0,2-11 0 16,-9 6 0-16,9-6 0 0,-19 0 0 15,6 0 0-15,-7-3 0 0,2 0 0 0,-5-1 0 16,2 0 0-16,-4 1 0 0,3-1 0 16,0 0 0-16,3 0 0 0,0 1 0 0,2 2 0 15,4 1 0-15,-1-2 0 0,3 2-565 16,-1-2-344-16,3 0-36 0,9 2 106 16,-11-3-839-16,11 3-1113 0</inkml:trace>
  <inkml:trace contextRef="#ctx0" brushRef="#br0" timeOffset="82800.48">9295 15315 4887 0,'-2'-12'61'0,"2"3"22"0,0 3 7 0,0 6 16 0,0-11 4 0,0 11-4 0,0 0 6 16,0 0 57-16,0 0 40 0,0 0-5 0,0 43-7 16,0-15-15-16,-1 7 6 15,1 4-4-15,-2-2-6 0,0 1-14 0,0-2-13 16,-2 1-14-16,2-4-14 0,-3-5-13 16,2-7-8-16,-1-3-10 0,4-2-10 0,-1-2-7 15,-1-2-6-15,0-2-49 0,0 0-20 16,2-4 0-16,0 3 0 0,0-9 0 15,0 11 0-15,0-11 0 0,0 0 0 0,0 0 0 16,0 0 0-16,0 0 0 16,0 0 0-16,29-21 0 0,-20 13 0 0,3-1 0 0,-1 1 0 15,3-2 0-15,1 3 0 16,-2 1 0-16,0 0 0 0,0 3 0 0,-1 2 0 16,1 1 0-16,-13 0 0 0,23 8 0 15,-11 0 0-15,0 1 0 0,-1 2 0 0,-4 3 0 16,1-2 0-16,-4 6 0 0,-2-1 0 15,-2 2 0-15,-4 4 0 0,-2-1 0 0,-2-1 0 16,-3 6 0-16,-1-7 0 0,1-3 0 16,0-2 0-16,1-3 0 0,1-2 0 15,-2-1 0-15,-5 1 0 0,3-5 0 0,-3 0 0 16,3-3 0-16,-1 0 0 16,2-2 0-16,-6-6 0 0,5 0 0 0,2-4 0 0,3 0-229 15,0-5-581-15,6 0-174 16,1-1 105-16,1-1-920 0,3 0-1227 0</inkml:trace>
  <inkml:trace contextRef="#ctx0" brushRef="#br0" timeOffset="83399.82">9783 15226 4978 0,'4'-10'-7'0,"0"5"32"0,0-2 19 0,2 2 24 0,-6 5 22 0,13-9 21 0,-8 7 14 0,-5 2 3 16,0 0 3-16,33 11 11 0,-22-3-9 0,2 6 2 15,1 3 1-15,-1 7 1 16,-3 0 3-16,-4 1 7 0,-1-2 0 0,-5 1 18 16,-1 4 9-16,-7 4 1 0,-6 1 3 0,-2-2 4 15,-4-2-5-15,-1-4-6 0,-1 0-12 16,1-4-159-16,-3-5 0 0,5-2 0 16,4-6 0-16,2-3 0 0,1-1 0 0,3-2 0 15,9-2 0-15,-21-12 0 0,14-2 0 0,5-5 0 16,4-8 0-16,1-14 0 0,10-11 0 15,8-2 0-15,2 7 0 0,1 7 0 16,-4 9 0-16,-4 4 0 0,-3 7 0 16,-1 6 0-16,-3 6 0 0,2 1 0 0,-1 2 0 15,1 5 0-15,-11 0 0 0,27 12 0 16,-12-1 0-16,-1 3 0 0,4 8 0 0,3 0 0 16,1 1 0-16,-3 0 0 0,-1 0 0 15,0-3 0-15,-1-3 0 0,-4-5 0 16,0 2 0-16,-1-3 0 0,-1-3 0 15,1 1 0-15,0-4 0 0,0 0 0 0,0-3 0 16,1-2 0-16,-13 0 0 0,29-5 0 16,-8-2 0-16,-4-6 0 0,8-2 0 0,-2-5 0 15,1-7 0-15,5-11 0 0,-3-2 0 16,1-2 0-16,0 4 0 0,-4-1 0 0,-6 11-369 16,-7 7-677-16,-6 4 105 0,-3 7-1043 15,-1 4-1403-15</inkml:trace>
  <inkml:trace contextRef="#ctx0" brushRef="#br0" timeOffset="83999.96">11355 15812 5167 0,'0'0'5'0,"-16"-5"69"0,16 5 50 0,-9-3 33 0,9 3 50 16,0 0 42-16,-7-3 31 0,7 3 19 15,0 0 7-15,0 0-4 0,0 0-22 0,0 0-27 16,0 0-24-16,27-7-23 0,-6 5-153 15,5 2-53-15,3 0 0 0,-1-2 0 16,1 2 0-16,1-2 0 0,-5 2 0 16,-2 0-295-16,1 0-191 0,-8 0-139 0,2 2-168 15,-5-2-74-15,-3 0 92 0,-10 0-704 16,9 7-928-16</inkml:trace>
  <inkml:trace contextRef="#ctx0" brushRef="#br0" timeOffset="84254.05">11228 16001 4490 0,'-19'0'199'0,"6"2"53"0,-1-1 61 16,14-1 55-16,-15 2 47 0,15-2 47 15,0 0 18-15,-16 0 6 0,16 0-9 0,0 0-228 16,0 0-249-16,0 0 0 16,82-5 0-16,-21 5 0 0,10-1 0 0,-4-4 0 15,1 1 0-15,-16 4 0 0,-5-2 0 16,0 0 0-16,-10-2 0 0,-6 2 0 0,-8 0 0 15,-5 2 0-15,-2-2 0 0,-1 0 0 16,-5 2 0-16,-1-2 0 0,2 0 0 16,0 0 0-16,-6-1 0 0,1-1 0 0,-6 4 0 15,5-12 0-15,-3 4-930 0,0 3-63 16,-2 5 105-16,0 0-942 0,-6-14-1256 0</inkml:trace>
  <inkml:trace contextRef="#ctx0" brushRef="#br0" timeOffset="85383.59">12472 15975 5322 0,'-3'-9'-25'0,"3"9"32"0,-4-8 57 0,4 8 42 0,0 0 35 0,-2-10 30 0,2 10 18 15,-3-11 18-15,3 11 4 0,5-12-2 16,1 2-14-16,-1-2-14 0,4-3-12 16,5-1-10-16,6-4-7 0,4-1-12 15,1 3-11-15,-1 2-12 0,5 2-11 0,-9 6-12 16,4 1-7-16,-5 4-27 0,-1 1-60 15,5 5 0-15,2 4 0 0,4 7 0 0,0 4 0 16,-6 7 0-16,-1 2 0 16,-3 2 0-16,-3 4 0 0,-3 0 0 0,0 1 0 0,-5-2 0 15,-4 3 0-15,0-8 0 16,-2-5 0-16,-2-1 0 0,-2-3 0 0,-2 2 0 16,4-4 0-16,-2-2 0 0,0-1 0 15,2-4 0-15,-2-2 0 0,2 2 0 0,0-9 0 16,0 0 0-16,0 0 0 0,0 0 0 15,0 0 0-15,6-25 0 0,7-6 0 0,6-11 0 16,4-1 0-16,4 0 0 0,1 6 0 16,1 2 0-16,-6 10 0 0,-2 2 0 0,-5 9 0 15,0 1 0-15,-3 6 0 0,5 0 0 16,-4 6 0-16,0 2 0 0,1 3 0 16,1 4 0-16,0 7 0 0,2 5 0 0,1 3 0 15,-4 0 0-15,-1 4 0 0,-3 1 0 16,0-2 0-16,-1-2 0 0,-2-4 0 15,-3-1 0-15,1 0 0 0,-2-2 0 16,-1-1 0-16,0-5 0 0,1 0 0 0,-2-2 0 16,-1-2 0-16,1 2 0 0,2 0 0 15,0-3 0-15,-4-6-647 0,5 2-364 0,-5-2 96 16,0 0 96-16,0 0-813 0,0 0-1071 16</inkml:trace>
  <inkml:trace contextRef="#ctx0" brushRef="#br0" timeOffset="85733.8">13817 14996 4787 0,'-5'-25'31'0,"3"6"40"0,2 5 39 0,-2 2 36 0,2 2 32 0,0 3 19 16,0-2-13-16,0 9-18 0,0 0 10 0,0 0 65 16,0 0 16-16,0 28 14 0,0-2-4 15,2 14 3-15,-2 7 10 0,-2 9-9 16,0 2-19-16,4 5-216 0,0-2-36 0,-2-3 0 16,4-2 0-16,-2-14 0 0,-1-1 0 15,-1-4 0-15,0-7 0 0,0-8 0 16,2-1 0-16,-2-4 0 0,0-3 0 15,0 0 0-15,0-3 0 0,0 1 0 0,0-4 0 16,0-1 0-16,0-7 0 0,0 6-115 16,0-6-660-16,0 0-222 0,0 0 102 0,0 0 98 15,16-21-772-15,-9 8-1010 0</inkml:trace>
  <inkml:trace contextRef="#ctx0" brushRef="#br0" timeOffset="86100.36">14174 15325 4596 0,'0'0'11'0,"0"0"30"16,0 0 49-16,0 0 49 0,0 0 47 15,-32 17 52-15,24-2 18 0,-2 3 4 0,1 2-3 16,2 10-12-16,1-6-16 0,1-3-20 16,5 4-17-16,0-7-12 0,5 5-13 15,2-2-14-15,8 4-15 0,5-4-12 0,-1-1-13 16,3-3-10-16,1-7-11 0,0-2-6 15,-1 0-9-15,0-4-70 0,-3-1-7 16,2-3 0-16,0 0 0 0,-4-2 0 0,-2 0 0 16,3-4 0-16,-4-1 0 0,-2-5 0 15,1-1 0-15,-5-5 0 0,-4 1 0 16,-2-5 0-16,-2 3 0 0,-2-3 0 0,-6 1 0 16,1 1 0-16,-3 3 0 0,-3 0 0 15,0 4 0-15,-3 3 0 0,-3 4 0 0,0 2 0 16,1 3 0-16,-4 2 0 0,5 3-131 15,-2-1-202-15,4 2-92 0,2 2-96 16,2-2-117-16,4-1-236 0,7-4 79 0,0 5 78 16,0-5-561-16,16 3-737 0</inkml:trace>
  <inkml:trace contextRef="#ctx0" brushRef="#br0" timeOffset="86600.32">14624 15308 3725 0,'-2'-10'91'0,"-2"2"17"0,4 8 21 0,-4-11 18 16,4 11 18-16,0 0 53 0,0 0 37 16,0 0 37-16,0 0-6 0,-11 26 2 0,5-12-20 15,4 3-23-15,1 1-25 0,1 1-19 16,0 1-21-16,1 2-17 0,3 0-14 0,0 0-18 16,1-3-10-16,5 0-11 0,-4 0-12 15,3-2-8-15,2-3-7 0,1-2-7 0,-1-2-8 16,1-3-6-16,1 0-7 0,-2-4-13 15,3-1-3-15,-3-2-5 0,-11 0-6 16,25-11-4-16,-12 3-24 0,-1-7 0 16,-1-3 0-16,1-9 0 0,-2-2 0 15,-5-2 0-15,1 7 0 0,-3 5 0 0,-1 6 0 16,1 0 0-16,-1 3 0 0,0 3 0 16,-2 7 0-16,-4-6 0 0,4 6 0 0,0 0 0 15,0 0 0-15,0 0 0 0,-6 29 0 16,7-13 0-16,-1 4 0 0,2 2 0 0,3 2 0 15,-3 3 0-15,0 8 0 16,-1 2 0-16,-2-5 0 0,1 3 0 0,-2 1 0 16,-5-2 0-16,5 0 0 0,-3-7 0 15,-1-4 0-15,-1 8 0 0,0-2 0 0,-2-7 0 16,6-4 0-16,-5-4 0 0,4-3 0 16,3 1 0-16,-3-3 0 0,-1-2 0 15,2 0 0-15,-5-3 0 0,-1-2 0 0,9-2 0 16,-25 0 0-16,9-4 0 0,2-4 0 15,-6 0 0-15,5-1 0 0,1-1 0 0,5 0 0 16,0 0 0-16,3 1-797 0,5 0-208 16,1 1 103-16,0 0 98 0,3-3-789 0,5 4-1033 15</inkml:trace>
  <inkml:trace contextRef="#ctx0" brushRef="#br0" timeOffset="86917.15">15035 15620 4754 0,'0'-13'130'0,"4"1"40"0,2 1 18 0,2 3 31 0,1-1 28 0,5 1 7 0,1 1-11 0,2 3-17 16,3 3-21-16,4 2-13 0,0 3-16 16,7 6-10-16,-2 2-5 0,-3 5-2 15,-7 4-1-15,-3-2 0 0,-7 2-1 0,-6-2 3 16,-4 3-92-16,-5 0-68 0,-5 7 0 15,-3-3 0-15,-1 1 0 0,1-6 0 0,5-6 0 16,4-1 0-16,-3-2 0 16,4-2 0-16,0-2 0 0,0-1 0 0,2 0 0 15,2-7 0-15,6 12 0 0,1-9 0 16,-7-3 0-16,16 6 0 0,-2-6 0 0,3-1 0 16,-2-4 0-16,2 2 0 0,6-4 0 15,9-5 0-15,1-2-48 0,-5-1-1033 0,1 1 111 16,1-1-1102-16,-3-2-1484 0</inkml:trace>
  <inkml:trace contextRef="#ctx0" brushRef="#br0" timeOffset="87299.58">15664 15069 6010 0,'9'-11'-52'16,"4"3"16"-16,-1 2 21 0,4 2 32 0,3 0 34 16,2 0 34-16,4 2 23 0,-5 2-7 15,3 6 2-15,0 0 13 0,-3 6 18 0,-7 3 37 16,-6 3 28-16,-7-1 22 16,-6 5 21-16,-8 7 11 0,-11 6 28 0,-6 0-79 15,6-12-202-15,4 1 0 0,4-2 0 16,2-4 0-16,6-5 0 0,3-4 0 0,2 1 0 15,6 0 0-15,7 1 0 0,4-3 0 16,9 2 0-16,8-2 0 0,-1-1 0 16,-4-3 0-16,1-2 0 0,-1 2 0 0,-1-3 0 15,-1-1 0-15,1 0 0 0,-5 0 0 16,-2 0 0-16,-3-1 0 0,-3 1 0 0,-11 0 0 16,19 0 0-16,-12-2 0 15,-7 2 0-15,11-2-708 0,-11 2-299 0,0 0 105 0,0 0-994 16,0 0-1318-16</inkml:trace>
  <inkml:trace contextRef="#ctx0" brushRef="#br0" timeOffset="88066.06">16354 16147 5589 0,'-15'-6'68'0,"5"1"45"0,1 0 51 0,6 2 22 0,3 3-3 0,0-10 0 16,0 10-10-16,12-11-15 0,1 5-16 16,10-1-14-16,13-2-12 0,7 2-17 15,2 2-68-15,1-2-97 0,12 0-117 0,-11 2-144 16,-1 2-184-16,-1-1-263 0,0-2-35 15,-7 3 81-15,-14 2-610 0,-3 5-795 0</inkml:trace>
  <inkml:trace contextRef="#ctx0" brushRef="#br0" timeOffset="88249.79">16459 16401 4060 0,'-19'5'247'0,"5"-2"29"0,5 0 33 0,9-3 25 16,-12 4 23-16,12-4-3 0,0 0-14 15,0 0-17-15,0 0-30 0,0 0-30 16,57-17-28-16,-18 8-24 0,7 2-27 0,11-3-62 16,0 0-89-16,2 0-136 0,0 1-139 15,-1 1-160-15,-6-1-178 0,-7 4-215 0,-6-5-50 16,-8 8 90-16,-6 0-680 0,-6 1-885 16</inkml:trace>
  <inkml:trace contextRef="#ctx0" brushRef="#br0" timeOffset="88816.68">17566 16083 4341 0,'0'-17'144'15,"2"0"30"-15,4 4 21 0,-1-5 23 0,6 0 28 16,5-5 29-16,4 0 9 0,0 2-12 16,3 1-21-16,2 5-23 0,-4 3-23 15,-1 3-17-15,2 4-22 0,-3 3-18 16,1 6-13-16,4 3-15 0,2 8-9 16,-3 6-10-16,-2 4-10 0,-4 4-7 0,-6 3-8 15,-2-1-7-15,-6 3-5 0,-1-3-59 16,-4-6-5-16,1 1 0 0,-4 0 0 0,-1-4 0 15,3 0 0-15,-3-1 0 0,3-6 0 16,-1 1 0-16,0-5 0 0,2-1 0 0,-1-2 0 16,2-1 0-16,1-7 0 0,0 0 0 15,0 0 0-15,0 0 0 0,0 0 0 16,30-42 0-16,-7 13 0 0,10-10 0 16,3-2 0-16,2-3 0 0,2 6 0 0,0-1 0 15,-1 6 0-15,-5 5 0 0,-7 9 0 16,-3 5 0-16,-5 5 0 0,-1 3 0 0,-4 6 0 15,-3 2 0-15,5 6 0 0,-5 1 0 16,3 5 0-16,-3 3 0 0,-2 1 0 0,0-1 0 16,-2 3 0-16,1 1 0 0,-3-1 0 15,3-3 0-15,0 2 0 0,-5-4 0 16,1-1 0-16,0-2 0 0,0-1 0 0,-3-1 0 16,2-2 0-16,-1-1 0 0,2 1 0 15,-2-4 0-15,-2 2 0 0,1 1 0 0,-1-7 0 16,2 6-757-16,-2-6-237 15,0 0 88-15,0 0 98 0,0 0-799 0,0 0-1048 16</inkml:trace>
  <inkml:trace contextRef="#ctx0" brushRef="#br0" timeOffset="89199.39">18713 15132 4777 0,'6'-23'96'0,"-4"6"48"0,0 4 21 0,4 3 17 0,-6-1 24 0,0 4 15 0,0 7-5 0,1-10-20 0,-1 10 6 16,0 0 49-16,0 0 24 16,2 29 9-16,-2-5-8 0,-3 14 2 0,3 5-8 15,-6 10-118-15,1 2-152 0,-2-1 0 16,3-8 0-16,3-4 0 0,-3-1 0 0,-2-5 0 15,4-5 0-15,1-9 0 0,-1 0 0 16,0-4 0-16,0-5 0 0,2 2 0 0,-2-2 0 16,2-3 0-16,-3-2 0 0,3 0 0 15,0-8 0-15,0 11 0 0,0-11 0 0,3 10 0 16,-3-10 0-16,0 0 0 0,11-3 0 16,-11 3 0-16,0 0 0 0,15-10 0 0,-8 6 0 15,-4 0 0-15,-3 4 0 0,8-8 0 16,-7 4-430-16,-1 4-603 15,0 0 107-15,0 0-1047 0,-19-6-1392 16</inkml:trace>
  <inkml:trace contextRef="#ctx0" brushRef="#br0" timeOffset="90215.97">19531 16022 4992 0,'-12'2'-163'0,"12"-2"66"0,-12 1 29 0,12-1 36 0,0 0 46 0,-12 2 47 0,12-2 41 0,0 0 35 16,0 0 28-16,0 0 19 0,0 0 13 0,0 0 6 16,46 0-12-16,-18 2-12 0,18-2-17 15,4 1-18-15,-3 1-11 0,1 0-19 0,-3 0-5 16,-3 0-2-16,-4 1-25 0,-5 0-6 16,-10-2-13-16,-4-1-3 0,-4 2-2 15,-2-2-28-15,1 2-32 0,-7-2-43 16,-7 0-43-16,18 0-66 0,-18 0-86 15,0 0-106-15,0 0-108 0,0 0-123 0,0 0-220 16,0 0 80-16,0 0 73 0,-56 0-424 16,33 4-539-16</inkml:trace>
  <inkml:trace contextRef="#ctx0" brushRef="#br0" timeOffset="90481.9">19437 16336 3312 0,'-9'1'219'0,"9"-1"39"0,-11 2 44 0,11-2 34 16,0 0 3-16,0 0 22 0,0 0 18 16,18-21 1-16,0 15-6 0,12-1-28 15,6-3-30-15,6 4-29 0,13 0-29 0,6 0-31 16,0 3-24-16,2 1-20 0,-9 2-72 16,-2 2-111-16,-4-2 0 0,1 1 0 0,-10 3 0 15,-6-2 0-15,-8 0 0 0,-8-2 0 16,0 0 0-16,-3 0 0 0,-5 3 0 15,0-3 0-15,-9 0 0 0,16 1-207 0,-16-1-158 16,0 0-119-16,0 0-159 0,0 0-259 16,0 0 65-16,0 0 93 0,0 0-620 0,-9-17-817 15</inkml:trace>
  <inkml:trace contextRef="#ctx0" brushRef="#br0" timeOffset="90966.26">20855 15896 3891 0,'10'-15'58'15,"-2"1"30"-15,-4 6 43 0,-3-1 25 0,3 2 23 16,-4 7 13-16,6-7 7 0,-6 7-14 16,2-6 5-16,-2 6 88 0,0 0 34 0,3 22-3 15,1-4-2-15,-4 10-10 0,-4 14-9 16,2 1-15-16,1 1-16 0,-3 9-13 16,-2 3-10-16,4-13-111 0,1 1-123 0,-8-5 0 15,4-1 0-15,-3-4 0 0,5-9 0 16,-3-4 0-16,2-2 0 0,0-4 0 0,2-3 0 15,-2-2 0-15,2-1 0 0,1-2 0 16,1-7 0-16,-6 5 0 0,6-5 0 16,0 0 0-16,-9-27 0 0,2 4 0 15,7-4 0-15,7-17 0 0,0-13 0 0,8-5 0 16,4-5 0-16,12-13 0 0,-1-1 0 16,4 3 0-16,3 5 0 0,-9 18 0 0,3 7 0 15,-5 8 0-15,-2 11 0 0,-1 5 0 16,-5 5 0-16,2 8 0 0,-3 6 0 0,0 5 0 15,-2 4-302-15,0 2-410 0,3 4-147 16,-3 3-45-16,-2 1 102 0,-3 3-767 0,-5 5-1010 16</inkml:trace>
  <inkml:trace contextRef="#ctx0" brushRef="#br0" timeOffset="91149.36">20791 16109 4600 0,'-25'-2'31'16,"5"1"52"-16,7-1 69 0,0 2 76 15,13 0 69-15,-15-2 26 0,15 2 3 0,-9-1-20 16,9 1-33-16,0 0-32 0,0 0-27 16,0 0-28-16,32-13-59 0,4 10-86 0,5 0-122 15,8 1-129-15,0 0-152 16,18 0-173-16,-1-1-214 0,1-2-69 0,-6-2 87 16,-4-1-610-16,-1-4-796 0</inkml:trace>
  <inkml:trace contextRef="#ctx0" brushRef="#br0" timeOffset="91682.46">21705 15631 3935 0,'-11'-6'15'15,"-5"4"58"-15,2 4 51 0,-8 5 54 16,-4 9 33-16,-10 7 30 0,0 8 10 0,-3 8 7 16,5 2 1-16,1 5-15 0,5 3-23 15,3 3-14-15,6 2-21 0,5-1-22 16,5-1-20-16,5-7-14 0,3-2-15 0,2-4-8 15,1 0-9-15,4-4-36 0,1-6-33 16,2-4-18-16,-2-9-33 0,0-2-22 16,1-2-20-16,0-5-23 0,-1-4-16 0,4-1-21 15,-11-2-17-15,24-10-5 0,-11 0-1 16,10-9 9-16,-2-5 11 0,8-9 17 0,-10 4 12 16,-1-1 9-16,4 1 32 0,-3 4 25 15,-2 4 40-15,-3 6 29 0,-5 1 15 16,-4 6 6-16,3 1-1 0,-5 2 3 0,-3 5 57 15,0 0 47-15,0 0 13 0,18 12-2 16,-14-2 2-16,-3 2-3 0,3 2-7 16,2 2-16-16,-3 0-9 0,-2-1-11 0,1 3-10 15,2-7-11-15,-2 3-7 0,-2-1-5 16,0-5-10-16,2 1-6 0,-2 0-74 16,1-3-8-16,-1-6 0 0,2 11 0 0,-2-11 0 15,9 3 0-15,-9-3 0 0,20-12 0 16,1-5 0-16,8-5 0 0,9-5 0 15,0 3 0-15,-10 7 0 0,-1 0 0 0,-6 7 0 16,-4 0 0-16,-1 6 0 0,-5 4 0 16,3 2 0-16,-2 3 0 0,0 4 0 0,0 1 0 15,-1 4 0-15,-2 2 0 16,-1 2 0-16,1-1 0 0,-3 3 0 0,-2-5 0 16,-1-1 0-16,-1-1 0 0,3-1 0 15,-5-3-403-15,0 3-109 0,2-4-72 0,-2-1-93 0,-2-2-122 16,2-5 13-16,-7 4-721 15,7-4-952-15</inkml:trace>
  <inkml:trace contextRef="#ctx0" brushRef="#br0" timeOffset="91882.42">22164 16112 3926 0,'24'-44'-87'0,"-1"1"71"0,-3 5 83 0,-2 11 68 0,-6 4 51 0,0 5 25 0,-2 4 30 0,-1 7 36 16,-1 4 36-16,1 3 12 0,-9 0-1 0,22 18-7 15,-13 2-12-15,-2 13-19 0,1 4-21 16,-5 4-23-16,-3 2-22 0,-5 3-25 15,1 9-18-15,-1-1-18 0,-5-1-36 16,-2-3-123-16,1 0 0 0,-2-5 0 0,1-8 0 16,-1-3 0-16,-4-4 0 0,2-1-209 15,-1-4-144-15,0-2-139 0,-5-2-169 0,-4-7-224 16,1-2 67-16,4-5 84 0,-3-4-640 16,-2 0-827-16</inkml:trace>
  <inkml:trace contextRef="#ctx0" brushRef="#br0" timeOffset="92981.95">20453 16128 3712 0,'-13'-4'-47'0,"2"3"47"0,11 1 46 0,-13-4 54 0,13 4 49 0,0 0 47 16,-14-1 36-16,14 1 42 0,0 0 11 0,0 0-1 15,0 0-14-15,-8-6-25 0,8 6-27 16,0 0-18-16,0 0-25 0,33-10-22 15,-20 5-13-15,0 3-58 0,2-3-69 16,1 2-88-16,-3-1-88 0,-6 3-113 0,3 1-114 16,-10 0-129-16,13-4-156 0,-13 4-57 15,0 0 77-15,0 0-448 0,0 0-572 0</inkml:trace>
  <inkml:trace contextRef="#ctx0" brushRef="#br0" timeOffset="93165.45">20303 16250 3327 0,'0'0'144'0,"0"0"31"0,-16 2 29 16,16-2 40-16,0 0 35 0,0 0-1 0,0 0-24 15,0 0-23-15,0 0-25 16,0 0-29-16,45-11-16 0,-29 10-54 0,5-2-67 16,1 1-99-16,3-2-127 0,0 2-163 15,0-2-217-15,-1 4-167 0,-1 0 78 0,-7 0-460 16,5 0-585-16</inkml:trace>
  <inkml:trace contextRef="#ctx0" brushRef="#br0" timeOffset="94115.59">23184 16240 2889 0,'-3'-5'-13'0,"-2"-3"38"0,5 8 33 0,-2-14 40 0,2 7 42 0,5-4 21 0,0 0 36 16,5 1 33-16,-1 2 21 0,3-1 16 15,-1 4-2-15,1 1 1 0,1 3 3 16,-13 1 7-16,30 6 2 0,-10 6 4 16,2 4-7-16,1 3-13 0,-2 4-14 15,-2 0-11-15,-4 3-7 0,-5-3-10 0,-3-6-6 16,0 5-10-16,-6-5-13 0,1 0-20 16,-2 2-171-16,-2-2 0 0,1-2 0 0,-3-1 0 15,-3 0 0-15,6-2 0 0,-5-2 0 16,2 0 0-16,2-5 0 0,1 2 0 0,1-7 0 15,-2 9 0-15,2-9 0 0,0 0 0 16,0 0 0-16,16-35 0 0,7 6 0 0,12-3 0 16,1 1 0-16,-1 2 0 15,-8 10 0-15,-2 4 0 0,-3 5 0 0,-5 3 0 16,0 3 0-16,-3 4 0 0,1 6 0 16,0 4 0-16,2 3 0 0,0 10 0 0,-2 2 0 15,1 3 0-15,-1 1 0 0,-1 0 0 16,-2-2 0-16,0 0 0 0,1 0 0 0,-3-6 0 15,-3-5 0-15,1-3 0 0,-2-1 0 16,-1 1 0-16,1-3 0 0,-2 1 0 16,0-1 0-16,-2-2 0 0,2-1-608 15,-4 0-408-15,-6 2 86 0,2-2-987 16,-6-1-1339-16</inkml:trace>
  <inkml:trace contextRef="#ctx0" brushRef="#br0" timeOffset="94798.59">22939 16929 5013 0,'-12'-2'30'0,"12"2"95"0,-13 0 48 0,13 0 48 0,0 0 14 0,0 0-6 0,0 0 15 15,39-10 12-15,8 5 6 0,15 0-16 0,12 1-27 16,10 4-20-16,4-2-22 0,4 6-16 15,-8-2-17-15,-3 1-11 0,-4 0-13 0,-11-1-116 16,-14-2-4-16,-3 3 0 16,-7-1 0-16,-4 2 0 0,-9-4 0 0,-8 3 0 15,-2-3 0-15,-4 0 0 0,-4 2 0 16,-11-2 0-16,20-2 0 0,-20 2 0 16,15 0 0-16,-15 0 0 0,17-5 0 0,-8 1 0 15,1-2 0-15,3-1 0 0,-1 0 0 16,1-4 0-16,0-2 0 0,10-9 0 0,-1-5 0 15,-2-2 0-15,5-12 0 0,2-7 0 16,-2-5 0-16,5-22 0 0,1-4 0 0,-6-3 0 16,-3 0 0-16,-6 12 0 0,-7-1 0 15,-6 0 0-15,-4 6 0 0,-10 4 0 16,-13 3 0-16,-6 6 0 0,-26-5 0 16,-8 10 0-16,-14 12 0 0,-11 11 0 0,-15 14 0 15,11 10 0-15,-29 14 0 0,-6 11 0 0,1 13 0 16,7 8 0-16,7 14 0 0,12 11 0 15,17 7 0-15,23 8 0 0,20 4 0 16,21 2 0-16,26-17 0 0,24 19 0 16,20-2 0-16,17-9 0 0,7-6 0 0,2-7 0 15,-2-12 0-15,-3-12 0 0,-18-13 0 16,-3-8 0-16,-6-5 0 0,-6-4 0 0,-4-5 0 16,-7-5 0-16,-7-3 0 0,0-1-44 15,-6 0-681-15,-3-4-219 0,-4-1 32 0,-7 3 84 16,8-8-783-16,-8 8-1052 15</inkml:trace>
  <inkml:trace contextRef="#ctx0" brushRef="#br0" timeOffset="95548.73">18471 14806 4522 0,'-51'-9'-182'0,"-1"9"34"0,-14 15 48 0,-26 14 55 0,-5 21 53 0,-1 16 54 0,1 14 35 15,-28 45 26-15,8 7 20 0,11 6 7 0,15 0 7 16,32-25 1-16,10 3 0 16,19 5-2-16,19 0 0 0,18-9 3 0,22-3-3 15,23-13 10-15,16-10 8 0,22-10-3 16,14-9-20-16,12-10-15 0,8-11-11 0,2-13-12 16,2-7-11-16,0-16-6 0,-4-10-7 15,-6-10 4-15,-7-9-19 0,-9-10-6 0,-7-11-6 16,-9-9 17-16,-10-14-10 0,-7-7-5 15,-9-8-6-15,-13-8-6 0,-10-9-1 0,-8-2-9 16,-11-6-8-16,-15-5-5 16,-12-3-9-16,-16-1-13 0,-11 6-25 0,-14 6-15 15,-9 12-22-15,-13 13-39 0,-12 14-11 16,-13 20-23-16,-14 16-18 0,-9 20-19 0,-7 12-22 16,-3 16-26-16,-2 9-38 0,6 12-67 15,5 10-68-15,9 6-82 0,10 0-156 16,9 2-115-16,9 4 78 0,10-6-449 0,11 4-580 15</inkml:trace>
  <inkml:trace contextRef="#ctx0" brushRef="#br0" timeOffset="96050.63">17560 17367 3367 0,'-36'-2'425'0,"7"2"-1"0,9-3 8 0,4 2 3 0,3-1 4 0,13 2-7 0,-12-5-9 0,12 5-19 16,27-12-29-16,27-4-40 0,18 3-35 15,31-3-30-15,12 3-140 0,-2 1-130 16,-4 1 0-16,-4-1 0 0,-27 7 0 16,-7-3 0-16,-5 1 0 0,-9-2 0 0,-14 4 0 15,-13 2-226-15,-6-1-157 0,-6 1-61 16,-2 1-20-16,-9 0-13 0,-7 2 16 0,0 0 31 16,0 0 40-16,-38 6 44 0,-1-1 47 15,-22 7 48-15,-9 1 52 0,-27 6 53 0,-6 0 53 16,-2 1 68-16,-2 0 72 0,8-2 82 15,25-3 61-15,13-4 51 16,8-1 53-16,13-2 22 0,13-4 7 0,8 0-5 0,4 0-11 16,9-2-4-16,6-2-1 0,0 0-10 15,0 0-22-15,59-12-27 0,-4 4-24 16,10-1-25-16,2 1-23 0,5-2-48 16,0 2-57-16,-5-4-85 0,-3 1-116 0,-8 2-125 15,-12 0-129-15,-6 4-130 0,-4-3-160 16,-9 1-185-16,-7 4 92 0,-7-3-680 15,-4 3-900-15</inkml:trace>
  <inkml:trace contextRef="#ctx0" brushRef="#br0" timeOffset="101480.48">17357 10802 1472 0,'-14'-4'163'0,"5"3"-6"0,9 1-29 0,-11-1-9 0,11 1-5 0,-7-3-26 0,7 3-14 0,0 0-9 0,0 0 5 0,23-6 7 16,-9 6-3-16,3 0 0 0,-2 0 2 15,8 0 6-15,-2 2 3 0,0-2 9 16,-3 0 12-16,4 1 7 0,-5-1 10 16,-2 0 9-16,1-1 9 0,-3 1 4 0,1-4-2 15,-1 2-5-15,-2 0-14 0,1-1 8 16,-5 3-12-16,-7 0-8 0,19-3-11 0,-11 3-12 15,-8 0-9-15,13 0-8 0,-13 0-9 16,17 3-10-16,-7 2-10 0,0 5-2 0,-3 1-4 16,0 3-3-16,-5 3-1 0,-2 5 1 15,-5 13 2-15,-6-1 15 0,-11 8 12 16,-1 0-1-16,-5-2 3 0,-3-3 0 16,3-2-1-16,-3-4-1 0,6-4-1 0,3-2-11 15,-3-2-3-15,4-3-5 0,0 0-3 16,-2 1-4-16,9-4-5 0,0-2-1 15,-2-1-4-15,9-3-2 0,-3-1-2 0,2-2 1 16,3-1 22-16,-3 1 14 0,4-4 26 16,4-4 15-16,-5 10 20 0,5-10 0 0,0 0-8 15,9 8-11-15,-9-8-13 0,23 3-6 16,-4-2-7-16,4 4-15 0,2-1 3 0,11 4-11 16,-6 0-4-16,4 1-5 0,-3 3-3 15,-1-2-10-15,-1 1 3 0,-6 0-7 0,-2-2-1 16,-6-4-5-16,3 2 0 0,-5-2 0 15,1 0 0-15,-2 0 3 0,4-2 1 16,1 1-9-16,-3-1 1 0,2-1-4 16,-2 2-4-16,-1-3 0 0,-2 1 4 0,-1-1-8 15,0 0 4-15,-10-1-8 0,15 3 1 16,-7-2-1-16,-8-1-5 0,9 4 7 0,-9-4-4 16,0 0 6-16,7 2-2 0,-7-2-1 15,0 0 3-15,0 0-3 0,0 0 4 0,-13 10-7 16,13-10-3-16,-9 4-28 0,9-4-37 15,-8 3-59-15,8-3-91 0,-8 4-110 0,3-2-130 16,-1 2-138-16,-2-1-245 16,2 3 78-16,-3 1 80 0,4 0-545 0,-3 2-692 15</inkml:trace>
  <inkml:trace contextRef="#ctx0" brushRef="#br0" timeOffset="102049.89">17612 11490 3134 0,'-13'-10'-201'0,"-1"4"18"0,3 1 22 0,0 1 11 0,1 2 26 0,0-4 15 0,3 3 18 16,0 0-5-16,7 3 16 0,-9-4 5 16,9 4-4-16,-9-2-4 0,9 2 10 0,-5-6-29 15,5 6 2-15,0 0 10 0,-9-4 15 16,9 4 18-16,0 0 27 0,-7-5 7 0,-1 1 16 15,8 4 33-15,-14-4 20 0,5 1 28 16,2 2 15-16,-2-3 16 0,-3 2 17 16,2 0 10-16,-1-1 9 0,-1 1 8 15,3 1 4-15,9 1 8 0,-16-3-6 0,16 3-14 16,-13-2-12-16,13 2 35 0,0 0 40 16,-9 6 23-16,9 1 20 0,0-7 16 0,13 22 8 15,10-2-5-15,21 6-21 0,4-1-15 16,9 1-28-16,2 0-20 0,6-1-16 0,-2-1-19 15,-2-3-14-15,0-2-11 0,-4-3-13 16,-5-3-13-16,-2 1-15 0,-5-4-16 16,-6-1-6-16,-3-1-9 0,-1 1-5 15,-10-4-6-15,-4 2-3 0,-5-2-10 0,-2 1-3 16,-3 1-1-16,3-1-6 0,-4 1-6 16,-1 0-32-16,-4-2-33 0,4 3-52 15,-6-3-103-15,-1 2-116 0,0 2-141 0,-4-3-205 16,2-6-56-16,-7 14 80 0,-2-7-467 15,2-2-585-15</inkml:trace>
  <inkml:trace contextRef="#ctx0" brushRef="#br0" timeOffset="102413.53">17172 11925 3388 0,'-18'-4'133'0,"7"-2"3"0,6 4-9 0,-4 0 16 0,9 2 31 16,-9-1 40-16,9 1 51 0,0 0 46 0,0 0 4 15,52 17-15-15,-5-3-27 0,10 3-41 16,4-2-20-16,8 3-21 0,-2-1-20 15,2-3-14-15,-3 4-8 0,-3-4-21 0,-2 0-17 16,-6-4-16-16,-10-2-17 0,-6-1-18 16,-3 0-17-16,-7 0-6 0,-6-3-20 15,-6-1-29-15,-2 0-6 0,-2-1-42 0,-2 1-45 16,1-2-57-16,0 2-90 0,-2-1-119 16,-10-2-138-16,18-2-197 0,-9-2-85 15,3 1 92-15,-4 1-585 0,1-3-743 0</inkml:trace>
  <inkml:trace contextRef="#ctx0" brushRef="#br0" timeOffset="102730.57">18431 11579 3804 0,'-4'-21'133'0,"3"7"61"16,-1 3 22-16,-2 1 19 0,2 2 6 15,2 8-9-15,0-6-14 0,0 6-10 0,0 0 14 16,22 19-11-16,-2 4-22 0,-3 8-16 16,4 14-12-16,-6 1-23 0,2 3-21 0,-7 7-14 15,-4 2-10-15,-4 0-16 16,-8 4-7-16,-3-2 6 0,-7 0-6 0,-3-2-8 16,-5-1-11-16,-5-3-7 0,-3-3 3 15,-5-3 6-15,-7-2-8 0,-4-5-1 0,-15 7-7 16,8-13 3-16,-1-4-8 0,-2-4-2 15,-1-2-12-15,4 0 2 0,3-5-46 0,5-5-58 16,15-6-85-16,3-2-115 0,10-4-179 16,1-3-187-16,5-1-211 0,-3-3 86 0,5 1 79 15,0 1-561-15,-1-1-718 0</inkml:trace>
  <inkml:trace contextRef="#ctx0" brushRef="#br0" timeOffset="112111.61">19138 12359 1809 0,'0'0'573'0,"-7"7"-138"0,7-7-71 0,-10 5-39 0,10-5-11 0,0 0 3 0,-11 4 3 16,11-4 23-16,0 0 37 0,0 0 22 16,0 0-6-16,0 0-34 0,0 0-35 0,0 0-29 15,17-31-26-15,-1 17-21 0,6-5-21 16,3 1-17-16,0 1-24 0,0-1-118 0,0 5-71 16,-5 3 0-16,-3 0 0 0,-2 3 0 15,1 3 0-15,-1 2 0 0,-1 2 0 0,-14 0 0 16,28 6 0-16,-13 1 0 15,-1 3 0-15,-1 6 0 0,-4 1 0 0,-1 4 0 16,1 10 0-16,-1 0 0 0,-6-2 0 16,0-2 0-16,-6 9 0 0,-2 0 0 0,1-1 0 15,-3-4 0-15,2-8 0 0,0-2 0 16,1-2 0-16,-1-5 0 0,3 1 0 0,-1-5 0 16,2-2 0-16,-1 1 0 0,1-4 0 15,2-5 0-15,0 0 0 0,0 0 0 0,14-30 0 16,3-4 0-16,8-11 0 0,5-5 0 15,6 0 0-15,3 4 0 0,-1 3 0 0,-4 7 0 16,0 6 0-16,-9 12 0 0,-2 1 0 16,-6 7 0-16,-1 4 0 0,-1 4 0 0,-3 4 0 15,-1 6 0-15,1 0 0 0,-1 4 0 16,-4 5 0-16,2 4 0 0,0 10 0 16,-2 3 0-16,-1 0 0 0,-4-5 0 15,-1-2 0-15,-1-2 0 0,0-2 0 0,2 1 0 16,-2-3 0-16,2-2 0 0,-2-3 0 15,0-2 0-15,0-3 0 0,0 0 0 0,-2-3 0 16,2 0 0-16,0-2 0 0,0-6 0 16,0 7 0-16,0-7 0 0,0 0-301 0,0 0-701 15,0 0 75-15,0 0 107 0,-16-19-928 16,14 12-1181-16</inkml:trace>
  <inkml:trace contextRef="#ctx0" brushRef="#br0" timeOffset="113911.47">20172 11710 4497 0,'0'-5'-143'0,"0"5"45"0,0-12 46 0,0 12 41 0,-3-8 42 0,3 8 36 0,0-6 32 16,0 6 27-16,0-7 8 0,0 7-5 0,0 0-9 16,0 0 50-16,0 0 38 0,0 0 29 15,-22 33 8-15,10-8 5 0,-1 6 12 0,4 5 8 16,-3-2-4-16,2 6-3 0,3-5-8 16,0 2-16-16,4-1-2 0,-1-7-18 0,0-5-48 15,4-1-171-15,-1-2 0 0,-1-4 0 16,2 1 0-16,-2-6 0 0,2 3 0 15,0-5 0-15,-2-1 0 0,0 1 0 0,2-2 0 16,-2-1 0-16,2-7 0 0,0 12 0 16,0-12 0-16,-2 11 0 0,2-6 0 15,0-5 0-15,0 0 0 0,-1 6 0 0,1-6 0 16,0 0 0-16,0 0 0 0,0 0 0 16,0 0-191-16,0 0-596 0,0 0-155 0,-11 2 60 15,6 3 111-15,-2 2-800 0,-7 2-1012 16</inkml:trace>
  <inkml:trace contextRef="#ctx0" brushRef="#br0" timeOffset="114395.26">20283 12714 4876 0,'0'0'301'0,"0"0"28"0,-14-9 26 0,14 9 45 0,0 0 53 0,0 0 25 0,-9-5 3 0,9 5-16 0,0 0-412 0,0 0-53 16,0 0 0-16,2-10 0 0,-2 10 0 15,0 0 0-15,10-7 0 0,-10 7 0 16,8-3 0-16,-8 3 0 0,0 0 0 16,7-5 0-16,-7 5 0 0,7-4 0 0,-7 4 0 15,0 0 0-15,0 0 0 0,0 0 0 16,0 0 0-16,0 0-135 0,0 0-902 0,-14 19 105 16,10-14-1138-16,4-5-1483 0</inkml:trace>
  <inkml:trace contextRef="#ctx0" brushRef="#br0" timeOffset="114729.49">20846 12276 6001 0,'-4'-12'-58'0,"4"4"19"0,-1-1 40 16,-2 5 36-16,3 4 39 0,0-8 36 0,0 8 27 16,0 0 24-16,0 0 45 0,0 0 28 15,-2 27 6-15,-2-2-13 0,2 10-8 0,1 6-15 16,-3 1 1-16,0 1-5 16,-1 0-194-16,1 1-8 0,-3-3 0 0,6-2 0 0,-5-1 0 15,2-3 0-15,-5-2 0 0,5-6 0 16,0-6 0-16,-4-1 0 0,7-3 0 15,-1-1 0-15,-2-4 0 0,0-1 0 16,4-1 0-16,0-3-71 0,0-3-449 0,0-4-117 16,11 6-163-16,-11-6-43 0,25-8 84 15,-5-3-792-15,8-5-995 0</inkml:trace>
  <inkml:trace contextRef="#ctx0" brushRef="#br0" timeOffset="115060.54">21219 12535 4073 0,'0'-5'-27'15,"2"0"55"-15,-2 5 60 0,0 0 69 0,0 0 54 16,0 0 51-16,0 0 48 0,-21 22 25 16,15-9 12-16,-3 1-1 0,4 3-16 0,-6 1-10 15,4 1-18-15,2 2-22 0,1-2-25 16,0 0-22-16,2-2-23 0,2-2-79 0,0 2-131 16,6-1 0-16,-1-3 0 0,5 1 0 15,0-4 0-15,3 1 0 0,2-5 0 0,0-2 0 16,5-2 0-16,0-4 0 0,-1 0 0 15,4-2 0-15,1-6 0 0,1-5 0 0,-2-2 0 16,1-5 0-16,-3-6 0 0,-5-2 0 16,-4-5 0-16,1 3 0 0,-3 3 0 0,-5 7 0 15,0 3 0-15,-5 4 0 16,-5 6 0-16,0 0 0 0,-5 3 0 0,-4 5 0 16,-2 1 0-16,-7 5 0 0,0 3 0 15,-10 3-167-15,1 5-297 0,2-1-141 0,-5 4-200 16,7-2-41-16,7-4 98 0,9 0-802 15,5-5-992-15</inkml:trace>
  <inkml:trace contextRef="#ctx0" brushRef="#br0" timeOffset="115493.68">21581 12580 4549 0,'0'0'57'0,"0"0"57"0,0 0 55 16,-26 19 25-16,16-7 19 0,0-1 4 0,-3 6-14 15,8-3-14-15,-3-1-18 0,2 1-17 16,0 1-8-16,5-1-17 0,1-2-12 0,0 0-8 16,1 1-18-16,3-4-12 0,3-1-14 15,0-2-21-15,2 0-12 0,2-4-4 0,-1 0 3 16,-10-2-12-16,24-2-1 0,-15 0 9 16,2-4 9-16,1-1 1 0,-3-1 7 0,0-3 20 15,3 1 23-15,-2-1 13 16,-5 3 0-16,4 1-8 0,-2 0-8 0,-2 2-13 15,-5 5-8-15,8-5-2 0,-8 5 24 0,0 0 3 16,2 17-74-16,-4-3-14 16,-4 6 0-16,-1 10 0 0,-1 3 0 0,-4 6 0 15,-3 7 0-15,0 2 0 0,-3-3 0 16,4-2 0-16,-8-1 0 0,4-3 0 0,0-8 0 16,-1-2 0-16,1-2 0 0,-2-3 0 15,5-7 0-15,1-2 0 0,0-1 0 0,-2-2 0 16,-1-2 0-16,-2-3 0 0,0-2 0 15,2-2 0-15,-1-3 0 0,0-3 0 16,-2-6 0-16,3-3 0 0,2-5 0 16,6-12 0-16,2-8 0 0,18-15 0 0,2 0-378 15,10-3-638-15,5 8 99 0,8 6-1083 16,-2 4-1416-16</inkml:trace>
  <inkml:trace contextRef="#ctx0" brushRef="#br0" timeOffset="115827.53">21791 12642 5853 0,'8'-3'41'0,"-8"3"37"0,9-5 52 0,-9 5 74 0,0 0 41 0,0 0 25 16,14 10 8-16,-11-3-4 0,3-1-20 0,-1 5-38 15,-1-1-17-15,5 2-50 0,-4 2-149 16,-1-1 0-16,1 1 0 0,-1 1 0 0,2-4 0 16,-4-1 0-16,0 2 0 0,2-2 0 15,-4-5 0-15,4 5 0 0,-3-4 0 0,-1-6 0 16,4 12 0-16,-4-12 0 15,6 5 0-15,-6-5 0 0,15-5 0 0,2 1 0 16,0-6 0-16,5 2 0 0,-6-1 0 16,0 2 0-16,-5 4 0 0,0-3 0 0,-1 3 0 15,0 2 0-15,-10 1 0 0,14 1 0 16,-14-1 0-16,12 11 0 0,-6-5 0 0,-1 1 0 16,4 1 0-16,-4 2 0 0,-1 0 0 15,2-1 0-15,-3-1 0 0,3 1 0 16,0-1 0-16,2 0 0 0,1 0 0 15,-2-2 0-15,4 2-249 0,-2-3-675 0,0-1 1 16,-1 2 91-16,0-4-958 0,-5 4-1219 16</inkml:trace>
  <inkml:trace contextRef="#ctx0" brushRef="#br0" timeOffset="116443.64">22978 12171 4549 0,'4'-18'-234'0,"0"3"35"0,-2-2 22 0,-4 0 26 0,-6-7 35 0,-3-10 22 0,-8-9 19 0,-6-8 11 0,-6-5 5 0,-16-21 4 16,-14-7 6-16,-4-5 3 0,-15-13 4 16,-23-32 4-16,-7-3 5 0,-7 7 4 0,-8 2 3 15,-1 10 13-15,-10 14 39 0,22 36 27 16,-14 12 43-16,-8 15 34 0,-13 18 26 16,-17 15 4-16,-66 14 0 0,-10 23 22 0,-4 16 6 15,-4 22-4-15,-4 18 0 0,-1 22-2 16,7 17-10-16,4 17-4 0,18 9 7 15,16 8-2-15,22 8 19 0,23 7 29 16,34 4 4-16,32-2 14 0,34-2 3 0,40-38-10 16,25 8-12-16,25-3-9 0,36 32-10 15,22-14-9-15,28-16-20 0,13-16-14 0,23-14-16 16,16-13-36-16,17-18-106 0,13-12 0 16,12-14 0-16,11-13 0 0,9-9 0 0,-5-13 0 15,-42-14-40-15,3-5-186 16,46-11-23-16,-10-14-14 0,-14-7-15 0,-50-6 2 15,30-23 17-15,-15-19 31 0,-16-11 28 0,-15-12 21 16,-14-12 17-16,-15-9 31 0,-11-6 33 16,-26 23 31-16,7-39 31 0,-25 29 19 15,-11-3 15-15,-15-2 8 0,-13 3 5 0,-21 1 2 16,-17 8-3-16,-20 6-2 0,-17 9-2 16,-20 10 1-16,-25 12-3 0,-16 11 1 0,-61 7 3 15,27 29-8-15,-10 15-50 0,-9 16-79 16,-45 13-132-16,59 5-202 0,-37 16-222 0,60-5 73 15,16 2 51-15,13 1-390 0,23 3-431 16</inkml:trace>
  <inkml:trace contextRef="#ctx0" brushRef="#br0" timeOffset="117377.29">23233 12775 3054 0,'-7'-6'270'0,"0"0"4"0,3 1-1 0,4 5-8 0,-9-6-3 0,9 6-7 0,0 0 26 0,0 0 10 16,0 0-3-16,-3 15-23 0,5-5-21 0,-1 4-19 16,4 1-25-16,3 6-19 0,-5-1-17 15,5 1-20-15,-3-1-14 0,0 1-11 16,-3-2-13-16,0-1-10 0,-1-1-5 16,-1-2-9-16,0 0-2 0,-1-3-6 0,-1 0-1 15,0 0 1-15,2-3 2 0,-2-1 15 0,-1-2 23 16,3-6-65-16,0 0-49 0,0 0 0 15,0 0 0-15,0 0 0 0,10-40 0 16,1 21 0-16,5-6 0 0,4-1 0 0,0 4 0 16,3 3 0-16,-5 7 0 0,0 2 0 15,-3 5 0-15,0 3 0 0,2 4 0 16,2 4 0-16,1 5 0 0,-2 1 0 0,2 8 0 16,-1 3 0-16,0 2 0 0,-4-1 0 15,0 2 0-15,1-1 0 0,-5-4 0 0,-4-1 0 16,4-3 0-16,-4 0 0 0,-2-3 0 15,3 1 0-15,-5-3 0 0,4-2 0 16,-5 0 0-16,0-1 0 0,0-3 0 0,-2 2 0 16,0-8-238-16,-6 10-319 0,6-10-168 15,0 0-164-15,0 0 74 0,0 0 91 16,-4-26-719-16,15-1-893 0</inkml:trace>
  <inkml:trace contextRef="#ctx0" brushRef="#br0" timeOffset="117597.75">24011 12611 3814 0,'6'-10'93'0,"-3"2"53"0,-3 2 17 16,0 6-5-16,0 0 54 0,0 0 71 16,0 0 47-16,2 35 27 0,-4-10 4 15,2 13-18-15,-3 8-20 0,-3 10-27 0,3-2-45 16,-1 2-22-16,-2 0-23 0,2-12-25 16,2-3-17-16,-2 2-19 0,0-6-26 15,1 0-102-15,1-8-17 0,2-8 0 0,-2-3-119 16,2-1-73-16,2-3-51 0,-2-2-48 15,2-3-80-15,1-4-72 0,5-5-61 0,-8 0-66 16,25-7-74-16,-8-3-58 0,12-13 56 16,9-9-533-16,-4-6-644 0</inkml:trace>
  <inkml:trace contextRef="#ctx0" brushRef="#br0" timeOffset="117877.16">24339 12937 3052 0,'11'-12'4'0,"-2"0"59"0,0 4 40 16,-5 4 47-16,-4 4 65 0,0 0 60 0,0 0 47 15,0 0 34-15,0 0 6 16,-13 31 6-16,8-10-6 0,-2-1-15 0,-4 11-13 15,-2-2-28-15,4 1-26 0,4-4-27 16,-3-3-24-16,4-2-21 0,0-3-24 0,2-1-16 16,2-1-15-16,2-1-56 0,3-3-97 15,4 0 0-15,2-3 0 0,3-7 0 0,1 1 0 16,4-6 0-16,1 1 0 0,3-7 0 16,10-5 0-16,-6-2 0 0,-1-7 0 0,3-10 0 15,-2 0 0-15,-2-6 0 0,-5-3 0 16,-1-1 0-16,-2-3 0 0,-9 9 0 0,2 4 0 15,-9 10 0-15,-1 3 0 0,-3 7 0 16,-6 1 0-16,-4 7 0 0,-3 1 0 16,-4 4-143-16,-5 2-127 0,2 5-105 15,-4 9-128-15,-4 1-174 0,4 5-168 0,2 1 75 16,4 0 97-16,6-3-665 0,12-3-795 16</inkml:trace>
  <inkml:trace contextRef="#ctx0" brushRef="#br0" timeOffset="118328.06">24831 12953 3899 0,'0'0'92'0,"0"0"45"0,0 0 50 15,0 0 38-15,0 0 23 16,-10 25 15-16,4-10-9 0,0 4-13 0,-1 0-22 16,1 2-22-16,5-2-23 0,-1-1-20 15,0-1-7-15,4 3-15 0,1-3-19 0,-1-1-11 16,6-3-23-16,1-1-40 0,1-2-21 15,3-5-20-15,1 1-8 0,-3-6 6 0,5 0-2 16,-3-2 0-16,4-4 7 0,3-2 1 16,5-7 11-16,0-4 23 0,-1-3 20 0,-2-1 16 15,-1 2 13-15,-4 1 26 16,-2 6 12-16,-6 5-11 0,2-1-15 0,-6 5-8 0,-5 5 13 16,0 0 28-16,0 0-7 0,-3 29 0 15,-10 0-99-15,-1 4-24 0,-8 9 0 0,0 11 0 16,-1-1 0-16,-2 5 0 15,2 0 0-15,0-1 0 0,1 1 0 0,1-6 0 16,-2-2 0-16,-1-5 0 0,4-3 0 16,4-12 0-16,0-2 0 0,-2-2 0 0,5-7 0 15,-1-4 0-15,2-3 0 0,-2-1 0 16,-3-5 0-16,-1-3 0 0,0-4 0 0,-3-7 0 16,-8-6 0-16,4-9 0 0,-4-9 0 15,6-7 0-15,7-5 0 0,3-4 0 16,6 10 0-16,4 0 0 0,3 0 0 15,2 1-974-15,6 4 15 0,-1 5 105 0,6 0-984 0,3 4-1264 16</inkml:trace>
  <inkml:trace contextRef="#ctx0" brushRef="#br0" timeOffset="118693.64">25331 12980 5482 0,'12'-4'141'0,"-4"1"36"0,-8 3 44 0,0 0 45 0,17 5 37 0,-11 0 22 0,-1 2-11 15,5 1-16-15,-4 1-30 0,2 3-25 16,-1 0-90-16,0 0-153 0,2 0 0 0,-2 2 0 16,-1-4 0-16,-1 0 0 0,1-1 0 15,-2-3 0-15,2 2 0 0,-6-8 0 16,5 9 0-16,-1-6 0 0,-4-3 0 16,0 0 0-16,0 0 0 0,40-28 0 0,-15 7 0 15,1-6 0-15,7 0 0 0,-6 3 0 16,-1 3 0-16,-1 4 0 0,-4 4 0 0,-7 4 0 15,-2 0 0-15,1 6 0 0,-4 1 0 16,-9 2 0-16,14 7 0 0,-5 0 0 0,-5 3 0 16,1 2 0-16,1 2 0 0,-5 1 0 15,3 2 0-15,1-1 0 0,-2-4 0 0,-1 1 0 16,4-4 0-16,-2 1 0 0,-1-4 0 16,3-2 0-16,-1 4 0 0,4-2 0 0,0-6 0 15,5 0 0-15,-1-6 0 16,1-6 0-16,10-9-827 0,-3-4-132 0,2-5 94 15,6-9-1019-15,1-8-1308 0</inkml:trace>
  <inkml:trace contextRef="#ctx0" brushRef="#br0" timeOffset="118877.1">26371 12422 5461 0,'13'-13'7'0,"-1"8"71"0,-1 5 74 0,0 1 76 16,3 6 64-16,-1 5 49 0,4 12 39 16,0 3 11-16,-1 4-10 0,-4 6-27 0,6 13-228 15,-11 1-126-15,1 2 0 0,-8-4 0 16,-4 9 0-16,-5 2 0 0,-9 4 0 0,0-2 0 15,-3 2 0-15,-6-4 0 16,-11 12 0-16,-6-4 0 0,8-17 0 0,-12 13 0 16,-1-5 0-16,2-17 0 0,-2-1 0 15,-2-3 0-15,-7-4-634 0,3-6-352 0,4-3 96 16,9-6 102-16,18-6-876 0,12-6-1101 16</inkml:trace>
  <inkml:trace contextRef="#ctx0" brushRef="#br0" timeOffset="119293.59">26796 12182 4708 0,'-73'-51'-159'0,"-19"-7"15"0,-18-7 18 15,-58-25 10-15,-22 1 20 0,-16 0 30 0,-22 1 22 16,-16 8 34-16,-21 17 34 0,-12 13 40 15,-11 26 44-15,-19 24 34 0,-10 34 16 0,-8 30 23 16,-1 25 38-16,10 32 24 0,21 25 7 16,29 20 0-16,44 14-3 0,43 11 8 0,47 13 18 15,59 11 18-15,57 3 9 16,63-1 11-16,56 3-13 0,57-8-29 0,46-7-23 0,42-14-131 16,24-23-115-16,12-12 0 15,2-24 0-15,-8-27 0 0,-5-30 0 0,-20-29 0 16,-16-21 0-16,-62-28-40 0,42-19-178 15,-19-18-6-15,-10-23 17 0,-19-23 22 0,-13-15 22 16,-19-22 18-16,-15-19 15 0,-11-13 16 16,-16-16 14-16,-13-4 10 0,-13-5 7 0,-18 1 7 15,-30 44-5-15,-17 9-13 0,-26 9-13 16,-25 16-14-16,-26 17-17 0,-26 18-25 0,-22 20-51 16,-16 17-50-16,-19 19-44 0,-11 12-62 15,-52 17-113-15,10 15-150 0,10 13 51 16,57-4-390-16,-30 25-450 0</inkml:trace>
  <inkml:trace contextRef="#ctx0" brushRef="#br0" timeOffset="119526.9">24081 14517 3563 0,'39'12'630'0,"14"4"-56"0,8 1-62 0,2-1-56 0,6 1-44 0,-1-5-42 0,4-3-68 15,0-1-69-15,-2-4-96 0,-4-2-108 16,-14-2-114-16,-7-1-155 0,0-4-184 16,-6-1-226-16,-10 1-181 0,0-7 98 15,-6-2-714-15,-10 5-897 0</inkml:trace>
  <inkml:trace contextRef="#ctx0" brushRef="#br0" timeOffset="130508.4">9644 5896 3041 0,'13'-11'216'0,"-3"-2"-52"0,-2 1-3 0,1-1-26 0,-1-5 6 0,-3 0 3 16,3-5 6-16,-2-10 12 0,0-2 17 16,-6-3 2-16,-6-3-1 0,-5-9-4 0,-7-6-14 15,-7 0-11-15,-11-16-15 0,-12 1-8 16,-2 6-11-16,-11-2-15 0,-7 6-1 0,3 3-9 15,-8 2-11-15,-4 2-12 0,-3 2-7 16,-2 1-9-16,-6 3-5 0,-3 4-4 0,-4 3-7 16,-16 4-6-16,-9 1-1 0,-4 3-7 15,-7 5-3-15,-11 5-3 0,-2-2-1 0,-2 4-2 16,-11 6 3-16,-2 1-6 0,1 4 0 16,-5 4-5-16,0 2 8 0,11 0-8 0,6 4 4 15,3 2-4-15,9 0 5 16,8 2-3-16,13 2-1 0,5 4 4 0,24 1 0 15,9 3-4-15,0 3 1 0,6 1 0 16,7 3 2-16,1 4-6 0,5 0 0 16,4 4 0-16,3 0-4 0,1 4 9 0,5 1-3 15,3 0 1-15,0 5-2 0,0 1 2 16,-3 1 1-16,4 4-3 0,-15 13 3 0,1-1-1 16,-2-2-2-16,1 1 1 0,3 2 0 15,0 3 2-15,-1 0-3 0,0 7-3 0,9-2 3 16,0 1 5-16,4 0-10 0,6-12 6 15,1 2 0-15,9 3-2 0,-4-1 5 0,-5 17-5 16,13-15 1-16,4 2 1 16,-2-5-5-16,5 3 5 0,1 2 1 0,5 3-4 15,1-2-1-15,2-1 4 0,6 0 5 16,2-3-2-16,3 2-8 0,1 2 6 0,7-5-2 16,0 3 0-16,4 0-3 0,3-2 0 15,-3-2 4-15,7-1 3 0,-4-3-3 16,4 2-1-16,-4-4-1 0,1 0 6 0,1-1-5 15,-2-3-1-15,2 0 1 0,0 0-1 16,2-3 4-16,3 0-5 0,-1-1 1 16,3-3 1-16,0 0-2 0,1 0 2 15,3-4 5-15,2 1-3 0,0-1-3 0,2 3 6 16,0-4-6-16,3-4 11 0,5 7-2 16,0 0 5-16,1-3 2 0,3-4 14 0,2 2 8 15,1 1-3-15,-2-3 3 0,4-3 0 16,2 0 1-16,0-1-2 0,0-1 4 0,2-2 6 15,2-3 4-15,0 0-2 0,0-5-4 16,3 2 1-16,6-5-2 0,1-4-4 0,8 2 0 16,7-7 1-16,23 2 2 0,2-4-5 15,9-1-2-15,-2 2-1 0,4-8-4 16,0 1-3-16,-6-1 0 0,0-1-16 0,-7-4-16 16,-5-1 0-16,-23 0 0 0,-3-2 0 15,-2 0 0-15,-2-2 0 0,-6-2 0 0,-5-2 0 16,-4 1 0-16,-4-3 0 15,-5 3 0-15,-1-5 0 0,1 3 0 0,-1-4 0 16,-2-2 0-16,-1-2 0 0,0 0 0 16,1-4 0-16,-1 0 0 0,1 0 0 0,-2 1 0 15,-4 0 0-15,1 2 0 0,-8 3 0 16,-3 6 0-16,-5 0 0 0,1 2 0 0,-2 0 0 16,0 2 0-16,-3-2 0 0,-5 4 0 15,4-5 0-15,4-2 0 0,-2 2 0 0,-3-2 0 16,7-4 0-16,3-6 0 0,0 2 0 15,3-2 0-15,-4-3 0 0,1 2-6 16,1-1-2-16,-5-2-4 0,5-3 8 0,-7 1-6 16,0-2 2-16,3-1-1 0,-1 1 2 15,-1-4 2-15,0-1-2 0,0 0 6 16,3 0-2-16,-1-3-2 0,0-1 5 0,-3-4 2 16,3-4 2-16,-5-5-1 0,-1-4 0 15,2-19 0-15,2-5 2 0,2 2-8 0,-13 18-1 16,2 0 0-16,-1 4 1 0,-6 5 5 15,2 6-7-15,-1 5 3 0,-2 12-6 0,-3 6 5 16,-2 4-15-16,-2 7-38 16,-1 4-47-16,0 3-57 0,0 0-71 0,-2 3-71 15,0 1-89-15,0 8-71 0,-6-6-80 16,6 6-175-16,-14 2-42 0,14-2 77 0,-23 9-567 16,9 0-711-16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8T03:12:05.7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4992 2855 2006 0,'0'0'308'0,"3"-11"-3"0,-3 11 0 0,2-14 2 16,-2 8-1-16,0 6 5 0,1-11 9 16,1 6-7-16,-2 5 20 0,2-12 15 0,-2 12 2 15,0-10-7-15,0 10-15 16,0-7-21-16,0 7-29 0,0 0-35 0,0 0-24 16,0 0-25-16,0 0 29 0,0 0-13 15,0 33-2-15,-2 1-82 0,-6 8-126 0,2 9 0 16,-5 4 0-16,6 1 0 0,-4 3 0 15,2-5 0-15,2 0 0 0,1-13 0 16,0 0 0-16,2-2 0 0,0-3 0 0,2-9 0 16,-1-6 0-16,-1-1 0 0,2-7 0 15,0 0 0-15,-3 0 0 0,3-6 0 0,0 3 0 16,-2-3 0-16,2-7 0 0,-4 7 0 16,4-7 0-16,0 0 0 0,0 0 0 0,-11-24 0 15,8 7 0-15,-1 1 0 16,0-9-19-16,1 2-618 0,-2-10-127 0,3 4-170 15,0-9 73-15,0 3-831 0,1 4-1128 16</inkml:trace>
  <inkml:trace contextRef="#ctx0" brushRef="#br0" timeOffset="250.48">4657 2654 4786 0,'-21'0'64'0,"6"0"44"0,4 0 24 15,11 0 15-15,-18 0 39 0,18 0 24 16,0 0 28-16,0 0 12 0,0 0 5 0,0 0 9 16,0 0-9-16,30-17-19 0,11 5-22 15,15-2-26-15,12 1-17 0,2-5-20 0,-2 5-26 16,-5-1-44-16,-2 2-48 0,-5 1-51 16,-12 5-50-16,-4-1-57 0,-4 2-69 0,-9 3-62 15,-6 2-48-15,-5 3-48 0,-4 2-52 16,0 7-72-16,-7-1-130 0,-3 1-186 15,0 6 69-15,-4-1-561 0,2 0-744 0</inkml:trace>
  <inkml:trace contextRef="#ctx0" brushRef="#br0" timeOffset="833.23">5694 2424 3941 0,'-8'-1'176'0,"8"1"13"0,0 0 19 16,-24 16 38-16,10 0 25 0,-4 10 5 0,4 5-11 16,-2 3-18-16,3 10-17 0,4-4-18 15,3 2-22-15,3-2-18 0,1 3-16 0,7-3-15 16,-1-1-13-16,1-2-16 0,3 2-4 16,1-3-9-16,-1-7-13 0,0 2-18 15,-3-7-14-15,1-7-11 0,-1-4-8 16,0-1-4-16,-3-2-8 0,3-3-2 15,-1-1-2-15,-4-6-15 0,0 0 2 0,0 0-3 16,32-19 0-16,-21 3 2 0,9-11-4 16,5-9 3-16,-6 5 3 0,0 2 8 0,-2 3 8 15,-4 7 17-15,-4 5-2 0,2 3-1 16,-6 0-3-16,3 4-6 0,-3 2 0 0,2 3 13 16,-7 2 18-16,0 0 4 0,24 4-58 15,-14 1-5-15,3 3 0 0,-1 0 0 16,-1 1 0-16,2 0 0 0,-3 4 0 15,1-3 0-15,0 3 0 0,1 0 0 0,-5-3 0 16,1 0 0-16,-3-4 0 0,2 2 0 16,-2-3 0-16,-5-5 0 0,13 4 0 15,-13-4 0-15,25-13 0 0,-2-5 0 0,2 1 0 16,-1-4 0-16,1 1 0 0,-2 3 0 16,-3 5 0-16,-6 2 0 0,0 5 0 0,-3 3 0 15,-1 2 0-15,-10 0 0 0,26 7 0 16,-13 3 0-16,-4 2 0 0,2 2 0 0,1 1 0 15,-3 4 0-15,0 1 0 0,2 0 0 16,0 9 0-16,-4 1 0 0,0-6 0 0,2-2 0 16,-6-5 0-16,1 0 0 0,2-2 0 15,-5-4 0-15,3-1-10 0,0 0-358 16,0-3-91-16,-2-3-109 0,-2-4-146 16,0 0-155-16,0 0 77 0,17-19-708 15,-10 1-947-15</inkml:trace>
  <inkml:trace contextRef="#ctx0" brushRef="#br0" timeOffset="1083.07">6564 2321 4350 0,'-3'-16'155'0,"-1"3"50"0,2 1 44 0,0 3 27 0,0 3 7 16,2 6-10-16,0-6-23 0,0 6 10 16,0 0 40-16,33 41 13 0,-6-3-17 0,-1 11-13 15,3 3-14-15,-3 7-21 0,-1-2-67 16,-4 5-181-16,-3-4 0 0,-4 5 0 15,-6-3 0-15,-3-2 0 0,-5-1 0 16,-3 2 0-16,-7-7 0 0,-1 0 0 0,-1-4 0 16,1-13 0-16,-3 0 0 0,3-8 0 15,2-4 0-15,-1-7 0 0,2-3-138 0,1-4-426 16,2-6-143-16,-1-1-221 0,6-2 68 16,0 0 88-16,6-29-664 0,10-4-886 15</inkml:trace>
  <inkml:trace contextRef="#ctx0" brushRef="#br0" timeOffset="1283.4">7306 2807 4567 0,'0'0'380'0,"0"0"17"16,0 0 21-16,0 0 18 0,0 0 0 0,0 0-11 16,0 0-31-16,0 0-37 0,0 0-37 15,11-14-259-15,11 10-61 0,-4 3 0 16,5-5 0-16,2 5 0 0,0-4 0 0,0 0 0 15,1 0 0-15,7-2-274 0,-7 0-365 16,-3 3-214-16,-4-1-59 0,-6 5 91 0,1 2-775 16,-5 1-1036-16</inkml:trace>
  <inkml:trace contextRef="#ctx0" brushRef="#br0" timeOffset="1500.43">7328 3033 4543 0,'-11'9'327'0,"4"-6"35"0,1 2 39 15,6-5 29-15,-10 5 47 0,10-5 26 0,0 7 6 16,0-7-25-16,20 5-329 0,-7-3-155 16,4-2 0-16,4-2 0 0,3 1 0 0,3-1 0 15,0 0 0-15,2-1 0 0,-3 1 0 16,-3 0 0-16,-2 0 0 0,-6 1 0 16,0-1 0-16,-3 0 0 0,-1 2 0 0,0-1 0 15,-11 1 0-15,14-2 0 0,-8-1 0 16,-6 3-33-16,7-4-814 0,-7 4-148 15,0 0 92-15,0 0-938 0,0 0-1267 0</inkml:trace>
  <inkml:trace contextRef="#ctx0" brushRef="#br0" timeOffset="16530.15">8884 2646 1912 0,'0'0'252'0,"-12"0"-38"0,12 0-12 16,0 0-2-16,0 0 1 0,0 0 15 16,-16 0 3-16,16 0 4 0,0 0 18 0,0 0 10 15,0 0 16-15,-14 2-20 0,14-2-12 16,0 0-2-16,0 0 8 0,-17-4 11 0,17 4 3 15,-4-5-2-15,4 5-12 16,-10-9-10-16,10 9-12 0,-4-13-15 0,3 7-19 16,1-3-16-16,1-1-18 0,1-2-19 15,4 1-13-15,4-3-13 0,1-2-14 16,5 4-11-16,0 0-12 0,2 5-8 0,2 0-44 16,2 7-17-16,4 0 0 0,9 7 0 15,-3 3 0-15,0 8 0 0,-1 5 0 0,-1 6 0 16,-9-3 0-16,-3 6 0 0,-7-1 0 15,-4 4 0-15,-5-4 0 0,-7 3 0 0,-8 2 0 16,-7 10 0-16,-6-5 0 0,-5-2 0 16,-3-1 0-16,2-3 0 0,-4 0 0 15,5-6 0-15,6-5 0 0,2-4 0 16,6-4 0-16,4-5 0 0,3-2 0 16,3-2 0-16,0 1 0 0,4-4 0 0,3-4 0 15,-2 9 0-15,2-9 0 0,14 4 0 16,2-1 0-16,4-6 0 0,8 3 0 0,10-3 0 15,2-2 0-15,3 0 0 0,-4 1 0 16,-1 2 0-16,-2-4 0 0,-5 2 0 0,-6 4 0 16,-8-3 0-16,0 2 0 0,-3-1 0 15,-3 0 0-15,-1 0 0 0,-10 2 0 0,18-3 0 16,-18 3 0-16,14-2 0 0,-14 2 0 16,11 0 0-16,-11 0 0 0,10-2 0 0,-10 2 0 15,0 0 0-15,12-3 0 16,-12 3 0-16,0 0 0 0,0 0 0 0,0 0 0 15,0 0-30-15,0 0-664 0,0 0-123 16,0 0-119-16,0 0 95 0,0 0-816 16,0 0-1095-16</inkml:trace>
  <inkml:trace contextRef="#ctx0" brushRef="#br0" timeOffset="19162.91">9067 2694 4679 0,'-2'-11'-155'0,"2"11"10"15,0 0 9-15,0 0 13 0,0 0 37 16,0 0 34-16,-14 27 27 0,5 4 15 16,-5 4 25-16,-2 6 15 0,0-7 5 0,3 3-9 15,-1-2-1-15,3-2 11 0,2-1 3 16,3-6 13-16,2-5-13 0,0-4 0 16,4-3 5-16,2-2 20 0,0-1 12 0,2-2 21 15,2-6 6-15,-6-3 1 0,11 4-1 16,-11-4-3-16,21-7 2 0,-8-7-10 15,1-1-5-15,3-9 5 0,-4-2 9 0,0-5-8 16,-1-3-9-16,-6-1-4 16,1 4 5-16,-5 5 0 0,2 6 2 0,-4 2-7 15,2 6-15-15,-2 5-17 0,0 7-6 16,-8-4 3-16,8 4-3 0,-25 19-6 0,0 3-4 16,-5 9 2-16,1 6-1 0,5-1-7 0,5-5-6 15,6 4 1-15,5-4 13 0,8-3-3 16,1-6 1-16,8-2-4 0,2-3 0 15,8 4-2-15,7-5 2 0,5-3-7 16,-5-8-1-16,3-2-3 0,0-3-1 0,10-4 5 16,-7-5-3-16,0 3 13 0,-10-4 27 15,0 0 33-15,-7-1 24 0,-2-2 13 0,-4-3-2 16,-2 0-7-16,-3-3-13 0,-4-2-10 16,-7-2-11-16,-4-8-9 0,-4 2-8 0,1 2-16 15,-2 3-4-15,2 7-10 0,1 5-5 16,1 4-14-16,-1 4-27 0,-3 4-51 15,0 2-50-15,-4 2-63 0,-1 4-65 16,3 2-79-16,0 5-111 0,3-3-133 16,5-4-180-16,6-1-85 0,4-5 100 0,0-2-607 15,0 0-789-15</inkml:trace>
  <inkml:trace contextRef="#ctx0" brushRef="#br0" timeOffset="19629.52">10023 2539 3968 0,'-3'-9'161'0,"-1"3"16"0,2-1 5 0,2 7-3 0,6-14-29 16,-1 6-15-16,5-1-16 0,5 2-8 16,6 2-16-16,4 1-6 0,4 4-13 0,7 2-7 15,4 5-6-15,-4 0-5 0,0 3-2 16,-8 2-16-16,-1 2-4 0,-6 0 0 0,-6 1-5 15,-7-1 1-15,-4 3 3 0,-4 2 3 16,-5 3 1-16,-11 11-5 0,-4 0-2 16,-3 1-2-16,-4 0 3 0,4-9 5 0,1-2 15 15,8-6 7-15,4-1 1 0,0-7 0 16,6-1 4-16,-3 0 9 0,5 0 3 0,0-3 44 16,2-5 17-16,6 12 7 0,-1-2-12 15,1-2-8-15,4 0-19 0,-1 5-11 0,2-3-4 16,2 3-13-16,-2 3-3 15,0-1-1-15,-1 1-4 0,-3 3 2 0,1-4-3 16,-7 2 10-16,1 2 11 0,-4 1-53 16,-1 2-37-16,-5-1 0 0,-6 5 0 0,-4 0 0 15,-3 0 0-15,0-4 0 0,-2-2 0 16,-2 0 0-16,0-5 0 0,6-5 0 16,4-3 0-16,2-3 0 0,3-3 0 0,10-1 0 15,-16-12 0-15,9 2 0 0,3-2-264 16,3-2-244-16,1-3-155 0,1-2-206 0,1-4 1 15,7 3 102-15,-4-1-681 16,8-8-895-16</inkml:trace>
  <inkml:trace contextRef="#ctx0" brushRef="#br0" timeOffset="20379.3">10918 2510 3887 0,'0'-5'-48'0,"0"5"33"0,-7-7 29 15,7 7 31-15,0-9 50 0,0 9 37 0,0 0 38 16,0-13 28-16,0 13 15 16,0-9 24-16,0 9 14 0,3-8 9 0,-3 8 4 15,4-7-2-15,-4 7-11 0,0 0-11 16,1-11-17-16,-1 11-22 0,0 0-27 0,0 0-18 16,0 0-20-16,0 0-11 0,0 0 8 15,-1 31-5-15,1-5-3 0,0 17-13 0,0 0-7 16,1 2-12-16,-1 1-69 0,0 0-24 15,2-1 0-15,0-3 0 0,-2 1 0 16,6-2 0-16,-6-3 0 0,1-2 0 0,-1-5 0 16,-1-7 0-16,1-5 0 0,-2-2 0 15,0 0 0-15,2-2 0 0,-2-1 0 16,2-4 0-16,-2 1 0 0,0-3 0 16,1 2 0-16,-3-5 0 0,4-5 0 0,-9 8-147 15,9-8-203-15,-11 0-83 0,11 0-79 16,-12-16-85-16,7 2-102 0,3-2-111 0,2-5 66 15,4-15-582-15,2-2-783 0</inkml:trace>
  <inkml:trace contextRef="#ctx0" brushRef="#br0" timeOffset="20579.7">10848 2496 3638 0,'-20'-14'-18'0,"2"8"48"0,4-3 48 15,-2 2 57-15,7 4 56 0,-2-2 48 0,2 1 42 16,9 4 11-16,-11-7 12 0,11 7-10 15,-7-6-23-15,7 6-24 0,-7-7-21 0,7 7-28 16,10-12-21-16,3 5-26 0,12-5-57 16,8-4-73-16,5 3-89 0,10-3-94 15,-9 8-109-15,6-2-101 0,-2 7-108 0,0 1-152 16,-2-2-133-16,-9 6 77 0,-10 2-472 16,-6-1-627-16</inkml:trace>
  <inkml:trace contextRef="#ctx0" brushRef="#br0" timeOffset="20862.71">11384 2218 3505 0,'-5'-3'108'0,"5"3"-8"0,0 0 28 0,-20 19 67 16,15 0 37-16,-5 10 28 0,-4 6 36 15,2 11 2-15,0 3-21 0,-1 3-27 0,3 2-21 16,2 1-18-16,4-1-24 0,2-9-14 16,1-5-19-16,1 1-19 0,1-3-57 15,1-2-61-15,2-8-51 0,3-7-48 0,-4 3-54 16,3-10-57-16,-1 2-72 16,3-3-60-16,-2-6-68 0,3-1-72 0,1-3-59 15,0-2-69-15,-10-1-52 0,16-6-436 16,-5-2-552-16</inkml:trace>
  <inkml:trace contextRef="#ctx0" brushRef="#br0" timeOffset="21195.89">11495 2755 2787 0,'11'-24'-6'0,"-2"3"79"0,1 6 60 0,-6 3 52 16,2 2 49-16,-5 1 39 0,3 3 30 15,0-1 14-15,-4 7-12 0,4-11-16 16,-4 11-9-16,6-3 20 0,-6 3-1 16,0 0-18-16,0 0-26 0,20 11-27 0,-11-3-22 15,-2-1-18-15,0 2-20 0,3-4-15 0,-4 5-17 16,2-2-10-16,-3-1-13 15,2 1-12-15,-1 0-11 0,1-2-6 0,-7-6-8 16,7 9-5-16,-2-4-1 0,-5-5 3 16,10 5-73-16,-10-5 0 0,0 0 0 0,15-2 0 15,-15 2 0-15,22-15 0 0,-8 5 0 16,2 0 0-16,-1 3 0 0,1 0 0 16,-3 2 0-16,-1 1 0 0,1 2 0 0,-13 2 0 15,24 6 0-15,-9-1 0 0,-1 2 0 16,3 3 0-16,-3 4 0 0,-2-2 0 0,1 1 0 15,1-1 0-15,-3 2 0 0,0-2 0 16,-4 0 0-16,-2-3 0 0,1 1 0 16,1-2 0-16,-2-1-206 0,1-1-357 15,-3-2-114-15,-3-4-193 0,11 2 11 0,-11-2 91 16,16-6-677-16,-5-5-894 0</inkml:trace>
  <inkml:trace contextRef="#ctx0" brushRef="#br0" timeOffset="21411.59">12369 1988 4372 0,'-4'-10'143'16,"2"5"4"-16,2 5-1 0,0 0 2 0,0 0 82 15,0 0 35-15,-13 21 28 0,10-1 6 16,-1 17-18-16,-1 6-26 0,-2 13-21 16,1 2-24-16,1 4-18 0,-1 2-20 15,-2 3-20-15,4-2-35 0,-7-1-50 0,4-6-52 16,-3 0-74-16,-1-5-82 0,-2-2-82 15,3-3-85-15,-2-10-66 0,3-5-84 16,-1-2-115-16,6-8-156 0,1-7-19 0,1-7 80 16,2 1-508-16,2-5-641 15</inkml:trace>
  <inkml:trace contextRef="#ctx0" brushRef="#br0" timeOffset="21663.12">12449 2646 3189 0,'9'-15'86'0,"0"5"60"0,-4 2 19 0,-1 2 15 16,2 4 25-16,-6 2 33 15,0 0 23-15,0 0 22 0,21 8-4 0,-16 0 8 16,1 2-17-16,-1 5-11 0,0 2 0 16,1 0-17-16,-5 4-16 0,-1 2-15 0,0 1-2 15,-3 2-15-15,-1 0-14 0,-6 4-16 16,4-4-9-16,3-4-16 0,-3 0-13 0,2-8-11 16,4 1-11-16,-1-3-85 0,2-3-19 15,3 0 0-15,5-2 0 0,2-1 0 0,7-3 0 16,1-3 0-16,4-2 0 0,2-1 0 15,-1-3-119-15,11-2-222 0,-9 0-114 16,-1 4-147-16,-1-3-186 0,-2 0-67 16,-5 0 91-16,0 1-687 0,0 0-901 15</inkml:trace>
  <inkml:trace contextRef="#ctx0" brushRef="#br0" timeOffset="21978.61">13021 2071 4449 0,'-5'-13'248'16,"-3"1"34"-16,5 2 9 0,0 5 25 0,-1-1 18 15,4 6 1-15,-2-8-16 0,2 8 18 16,0 0 27-16,14 19 0 0,3 12-3 16,9 18-170-16,5 9-191 0,9 21 0 15,-8 2 0-15,-7 6 0 0,-9-15 0 0,-11 6 0 16,-5-3 0-16,-9 26 0 0,-9-2 0 15,-7-1 0-15,0-5 0 0,-5-6 0 0,1-3 0 16,7-20 0-16,-1-3 0 0,0-1 0 16,3-3 0-16,-2-7 0 0,1-4 0 0,6-12 0 15,2-5 0-15,3-10 0 0,3-4 0 16,-1-3 0-16,2-3 0 0,2-3 0 16,1-4 0-16,3-2-792 0,0 0-206 0,0 0 109 15,0 0-986-15,0 0-1298 0</inkml:trace>
  <inkml:trace contextRef="#ctx0" brushRef="#br0" timeOffset="22812.86">13600 2748 5182 0,'-9'5'-1'0,"9"-5"57"0,-4 6 33 16,4-6 33-16,0 0 35 0,0 0 47 16,0 0 34-16,13 7 24 0,0-6 8 15,9 3-12-15,6-3-25 0,17-1-26 0,-2 2-18 16,5-4-21-16,-3 1-19 0,0-3-38 15,-4-1-33-15,-3 2-50 0,-2-1-51 0,-5-1-86 16,-5 0-88-16,-1 1-96 0,-2-2-95 16,-6 2-105-16,1-3-114 0,-5 1-160 15,-1 2-14-15,-9-1 83 0,-1 2-541 16,-2 3-702-16</inkml:trace>
  <inkml:trace contextRef="#ctx0" brushRef="#br0" timeOffset="23079.08">13878 2459 3791 0,'-3'-11'209'16,"-1"8"27"-16,4 3 22 0,-4-7 14 0,4 7-23 15,0 0-20-15,0 0-23 16,0 0 45-16,0 0 49 0,-3 31 24 0,6 5 3 0,3 6-25 16,-1 12-30-16,1 1-22 15,0-1-26-15,0 3-14 0,-2-4-21 0,-1-8-97 16,-1-5-92-16,2-1 0 0,-2-3 0 15,1-2 0-15,-1-8 0 0,1-4 0 0,-1-5 0 16,0-1 0-16,0-4 0 0,0-1 0 16,-2-2 0-16,1-2 0 0,-1 1 0 0,2-3 0 15,-2-5 0-15,0 9-214 0,0-9-287 16,0 0-133-16,0 0-189 0,0 0-45 16,0 0 91-16,-2-29-711 0,4 18-934 0</inkml:trace>
  <inkml:trace contextRef="#ctx0" brushRef="#br0" timeOffset="24145.11">15525 2596 3791 0,'0'0'-141'16,"-4"9"54"-16,4-9 43 0,0 0 36 16,-4 6 40-16,4-6 36 0,0 0 42 15,0 0 36-15,-3 6 35 0,3-6 29 0,0 0 33 16,0 0 38-16,0 0 37 0,0 0 25 15,0 0 16-15,0 0 9 0,0 0 11 0,0 0 4 16,0 0-8-16,0 0-24 0,0 0-24 16,0 0-121-16,19-19-206 0,-10 9 0 0,2 0 0 15,1 3 0-15,-1-3 0 16,5 2 0-16,-3 1 0 0,1 2 0 0,1 0 0 16,1 3 0-16,-4 4 0 0,8 3 0 15,-2 5 0-15,9 10 0 0,-2 1 0 0,0 4 0 16,2 10 0-16,-11-4 0 0,4 0 0 15,-7 3 0-15,-3-1 0 0,-5-2 0 0,-3-1 0 16,-2-7 0-16,0-3 0 0,-2 3 0 16,-3-1 0-16,2-6 0 0,-1 1 0 0,3-3 0 15,-1-3 0-15,-4 0 0 16,6-4 0-16,-2-1 0 0,2-6 0 0,0 0 0 16,0 0 0-16,0 0 0 0,0 0 0 0,23-35 0 15,-8 4 0-15,8-7 0 0,2 1 0 16,0 0 0-16,-3 11 0 0,-2 2 0 15,-4 7 0-15,-4 3 0 0,-1 4 0 16,2 2 0-16,-4 4 0 0,2 6 0 0,3 5 0 16,0 6 0-16,4 8 0 0,1 3 0 15,-6 5 0-15,0 0 0 0,-3 0 0 0,2 3 0 16,-5-3 0-16,-1-2 0 0,-2-6 0 16,2-3 0-16,-5-4 0 0,1 2 0 0,2-1 0 15,-2-3 0-15,0-3 0 0,0-3 0 16,-2-6 0-16,1 9 0 0,-1-9 0 0,0 0 0 15,0 0-193-15,9-21-869 16,-2 2 103-16,6-15-1074 0,5-10-1447 0</inkml:trace>
  <inkml:trace contextRef="#ctx0" brushRef="#br0" timeOffset="24444.44">16437 2230 5724 0,'-3'-15'56'0,"-3"3"58"0,3 2 54 0,1-1 43 16,2 1 10-16,0 2 11 0,3-3 3 15,1 3-4-15,3 1-16 0,4 2-18 0,2 2-14 16,0 3-5-16,8 5-4 0,4 10-122 16,0 7-52-16,-6 2 0 0,0 7 0 0,-6 3 0 15,-2 3 0-15,-9-1 0 16,-2 1 0-16,-2 1 0 0,-1 0 0 0,-6-4 0 16,-3-2 0-16,6-9 0 0,0-4 0 15,6-5 0-15,-1-3 0 0,-1 1 0 0,2-3 0 16,2-3 0-16,3 1 0 0,8-4 0 15,6-1 0-15,5-2 0 0,2 0 0 0,1 0 0 16,-1-2 0-16,1-1 0 0,-2 0 0 16,-4 3 0-16,-3-4 0 0,4 4 0 0,-5-2 0 15,2-1 0-15,-4 1 0 0,0-2-228 16,1-2-830-16,-1 4 109 0,-1-2-1077 16,-3 0-1440-16</inkml:trace>
  <inkml:trace contextRef="#ctx0" brushRef="#br0" timeOffset="29911.11">5877 5378 1012 0,'0'0'429'0,"-5"4"-85"16,5-4-55-16,0 0-24 0,0 0-15 16,-9 7-9-16,9-7-3 0,0 0-5 0,0 0 17 15,-7 6 15-15,7-6 3 16,0 0 3-16,0 0 6 0,0 0 7 0,0 0-15 16,0 0-31-16,0 0-14 0,0 0-16 15,0 0-3-15,-4-23-20 0,4 12-17 0,2 1-21 16,2 0 2-16,-1 0-7 0,3-1-9 15,-1 1-11-15,0 2-18 0,4-3-8 16,-1 4-19-16,-1 2-4 0,5 2-9 0,1 0-9 16,6 6-6-16,0 2 1 0,11 5-5 15,4 7-3-15,-7 2-6 0,0 3-3 0,-4 3-2 16,-2 2 1-16,-4 2-2 0,-3 2 19 16,-7 4 24-16,-5 0 24 0,-6 1-48 0,-8 0-49 15,-10 6 0-15,-6-2 0 0,-5-1 0 16,-1-4 0-16,-5 0 0 0,3-4 0 0,6-7 0 15,-1-4 0-15,5-4 0 0,3-1 0 16,4-8 0-16,4-2 0 0,1-5 0 16,14 0 0-16,-23-19 0 0,12-8 0 15,2-14 0-15,7-14 0 0,6-8 0 16,5 2 0-16,7 1 0 0,-2 5 0 0,6 6 0 16,0 8 0-16,-2 11 0 0,1 4 0 15,3 7 0-15,1 6 0 0,1 8 0 0,1 2 0 16,-2 6 0-16,13 3 0 0,-4 8 0 15,-2 3 0-15,-1 5 0 0,3 5 0 0,-8 0 0 16,-2 0 0-16,-1-1 0 0,-3 2 0 16,0-1 0-16,1-3 0 0,-6-1 0 0,3-7 0 15,-5 1 0-15,-2-8 0 16,2 1 0-16,-2 0 0 0,-2-4 0 0,2-1 0 16,3-2 0-16,-1-3 0 0,-11 0 0 15,20-5 0-15,-7-2 0 0,4-5 0 0,2-7 0 16,-2-5 0-16,3-1 0 0,-4-1 0 15,4-3 0-15,-4-2-593 0,0-4-117 16,7-2-161-16,-1-1 10 0,3 0 87 0,2 1-716 16,2 1-938-16</inkml:trace>
  <inkml:trace contextRef="#ctx0" brushRef="#br0" timeOffset="30094.67">6818 5206 3910 0,'-17'11'46'0,"2"0"88"0,1-2 47 0,3-1 34 0,1-1 42 15,1-2 25-15,1 0 9 0,1-1-17 16,7-4-32-16,-10 7-17 0,10-7-19 16,0 0-21-16,0 0-16 0,0 0-21 0,0 0-28 15,30 3-89-15,-12-6-102 0,5-1-100 16,-1-1-123-16,1 0-127 0,0 0-141 0,0 1-216 16,1-1 62-16,-4 0 78 0,-1 3-473 15,-4 2-579-15</inkml:trace>
  <inkml:trace contextRef="#ctx0" brushRef="#br0" timeOffset="30243.98">6844 5449 3095 0,'-11'12'88'0,"2"-3"58"15,3-2 40-15,-2-2 33 0,4-3 22 0,4-2 17 16,-5 8-6-16,5-8-7 0,0 0-22 16,0 0-21-16,0 0-23 0,0 0-41 0,32-8-80 15,-11 1-101-15,0-3-137 0,12-4-170 16,1-1-214-16,8-5-124 0,-1-1 63 0,-4 4-423 15,-1 0-520-15</inkml:trace>
  <inkml:trace contextRef="#ctx0" brushRef="#br0" timeOffset="30894.97">7577 4979 3020 0,'-5'-6'117'0,"3"-1"57"0,2-2 36 16,0 2 26-16,0 7 21 0,7-17 7 16,2 5 9-16,2-2-10 0,5 1-19 15,1 1-14-15,0 1-31 0,10-1-14 0,-2 3-20 16,-7 4-19-16,5 1-4 0,-3 4-20 16,0 2-15-16,1 4-4 0,3 0-21 0,-6 4-3 15,1-1-7-15,-6 3-6 0,-3-2-10 16,-2 5 12-16,-3-1 3 0,-5 3 18 15,-1 1 5-15,-7 6-7 0,-3 7 0 0,-5 0 20 16,-1-3 24-16,2-3 4 0,1 0 11 16,3-8-3-16,6-4-4 0,-3-2-57 15,4-3-82-15,3-2 0 0,-2 3 0 0,3-9 0 16,8 8 0-16,3-4 0 0,7 2 0 16,-2-3 0-16,8 1 0 0,0 2 0 0,9 3 0 15,-1 1 0-15,0 0 0 0,-3 4 0 16,0-2 0-16,-8 0 0 0,-4 0 0 15,-2 0 0-15,-4 3 0 0,-5-1 0 0,-1 0 0 16,-5-1 0-16,-1-1 0 0,-7 7 0 16,-1-3 0-16,-3 1 0 0,-6 3 0 0,-7 0 0 15,0-6 0-15,-4 2 0 16,0-3 0-16,-1-1 0 0,3-6 0 0,3 0 0 16,-1-1 0-16,0-2 0 0,4-1 0 15,2-2 0-15,2 2 0 0,1-4 0 0,3 0 0 16,0 0 0-16,1-1 0 0,1-2 0 15,4-2-752-15,-2 0-242 0,6-3 102 0,1 1-997 16,4 1-1311-16</inkml:trace>
  <inkml:trace contextRef="#ctx0" brushRef="#br0" timeOffset="31595.29">9324 4763 5482 0,'-2'-27'23'0,"0"6"81"0,0 4 76 0,2 3 52 15,0 5 34-15,0 1 10 0,-1 1 0 16,1 7-24-16,0 0 16 0,0 0 68 0,0 0-13 16,5 26-150-16,1-2-173 0,-1 9 0 15,3 7 0-15,-2 2 0 0,0 3 0 0,-1 6 0 16,-1-8 0-16,0 0 0 16,-4-6 0-16,2-1 0 0,0-7 0 0,0-6 0 15,-2-5 0-15,4-1 0 0,-4-5 0 16,0-1 0-16,0-2 0 0,1 0 0 0,-1-9 0 15,2 11 0-15,-2-11 0 0,6 4 0 16,-6-4 0-16,0 0 0 0,19-17 0 0,-8 3 0 16,5 0 0-16,6-5 0 0,-1 2 0 15,3 5 0-15,-8 2 0 0,4 4 0 0,-3 1 0 16,2 5 0-16,-4 0 0 16,2 2 0-16,2 7 0 0,1 1 0 0,-4 3 0 15,6 7 0-15,-11-1 0 0,-4-2 0 16,1 3 0-16,-6 1 0 0,0 5 0 0,-4-4 0 15,-5 8 0-15,-3 1 0 0,-1-2 0 16,-5 0 0-16,1-6 0 0,1-4 0 0,3-3 0 16,4-6 0-16,-3-1 0 0,0-1 0 15,1-4 0-15,0 0 0 0,1-4 0 16,8 0 0-16,-19-6 0 0,7-6 0 0,5-3 0 16,-1-6 0-16,7-4 0 0,1-1-942 15,5-15-36-15,6 5 99 0,9-6-955 0,-4 11-1260 16</inkml:trace>
  <inkml:trace contextRef="#ctx0" brushRef="#br0" timeOffset="31777.74">9930 5036 5635 0,'7'-5'325'0,"2"-1"46"0,-6 3 26 0,-3 3 22 16,10-9-4-16,-7 4-19 0,6 0-163 0,0-2-233 16,6 2 0-16,0-2 0 0,6 0 0 15,2 1 0-15,2-1 0 0,7-3 0 16,-2 2 0-16,-1 4 0 0,-4-1 0 0,0 1 0 15,-1 2-286-15,-3 1-529 0,-5 2-137 16,-3 1 83-16,-4 3-923 0,0 2-1221 0</inkml:trace>
  <inkml:trace contextRef="#ctx0" brushRef="#br0" timeOffset="31943.72">10107 5213 4711 0,'-15'8'103'0,"4"0"82"15,-1-2 57-15,2-1 69 0,3-2 47 16,7-3 30-16,-9 7 16 0,3-3-32 0,6-4-20 15,0 0-35-15,0 0-26 0,0 0-134 16,0 0-157-16,0 0 0 0,32-12 0 16,-3-1 0-16,2-3 0 0,1-1-202 0,9-6-354 15,-1-1-211-15,1-1-151 0,-1-2 98 16,-4 2-856-16,-8 4-1112 0</inkml:trace>
  <inkml:trace contextRef="#ctx0" brushRef="#br0" timeOffset="32276.98">10541 4870 4692 0,'2'-13'73'0,"-2"13"52"0,0-12 28 16,4 8 25-16,-1-3 40 0,2-1 35 16,3 2 15-16,1-2 4 0,3 5-6 15,-1 0-30-15,7 3-16 0,-18 0-13 0,30 6-7 16,-10 3 0-16,5 8-1 0,-3 4-14 16,-6 4-6-16,-2 4-112 0,-5 6-67 0,-5 3 0 15,-8 1 0-15,-5 10 0 0,-7-3 0 16,-4 1 0-16,-1-3 0 0,0-5 0 0,2-8 0 15,3-4 0-15,5-6 0 16,3-4 0-16,2-5 0 0,5-2 0 0,2 0 0 16,8-6 0-16,2-1 0 0,2-1 0 15,6-4 0-15,4-1 0 0,2-1 0 0,9-2 0 16,-7 0 0-16,6-6 0 0,-8 6 0 16,-1-3 0-16,2-1 0 0,-1 1 0 0,-3 2 0 15,-10 2 0-15,0 0 0 0,-2-2 0 16,-1 4 0-16,-2-1 0 0,2-1 0 0,-4 2 0 15,1 0 0-15,-3-2 0 0,-3 5-93 16,0-11-942-16,0 11 83 0,-3-8 105 0,3 8-943 16,-9-8-1220-16</inkml:trace>
  <inkml:trace contextRef="#ctx0" brushRef="#br0" timeOffset="32514.09">12026 5126 4311 0,'14'4'-551'0,"-3"-4"-82"0,2 6 69 0,1-4-308 0,-3 1-355 0</inkml:trace>
  <inkml:trace contextRef="#ctx0" brushRef="#br0" timeOffset="32909.37">12435 4975 2893 0,'-5'-8'362'16,"5"8"-12"-16,-4-7-36 0,4 7-33 0,0 0 23 15,0 0 77-15,0 0 34 0,-4 36 17 16,4-12 3-16,-1 4-11 0,1 9-40 16,0 3-32-16,0 2-38 0,1-1-28 0,1-4-28 15,0-1-252-15,2-2-6 0,1-6 0 16,-4-5 0-16,-1-7 0 0,2 1 0 0,0-5 0 15,-2 1 0-15,0-5 0 0,2-2 0 16,-2-6 0-16,0 10 0 0,0-10 0 0,0 0 0 16,0 0 0-16,0 0 0 0,-2-35 0 15,4 9 0-15,3-12 0 0,3-15 0 16,6-5 0-16,-1-5 0 0,2-3 0 16,4-1 0-16,0 0 0 0,4 5 0 0,-1 8 0 15,0 6 0-15,-1 7 0 0,-3 10 0 16,-2 7 0-16,-1 5 0 0,1 7 0 0,-2 5 0 15,2 1 0-15,-1 9 0 0,2 0 0 16,1 4-20-16,-1 5-883 0,-2 4-78 0,-2 8 98 16,-4 6-955-16,-9 0-1264 0</inkml:trace>
  <inkml:trace contextRef="#ctx0" brushRef="#br0" timeOffset="33076.9">12263 5259 5056 0,'-25'-2'181'0,"6"-1"62"0,7 1 46 15,1 0 29-15,11 2 5 0,-14-5-11 0,14 5-25 16,-5-5-36-16,5 0-27 0,0 5-24 16,15-12-37-16,14 0-72 0,9-3-106 0,17-3-125 15,8-1-157-15,7-2-196 0,14-8-233 16,-17 7-156-16,0-2 96 0,-7 0-778 0,-2 2-1007 16</inkml:trace>
  <inkml:trace contextRef="#ctx0" brushRef="#br0" timeOffset="33643.06">13223 4603 4507 0,'-15'2'95'0,"0"4"39"15,-1 4 33-15,2 4 27 0,-10 8 25 16,1 5 32-16,-2 9 10 0,5 4 4 16,1 3-9-16,3 1-20 0,7-7-21 0,-1 4-12 15,7 1-24-15,1-1-19 0,6-1-20 16,-1-5-41-16,5-2-52 0,1-2-48 0,5-5-46 15,-5-5-38-15,1-7-19 0,-1-3-22 16,1-1-11-16,-3-2-11 0,3-5-7 0,-1-1 6 16,-9-2 14-16,0 0 13 0,25-9 13 15,-14-3 14-15,0 0 17 0,0-13 25 16,3-9 22-16,0 0 23 0,9-7 19 16,-10 8 23-16,3 6 25 0,-5 5 20 15,-2 6 3-15,-1 6 0 0,-2 0-1 0,4 3 25 16,-3 2 15-16,0 2 16 0,-7 3 2 15,22 6 13-15,-10 3-7 0,-1 1-11 0,-4 2-12 16,5 5-9-16,-1 0-10 0,-4 2-10 16,6 0-7-16,-8 2-11 0,1 2-7 0,-5-4-7 15,1 3-2-15,-4-4-55 0,1 5-4 16,-5-1 0-16,1-2 0 0,-2-4 0 0,3-3 0 16,2-2 0-16,1-4 0 15,1-7 0-15,0 0 0 0,0 0 0 0,0 0 0 16,25-41 0-16,-8 15 0 0,9-10 0 15,4 1 0-15,-5 10 0 0,0 2 0 0,-1 6 0 16,-6 5 0-16,0 2 0 0,-6 5 0 16,2 3 0-16,-1 2 0 0,-13 0 0 0,31 10 0 15,-19-1 0-15,-1 1 0 0,0 4 0 16,-1 0 0-16,-3 2 0 0,3 1 0 16,-5-3 0-16,4 1 0 0,-4-1 0 0,2 1 0 15,-5-5 0-15,2 0 0 0,1-1 0 16,-2-1-52-16,-1 1-406 0,4-6-129 0,-3 1-153 15,-3-4-135-15,0 0 78 16,0 0-795-16,0 0-1034 0</inkml:trace>
  <inkml:trace contextRef="#ctx0" brushRef="#br0" timeOffset="33877.76">13905 4567 4834 0,'-2'-12'229'0,"2"2"51"0,-1 6 28 0,1 4 23 0,-2-9 5 15,2 9 0-15,0 0-16 0,0 0 5 0,0 0 30 16,0 0 9-16,28 39-191 0,-15-9-173 16,7 14 0-16,-6-1 0 0,-2 5 0 15,-2-9 0-15,-7 4 0 0,-3 2 0 0,0-1 0 16,-1-1 0-16,-3 0 0 0,-2-2 0 16,-1 2 0-16,0-6 0 0,-2-2 0 15,2-2 0-15,1-9 0 0,3-5 0 0,0-2-439 16,1-7-382-16,0-5-111 0,2-5 86 15,7 5-907-15,-7-5-1183 0</inkml:trace>
  <inkml:trace contextRef="#ctx0" brushRef="#br0" timeOffset="34080.92">14266 5000 5464 0,'0'0'376'0,"-16"-2"16"0,16 2 3 16,0 0-14-16,-11-2 17 0,11 2-12 15,0 0-20-15,0 0-333 0,0 0-33 0,59 2 0 16,-16 0 0-16,5 0 0 0,0-2 0 16,-6 1 0-16,0-1 0 0,-5 0 0 0,-12-1 0 15,4 1 0-15,-2-4 0 0,0 2-405 16,-8 1-327-16,-2 1-101 0,-5 0-32 16,-12 0 77-16,9 3-766 0,-9-3-996 0</inkml:trace>
  <inkml:trace contextRef="#ctx0" brushRef="#br0" timeOffset="34226.9">14608 5085 4029 0,'-27'16'-102'0,"-3"1"70"0,1-1 62 15,4 0 51-15,0 1 42 16,-2 0 39-16,7-5 22 0,7 0 15 0,3-4 4 16,7 1 26-16,-3-1-1 0,4-3-18 15,2-5-12-15,0 0-26 0,9 10-19 0,2-8-40 16,-11-2-66-16,20 2-85 0,-4-2-108 16,-2-4-141-16,6 1-163 0,1-4-201 0,1-2-63 15,13 3 73-15,3-6-481 0,11-3-592 16</inkml:trace>
  <inkml:trace contextRef="#ctx0" brushRef="#br0" timeOffset="34676">15079 4734 3511 0,'-1'-5'244'0,"1"5"3"0,0 0-1 15,7-9 18-15,-7 9 18 0,0 0-1 0,29 11 13 16,-16-3 4-16,2 4-12 0,0 3-16 16,8 2-21-16,-3 5-24 0,-8-2-16 0,4 4-17 15,-5-3-14-15,-3-3-12 0,-5 3-7 16,2-2-6-16,-3 3 14 0,-2-3 1 16,-5 5-66-16,1 0-102 0,-1-4 0 0,-2 1 0 15,-3-1 0-15,2-3 0 0,2-3 0 16,1-3 0-16,-1-3 0 0,5-2 0 15,1-6 0-15,0 0 0 0,0 0 0 16,5-30 0-16,15-2 0 0,3-11 0 0,16 0 0 16,-1-1 0-16,-2 9 0 0,-2 4 0 15,-9 10 0-15,2 7 0 0,-4 3 0 0,-2 6 0 16,-2 5 0-16,2 3 0 0,1 5 0 16,0-3 0-16,-5 7 0 0,2 2 0 0,-4-3 0 15,-2 5 0-15,-1-1 0 0,1-1 0 16,-4 1 0-16,2-3 0 0,-8 2 0 0,3-4 0 15,-2-1 0-15,-1 3 0 0,3-4 0 16,-4 1 0-16,2-3 0 0,-2 0 0 16,-2 1 0-16,0-7-856 0,0 6-123 0,0-6 100 15,0 0-984-15,0 0-1287 0</inkml:trace>
  <inkml:trace contextRef="#ctx0" brushRef="#br0" timeOffset="34942.93">15784 4570 5138 0,'4'-25'47'0,"0"8"54"0,-1 3 35 15,6 0 22-15,-6 5 42 0,7 0 33 16,-3 4 17-16,5-1 13 0,-12 6 20 16,24 4 20-16,-5 4 8 0,6 9-1 0,-1 4 17 15,-6 3-196-15,1 3-131 0,-8 2 0 16,2 1 0-16,-8-4 0 0,1-2 0 16,-5-2 0-16,1 0 0 0,4 1 0 15,-4-5 0-15,2-4 0 0,0 2 0 0,3-1 0 16,1-2 0-16,4-1 0 0,4-3 0 15,4 1 0-15,-4-8 0 0,8-2 0 0,-1 0 0 16,2 0 0-16,-1-2 0 0,-5 0 0 16,8-2 0-16,-10 4 0 0,2-4 0 0,-3 4 0 15,-4-2-36-15,-2 4-1031 0,-10-2 108 16,8 5-1125-16,-8-5-1497 0</inkml:trace>
  <inkml:trace contextRef="#ctx0" brushRef="#br0" timeOffset="36059.32">10122 5956 5360 0,'-40'0'-135'15,"-3"2"71"-15,-3-4 32 0,-1 2 23 0,-1 0 26 16,2 2 34-16,-2 0 33 0,10 4 28 15,6-6 25-15,9 0 11 0,5 2 8 0,4-2 4 16,14 0 2-16,0 0-1 0,0 0 1 16,0 0-2-16,82-17 3 0,17 0-9 0,21-1-10 15,13 2-10-15,6-1-16 0,0 0-9 16,-5 0-13-16,-8 3-9 0,-14-1-7 16,-9 1-8-16,-27 0-6 0,-9 1-7 15,-8 4-2-15,-17 2 5 0,-8-1 23 0,-7 3-10 16,-6 1-75-16,-4 2 0 0,-5-1 0 15,-1 0 0-15,-4 3 0 0,-7 0 0 16,14-6 0-16,-9 4 0 0,-5 2 0 0,6-6 0 16,-6 6 0-16,5-4-111 0,-5 4-339 15,0 0-134-15,0 0-144 0,0 0-139 0,0 0 71 16,-39 12-787-16,16-3-1025 0</inkml:trace>
  <inkml:trace contextRef="#ctx0" brushRef="#br0" timeOffset="37525.79">6281 6332 4465 0,'-18'4'-154'0,"3"2"31"16,3-2 16-16,3 0 10 0,2-1 24 0,-1-2 25 16,8-1 32-16,-12 6 28 0,7-5 36 15,5-1 11-15,0 0 9 0,-11 4 12 16,11-4 3-16,0 0 2 0,0 0-5 0,0 0 0 15,28-15-9-15,21-3 0 0,34-11-8 16,21-11-1-16,23-1-9 0,51-15-1 0,9 1-12 16,7 7 1-16,2 2-1 0,-45 15-4 15,6 3-5-15,-8 4-1 0,-15 2-3 0,-13 6-3 16,-23 3-8-16,-26 4 1 0,-25 4-4 16,-6 0 0-16,-10 0-1 0,-8 0-3 15,-4 5-5-15,-4-2-14 0,-1-1-27 16,-7 3-52-16,-7 0-53 0,0 0-69 0,0 0-73 15,0 0-98-15,0 0-183 0,0 0-28 16,0 0 58-16,0 0-254 0,0 0-277 16</inkml:trace>
  <inkml:trace contextRef="#ctx0" brushRef="#br0" timeOffset="39225.68">15297 5488 2255 0,'-18'6'154'0,"7"-4"54"0,2 2 19 16,0-2-3-16,9-2-7 0,-5 6 10 0,5-6 20 16,0 0 30-16,23 11 20 0,0-7 25 15,13 1 2-15,7-5-13 0,9 0-17 0,15-3-21 16,2 1-32-16,3-2-20 0,-2-1-17 15,-1 0-15-15,-6-2-19 0,-3 1-14 16,-15 2-17-16,-4-2-11 0,-2 4-13 16,-6-3-13-16,-9 3-9 0,-7 0-12 15,2 0-13-15,-6 0-32 0,1 2-41 0,-3-4-63 16,-1 4-86-16,0 0-100 0,-10 0-136 16,7-6-146-16,-7 6-162 0,2-8-108 0,-2 8 72 15,0 0-679-15,-21-7-865 0</inkml:trace>
  <inkml:trace contextRef="#ctx0" brushRef="#br0" timeOffset="42208.22">5156 8911 1439 0,'0'0'346'0,"0"0"-105"15,-5 7-43-15,5-7-28 16,0 0-15-16,-4 5-14 0,4-5 7 0,0 0 2 0,0 0 6 15,0 0 6-15,0 0-1 16,0 0-4-16,0 0-13 0,0 0 5 0,-6 5-5 16,6-5 2-16,0 0 1 0,0 0 3 15,0 0-5-15,0 0 1 0,0 0 9 0,0 0-5 16,0 0 7-16,0 0 3 0,0 0 5 16,0 0-1-16,0 0 0 0,0 0 18 0,0 0-9 15,0 0 5-15,0 0 2 0,0 0 8 16,0 0 10-16,0 0-4 0,0 0-3 15,0 0-23-15,0 0-16 0,-4-21-11 0,4 21-20 16,4-17-11-16,-2 7-13 0,-1-2-89 16,2-1-8-16,1-2 0 0,1 3 0 0,1-5 0 15,1 3 0-15,4-4 0 16,1-1 0-16,4-2 0 0,-1 4 0 0,8-2 0 16,-5 8 0-16,2 0 0 0,1 4 0 15,4 2 0-15,-3 5 0 0,1 4 0 0,2 2 0 16,8 10 0-16,-7 3 0 0,1 1 0 15,-5 6 0-15,-2 1 0 0,-1 2 0 0,-6 2 0 16,1 0 0-16,-7 4 0 0,-3-1 0 16,0-7 0-16,-2-3 0 0,-1-3 0 0,-1-2 0 15,-1-1 0-15,-1-4 0 0,2-2 0 16,0 0 0-16,-2-2 0 0,2 0 0 0,0-10 0 16,0 10 0-16,0-10 0 0,0 0 0 15,0 0 0-15,0 0 0 0,-6-33 0 16,10 10 0-16,0-12 0 0,5-1 0 15,3 0 0-15,1 3 0 0,1 3 0 0,2 0 0 16,-4 9 0-16,1 5 0 0,0 3 0 16,3 3 0-16,2 3 0 0,-2 5 0 0,4 5 0 15,0 5 0-15,9 4 0 0,-4 6 0 16,-4 5 0-16,0 3 0 0,-3 3 0 16,-2 2 0-16,1 1 0 0,-1 1 0 0,-4-1 0 15,2 3 0-15,-1-2 0 0,-2-3 0 16,1 0 0-16,-1-3 0 0,-3-5 0 0,0-7 0 15,-2 1 0-15,-3-4 0 0,3-2 0 16,-2 0 0-16,-1-1 0 0,2-2 0 16,-3-1 0-16,1 0 0 0,-3-6 0 0,2 8 0 15,-2-8 0-15,6 5 0 0,-6-5 0 16,0 0 0-16,0 0 0 0,0 0 0 16,4-17-668-16,-4 9-325 0,-4-4 98 0,2-5-1021 15,-2-4-1339-15</inkml:trace>
  <inkml:trace contextRef="#ctx0" brushRef="#br0" timeOffset="42607.98">6090 7910 5550 0,'-6'-13'-17'0,"4"5"52"0,2 0 52 0,0 8 61 16,-2-13 64-16,2 13 33 0,-2-8 22 0,2 8 1 16,0 0-12-16,0-10-32 0,0 10-23 15,0 0 1-15,0 0 22 0,0 0 3 16,18 29-165-16,-5-2-62 0,1 6 0 0,-3 5 0 16,3 7 0-16,0 2 0 0,-2-1 0 15,-2-7 0-15,-1-1 0 0,-2-2 0 16,4-2 0-16,-6-3 0 0,1-3 0 15,-3-5 0-15,3-3 0 0,-2-5 0 0,-3 1 0 16,4-3 0-16,-3-4 0 0,2 1 0 16,-4-1 0-16,1-2 0 0,-1 1 0 0,2-3 0 15,-2-5 0-15,0 0 0 0,0 0 0 16,0 0 0-16,0 0 0 0,0 0 0 0,0 0 0 16,-7-24-349-16,5 14-410 0,0-2-184 15,4 4 76-15,-2-4 102 0,2 5-768 0,-2-2-978 16</inkml:trace>
  <inkml:trace contextRef="#ctx0" brushRef="#br0" timeOffset="42991.59">6544 8007 4124 0,'0'0'-3'0,"0"0"61"0,0 0 50 16,0 0 57-16,0 0 54 0,-18 21 36 0,9-7 28 15,1 5 14-15,-1 10 8 0,1 2 3 16,3 1-7-16,-2 2-13 0,5 2-16 0,2-5-16 16,5 4-20-16,2-1-24 0,5-1-17 15,5-3-18-15,3-1-42 0,5-3-135 0,4-4 0 16,1-3 0-16,3-2 0 16,-3-5 0-16,-1-5 0 0,-4-3 0 0,-4-2 0 15,6-6 0-15,-3-1 0 0,-1-2 0 16,8-5 0-16,-7-3 0 0,1-5 0 0,-3-2 0 15,-6-3 0-15,0-4 0 0,-7 0 0 16,0-4 0-16,-7-4 0 0,-2 2 0 0,-3-2 0 16,-5 0 0-16,-1 4 0 0,-3 4 0 15,3 7 0-15,0 7 0 0,-4 2 0 0,2 5 0 16,-6 3 0-16,2 5 0 0,-1 3 0 16,-4 3 0-16,-5 11 0 0,2 0 0 0,2 3 0 15,2 3-507-15,9-5-400 16,1-2-13-16,5-2 88 0,4-4-877 0,4 0-1143 15</inkml:trace>
  <inkml:trace contextRef="#ctx0" brushRef="#br0" timeOffset="43324.82">7321 8040 4964 0,'-7'-5'11'16,"-3"2"46"-16,0 3 46 0,10 0 43 15,-15 8 44-15,3-1 35 0,3 4 25 16,0 5 11-16,2 3-4 0,-2 0-7 16,6 2-13-16,-1 2-18 0,6 2-20 0,1-2-21 15,1-1-12-15,10 8-18 0,1-4-13 16,2-2-15-16,5-6-45 0,-8-2-75 0,2-4 0 16,-1-6 0-16,1 1 0 0,-4-5 0 15,-1 2 0-15,2-6 0 0,-13 2 0 16,24-5 0-16,-12-2 0 0,-1-3 0 0,-1-1 0 15,-3-2 0-15,-1-3 0 0,-3-5 0 16,-1-1 0-16,-2-2 0 0,-2 2 0 0,1-2 0 16,-5 9 0-16,2 1-196 15,-3 2-120-15,0 5-84 0,0 5-80 0,7 2-81 0,-17 2-110 16,17-2-119-16,-13 8 72 16,7-4-663-16,6-4-833 0</inkml:trace>
  <inkml:trace contextRef="#ctx0" brushRef="#br0" timeOffset="43591.36">7525 8165 3598 0,'6'5'-59'15,"-1"4"96"-15,-1-1 102 0,2 1 58 16,-4-1 41-16,0 4 35 0,0 0 42 0,0 5 39 16,0 0 18-16,-1 3 7 0,3 4-8 15,-2 0-10-15,4 10-22 0,-3-5-25 0,2 3-21 16,-1-6-19-16,-3 0-17 0,3-2-118 16,0 1-139-16,-2-2 0 0,0-2 0 15,-4-2 0-15,0-2 0 0,0 0 0 0,0 0 0 16,-2-3 0-16,3 1 0 0,-8-1 0 15,2-2 0-15,-1-2 0 0,-3-1 0 16,-2-2 0-16,1-4 0 0,-3-1 0 0,0-2 0 16,-4-4 0-16,-3-3 0 0,2 0 0 15,1 1 0-15,4-1 0 0,-1 2 0 0,5 0 0 16,-1-1 0-16,1 5 0 0,0-3-531 16,3 3-467-16,8 1 91 0,-12-2 96 15,12 2-870-15,0 0-1118 0</inkml:trace>
  <inkml:trace contextRef="#ctx0" brushRef="#br0" timeOffset="44074.8">8031 8148 5047 0,'-7'-17'178'16,"1"3"74"-16,3 4 33 0,1 1 23 15,0 1 13-15,2 8-2 0,-2-9-39 0,2 9-28 16,0 0 28-16,0 0 12 0,0 0-17 15,0 36-173-15,2-17-102 0,0 6 0 0,0 10 0 16,1 2 0-16,-1 2 0 0,4-4 0 16,-1 2 0-16,-4-2 0 0,-1-4 0 0,2-8 0 15,0 2 0-15,0-6 0 0,-2-2 0 16,0-1 0-16,0-2 0 0,0-3 0 16,2-1 0-16,-2 0 0 0,2-4 0 15,-2 1 0-15,0-1 0 0,0-6 0 0,0 0 0 16,0 0 0-16,0 0 0 0,0 0 0 15,9-17 0-15,-4 9 0 0,2-2 0 0,0 2 0 16,1-3 0-16,-1 1 0 0,5 1 0 16,-1 2 0-16,0 4 0 0,3-1 0 0,-1 4 0 15,1 2 0-15,2 2 0 0,2 5 0 16,0 0 0-16,-2 4 0 0,0 0 0 0,-5 3 0 16,0 1 0-16,-3 3 0 15,-2 1 0-15,-4-2 0 0,-2 0 0 0,-2 3 0 16,-4 0 0-16,-6 4 0 0,-1-1 0 15,-4-1 0-15,4-7 0 0,-1-1 0 0,-1-3 0 16,1-1 0-16,3-5 0 0,-2-1 0 16,1-1 0-16,3-2 0 0,0-3 0 0,9 0 0 15,-16-8 0-15,9 0 0 0,0-8-487 16,0-2-523-16,7-7 96 0,0-11 98 16,7-2-872-16,-2-3-1124 0</inkml:trace>
  <inkml:trace contextRef="#ctx0" brushRef="#br0" timeOffset="44608.27">8468 7956 5058 0,'0'-11'158'0,"0"1"23"0,2 2 33 0,0 0 23 0,2 4 17 0,-4 4 17 15,7-5 4-15,-7 5 4 16,14 1 8-16,-14-1-34 0,23 14-11 0,-8-4-16 0,1 2-25 16,0 11-146-16,-2-4-55 0,-1-2 0 15,-4-1 0-15,1 4 0 0,-4-1 0 16,-4-2 0-16,2 0 0 0,-4 3 0 16,-4 1 0-16,-4 1 0 0,-4 6 0 0,0-3 0 15,-6-3 0-15,-1 1 0 0,2-5 0 16,2-9 0-16,3 1 0 0,-1-4 0 0,-1-2 0 15,5-4 0-15,9 0 0 0,-23-17 0 16,17-3 0-16,1-15 0 0,7-7 0 0,5-11 0 16,9 2 0-16,0 6 0 0,2 2 0 15,-3 14 0-15,2 6 0 0,-4 5 0 0,3 7 0 16,-3 5 0-16,1 6 0 0,2 1 0 16,2 7 0-16,5 10 0 0,-1 2 0 0,1 6 0 15,0 2 0-15,-1-1 0 16,-2 0 0-16,1 1 0 0,-1 0 0 0,-2-6 0 15,3-2 0-15,-3-2 0 0,-5-5 0 16,0-4 0-16,3-2 0 0,-4-2 0 0,4-2 0 16,-3-3 0-16,3-2 0 0,-1 0 0 15,-2-6 0-15,4-4 0 0,1-3 0 0,-4-10 0 16,2-4 0-16,-5-1 0 0,1-1 0 16,-3-1 0-16,-3 3 0 0,0 4 0 0,-5 8 0 15,-2 5 0-15,-7 8-717 0,-1 4-269 16,-11 6 101-16,-8 9-1021 0,-10 12-1327 15</inkml:trace>
  <inkml:trace contextRef="#ctx0" brushRef="#br0" timeOffset="45791.4">10021 8782 5107 0,'-13'5'-32'0,"5"1"57"0,1-2 53 15,1-2 37-15,6-2 39 0,0 0 33 0,-13 5 38 16,13-5 16-16,0 0 1 0,0 0 1 16,0 0-11-16,0 0-14 0,0 0-17 0,47-11-19 15,-22 3-19-15,8 0-21 16,-7 3-9-16,-1-2-24 0,0 2-42 0,-1 1-55 0,-2-2-82 15,-3 0-90-15,-1 3-95 0,-4 1-91 16,-3-1-107-16,0 1-84 0,0 0-104 16,-11 2-145-16,14 0 75 0,-14 0-678 0,0 0-843 15</inkml:trace>
  <inkml:trace contextRef="#ctx0" brushRef="#br0" timeOffset="46007.89">10057 8942 4124 0,'-13'10'172'16,"1"-3"45"-16,3 0 32 0,2 0 47 0,-1-4 20 15,3 2 23-15,5-5 13 0,-12 7-4 16,8-3-15-16,4-4-1 0,-2 8 12 16,2-8-17-16,15 8-28 0,1-4-156 0,9 1-143 15,11 0 0-15,5-1 0 0,7-4 0 16,-2 0 0-16,0-2 0 0,-5 2 0 0,0-2 0 16,-10 1 0-16,-9 1 0 0,-3 1 0 15,-3-1-396-15,-5 0-87 0,-2 0-76 16,-9 0-94-16,0 0-182 0,12 0 68 0,-12 0 81 15,0 0-611-15,0 0-754 0</inkml:trace>
  <inkml:trace contextRef="#ctx0" brushRef="#br0" timeOffset="46975.09">11504 8499 3477 0,'0'0'-17'0,"-4"3"56"0,4-3 43 0,0 0 36 16,0 0 39-16,0 0 44 0,-7 4 37 0,7-4 32 15,0 0 31-15,0 0 19 0,0 0 12 16,0 0 11-16,0 0 7 0,0 0 2 0,0 0 3 16,0 0-52-16,0 0-30 0,0-24-28 15,6 12-23-15,-3 2-19 0,5-4-176 0,-1 1-27 16,1 4 0-16,2-3 0 0,-5 3 0 15,4 2 0-15,0 1 0 0,0 4 0 0,-9 2 0 16,30 5 0-16,-12 4 0 16,9 6 0-16,-1 4 0 0,-3 5 0 0,0 2 0 15,-2 2 0-15,-1 1 0 0,-2 0 0 16,-3 0 0-16,-1 0 0 0,-5 0 0 0,-4-5 0 16,-1-2 0-16,1-5 0 0,-3 2 0 15,-1-4 0-15,-1-4 0 0,2 1 0 0,-2-4 0 16,2 2 0-16,-2-5 0 0,0-5 0 15,4 12 0-15,-4-12 0 0,0 0 0 0,0 0 0 16,0 0 0-16,5-41 0 16,1 6 0-16,8-11 0 0,2 1 0 0,0 1 0 0,3 13 0 15,-4-1 0-15,2 7 0 16,0 1 0-16,-4 8 0 0,1 4 0 0,-1 6 0 16,-1 2 0-16,1 7 0 0,1 1 0 15,3 6 0-15,-2 5 0 0,6 6 0 0,-4 4 0 16,3 1 0-16,-6 3 0 0,2-4 0 15,1 2 0-15,-3-1 0 0,-1 2 0 0,-4-6 0 16,-1-4 0-16,1 1 0 0,-3-5 0 16,-1 2 0-16,-3-6 0 0,2 1 0 0,1-2 0 15,-2 0 0-15,-1-1 0 0,-2-3 0 16,0-5 0-16,0 0 0 0,0 0-496 0,0 0-501 16,0 0 91-16,0 0 95 0,0 0-883 15,-12-27-1129-15</inkml:trace>
  <inkml:trace contextRef="#ctx0" brushRef="#br0" timeOffset="47275.44">12219 7486 5016 0,'-8'-19'106'0,"1"4"45"0,-1 3 4 16,4 4-4-16,-2 2-14 0,6 6 34 15,0 0 71-15,0 0 38 0,-4 27 21 0,8 8 8 16,4 6-15-16,2 12-2 16,1 4-13-16,2 1-14 0,0 3-223 0,-1 1-42 15,3-1 0-15,-3-5 0 0,-1-3 0 16,-3-11 0-16,-1-3 0 0,1-3 0 0,-4-4 0 16,2-4 0-16,-5-8 0 0,1-3 0 15,0-5 0-15,0 0 0 0,2 0 0 0,-2-3 0 16,-1-4 0-16,4-2 0 0,-5-3 0 15,0 0-361-15,0 0-383 0,26-18-175 0,-14 2 64 16,6-10 93-16,5-1-785 0,2-10-992 16</inkml:trace>
  <inkml:trace contextRef="#ctx0" brushRef="#br0" timeOffset="47590.56">12657 7779 4246 0,'0'0'-1'0,"0"0"35"0,0 0 27 16,0 0 49-16,0 0 44 0,-29 21 34 15,20-4 22-15,-5 10 16 0,5 3 9 16,0 0-8-16,2 3-15 0,2 2-10 0,3-8-14 16,6-4-6-16,-1 0-17 0,9 6-11 15,5-5-13-15,2-1-16 0,1-11-6 0,-2-2-11 16,4-2-14-16,-3-5 2 0,-1-1 5 16,6-2 3-16,-1-5 2 0,-3-2 1 15,9-5 5-15,-8 1 2 0,0-8-43 0,-1 0-71 16,-8-3 0-16,1-3 0 0,-2 4 0 15,-8-4 0-15,1 1 0 0,-2-2 0 16,-4 1 0-16,0-1 0 0,-2 5 0 0,-4 1 0 16,1 3 0-16,-4 6 0 0,-5 3 0 15,-1 4 0-15,0 3 0 0,-5 2 0 0,-1 5 0 16,-10 4 0-16,5 4 0 0,1 1-167 16,-2 0-564-16,6 4-213 0,8-9 69 0,5-1 95 15,6-1-816-15,4-4-1038 0</inkml:trace>
  <inkml:trace contextRef="#ctx0" brushRef="#br0" timeOffset="48124.04">13028 7782 4733 0,'0'0'94'16,"-11"-4"35"-16,11 4 24 0,0 0 37 0,0 0 41 15,-17 17 23-15,11-8 10 0,4 4-6 16,1 2-16-16,-1 3-23 0,2 0-36 0,2 3-19 15,1 1-15-15,5-1-13 0,0-1-15 16,1 0-12-16,0-2-10 0,11 3-12 16,-5-8-4-16,-1-1-12 0,-2-4-9 15,1 0-2-15,1-3-8 0,-3-1-4 0,3-4-48 16,1-4 0-16,1-1 0 0,-3-3 0 16,1-4 0-16,-2-2 0 0,0-4 0 0,-2 0 0 15,-3-12 0-15,2-3 0 0,0 1 0 16,-8 5 0-16,1 5 0 0,-2 3 0 15,2 4 0-15,-2 4 0 0,0-1 0 0,-2 4 0 16,0 4 0-16,2 4 0 0,0 0 0 16,0 0 0-16,-19 19 0 0,15-5 0 0,4 1 0 15,-1 4 0-15,2 1 0 0,1 14 0 16,7 1 0-16,-2 1 0 0,2 0 0 0,0-1 0 16,-1 4 0-16,0-2 0 0,0 1 0 15,-3 1 0-15,1-4 0 0,-5-1 0 0,1-5 0 16,-2-3 0-16,-2-3 0 15,1 2 0-15,-3-3 0 0,-2 1 0 0,3-3 0 16,-5-3 0-16,-2 1 0 0,1-3 0 16,-4-1 0-16,-3-1 0 0,1-2 0 0,-4-3 0 15,0 0 0-15,-3-3 0 0,-2-5 0 16,-1 0 0-16,0-5 0 0,-9-5 0 0,2-4 0 16,3-1 0-16,3 0 0 0,4 3 0 15,8 2 0-15,2 1 0 0,0 1 0 0,3 0 0 16,5 2-200-16,1-1-845 0,1 0 116 15,2 7-1117-15,5-12-1461 0</inkml:trace>
  <inkml:trace contextRef="#ctx0" brushRef="#br0" timeOffset="48625.75">13661 8177 5836 0,'-1'-12'82'0,"1"1"68"0,0 1 31 0,1-1 25 16,1 2 22-16,6-1 9 0,0-2-8 15,1 0-18-15,6 1-18 0,2 3-14 16,-2 1-24-16,3 0-20 0,-1 3-6 0,0 3-89 16,1 1-40-16,-4 1 0 0,0 3 0 15,1 0 0-15,-1 4 0 0,-3 2 0 0,-4 1 0 16,-1 2 0-16,-2-1 0 0,-4 4 0 15,-6-1 0-15,0 4 0 0,-1-2 0 0,-2 4 0 16,-7 2 0-16,7-2 0 0,2-7 0 16,-4-1 0-16,8-4 0 0,-5-1 0 0,6 4 0 15,1-4 0-15,1 1 0 0,3-1 0 16,1 0 0-16,5 1 0 0,3 2 0 0,1-2 0 16,1 0 0-16,-3 0 0 15,7 1 0-15,-7 0 0 0,-2 1 0 0,3-3 0 0,-3 3 0 16,0 0 0-16,-3 2 0 15,0-2 0-15,-2 0 0 0,-4 1 0 0,2-2 0 16,-4 3 0-16,-2-1 0 0,-4-1 0 16,-1 1 0-16,0-1 0 0,-5-1 0 0,-3-2 0 15,-2 0 0-15,-3 0 0 0,2-5 0 16,-1 1 0-16,0-4 0 0,0 0 0 0,0-4 0 16,-2 1 0-16,6-2 0 0,2-2 0 15,-7-3 0-15,10-1 0 0,0-1 0 0,2-4-832 16,5 1-138-16,1-1-1203 0,2 3-1579 15</inkml:trace>
  <inkml:trace contextRef="#ctx0" brushRef="#br0" timeOffset="49590.22">14092 7455 5483 0,'0'0'-224'0,"0"0"105"0,-6-6 81 16,6 6 62-16,-5-5 57 0,5 5 52 15,-8-9 41-15,4 2 49 0,-2 1 28 0,3-1 18 16,-3 2 14-16,2-2 2 0,2-1 3 15,-1-1-20-15,1 1-9 0,-3 1 5 0,5-3-22 16,-2 1-197-16,2 0-45 0,5-2 0 16,1 0 0-16,1-2 0 0,4 4 0 0,7-5 0 15,7 1 0-15,1-1 0 16,-2 4 0-16,1 4 0 0,0 4 0 0,-2 2 0 16,2 4 0-16,-3 2 0 0,7 11 0 15,-6-1 0-15,-3 9 0 0,-9 4 0 0,-8-5 0 16,-1 4 0-16,-4 7 0 0,-7 2 0 15,-8 6 0-15,-4 1 0 0,-4-3 0 0,0-5 0 16,4-7 0-16,5-3 0 0,-2-3 0 16,5-4 0-16,3-5 0 0,2-4 0 0,3-1 0 15,1-3 0-15,2 4 0 0,2-10 0 16,8 13 0-16,6-7 0 0,2-1 0 0,9-4 0 16,6 1 0-16,8 0 0 15,-6-2 0-15,-3 2 0 0,11-6 0 0,-11 2 0 0,-4 2 0 16,-3-1 0-16,-1-4 0 15,-6 5 0-15,2-2 0 0,-5 0 0 0,-3 0 0 16,-1 0 0-16,-9 2 0 0,18-1 0 16,-18 1 0-16,13 0 0 0,-13 0 0 0,9-2 0 15,-9 2 0-15,0 0 0 0,14-1 0 16,-14 1 0-16,0 0 0 0,0 0 0 0,0 0 0 16,0 0 0-16,-16 15-645 0,3-4-336 15,-10 9-1252-15,-2 2-1635 0</inkml:trace>
  <inkml:trace contextRef="#ctx0" brushRef="#br0" timeOffset="50306.99">14995 8508 6594 0,'-23'-4'435'0,"23"4"-30"0,-16-2-9 16,16 2-35-16,-12-1-361 0,12 1 0 0,-10-4 0 16,10 4 0-16,-5-3 0 0,5 3 0 15,0 0 0-15,27-13 0 0,-5 7 0 0,17-2 0 16,0 1 0-16,5-2 0 15,0 2 0-15,0 1 0 0,-6-1 0 0,-2-2 0 0,-7 6 0 16,-7-1 0-16,-2 1 0 0,-5 3 0 16,-4-4 0-16,2 3 0 0,-3 1-545 15,-10 0-359-15,0 0-10 0,12 1 94 0,-12-1-883 16,-12 16-1138-16</inkml:trace>
  <inkml:trace contextRef="#ctx0" brushRef="#br0" timeOffset="50556.95">14915 8739 5155 0,'-15'5'242'0,"3"2"63"16,3-2 47-16,3-1 32 0,-1-2 52 16,7-2 31-16,-8 3 14 0,8-3-112 0,0 0-369 15,0 0 0-15,0 0 0 0,37 2 0 16,2-7 0-16,9-1 0 0,13-2 0 0,0-1 0 16,2-1 0-16,-2 0 0 0,-8-2 0 15,-11 5 0-15,-4-1 0 0,-11 2 0 16,-4 1 0-16,-6 2 0 0,-3 1 0 15,-1-1 0-15,-1 1 0 0,-1-2 0 0,-6 2 0 16,3-2 0-16,-8 4 0 0,5-4 0 16,-5 4 0-16,0 0 0 0,0 0 0 0,-9-10-647 15,1 7-342-15,-3 1 101 0,-4 0-1039 16,-7 0-1349-16</inkml:trace>
  <inkml:trace contextRef="#ctx0" brushRef="#br0" timeOffset="71103.71">16159 8899 4445 0,'-14'2'273'16,"14"-2"-32"-16,-10 2-25 0,10-2 14 0,0 0-13 15,0 0-4-15,0 0 0 0,-23-5-20 16,18 1-5-16,5 4 3 0,-10-10-7 0,6 2-5 16,0-2-13-16,4 1-15 0,0-4-10 15,2 0-18-15,2-2-8 0,1 0-15 0,5-1-9 16,0-1-8-16,1 5-7 0,3 0-8 15,0 0-11-15,4 4-20 0,1 1-37 0,-2 4 0 16,2 3 0-16,6 1 0 0,-1 6 0 16,5 3 0-16,0 6 0 0,-4 3 0 15,-2-1 0-15,-7 3 0 0,4 4 0 16,-6 1 0-16,-1 1 0 0,-4-5 0 0,-6 2 0 16,1-4 0-16,1-1 0 0,-3-3 0 15,-1 1 0-15,-1-2 0 0,0-3 0 0,0 0 0 16,2 0 0-16,-2-3 0 0,2-1 0 15,-2-1 0-15,0-2 0 0,0-5 0 0,0 0 0 16,0 0 0-16,0 0 0 0,8-34 0 16,-5 1 0-16,9-3 0 0,3-8 0 0,3 1 0 15,0 4 0-15,1 10 0 0,-2 2 0 16,2 3 0-16,-3 9 0 0,1 5 0 0,-1 3 0 16,-2 4 0-16,4 4 0 0,-2 4 0 15,2 4 0-15,0 3 0 0,4 5 0 16,-3 3 0-16,0 4 0 0,-4-3 0 15,0-2 0-15,-1 7 0 0,-3-3 0 0,1 2 0 16,-1-4 0-16,-3-1 0 0,-3-4 0 16,2-1 0-16,-4-1 0 0,3-2 0 0,-2-2 0 15,-3-2 0-15,1 1 0 0,0-1 0 16,2-2 0-16,-4-6 0 0,4 6 0 0,-4-6 0 16,0 0 0-16,0 0-398 15,0 0-353-15,4-20-168 0,-4 8 65 0,4-5 106 16,-2-2-790-16,-2-6-981 0</inkml:trace>
  <inkml:trace contextRef="#ctx0" brushRef="#br0" timeOffset="71802.98">16896 7850 4472 0,'-9'-18'5'16,"2"6"46"-16,3 2 37 0,2 2 39 15,-1-1 29-15,1 4 25 0,0-1 12 16,2 6 12-16,-2-8-2 0,2 8-15 0,-3-5-16 16,3 5 37-16,0 0 20 0,0 0 15 15,14 29 4-15,-6-10-2 0,-5 3-27 16,6 0-2-16,-2 9-1 0,-1 2-4 16,-1-6-102-16,-1-2-110 0,2-3 0 0,-4-1 0 15,4 1 0-15,-3-6 0 0,-1 1 0 16,0-2 0-16,2-3 0 0,-2-2 0 0,-2-1 0 15,2-3 0-15,-1 0 0 0,-1 2 0 16,0-3 0-16,0-5 0 0,4 8 0 0,-4-8 0 16,0 7 0-16,0-7 0 0,0 0 0 15,0 0 0-15,0 0 0 0,0 0 0 0,0 0 0 16,0 0 0-16,0 0 0 0,0 0 0 16,0 0 0-16,0 0 0 0,8 2 0 15,-8-2 0-15,0 0 0 0,0 0 0 0,0 0 0 16,0 0 0-16,0 0 0 0,0 0 0 15,0 0 0-15,0 0 0 0,0 0 0 16,0 0 0-16,0 9 0 0,0-9 0 0,0 10 0 16,2-5 0-16,0 4 0 0,2 1 0 15,1 4 0-15,3-1 0 0,0 5 0 0,3-1 0 16,0-2 0-16,3 3 0 0,3-4 0 16,-2-1 0-16,2-1 0 0,2-2 0 0,3-3 0 15,-6-3 0-15,4-1 0 0,-1-3 0 16,0-3 0-16,2-4 0 0,0-2 0 15,8-4 0-15,-5-6 0 0,-1-3 0 0,0-1 0 16,-2 0 0-16,-2-8 0 0,-4-2 0 16,0-12 0-16,-3-1 0 0,-4 3 0 0,-7-1 0 15,-1-3 0-15,-7-5 0 0,-3 4 0 16,-7 4 0-16,-2 3 0 0,-10 5 0 0,-5 7 0 16,-8 8 0-16,4 10 0 0,-9 5 0 15,-7 6 0-15,-9 9 0 0,-2 0 0 0,4 8 0 16,6 2 0-16,5 4 0 0,7 1 0 15,7 3 0-15,9-3 0 0,6 4 0 0,2 1 0 16,3 2 0-16,7 0-598 0,7-4-110 16,4-2-180-16,7 8 40 0,5-2 101 15,5 0-750-15,9 2-944 0</inkml:trace>
  <inkml:trace contextRef="#ctx0" brushRef="#br0" timeOffset="72318.77">17835 8058 4342 0,'0'0'25'0,"0"0"57"0,0 0 45 16,0 0 44-16,0 0 37 0,0 0 40 0,0 0 19 15,0 0 15-15,0 0-1 0,0 0-9 16,0 0-10-16,0 0-11 0,0 0-3 16,0 0-2-16,19-9-5 0,-19 9-5 0,3-7-3 15,1 3-64-15,-4 4-169 0,0 0 0 16,8-9 0-16,-8 9 0 0,0 0 0 0,2-7 0 15,-2 7 0-15,0 0 0 0,0 0 0 0,0 0 0 16,0 0 0-16,0 0 0 16,0 0 0-16,0 0 0 0,-25 22 0 0,22-17 0 15,3-5 0-15,-6 12 0 0,4-6 0 16,2-6 0-16,0 11 0 0,0-11 0 0,2 10 0 16,-2-10 0-16,6 8 0 0,-6-8 0 15,7 7 0-15,-7-7 0 0,7 5 0 0,-7-5 0 16,11 4 0-16,-11-4 0 0,0 0 0 15,0 0 0-15,0 0 0 0,13-2 0 0,-13 2 0 16,0 0 0-16,0 0 0 0,0 0 0 16,0 0 0-16,0 0 0 0,0 0 0 15,0 0-66-15,0 0-972 0,0 0 81 16,0 0 113-16,0 0-954 0,0 0-1226 0</inkml:trace>
  <inkml:trace contextRef="#ctx0" brushRef="#br0" timeOffset="72752.75">18738 7674 4524 0,'2'-12'-118'0,"-2"0"86"0,0 2 66 0,0 1 50 0,-2 1 43 0,2 1 39 0,-2 1 33 0,-2 0 4 0,4 6 12 0,-3-7-1 16,3 7-7-16,0 0 8 0,-31 19 10 16,8 5 4-16,-6 7 7 0,-3 7 7 0,-4 5 8 15,2 0 3-15,-2 8 1 0,-1 0-5 16,5-1-40-16,1 0-210 0,5-3 0 16,5-5 0-16,7-6 0 0,3-2 0 0,5-1 0 15,3-7 0-15,5-4 0 0,-1-3 0 16,5-3 0-16,3-2 0 0,1-1 0 0,3-6 0 15,1 0 0-15,3-2 0 0,2-3 0 16,0-2 0-16,2-2 0 0,-2-5 0 16,2-1 0-16,-4 0 0 0,3-4 0 0,-6 3 0 15,-1-5 0-15,-1-1 0 0,-2 1 0 16,-7-1 0-16,4 3 0 0,-5 0 0 0,-4 1 0 16,-5 2 0-16,0 0 0 0,0 4 0 15,-6 1 0-15,1 3 0 0,-1 1 0 0,-5 0 0 16,5 1-119-16,-3 3-746 0,4-1-91 15,-2 1 104-15,4-1-984 0,10-3-1263 0</inkml:trace>
  <inkml:trace contextRef="#ctx0" brushRef="#br0" timeOffset="73185.09">18904 7779 5125 0,'0'-14'29'0,"0"4"50"0,0 1 29 15,4 1 26-15,-2 2 20 0,1-2 11 16,5-1 5-16,0 5-14 0,1-1-17 0,4 2-14 16,1 3-13-16,-1 0-11 0,5 4-4 15,-4 2-17-15,2 3-6 0,1 1-8 0,-3 3-5 16,-5 0-1-16,-4 2-9 16,-1 0 0-16,-2 1-9 0,-4 1 4 0,-2 5 6 15,-3-2 2-15,0 0 21 0,-4 1 17 16,2 0 12-16,2-3 4 0,-1-5-8 0,0 3-5 15,4-2-7-15,1-5-5 0,1 3-7 16,2-4-37-16,0 3-39 0,2-1 0 0,1 1 0 16,-1-3 0-16,2 2 0 0,2 0 0 15,-4 3 0-15,4-3 0 0,-2 4 0 0,-3-2 0 16,3 0 0-16,-2 0 0 0,0 0 0 16,-4 0 0-16,0 1 0 0,-2-2 0 15,1 3 0-15,-5-1 0 0,0-1 0 16,-1-2 0-16,0 1 0 0,-4-1 0 0,2-2 0 0,-3 0 0 15,0-1 0-15,-3-3 0 16,5-2 0-16,-1 0 0 0,13-2 0 0,-23-7 0 16,14 0 0-16,0-2 0 0,2-1-68 15,3-1-672-15,3-2-206 0,-1-1 67 0,4 4 95 16,-1 4-840-16,3-1-1062 0</inkml:trace>
  <inkml:trace contextRef="#ctx0" brushRef="#br0" timeOffset="73586.17">19512 7817 4489 0,'-7'-3'55'0,"-5"1"46"0,12 2 35 0,-23 5 33 0,4 3 39 16,0 0 41-16,-6 12 33 0,-4 1 10 0,7 1-9 15,-1 1-25-15,3 3-23 0,6 1-16 16,5-4-20-16,6-3-19 0,1-3-19 0,5 1-14 16,2 1-14-16,4 0-12 0,1-3-7 15,3-1-16-15,0-3-36 0,7-2-62 0,-2-3 0 16,4-4 0-16,-1-1 0 0,6-4 0 16,-3-3 0-16,1 2 0 0,-2-4 0 0,0-2 0 15,-5-1 0-15,2-3 0 16,1-3 0-16,-6 1 0 0,-3-3 0 0,-5-2 0 15,2-9 0-15,-7 1 0 0,-2 2 0 16,0 1 0-16,-5-12 0 0,-3 3 0 0,-4 5 0 16,-1 4 0-16,-4 4 0 0,-4 9 0 15,2 7 0-15,0 2 0 0,-4 3 0 0,-2 6 0 16,-7 2-318-16,5 7-326 0,4-3-255 16,10 0 30-16,1-2 92 0,9-2-816 0,3 1-1034 15</inkml:trace>
  <inkml:trace contextRef="#ctx0" brushRef="#br0" timeOffset="74302.92">20188 7711 4381 0,'-3'-8'0'0,"3"8"50"0,-8-3 45 16,8 3 46-16,0 0 48 0,0 0 42 0,-10-1 32 16,10 1 7-16,0 0-6 0,0 0-9 15,0 0-9-15,0 0-8 0,0 0-8 0,0 0-11 16,0 0-13-16,0 0-14 16,0 0-17-16,0 0-14 0,0 0-14 0,0 0-13 15,0 0-30-15,43 1-104 0,-36-6 0 16,-2 0 0-16,6 0 0 0,-8-3 0 0,5-1 0 15,-5-3 0-15,-1 1 0 0,0-3 0 16,-4-6 0-16,0-1 0 0,-5-1 0 16,2 2 0-16,-6 1 0 0,2 0 0 0,-2 4 0 15,-5 2 0-15,2 4 0 0,-4 1 0 16,-1 7 0-16,-2 2 0 0,-2 3 0 0,-7 8 0 16,1 2 0-16,2 4 0 0,2 2 0 15,5 1 0-15,2 4 0 0,7-7 0 0,1-1 0 16,6-3 0-16,3 1 0 15,1-4 0-15,3 1 0 0,6 0 0 0,-2-1 0 16,4-1 0-16,1-3 0 0,-1 0 0 16,0-5 0-16,1 1 0 0,1-1 0 0,1-2 0 15,-5 0 0-15,1 0 0 0,-10 0 0 16,15 4 0-16,-7 0 0 0,-1 3 0 0,-1 0 0 16,0 6 0-16,1 1 0 0,-5 3 0 15,4 5 0-15,-2 1 0 0,-1 2 0 0,1 9 0 16,2 1 0-16,-4-4 0 15,0-7 0-15,2-1 0 0,-4 2 0 0,2-6 0 16,-2-1 0-16,-2-2 0 0,2 1 0 16,-4-1 0-16,0-3 0 0,-4 3 0 0,-1-1 0 15,-6-1 0-15,-6 3 0 0,-6 0 0 16,-2-3 0-16,-5-1 0 0,-2-1 0 0,-3-3 0 16,3-2 0-16,2 2 0 0,7-5 0 15,9 0 0-15,2 0 0 0,3-3 0 0,1 2 0 16,3 0 0-16,2-2 0 0,7-1 0 0,-16 1 0 15,16-1 0-15,-11 2 0 0,11-2 0 16,-9 2 0-16,9-2 0 0,0 0 0 16,-12 2 0-16,12-2 0 0,0 0 0 15,0 0-150-15,0 0-894 0,0 0 116 0,1 9-1136 16,-1-9-1477-16</inkml:trace>
  <inkml:trace contextRef="#ctx0" brushRef="#br0" timeOffset="78084.24">6553 11794 1314 0,'-7'8'649'0,"0"-3"-212"0,2-2-113 16,1 1-57-16,4-4-20 0,-7 5-18 0,7-5 2 16,0 0 10-16,-8 2 25 0,8-2 18 15,0 0 8-15,0 0-24 0,0 0-17 0,-10-16-21 16,10 8-9-16,0-3-22 0,2-6-14 16,3-1-17-16,-2-1-12 0,8-10-12 0,1-1-16 15,-2 1-7-15,1 8-14 0,0 4-7 16,1 4-18-16,3 0-10 0,0 5-9 0,0 3-4 15,6 3-5-15,3 8-7 0,8 3-3 16,2 7-10-16,8 6-2 0,-5 4-1 16,-5 3-1-16,-2 3 1 0,-6-3-1 0,-4 1 4 15,-3-1 2-15,-4 0 10 0,-2-1 16 16,-4-2 2-16,-2-4 5 0,-3-5 6 16,0 1 6-16,0-5-25 0,0-1-56 15,1-2 0-15,-3-2 0 0,2-1 0 0,-2-7 0 16,0 0 0-16,0 0 0 0,0 0 0 15,0 0 0-15,9-33 0 0,-4-1 0 0,6 0 0 16,5-10 0-16,-3 8 0 0,4-5 0 16,0 8 0-16,-1 6 0 0,0 2 0 0,-4 9 0 15,1 3 0-15,0 6 0 0,1 6 0 16,3 4 0-16,2 6 0 0,6 7 0 16,0 6 0-16,-3 1 0 0,1 5 0 15,-1 1 0-15,-3 2 0 0,-1 0 0 0,-2 0 0 16,-3 3 0-16,1-1 0 0,-3-4 0 15,-4-6 0-15,1 1 0 0,-2-7 0 0,-2 0 0 16,2-5 0-16,-5-2 0 0,1-2 0 16,2 1 0-16,0-2 0 0,-3-2 0 0,-1-5 0 15,0 0 0-15,0 0 0 0,0 0-367 16,0 0-218-16,0 0-122 0,0-27-168 0,0 15 74 16,-1 1 79-16,-3-1-684 0,2 0-858 15</inkml:trace>
  <inkml:trace contextRef="#ctx0" brushRef="#br0" timeOffset="79435.12">7441 10958 3796 0,'0'0'-71'0,"0"0"28"0,-9-5 22 15,9 5 29-15,0 0 63 0,-18 10 41 16,7 6 32-16,-5 6 23 0,-2 7 17 0,0 2 9 16,-5 8 5-16,3 3-4 0,6-8-2 15,1-1-4-15,4-2-3 0,4-3 2 0,5-4-11 16,2-1 1-16,10 4 4 0,1-8 2 15,8 0-5-15,8-3-15 0,3-7-17 0,3-4-15 16,-1-3-10-16,8-4-10 0,0-4-11 16,-2-5-7-16,-2-1-10 0,-7-1-5 0,-1-4-7 15,-6-4 5-15,-4 1-7 16,-3-6-6-16,-7 0-6 0,-10 4-5 0,-2-4-7 16,-6-8-20-16,-6-3-2 0,-7-4-2 15,6 10-7-15,-11-6 0 0,4 10-3 0,-3 3-2 16,0 3-5-16,-2 7-2 0,6 8-3 15,-3 0-16-15,6 4-13 0,0 4-38 16,0 2-25-16,0 0-29 0,1 6-35 0,0 2-38 16,3 1-51-16,3 1-71 0,6 1-90 15,-1 2-79-15,6-6-129 0,0 1-163 0,6 2 68 16,1-1-623-16,9 1-789 0</inkml:trace>
  <inkml:trace contextRef="#ctx0" brushRef="#br0" timeOffset="79687.97">7950 11136 4077 0,'4'-6'210'0,"0"-2"28"0,-4 8 25 0,5-12 41 16,2 7 39-16,-6-2 26 0,3 2 1 16,3-3-21-16,-3-1-19 0,2 1-24 15,-1 1-34-15,4-2-20 0,-4 3-27 0,2-3-26 16,-1 2-115-16,2 0-84 0,-4 2 0 15,0-2 0-15,-4 7 0 0,5-8 0 16,-3 4 0-16,-2 4 0 0,2-6 0 0,-2 6-185 16,0 0-344-16,-6-7-168 0,6 7-195 15,0 0 68-15,-23 3 70 0,23-3-712 16,-13 10-914-16</inkml:trace>
  <inkml:trace contextRef="#ctx0" brushRef="#br0" timeOffset="80067.92">8843 10527 4384 0,'0'-15'120'0,"2"3"29"0,-4 4 23 0,2-1 22 16,0 9 20-16,-1-10 23 0,1 10 9 15,-11 0 24-15,11 0 11 0,-36 25 5 0,3 4 1 16,-4 6-2-16,1 4-6 0,-4 4-12 15,3 5-30-15,4 0-14 0,3 1-163 0,5-2-60 16,7 5 0-16,7-4 0 0,9-9 0 16,2 1 0-16,11-5 0 0,1-4 0 0,3-2 0 15,6-3 0-15,2-5 0 0,-2-2 0 16,2-7 0-16,-2-6 0 0,-4-2 0 16,0-2 0-16,-2-2 0 0,3-2 0 0,-2-3 0 15,-2-2 0-15,-3 1 0 0,1-3 0 16,-2-5 0-16,-9-1 0 0,1 1 0 15,-4-4 0-15,-5-2 0 0,-1-1 0 0,-9-2 0 16,0 2 0-16,-6 4 0 0,2 5 0 16,2 5 0-16,-2 4 0 0,0 3 0 0,0 0 0 15,-2 3 0-15,1 2-670 0,2 0-307 16,5 0 85-16,5 1 76 0,3 1-829 0,1-2-1082 16</inkml:trace>
  <inkml:trace contextRef="#ctx0" brushRef="#br0" timeOffset="80684.73">8087 11015 4697 0,'0'0'-86'0,"0"0"39"0,0 0 58 0,0 0 41 16,8 3 33-16,-8-3 19 0,0 0 12 16,0 0 9-16,0 0 8 0,0 0 3 15,0 0 1-15,0 0-5 0,0 0-7 0,0 0-9 16,0 0-2-16,0 0 2 0,0 0-9 15,0 0 2-15,0 0-11 0,0 0 1 16,0 0-5-16,0 0-17 0,0 0-9 0,2 9 2 16,-2-9 6-16,-14 13 4 0,7-6 7 15,-1 4 6-15,-2-1 2 0,6-3-1 0,-3 1 3 16,5 2-4-16,0-5 1 0,2-5 6 16,0 14 2-16,2-7-1 0,4-1-1 0,-6-6-10 15,12 10-5-15,-5-6-69 16,2-1-16-16,-9-3 0 0,13 6 0 0,-13-6 0 0,7 3 0 15,-7-3 0-15,0 0 0 16,9 4 0-16,-9-4 0 0,0 0 0 0,0 0 0 0,0 0-246 16,0 0-134-16,0 0-127 15,0 0-149-15,-25-13-207 0,25 13 62 0,-13-3 77 16,13 3-641-16,-14-3-820 0</inkml:trace>
  <inkml:trace contextRef="#ctx0" brushRef="#br0" timeOffset="82235.08">16297 3577 1978 0,'-38'1'232'0,"-2"-2"-13"0,5-1-19 15,-2 0 13-15,6-1 18 0,10 1 13 0,2-2-8 16,4 0-22-16,4 0-18 0,2-1-18 16,5-3-19-16,4 8-22 0,7-16-12 0,8 3-9 15,12-3-15-15,9 1-7 0,13-9-14 16,9 7-6-16,5-3-6 0,-4 3-12 16,-5 3-21-16,-9 7-11 0,-8-3-10 0,-12 3-11 15,-3 4-5-15,-11-1-2 0,-6 3 5 16,-5 1-3-16,0 0 2 0,0 0 2 0,-72 11-3 15,24-5-3-15,-15 2 12 16,4 3 5-16,14-5 1 0,4 0-1 0,13 0-1 16,7-2-5-16,6 1-1 0,5 0 4 15,5 0 4-15,5-5-1 0,4 10 0 0,8-4-1 16,10 1 0-16,4-3-14 0,12 0-49 16,7-2-54-16,-6-2-58 0,1-2-61 15,1-2-59-15,-9-2-75 0,2 1-100 0,-7-4-181 16,-7 2 43-16,-6 0-249 0,-4 2-331 15</inkml:trace>
  <inkml:trace contextRef="#ctx0" brushRef="#br0" timeOffset="83917.65">10348 11790 1922 0,'-10'4'612'0,"0"0"-211"16,5 2-122-16,-1-5-53 0,6-1-12 16,0 0-5-16,-7 5 10 0,7-5-7 0,0 0 11 15,0 0 2-15,0 0-19 0,24 0-14 16,-5-1-21-16,10-3-18 0,10 1-17 0,0-2-8 15,3 1-16-15,-3-1-34 0,2 2-63 16,-3-2-82-16,-7 1-104 0,-6 3-112 0,-2-1-114 16,-3 0-157-16,-9 2-134 0,-1 0 64 15,-10 0-447-15,9 5-543 0</inkml:trace>
  <inkml:trace contextRef="#ctx0" brushRef="#br0" timeOffset="84116.46">10521 12025 3309 0,'-6'3'157'16,"0"1"-5"-16,2 1 14 0,4-5 31 16,-11 5 28-16,11-5 22 0,-8 4 10 0,8-4-7 15,-5 5-15-15,5-5-19 0,0 0-22 16,0 0-15-16,0 0-20 0,0 0-10 0,24 4-52 16,-6-8-71-16,9 1-96 0,14-3-112 15,5-2-143-15,5-4-160 0,7 0-257 16,-3-2 60-16,1-2 64 0,-4 0-440 0,0 2-531 15</inkml:trace>
  <inkml:trace contextRef="#ctx0" brushRef="#br0" timeOffset="84816.85">11588 11676 2997 0,'-5'-6'205'0,"-2"0"32"0,4 2 10 0,3 4-10 16,-8-8-21-16,8 8-20 0,-4-5-14 15,4 5 34-15,0 0 38 0,0 0 15 0,2 28-15 16,2-13-12-16,3 5-14 0,-3 4-24 15,6 6-19-15,-1 3-14 0,1-2-18 16,-2-1-12-16,-1-6-14 0,-3-2-6 0,2-3 11 16,-5-3 5-16,3-3 3 0,-4-1 9 0,0 0 17 15,-2-5 17-15,0 1 14 0,2-8-192 16,-11 8-5-16,2-8 0 0,9 0 0 16,-17-10 0-16,6 0 0 0,0-7 0 15,4-6 0-15,0-12 0 0,7-7 0 0,1-15 0 16,11-5 0-16,1-5 0 0,11-16 0 15,1 1 0-15,6 5 0 0,-4 18 0 0,-1 5 0 16,-1 8 0-16,2 9 0 0,-7 9 0 16,2 6 0-16,-5 8 0 0,-4 5 0 15,1 7-503-15,-1 3-62 0,-13-1-89 16,21 10-178-16,-12 1 34 0,-1 1 84 0,-3 6-689 16,-2 1-855-16</inkml:trace>
  <inkml:trace contextRef="#ctx0" brushRef="#br0" timeOffset="84984.43">11466 11783 3734 0,'-15'5'59'0,"5"-3"27"0,3-2-1 16,7 0 1-16,0 0 7 0,0 0 16 0,0 0 14 15,18-17-2-15,-4 8-9 0,7 0-10 16,11-4-16-16,5-1-51 0,10-4-89 16,3-3-133-16,2-4-174 0,-2 1-266 0,4 1 30 15,0-2 62-15,-4-2-305 0,0 1-326 16</inkml:trace>
  <inkml:trace contextRef="#ctx0" brushRef="#br0" timeOffset="85500.23">12301 11151 2348 0,'-6'-4'125'0,"6"4"25"0,0 0 45 16,0 0 29-16,-21 8 37 0,13 2 41 0,1 5 24 15,1 3 7-15,0 5-4 16,-3 9-22-16,1 8-36 0,6-1-27 0,-5 0-13 15,7 4-22-15,0-2-16 0,2 1-20 16,2-1-22-16,-4-6-14 0,1 1-13 0,-1-6-12 16,2-5-19-16,-4-6-7 0,2 1-19 15,0-5-4-15,0-1-23 0,0-3 12 0,-1-3-4 16,2-2-8-16,-1-6-18 0,0 0-3 16,0 0-7-16,19-17-6 0,0-9-1 0,3-3-2 15,4-10 8-15,5-1-3 0,-1 6-9 16,-8 10-1-16,-2 4 3 0,-2 3 1 0,-6 10-5 15,1 3 31-15,1 4-4 0,-3 5 14 16,3 4 9-16,-3 0-5 0,0 8 0 0,-1 3-3 16,-2 0 3-16,-1 1-7 15,2 0-1-15,-6-1-7 0,5 2 1 0,-5-5 0 0,-1 1-4 16,2-3 3-16,0-3-5 16,-3 1-1-16,1-4 1 0,1-2-1 0,1 1 0 15,-4-8-1-15,0 0-5 0,0 0-2 16,28-18-4-16,-11-5-5 0,6-6-5 0,6-10-10 15,-1-4 1-15,-1 3-1 0,2 4 0 16,-9 6 2-16,1 5 2 0,-8 9-4 0,1 3-1 16,-5 5-1-16,3 4 11 0,-6 7 8 15,-6-3 3-15,15 9-2 0,-10 4 3 0,5 1-2 16,-4 5 1-16,0-5-1 16,-1 6-23-16,2-1-49 0,-4-4-53 0,3 2-63 15,-2-3-61-15,-3-2-72 0,3-2-64 16,0-1-58-16,-2-3-80 0,-2-6-110 0,0 0-94 15,0 0 52-15,0 0-585 0,13-15-713 16</inkml:trace>
  <inkml:trace contextRef="#ctx0" brushRef="#br0" timeOffset="85685.69">13082 11268 3312 0,'18'-30'41'16,"-4"3"93"-16,-3 9 50 0,2 5 44 0,-2 5 36 16,-2 4 40-16,1 4 15 0,1 8 28 15,3 4 1-15,3 11-12 0,-10 9-17 16,3 4-23-16,-4 7-29 0,-1 10-23 15,-3-9-26-15,0 0-23 0,-4-2-22 0,0 1-40 16,-1-4-64-16,-5-4-64 0,4-1-73 16,-8-5-72-16,1 0-84 0,-8-4-105 0,2-3-121 15,-9-3-116-15,-12 10-197 0,-9-4 13 16,-2 3 74-16,-11 3-606 0,-23 6-742 0</inkml:trace>
  <inkml:trace contextRef="#ctx0" brushRef="#br0" timeOffset="86016.96">9704 12158 3535 0,'0'0'150'0,"-18"-1"28"0,18 1 7 16,-11-2-12-16,11 2-18 0,0 0-11 16,-8-2-14-16,8 2-14 0,0 0-11 0,0 0-12 15,26-17-9-15,5 9-26 0,6-3-57 16,3-1-104-16,-3-1-134 0,3 1-156 15,1 1-234-15,-1 1 10 0,-6 2 61 0,-7 4-320 16,-10 4-358-16</inkml:trace>
  <inkml:trace contextRef="#ctx0" brushRef="#br0" timeOffset="86150.37">9730 12407 2732 0,'-8'10'165'0,"4"-3"-16"0,3-2-6 0,1-5-14 0,5 9-13 16,-5-9-16-16,23 2-56 0,4-6-86 15,15-6-117-15,9-4-186 0,7-3-188 16,1-2 41-16,0 0-191 0,-2 1-177 16</inkml:trace>
  <inkml:trace contextRef="#ctx0" brushRef="#br0" timeOffset="87268.01">13974 11493 2396 0,'-11'11'402'0,"1"-4"10"16,7 1-7-16,-2-4 10 0,5-4 28 0,8 8 11 15,-8-8-13-15,24 0-27 0,1-5-38 16,11-4-39-16,9-1-38 0,6-4-44 0,7-3-48 16,-6 0-64-16,0-3-81 0,-4-1-90 15,-1 2-101-15,-11 5-108 0,-3 2-109 16,-10 3-116-16,-6 3-125 0,-8 2-196 0,-3 2 54 15,-6 2 68-15,0 0-529 16,0 0-655-16</inkml:trace>
  <inkml:trace contextRef="#ctx0" brushRef="#br0" timeOffset="87416.04">14012 11642 3593 0,'-8'8'183'0,"1"-6"29"0,1 2 7 0,6-4 20 15,0 0 24-15,0 8 29 0,0-8 0 16,0 0-3-16,21 6-24 0,-8-6-23 0,5 0-27 15,11-2-24-15,14-4-61 0,14-5-102 16,6-5-122-16,2-2-151 0,3-5-187 0,18-11-221 16,-4 2-103-16,-1-3 70 0,-25 6-602 15,-1 1-747-15</inkml:trace>
  <inkml:trace contextRef="#ctx0" brushRef="#br0" timeOffset="87651.69">15180 10790 3410 0,'-4'-9'87'0,"1"6"66"0,3 3 56 16,0 0 54-16,-21 15 42 0,9 2 43 0,-3 12 15 15,0 8 13-15,1 13 3 0,3 1-18 16,2 7-33-16,0 0-24 0,9 2-37 0,-1 1-26 16,2-3-27-16,6-5-19 0,0-2-63 15,1-9-53-15,-1-5-68 0,5-2-76 16,-1-4-82-16,0-4-83 0,1-6-90 15,-1-8-105-15,1-2-110 0,-1-6-129 0,-3-2-125 16,2-3 68-16,3 0-683 0,-2-3-857 16</inkml:trace>
  <inkml:trace contextRef="#ctx0" brushRef="#br0" timeOffset="87999.32">15411 11262 4022 0,'6'-12'120'0,"-4"2"57"15,-1 3 23-15,-1 2 19 0,0 5 23 0,0 0 48 16,0 0 41-16,0 0 22 0,0 0 1 15,0 0-8-15,15 12-20 0,-8-1-23 16,0 2-27-16,0-2-25 0,4 1-27 16,-2 4-67-16,-4-2-157 0,3-2 0 0,-3 1 0 15,2 1 0-15,-4-2 0 0,1-1 0 16,-2-1 0-16,4 0 0 0,-5-2 0 0,-1-1 0 16,2 1 0-16,0-4 0 0,-2-4 0 15,0 0 0-15,0 0 0 0,0 0 0 0,19-16 0 16,-7-1 0-16,3-5 0 0,2-2 0 15,-1 7 0-15,-4 2 0 0,1 4 0 0,-2 3 0 16,0 1 0-16,1 5 0 0,-1 2 0 16,-11 0 0-16,25 9 0 0,-12 1 0 0,1 2 0 15,-3 2 0-15,2 4 0 0,-1-4 0 16,1 12 0-16,2-2 0 0,1-4 0 16,1 3 0-16,-4-8 0 0,2-2 0 15,-4-5 0-15,3-1-127 0,-3-7-510 0,1 0-110 16,1-7-130-16,0-1 55 0,-1-3-872 15,-3-4-1129-15</inkml:trace>
  <inkml:trace contextRef="#ctx0" brushRef="#br0" timeOffset="88381.61">16011 10764 4477 0,'-8'-10'83'0,"5"0"55"0,-3-1 37 16,4 5 15-16,4-3 13 0,0-1 28 16,3 0 8-16,5-2 5 0,5 0-11 0,0-1-15 15,6 5-22-15,1 1-17 0,-4 4-19 16,5 4-19-16,0 5-11 0,2 7-8 15,-2 8 6-15,-8 5-12 0,-6 6 12 0,-2 4 11 16,-10 2 10-16,-8 11 15 0,-2 1-156 16,-4-3-8-16,4-12 0 0,-1-2 0 15,1-5 0-15,5-6 0 0,4-2 0 0,4-4 0 16,2-6 0-16,6-1 0 0,1-5 0 16,4-4 0-16,8 0 0 0,4-7 0 0,8-7 0 15,10-11 0-15,3-1 0 0,-1-9 0 16,2 0 0-16,1-5-559 0,-7-2-338 15,-1-1-9-15,1 2 89 0,-5-3-888 0,2-1-1138 16</inkml:trace>
  <inkml:trace contextRef="#ctx0" brushRef="#br0" timeOffset="88615.91">16846 10193 4921 0,'-8'-5'105'0,"0"2"20"0,8 3 12 0,0 0 88 16,0 0 65-16,7 27 57 0,7 0 23 15,8 14 11-15,6 7 36 0,10 23-23 0,6-1-36 16,-4 6-237-16,-2 0-121 0,-4 2 0 16,-7 3 0-16,-11-12 0 0,-3 1 0 0,-10 0 0 15,-1 1 0-15,-5-3 0 0,-8 1 0 16,-11-2 0-16,-8 9 0 0,-10-6 0 0,-2-4 0 16,4-16 0-16,-6-7 0 15,-4-3 0-15,-4-3 0 0,2-7-230 0,-6-1-513 16,1-6-183-16,-3-6 62 0,3 1 86 15,4-1-803-15,1-4-1024 0</inkml:trace>
  <inkml:trace contextRef="#ctx0" brushRef="#br0" timeOffset="88884.3">15234 12097 4852 0,'-33'5'252'0,"8"-2"18"0,2 3 11 16,7-5 27-16,0 2 27 0,9-1 23 15,7-2 17-15,0 0-15 0,39-6-22 0,33-8-26 16,39-5-162-16,29-8-150 16,10 1 0-16,50-10 0 0,-46 9 0 0,41-13 0 15,-50 11 0-15,-1 3 0 0,-8 0 0 16,-8 0 0-16,-19 5 0 0,-32 7 0 0,-10-1 0 16,-16 5 0-16,-15 2 0 0,-11 1 0 15,-5 2-219-15,-11 0-117 0,-5 0-76 0,-4 5-55 16,0 0-83-16,-22-6-135 0,0 6-88 15,-4 3 47-15,-17 1-642 0,1 4-823 0</inkml:trace>
  <inkml:trace contextRef="#ctx0" brushRef="#br0" timeOffset="94565.02">6964 14655 2919 0,'0'0'270'0,"-3"9"-51"15,3-9-57-15,0 0-18 0,-2 5 13 0,2-5 9 0,0 0 4 16,0 0 5-16,0 0 3 16,0 0-9-16,0 0-18 0,0 0-8 0,0 0-4 15,5-22-8-15,-3 9-12 0,5-3-3 16,0-2-11-16,2 0-8 0,7-9-8 16,-1 4-8-16,4 0-2 0,-4 8-16 0,3 1 1 15,-1 2-8-15,2 3-11 0,-2 7-3 16,2-1-2-16,6 7-8 0,5 6 0 0,1 7-6 15,5 10 1-15,-4 2-2 16,-2 5-5-16,-5 2 1 0,-3 3 0 0,-10-6-2 16,1 4 5-16,-10 0 3 0,1 0 11 0,-6 1 16 15,-2-2 10-15,-1-4 15 0,-4-6 7 16,4-4 14-16,1-5-6 0,1 0 9 16,-1-6 27-16,2 1 24 0,0-2 20 15,0-3-9-15,2-7-16 0,0 0-17 0,0 0-26 16,0 0-106-16,8-36 0 0,3 4 0 15,6-13 0-15,2-2 0 0,4 0 0 0,6 3 0 16,-1 3 0-16,-3 4 0 0,6 6 0 16,-6 11 0-16,-3 0 0 0,-1 12 0 0,-2 3 0 15,-2 5 0-15,2 4 0 0,1 3 0 16,2 11 0-16,1 1 0 0,0 1 0 16,-2 4 0-16,-4 0 0 0,3 2 0 0,-4 2 0 15,0-3 0-15,-1 4 0 0,-2-4 0 16,-1 4 0-16,-7-7 0 0,2-5 0 15,-4 0 0-15,-1-3 0 0,2-4 0 16,-2 0 0-16,-1-1 0 0,1-1 0 0,-2-2 0 16,2-1 0-16,-2-5-175 0,2 6-268 15,-2-6-126-15,0 0-164 0,0 0-155 0,6-20 85 16,-6 8-755-16,0 0-1000 0</inkml:trace>
  <inkml:trace contextRef="#ctx0" brushRef="#br0" timeOffset="95414.21">8133 13984 3970 0,'-5'-7'-176'0,"-4"1"51"0,5 1 37 0,-3-1 34 15,3 1 38-15,-1 2 28 0,-1-3 30 16,6 6 20-16,-8-3 5 0,8 3-1 0,0 0 22 15,0 0 14-15,-31 15 18 0,11 4 10 16,1 3 5-16,-1 3 12 0,2 1 2 16,-1 3 0-16,0 0 1 0,1 0-7 15,7 0-3-15,-1 0-1 0,1 1 4 0,6-7-18 16,1-1-13-16,4-5-13 0,0-3-2 16,2 3-15-16,3-1-8 0,3-3-3 15,-1-1-3-15,7 0-11 0,1-4-5 0,4-1-7 16,0-4 1-16,2-3-2 0,2-1-15 15,2-5-1-15,7-4 11 0,-3-3-15 0,0-3 0 16,-5-3-9-16,-3-4 6 0,-2 0-3 16,-8-7 1-16,0-2 11 0,-8-1-19 0,-5-4-2 15,-4 0-1-15,-1 4 5 0,-8 4-1 16,-5 4-5-16,1 2-2 0,-3 1-1 16,2 9-2-16,1 4 2 0,-1 0 10 15,2 6-9-15,2 3-7 0,-4 3-3 0,3-3-10 16,0 4-31-16,1 4-45 0,1-2-53 15,3 2-58-15,1 3-93 0,4-3-108 16,1 1-135-16,-2-1-214 0,6 0 47 0,4 0 98 16,0-2-415-16,4 4-495 0</inkml:trace>
  <inkml:trace contextRef="#ctx0" brushRef="#br0" timeOffset="95716.71">8540 14248 3259 0,'0'0'260'0,"0"0"29"0,7-5 33 0,-7 5 40 15,0 0 31-15,0 0 19 0,0 0 4 0,5-4-23 16,-5 4-38-16,0 0-35 15,0 0-31-15,0 0-30 0,0 0-27 0,0 0-27 16,0 0-23-16,0 0-18 0,0 0-85 16,8-6-79-16,-8 6 0 0,0 0 0 0,0 0-8 15,0 0-233-15,0 0-96 0,0 0-123 16,7 0-136-16,-7 0-220 0,10-4-28 0,-10 4 108 16,13-3-677-16,-3 0-863 0</inkml:trace>
  <inkml:trace contextRef="#ctx0" brushRef="#br0" timeOffset="96131.32">9265 13854 4129 0,'2'-10'8'0,"-2"2"32"16,0 1 26-16,0 1 29 0,0 6 34 0,-2-8 16 15,2 8 15-15,0 0 8 0,0 0 5 16,-33 12 9-16,8 3 10 0,-3 4 13 16,-6 8 4-16,-4 6 22 0,0 4-2 0,-1 2-11 15,3 0-20-15,4 1-10 0,1-1-14 16,4-2-15-16,5 1-12 0,7-7-14 0,4-4-8 16,0-3-16-16,9-3-8 0,1-3-9 15,2-3-5-15,6-1-10 0,0-3-55 16,4 0-22-16,1-2 0 0,1-4 0 15,0-2 0-15,-1-2 0 0,3-2 0 0,-15 1 0 16,29-7 0-16,-15 0 0 0,-3-1 0 16,-2-2 0-16,1-3 0 0,-3-1 0 0,-1-1 0 15,0 1 0-15,-5-1 0 0,-1 3 0 16,2 0 0-16,-2 1 0 0,0 3 0 0,-2 1 0 16,2 7 0-16,-5-10 0 0,1 8-7 15,4 2-346-15,0 0-131 0,0 0-137 16,0 0-209-16,0 0-28 0,0 0 101 0,0 0-699 15,0 0-905-15</inkml:trace>
  <inkml:trace contextRef="#ctx0" brushRef="#br0" timeOffset="96331.08">9476 14134 4317 0,'0'0'80'16,"-13"-9"32"-16,13 9 32 0,0 0 21 15,0 0 31-15,0 0 11 0,0 0 4 0,10-7-16 16,4 6-22-16,2-3-16 0,7 0-20 16,2 0 8-16,-1-1-24 0,13-2-9 0,-1-2-60 15,0-1-93-15,-2 1-104 16,1-1-130-16,-7 0-133 0,-5 1-141 0,-3 3-205 16,-6-2 46-16,-6 4 84 0,-2 2-403 15,-6 2-502-15</inkml:trace>
  <inkml:trace contextRef="#ctx0" brushRef="#br0" timeOffset="96583.12">9606 13906 3156 0,'-8'-6'175'0,"5"2"17"0,-1 0 4 16,4 4-1-16,0 0-11 0,0 0 31 16,0 0 45-16,0 0 28 0,-7 24-8 0,5-5-5 15,2 6-22-15,2 2-26 16,-4 12-25-16,0 0-11 0,2-1-19 0,0 0-17 15,0-1-20-15,-2-6-14 0,2-5-10 16,0 1-8-16,-3-2-17 0,6 2-5 0,-6-5-5 16,3-3-10-16,0-3-15 0,-2-3-57 15,2-1-72-15,0 0-68 0,0-2-94 0,2-3-150 16,1-2-164-16,-3-5-249 0,9 4 23 16,-9-4 74-16,0 0-567 0,0 0-733 15</inkml:trace>
  <inkml:trace contextRef="#ctx0" brushRef="#br0" timeOffset="97013.78">10550 13885 3245 0,'5'-5'-84'0,"-3"-2"46"15,0 2 51-15,0-2 39 16,-2 7 31-16,0-12 48 0,-2 7 32 0,0-2 8 16,-1 0 4-16,-6 0 0 0,0 2 6 15,-4 0 2-15,-5 0 14 0,-3 2 11 0,-6 6 40 16,-10 2-1-16,-5 5 20 0,-8 9 6 15,3 4 10-15,3 4 2 0,2 4 4 0,6 4-3 16,6 0-12-16,5 5-1 0,5-8-12 16,9 3-16-16,7-1-140 0,4-5-105 15,6 5 0-15,7-2 0 0,8-3 0 0,4-4 0 16,7-4 0-16,-1-5 0 0,7-2 0 16,0-3 0-16,1-6 0 0,-7-4 0 0,-4-1 0 15,1-1 0-15,-2-2 0 0,-3 1 0 16,-3-1-77-16,-1-3-609 0,-4-1-185 15,0 2-46-15,-7-1 91 0,2 2-811 16,-1-1-1076-16</inkml:trace>
  <inkml:trace contextRef="#ctx0" brushRef="#br0" timeOffset="97247.77">10265 14168 4818 0,'-18'0'177'0,"2"-2"69"0,3 1 39 0,13 1 33 16,-12-4 25-16,12 4 19 16,0 0 3-16,25-10-16 0,9 1-40 0,6 1-36 15,15-3-20-15,1 1-160 0,-8 4-93 16,-7-5 0-16,-1 4 0 0,-5 0 0 0,-11 4 0 16,-6 0 0-16,-2-1 0 0,-5 4 0 15,-11 0-242-15,9 2-167 0,-9-2-97 0,0 0-117 16,0 0-217-16,-2 8 26 0,2-8 84 15,0 0-640-15,-9 12-823 0</inkml:trace>
  <inkml:trace contextRef="#ctx0" brushRef="#br0" timeOffset="108278.6">11517 14845 5760 0,'-18'-2'245'16,"-2"0"17"-16,7 2 0 0,1-4-35 0,5 2-7 15,7 2 26-15,-11-3 7 0,11 3-40 16,0 0-43-16,0 0-16 0,27-20-17 0,9 10-95 16,5 2-42-16,5 0 0 0,12-1 0 15,-2 2 0-15,-8 0 0 0,-2 5 0 16,-6-1 0-16,-8 3-240 0,-7-1-154 0,-3 2-112 15,-4 2-109-15,0 1-187 0,-9-1-29 16,-4 0 93-16,-1 1-645 0,-4-4-835 0</inkml:trace>
  <inkml:trace contextRef="#ctx0" brushRef="#br0" timeOffset="108429.13">11691 14965 4133 0,'-20'7'132'0,"2"-3"52"0,7 2 40 15,1-5 49-15,0 2 19 0,10-3 35 16,-12 2 0-16,12-2-23 0,0 0-29 0,0 0-24 15,0 0-35-15,27-19-20 0,6 5-28 16,4 2-83-16,0-1-120 0,13-4-121 16,1-1-136-16,3-2-159 0,1-4-233 0,1-4-144 15,-6 0 77-15,2-4-674 16,0-1-876-16</inkml:trace>
  <inkml:trace contextRef="#ctx0" brushRef="#br0" timeOffset="108778.19">12415 14403 4116 0,'-2'-12'-58'0,"0"3"7"16,6 1 22-16,2 1 14 0,-1-1 22 16,5 4-3-16,7-1 1 0,2 2 13 15,8 3 4-15,0 0-11 0,7 4 3 0,-2 4-9 16,-3 5 5-16,-4 3 6 0,-5 3 0 16,-6-3 10-16,-5 3 17 0,-5 0 22 0,-2-1 22 15,-2 0 24-15,-6 2 21 0,-5 10 24 16,-1-5 21-16,3-2 14 0,0-5 11 0,2-5 2 15,2-1 6-15,-1 1 3 16,4 0 7-16,2 0-10 0,2 1-8 0,2 2-13 16,2-1-14-16,2 2-12 0,7 9-18 15,0-3-18-15,-4-2-26 0,2-4-9 16,-2 0-9-16,-4-2-9 0,0-3-5 0,2 2-9 16,-4-1-8-16,-1-1-5 0,0 0-3 15,-3-4 1-15,-1 1-3 0,-1 0-1 0,-5-1-13 16,1-1-21-16,-9 0-66 0,1-4-83 15,-7 1-95-15,4-4-116 0,-4-4-166 0,-3-3-219 16,7-3-127-16,2-2 96 0,4-1-742 16,5 2-956-16</inkml:trace>
  <inkml:trace contextRef="#ctx0" brushRef="#br0" timeOffset="109096">12659 14401 4358 0,'-29'6'-35'0,"-5"7"75"16,-9 11 50-16,-2 11 40 0,-3 2 37 0,5 5 35 15,3 5 36-15,6 5-5 0,7-1 6 16,8 2 6-16,6 2-16 0,9-9-19 0,10-3-20 16,7 9-16-16,4-6-19 0,8-5-15 15,1-2-15-15,6-6-29 0,2-4-58 0,-9-10-73 16,2-1-81-16,6-8-88 0,-7-3-124 16,-1-7-152-16,2-2-233 0,2-2-89 15,7-5 88-15,2-3-603 0,-1-2-774 0</inkml:trace>
  <inkml:trace contextRef="#ctx0" brushRef="#br0" timeOffset="109696.97">13059 14679 4033 0,'0'-7'178'0,"-2"0"5"16,2 7-2-16,0 0 17 0,9-7 20 15,-9 7 12-15,0 0 5 0,23 14 2 0,-10-3-5 16,-2 4-17-16,0 2-25 0,1 0-11 15,-7 3-14-15,-1 3-6 0,-4-3-8 16,-2 3 5-16,-3 12-8 0,-9-4-2 0,-3-3-11 16,-1 0-12-16,-2-3-8 0,-7-4-17 15,2-4-11-15,0-1-7 0,2-6-10 0,3-7-21 16,4-5-49-16,2-5 0 16,2-5 0-16,0-20 0 0,11 5 0 0,6-12 0 15,4 4 0-15,5 0-21 0,3 4 0 16,0 5 0-16,5-1 3 0,2 9 1 0,-3 7 3 15,0 3 6-15,1 5-3 0,0 1 10 16,-3 2-1-16,-1 2 4 0,7 1 3 0,-1 4-1 16,8 0 4-16,-5 1 1 0,-4-2 1 15,1-4-6-15,3 0 4 0,-1-4 0 0,-1 0 2 16,11-4-7-16,-1-4 8 0,0-4-7 16,-8-5 3-16,2 1-1 0,-4-6-5 0,-2-1 2 15,0-2 0-15,-6-2-2 16,-3-6 2-16,-1 0 1 0,-4 0-6 0,-5 11 4 15,0 4-5-15,-2 6 2 0,-4 4-1 16,-2 5 1-16,-4 3 0 0,8 2 9 0,0 0 1 16,-29 14 2-16,18-3-11 0,4 0 0 15,1 4 0-15,5-1 0 0,1 2 0 16,1 0 0-16,3 3 0 0,5 2 0 0,2 8 0 16,3 0 0-16,1-2 0 0,-1 3 0 15,-3-3 0-15,1 3 0 0,-5-7 0 0,-3-1 0 16,-2 3 0-16,-4-7 0 0,0 3 0 15,-5 0 0-15,0-4 0 0,-2-1 0 16,2-2 0-16,-2-3 0 0,-3-2 0 16,-1-4 0-16,-1-2 0 0,1-2 0 0,-3-3 0 15,3-5 0-15,-1-10 0 0,3-8-706 16,2-5-281-16,7-10 82 0,6-2 107 0,7-14-833 16,12 10-1069-16</inkml:trace>
  <inkml:trace contextRef="#ctx0" brushRef="#br0" timeOffset="110061.8">14084 14509 4652 0,'0'0'59'0,"0"0"25"0,0 0 25 0,0 0 12 16,0 0 16-16,0 0 12 0,-11 8 14 16,11-8 0-16,0 0-9 0,15 8-15 0,-6-7-1 15,5 2-21-15,1-3-16 0,3 0-13 16,1-3-9-16,-1 0-16 0,6-3-11 0,-5-2-7 15,1-1-11-15,0-3 5 0,-6-1-7 16,6-5 3-16,-9-2-6 0,-1 5-6 0,-2 3-3 16,-7 2-7-16,-2 1 8 0,1 9 1 15,-22-5-2-15,6 7 10 0,-19 8-4 16,-11 10 28-16,7 4 19 0,-4 4 29 16,7 2 19-16,6 3 18 0,1 2 3 0,10-6 5 15,7-2-8-15,3 2-2 0,4-5-1 16,5-1-92-16,0-4-44 0,1-2 0 15,3-1 0-15,5 3 0 0,3-4 0 0,3-4 0 16,5 1 0-16,5-6 0 0,-3-1 0 16,4-5-38-16,11-5-503 0,1-4-230 0,-2-5-157 15,0 1 91-15,11-12-889 0,-4 1-1160 16</inkml:trace>
  <inkml:trace contextRef="#ctx0" brushRef="#br0" timeOffset="110227.96">14522 14539 5264 0,'0'0'242'16,"-20"-2"19"-16,20 2 13 0,-8-8-25 15,8 8-26-15,4-12-23 0,7 4-21 0,7-1-53 16,13-3-123-16,3 1-147 0,5-3-182 16,1 3-216-16,119-43-310 0,-116 35 101 15,-7 5 92-15,0 0-615 0,1 1-735 16</inkml:trace>
  <inkml:trace contextRef="#ctx0" brushRef="#br0" timeOffset="110579.04">15361 14024 3820 0,'0'-10'89'0,"4"0"6"0,3 3 11 16,3-1 3-16,2 6 4 0,3-4 10 15,4 2 5-15,-2 2 0 0,6 2-10 0,-2 0-9 16,0 6-6-16,0 0-8 0,0 7 4 15,0 5 8-15,-5-2 17 0,-7 3 15 0,-6 2 46 16,-3 3 37-16,-3 10 17 0,-5 2 10 16,-4-2 4-16,-1 3-6 0,0-6-3 0,0 4-13 15,2-2-13-15,-1-2-13 0,2-7-11 16,8-2-95-16,1-3-99 0,2 1 0 0,1 5 0 16,2-4 0-16,3 2 0 0,1 8 0 15,-2-5 0-15,0-5 0 0,-3 2 0 16,1-2 0-16,-2-2 0 0,0 0 0 15,-2-1 0-15,-4 1 0 0,-1 0 0 0,-5 1 0 16,-9 7 0-16,1-1 0 0,-6-5 0 16,-2-1 0-16,-3-3 0 0,0-3 0 0,3-1 0 15,1-5 0-15,-6 3 0 0,2-5 0 16,-5 1 0-16,-2 0-267 0,-2-2-762 16,1-1 88-16,7-2 97 0,8-2-894 0,4-2-1170 15</inkml:trace>
  <inkml:trace contextRef="#ctx0" brushRef="#br0" timeOffset="111111.25">14630 12985 4575 0,'-225'-31'-188'0,"-27"11"45"0,-26 20 36 0,-25 19 53 16,-23 25 36-16,-13 17 31 0,-12 31 42 15,-123 63 16-15,151-25 28 0,-92 73 28 16,134-38 24-16,19 21 26 0,20 10 16 0,38 7 6 15,35 4 11-15,40-7 5 0,50-2 12 16,60-50 0-16,45-6-2 0,71 30-12 0,56-15-21 16,47-13-21-16,50-23-7 0,42-11-20 15,25-21-19-15,28-12-11 0,15-19-16 0,8-15-20 16,4-16-11-16,-8-22-25 16,-12-12-14-16,-13-18-7 0,-14-14-17 0,-22-14-27 15,-25-14-7-15,-31-12 5 0,-25-14 4 16,-30-28 8-16,-24-15-10 0,-20-18 8 0,-18-21 3 15,-20-9 0-15,-12-17 4 0,-18-10 4 16,-23-9-11-16,-17-1 10 0,-28 7-8 0,-33 8-1 16,-35 13 0-16,-35 19-1 0,-29 23-3 15,-33 28-22-15,-18 27-15 0,-26 34-26 0,-16 19-38 16,36 33-42-16,-57 22-50 0,1 23-59 16,4 20-88-16,17 23-82 0,18 19-126 15,29 10-200-15,14 1 71 0,23 8 82 0,14 5-428 16,9 5-514-16</inkml:trace>
  <inkml:trace contextRef="#ctx0" brushRef="#br0" timeOffset="111346.46">10626 16252 3423 0,'-69'6'334'0,"19"2"-53"0,14-5-29 0,10 0-23 0,4 0-18 0,9-1-13 0,11-2-12 16,2 0-23-16,74-19-16 0,46-4-17 0,94-16-3 16,60 4-18-16,47 5-19 0,47 6-4 15,26 11-18-15,18 1-5 0,-1 13-22 16,-7 3-24-16,-15 1-18 0,-27 4-56 16,-36-3-90-16,-39-6-132 0,-50-1-161 0,-86-8-231 15,-41-3-53-15,-45 0 87 0,-27-3-451 16,-21 2-559-16</inkml:trace>
  <inkml:trace contextRef="#ctx0" brushRef="#br0" timeOffset="111711.42">9736 16939 2879 0,'-244'72'463'16,"219"-70"-46"0,20-4-62-16,5 2-67 0,39-16-42 0,24 1-28 15,54-11-20-15,33-4-30 0,88-16-24 16,31-3-20-16,40 1-3 0,23 5-22 0,14 6-15 15,22 8 1-15,-10 6 0 0,-12 6-13 16,-14 5 3-16,-27 4-11 0,-40 3-22 16,-86 3-62-16,-26 0-76 0,-26 2-78 15,-43 0-91-15,-17-4-68 0,-25 0-46 0,-18-2-39 16,-8 0-59-16,-8 2-109 0,-8-3-27 16,-10-1-362-16,-5-2-452 0</inkml:trace>
  <inkml:trace contextRef="#ctx0" brushRef="#br0" timeOffset="118843.49">19600 13323 1779 0,'-4'-9'233'0,"-1"0"-45"0,2 2-12 16,-3 1-29-16,1-3-6 0,-3 2-8 0,0 0-11 16,1 1-8-16,-4 2 0 0,-3 3 13 15,-3 4 17-15,-2 5 12 0,-12 11 18 0,-7 12 9 16,0 12 19-16,0 7 2 16,-8 17 3-16,7 1-3 0,2 6-2 0,13-12 10 15,2 1-12-15,10 2-9 0,9 0-11 16,6-6 1-16,11-3-11 0,9-5-7 0,10-5-13 15,3-5-12-15,12-7-14 0,1-9-9 16,4-5-15-16,5-7-15 0,3-5 1 0,-11-11-13 16,11-6-4-16,3-2-14 0,-3-7-31 15,-3-5-5-15,-4-3-9 0,-4-5 1 0,-5-3-1 16,-6-6 3-16,-9-3-2 0,-8-2 3 16,-6-5-4-16,-5-6-2 0,-11 0 5 15,-5-10 8-15,-6 2-26 0,-11-2 9 16,-8-9-7-16,-1 17 24 0,-3 7-3 0,-4 7-9 15,-8 9 4-15,1 7-6 0,-7 7 2 16,-1 9 5-16,5 11-4 0,-12 11 8 16,0 9 7-16,1 6 5 0,6 10 7 0,5 0-2 15,8 4 1-15,9 1 11 0,12 2 9 16,13-6 15-16,10 2 8 0,14 6 5 0,10-4-2 16,10-5-2-16,10-2-72 0,11-5-8 15,2-6 0-15,4-3 0 0,2-5 0 0,-5-4 0 16,-6-3 0-16,-13-2 0 0,-9-5 0 15,-5 0 0-15,-6 0 0 0,-2-2 0 0,-2 1 0 16,-3-3 0-16,-4-1 0 16,1 0 0-16,-6-2 0 0,-2 0 0 0,-1 0 0 15,-2 0 0-15,3 2-68 0,-5 5-186 16,1-10-80-16,-1 10-120 0,0 0-123 0,0 0-167 16,-8-5-91-16,8 5 89 0,0 0-675 15,0 0-873-15</inkml:trace>
  <inkml:trace contextRef="#ctx0" brushRef="#br0" timeOffset="119126.67">20819 12880 4184 0,'-15'-1'49'0,"-6"6"42"0,-4 16 34 0,-9 14 21 0,2 12 27 0,-2 4 28 16,-1 21 34-16,11-12 34 0,2 7 12 16,19 1 3-16,-1 2-21 0,9-2-23 0,10-2-23 15,8-6-22-15,0 0-18 0,2-6-22 16,2-1-13-16,4-3-14 0,-9-6-57 16,5-3-58-16,-10-12-77 0,0 0-86 0,2-6-91 15,-4-7-110-15,-1-5-121 0,-3-3-150 16,3-6-197-16,1-2 68 0,0-2 86 15,6-6-527-15,-4 0-656 0</inkml:trace>
  <inkml:trace contextRef="#ctx0" brushRef="#br0" timeOffset="119427.09">21210 13325 3625 0,'2'-13'168'0,"0"3"25"0,-2 4 2 0,0 6-1 15,0-8 19-15,0 8 64 0,0 0 39 16,0 0-1-16,15 29-8 0,-7-6-23 0,1 8-24 15,0 2-25-15,-1 4-24 0,2-2-17 16,-5 2-23-16,1-4-7 0,0 1-24 16,-5-9-11-16,-1-1-12 0,0-7-5 15,2 1 5-15,-2-5 10 0,3-1 0 0,-3-2-127 16,2-3 0-16,-2 3 0 0,0-10 0 16,0 0 0-16,0 0 0 0,0 0 0 15,5-23 0-15,-3-2 0 0,6-17 0 0,6-13 0 16,2-11 0-16,7 168 0 0,141-714 0 15,-141 561 0 1,-7 16 0-16,-4 10 0 0,-2 7-411 16,0 5-824-16,-5 5-182 0,5 2 281 15,-3 6-74-15,-7 0-3 0,14 11-266 0</inkml:trace>
  <inkml:trace contextRef="#ctx0" brushRef="#br0" timeOffset="121259.1">21517 13505 1764 0,'2'-9'292'0,"-2"4"-7"0,0 5-14 0,0-7-22 0,0 7 36 16,0 0 33-16,0 0 26 0,-6 25 9 0,1-5-1 16,-4 0-4-16,0 9-26 0,0 0-15 15,-1 2-19-15,0-1-13 0,1-1-16 0,4-8-19 16,-2-2-15-16,3-3-15 0,1-4-11 16,1-1-13-16,-2 1-2 0,2-4 4 0,1-1 19 15,-1 1 25-15,2-8-224 0,-2 11-8 16,2-11 0-16,0 0 0 0,0 0 0 0,0 0 0 15,-7-33 0-15,9 8 0 0,-2-18 0 16,7-16 0-16,-4-6 0 0,8-9 0 0,3-23 0 16,5 0 0-16,0 0 0 15,4 2 0-15,4 6 0 0,5 7 0 0,3 4 0 16,2 6 0-16,-1 21 0 0,2 7 0 16,7 6 0-16,0 9 0 0,1 9 0 0,-6 16 0 15,2 8 0-15,-4 6 0 0,4 14-60 16,-6 8-550-16,-6 8-131 0,-10 9-192 0,-9 5 97 15,-13 8 84-15,-9 1-697 0,-21 17-897 16</inkml:trace>
  <inkml:trace contextRef="#ctx0" brushRef="#br0" timeOffset="121443.11">21303 13600 4167 0,'-10'0'49'0,"3"-4"21"0,7 4-2 15,-9-4 8-15,9 4 2 0,-4-7-6 0,4 7-8 16,0 0-5-16,17-17-5 0,-4 8-23 16,11 1-60-16,3-6-106 0,8 4-136 0,0-4-226 15,-5 2-142-15,1 2 76 0,-8-1-340 16,-9 5-384-16</inkml:trace>
  <inkml:trace contextRef="#ctx0" brushRef="#br0" timeOffset="122093.84">22430 12748 2844 0,'-10'-8'177'0,"-4"8"-18"0,-4 8 27 0,-23 19 29 0,0 14 22 0,-20 19 18 0,-4 8 43 0,4 7 26 0,8 4 4 0,1 9-4 0,12 1-11 16,10-4-18-16,12-15-21 0,9 0-23 16,9-4-23-16,7-3-24 0,11-3-14 0,0-3-23 15,7-2-17-15,4-9-50 0,-1-3-70 16,-1-8-90-16,-2-8-98 0,-2-2-97 0,1-7-129 16,-2-8-129-16,-3-7-159 0,-2-1-131 15,0-5 81-15,-2-3-632 0,3-4-810 0</inkml:trace>
  <inkml:trace contextRef="#ctx0" brushRef="#br0" timeOffset="122458.92">22383 13462 3911 0,'0'-9'102'0,"0"3"23"16,0 2 2-16,0 4 15 0,0 0 10 16,0 0 52-16,0 0 40 0,0 0 28 0,0 0-9 15,9 22-4-15,-6-11-12 0,5 2-13 16,-1 3-3-16,3-1-20 0,1-1-19 0,-1-2-18 15,-5 0-16-15,4-1-11 0,-4-2-13 16,1 0-15-16,-3 0-5 0,5-3-18 0,-4-1-7 16,2 0-8-16,-6-5-7 0,5 9-3 15,-5-9-53-15,10 5-18 0,-10-5 0 0,15-14 0 16,-2 2 0-16,5-12 0 16,-2 9 0-16,-2 1 0 0,-1 1 0 0,-3 6 0 15,0 2 0-15,-1 3 0 0,-9 2 0 16,25 5 0-16,-12 4 0 0,2 1 0 0,-2 2 0 15,5 1 0-15,-5 3 0 0,3-1 0 16,-2-1 0-16,8 3 0 0,-7-2 0 0,0-3 0 16,-4-4 0-16,-1-2 0 0,0-3-168 15,1 1-307-15,-1-4-91 0,-10 0-96 16,16-7-113-16,-5 1-32 0,-6-5 89 16,3-3-649-16,-1-6-822 0</inkml:trace>
  <inkml:trace contextRef="#ctx0" brushRef="#br0" timeOffset="122642.64">23054 13116 3669 0,'19'-56'-37'15,"1"12"74"-15,-3 11 76 0,-2 4 53 0,0 5 49 16,4 3 35-16,-4 5 39 0,3 11 44 16,-1 1 17-16,0 8 17 0,4 1-7 0,10 13-9 15,1 13-9-15,0 7-40 0,-3 8-22 16,1 5-25-16,-5 5-38 0,-2 5-20 0,-4 1-62 16,-3-1-135-16,-7-1 0 0,-5-2 0 15,-6 0 0-15,-6-2 0 0,-5 0 0 16,-8-3-96-16,-4-1-264 0,-3-5-115 15,-5-4-120-15,7-11-163 0,2-8-82 0,6-12 86 0,6-5-713 16,5-9-915-16</inkml:trace>
  <inkml:trace contextRef="#ctx0" brushRef="#br0" timeOffset="122859.55">23832 12777 4460 0,'6'-10'164'16,"-1"6"-5"-16,2 4 20 0,-7 0 36 0,14 16 59 15,-4 3 18-15,0 12 10 0,-1 10-5 16,-4 15-16-16,-1 6-17 0,-6 4-30 0,-1 1-24 16,-7 5-17-16,-3 1-21 0,-10 16-20 15,-9-3-18-15,-7 0-32 0,1-8-58 16,-9 1-65-16,-3-6-89 0,-3 0-86 16,-1-3-86-16,-5-10-107 0,1-2-104 0,-11-4-119 15,20-15-182-15,-5-3 22 0,2-5 79 16,5-5-588-16,-1-5-740 0</inkml:trace>
  <inkml:trace contextRef="#ctx0" brushRef="#br0" timeOffset="123727.7">19941 15437 3911 0,'-11'7'193'0,"2"0"7"0,6-3 9 0,-3 0 15 0,6-4 16 0,0 0 22 0,-4 5 4 0,4-5-14 16,0 0-19-16,31-11-14 0,1-1-30 15,10 0-18-15,11-2-26 0,5 1-55 16,-5 0-85-16,3 4-96 0,-13 0-96 0,0 7-122 16,-2-2-127-16,-8 2-163 0,-9 4-186 15,-5 2 77-15,-5 2-548 0,-7 5-718 0</inkml:trace>
  <inkml:trace contextRef="#ctx0" brushRef="#br0" timeOffset="123876.46">20154 15940 3794 0,'-5'8'128'0,"-1"0"4"16,1-2-8-16,4-2-1 0,1-4 2 16,0 0-9-16,0 0-7 0,0 0-7 0,21 7-10 15,-2-10-12-15,15-4-33 0,4 0-73 16,7-5-119-16,5-1-152 0,6-5-214 0,-3 1-148 15,1-2 66-15,-1 1-339 0,-2-3-413 16</inkml:trace>
  <inkml:trace contextRef="#ctx0" brushRef="#br0" timeOffset="124476.04">21205 15228 2944 0,'-18'-3'195'0,"2"6"-21"0,3 5 0 15,-10 15 16-15,-2 18 35 0,1 10 17 0,1 6 18 16,4 5 17-16,-6 22 22 0,8-18 5 15,3 5-6-15,9 3-3 0,5-3-16 0,5-2-14 16,7-1-19-16,10-3-17 16,12 13-18-16,7-10-19 0,7-6-20 0,-2-19-13 15,5-3-13-15,0-10-16 0,3-6-10 16,-1-5-12-16,5-7-51 0,-15-8-57 0,3-8 0 16,6-8 0-16,-5-8 0 0,1-4 0 15,-4-5 0-15,-8-7 0 0,-4-3 0 16,-7-7 0-16,-6-3 0 0,-9-8 0 0,-10-4 0 15,-11-5 0-15,-11-26 0 0,-5-7 0 16,-9 2 0-16,-7 1 0 0,-5 5-11 0,-6 15-4 16,-3 6 0-16,0 14 0 15,10 23 0-15,-5 9 8 0,-3 13 1 0,7 11 7 16,-13 13 22-16,4 9 18 0,4 9-22 16,5 9-19-16,10 1 0 0,5 6 0 0,15 2 0 15,11-6 0-15,9 2 0 0,18 5 0 16,6-5 0-16,14-1 0 0,21 5 0 0,8-6 0 15,-8-14 0-15,8-7 0 0,-5-3 0 16,3-5 0-16,-6-6 0 0,-15-2 0 0,-1-2 0 16,-4-7 0-16,-9 2 0 0,-8-3 0 15,1 1 0-15,-3-3 0 0,-10-1 0 0,1 2 0 16,-6-3 0-16,-2 1 0 0,-3 0-126 16,0 0-347-16,-2-1-104 0,-2 1-136 15,0-1-179-15,1 2 87 0,-1 0-761 16,2 6-1009-16</inkml:trace>
  <inkml:trace contextRef="#ctx0" brushRef="#br0" timeOffset="124725.05">22277 15175 4753 0,'0'0'187'0,"0"0"33"0,-27 15 66 0,14 11 45 0,-4 17 14 0,-1 5-3 0,7 3-3 0,6 3-9 0,5 4-16 0,3-5-25 16,7 1-28-16,7-2-67 0,2-1-194 16,6-1 0-16,1 0 0 0,7 0 0 15,-1-6 0-15,0-1 0 0,-5-4 0 0,-4-9 0 16,-1-4-50-16,-8-1-379 0,0-4-92 16,-5-9-79-16,1-2-105 0,-7-5-131 0,2-2 65 15,-5-3-684-15,0 0-905 0</inkml:trace>
  <inkml:trace contextRef="#ctx0" brushRef="#br0" timeOffset="125042.97">22505 15872 4023 0,'-2'-19'43'0,"2"4"81"0,0 5 59 16,-1 0 45-16,2 3 56 0,-1 7 37 0,-1-12 14 15,1 12-7-15,1-5-2 0,-1 5 10 16,0 0-8-16,0 0-16 0,35 13-21 16,-20-2-29-16,5-1-22 0,4 7-26 15,1 0-201-15,0 0-13 0,-4-5 0 0,-6 0 0 16,0 0 0-16,-4-2 0 0,-1-2 0 15,-2-1 0-15,-1-3 0 0,-1 2 0 0,0-2 0 16,-6-4 0-16,12 6 0 0,-12-6 0 16,0 0 0-16,0 0 0 0,12-14 0 0,-8 5 0 15,2-5 0-15,0-1 0 0,-2 5 0 16,1 2 0-16,-1-3 0 0,0 4 0 0,-1 2 0 16,-3 5 0-16,9-5 0 0,-9 5 0 15,0 0 0-15,16 10 0 0,-10-1 0 16,2-2 0-16,3 3 0 0,-1-3 0 15,2 3 0-15,1 0 0 0,-2-4-175 0,4 0-383 16,-2-2-73-16,1-4-132 0,-3-1-92 16,1-2 72-16,-2-3-722 0,-5 0-952 15</inkml:trace>
  <inkml:trace contextRef="#ctx0" brushRef="#br0" timeOffset="125291.62">22878 15526 3895 0,'-9'-26'-9'0,"6"4"78"0,1 3 29 16,0 1 21-16,4-1 24 0,1 1 35 0,4 1 24 15,0 0 25-15,4 1 18 16,3 3-18-16,3 2 0 0,4 6-9 0,-2 0 3 16,2 5-13-16,4 5-5 0,5 10 3 15,-3 3 2-15,-2 7 2 0,-5 1-1 0,-2 6 4 16,-9 0 13-16,-3 2 8 0,-2-7-20 16,-2-4-214-16,0-3 0 0,0-2 0 15,0-1 0-15,1-4 0 0,1 2 0 0,3-3 0 16,2-6 0-16,0 2 0 0,4-8 0 15,3-4 0-15,7-4 0 0,18-14 0 0,7-11-114 16,1-5-541-16,10-23-232 0,-1-10-20 16,-8-4 91-16,-1-5-821 0,-7-11-1074 0</inkml:trace>
  <inkml:trace contextRef="#ctx0" brushRef="#br0" timeOffset="125425.72">23801 14727 4930 0,'0'0'167'15,"0"0"51"-15,-7-8 56 0,7 8 36 0,0 0 35 16,-4-7 14-16,4 7-12 0,0 0-27 15,0 0-29-15,0 0-5 0,0 0-14 16,35 39-200-16,-14 2-72 0,-3 12 0 0,4 11 0 16,-4 27 0-16,-2 11 0 0,-5 8 0 15,-8 3 0-15,0-5 0 0,-7 2 0 0,-9-5 0 16</inkml:trace>
  <inkml:trace contextRef="#ctx0" brushRef="#br0" timeOffset="125774.59">21063 17129 2201 0,'-32'25'1625'16,"1"-5"-823"-16,14-5-296 0,2-5-97 0,10-1-8 15,8-2-45-15,14-2-57 0,33-8-61 16,58-16-24-16,29-13-19 0,73-26-26 16,20-12-18-16,17 0-36 0,-1 5-15 0,3 3-5 15,0 3-10-15,-5 10-10 0,-14 6-39 16,-23 9-61-16,-54 10-90 0,-15 4-89 0,-18 3-97 15,-39 5-108-15,-15 5-101 0,-22-3-84 16,-16 10-126-16,-14 0-68 0,-6 0 91 16,-8 0-565-16,0 0-721 0</inkml:trace>
  <inkml:trace contextRef="#ctx0" brushRef="#br0" timeOffset="126008.49">20981 17674 4028 0,'-23'11'386'0,"8"-5"-35"16,11-2-37-16,4-4-27 0,0 0-34 0,74-22-21 15,16-3-24-15,21-10-16 0,16-6-14 16,54-14-20-16,10-3-8 0,0 1-19 16,-4 7-11-16,-47 17-37 0,-6 4-82 0,-7 4-109 15,-10 6-98-15,-40 3-107 0,-5 8-96 16,-13 1-85-16,-21 5-104 0,-15 1-136 15,-10 2 37-15,-8 1-498 0,-5-2-659 16</inkml:trace>
  <inkml:trace contextRef="#ctx0" brushRef="#br0" timeOffset="128825.79">11540 3456 122 0,'-40'-3'2'0,"8"3"0"0,5 0-8 0,1-2-10 0,2 2-9 0,2 2-2 16,3-2 9-16</inkml:trace>
  <inkml:trace contextRef="#ctx0" brushRef="#br0" timeOffset="129658.48">10443 3676 201 0,'-38'5'47'0,"-7"-2"-3"16,-2 1-2-16,-10 1 4 0,7 1 0 15,-9-2 3-15,12 2-2 0,3-2-2 0,2 0 4 16,12 0 8-16,5-1-1 0,5-2-2 16,9 1 6-16,9 1 10 0,2-3 10 0,33 4 0 15,39-2 2-15,52-6-14 0,33-3-3 16,74-5-5-16,40-6-3 0,15-1-5 16,11-2-9-16,16-3 0 0,3-3-3 15,3 3-12-15,1 0 4 0,-4-1 1 0,-14 6 0 16,-21-1-4-16,-20 3-2 0,-25 5 0 15,-66 4 0-15,-17 4-5 0,-26-1 1 0,-37 1-15 16,-20 4-12-16,-24 0-4 0,-21 3 1 16,-16 0-9-16,-16 0 8 0,7-3 1 15,-78 17-6-15,7-2-5 0,-36 2 5 16,-11 0-12-16,-13 1-3 0,-18 0-5 0,-13 4-6 16,-57 5-3-16,-2-1 7 0,-13 3 4 15,-15-2 1-15,-4 2 7 0,-4-3 7 0,-11 3-6 16,-7-1 3-16,5-4 5 0,4-1 2 15,5 0 3-15,6-5 5 0,18 0 5 16,13-2 1-16,66-8 13 0,7 1 0 0,17-3 5 16,18-2 11-16,42 0 9 15,22-3 16-15,18-2-3 0,19-3-6 0,19 0-8 16,32-7-4-16,65-7 3 0,48-5-2 16,78-3-11-16,37-2-2 0,37-1 2 0,24 2-5 15,10 0-5-15,16 0-7 0,1-2-1 16,-5 3-1-16,-2-3 4 0,-19 2-8 15,-19 5-1-15,-29 3 0 0,-31 5-18 0,-77 6-23 16,-25 6-28-16,-31 2-33 0,-45 4-14 16,-36 2-7-16,-28 1 3 0,-20 2 5 0,-45 5 7 15,-40 6 21-15,-35 1 3 0,-31-2 7 16,-71 8 14-16,-18-3 23 0,-19 3 10 16,-16 1 14-16,-7 0 20 0,-8-3 12 0,-4 2 4 15,2-2 1-15,9 2 9 16,-5-1-7-16,11 3 0 0,1 3-2 0,27-1 9 15,18 6-1-15,32 4 14 0,81-19-11 16,53-10 0-16,42-9 0 0,36-6-2 0,2 3 0 16,166-36-2-16,70-3 2 0,52-8-11 15,59-6 1-15,18 0-6 0,24-7 3 16,2-4-9-16,-18 0 0 0,-16 4 10 0,-29 3 13 16,-41 10 10-16,-45 6-5 0,-86 16-2 15,-34 5-6-15,-41 8 0 0,-18 0-11 0,-29 7 3 16,-18 1 2-16,-18 4-5 0,2 0-3 15,-68 7 0-15,-8 4-1 0,-33 6-1 16,-11 5-23-16,-3 3-36 0,1 5-61 16,1 3-100-16,6-4-252 0,19-5 34 15</inkml:trace>
  <inkml:trace contextRef="#ctx0" brushRef="#br0" timeOffset="148354.23">21400 4191 1654 0,'0'0'643'0,"0"0"-161"0,-19-11-91 0,13 4-55 0,3-2-40 0,-1-1-16 16,0-2-9-16,3-1-17 0,2-4 12 15,-1-4 13-15,4-3-7 0,7-7-16 0,5 0-9 16,0 0-17-16,11-2-12 0,-4 8-30 16,4 4-16-16,2 4-21 0,-4 10-12 15,-3 4-16-15,3 5-9 0,5 8-3 0,5 5-10 16,3 14 6-16,-5 2-5 0,1 7 2 16,-7 7-1-16,-3 0-5 0,-7 1-3 0,-4 3 4 15,-4-7-90-15,-6-3-9 16,-1 2 0-16,-6-5 0 0,3-1 0 0,-3-6 0 15,-1-7 0-15,3-5 0 0,0-2 0 16,1-3 0-16,-1-5 0 0,0 0 0 0,2-7 0 16,0 0 0-16,0 0 0 0,2-27 0 15,3-8 0-15,9-15 0 0,9-9 0 0,11-17 0 16,8-1 0-16,2 6 0 0,3 7 0 16,-9 15 0-16,1 8 0 0,-1 7 0 0,-2 10 0 15,-5 9 0-15,-6 8 0 0,-2 7 0 16,-1 8 0-16,6 6 0 0,-1 6 0 0,-2 7 0 15,4 8 0-15,-8 3 0 0,-4-6 0 16,0 10 0-16,-2-6 0 0,-1-2 0 16,-1 0 0-16,-1-3 0 0,-1 0 0 15,-2-3 0-15,-1-5 0 0,-4-6 0 0,4 3 0 16,-7-7 0-16,5 3 0 0,-4-6 0 16,-2-2 0-16,0-1-222 0,0-7-532 0,-8 6-207 15,8-6 79-15,0 0 79 0,-15-17-751 16,4-11-997-16</inkml:trace>
  <inkml:trace contextRef="#ctx0" brushRef="#br0" timeOffset="148721.18">22634 3185 4337 0,'0'-20'14'0,"2"2"52"0,-1 1 26 0,7 0 20 0,5-12 30 15,2 7 12-15,7 2 10 0,2 1-6 16,3 5-8-16,-1 6-8 0,3 6-13 0,9 5-2 16,1 7 8-16,6 8-16 0,-9 7-8 15,-6 8-21-15,-8-8 36 0,-7 4 36 0,-5 2 46 16,-9-2 19-16,-1-2 27 0,-1-4 24 16,-11 8 21-16,-1-1 8 0,2-10-219 0,0-1-88 15,6-5 0-15,-1-2 0 16,3-2 0-16,-1-3 0 0,2-1 0 0,2-6 0 0,0 9 0 15,0-9 0-15,11 3 0 16,-11-3 0-16,36-4 0 0,-2-5 0 0,5-2 0 16,-3 0 0-16,2-1 0 0,-2-2 0 15,3 3 0-15,-7 1 0 0,2 0 0 0,-7 5 0 16,-5 2 0-16,0-1 0 0,-9 2-486 16,0 2-456-16,-3 0 4 0,-10 0 88 15,0 0-842-15,0 0-1127 0</inkml:trace>
  <inkml:trace contextRef="#ctx0" brushRef="#br0" timeOffset="148923.09">23529 3260 5093 0,'0'0'207'0,"0"0"66"16,-27-25 25-16,23 17 34 0,-1-2 10 15,1 3-5-15,1-3-22 0,1-2-28 0,0 4-28 16,-1-1-33-16,3 1-28 0,0 8-174 15,3-16-24-15,-3 11 0 0,4-1 0 0,1 0-298 16,2 0-142-16,5 0-165 0,1-2-248 16,0 1-16-16,1 0 92 0,-3 0-702 15,1-1-927-15</inkml:trace>
  <inkml:trace contextRef="#ctx0" brushRef="#br0" timeOffset="149203.82">24129 2631 4244 0,'15'-14'-52'0,"1"4"26"0,-1 3 28 16,0-1 34-16,0 4 32 0,3 4 16 15,1 2 0-15,1 6 19 0,5 11 9 0,-3 3 22 16,-6 5 29-16,-4 4 32 0,-12 5 15 16,-3 3 27-16,-11 9 10 0,-9 3 5 15,-12-3-19-15,3 3-19 0,0-5-13 16,-1-2-24-16,9-4-13 0,9-10-10 15,5-7-8-15,8-3 13 0,5-5 6 0,11-1-6 16,17 1-12-16,5-5-15 0,8-6-85 16,7-1-47-16,15-12 0 0,2-2 0 0,-2-3 0 15,3-4 0-15,-5-5-65 0,-3 6-240 16,-1-3-105-16,-11 3-140 0,-14 3-162 0,-12 7-162 16,-10 4 80-16,-8 1-730 0,-5 2-969 15</inkml:trace>
  <inkml:trace contextRef="#ctx0" brushRef="#br0" timeOffset="150887.66">25175 2738 4277 0,'-18'3'-145'0,"-3"-3"51"0,3 0 42 0,3 2 42 0,2-2 51 0,13 0 41 0,-19 0 32 0,19 0 27 16,-14 2 14-16,14-2 6 0,0 0 5 16,0 0 9-16,0 0 0 0,0 0-17 15,0 0-8-15,37-12-18 0,-5 3-13 16,6 3-14-16,2-3-6 0,1 2-16 0,-4 2-7 16,-1 0-5-16,-9 2-15 0,-7-3-29 15,-6 4-7-15,-3 2-8 0,-2-1 14 0,-9 1-17 16,0 0 2-16,0 0-1 0,0 0 10 15,-48 5-11-15,4-3 4 0,-4 0 6 0,1 1 23 16,1-1 10-16,4-2 26 16,10 1 25-16,7-1 6 0,6 2-3 0,6-2-2 15,-1 0-2-15,14 0-11 0,-17 0-9 16,17 0-6-16,0 0-7 0,0 0-8 16,0 0-9-16,56-14-5 0,-16 8-4 0,5 1-62 15,12-4-56-15,-2 0-78 0,-6 6-74 16,-4-2-98-16,-4 1-107 0,2 1-118 0,-5-2-202 15,1-2-28-15,-3-1 85 0,-11 0-536 16,2-3-694-16</inkml:trace>
  <inkml:trace contextRef="#ctx0" brushRef="#br0" timeOffset="151170.46">26471 2147 3598 0,'-19'-4'15'0,"-3"6"42"0,-3 3 45 0,-11 5 33 0,-10 9 31 0,-1 5 24 0,0 5 7 0,4-2 5 16,0 6-15-16,11 0-7 0,3 2-8 0,15-3-10 15,0 0-11-15,6 1-7 0,8-2-12 16,10 5-4-16,4-1-12 0,11 4-10 15,3-3-8-15,10-4-45 0,2-3-88 16,6-3-102-16,-5-4-123 0,8-1-141 0,-13-8-174 16,0-4-177-16,-8-4 68 0,-1-1-488 15,-9-4-639-15</inkml:trace>
  <inkml:trace contextRef="#ctx0" brushRef="#br0" timeOffset="151320.06">26362 2660 3128 0,'-27'-2'58'0,"5"0"59"0,7 0 36 15,0 0 17-15,6 1 18 0,9 1 12 16,-16-3-10-16,16 3-17 0,0 0-18 16,0 0-14-16,0 0-16 0,0 0-14 0,50-8-72 15,-7 5-93-15,5-3-108 0,15 0-128 16,0-2-194-16,0 2-182 0,-8 0 52 16,-11 2-297-16,-5 3-392 0</inkml:trace>
  <inkml:trace contextRef="#ctx0" brushRef="#br0" timeOffset="151955.99">27680 2741 2496 0,'-14'-1'120'0,"14"1"15"0,-7-9-8 0,7 9-14 0,0 0-9 0,13-17 3 0,4 7-4 0,8-5-4 16,4-1-5-16,3 1-18 0,4-1 0 16,0 4-13-16,3-1-40 0,-1 3-55 0,-2 3-70 15,2-1-81-15,-1 1-122 16,-1 2-245-16,-10 1 12 0,-3 4 56 0,-6 0-43 0,-6 2-30 16</inkml:trace>
  <inkml:trace contextRef="#ctx0" brushRef="#br0" timeOffset="152120.12">27764 2878 1644 0,'-14'10'116'0,"3"0"41"0,4-3 51 0,0-2 58 16,7-5 45-16,2 4 24 15,-2-4 4-15,0 0-45 0,25 0-25 0,-6 0-28 0,6-1-25 16,15-4-22-16,3-1-22 0,15-2-73 16,3-1-89-16,-2 0-114 0,4 0-132 15,-1-3-159-15,4-4-266 0,-1-3 38 0,-3-3 76 16,5-4-237-16,-6-3-273 0</inkml:trace>
  <inkml:trace contextRef="#ctx0" brushRef="#br0" timeOffset="152520.51">28890 2447 2456 0,'-5'-9'176'0,"5"9"8"15,0 0-11-15,0 0-11 0,0 0 39 16,0 0 37-16,0 0 27 0,0 0 6 15,7 34-11-15,-2-15-8 0,3 0-10 0,4 10-22 16,-1 1-12-16,-6-5-25 0,3-5-12 16,-3 1-27-16,-4 2-8 0,3-6-7 0,-6 3-2 15,0-3-1-15,1-1 4 16,1-3 35-16,-3-1 29 0,3-3 20 0,3 0 17 16,-3-9 3-16,0 8-6 0,0-8-19 15,0 0-23-15,0 0-110 0,36-34-76 0,-12 8 0 16,13-10 0-16,4-1 0 0,3-2 0 15,2 8 0-15,-5 6 0 0,-7 8 0 16,-9 1 0-16,-2 10 0 0,-5 2 0 0,-3 6 0 16,1 5 0-16,-5 3 0 0,2 5 0 15,0 10 0-15,-2 2 0 0,-2-4 0 0,-4 8 0 16,1-4 0-16,-2-5 0 0,-3 0 0 16,1-3 0-16,0 0 0 0,0 0 0 0,-2-4 0 15,2 1 0-15,-2-3 0 16,2-3-298-16,0 2-200 0,0-5-80 0,0-3-136 15,-2-4-148-15,6 3 68 0,-6-3-718 16,0 0-959-16</inkml:trace>
  <inkml:trace contextRef="#ctx0" brushRef="#br0" timeOffset="152786.79">29523 2081 4153 0,'5'-30'-54'15,"-1"4"43"-15,5-3 37 0,5 3 28 16,1 0 43-16,-4 8 42 0,-3 4 21 0,2 1-11 15,-5 5-18-15,1 3-17 0,-6 5-9 16,12 0 21-16,-12 0 33 0,14 17 10 16,-8-3 26-16,2 6-30 0,-4-1 19 15,0 1 12-15,-2 3-4 0,-1-5-2 16,3 1-14-16,-2 5-15 0,0-3-11 0,3 2-13 16,0-1-11-16,2-1-5 0,4 4-8 15,9 2-8-15,3-4-10 0,2-1-9 0,5-1-5 16,3-4-11-16,3 1-15 0,0-5-63 15,4-3-84-15,-2-2-112 0,6-3-104 16,-5-1-114-16,4-4-116 0,-1-4-160 0,-12 4-165 16,-5 2 78-16,-8 2-642 0,-4 0-879 15</inkml:trace>
  <inkml:trace contextRef="#ctx0" brushRef="#br0" timeOffset="153088.39">28302 3451 4329 0,'-59'-3'169'0,"18"1"18"16,16 2 17-16,6 0 37 0,13 0 76 0,6 0 51 15,0 0 12-15,66 2-14 0,13-2-27 16,43 0-31-16,21-2-34 0,4 1-25 0,0-2-31 16,-5 0-20-16,-12 2-154 0,-9-5-44 15,-35 4 0-15,-5-3 0 0,-7-2 0 0,-5 2-70 16,-3-1-252-16,-6-3-116 0,-3 0-122 16,-16 4-179-16,2-7-120 0,-5 4 75 15,0-4-719-15,-6 2-949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8T03:17:03.9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2867 6073 1579 0,'-9'2'395'0,"9"-2"-131"0,0 0-64 0,0 0-32 0,-21-2-18 0,21 2-1 0,0 0 14 0,0 0-12 0,-15 0 23 0,15 0-1 0,0 0 1 0,0 0-6 0,0 0-6 0,0 0-12 0,0 0-8 0,0 0-9 0,0 0-3 16,0 0-1-16,0 0 3 0,0 0-4 16,0 0-8-16,34-16-12 0,-11 12-9 15,9-5-5-15,4-1-4 0,-1 0-13 0,-1 3 1 16,0-3-11-16,3 4-7 0,-1 0-1 16,2-1-11-16,-2-1-1 0,1 0-7 0,1 2 13 15,1-4 20-15,3 0 0 16,10-4-2-16,-2 2-2 0,0-1-6 0,2-1-7 0,0 0-6 15,0 1-5-15,-3-1 4 0,-7 2-7 16,5-3-5-16,-7 6-8 0,1-1-2 16,-5 0 1-16,0 0-9 0,-2 3-1 0,-4-1 1 15,-7 4-3-15,-1-4 1 16,1 2-2-16,-3 3-1 0,1-3-4 0,3 0 3 16,-2 2-7-16,1-4 6 0,9 0-5 15,2-1-1-15,0-1 2 0,0 2 1 0,2-3-4 16,2 1 4-16,-1 0-8 0,4-1 1 15,1 1 1-15,1 0-6 0,7-2 1 0,2 0 4 16,-9 3 5-16,7-3 0 0,-7 4-5 16,-2-1-1-16,1-1-3 0,-1 2 8 15,-2-3-4-15,1 1-2 0,-2 1 4 0,-2 3 0 16,-2-3-5-16,1 1 2 0,-9 0 1 16,-1 4-1-16,-2-3 2 0,0 3 0 15,0-2-4-15,-3 0 0 0,5 0-16 16,0 1-2-16,-3 1 0 0,0 0 15 0,5 0-4 15,7-4 1-15,0 2-1 0,1-4-4 16,1 5 7-16,4-5-3 0,-1 2-2 0,0-1 9 16,-1 2-11-16,0-2 10 0,3 3-2 15,-2-3-2-15,3 4 2 0,-4-4-3 16,4 4 4-16,-2 0 1 0,0-4-1 0,0 3 0 16,0-1-2-16,0-2 2 0,-1 2 3 15,0 1-5-15,3 1-3 0,1-2 5 16,-4 0-2-16,1 0 1 0,-3 2-5 15,1-2 3-15,2 0 0 0,-12 2 1 0,-1 3 0 16,0-1 5-16,1-2-4 0,7-1 4 16,-1 0-2-16,2-1 3 0,0-1-6 0,3 0 6 15,0 2-5-15,1-1 5 0,1-1-4 16,0 2-8-16,4-1 7 0,-4 2-1 0,1-2-3 16,2 3-3-16,1-2 3 0,3 0 2 15,-4 0-2-15,2 2 1 0,13-3-2 16,-2-3 3-16,-11 6-4 0,7-6 2 15,-6 5-8-15,1 0 13 0,-4 0-2 16,2 1 2-16,-3-4-4 0,4 3 8 0,-2 0-5 0,-1-1 2 16,3 1-4-16,13-1 5 0,-14 0 5 15,11-1-8-15,2-1-1 0,0 1 5 16,-1-1-3-16,-2 2 1 0,5 3-1 16,-13-2-1-16,4 1 9 0,-3 2-4 0,-3 1-3 15,1 0-1-15,-3-1 10 0,3 4-7 16,-2-2-4-16,-6 0 2 0,4-2 4 0,0 0-3 15,1 0 7-15,0 1-9 0,1-3 1 16,2 2-5-16,-4-1 3 0,3 0 9 16,-1 3-6-16,0-2-5 0,-4 4 10 0,-5-2-10 15,3 3 1-15,-6-1 1 16,-7-1 6-16,-3 1-6 0,-2 0 2 0,2 1-6 16,-5 1 6-16,4-2 0 0,-7 0 2 0,0 0 0 15,-1 0 0-15,1 0 1 0,-2 1-6 0,2 2 1 16,-4 1-1-16,3 2-2 15,1 4 8-15,6 7-2 0,1 0 3 0,-4 5-5 16,5 3 6-16,-2-1 0 0,6 11-1 16,-1 0 2-16,-1 2 8 0,-2 4 5 0,2 2-5 15,-2 4-3-15,1 1-2 0,1-1 2 16,0 5 7-16,-4-3-3 0,1 2-1 16,0-3-6-16,-3-1 1 0,0 1 5 0,-2-3-5 15,3-2 1-15,-6-3 1 0,0-6 14 16,1 0 17-16,-1-2 8 0,1 1 4 15,-2 0-4-15,0-3-3 0,-2 0 4 16,3 3-11-16,3-1 0 0,-5 0 4 0,1 2-8 16,-2 1-7-16,3 0 1 0,2 10 0 15,-2-11-9-15,-1-2 2 0,3-2 1 0,-3 1-5 16,1-4-5-16,-3-6 0 0,-2-6-1 16,1 1 0-16,1-2 2 0,-5-3-8 0,2 0 4 15,0-1 4-15,-3-2-11 16,1 0 7-16,-3-1 6 0,1 1 5 0,3-2 1 0,-6 3-6 15,5-1 8-15,-2-2 0 0,-1 3-9 16,1-4 6-16,-2 3-5 0,2-3-4 16,-2 0 2-16,-2-7-5 0,4 10 0 15,0-5-4-15,-4-5 0 0,3 10 0 0,-3-10 8 16,0 10-4-16,0-10-4 0,0 6 7 16,0-6-2-16,0 0 4 0,-1 12 0 15,1-12 7-15,-4 7 1 0,4-7-9 0,-8 6 0 16,4 0-4-16,4-6 1 0,-9 6 6 15,1 0-8-15,-2-2-2 0,-1 1 2 0,-4-1 1 16,0 4 4-16,-5-3-1 0,-2 0-10 16,-15 2 4-16,1 5 2 0,0-4-5 0,0 1 7 15,0-1-4-15,2-2-5 0,-1 2 5 16,0 1-18-16,5-3 5 0,-4 1 3 16,0 4-3-16,-1-3-3 0,5 1 7 15,-2-1 7-15,-1 3 3 0,5-1-3 0,1-2 1 16,-6 3 12-16,3-1-13 0,-1-2-2 15,7-1 2-15,-1 0 8 0,2-2-10 0,-12 5-3 16,8-4 3-16,5-1-8 0,-3 1 9 16,2 0-2-16,-2 0 1 0,3-4 1 0,-3 4-2 15,2-1 10-15,-2-1-8 0,2 0 3 16,-1 0-3-16,1 0-1 0,-2 1-3 0,2 0 3 16,-1-2-4-16,-1 1 1 0,2-4 6 15,-2 4 0-15,2 2-2 0,-3-3 9 16,-1 1-13-16,2-3-2 0,-2 3 2 15,1-2 2-15,-1 1 0 0,0 1 0 0,0-2-2 16,1 2 5-16,-2-2-3 0,1 1 3 16,0 1-6-16,-9 1 7 0,9-1-4 0,1 1 2 15,1-4-5-15,-2 3 7 0,2-1-3 16,-2-1 2-16,1 0-1 0,-1 1-5 16,-3-2 2-16,3 1 5 0,-1-2-2 0,-3 2-4 15,2 0 4-15,3 1-4 0,-14-1-2 16,9 0 2-16,-6 1-2 0,6 1 7 0,2-3-6 15,4 1 2-15,-1 0 1 16,-1 1 0-16,0-1 1 0,2 1 4 0,-2 1-5 16,7-3 0-16,-5 1 7 0,4 2-7 15,2-4 3-15,-4 0-7 0,0 1 7 0,2-1-5 16,1 0-6-16,-4 0 8 0,1 0-1 16,-2-1-3-16,0 2 1 0,-4-2 1 0,2 2 1 15,0-1 8-15,-3 3-10 0,3-3-1 16,-2 1-5-16,1 0 9 0,-3-1 0 0,5 2 3 15,-3-2-2-15,0 2-3 0,2-4 4 16,-1 2-1-16,0-3 7 0,-1 2-13 0,-9-3-2 16,5 0 9-16,7 2-4 0,-14-3 5 15,7 3-3-15,7 1 8 0,-5-1-11 0,3 2 2 16,-3 0-11-16,2 2 8 16,-3-2 4-16,3 1-4 0,-1 1 5 0,1 0-3 15,3 0 2-15,-5 1-10 0,-5 1 7 16,7-3 3-16,4 2 2 0,3-2-2 0,-1 0 4 15,0 1-6-15,0 0 1 0,3 0 4 16,-2-2-1-16,-1 1 0 0,3 1-4 0,1-2 5 16,-3 0-3-16,2 1 0 0,1-2 4 15,-1 1 0-15,5-2-5 0,-6 1 3 0,5-1-16 16,-4 0 15-16,1 0 4 0,0 0-3 16,2-1-4-16,-3 2 5 0,4-1-4 15,-4 2 0-15,0-2 4 0,2 0-6 16,-3 2 6-16,1-1-8 0,-1 2 13 0,-1-1-14 15,0 0 7-15,-1 0-4 0,2 2 4 16,1 0 0-16,-2-2 0 0,-1 0-3 0,4 0 1 16,-2 0 6-16,0 0-3 0,-2 0 2 15,0 0-15-15,3 0 10 0,-3 0 9 16,-6 0 3-16,2 2-1 0,0-2 1 0,1 1 1 16,-3 2 2-16,3-2 0 0,-3-1-2 15,4 1-4-15,-3-1-1 0,1 2 1 0,2-2 0 16,2 0 4-16,3-2-6 0,-7 2 4 15,2-2 2-15,4 2-6 0,-1-3 0 0,0 2 0 16,-3-1 6-16,4 0-7 16,1 0-5-16,-2 1 4 0,-1 1-4 0,1 0 2 15,-3 1-1-15,0-1 0 0,0 2 2 16,2 0-2-16,-4 0 2 0,5-2-3 0,1 1 5 16,0-1 4-16,1 3 0 0,-2-3-2 15,1 0 4-15,1 0 3 0,0 0 1 0,1-3-4 16,0 3-11-16,-2 0 0 0,2-1 0 15,0-1 0-15,-2 2 0 0,0-2 0 0,2 0 0 16,-4 2 0-16,2-1 0 0,1 1 0 16,-2-2 0-16,1 0 0 0,1 2 0 0,0-3 0 15,3-2 0-15,0 5 0 0,-2-5 0 16,4 1 0-16,-3 1 0 0,7-1 0 16,-4 1 0-16,0-1 0 0,3 1 0 15,-1-1 0-15,-1 1 0 0,-1 0 0 0,1-1 0 16,0 3 0-16,-4-3 0 0,5 3 0 15,-3-1 0-15,-2 2 0 0,-1-4 0 0,2 2 0 16,-2 1 0-16,-1 1 0 0,2-3 0 16,-2 3 0-16,2-1 0 0,-2 1 0 15,3 0 0-15,-2 0 0 0,-2 1 0 0,0-1 0 16,-1 3 0-16,-1 0 0 0,-2 1 0 16,0-2 0-16,3 1 0 0,2 0 0 0,-3 1 0 15,6-1 0-15,-2-1 0 16,0 0 0-16,2 1 0 0,-1-2 0 0,-1 1 0 15,2 2 0-15,-4-2 0 0,5-1 0 16,-4 3 0-16,1-1 0 0,0 0 0 0,2-1 0 16,-2 0 0-16,0 3 0 0,-1-2 0 15,4 3 0-15,-4-3 0 0,4 1 0 0,-2 0 0 16,3-2 0-16,-2 2 0 0,3-1 0 16,1-1 0-16,0-1 0 0,-1 1 0 0,1 0 0 15,1 0 0-15,-1-1 0 0,-2 1 0 16,0 2 0-16,1-3 0 0,-1 2 0 0,-2-2 0 15,0 2 0-15,1 1 0 16,-2-2 0-16,0-1 0 0,-1 2 0 0,4 0 0 16,2-2 0-16,-1-1 0 0,2 1 0 15,-1-1 0-15,2 2 0 0,0-2 0 0,11 0 0 16,-21 0 0-16,12 2 0 0,9-2 0 16,-20 0 0-16,20 0 0 0,-17 0 0 0,6 0 0 15,11 0 0-15,-21-2 0 0,9 4 0 16,1-4 0-16,11 2 0 0,-25 0 0 0,10 0 0 15,2 2 0-15,-1-2 0 0,1 0 0 16,-1 0 0-16,3 0 0 0,0 0 0 0,11 0 0 16,-23 0 0-16,14 0 0 0,-3-2 0 15,12 2 0-15,-24-2 0 0,13 2 0 0,11 0 0 16,-16-1 0-16,7 1 0 16,9 0 0-16,-14-4 0 0,6 4 0 0,8 0 0 15,-14-4 0-15,9 2 0 0,-2-4 0 16,-2 4 0-16,2-6 0 0,-2-2 0 0,-1 0 0 15,-2-4 0-15,-1-2 0 0,-4-9 0 16,0-3 0-16,-2-1 0 0,-4-9 0 0,2-5 0 16,-2-5 0-16,0-3 0 0,0 2 0 15,5-6 0-15,-2-3 0 0,4-3 0 0,5 1 0 16,0 2 0-16,-1 3 0 0,7 3 0 16,-1 11 0-16,1 4 0 0,3 1 0 15,0 12 0-15,0 1 0 0,0 6 0 0,-2-1 0 16,2 6 0-16,0-2 0 0,0 2 0 15,0 2 0-15,0-2 0 0,-1 3 0 0,1 3 0 16,0-4 0-16,0 6 0 0,2-4 0 16,0 8 0-16,-3-9 0 0,3 9 0 15,-4-4-97-15,4 4-408 0,0 0-182 16,-20 21-243-16,11-9 87 0,1 3 85 0,2-1-729 16,-1 4-933-16</inkml:trace>
  <inkml:trace contextRef="#ctx0" brushRef="#br0" timeOffset="3799.91">13288 6255 3995 0,'0'0'13'0,"-12"0"42"0,12 0 24 0,0 0 22 15,0 0 43-15,-20-4 33 0,20 4 26 16,0 0 11-16,-12-5 2 0,12 5-5 0,-9-3-5 16,9 3 1-16,-10-6 1 15,10 6-4-15,0 0 4 0,-10-5-6 0,10 5-4 16,-4-7-12-16,4 7-8 0,-3-11-20 15,3 2-5-15,0 0-4 0,2-2-2 0,-1-2-2 16,3-2-3-16,3 0-50 0,-2-4-92 16,3 0 0-16,1 2 0 0,1 0 0 0,-1 0 0 15,2 0 0-15,3 2 0 0,-3 1 0 16,3 2 0-16,-1 3 0 0,0 1 0 0,3 4 0 16,-2 4 0-16,4 1 0 0,1 8 0 15,10 6 0-15,-3 7 0 0,4 7 0 16,-7 0 0-16,-1 1 0 0,-8 3 0 15,0 1 0-15,-3 4 0 0,-5-1 0 0,0 2 0 16,-6-2 0-16,-1-8 0 0,-6 7 0 16,2-3 0-16,-3-2 0 0,-1-2 0 0,-1-9 0 15,2-1 0-15,-3-4 0 0,-1 1 0 16,3-5 0-16,-4-2 0 0,-1-2 0 0,1-1 0 16,-1-6 0-16,-4-6 0 0,-9-10 0 15,2-4 0-15,-2-14 0 0,3-6 0 0,0-4 0 16,6-5 0-16,2 4 0 0,7 6 0 15,3-3 0-15,3 3 0 0,-1 1 0 0,6 7 0 16,2 6 0-16,-3 1 0 16,3 3 0-16,4-1 0 0,-1 3 0 0,3 2 0 15,3 3 0-15,-1 3 0 0,3 7 0 16,2 4 0-16,2 4 0 0,8 11 0 0,1 6 0 16,5 10 0-16,-5 6 0 0,3-2 0 15,-4 3 0-15,-2 0 0 0,-7-9 0 0,1 1 0 16,1-1 0-16,-4-3 0 0,2-3 0 15,0-1 0-15,-4-6 0 0,-3-4 0 0,1-4 0 16,-1 1 0-16,-1-4 0 0,-2-3 0 16,1 0 0-16,0-2 0 0,5-6 0 0,-1 0 0 15,0-7 0-15,1-3 0 0,4-9 0 16,-4-1 0-16,2 1 0 0,-7 4 0 0,1 5 0 16,-5-1 0-16,2 7 0 15,-4 3 0-15,-1-1 0 0,4 4 0 0,-6 4 0 16,0 0 0-16,0 0-211 0,0 0-786 15,0 0 57-15,0 0 94 0,-16 21-921 0,12-13-1199 16</inkml:trace>
  <inkml:trace contextRef="#ctx0" brushRef="#br0" timeOffset="4032.06">14151 6091 5363 0,'-18'1'246'0,"18"-1"28"0,0 0 19 0,0 0 19 0,0 0-11 0,0 0-2 0,-18 0-25 0,18 0-27 0,0 0-25 15,0 0-19-15,0 0-46 0,21-8-157 16,-6 3 0-16,3 1 0 0,-2-4 0 16,5 2-116-16,1-1-216 0,-4 3-146 0,0-4-152 15,1 2-200-15,-4-2 11 0,-4 4 78 16,1 4-703-16,-5-3-893 0</inkml:trace>
  <inkml:trace contextRef="#ctx0" brushRef="#br0" timeOffset="4266.04">14174 6290 4135 0,'-16'11'144'0,"7"-3"54"0,0 0 42 16,3-1 47-16,-2-4 45 0,8-3 34 0,-6 9 39 15,6-9 16-15,0 5 9 0,0-5-22 16,0 0-41-16,0 0-32 0,37-5-212 0,-18-1-123 15,4 0 0-15,11-5 0 0,-1-3 0 16,-3 5 0-16,-1-3 0 0,-4 2 0 0,-9 2 0 16,0 5 0-16,-1-3 0 0,-5 4 0 15,-3-2 0-15,4 2-16 0,0 0-333 0,-11 2-93 16,11-2-106-16,-11 2-132 16,0 0-167-16,0 0 80 0,0 0 76 0,0 0-619 15,0 0-767-15</inkml:trace>
  <inkml:trace contextRef="#ctx0" brushRef="#br0" timeOffset="5283.47">14816 5883 3990 0,'-7'-12'180'0,"-1"0"28"0,2 2 26 0,4-2 23 0,0 0 28 0,2-2 13 0,0 2-2 0,6-3-17 0,0-2-25 16,5 3-23-16,2 2-26 0,3 1-19 15,-1 2-23-15,4 5-13 0,1 0-22 0,-2 2-10 16,1 4-15-16,3 3-13 0,-6 1-6 16,6 0-10-16,-6 5-8 0,2 1-9 15,-4 2-1-15,-5 1-11 0,0 2 2 0,-5-2-4 16,-2 6-3-16,-2-2-16 0,-2 5-24 15,-4 0 0-15,4-2 0 0,1 0 0 0,-3-5 0 16,2-2 0-16,0-2 0 16,2-1 0-16,0-4 0 0,2 2 0 0,2-1 0 15,-1-1 0-15,3 2 0 0,-1-2 0 16,6 3 0-16,0-1 0 0,3 2 0 0,0-2 0 16,2 4 0-16,1-2 0 0,6 8 0 15,-8-3 0-15,-3-1 0 0,-3-1 0 0,-2 4 0 16,2-4 0-16,-8 3 0 0,-1 0 0 15,0-1 0-15,-8 4 0 0,1-1 0 0,-6 5 0 16,-7-1 0-16,3-5 0 0,-4 1 0 16,2-8 0-16,2-2 0 0,2-3 0 0,-3-2 0 15,2-3 0-15,0 0 0 16,-1-2 0-16,3-2 0 0,1 0 0 0,0 1 0 16,0-1 0-16,13 2 0 0,-22 0 0 15,22 0 0-15,-13 2 0 0,13-2 0 0,-9 3-757 16,9-3-224-16,0 9 96 0,0-9-1009 15,9 10-1316-15</inkml:trace>
  <inkml:trace contextRef="#ctx0" brushRef="#br0" timeOffset="6065.23">17109 5175 5589 0,'-12'-16'70'0,"3"4"19"0,3 3 14 0,-2 1 22 0,4 3 18 0,4 5 13 0,0 0 43 0,0 0 49 0,-2 18 30 0,6 6 10 15,6 15-15-15,1 14 4 0,3 5-15 16,1 3-171-16,1 3-91 0,-7-4 0 16,2-2 0-16,-1 0 0 0,-2-2 0 15,-3-6 0-15,-1-7 0 0,-2-4 0 0,0-10 0 0,-1-4 0 16,-1-4 0-16,2-4 0 15,-2-3 0-15,0-2 0 0,2 0 0 0,-2-3 0 16,2-1 0-16,-2-8 0 0,0 0 0 16,0 0 0-16,0 0 0 0,0 0 0 0,12-21 0 15,-6 6 0-15,-1-4 0 0,5 0 0 16,-1 0 0-16,3-1 0 0,-2 3 0 0,1 0 0 16,-2 1 0-16,3 5 0 0,-1 3 0 15,0 4 0-15,1 2 0 0,3 2 0 16,3 2 0-16,-6 4 0 0,2 3 0 15,1 5 0-15,-3 1 0 0,1-1 0 0,-6 6 0 16,2 1 0-16,-4-1 0 0,-5 2 0 16,0-1 0-16,-1 3 0 0,-8 11 0 0,2-4 0 15,-4-2 0-15,-5-4 0 0,5-2 0 16,0-6 0-16,-3-2 0 0,1-1 0 0,-3-2 0 16,3 0 0-16,0-6 0 0,0 1 0 15,1-3 0-15,-1-1 0 0,2-1 0 0,-3-2 0 16,3 0 0-16,11 0 0 15,-25-3 0-15,15-1 0 0,0-3 0 0,7-1 0 0,1-4-805 16,2-2-170-16,5-6-1205 16,11-8-1587-16</inkml:trace>
  <inkml:trace contextRef="#ctx0" brushRef="#br0" timeOffset="6269.06">17780 5782 6661 0,'0'0'313'0,"-20"6"36"0,20-6 28 0,0 0 23 0,0 0-309 0,-11 0-91 0,11 0 0 0,0 0 0 0,0 0 0 15,0 0 0-15,27-6 0 0,-7-1 0 16,2-1 0-16,6-2 0 0,5-1 0 16,-5-1 0-16,3-1 0 0,-6 3 0 15,-7 2-763-15,4 0-221 0,-10 4 111 0,0 0-1022 16,-4 6-1317-16</inkml:trace>
  <inkml:trace contextRef="#ctx0" brushRef="#br0" timeOffset="6466.14">17739 6038 5704 0,'-9'10'223'0,"2"-5"47"0,1 1 50 16,1 0 61-16,2-4 61 0,3-2 17 0,0 0-67 15,0 0-392-15,0 0 0 0,35-10 0 16,-15 3 0-16,11-9 0 0,1 1 0 15,2-3 0-15,9-5 0 0,-4 0 0 16,-6 5 0-16,-5 1 0 0,-1 0 0 0,-6 3 0 16,-6 3-532-16,3 0-437 0,-7 3 59 15,3-1 94-15,-3 2-872 0,-4 1-1124 0</inkml:trace>
  <inkml:trace contextRef="#ctx0" brushRef="#br0" timeOffset="6898.78">18698 5496 5288 0,'-13'-17'343'16,"5"1"-1"-16,2 2 15 0,6 1 22 0,2-2 2 15,6 3 12-15,2-5-19 0,5 3-40 16,8-6-334-16,3 7 0 0,5 2 0 0,-2 6 0 15,-3 1 0-15,-2 4 0 0,1 7 0 16,4 7 0-16,-4 6 0 0,-8 6 0 0,-4 6 0 16,-11 3 0-16,-4 2 0 0,-3 4 0 15,-11 8 0-15,1-1 0 0,-4-2 0 0,1-2 0 16,2-11 0-16,3-4 0 0,3-6 0 16,0-4 0-16,5-4 0 0,1-4 0 15,2 1 0-15,8-2 0 0,3-1 0 0,7-3 0 16,0-2 0-16,9-3 0 0,4-1 0 15,13-3 0-15,0-2 0 0,0 0 0 16,-3-2 0-16,0 2 0 0,-1-4 0 0,-4 1 0 16,-7 3 0-16,-6-1 0 0,-4 3 0 15,-1 0 0-15,-3 1 0 0,-3 0 0 0,-3 0 0 16,-7 2 0-16,13-3 0 0,-7 0 0 16,-6 3 0-16,0 0 0 0,0 0 0 0,0 0 0 15,0 0 0-15,-23 12-1023 16,8-4 66-16,-14 6-1155 0,0 1-1523 0</inkml:trace>
  <inkml:trace contextRef="#ctx0" brushRef="#br0" timeOffset="7716.04">20694 5308 5829 0,'0'-8'-14'0,"0"8"32"0,0 0 43 0,0 0 50 0,0 0 67 0,0 0 45 0,3 36 34 0,-3-19 15 15,2 2 13-15,-2 4-12 0,4 0-15 16,-2 0-20-16,1-1-36 0,1-1-202 15,-2-3 0-15,3-1 0 0,-4-1 0 0,3-1 0 16,0-3 0-16,-2-1 0 0,0-3 0 16,-1-1 0-16,-1 0 0 0,0-7 0 15,0 0 0-15,0 0 0 0,0 0 0 0,0 0 0 16,8-41 0-16,-3 4 0 0,2-3 0 16,-2-19 0-16,6-10 0 0,1-4 0 0,7-19 0 15,-2 3 0-15,-4 23 0 0,3 4 0 16,1 8 0-16,-3 8 0 0,-1 13 0 0,-1 4 0 15,-3 6 0-15,-2 7 0 0,4 6 0 16,-1 3 0-16,0 6 0 0,-1-1 0 0,-9 2 0 16,19 8-788-16,-8 4-188 0,1 0 88 15,-4 9 87-15,-3 4-810 0,-5 12-1052 0</inkml:trace>
  <inkml:trace contextRef="#ctx0" brushRef="#br0" timeOffset="7899.86">20644 5453 4853 0,'-11'4'175'0,"2"2"33"16,2-4 60-16,7-2 47 0,0 0 31 16,0 0 9-16,0 0-15 0,0 0-24 0,0 0-42 15,7-23-28-15,16 5-26 0,6 1-66 16,11-12-79-16,6 0-113 0,-1-3-151 0,9-4-145 16,12-12-172-16,-5-1-176 15,7 1-194-15,-3-1 77 0,-3 3 84 0,-8 8-648 16,-7 1-816-16</inkml:trace>
  <inkml:trace contextRef="#ctx0" brushRef="#br0" timeOffset="8431.96">21581 4633 3899 0,'-21'-2'101'0,"21"2"55"16,-16 11 55-16,0-1 57 0,-1 2 61 16,-2 10 7-16,-2 4 16 0,2 3-4 0,3 1-18 15,2 2-29-15,2 3-28 0,2-1-24 16,1 5-27-16,6-2-18 0,0 1-19 0,3-7-23 15,0-4-32-15,3-1-44 16,2 5-37-16,1-6-49 0,-3-4 0 0,1-3-1 16,0-5-18-16,-3 1-5 0,1-6 0 15,0 3-1-15,3-5 0 0,-3-2 7 0,-2-4-7 16,0 0 3-16,0 0 3 0,25-21-1 16,-11-4 1-16,1-5 5 0,5-4 1 0,3-5 4 15,-7 8 22-15,4 2 13 0,-5 5 20 16,-2 5 10-16,-2 4 7 0,0 6 2 0,-4 4-57 15,2 0-8-15,1 5 0 0,-10 0 0 16,21 5 0-16,-9 1 0 0,-1 2 0 0,-2 4 0 16,1-3 0-16,1 4 0 0,-2 2 0 15,2-1 0-15,-6 0 0 0,4-1 0 16,-5-1 0-16,2 2 0 0,-2-2 0 0,-4 1 0 16,2-5 0-16,0 1 0 0,0-1 0 15,0-2 0-15,-2-6 0 0,2 8 0 16,-2-8 0-16,0 0 0 0,14-18 0 15,-5 5 0-15,2-5-29 0,6-6-100 0,2 4 17 16,-5 4 21-16,-3 3 21 0,-2 4 20 16,-1 4 32-16,0 2 27 0,-3-1 30 0,-5 4 31 15,18 0 18-15,-18 0 11 0,16 7 8 16,-8-2-20-16,0 2-87 0,-1 1 0 0,1-1 0 16,-3 5 0-16,4-1 0 0,-6-3 0 15,3 2 0-15,0-2 0 0,-3 0 0 16,1 1 0-16,1-3 0 0,-2 0-292 15,1 0-161-15,0-3-140 0,-4-3-176 0,5 9-84 16,-5-9 94-16,4 4-762 0,-4-4-966 16</inkml:trace>
  <inkml:trace contextRef="#ctx0" brushRef="#br0" timeOffset="8665.78">22127 4506 4519 0,'1'-14'117'0,"-2"4"44"0,1 3 41 0,0 7 68 0,0 0 68 0,0 0 44 0,0 0 25 0,16 22-5 16,0 2-12-16,-3 10-28 0,6 4-32 0,-1 7-32 16,-5 0-285-16,-2-6-13 15,-1 10 0-15,-3-6 0 0,-3 0 0 0,0 2 0 16,-4-2 0-16,-2-2 0 0,-2-2 0 16,-1-4 0-16,-1 0 0 0,0-4 0 0,-4-2 0 15,5-5 0-15,-1-4 0 0,3-6-357 16,-4-4-488-16,3-5-87 0,3-4 85 0,1-1-925 15,0 0-1202-15</inkml:trace>
  <inkml:trace contextRef="#ctx0" brushRef="#br0" timeOffset="8848.07">22538 4818 5482 0,'-11'2'333'0,"1"-2"31"16,10 0 34-16,0 0 38 0,0 0-6 15,0 0-19-15,0 0-74 0,0 0-337 0,0 0 0 16,0 0 0-16,35-23 0 0,-3 11 0 16,-2-3 0-16,1 1 0 0,3-1-44 0,-2-2-678 15,3 1-266-15,-5 3 94 0,0-1 97 16,-5 4-817-16,-3 5-1054 0</inkml:trace>
  <inkml:trace contextRef="#ctx0" brushRef="#br0" timeOffset="9014.75">22673 4942 4783 0,'-11'10'108'0,"-1"-3"37"16,3-2 32-16,4-2 33 0,5-3 33 0,-11 6 1 15,11-6-23-15,0 0-27 0,0 0-39 16,0 0-97-16,0 0-112 0,27-14-145 16,-11 5-189-16,1-1-251 0,7-5-130 0,1-3 84 15,-1 1-609-15,2-1-752 0</inkml:trace>
  <inkml:trace contextRef="#ctx0" brushRef="#br0" timeOffset="9431.24">23581 4621 4251 0,'-14'-5'461'16,"6"2"-1"-16,8 3-11 0,-11-6-9 0,11 6 4 15,-5-4-30-15,5 4-29 0,0 0-26 16,0 0-25-16,0 0-140 0,20 22-194 0,-4-9 0 16,-1 1 0-16,-1 0 0 0,-2 3 0 15,-1-2 0-15,0 4 0 0,-4-2 0 16,0 2 0-16,-3-4 0 0,1 2 0 16,-5-3 0-16,-2-1 0 0,-3 0 0 0,3 0 0 15,1-2 0-15,-1-3 0 0,0 0 0 0,2-8 0 16,0 0 0-16,0 0 0 15,0 0 0-15,17-27 0 0,4-2 0 0,6-7 0 16,-1 5 0-16,1 7 0 0,0 2 0 16,-2 5 0-16,-5 6 0 0,1 3 0 0,-1 5 0 15,-4 3 0-15,6 2 0 0,-1 3 0 16,-3 2 0-16,4 3 0 0,5 4 0 0,-9-1 0 16,-2 1 0-16,-3 0 0 0,0-1 0 15,-3-1 0-15,0-2 0 0,-3 2 0 0,-1-3 0 16,-1 0 0-16,-3-3-69 0,4-1-879 15,-3 1-15-15,-3-6 112 0,0 0-972 16,12-2-1250-16</inkml:trace>
  <inkml:trace contextRef="#ctx0" brushRef="#br0" timeOffset="9714.91">24232 4195 5295 0,'-2'-32'11'0,"2"4"55"0,4 10 57 15,-2-1 60-15,0 4 57 0,0 0 33 0,0 4 16 16,4-1 0-16,-1 3-10 0,4 3-11 15,4 1-14-15,-4 5-9 0,-9 0 1 16,21 5-116-16,-12 11-130 0,0 3 0 16,2 12 0-16,-8 3 0 0,-3 2 0 0,0 2 0 15,-3-1 0-15,-6-2 0 0,6-2 0 16,1-4 0-16,-2-7 0 0,6-3 0 0,-2-2 0 16,4-1 0-16,1-3 0 0,4-3 0 15,2-2 0-15,0 0 0 0,4-5 0 16,5-4 0-16,-2-1 0 0,7-3 0 0,8-4 0 15,-1 1 0-15,-4-1 0 0,-3 2 0 16,-1 0 0-16,-10 1 0 0,4 4 0 0,-5 0 0 16,-4-1 0-16,1 1-262 0,-10 2-776 15,0 0 102-15,0 0-1089 0,0 0-1441 0</inkml:trace>
  <inkml:trace contextRef="#ctx0" brushRef="#br0" timeOffset="11031.44">14797 6875 5739 0,'3'-3'-126'0,"-3"3"49"16,3-9 28-16,-1 7 28 0,-2 2 18 0,6-9 11 0,-6 9 8 0,0 0 23 16,0 0 42-16,0 0 30 0,26 13 15 15,-15 2 7-15,3 12 11 0,1 2 9 0,-1 6 3 16,-3 2 4-16,0 0-3 0,3 1-8 15,-3-1-7-15,0-2-7 0,1 0-7 0,-1-5 1 16,3-1-10-16,-3-3-6 16,-2-5-9-16,2-6-9 0,-6-3-7 0,3 0-7 0,1-4-8 15,-1 3-2-15,3-3-54 16,0 1-17-16,5-2 0 0,3-2 0 0,4 1 0 16,3-5 0-16,15-2 0 0,4-5 0 15,16 0 0-15,8-7 0 0,9-1 0 0,25-9 0 16,6 0 0-16,-3-4 0 0,5 3 0 15,0-5 0-15,-7 3 0 0,1-1 0 0,-4-1 0 16,-8 0 0-16,-7 1 0 0,0 0 0 16,-17 8 0-16,-3-3 0 0,4-1 0 0,14-6 0 15,-19 3 0-15,17-7 0 0,-1 2-13 16,-2-1-2-16,7 1 3 0,2 1 2 16,0-1 1-16,-4-2 0 0,-14 11 0 15,-2 0 3-15,2-1 0 0,-4 3 2 0,-1 1-1 16,-6 0 0-16,-7 1 1 0,-3 5 0 15,-12 1 5-15,-2 0 2 0,-2 2-5 0,-4-1 0 16,-6 3 2-16,1 1 0 0,-3-2-1 16,-1 1 5-16,3 1 8 0,0 0 8 0,0 0 1 15,-2 1 2-15,-4 2 0 0,0-1-14 16,-1 0-9-16,-3 3 0 0,-1-1 0 0,-3-1 0 16,-4 1 0-16,6 1 0 0,-11 2 0 15,12-4 0-15,-12 4 0 0,10-2 0 16,-10 2 0-16,8-4 0 0,-8 4 0 15,9-3 0-15,-9 3 0 0,0 0 0 0,9-9 0 16,-7 2 0-16,-2-2 0 0,0-2 0 16,-2-7 0-16,2-6 0 0,-3 1 0 0,-3-12 0 15,4 10 0-15,1 2 0 0,-3 7 0 16,2 1 0-16,-3 3 0 0,5 0 0 0,-3 2 0 16,3 3 0-16,-4 3 0 0,4 4 0 15,0 0 0-15,0 0-517 0,0 0-465 0,0 0 71 16,12 23 99-16,-5-18-878 15,4 3-1125-15</inkml:trace>
  <inkml:trace contextRef="#ctx0" brushRef="#br0" timeOffset="29677.97">18961 7796 1629 0,'-12'6'527'0,"9"-5"-110"0,-5 3-51 0,3-1-39 0,5-3-34 0,-14 7-24 0,8-4-22 0,6-3-23 16,-11 7-6-16,10-5-8 16,1-2-8-16,0 0 4 0,0 0 3 0,0 0 8 15,0 0 11-15,-13 4 10 0,13-4 16 16,0 0 4-16,0 0 2 0,0 0 3 0,0 0 1 15,0 0-20-15,0 0 7 0,0 0-3 16,-11-1-126-16,11 1-122 0,0 0 0 0,0 0 0 16,-9-11 0-16,6 7 0 0,1-5 0 15,2 3 0-15,0-6 0 0,0 1 0 0,0-1 0 16,2-6 0-16,5-2 0 0,-2 0 0 16,1-3 0-16,3-3 0 0,5-2 0 0,1 2 0 15,1 2 0-15,-4 7 0 16,4 1 0-16,1 5 0 0,0 0 0 0,3 3 0 15,-4 4 0-15,6 2 0 0,1 8 0 16,1 0 0-16,4 8 0 0,1 5 0 0,0 2 0 16,-6 3 0-16,0 0 0 0,-7-1 0 15,2 1 0-15,-5 2 0 0,-6-2 0 0,2-2 0 16,-6-1 0-16,-1-4 0 16,-2 1 0-16,2-1 0 0,-2-4 0 0,-2 1 0 0,2-2 0 15,0-3 0-15,0-1 0 16,0 0 0-16,0-8 0 0,0 9 0 0,0-9 0 15,0 0 0-15,0 0 0 0,0 0 0 16,0 0 0-16,4-42 0 0,1 9 0 0,6 0 0 16,0-2 0-16,0 4 0 0,5-1 0 15,-4 3 0-15,4 4 0 0,-5 7 0 0,0 1 0 16,1 7 0-16,-1 2 0 0,1 3 0 16,-1 3 0-16,2 4 0 0,1 3 0 0,-1 1 0 15,1 8 0-15,1 1 0 0,2 8 0 16,-4 2 0-16,3 2 0 0,-7-5 0 0,2 5 0 15,1 2 0-15,-1-3 0 0,0-4 0 16,-6-4 0-16,4-1 0 0,-5 1 0 0,3-5 0 16,0-2 0-16,-1 0 0 15,-5-3 0-15,5-1 0 0,-4 0 0 0,1-1 0 16,-3-2 0-16,0-4 0 0,6 10 0 16,-6-10 0-16,5 2 0 0,-5-2 0 0,0 0 0 15,0 0 0-15,0 0 0 0,0 0 0 16,0 0-8-16,0 0-712 0,9-14-171 0,-9 14 14 15,2-8 80-15,-2 8-869 0,2-9-1102 16</inkml:trace>
  <inkml:trace contextRef="#ctx0" brushRef="#br0" timeOffset="30144.1">19737 6837 4355 0,'-8'-11'-108'0,"4"2"92"0,1 0 88 16,-4 4 62-16,5 1 56 0,2 4 40 0,-5-8 22 0,5 8 12 0,0 0-12 16,-9-6-17-16,9 6-10 0,0 0 27 15,0 0 12-15,0 0-5 0,-4 30-25 0,10-8-1 16,-3 15-1-16,6 2-8 0,2 11 2 16,0 1-44-16,0 1-182 0,3-1 0 0,-1-1 0 15,-1 0 0-15,-3-11 0 0,-2-1 0 16,0 0 0-16,-4-4 0 0,1-3 0 0,-2-8 0 15,2-5 0-15,-3-1 0 16,1-3 0-16,0-2 0 0,2-3 0 0,-2 1 0 16,0-3 0-16,-1-4 0 0,-1-3 0 15,0 0 0-15,0 0 0 0,0 0 0 0,25-14 0 16,-16 6 0-16,-4-2 0 0,1-3 0 16,-1 0-451-16,3 1-373 0,-5-4-93 0,4 2 84 15,-2 3-924-15,-1-3-1188 0</inkml:trace>
  <inkml:trace contextRef="#ctx0" brushRef="#br0" timeOffset="30545.9">20127 6987 4786 0,'-11'-5'19'0,"11"5"71"0,0 0 67 15,0 0 73-15,-19 14 47 0,11-7 31 16,7 4-5-16,-5 3 1 0,6 3-7 16,-3 2-13-16,6 2-16 0,1 1-17 0,-1 0-13 15,5 1-17-15,-1 6-63 0,5-7-158 16,-1 4 0-16,2-7 0 0,1-4 0 16,1-3 0-16,1 0 0 0,0-5 0 0,2-2 0 15,-1-1 0-15,-2-4 0 0,6-1 0 16,-6-4 0-16,3 0 0 0,1-4 0 15,-2 0 0-15,-3-2 0 0,-1-3 0 0,-4-3 0 16,-1-2 0-16,0-2 0 0,-7-2 0 16,-1-3 0-16,0-11 0 0,-5 2 0 0,1 7 0 15,-1 6 0-15,2 0 0 0,-3 7 0 16,1 1 0-16,-3 0 0 0,-2 6 0 0,3 2 0 16,-2 2 0-16,-4 2 0 0,13 2 0 15,-20 2 0-15,8 2 0 0,3 2-342 0,0-4-254 16,0 6-128-16,6-4-152 0,3-4 81 15,0 6 80-15,0-6-694 0,10 10-861 0</inkml:trace>
  <inkml:trace contextRef="#ctx0" brushRef="#br0" timeOffset="31160.19">20819 6898 4030 0,'-14'-3'117'0,"5"0"55"0,9 3 34 16,0 0 34-16,-19 4 26 0,19-4 19 16,-9 7 4-16,5-3 0 0,0 8-7 0,2-2-17 15,2 1-19-15,0 3-19 0,2 3-22 16,2 1-17-16,1-1-18 0,-1-2-14 16,6 1-18-16,-2-1-11 0,1 1-15 15,5-3-10-15,-3 1-23 0,0-3-79 0,1-3 0 16,-3-2 0-16,2-4 0 0,1-2 0 15,-1 0 0-15,1-2 0 0,1-6 0 0,-3 2 0 16,0-5 0-16,-3 1 0 0,0-5 0 16,-1-3 0-16,1-2 0 0,-7-4 0 0,1-2 0 15,-1 2 0-15,0 2 0 0,-1-1 0 16,1 6 0-16,0 3-131 0,0 4-134 0,-5 3-30 16,3 3-42-16,2 4-32 15,-7-2-22-15,7 2-4 0,0 0 31 0,0 0 34 16,0 0 43-16,0 0 59 0,-8 11 64 15,8-11 67-15,0 0 69 0,11 10 72 0,-5-4 60 16,0 0 54-16,2 4 47 0,-3-1 48 16,3 4 35-16,0 1 15 0,-1 4 7 0,1-3-1 15,1 13-16-15,1 1-8 0,-1 2 0 16,-1 0 10-16,-1-1-9 0,3 3-23 0,-8-8-263 16,4 1 0-16,-3 8 0 0,1-7 0 15,0-3 0-15,0 0 0 0,-2-2 0 16,-2-3 0-16,2-2 0 0,-2-2 0 0,0-1 0 15,0 0 0-15,-2-2 0 0,2-2 0 16,-3 3 0-16,-4-5 0 0,0 2 0 0,-4-2 0 16,-3-1 0-16,1-1 0 0,-3-2 0 15,3 0 0-15,-2 0 0 0,0-2 0 16,-1-1 0-16,-1-1 0 0,2 0 0 0,2 0 0 16,-5 0 0-16,5 0 0 0,-1-3 0 15,3 1 0-15,-2-1 0 0,5-2-37 0,3-1-991 16,1 3 86-16,-2-5 102 0,6 8-977 15,6-15-1246-15</inkml:trace>
  <inkml:trace contextRef="#ctx0" brushRef="#br0" timeOffset="31910.9">21509 7155 4748 0,'-1'-17'-19'0,"-4"3"88"0,5 4 75 0,-2-1 68 0,0-1 64 0,0 6 48 0,2-2 34 0,0 8 18 15,0-13 19-15,0 13-22 0,-1-8-17 0,1 8-36 16,0 0-61-16,0 0-259 0,0 0 0 15,0 0 0-15,9 29 0 0,-5-7 0 0,4 14 0 16,-3 2 0-16,1 1 0 0,-2 1 0 16,-1 2 0-16,2-4 0 0,-1 0 0 0,-3-4 0 15,1-6 0-15,-2-7 0 16,2-1 0-16,0-6 0 0,0-1 0 0,-2-1 0 16,2-3 0-16,-2 0 0 0,2-2 0 15,-2-2 0-15,0-5 0 0,1 6 0 0,-1-6 0 16,0 0 0-16,0 0 0 0,4-18 0 15,0 7 0-15,0 1 0 0,-2-3 0 0,4-1 0 16,-1 2 0-16,3-1 0 0,-3 1 0 16,5 1 0-16,2 1 0 0,0 2 0 0,0 4 0 15,1-2 0-15,1 2 0 16,-1 4 0-16,5 2 0 0,-4 3 0 0,6 4 0 0,-2 1 0 16,-6 3 0-16,1 3 0 15,5 7 0-15,-9-3 0 0,-1 1 0 0,-2-1 0 16,-2 3 0-16,-6-5 0 0,-2 6 0 15,0-3 0-15,-2-2 0 0,-1 1 0 0,-1-3 0 16,-1-1 0-16,1-3 0 0,-3-1 0 16,1-4 0-16,-4-2 0 0,3 1 0 0,-4-2 0 15,2-2 0-15,-1 0 0 0,3-3 0 16,11 0 0-16,-25-3 0 0,14-1 0 0,-3 0 0 16,3 0 0-16,2 1 0 0,-2-1 0 15,0-2 0-15,4 2 0 0,0-4 0 0,0-1-143 16,3 1-879-16,4-4 96 15,0 0-1148-15,6-1-1488 0</inkml:trace>
  <inkml:trace contextRef="#ctx0" brushRef="#br0" timeOffset="33459.71">21840 6682 5113 0,'0'0'-365'0,"0"0"74"0,0 0 54 0,-4-5 58 0,4 5 49 0,0 0 45 0,0 0 39 16,0 0 26-16,0 0 22 16,0 0 12-16,0 0 16 0,0 0 7 0,0 0-1 15,0 0 4-15,0 0 7 0,0 0-11 16,0 0 4-16,0 0 4 0,0 0 11 0,0 0 11 16,0 0 15-16,0 0 17 0,0-7 5 15,0 7 12-15,0 0 11 0,0 0 10 0,0 0 9 16,0 0 1-16,0 0-1 0,0 0 1 15,0 0-7-15,0 0-3 0,0 0-9 0,0 0-2 16,0 0-12-16,0 0-3 0,0 0-12 16,0 0-9-16,0 0-1 0,0 0-4 0,0 0-11 15,0 0-4-15,0 0 5 0,0 0-8 16,0 0 9-16,0 0 1 0,-5-8-3 0,5 8 6 16,0 0-4-16,0 0 3 15,0 0-2-15,0 0 2 0,0 0-5 0,0 0 2 16,0 0-8-16,0 0-3 0,0 0-4 15,0 0 2-15,0 0-5 0,0 0-6 0,0 0 5 16,0 0 2-16,0 0 1 0,0 0 1 16,0 0-60-16,0 0 0 0,0 0 0 15,0 0 0-15,0 0 0 0,0 0 0 0,0 0 0 16,0 0 0-16,0 0 0 0,0 0 0 16,-4-9 0-16,4 9 0 0,0 0 0 0,0 0 0 15,0 0 0-15,0 0 0 0,0 0 0 16,-2-9 0-16,2 9 0 0,0 0 0 0,0-8 0 15,0 8 0-15,0 0 0 16,0-11 0-16,0 11 0 0,0-12 0 0,2 6 0 16,-2 6 0-16,2-15 0 0,0 7 0 15,0 2 0-15,-2 6 0 0,2-15 0 0,-1 9 0 16,1-2 0-16,3 2 0 0,-1-1 0 16,-1-1 0-16,5 0 0 0,1-2 0 0,-3 2 0 15,4 1 0-15,3 0 0 0,-3 2 0 16,3 0 0-16,-2 1 0 0,3 2 0 0,-1 2 0 15,-13 0 0-15,32 4 0 0,-15 3 0 16,1 1 0-16,0 4 0 0,6 5 0 0,-3 4 0 16,-5 3 0-16,4 1 0 0,-5 2 0 15,0 0 0-15,-4 2 0 0,-3-5 0 16,-4 0 0-16,0-2 0 0,-4 2 0 16,-2-3 0-16,0 1 0 0,-2 0 0 0,-2-5 0 15,1 2 0-15,-3-3 0 0,-4 0 0 16,1-3 0-16,2-2 0 0,-5-2 0 0,3 0 0 15,-3-2 0-15,5-3 0 0,-2-3 0 16,-1-1 0-16,-1-4 0 0,2-4 0 0,-3-5 0 16,1-13 0-16,1-5 0 0,7-7 0 15,5-1 0-15,3 0 0 0,3 1 0 0,0 5 0 16,3 2 0-16,1 8 0 0,0 5 0 16,1 1 0-16,-2 7 0 0,3 2 0 15,1 2 0-15,1 6 0 0,-1 2 0 16,0 4 0-16,4 4 0 0,-2 3 0 0,6 8 0 15,3-1 0-15,-5 1 0 0,-1 3 0 0,2-4 0 16,-2 1 0-16,-2-6 0 0,-1-1 0 16,-1-1 0-16,0-2 0 0,-2-3 0 0,1 0 0 15,1-5 0-15,1-2 0 0,1 1 0 16,-2-4 0-16,2-1 0 0,1-2 0 16,0-4 0-16,4-3 0 0,0-6 0 0,0-8 0 15,-2-2 0-15,-2-3 0 0,4-11 0 0,-8 5 0 16,3 6 0-16,-5 2 0 15,-2 9 0-15,-2 4 0 0,-5 6 0 0,-4 5 0 16,2 5 0-16,-12 0-687 0,12 0-287 16,-31 19 85-16,8 1-1029 0,-1 3-1341 0</inkml:trace>
  <inkml:trace contextRef="#ctx0" brushRef="#br0" timeOffset="34043.49">23281 7161 4892 0,'-9'2'-98'0,"4"2"91"0,0-2 58 0,5-2 48 0,0 0 53 15,0 0 71-15,0 0 75 0,0 0 54 0,0 0 28 0,0 0 22 16,0 0 11-16,0 0-19 0,50-8-25 16,-27 4-98-16,2 0-271 0,9-3 0 15,4 0 0-15,-2 0 0 0,-2-1 0 16,0-2 0-16,-5 6 0 0,-8-3 0 0,2 3 0 16,-1 0 0-16,-8-1 0 0,1 0 0 15,-3 1 0-15,-3 2 0 0,1 0-456 0,-10 2-193 16,12 0-121-16,-12 0-86 0,0 11 75 15,-8 1-810-15,-4 8-1033 0</inkml:trace>
  <inkml:trace contextRef="#ctx0" brushRef="#br0" timeOffset="34243.54">23262 7486 4487 0,'-11'0'307'15,"2"2"48"-15,9-2 50 0,0 0 27 16,0 0 8-16,-16-7 1 0,16 7-21 0,4-10-35 15,-4 10-33-15,17-18-185 0,2 7-167 16,7-5 0-16,7 0 0 0,9-3 0 0,4 2 0 16,3-1 0-16,-1 1 0 0,0-2-62 15,0 2-609-15,-3-3-247 0,-1 0 34 0,-8 5 97 16,-3 1-869-16,-5-3-1093 0</inkml:trace>
  <inkml:trace contextRef="#ctx0" brushRef="#br0" timeOffset="34496.91">23724 6940 5020 0,'-14'-4'237'16,"3"4"67"-16,11 0 28 0,-12-3 18 15,12 3 18-15,0 0 12 0,0 0 24 0,0 0-8 16,0 0-15-16,61 13-362 0,-29 3-19 16,13 6 0-16,-2 5 0 0,-7 5 0 0,-1 3 0 15,-4 4 0-15,-9 3 0 16,-5 2 0-16,-9-7 0 0,-5 5 0 0,-3 1 0 15,-5-2 0-15,-4 0 0 0,-3-3 0 16,-1-2 0-16,-3-2 0 0,1-4 0 0,2-3 0 16,1-7 0-16,1-4 0 0,1-3 0 15,1-2 0-15,1-3 0 0,3-3 0 0,-1-1 0 16,0-3 0-16,6-1-103 0,0 0-919 16,0 0 92-16,0 0 94 0,0 0-966 0,0 0-1232 15</inkml:trace>
  <inkml:trace contextRef="#ctx0" brushRef="#br0" timeOffset="35676.31">24760 7397 5379 0,'2'-11'131'0,"-2"6"49"0,0 5 47 0,4-10 31 0,-4 7 27 0,0 3 16 0,0 0 9 0,0 0-3 0,2-12-21 16,-2 12-26-16,0 0-25 0,0 0-203 0,4-9-32 15,-4 9 0-15,5-4 0 0,-5 4 0 16,7-4 0-16,0-2 0 0,-2 5 0 16,-5 1 0-16,12-9 0 0,-5 4 0 15,1-2 0-15,2-2 0 0,1-4 0 0,1-1 0 16,1-1 0-16,0-3 0 0,4-3 0 15,-1 4 0-15,0-3 0 0,2 5 0 0,-3 5 0 16,0 0 0-16,0 6 0 0,3 0 0 16,-1 4 0-16,4 5 0 0,7 6 0 0,3 5 0 15,-4 1 0-15,-3 4 0 0,1 6 0 16,-6 0 0-16,0 4 0 0,-2 1 0 0,-1 1 0 16,-7 5 0-16,-4-2 0 15,2 0 0-15,-7-4 0 0,0-6 0 0,-2-1 0 0,0 0 0 16,-1-7 0-16,3-1 0 15,0-3 0-15,-1-2 0 0,1-3 0 0,1-1 0 16,-1-3 0-16,0-5 0 0,0 0 0 16,0 0 0-16,0 0 0 0,9-30 0 0,-2 0 0 15,4-9 0-15,7-4 0 0,-2 1 0 16,7 2 0-16,-7 12 0 0,3 1 0 0,-2 5 0 16,4 0 0-16,2 4 0 0,-4 8 0 15,0 3 0-15,-2 5 0 0,-1 2 0 0,0 1 0 16,6 4 0-16,-3 7 0 0,1 7 0 15,3 2 0-15,-3 2 0 0,-2 4 0 0,0 1 0 16,-3 1 0-16,0 2 0 0,-4-2 0 16,2 0 0-16,-6-6 0 0,-2 0 0 15,1-7 0-15,-1-1 0 0,0-3 0 0,-1 0 0 16,0-1 0-16,-3-5 0 0,3 1 0 16,-2 1 0-16,0-2 0 0,-2-6 0 0,3 8 0 15,-3-8 0-15,0 8 0 0,0-8 0 16,0 0 0-16,0 4 0 0,0-4 0 0,0 0-1032 15,-1 9-1403-15,1-9-1825 0</inkml:trace>
  <inkml:trace contextRef="#ctx0" brushRef="#br0" timeOffset="36226.92">25901 6459 6474 0,'-7'-17'-151'0,"1"3"55"0,3 2 62 0,1 5 48 0,-2 0 49 0,1 1 36 0,3 6 32 0,0 0 51 0,0 0 63 16,0 0 41-16,0 0 30 0,-1 41 0 15,1-4 9-15,1 6-304 0,2 14-21 0,1 3 0 16,-2 2 0-16,1-1 0 0,3-1 0 16,0 1 0-16,1-5 0 0,1-3 0 0,0-13 0 15,-3-3 0-15,3-2 0 0,-4-8 0 16,2-7 0-16,-4-3 0 0,-1-5 0 0,1 1 0 15,2-3 0-15,-2-1 0 0,-2-3 0 16,2 0 0-16,-2-6 0 0,0 0 0 0,0 0 0 16,15-16 0-16,-7 3 0 0,5-16-246 15,2 6-767-15,-2-5 94 0,5-3-1126 0,0 1-1459 16</inkml:trace>
  <inkml:trace contextRef="#ctx0" brushRef="#br0" timeOffset="36576.32">26315 6615 5867 0,'-17'2'-68'0,"17"-2"72"0,-22 8 72 0,10 1 63 15,-1 3 62-15,1 4 44 0,1-1 30 16,-1 4 8-16,6 3-1 0,-1-2-21 0,3 4-8 16,4-3-13-16,2 3-107 0,1-2-133 15,9 8 0-15,-2-9 0 0,4 3 0 16,4-7 0-16,-2-2 0 0,0-3 0 15,6-2 0-15,-2-3 0 0,-3-2 0 0,5-4 0 16,-6 1 0-16,4-4 0 0,-1-1 0 16,-2-2 0-16,-1-2 0 0,-4 1 0 0,-1-6 0 15,2-2 0-15,-6-3 0 0,-3 0 0 16,-3-6 0-16,-1-3 0 0,-7-7 0 0,-2 4 0 16,-3 0 0-16,-1 6 0 0,-3 5 0 15,1 5 0-15,1 4 0 0,2 1 0 0,-6 8 0 16,3 0 0-16,-2 6 0 0,-2 5 0 15,-6 6 0-15,2 2-52 0,2-1-712 16,6-1-188-16,6-3 86 0,4-2 93 16,5-2-854-16,7 1-1066 0</inkml:trace>
  <inkml:trace contextRef="#ctx0" brushRef="#br0" timeOffset="37143.12">26652 6714 4658 0,'0'0'108'0,"-7"-10"54"0,7 10 56 0,-5-5 55 16,5 5 49-16,0 0 39 0,0 0 23 16,-14 14 2-16,10-4-32 0,2 0-20 0,0 2-22 15,2 2-27-15,4-1-251 16,-2 3-34-16,2-1 0 0,1-1 0 0,3 3 0 0,0-2 0 16,3-5 0-16,1-2 0 15,1 0 0-15,3-3 0 0,-2 1 0 0,4-2 0 16,-3-4 0-16,-1 0 0 0,-2 0 0 15,-1-2 0-15,2 0 0 0,-4-4 0 0,-2 1 0 16,0-3 0-16,-4-2 0 0,-3-2 0 16,0-1 0-16,-1-4 0 0,-4 1 0 0,-1-5 0 15,-1 2 0-15,1 5 0 0,-1 2 0 16,-3 2 0-16,2 5 0 0,1 0-344 0,0 3-35 16,7 2 7-16,-12-3 26 15,12 3 35-15,-6-4 27 0,6 4 49 0,0 0 71 16,0 0 61-16,0 0 52 0,0 0 50 15,29 10 45-15,-16-3 45 0,2 5 44 0,-4 4 47 16,2 1 39-16,-1 12 29 0,-1 5 38 16,0 2 21-16,-4 6 27 0,-3-1-16 15,-2 2 7-15,-1-1-218 0,3 3-107 0,-2-3 0 16,0-7 0-16,2 0 0 0,-2-5 0 16,2-6 0-16,-4-3 0 0,2-4 0 0,0 0 0 15,0-5 0-15,-1 0 0 0,-1-2 0 16,0 0 0-16,0-1 0 0,0-9 0 0,-1 12 0 15,-3-8 0-15,4-4 0 0,-20 3 0 16,20-3 0-16,-28-3 0 0,8 1 0 16,-5-2 0-16,0 3 0 0,-2 0 0 0,0 1 0 15,2 0 0-15,5 0 0 0,-2 2 0 16,3 0 0-16,2 0 0 0,4 0 0 0,2-2 0 16,-1 0-531-16,12 0-455 0,-19-2 106 15,19 2-1090-15,0 0-1390 0</inkml:trace>
  <inkml:trace contextRef="#ctx0" brushRef="#br0" timeOffset="38509.61">27321 7175 5715 0,'-13'-10'-16'0,"3"4"58"0,3-1 60 0,-1 0 65 0,5-2 38 0,1 2 25 0,2-2 7 0,4-3-1 0,3 1-12 15,6-5-9-15,10-1-25 0,-2 5-16 16,2 3-15-16,-2 3-15 0,2 1-17 16,-4 5-87-16,2 3-40 0,0 4 0 15,-4 3 0-15,5 10 0 0,-8 7 0 0,-4 2 0 16,-9 0 0-16,-8 6 0 0,-7 2 0 15,-4 6 0-15,-4-1 0 0,-1 0 0 0,-1-1 0 16,7-12 0-16,-1-2 0 0,5-6 0 16,6-5 0-16,1-3 0 0,0-3 0 0,2 1 0 15,2-4 0-15,2-7 0 0,6 8 0 16,-6-8 0-16,27 0 0 0,-2-6 0 0,13 0 0 16,11-8 0-16,-7 4 0 15,10-3 0-15,-2 1 0 0,0-1 0 0,-9 3 0 16,-3 1 0-16,-6 1 0 0,-5 5 0 15,-6 0 0-15,-6-1 0 0,-1 2 0 0,-7-2 0 0,3 2 0 16,-10 2 0-16,15 0 0 16,-15 0 0-16,11-3 0 0,-11 3 0 0,10-2 0 15,-10 2 0-15,0 0 0 0,0 0 0 16,0 0 0-16,12 5 0 0,-12-5 0 0,-4 12 0 16,4-12 0-16,-7 17 0 0,2-5-361 15,-2 1-656-15,-5 3-1300 0,2 4-1715 0</inkml:trace>
  <inkml:trace contextRef="#ctx0" brushRef="#br0" timeOffset="39592.33">27870 6274 5738 0,'-11'-8'-294'0,"6"5"96"0,-2-1 81 0,1-4 81 0,1 3 61 0,-1-2 51 0,3 0 35 16,1-1 31-16,2-2 18 0,0-1 42 0,2-1 7 16,1 0-4-16,5 0-10 0,1 1-15 15,3-3-13-15,1 3-14 0,3 1-12 16,0 0-15-16,0 5-11 0,2 3-18 16,0 0-6-16,1 4-6 0,-2 2-11 0,4 2-6 15,-2 3-8-15,-4-3-5 0,-2 7-2 16,1 1-3-16,-4 1-6 0,-5 2-1 0,-3-2-7 15,-4 6 1-15,-2 1 2 0,-3-2 9 16,-6 9-37-16,1-3-11 0,-1-5 0 0,3-3 0 16,1-3 0-16,-1-3 0 0,7-3 0 15,-4 1 0-15,5-3 0 0,1-2 0 16,1-5 0-16,-4 9 0 0,4-9 0 0,0 0 0 16,10 11 0-16,-3-7 0 0,3 1 0 15,4 2 0-15,-2 1 0 0,6 1 0 0,-1 3 0 16,6 5 0-16,-2 3 0 15,-3 1 0-15,-4-1 0 0,3 3 0 0,-10-4 0 16,4-1 0-16,-10-1 0 0,1 1 0 16,-4-3 0-16,-1 3 0 0,-6-1 0 0,-4 0 0 0,-6 2 0 15,-5-2 0-15,-5-4 0 16,1 0 0-16,3-5 0 0,0-2 0 0,0-3 0 16,5-2 0-16,-2-2 0 0,1-1 0 15,3-1 0-15,0-3 0 0,0 1 0 0,4 0 0 16,0 1 0-16,3-2 0 0,0 2 0 15,2 1 0-15,9 3 0 0,-16-5 0 0,10 3 0 16,6 2 0-16,-10-3 0 16,10 3 0-16,-9-2 0 0,9 2-482 0,0 0-520 15,0 0 110-15,0 0-1086 0,0 0-1395 16</inkml:trace>
  <inkml:trace contextRef="#ctx0" brushRef="#br0" timeOffset="40992.22">25159 9128 5325 0,'0'0'27'0,"0"0"42"0,-22-10 44 0,19 6 48 0,-3-2 49 0,2-1 41 16,1-3 33-16,0 0 11 16,-1-3-3-16,4 1-13 0,4-5-20 0,2-1-14 15,6 2-15-15,7-4-79 0,5 1-151 16,3 3 0-16,5 4 0 0,-3 6 0 0,-3 6 0 15,3 0 0-15,14 6 0 0,-5 5 0 16,-2 4 0-16,-2 2 0 0,-4 4 0 0,-1 3 0 16,-6 3 0-16,-6-3 0 0,-4 3 0 15,-1-3 0-15,-7-3 0 0,0-1 0 16,-3-3 0-16,-1 0 0 0,-1-5 0 16,2 1 0-16,0-1 0 0,0-3 0 0,0-1 0 15,-2-8 0-15,0 7 0 0,0-7 0 16,0 0 0-16,0 0 0 0,0 0 0 0,3-37 0 15,3 13 0-15,1-7 0 0,5-1 0 16,5 3 0-16,1 3 0 0,-4-1 0 0,8 7 0 16,-7 4 0-16,4 8 0 0,-2 2 0 15,3 5 0-15,-4 1 0 0,8 5 0 0,-1 4 0 16,5 4 0-16,-2 4 0 0,-1 4 0 16,-4 0 0-16,2 0 0 0,-2 4 0 0,-2-3 0 15,1 1 0-15,-8-6 0 0,-2-3 0 16,0-1 0-16,-5-4 0 0,3-2 0 15,-5 1 0-15,3-3 0 0,-1 1 0 0,-2-1 0 16,-3-5 0-16,8 6 0 0,-8-6 0 16,3 5 0-16,-3-5 0 0,0 0 0 0,0 0 0 15,0 0 0-15,0 0-800 0,0 0-154 16,0 0 92-16,0 0-1034 0,0 0-1319 0</inkml:trace>
  <inkml:trace contextRef="#ctx0" brushRef="#br0" timeOffset="43607.74">26070 8545 4928 0,'0'-12'-169'0,"0"12"75"0,-2-7 77 0,0 1 61 0,0 1 57 0,2 5 49 0,-7-11 36 0,7 11 29 0,-3-8 26 0,-1 3 21 0,4 5 7 0,-4-9 4 0,4 9-4 0,-1-7-8 0,1 7-5 0,-4-7-4 16,4 7-5-16,0 0-24 0,-4-10-5 16,4 10-142-16,0 0-76 0,-2-7 0 0,2 7 0 15,-3-5 0-15,3 5 0 16,0 0 0-16,0 0 0 0,-7-5 0 0,7 5 0 15,0 0 0-15,0 0 0 0,0 0 0 16,0 27 0-16,4-9 0 0,1 2 0 0,0 2 0 16,2 10 0-16,3-6 0 0,0 3 0 15,1 0 0-15,-4-8 0 0,2-3 0 0,-6-1 0 16,3-2 0-16,-2-1 0 0,-1-4 0 16,3-1 0-16,-4-1 0 0,-1-2 0 0,1 0 0 15,-2-6 0-15,7 13 0 0,-5-9 0 16,-2-4 0-16,3 8 0 0,-3-8 0 0,4 6 0 15,-4-6 0-15,2 5 0 0,-2-5 0 16,0 0 0-16,0 0 0 0,0 6 0 0,0-6 0 16,0 0 0-16,0 0 0 0,0 0-190 15,0 0-543-15,0 0-206 0,0 0 90 16,4-17 91-16,-4 17-848 0,0 0-1046 16</inkml:trace>
  <inkml:trace contextRef="#ctx0" brushRef="#br0" timeOffset="43974.87">26330 8623 4128 0,'0'0'13'0,"2"-5"106"0,-2 5 74 0,0 0 71 0,-2-9 85 0,2 9 72 0,0 0 52 0,0 0 42 15,0 0 14-15,0-8-4 0,0 8-17 0,0 0-354 16,0 0-154-16,2-7 0 0,-2 7 0 16,0 0 0-16,0 0 0 0,0 0 0 15,0 0 0-15,0 0 0 0,0 0 0 16,0 0 0-16,-4-8 0 0,4 8 0 0,0 0 0 15,0 0 0-15,0 0 0 0,0 0 0 16,0 0 0-16,0 0 0 0,0 0 0 0,0 0 0 16,0 0 0-16,0 0 0 0,0 0-553 15,0 0-430-15,-3 20 108 0,-1-11-1091 0,2-3-1384 16</inkml:trace>
  <inkml:trace contextRef="#ctx0" brushRef="#br0" timeOffset="44857.79">26896 8320 4847 0,'6'-5'-259'0,"-1"-1"83"15,-3 0 65-15,5 0 69 0,-4 0 70 16,1 4 42-16,0-4 38 0,-4 6 33 0,5-7 23 16,-5 7 22-16,6-6 12 0,-6 6 26 15,5-8 8-15,-5 8 21 0,0 0 10 0,0 0 10 16,3-6 7-16,-3 6 3 16,0 0-5-16,0 0-29 0,0 0-15 0,0 0-14 0,0 0-29 15,0 0-134-15,-23-5-57 16,23 5 0-16,-27 3 0 0,13 0 0 0,0 0 0 15,-1-1 0-15,-1 0 0 0,3 0 0 16,-1-2 0-16,3 2 0 0,11-2 0 0,-17 0 0 16,17 0 0-16,-17 2 0 0,17-2 0 15,-14 0 0-15,14 0 0 0,0 0 0 0,-16 2 0 16,16-2 0-16,0 0 0 0,-14 2 0 16,14-2 0-16,0 0 0 0,-11 0 0 0,11 0 0 15,0 0 0-15,0 0 0 16,0 0 0-16,0 0 0 0,-16 0 0 0,16 0 0 15,0 0 0-15,0 0 0 0,0 0 0 16,0 0 0-16,0 0 0 0,0 0 0 0,0 0 0 16,0 0 0-16,0 0 0 0,-15-2 0 15,15 2 0-15,0 0 0 0,0 0 0 0,0 0 0 16,0 0 0-16,0 0 0 0,0 0 0 16,0 0 0-16,0 0 0 0,0 0 0 0,0 0 0 15,0 0 0-15,0 0 0 0,0 0 0 16,0 0 0-16,0 0 0 0,0 0 0 0,-9 8 0 15,9-2 0-15,-3 3 0 0,1 2 0 16,2 1 0-16,0 0 0 0,0 2 0 16,0-1 0-16,5-1 0 0,-3 2 0 0,2-2 0 15,-3-2 0-15,1 0 0 0,4-1 0 16,-1-1 0-16,1-1 0 0,0 0 0 16,2-2 0-16,3 2 0 0,-1-2 0 0,3 0 0 15,3 2 0-15,-2 3 0 0,6-2 0 16,-4 0 0-16,4 1 0 0,-4 1 0 15,6 1 0-15,-5-2 0 0,0 2 0 0,0-1 0 16,-4 3 0-16,-1-3 0 0,0 0 0 16,-1-1 0-16,-3 3 0 0,-3-2 0 0,1-3 0 15,-4 3 0-15,0-2 0 0,-2 1 0 16,-2-1 0-16,-2 3 0 0,-1-3 0 0,-4 4 0 16,2-2 0-16,-6-1 0 0,-3 3 0 15,3-3 0-15,-1-3 0 0,0 1 0 16,0-2 0-16,3-1 0 0,0-1 0 15,-1-1 0-15,2 0 0 0,-1-2 0 0,11 0 0 16,-17 0 0-16,17 0 0 0,-15-4 0 16,8 1 0-16,7 3 0 0,-11-7 0 0,10 2-162 15,1 5-700-15,0-10-70 0,1 3 96 16,5 0-1000-16,4-2-1263 0</inkml:trace>
  <inkml:trace contextRef="#ctx0" brushRef="#br0" timeOffset="45307.93">27266 8386 4605 0,'7'-10'-161'0,"3"-1"66"0,-2 2 46 0,-3 0 47 0,6 2 42 16,-2-1 20-16,-4 0 19 0,5 4 4 15,0-3 0-15,-3 3-10 0,2 2 1 0,-1 1 5 16,-8 1 11-16,14 7 19 0,-11 1 13 15,1 6 16-15,-6 3 13 0,-2 5 15 0,-7 11 29 16,-1 1 10-16,-1 2 20 0,0 1 8 16,0-2 2-16,-1-2-10 0,3-4-10 0,3-5-20 15,5-3-12-15,1-4-14 16,2-4-7-16,2-1-1 0,-1-2-18 0,7-1-143 16,-3-2 0-16,9-4 0 0,-3 1 0 15,0-4 0-15,-11 0 0 0,29-4 0 0,-15 1 0 16,-1-4 0-16,-1 2 0 0,-5-2 0 15,2-3 0-15,-7 1 0 0,0-3 0 0,-4-1 0 16,-5-4 0-16,-11-7 0 0,2-2 0 16,-7 4 0-16,-4-3 0 0,-2 4 0 0,1-1 0 15,-1 4 0-15,5 0 0 0,5 7 0 16,3 0 0-16,5 1 0 0,0 1 0 16,0 3 0-16,6-3 0 0,-1 0 0 15,6 1 0-15,4-2 0 0,3-1 0 0,6 1 0 16,5 0 0-16,1 1 0 0,5 2 0 15,10 1 0-15,-2 4-139 0,-3 0-882 0,9 4 107 16,-1 4-1166-16,0 5-1493 0</inkml:trace>
  <inkml:trace contextRef="#ctx0" brushRef="#br0" timeOffset="46641.22">28055 8104 5349 0,'-6'-14'-274'0,"3"5"36"0,-5 1 32 0,2 0 41 0,-2 4 45 0,-3-4 43 0,-1 4 41 15,-1-3 31-15,-4 0 27 0,-2-2 8 0,0 3 13 16,0-3 12-16,-4 1 9 0,-7-4 4 16,-1 3 6-16,-1-1 1 0,-2-2-2 0,-5 1 4 15,-10-3 3-15,-3 0 0 0,-3 3 2 16,-4-2 2-16,-2 3-2 0,-4 0 0 0,2 0 9 16,-1 1 4-16,-3 1 6 0,3-1 2 15,-2 0 6-15,3 2-5 0,6 2 0 16,8 0-2-16,-1 2-11 0,3 3 0 15,-1 2-8-15,1 1-3 0,-17 1-11 0,-1 4 1 16,1 2-8-16,-5-1-8 0,1 1 1 16,0 2-1-16,0-1 7 0,-2 0-8 0,0 0 6 15,-5 1-1-15,3 0-11 0,-3 0 2 16,-3 1-4-16,2 1-13 0,0 0 12 0,-1 3-7 16,-16 6 13-16,23-7 8 0,-5 1-12 15,5 3-2-15,-1 2 5 0,4 2 4 0,2 0-1 16,4 1-3-16,9-1 0 0,-2 4-6 15,8-1 0-15,4 0-6 0,4 6-4 0,4 0 0 16,8 5-1-16,-3 1-2 0,6 4 0 16,0 1-2-16,2 5-1 0,-2 1 4 0,4 4 7 15,-2 3-4-15,2 2-34 16,2 3 0-16,-2 1 0 0,2-2 0 0,4 1 0 16,2-6 0-16,4 3 0 0,3-1 0 15,4 0 0-15,6 0 0 0,3 0 0 0,3 2 0 16,7-2 0-16,6-2 0 0,5 2 0 15,14 10 0-15,5-5 0 0,7 2 0 0,1-4 0 16,8-3 0-16,3-3 0 0,9-5 0 16,5-5 0-16,-1-4 0 0,7-3 0 0,2-6 0 15,-1-4 0-15,5-8 0 0,-1 1 0 16,-16-10 0-16,-2 1 0 0,4-4 0 0,-3 1 0 16,-2-5 0-16,4 0 0 15,-1-4 0-15,-2-2 0 0,4-3 0 0,1 0 0 16,23-8 0-16,-1-2 0 0,4-3 0 15,0-1 0-15,1-2 0 0,1-5 0 0,5 3 0 16,0-6 0-16,-1 1 0 0,-4-1 0 16,0-3 0-16,-8 5 0 0,-6 0 0 0,-22 4 0 15,-7 1 0-15,-2 3 0 0,-6-5 0 16,-4 2 0-16,-1-2 0 0,-2-1 0 0,-3-1 0 16,-5-6 0-16,2 1 0 0,-3-6 0 15,4 1 0-15,-6-2 0 0,6 1 0 0,-6-1 0 16,3 1 0-16,-1 1 0 0,-3 1 0 15,-4 0 0-15,-4 0 0 0,-1-1 0 16,-2 0 0-16,-4-2 0 0,-1 1 0 16,-5 2 0-16,0-5 0 0,1 4 0 0,-3-6 0 15,2-3 0-15,-1 1 0 0,-3 6 0 16,-4 1 0-16,1-4 0 0,-4 0 0 0,-1 0 0 16,-1 0 0-16,-4-1 0 0,-4 2 0 15,-3-3 0-15,-9-6 0 0,-4 3 0 0,-7-1 0 16,-7-1 0-16,-11 5 0 0,-16-10 0 15,-7 4 0-15,-12 8 0 0,-6 7 0 0,-9 5 0 16,-8 10 0-16,-6 9 0 0,19 7 0 16,-1 3 0-16,-23 5 0 0,7 2 0 0,21-3 0 15,7 5 0-15,6 1 0 0,4-1 0 16,7-1 0-16,3 1 0 0,15-2 0 16,2-2-173-16,2 0-851 0,-3 1 102 15,4-3-1143-15,-1 4-1478 0</inkml:trace>
  <inkml:trace contextRef="#ctx0" brushRef="#br0" timeOffset="48341.11">21450 11980 3169 0,'-10'-4'220'0,"3"4"-56"0,7 0-40 0,-11-3 2 0,11 3 14 0,0 0-13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8T03:18:13.4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20247 12556 2539 0,'0'0'373'0,"0"0"-131"16,0 0-63-16,0 0-21 0,-9 8-6 16,9-8 1-16,0 0 1 0,0 0-11 15,0 0 2-15,-3 2-1 0,3-2-4 16,0 0 2-16,0 0 18 0,0 0 7 0,0 0 27 16,0 0 20-16,0 0 15 0,0 0 18 15,0 0-19-15,0 0-24 0,-5-19-23 0,10 5-18 16,-2-3-15-16,6-12-15 0,6 2-12 15,3-2-14-15,1 2-11 0,1 1-11 0,5-1-5 16,0 8-15-16,2 2-1 0,6 1-8 16,-1 2 2-16,0 8-6 0,4 3-7 15,-2 3-6-15,9 6-5 0,-3 1-6 0,-3 7-1 16,0 1-4-16,-6 1 1 0,-1 4-4 16,-6 2 2-16,-4 4-3 0,-1-2 14 15,-6 1 10-15,-4-1 18 0,-2-7-4 0,-5 1-57 16,1-1 0-16,-1-5 0 0,0 0 0 15,-2-1 0-15,2-3 0 0,0 1 0 0,-2-4 0 16,0-5 0-16,0 0 0 0,0 0 0 16,0 0 0-16,0 0 0 0,0-47 0 0,7 14 0 15,11-14 0-15,-2 2 0 0,6 4 0 16,-1 2 0-16,-1 10 0 0,3 2 0 0,0 5 0 16,2 7 0-16,-2 5 0 0,-2 4 0 15,-4 5 0-15,5 4 0 0,0 2 0 16,6 8 0-16,-3 2 0 0,0 6 0 15,-2-1 0-15,0 6 0 0,-2 0 0 0,-4 1 0 16,2 2 0-16,-3-2 0 0,-4 1 0 16,1-7 0-16,-4-3 0 0,-4-1 0 0,3 0 0 15,-3-5 0-15,2-1 0 0,-2-1 0 16,1 1 0-16,-3-4 0 0,-1-2 0 16,2 1 0-16,1-2-1 0,-5-4-519 0,0 0-112 15,0 0-150-15,0 0-93 0,9-21 86 16,-7 7-773-16,-2-5-1004 0</inkml:trace>
  <inkml:trace contextRef="#ctx0" brushRef="#br0" timeOffset="349.78">21314 11548 4479 0,'-7'-19'50'0,"2"4"33"0,1 3 24 0,-1 2 31 16,3 1 36-16,-1 2 32 0,1 0-3 15,2 7-14-15,0 0-22 0,0 0 18 16,0 0 13-16,17 19-3 0,2 8 2 16,2 13-5-16,4 5-4 0,2 2-11 0,-2 3-11 15,-1 0-15-15,-1 3-11 0,0 2-14 16,-4-5-14-16,0-1-10 0,-3-2-12 0,-5-11-7 15,-4-2-9-15,0-1-55 0,-4-9-19 16,-1-4 0-16,2-3 0 0,-2-3 0 0,-2-2 0 16,1 1 0-16,-1-5 0 0,0-2-198 15,0-6-125-15,-1 5-121 0,1-5-112 16,0 0-148-16,0 0-132 0,-8-23 75 0,10 5-725 16,0-1-933-16</inkml:trace>
  <inkml:trace contextRef="#ctx0" brushRef="#br0" timeOffset="549.86">21642 11905 4452 0,'0'-7'117'15,"0"7"29"-15,0 0 38 0,0 0 41 16,0-11 54-16,0 11 18 0,0 0 5 0,0 0-22 16,0 0-30-16,0-8-24 0,0 8-26 15,0 0-23-15,0 0-44 0,8-7-70 0,-8 7-98 16,5-5-113-16,-5 5-140 0,9-2-151 15,-9 2-176-15,9-2-200 0,-9 2 65 16,0 0 91-16,0 0-559 0,0 0-682 0</inkml:trace>
  <inkml:trace contextRef="#ctx0" brushRef="#br0" timeOffset="916.6">22231 11454 3698 0,'-6'-18'160'16,"3"4"33"-16,-1 6 20 0,0-2 15 0,2 5 6 16,2 5-6-16,-5-9-20 0,5 9-18 15,0 0-4-15,0 0-17 0,-33 24-13 16,18 1-8-16,-1-1-9 0,5 3-14 16,4 4-2-16,1-6-17 0,6-2-6 0,6 0-8 15,5 6-9-15,5-3-2 0,4-1-2 16,3-4-16-16,2 0-3 0,0-1-6 0,2-3-10 15,-5 0-3-15,-3-2-4 0,-1-4-16 16,-5 2 0-16,1 2 2 0,-5-3-3 0,-4 2 0 16,5-2-3-16,-9 0 4 0,1 0 12 15,-4 0 7-15,2 2 3 0,-3-3 4 0,-7 3 7 16,5-3-12-16,-5-1 1 0,-1-2-10 16,-2 0 0-16,-1-1-1 0,-3-5-3 0,3 0-12 15,0-2-48-15,-6-3-66 0,1-4-77 16,0-2-94-16,2-1-141 0,-2 0-149 15,5-4-196-15,3-1-48 0,6 1 89 16,-2-1-655-16,9-2-821 0</inkml:trace>
  <inkml:trace contextRef="#ctx0" brushRef="#br0" timeOffset="1283.64">22864 11332 4048 0,'3'-7'58'16,"4"3"12"-16,-5-2 1 0,-2 6 0 15,0 0 60-15,0 0 33 0,0 0 5 0,2 25 1 16,-11-4 5-16,2 8-6 16,-4 3-9-16,1 0-7 0,0-1-16 0,5 1-19 15,3-6-8-15,2-2-7 0,6-2-7 16,1-2-13-16,9 4-8 0,-2-7-7 0,2-3-10 16,5-6-14-16,-2 0-13 0,-2-3-9 15,0-1 4-15,-1-3-2 0,-5 2 19 0,-11-3 15 16,16 0 13-16,-16 0 19 0,0 0 23 15,5-8 31-15,-5 8 27 0,-9-15 17 16,-7 3 10-16,-5-9 12 0,-6-3-6 0,-3-7-107 16,-5-3-97-16,1 0 0 0,4 0 0 15,-3 1 0-15,10 5 0 0,5 5 0 0,-2-2 0 16,8 5 0-16,0 4 0 0,4-4 0 16,4 5 0-16,3 1 0 0,2-3 0 15,3 3 0-15,7-2 0 0,10-1 0 0,6 2 0 16,7 2 0-16,4 5 0 0,10 2-508 15,2 6-501-15,-1 0 101 0,9 10 104 16,-3 7-884-16,-1 10-1122 0</inkml:trace>
  <inkml:trace contextRef="#ctx0" brushRef="#br0" timeOffset="1799.73">23927 11882 4721 0,'0'0'-16'0,"-9"-11"37"0,5 3 35 0,6 0 37 0,2-3 44 16,-1-2 33-16,8-4 10 0,7-7 0 0,3 2-9 15,8-3-5-15,5 1-15 0,6-2-4 16,-8 8-15-16,4 3-17 0,1 1-7 15,-3 3-14-15,2 6-12 0,-1 4-4 0,-9 5-8 16,10 2-17-16,-1 5-3 0,-3-1-2 16,-3 5-9-16,-3 3 2 0,3-1-5 0,-4 1-3 15,0-1 0-15,0 1-1 0,-1-5-7 16,-5 1 7-16,3-6 21 0,-4 1 17 16,-2-4 5-16,0-2-2 0,2-1-8 15,-2-2-6-15,4-3-8 0,3-2-3 0,-2-2-6 16,10-7-18-16,-5-3-48 0,0-3-49 15,1-5-63-15,4-5-80 0,-3-6-103 0,1 3-128 16,-8 4-125-16,-1 4-182 0,-4 9-31 16,-5 3 92-16,-4 9-606 0,-5 4-757 0</inkml:trace>
  <inkml:trace contextRef="#ctx0" brushRef="#br0" timeOffset="2085.21">24223 12355 3986 0,'-9'0'197'0,"9"0"22"0,0 0 30 16,-7-15 48-16,7 15 43 0,14-18 35 0,-3 6 8 15,7-2-14-15,8-6-28 0,7 2-31 16,6-5-29-16,9 2-32 0,1-2-25 16,7 3-24-16,-3-1-29 0,5 0-171 0,-8 3 0 15,2-1 0-15,0 2 0 0,-14 3 0 16,-2 0 0-16,0 2 0 0,-6-1 0 0,-1 1 0 15,3-1 0-15,2 1 0 0,0 0 0 16,0 1 0-16,0-4 0 0,2 1 0 0,2-1-197 16,6-3-110-16,-6 4-116 15,0 3-116-15,1-1-165 0,-1 4-136 0,-2 3 76 16,-6 1-738-16,-5 6-949 0</inkml:trace>
  <inkml:trace contextRef="#ctx0" brushRef="#br0" timeOffset="2665.79">26046 11863 4026 0,'-5'-6'54'16,"-1"-1"34"-16,5-2 20 0,-1 1 17 0,-1-4 26 15,6-2 40-15,-1-3 46 0,-1 0 34 16,9-5 9-16,-3 3-2 0,9-8-21 0,0 2-17 16,7-1-14-16,2 2-11 0,2 5-7 15,2 2-10-15,1 3-15 0,3 5-16 16,-7 5-16-16,1 8-14 0,7 0-11 15,1 8-10-15,-3 6-10 0,6 6-54 0,-6 5-52 16,-5-6 0-16,0 12 0 0,-4-6 0 16,-1 9 0-16,-8-4 0 0,-3 0 0 0,-4 1 0 15,2 0 0-15,-8-6 0 0,-1-3 0 16,2-6 0-16,-4-4 0 0,2 2 0 0,0-4 0 16,0-4 0-16,0 0 0 0,0-3 0 15,0-7 0-15,0 0 0 0,0 0 0 0,12-20 0 16,1-9 0-16,10-13 0 0,2-3 0 15,3-1 0-15,4 3 0 0,1 7 0 16,-3 4 0-16,-5 9 0 0,2 3 0 0,-8 7 0 16,0 7 0-16,-2 4 0 0,0 2 0 15,1 4 0-15,1 3 0 0,-2 3 0 16,0 2 0-16,-2 4 0 0,-1-1 0 0,-3 0 0 16,-2 4 0-16,1-3 0 0,-2-1 0 15,-5-1 0-15,3 0 0 0,0-5 0 0,-3 2 0 16,2-2 0-16,-1-1 0 0,-3-3 0 15,1-2-58-15,-2-3-834 0,0 0-85 16,0 0 115-16,0 0-975 0,15-12-1264 0</inkml:trace>
  <inkml:trace contextRef="#ctx0" brushRef="#br0" timeOffset="2949.27">27325 11068 5414 0,'-7'-21'41'0,"-1"1"37"0,6 4 26 0,2-1 36 15,0 4 53-15,4-3 17 0,2 4 9 16,3 2-15-16,1 3-17 0,-3 1-15 0,5 6-1 16,-12 0 0-16,24 16 3 0,-11 0 16 15,5 9-4-15,-5 5 6 0,-3 0-47 0,-4 3-145 16,-5-3 0-16,1-5 0 0,0-1 0 16,0-1 0-16,2 0 0 0,-1-2 0 0,8-3 0 15,0 2 0-15,6-2 0 0,3-4 0 16,4-6 0-16,1-4 0 0,1-2 0 15,1-2 0-15,2-2 0 0,9-2 0 0,-10 1 0 16,8-2 0-16,-5 1 0 0,-6-2-123 16,9-3-903-16,-2-1 74 0,-3 3 108 15,-6 4-940-15,11-4-1214 0</inkml:trace>
  <inkml:trace contextRef="#ctx0" brushRef="#br0" timeOffset="7166.12">20308 14512 1476 0,'0'4'460'0,"0"-4"-137"15,-5 7-90-15,5-7-50 0,0 0 0 16,0 0-7-16,-6 6 12 0,6-6-2 0,0 0 13 15,0 0-5-15,-3 4-4 0,3-4-8 16,0 0-9-16,0 0-1 0,0 0 3 16,0 0 4-16,0 0 4 0,0 0 7 0,0 0 0 15,0 0 15-15,0 0 9 0,0 0 13 16,0 0-12-16,0 0-19 0,0 0-23 0,0-21-21 16,2 9-14-16,-1-6-14 15,3-3-12-15,2-1-13 0,-1 1-10 0,4-8-10 16,3 7-4-16,-2 2-18 0,2 3-15 15,-1 3-12-15,3-1-1 0,2 5-8 0,4 2 2 16,2 4-3-16,-3 3-5 0,8 4-3 16,7 5-4-16,-2 8 9 0,1 1-11 0,5 8-3 15,-10 5 1-15,3 3 1 0,-8-4 5 16,2 5-2-16,-10-5 4 0,-1 2 9 16,-5-2 26-16,-2-4 9 0,0-7 19 0,-6-1 2 15,1 1-17-15,0-5-60 0,2 1 0 16,0-4 0-16,-3-1 0 0,-1-1 0 0,2-1 0 15,-2-7 0-15,4 11 0 16,-4-11 0-16,0 0 0 0,0 0 0 0,0 0 0 16,0 0 0-16,-2-48 0 0,8 10 0 15,0-4 0-15,7-7 0 0,0 1 0 0,5 3 0 16,-4 3 0-16,4 9 0 0,-2 4 0 16,-4 4 0-16,1 7 0 0,-1 6 0 0,-1 5 0 15,2 3 0-15,-4 4 0 0,-9 0 0 16,27 12 0-16,-15 3 0 0,8 8 0 15,-4 2 0-15,0 7 0 0,1 1 0 16,-1 1 0-16,-2 0 0 0,0 0 0 0,1 2 0 0,-1-3 0 16,-5 0 0-16,3-4 0 15,-5-7 0-15,1-3 0 0,-3-4 0 0,1-3 0 16,-1 0 0-16,-2-1 0 0,1-3 0 16,0-1 0-16,-3 0 0 0,1-2 0 0,-2-5 0 15,4 8 0-15,-4-8 0 0,0 0 0 16,0 0 0-16,0 0-269 0,0 0-319 15,0 0-131-15,-11-25-188 0,5 16 65 0,2 1 100 16,-4 1-661-16,5-2-854 0</inkml:trace>
  <inkml:trace contextRef="#ctx0" brushRef="#br0" timeOffset="7615.11">21137 13829 3845 0,'-4'-18'-40'0,"3"3"49"0,-1-1 44 0,-2 5 41 0,0 1 32 15,4 1 38-15,-1 0 23 0,1 9-3 16,-4-13-20-16,2 7-19 0,2 6-17 16,-3-8-13-16,3 8-8 0,0 0 16 0,0 0 9 15,0 0 5-15,20 33-12 0,-8-6 14 16,1 4 11-16,-1 1-5 0,8 13 4 0,-3-1 6 16,4 2 0-16,-4 3-9 0,2-5-5 15,-4 0-6-15,-3-9-8 0,1-1-4 0,-2-4-2 16,-1-1-5-16,-2-8-8 0,-2-1-6 15,-3-7-11-15,3 0-6 0,-4-3-9 0,1-2-7 16,-1-1-9-16,3 0-60 0,-3-1 0 16,0-1 0-16,-2-5 0 0,3 6 0 15,-3-6 0-15,0 0-63 0,0 0-188 0,0 0-80 16,0 0-83-16,0 0-103 16,0 0-128-16,-2-23-203 0,2 23 66 0,-5-12 96 15,0 8-557-15,2 1-704 0</inkml:trace>
  <inkml:trace contextRef="#ctx0" brushRef="#br0" timeOffset="7915.25">21581 14040 3689 0,'-7'-10'156'0,"7"10"25"0,-4-4 28 16,4 4 38-16,0 0 64 0,-8-8 53 16,8 8 26-16,0 0 1 0,-4-6-24 0,4 6-28 15,0 0-36-15,0 0-29 0,0-11-27 16,0 11-28-16,0 0-21 0,0 0-23 0,0 0-44 16,0 0-131-16,0-8 0 0,0 8 0 15,0 0 0-15,0 0 0 0,0 0 0 16,0 0 0-16,0 0-168 0,0 0-232 15,0 0-139-15,6-4-168 0,-6 4-188 0,0 0 89 16,0 0 87-16,0 0-627 0,0 0-801 16</inkml:trace>
  <inkml:trace contextRef="#ctx0" brushRef="#br0" timeOffset="8781.37">22143 13640 3910 0,'9'-11'94'0,"-4"1"21"16,1 2 21-16,-1-1 24 0,1 3 32 16,-2-2 36-16,2 2 43 0,-2-1 12 0,-4 7-3 15,3-10-20-15,-3 10-22 0,4-7-24 16,-4 7-23-16,0 0-18 0,0 0-18 0,-19-6-17 15,19 6-13-15,-38 11-11 0,16-5-14 16,-14 5-3-16,4-1-17 0,5 0-8 0,7-5-1 16,1 2-13-16,0-2-7 0,3 1-4 15,2 0-5-15,2-4-2 0,0 2-4 16,0-1-7-16,3 0-1 0,2-1 0 0,-1 1-5 16,8-3 0-16,-13 4-6 0,13-4-1 15,-10 2 3-15,10-2-3 0,0 0 2 16,-12 3-15-16,12-3-3 0,0 0 0 0,0 0 0 15,-11 3 0-15,11-3 0 0,0 0 0 16,-7 2 0-16,7-2 0 0,0 0 0 16,0 0 0-16,0 0 0 0,0 0 0 0,-10 2 0 15,10-2 0-15,0 0 0 0,0 0 0 16,0 0 0-16,-6 4 0 0,6-4 0 0,0 0 0 16,0 0 0-16,0 0 0 0,0 0 0 15,0 0 0-15,0 0 0 0,0 0 0 0,0 0 0 16,0 0 0-16,-7 5 0 15,7-5 0-15,0 0 0 0,0 0 0 0,0 0 0 16,0 0 0-16,0 0 0 0,0 0 0 16,0 0 0-16,0 0 0 0,0 0 0 0,0 0 0 15,0 0 0-15,0 0 0 0,0 0 0 16,0 0 0-16,0 0 0 0,0 0 0 0,0 0 0 16,0 0 0-16,-2 10 0 0,2-10 0 15,7 14 0-15,-1-5 0 0,0 3 0 0,4 0 0 16,-1 1 0-16,1 1 0 15,-1 2 0-15,2-3 0 0,1 1 0 0,-2-1 0 16,-1-2 0-16,1-3 0 0,-3 1 0 0,3-2 0 16,-3-1 0-16,1 0 0 0,3-1 0 15,0 0 0-15,1 0 0 16,1-2 0 0,-1 1 0-16,5-2 0 0,-1 4 0 0,0 0 0 0,4 0 0 0,-2 3 0 0,3-1 0 15,-1 1 0-15,-4 2 0 0,4-2 0 16,-3 3 0-16,-4-4 0 0,-2 1 0 0,1 0 0 15,-2 0 0-15,-3-1 0 0,1 1 0 16,-4 2 0-16,0-2 0 0,-4 3 0 0,0-3 0 16,-4 4 0-16,0-3 0 0,-4 2 0 15,-1 0 0-15,-2-2 0 0,-7 0 0 0,3-1 0 16,-4 0 0-16,1-4 0 0,4 0 0 16,-4-2 0-16,3-3 0 0,0 2 0 15,2-4 0-15,-1 2 0 0,1 0 0 16,2-2 0-16,11 2 0 0,-20 0-368 0,15-1-405 15,5 1-185-15,0 0 91 0,-16-2 95 16,16 2-743-16,0 0-959 0</inkml:trace>
  <inkml:trace contextRef="#ctx0" brushRef="#br0" timeOffset="9231.09">22575 13745 4129 0,'7'-12'-58'16,"0"5"32"-16,-3-3 24 0,2 6 20 16,-4 0 6-16,-2 4 7 0,6-4 18 0,-6 4 18 15,0 0 24-15,0 0 16 0,15 17-1 16,-12-8 9-16,-3 6 7 0,0 2 18 0,-1 1 1 16,-1 7 3-16,-4-1 7 0,1 6-4 15,1-2-6-15,0-4-15 0,2-2-11 0,0-3-4 16,2 0-6-16,2-3-13 15,0 1 3-15,6-5-4 0,-3 2 5 0,4-4-14 16,5-3-9-16,1-1-1 0,1-2-11 0,0-4 4 16,-2 0-9-16,-1 0 20 0,-13 0 33 15,21-2 19-15,-9-2 10 0,-4-2 23 0,-3-1 18 16,-3-1 8-16,-2-4 2 16,-2 1-42-16,-8-7-147 0,-3-7 0 0,-6 2 0 15,-1-4 0-15,-7 1 0 0,0 4 0 16,-2-2 0-16,1 4 0 0,1-2 0 0,2 2 0 15,3 4 0-15,4-1 0 0,5 6 0 16,-1 1 0-16,5 0 0 0,4 2 0 0,-2-1 0 16,5-1 0-16,4-2 0 0,7 1 0 15,0 0 0-15,8 2 0 0,4-2 0 16,11 1 0-16,7 2 0 0,1 5-670 16,-1-2-339-16,6 3 103 0,-4 0-1001 0,5 4-1328 15</inkml:trace>
  <inkml:trace contextRef="#ctx0" brushRef="#br0" timeOffset="9531.25">23247 13689 5412 0,'-9'4'-123'0,"9"-4"54"0,-16 4 39 16,16-4 52-16,-11 2 53 0,11-2 35 16,0 0 43-16,0 0 19 0,0 0 12 0,0 0-21 15,0 0-9-15,0 0-16 0,0 0-6 16,36-16-22-16,-13 8-13 0,8-1-9 0,3-2-40 16,-4 2-55-16,3-2-60 0,-1 2-65 15,-3 2-66-15,-9-1-76 0,-1 1-79 0,3 0-86 16,-9 0-114-16,-3 0-173 15,-5 4 51-15,-3-1-486 0,-2 4-626 0</inkml:trace>
  <inkml:trace contextRef="#ctx0" brushRef="#br0" timeOffset="9799.91">23341 13400 3376 0,'-6'-9'90'0,"0"2"42"0,4 2 30 16,2 5 17-16,-4-8 11 0,4 8 3 0,0 0-20 15,0 0 3-15,0 0 41 0,0 0 17 16,2 29 1-16,2-7-3 0,4 13 7 16,-1 2 5-16,1 3-7 0,4-1-15 0,-3 0-12 15,4 7-19-15,-3-7-17 0,1-3-15 16,0-2-16-16,-1-1-14 0,-1-3-14 16,1-8-11-16,-6-1-10 0,4-6-11 15,-5 1-9-15,1-3-6 0,0-1-18 0,0-2-48 16,-3-3-74-16,1-1-45 0,5 0-81 15,-4-4-123-15,-3-2-152 0,0 0-171 0,0 0-228 16,27-14 66-16,-16 1 103 0,2 1-631 16,1-3-789-16</inkml:trace>
  <inkml:trace contextRef="#ctx0" brushRef="#br0" timeOffset="10147.92">24185 13350 3573 0,'-8'-14'-70'0,"0"3"38"0,3 0 36 16,-3 2 37-16,5 1 53 0,-6 1 33 0,6 2 11 15,-3 2-2-15,6 3 3 0,-18-2 18 16,18 2 14-16,-29 14 15 0,4 3 16 0,-4 5 16 15,1 7 23-15,-3 6 13 0,6-2 8 16,6-1 1-16,2 0-8 0,3 1-5 16,5-1-10-16,2-1-7 0,1-5-13 15,6-6-14-15,0-1-17 0,6 1-15 0,-1 0-13 16,4-3-16-16,5-1-131 0,1-1-14 16,8 1 0-16,0-4 0 0,-1-4 0 0,12 1 0 15,-8-6 0-15,-3 0 0 0,0-3-270 16,4-1-194-16,-6-1-125 0,3-3-170 0,-1-2-105 15,-2-1 84-15,0-1-739 0,-2 0-963 16</inkml:trace>
  <inkml:trace contextRef="#ctx0" brushRef="#br0" timeOffset="10380.92">24070 13668 4509 0,'-15'0'158'0,"2"0"42"0,13 0 55 16,-20-2 70-16,20 2 51 0,-7-8-7 16,7 8-22-16,0-10-30 0,0 10-33 0,9-15-31 15,-1 5-23-15,5-1-28 0,5 1-50 16,-5 2-77-16,6-1-115 0,-2 4-134 0,-1 1-169 16,-2 3-179-16,0 1-209 0,-3 1-149 15,1 5 93-15,-4-1-769 0,-1 2-999 0</inkml:trace>
  <inkml:trace contextRef="#ctx0" brushRef="#br0" timeOffset="10963.61">24890 13896 4742 0,'0'0'207'0,"-16"1"7"0,16-1-5 15,0 0-8-15,0 0 3 0,0 0 28 16,0 0 27-16,19-22 0 0,-9 15-21 0,0-2-28 15,3 2-19-15,1 1-18 0,0-3-22 16,4 1-30-16,0 1-53 0,6-2-87 16,-5 1-73-16,1 3-121 0,2-1-131 0,-1 1-157 15,-1-2-182-15,1 1-149 0,-3 2 77 16,-7 6-687-16,-4-2-892 0</inkml:trace>
  <inkml:trace contextRef="#ctx0" brushRef="#br0" timeOffset="11131.1">24820 14127 4325 0,'-14'9'140'16,"4"-6"31"-16,5 2 43 16,-3-2 78-16,8-3 63 0,0 0 33 0,0 0 0 15,0 0-26-15,0 0-31 0,0 0-33 16,38-24-36-16,-9 9-29 0,2 1-32 16,-3-1-70-16,3 3-102 0,-1 0-140 0,3-1-176 15,1 1-219-15,0-2-269 0,-2 3-126 16,2-3 97-16,-1 2-807 0,1 3-1050 0</inkml:trace>
  <inkml:trace contextRef="#ctx0" brushRef="#br0" timeOffset="11631.19">25881 13825 4828 0,'-5'-22'108'0,"0"3"11"16,5 0 17-16,0 4 29 0,4-5 53 0,0 4 44 16,0 1 16-16,0-1-19 0,1 3-25 15,4-2-22-15,2 6-30 0,-2 3-18 0,4 2-13 16,1 4-19-16,-14 0-9 0,34 12-8 16,-9 2-11-16,-5 7-9 0,3 0-3 0,-5 5-17 15,-4 1-6-15,-1 0-7 0,-4 2-54 16,-4-3-8-16,1-2 0 0,-4-2 0 15,-1-3 0-15,-2 0 0 0,1-1 0 0,0-4 0 16,1-1 0-16,-1-4 0 0,0 1 0 16,0-2 0-16,0-8 0 0,0 9 0 15,0-9 0-15,0 0 0 0,9-27 0 16,-4 5 0-16,10-14 0 0,6-8 0 0,4-2 0 16,6 5 0-16,-3 0 0 0,1 8 0 15,-4 10 0-15,-1 2 0 0,1 5 0 0,-6 5 0 16,3 6 0-16,-8 5 0 0,4 2 0 15,-1 4 0-15,2 6 0 0,1 5 0 16,3 5 0-16,-3-3 0 0,-5 6 0 0,0 1 0 16,-2-2 0-16,3 2 0 0,-5-7 0 15,-4-4 0-15,4 2 0 0,-4-5 0 16,-1-2 0-16,-1 0 0 0,0-3 0 0,-2 2 0 16,1-2 0-16,0-1-280 0,-4-2-491 15,0-4-181-15,-2 8 77 0,2-8 99 0,-4 7-767 16,4-7-987-16</inkml:trace>
  <inkml:trace contextRef="#ctx0" brushRef="#br0" timeOffset="11913.75">26527 13408 4534 0,'-12'-21'102'0,"4"1"40"0,3 3 39 0,3 3 11 0,2 1 38 0,2-1 43 16,3 1 15-16,1 0-5 0,2 1-20 15,3 4-25-15,0 3-25 0,1 3-9 16,-12 2-16-16,31 7 0 0,-14 3-3 0,-2 2 0 16,-2 3-8-16,-1 1-52 0,-3 2-125 15,3 3 0-15,-4-1 0 0,-3 0 0 0,5-3 0 16,-3 1 0-16,1-3 0 0,0-1 0 16,-1-3 0-16,2 1 0 0,3-1 0 0,-1-3 0 15,7-1 0-15,-1-4 0 16,-2 1 0-16,7-4 0 0,-4 0 0 0,3-2 0 15,6-2 0-15,-2-2-266 0,9-3-787 16,0-1 117-16,-3 0-1083 0,-1 0-1434 0</inkml:trace>
  <inkml:trace contextRef="#ctx0" brushRef="#br0" timeOffset="13998.12">22202 15000 2061 0,'7'-12'102'0,"-4"3"11"0,-1 2-11 16,2 4-27-16,-4 3-12 0,2-7-11 16,-2 7 17-16,0 0 45 0,0 0 45 0,-6 38 22 15,1-2 16-15,-7 15-2 0,1 6 2 16,-1 3 10-16,1 3-1 0,1-1 9 0,3-4 3 16,2 0-17-16,5-13 8 0,2-2-3 15,7-4 8-15,0-4 20 0,2-5-2 16,6-1-5-16,3-4 2 0,2-4-5 15,1-4-15-15,4-5-13 0,-2-2-21 16,0-3-15-16,-3-4-16 0,5-3-12 0,-1-2-14 16,10-3-14-16,2-2-10 0,-4 1-31 15,0-3-47-15,-2 1-59 0,1-4-64 0,-9 8-63 16,-1-2-59-16,-8 4-75 0,3-3-96 16,-7 3-89-16,-4-2-90 0,1 2-152 0,-8 2-25 15,10-1 78-15,-10 1-488 0,0 0-631 16</inkml:trace>
  <inkml:trace contextRef="#ctx0" brushRef="#br0" timeOffset="14263.69">22695 15492 3501 0,'-7'-5'74'16,"7"5"-2"-16,-2-7-16 0,2 7 20 15,0 0 29-15,25-4 29 0,-5 6 8 0,5 3-7 16,7 4 0-16,2 4-13 0,2 5-10 15,4 2-10-15,-8 2-14 0,-3-1-6 16,-4 5 0-16,-6 2 3 0,-2-2 6 0,-5 3-1 16,-7-4-1-16,-5-1-3 0,-1 0-7 15,-7-2-4-15,-4 11-8 0,-3-4-7 0,-2 0-5 16,-2-4-7-16,-4 0-5 16,2-4-7-16,4-7-22 0,2-7-35 0,0-1-52 15,3-2-76-15,3-4-101 0,9 0-115 16,-22-10-169-16,13 0-186 0,2 1 66 0,2-3-424 15,1 1-550-15</inkml:trace>
  <inkml:trace contextRef="#ctx0" brushRef="#br0" timeOffset="16413.88">23864 15478 2755 0,'2'-10'218'0,"-2"10"-97"0,-4-10-16 0,4 10-7 0,-7-9 33 0,3 4 14 0,-4-2 12 16,1 2-7-16,-1-1-1 0,3 2-10 15,5 4-13-15,-18-4-3 0,18 4 4 0,-18 4 14 16,4 3 15-16,-3 8 10 0,0 7 2 16,2 2 1-16,-3 5 8 0,9 0-8 0,3-3-3 15,4-2 9-15,2-2-10 0,3 2-7 16,6 7-9-16,4-2-8 0,2-3-4 0,4-2-15 16,4-2-2-16,2-1-16 0,0-6-13 15,2-1-9-15,-3-4-15 0,-3-5-69 16,0 1-90-16,-2-3-90 0,0-1-109 0,2-4-145 15,1-1-157-15,2-3-224 16,-3 1 46-16,-6-3 87 0,-2-1-506 0,0-1-655 16</inkml:trace>
  <inkml:trace contextRef="#ctx0" brushRef="#br0" timeOffset="17063.57">24287 15463 3548 0,'6'-9'74'0,"-1"4"-6"0,2 1 22 15,-7 4 42-15,15-7 29 0,-15 7 15 16,17 6 4-16,-6-1 2 0,3 1-3 0,3 7-1 16,-3-1-3-16,-1 2 7 0,-2 1 5 0,-3 2 4 15,-1 0 2-15,-5-1 2 16,2 1-12-16,-6 1-8 0,-2-1-21 0,1 3-10 16,-7-1-9-16,0-3-20 0,-6 7-6 15,-2-6-12-15,2-5-10 0,5-5 0 0,-3-2-14 16,0-5-4-16,1-1-8 0,-1-10-22 15,3-5-25-15,0-13-9 0,2-4-3 16,11 1 5-16,5-4-8 0,0 5 0 0,2 3 2 16,2 7 0-16,2 5-2 0,-1 3 2 15,6 3-4-15,0-2 15 0,2 6 13 0,1 0 6 16,2 3 17-16,1 1 12 16,5 0 14-16,-2-2 0 0,11 1 0 0,-1-3-8 15,-9 1-1-15,-2 1-47 0,7-5-18 16,-2-2 0-16,-4 0 0 0,0-4 0 0,-2-3 0 15,-2 1 0-15,-6 1 0 0,-3-1 0 16,-3 0 0-16,-6-2 0 0,4-1 0 0,-6 8 0 16,-1-2 0-16,-2 5 0 0,-2 1 0 15,-3 1 0-15,5 7 0 0,-23 2 0 16,3 6 0-16,-6 6 0 0,0 5 0 0,5-1 0 16,3 0 0-16,9-3 0 15,1-1 0-15,7-2 0 0,2 0 0 0,5 1 0 0,7-1 0 16,4 1 0-16,14 0 0 15,1 1 0-15,2-2 0 0,1 1 0 0,-1 3 0 16,-2-1 0-16,-1 1 0 0,-1-1 0 16,-5 3 0-16,-4 2 0 0,-1-4 0 0,-9-1 0 15,-4-3 0-15,0 2 0 0,-4-1 0 16,-3 1 0-16,0-1 0 0,-4 3 0 0,-4 0 0 16,-5 1 0-16,-4 1 0 0,-5-1 0 15,6-7 0-15,-4-1 0 0,-3-2 0 16,3-1 0-16,1-5 0 0,-3-5 0 0,2-2 0 15,1-2 0-15,-4-13 0 0,6-2-584 16,-6-52-448-16,23 51 122 16,2 3 86-16,3 8-822 0,5 1-1085 15</inkml:trace>
  <inkml:trace contextRef="#ctx0" brushRef="#br0" timeOffset="17413.03">25392 15363 4907 0,'0'0'96'0,"7"-5"27"0,-7 5 44 0,0 0 67 0,0 0 31 0,0 0 15 16,5-4-6-16,-5 4-22 0,10-8-28 0,-3 3-21 15,7-4-20-15,-3 2-18 0,3-3-17 16,1 0-17-16,-2-1-12 0,4-1-14 16,-1-1-19-16,-5-1-15 0,0 2-9 15,-3-1-7-15,0 4-14 0,-7-3-41 0,1 2 0 16,-4-1 0-16,-1 1 0 0,-5 2 0 15,-5 2 0-15,-6 6 0 0,-4 2 0 0,-15 8 0 16,-1 6 0-16,-2 5 0 0,3 4 0 16,9-1 0-16,2 2 0 0,10-1 0 15,0 3 0-15,12-3 0 0,0-2 0 0,7-4 0 16,4 2 0-16,5 4 0 0,9-3 0 16,2-1 0-16,5-6 0 0,1 1 0 0,7-6 0 15,0-5 0-15,-8-1 0 0,4-3 0 16,10-2 0-16,-2-3 0 0,1-1 0 15,-1-5-175-15,-3 0-647 0,-6-3-157 16,1 2 96-16,-10-1-930 0,-2 0-1242 0</inkml:trace>
  <inkml:trace contextRef="#ctx0" brushRef="#br0" timeOffset="17596.12">25765 15402 5533 0,'0'0'245'0,"-16"-2"34"0,16 2 37 15,0 0 36-15,-11-5-3 0,11 5-29 0,0 0-28 16,16-18-29-16,4 7-33 0,7-1-218 16,1-2-12-16,5-1 0 0,-1 1 0 15,0-3-129-15,3 2-284 0,5-5-170 16,4-3-225-16,-14 5-93 0,2-1 106 0,1 0-757 16,-1 0-994-16</inkml:trace>
  <inkml:trace contextRef="#ctx0" brushRef="#br0" timeOffset="17979.96">26357 14835 4577 0,'-2'-10'56'0,"2"0"32"0,0 1 19 15,4 0 25-15,-1 0 27 0,6 4 6 16,0-5-14-16,4 3-12 0,4 0-16 16,1 2-8-16,0 3-13 0,-2 2-12 0,3 2-11 15,-2 2-12-15,3 3-2 0,-6 5-8 16,4 1 1-16,-7 3 8 0,-4 3 12 15,-5 3 23-15,-4 3-7 0,1 10 26 0,-5-1 17 16,-1-3 2-16,5-7-7 0,-5-3-5 16,5-4 9-16,2-1 1 0,0-3 9 0,5 3 7 15,1-3-1-15,-1-1-9 0,4 0-143 16,2 1 0-16,2 2 0 0,-2-4 0 0,2 4 0 16,0-3 0-16,-1-1 0 0,-1 0 0 15,-3-2 0-15,-1 4 0 0,2-1 0 16,-6-2 0-16,1 1 0 0,-4 0 0 15,-4 2 0-15,1 0 0 0,-8 2 0 0,0-1 0 16,-2-3 0-16,-4 1 0 0,-8 3 0 16,-4-1 0-16,9-4 0 0,-3-2 0 0,0-3 0 15,8-1 0-15,-10 0 0 0,2 0 0 16,0 0 0-16,4-2-580 0,-2 0-454 16,2 2 121-16,2-3-1013 0,0 3-1348 0</inkml:trace>
  <inkml:trace contextRef="#ctx0" brushRef="#br0" timeOffset="20846.83">23594 16829 4881 0,'-2'-10'-308'0,"2"10"47"0,0 0 37 0,-6-8 38 0,6 8 44 0,-3-7 32 0,3 7 30 0,-8-8 15 16,8 8 16-16,-6-10 10 0,2 6 15 16,4 4 15-16,-7-8 15 0,7 8 6 0,-10-9 6 15,5 6 4-15,5 3 7 0,-9-7 7 16,9 7-4-16,-9-6-2 0,9 6-3 16,-11-4-7-16,11 4 2 0,-16 0 2 15,16 0-7-15,-16 0 5 0,16 0 2 16,-20 3-2-16,20-3 3 0,-17 2 2 0,6 0 6 15,0 1-7-15,11-3 7 0,-20 4 5 16,13-1-12-16,7-3 1 0,-18 3 1 0,11-1 1 16,7-2-10-16,-18 6 7 0,13-2-8 15,-4 0-3-15,-1-1-5 0,2 4 12 16,3 0-12-16,-5 3 11 0,3-1 14 0,-3 3 1 16,1 6-4-16,-4 1-4 0,4 1 7 15,0 7 8-15,0 4 5 0,0-2 2 0,2 5-7 16,3-1 0-16,3 4 0 15,1 0-2-15,0 3-4 0,1-1-1 0,3 2-1 16,3 0-6-16,2 0 7 0,0-1-6 16,6 4-3-16,-1-11-1 0,0-2 0 15,2-4 4-15,5-1 0 0,-2-4-1 0,2 0 2 16,4-6-3-16,-5-3 4 0,3-6 7 16,1-2-2-16,-1-1 1 0,-1-3-1 0,1-2 5 15,2-3 1-15,-2-1 5 16,8-2-2-16,-8-5-2 0,-1 4-1 0,3-7 0 15,-2-3-4-15,0 0 0 0,-5-3-6 16,2 1-2-16,-5-3-4 0,-2-3-3 16,0 1-4-16,-1-2 1 0,-2-2-5 0,-5 0 0 15,1-3 0-15,-4 3-4 0,-4-9 1 16,-2 1-4-16,-5-1-1 0,-5-9 3 0,-5 4-5 16,-4 3-2-16,-2 2 1 0,-5 4-2 15,-1 4 0-15,3 10-2 0,-5 1 1 16,3 3-2-16,-4 7 0 0,0 1 0 0,1 7-3 15,6 4 2-15,-9 6-5 0,-6 11 0 16,2 7 2-16,4 6 1 0,6 3-1 0,1 3 2 16,6 2-1-16,6-4 2 0,9-2 1 15,2-1 5-15,6-7 10 0,2-3 3 16,7 7 13-16,7-6 18 0,6-2 14 0,1-6 3 16,6-5 3-16,6-4-10 0,1-5-2 15,0-3 0-15,2-1-6 0,3-3-8 16,-5-2-4-16,-7-1 2 0,-7 2-5 15,-1-2-2-15,-2-1-4 0,-6 2-2 0,3-1-7 16,-5 2-23-16,-2-2-19 0,0 1-40 16,-4 0-39-16,1 1-48 0,-6 5-58 15,5-10-69-15,-3 6-78 0,-2 4-107 0,-2-6-167 16,2 6-108-16,0 0 81 0,0 0-392 16,0 0-519-16</inkml:trace>
  <inkml:trace contextRef="#ctx0" brushRef="#br0" timeOffset="21278.86">24318 16572 2791 0,'-11'-6'-72'0,"-1"-4"30"0,1 6 33 0,0 0 15 0,0 2 12 0,11 2 32 0,-18 6 38 0,2 6 37 0,-2 7 21 16,-2 13 19-16,-5 9 16 0,2 5 11 15,7 5 7-15,2 4 1 0,3-1 0 0,7-1-5 16,2-9-4-16,12 6-12 0,2-4-4 16,6-1-18-16,1-5-8 0,6-2-8 0,-2-13-10 15,3 1-18-15,3-4-7 0,0-3-10 16,-3-2-10-16,-1-2-9 0,-3-4-11 16,-6-3-42-16,-1-1-48 0,-3-2-48 15,-3 0-54-15,0-1-73 0,2-2-94 16,-2-2-100-16,-9 0-159 0,16-6-169 0,-7-1 64 15,-2 0-393-15,2-2-523 0</inkml:trace>
  <inkml:trace contextRef="#ctx0" brushRef="#br0" timeOffset="21729">24722 17007 2848 0,'-8'-10'100'16,"5"0"50"-16,-1 1 37 0,2 3 16 0,2 6-7 16,0-13-8-16,0 13-11 0,4-11-9 15,-1 6-11-15,-3 5-13 0,16-6-12 0,-7 6-11 16,-9 0-8-16,25 6-12 0,-12 0-3 16,3 1-2-16,-3 0-4 0,-2 2-3 15,-1-1 5-15,-1 0-2 0,-1 1-5 0,-2-2 0 16,0 0 0-16,-3-2 17 0,3-2 18 15,-6-3 26-15,9 7 17 0,-9-7 26 0,9 2-3 16,-9-2-21-16,0 0-17 16,9-15-15-16,-4 4-13 0,1 1-13 0,-1-4-10 15,6 2-10-15,-4 0-11 0,2 2-9 16,1 0-10-16,1 0-6 0,2 4-1 16,1 1-12-16,4 4-6 0,-3 1 3 0,4 3-4 15,1 2-6-15,3 2-3 0,10 5-5 16,-5 3 2-16,-3-1-6 0,0 2 1 0,-4-3-1 15,-6-1-12-15,0 0-3 0,1 0 0 16,-3 0 0-16,-3 0 0 0,-1-2 0 0,0 0 0 16,0-2 0-16,-4-2-123 0,1-1-72 15,-3 3-73-15,3-4-77 0,-2 2-93 0,-1 0-82 16,-3-6-174-16,3 3-153 0,-3-3 86 16,0 0-599-16,0 0-816 15</inkml:trace>
  <inkml:trace contextRef="#ctx0" brushRef="#br0" timeOffset="22680.92">24698 16924 3992 0,'-5'-7'37'0,"1"-3"11"0,2 4 8 0,2 6-9 0,0 0 19 0,0 0 89 0,0 0 55 0,13 23 34 15,-2 4 18-15,1 8 1 0,8 10 4 16,-1 3-8-16,3 0-3 0,2 3-13 16,-1 0-9-16,0-3-17 0,-1-4-22 15,-1 2-25-15,-3-11-11 0,-4-4-14 0,-1-4-14 16,-4-6-13-16,-4-4-7 0,1-3-14 15,-2-2 15-15,-3-4-15 0,4-1-97 0,-5-7 0 16,-5 9 0-16,5-9 0 0,0 0 0 16,0 0 0-16,-36-28 0 0,18-1 0 15,-5-15 0-15,2-9 0 0,2-11 0 16,-2-22 0-16,1-9 0 0,6-1 0 0,6 18 0 16,5-2 0-16,3 2 0 0,7 9 0 15,-5 3 0-15,9 8 0 0,3 10 0 16,-3 12 0-16,5 4 0 0,4 3 0 0,-1 11 0 15,3 5 0-15,0 9 0 0,-3 4-457 16,6 6-89-16,6 6-107 0,-5 7-245 0,-2 4 51 16,-4 6 93-16,-6 4-619 0,-1 17-826 15</inkml:trace>
  <inkml:trace contextRef="#ctx0" brushRef="#br0" timeOffset="22863.62">24748 17131 4008 0,'-14'0'98'15,"3"0"46"-15,11 0 41 0,-14 2 58 0,14-2 43 16,0 0-5-16,-11-8-16 0,11 8-23 16,2-11-26-16,-2 11-23 0,18-18-23 15,7 1-29-15,4 3-73 0,5-3-102 0,8-1-102 16,5-1-126-16,1 0-138 0,5 5-192 16,-1 2-198-16,-10 2 83 0,4 2-524 0,-5-3-693 15</inkml:trace>
  <inkml:trace contextRef="#ctx0" brushRef="#br0" timeOffset="23394.97">25360 16692 3650 0,'-20'-4'68'0,"-2"3"28"16,5 2 37-16,4 5 41 0,-2 1 43 0,-1 5 36 16,-3 11 17-16,2 3 19 0,5 6-4 15,5 1-25-15,3 4-22 0,8 0-21 16,3-1-21-16,13 7-18 0,-1-4-20 0,3-1-15 15,3-1-12-15,-2-11-16 0,-1 1-12 16,-6-4-9-16,0-4-13 0,-5-3-11 16,-2-4-19-16,2-2-10 0,-6-3-2 0,2 1-3 15,-1-2 2-15,-1-3-7 0,-5-3-17 16,0 0-3-16,0 0-3 0,13-21-2 16,-10 4-3-16,5-5 3 0,2-11-1 0,-1 2-3 15,2 2 2-15,-1 8 1 0,-2 3 1 16,-1 4 0-16,-3 5-5 0,-1-4 2 0,4 5-3 15,-2 0 4-15,1 5 15 0,-6 3 9 16,16-2 6-16,-16 2 0 0,0 0 1 16,26 7 0-16,-16 0 4 0,-3 0 6 0,1-2 7 15,-1 3 7-15,-1 0-5 0,2-2-36 16,-5 3-18-16,3-3 0 0,0 3 0 0,-5-2 0 16,4-1 0-16,-5-6 0 15,6 9 0-15,-6-9 0 0,0 0 0 0,0 0 0 16,23-9 0-16,-9-1 0 0,4-5 0 15,-1 3 0-15,2 2 0 0,-1 0 0 0,0 1 0 16,0 4 0-16,-2 0 0 0,4 1 0 16,-6 4 0-16,4 2 0 0,-1 2 0 15,-2-1 0-15,2 4 0 0,-1-2 0 0,-3 0 0 16,0 2 0-16,0 1 0 0,-2-4 0 16,-2 1 0-16,0 0-252 0,-3 0-150 0,0-1-49 15,-2-1-52-15,-4-3-91 0,0 0-127 16,0 0-87-16,0 0 73 0,0 0-532 15,0 0-727-15</inkml:trace>
  <inkml:trace contextRef="#ctx0" brushRef="#br0" timeOffset="23611.55">25961 16537 3465 0,'1'-42'18'16,"-1"12"81"-16,0 7 73 0,0 4 32 0,2 3 18 0,2 3 24 0,2 1 20 0,4 3 4 0,1 6 4 0,4 5-1 15,9 4-17-15,4 13-16 0,6 10-17 0,1 10-8 16,-3 4-11-16,-5 3-16 0,-2 8-18 15,-7 1-12-15,-2 3-17 0,-3 3-8 16,-6-2-19-16,-2-2-11 0,-3-11-10 16,-2 0-18-16,-2 0-44 0,-1-3-55 15,-1-4-81-15,-1-5-87 0,1-7-89 0,-2-7-90 16,3-4-125-16,-4-7-211 0,4-4-136 16,3-5 86-16,-10 0-630 0,10 0-839 0</inkml:trace>
  <inkml:trace contextRef="#ctx0" brushRef="#br0" timeOffset="23845.12">26470 16155 4255 0,'-6'-19'232'0,"2"1"30"0,4 2 7 0,0 4 6 0,8 4 7 16,1 4 2-16,5 4 3 15,4 7-11-15,16 12-16 0,5 13-24 0,3 6-24 16,-4 7-19-16,-1 6-20 0,-7 4-16 15,-4 2-16-15,-7 5-13 0,-6-2-13 16,-2 2-9-16,-6 4-58 0,-5-3-48 0,-2 1 0 16,-1-4 0-16,-8-5-125 0,2-5-131 15,-2-11-120-15,-1-3-111 0,1-7-150 0,0-9-272 16,4-7 92-16,4-7 92 0,3-2-588 16,0-4-769-16</inkml:trace>
  <inkml:trace contextRef="#ctx0" brushRef="#br0" timeOffset="24028.79">27072 16581 4247 0,'-7'-12'414'15,"0"1"22"-15,1 1 31 0,3-1-27 16,-1 1-27-16,2 0-25 0,6-1-46 0,0-4-33 16,3 3-32-16,7-2-38 0,11-6-52 15,2 5-155-15,0 1-32 0,4 4-101 0,-4 1-194 16,-6 6-128-16,-2-1-136 0,0 4-207 15,-4 4-114-15,-2 1 88 0,-1 5-696 16,-4 2-935-16</inkml:trace>
  <inkml:trace contextRef="#ctx0" brushRef="#br0" timeOffset="24179.84">27171 16788 4432 0,'-9'8'104'0,"-2"0"42"0,9-1 54 0,-3-4 82 15,5-3 52-15,0 0 14 0,-6 5-3 16,6-5-36-16,0 0-32 0,0 0-31 0,0 0-57 15,36-15-87-15,-18 7-121 0,-3 0-132 16,12-6-129-16,-1-1-151 0,1-2-219 16,0-2-197-16,-2 0 75 0,-1-3-644 0,-1-1-868 15</inkml:trace>
  <inkml:trace contextRef="#ctx0" brushRef="#br0" timeOffset="24711.89">28205 15888 4230 0,'-37'-18'86'0,"4"9"10"0,3 0 1 16,3 5 0-16,2 4 27 0,-5 13 47 16,-1 5 28-16,-1 15 20 0,5 7 17 0,4 8 13 15,8 8 13-15,6 7 0 16,9 2-3-16,4 3-6 0,8-2-17 0,6-2-15 0,0-1-24 15,11-6-13-15,-2-1-17 16,5-6-16-16,2-4-18 0,2-5-71 0,1-5-62 16,1-6 0-16,2-7 0 0,-8-9 0 15,5-4 0-15,-4-4 0 0,6-9 0 0,3-4 0 16,10-7 0-16,-4-5 0 0,-3-4 0 16,-1-10 0-16,-4-4 0 0,0-7 0 15,-6-7 0-15,5-19 0 0,-12 9-16 0,-2-19-40 16,-7 9 1-16,-9-1 11 0,-5-2-6 15,-10 2 12-15,-5 1 0 0,-16-10 2 16,1 22 5-16,-12 10-1 0,-12 9 5 0,-6 10 6 16,-8 12 13-16,-6 12 20 0,-5 9 16 15,-1 6 27-15,6 9 24 0,7 5 25 16,8 6 10-16,12 5-54 0,13 5-60 0,9 6 0 16,18-8 0-16,6 3 0 0,18 7 0 15,7-3 0-15,11-3 0 0,6-3 0 0,3-6 0 16,7-5 0-16,0-4 0 0,1-4 0 15,-3-5 0-15,-9-5 0 0,2-4 0 16,-5 0 0-16,-1-3 0 0,-7-2 0 16,-10-4 0-16,0 1 0 0,0-2 0 0,-7-2-35 15,2 0-630-15,-3-2-217 0,-5 1-62 0,3-1 100 16,-1 1-796-16,-3-2-1077 0</inkml:trace>
  <inkml:trace contextRef="#ctx0" brushRef="#br0" timeOffset="25028.75">29324 15555 4802 0,'-30'-17'-7'0,"-6"9"14"0,3 6 32 0,-4 8 52 0,0 10 48 0,-5 11 55 0,4 9 64 0,6 5 14 0,11 5 28 16,7 5 4-16,8 7-3 16,16 2-6-16,11-2-19 0,5 2-27 0,10 9-23 15,1-16-27-15,-1-1-16 0,4-2-120 16,-4-7-63-16,-2-4 0 0,2-3 0 0,-6-4 0 16,-8-8 0-16,-2-2 0 0,-6-5 0 15,0-3-230-15,-3-5-226 0,3-1-143 16,-5-4-236-16,2-2-58 0,0-2 99 0,-11 0-697 15,14-6-938-15</inkml:trace>
  <inkml:trace contextRef="#ctx0" brushRef="#br0" timeOffset="25627.81">29455 15809 4388 0,'-11'-8'33'16,"0"1"-7"-16,3 5 0 16,8 2 44-16,0 0 62 0,-13 15 46 0,9-3 45 0,2 9 22 15,4 6 19-15,6 11 1 0,1 11-15 16,5-2-16-16,2 1-20 0,4-5-18 16,3 1-21-16,-5-6-19 0,2-6-14 15,1-5-13-15,-2 0-10 0,-6-8-11 0,-2-3-13 16,-1-4-7-16,-2-1-10 0,-2-2-5 15,-1 0 1-15,-3-2 26 0,2-3 7 0,-4-4-104 16,5 9-3-16,-5-9 0 0,5 9 0 16,-5-9 0-16,4 5 0 0,-4-5 0 15,0 0 0-15,5 7 0 0,-5-7 0 0,0 0 0 16,0 0 0-16,4 5 0 0,-4-5 0 16,0 0 0-16,0 0 0 0,0 0 0 0,0 0 0 15,0 0 0-15,0 0 0 0,0 0 0 16,0 0 0-16,0 0 0 0,0 0 0 0,0 0 0 15,0 0 0-15,0 0 0 16,0 0 0-16,0 0 0 0,0 0 0 0,0 0 0 16,0 0 0-16,0 0 0 0,0 0 0 15,0 0 0-15,0 0 0 0,0 0 0 0,-11-24 0 16,9 15 0-16,-7-1 0 0,4-2 0 16,-4-3 0-16,0-4 0 0,-7-8 0 15,5-6 0-15,-3 0 0 0,5-6 0 0,5-6 0 16,2-1 0-16,6-16 0 0,9-4 0 15,8 0 0-15,11-16 0 0,4 8 0 0,-3 20 0 16,-1 8 0-16,-5 5 0 0,-4 12 0 16,-2 7 0-16,-2 1 0 0,-2 9 0 15,-2 4 0-15,1 4 0 0,-2 4 0 16,-2 4 0-16,3 4 0 0,1 6 0 0,-7 3-260 16,-3 4-332-16,-4 2-108 0,-4 5-233 15,-9 10 78-15,-5 9 99 0,-11 0-637 0,-1 3-845 16</inkml:trace>
  <inkml:trace contextRef="#ctx0" brushRef="#br0" timeOffset="25811.59">29394 16293 4297 0,'-11'2'235'0,"2"-2"56"0,9 0 40 0,0 0 5 0,-10-8 9 0,10 8-5 0,4-13-3 0,4 3-30 15,5-2-32-15,10-5-29 16,6-1-26-16,3 3-34 0,4 1-63 0,0 2-85 15,0 1-110-15,1 1-143 0,1 3-125 16,-2 0-125-16,-7 4-165 0,-4 1-250 16,-1-1 66-16,-3 1 92 0,-4 4-560 0,3 1-741 15</inkml:trace>
  <inkml:trace contextRef="#ctx0" brushRef="#br0" timeOffset="26727.89">29770 15826 3403 0,'-5'-15'17'0,"-2"1"27"0,4 1 31 0,-1 7 19 0,0-2 21 0,4 8 20 0,-1-11 21 16,1 11 17-16,-4-8 9 15,4 8-8-15,-4-7-14 0,4 7-18 0,0 0-12 16,0 0-4-16,0 0 5 0,0 0-12 16,0 0-11-16,0 0-9 0,-8 21-10 15,8-21-10-15,0 13-3 0,0-13-9 0,2 12-7 16,-1-5-3-16,-1-7-1 0,7 10-9 15,-3-5-4-15,-4-5 7 0,9 7-16 0,-9-7-12 16,12 4-7-16,-12-4-12 0,0 0-18 16,22-7-35-16,-14 0-58 0,-4-1-82 0,0-5-107 15,-4 0-138-15,-4-3-195 16,-4-2-110-16,-3 1 81 0,0 5-415 0,-3 6-545 16</inkml:trace>
  <inkml:trace contextRef="#ctx0" brushRef="#br0" timeOffset="27327.85">29520 16283 3256 0,'-15'-6'143'16,"2"-1"11"-16,1 3 19 0,5-6 38 15,1 2 32-15,-2-3 34 0,3-6 31 0,3-1-14 16,-2-7-16-16,6 0-22 0,3-14-19 16,6 2-28-16,2-7-21 0,6 1-18 0,6 2-14 15,1 5-17-15,-3 8-10 0,0 3-8 16,-2 4-11-16,-4 6-13 0,0 5-11 0,-2 6-11 15,-1 2-2-15,1 7 9 0,2 6 14 16,5 9-4-16,2 6-3 0,-5 5 7 16,0 9 3-16,0 1-8 0,-5-6-7 15,-3 3-5-15,-2-2-79 0,-3 2 0 16,0-4 0-16,-4-5 0 0,-2-5 0 0,0-4 0 16,-2-1 0-16,2-4 0 0,-2-1 0 15,0-2 0-15,2-4 0 0,0-1 0 0,-2-1 0 16,2-6 0-16,0 0 0 0,0 0 0 15,0 0 0-15,0-30 0 0,10-2 0 0,5-14 0 16,4-1 0-16,4-2 0 0,4 5 0 16,2 3 0-16,-4 5 0 0,-2 11 0 0,-1 5 0 15,-4 7 0-15,2 5 0 0,-3 3 0 16,2 8 0-16,2 3 0 0,8 11 0 16,-5 3 0-16,1 0 0 0,-4 6 0 15,-2-2 0-15,0 1 0 0,-2 2 0 0,-1-2 0 16,-7-2 0-16,0-7 0 0,-1-1 0 15,-2-1 0-15,0-4 0 0,-3 1 0 16,1-2 0-16,-2-1 0 0,0-2 0 0,-4 0 0 16,2-6-252-16,0 0-630 0,0 0-102 15,0 0 102-15,-23-16-883 0,15 3-1197 0</inkml:trace>
  <inkml:trace contextRef="#ctx0" brushRef="#br0" timeOffset="27595.88">30289 15567 5185 0,'0'-31'44'0,"3"2"55"0,7-2 45 0,4 0 65 0,2 1 21 0,11-6 32 0,2 5 5 0,-3 10-7 16,1 6-17-16,0 6-19 0,-5 4-6 0,5 8 9 15,3 8 14-15,-5 9 5 0,-2 6-154 16,-1 16-92-16,-13-1 0 0,-5-2 0 0,-10 5 0 16,-6 4 0-16,-5 0 0 0,0-2 0 15,2-12 0-15,-1-2 0 0,5-5 0 0,6-4 0 16,-4-8 0-16,8-1 0 0,-3-4 0 15,2-1 0-15,2-3 0 0,0-6 0 16,14 9 0-16,-3-9 0 0,7-2 0 16,4-5 0-16,8-8 0 0,3-4 0 15,5-7 0-15,-2-6 0 0,6-3 0 0,-3-3 0 16,-1-2 0-16,1-3-898 0,1-2-117 16,-3-3 117-16,-3-2-932 0,-1 3-1256 0</inkml:trace>
  <inkml:trace contextRef="#ctx0" brushRef="#br0" timeOffset="27826.96">31011 15069 5337 0,'-17'-18'12'0,"4"4"54"16,3 4 71-16,2 0 77 0,1 1 61 16,-2 2 33-16,6 2-1 0,3 5-26 0,0 0 41 15,0 0 31-15,0 0 25 0,28 48-177 16,1-9-201-16,3 7 0 0,1 5 0 0,-5 3 0 16,-1 6 0-16,-4 0 0 15,-12 4 0-15,1 0 0 0,-10-1 0 0,-9 0 0 16,-7 2 0-16,-13 16 0 0,-7-2 0 15,-8-1 0-15,2-10 0 0,-7-3 0 0,9-14 0 16,-3-6 0-16,1-4 0 0,1-9 0 16,-2-4 0-16,10-9 0 0,3-2 0 0,6-5 0 15,0-6-898-15,9-6-114 0,1-2 120 16,12 2-941-16,-3-14-1259 0</inkml:trace>
  <inkml:trace contextRef="#ctx0" brushRef="#br0" timeOffset="28061.28">31336 16000 5457 0,'12'4'117'0,"-1"4"75"0,1 4 55 16,-2 1 41-16,3 13 34 15,-1 3-6-15,-7 5-8 0,-3 5-12 0,-6 4-17 16,-6 9-14-16,-8 3-161 0,-15 0-104 16,-15 11 0-16,-7 2 0 0,-10-2 0 15,-10 1 0-15,-13 3 0 0,-16 2 0 0,4-2 0 16,-13-4 0-16,-5-1 0 0,2-3 0 15,2-8 0-15,10-3 0 0,14-9 0 16,11-7 0-16,25-17 0 0,15-9 0 0,12-11-725 16,9-8-293-16,15-5 88 0,10-18-947 0,20-11-1300 15</inkml:trace>
  <inkml:trace contextRef="#ctx0" brushRef="#br0" timeOffset="28260.54">30874 16661 5667 0,'7'-3'162'0,"-2"-1"-23"0,-5 4 1 15,0 0 54-15,0 0 52 0,0 0 43 16,-18 34 8-16,-7-7 13 0,-20 8 25 0,-21 11-18 16,-10 10-222-16,-15 0-95 0,-20 6 0 15,-45 21 0-15,-16 1 0 0,-4 6 0 0,-5-2 0 16,0-5 0-16,11-2 0 0,19 1 0 16,48-22 0-16,14 6 0 0,-110 95-956 15,158-117-29-15,12-15 107 0,8-6-949 16,6-5-1254-16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8T03:35:43.5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7043 2796 2044 0,'0'0'349'0,"4"-7"-22"16,-4 7-12-16,0 0-1 0,1-8-5 0,-1 8-3 0,0 0-9 0,0 0-7 16,0 0 16-16,0-7 4 0,0 7-4 15,0 0-7-15,0 0-13 0,0 0-22 0,0 0-24 16,0 0-29-16,0 0-26 15,0 0-7-15,0 0 15 0,0 0-5 0,0 38-12 0,0-14-11 16,2 13-5-16,0 4 2 16,-2 1-151-16,0 4-11 0,2-1 0 0,-2-3 0 15,2 1 0-15,1-4 0 0,-2-8 0 16,-1-6 0-16,0-4 0 0,0 1 0 16,0-7 0-16,0-1 0 0,0 0 0 0,0-4 0 15,0 0 0-15,0-1 0 0,-4-1 0 16,4-8 0-16,-2 7 0 0,2-7 0 0,0 0 0 15,0 0 0-15,-15-15-582 0,12 1-206 16,-3-2-158-16,-4-16 94 0,2 2-856 0,-1-3-1143 16</inkml:trace>
  <inkml:trace contextRef="#ctx0" brushRef="#br0" timeOffset="235.47">6780 2625 5101 0,'-10'-2'132'0,"10"2"42"16,-11-6 47-16,11 6 28 0,-3-4 38 16,3 4 24-16,0 0 3 0,0 0-16 15,-3-11-25-15,3 11-18 0,25-8-28 0,5-2-26 16,11 2-53-16,2-1-148 16,5 1 0-16,7 2 0 0,-9-1 0 0,-3 2 0 15,-2 0-98-15,-1 1-220 0,-12 2-79 0,-3 4-70 16,0 0-60-16,-8 2-123 0,1 0-183 15,-4 3 65-15,-2 3-638 0,-2 2-857 16</inkml:trace>
  <inkml:trace contextRef="#ctx0" brushRef="#br0" timeOffset="516.42">7740 2433 4133 0,'0'0'122'0,"-17"-3"5"16,17 3 25-16,-20 17 42 0,-2 6 54 16,-3 13 60-16,5 5 7 0,2 4-3 15,1 2-8-15,6 3-26 0,7-4-18 16,2-2-27-16,2-3-24 0,6 2-23 16,3 7-17-16,1-13-16 0,5-2-15 0,-1 1-28 15,2-4-45-15,-2-4-51 0,-1-8-66 16,-4-4-77-16,5-3-70 0,-3-1-68 0,3-7-82 15,-3-1-74-15,-1-4-57 0,-10 0-57 16,25-9-27-16,-13-3-13 0,1-2 26 0,-6-4-776 16,0-4-784-16</inkml:trace>
  <inkml:trace contextRef="#ctx0" brushRef="#br0" timeOffset="832.77">7849 2966 3393 0,'2'-27'-108'0,"2"5"78"16,-2 3 72-16,0 1 70 0,0 5 67 16,-1 1 49-16,1-1 32 0,-2 3 11 15,0 3-2-15,4 0-7 0,0 1 37 0,-4 6 18 16,15-4-10-16,-4 4-23 0,-11 0-20 15,33 7-25-15,-14-2-22 0,4 5-18 0,-2-2-22 16,7 3-16-16,-7-1-17 0,-6-2-11 16,-1 0-13-16,-3 1-8 0,-1-5-6 0,0 2-7 15,-3 0-9-15,-2-1-45 0,2-2-45 16,-7-3 0-16,11 6 0 0,-11-6 0 16,0 0 0-16,0 0 0 0,23-12 0 15,-12-2 0-15,2-1 0 0,1 1 0 16,-1-1 0-16,3 3 0 0,-5 2 0 0,1 3 0 15,-3 2 0-15,2 2 0 0,3 4 0 16,1 3 0-16,0 4 0 0,0 4 0 0,1 0 0 16,2 11 0-16,-4-5 0 0,-1-1 0 15,-3 4 0-15,0-1 0 0,-3 0 0 0,-2-2 0 16,4-2 0-16,-2-1-4 0,-3-1-519 16,1-5-110-16,1-1-113 0,-2-1-145 0,0-5 90 15,-4-2-761-15,0 0-1005 0</inkml:trace>
  <inkml:trace contextRef="#ctx0" brushRef="#br0" timeOffset="1065.43">8626 2401 4495 0,'2'-12'137'0,"0"3"63"16,-2 2 54-16,0 2 47 0,0 5 28 0,0 0 19 16,8-8 21-16,-8 8 3 0,24 6-35 15,5 8-15-15,3 7-33 0,7 8-31 16,-3 7-78-16,-3 6-180 0,-7 9 0 0,-3-3 0 15,-10 9 0-15,-3-2 0 0,-7 0 0 16,-5 3 0-16,-1-2 0 0,-6-1 0 0,-5-4 0 16,3-3 0-16,-2-11 0 15,1-3 0-15,-3-1 0 0,1-6 0 0,7-8-320 16,-3-3-382-16,3-7-260 0,2-5 80 16,5-4 86-16,0 0-744 0,0 0-985 0</inkml:trace>
  <inkml:trace contextRef="#ctx0" brushRef="#br0" timeOffset="1249.71">9331 2755 4878 0,'-11'-3'379'0,"11"3"11"0,0 0 4 16,-11-5 9-16,11 5 1 0,0 0-33 0,-6-4-42 16,6 4-35-16,0 0-21 0,0 0-197 15,33 12-76-15,-11-7 0 0,10 2 0 16,-3-2 0-16,-4 0-114 0,7 4-419 15,-5-2-218-15,-6 0-187 0,-2 1 94 16,-2 2 92-16,-6 2-697 0,-4 0-897 0</inkml:trace>
  <inkml:trace contextRef="#ctx0" brushRef="#br0" timeOffset="1419.51">9360 3159 4288 0,'-17'12'237'0,"3"-3"97"0,5-1 50 15,2-2 38-15,-1-2 31 0,2-2 39 0,6-2-4 16,-6 8-12-16,6-8-34 0,0 0-267 15,0 0-175-15,29 0 0 0,-10-3 0 16,6-2 0-16,6-7 0 0,-2 8 0 0,-5-1 0 16,-1-1 0-16,-2 0 0 0,-5 1-40 15,4 2-657-15,-5-1-165 0,-3-2-61 16,-5 4 91-16,0 2-813 0,-7 0-1083 0</inkml:trace>
  <inkml:trace contextRef="#ctx0" brushRef="#br0" timeOffset="2282.17">10525 3004 4768 0,'-10'-9'-5'15,"2"3"50"-15,5 2 60 0,3 4 49 0,-6-8 43 0,4 3 25 0,2 5 11 0,2-14 20 0,4 2 3 0,-1 1-11 0,5-1-4 0,1 0-18 16,4 1-18-16,3-1-16 0,-1 4-19 16,-2 3-17-16,3 3-9 0,-4 4-8 15,10 5-2-15,-8 3-11 0,11 8-123 0,-4 3 0 16,-4 6 0-16,-4 2 0 0,1 0 0 15,-9 5 0-15,-3-6 0 0,-2-3 0 0,-4 2 0 16,-2-2 0-16,-3 8 0 16,-1-4 0-16,-2-5 0 0,1-7 0 0,2 0 0 15,-3-5 0-15,2-4 0 0,-1-1 0 16,-1-2 0-16,1-5 0 0,9 0 0 0,-29-10 0 16,9-12 0-16,2-5 0 0,-1-19 0 15,6-3 0-15,1-8 0 0,4 1 0 0,5 10 0 16,1 8 0-16,0 9 0 0,2 7 0 15,-2 5 0-15,4 4 0 0,5 5 0 16,1 4 0-16,2 4 0 0,-10 0 0 0,32 15 0 16,-5 1 0-16,5 4 0 0,4 9 0 15,4-2 0-15,3 2 0 0,4 3 0 0,1-1 0 16,-1-4 0-16,1 1 0 16,-5-6 0-16,-2-2 0 0,-9-4 0 0,-10-6 0 0,2-1 0 15,-5-3 0-15,-2-1 0 0,-4-4 0 16,2-2 0-16,3-4 0 0,-2-3 0 15,0-2 0-15,0-3 0 0,4-9 0 16,-2-3 0-16,-4-2 0 0,2-2 0 0,-1 0 0 16,-5 6-371-16,-2 8-670 0,-5 5 105 15,-1 4 101-15,-2 6-868 0,0 0-1138 0</inkml:trace>
  <inkml:trace contextRef="#ctx0" brushRef="#br0" timeOffset="2832">11997 2524 5016 0,'-3'-18'68'0,"5"5"49"0,-2 4 51 0,0 1 54 0,0 8 38 0,0-10 21 0,0 10 3 16,0-7-20-16,0 7-24 0,0 0-26 15,0 0 9-15,0 0 21 0,1 36 0 16,3-1-4-16,3 6-134 0,2 9-106 15,0 2 0-15,5-2 0 0,-1-1 0 0,3-1 0 16,-5-9 0-16,-2 0 0 0,1-3 0 16,-1-4 0-16,-5-9 0 0,2 0 0 0,-5-5 0 15,1-1 0-15,0-4 0 0,0-2 0 16,-2-1 0-16,0 0 0 0,0-3 0 16,-2-2 0-16,2-5 0 0,0 0 0 0,0 0-750 15,0 0-209-15,0 0 50 0,-11-21 88 16,11 10-795-16,0-5-1056 0</inkml:trace>
  <inkml:trace contextRef="#ctx0" brushRef="#br0" timeOffset="3066.41">11639 2443 4931 0,'-17'-2'234'0,"5"0"16"0,1 2 12 15,11 0 32-15,0 0 18 0,-13-1 12 0,13 1-11 16,0 0-28-16,0 0-19 0,0 0-30 16,0 0-17-16,47-10-25 0,2 6-123 15,12-1-71-15,7 0 0 0,4-3 0 16,-3 4 0-16,0 3-154 0,-18 1-236 0,-4 0-181 16,0 5-207-16,-15 7-115 0,-2 0 87 15,-13 1-758-15,-5 3-1007 0</inkml:trace>
  <inkml:trace contextRef="#ctx0" brushRef="#br0" timeOffset="3348.95">12718 2203 4857 0,'-16'-5'247'0,"3"2"11"16,1 4 5-16,-2 6 26 0,-3 7 24 0,-6 8 27 15,4 7 22-15,-5 14 14 0,10 6-27 16,-2 3-33-16,10 3-95 0,5 4-221 0,2-1 0 16,5-2 0-16,2-1 0 0,3-3 0 15,0-4 0-15,1-9 0 0,0-2 0 0,1-2 0 16,-2-4 0-16,1-4 0 0,-4-4 0 16,-1-8 0-16,-1-3-187 0,-1-3-331 15,1-2-51-15,0-4-71 0,-6-3-92 0,11-2-79 16,-11 2 76-16,13-13-625 15,-4-1-815-15</inkml:trace>
  <inkml:trace contextRef="#ctx0" brushRef="#br0" timeOffset="3697.81">12817 2760 3710 0,'10'-19'24'0,"-4"6"84"0,-3 1 56 15,-1 5 47-15,0 0 39 0,2 0 20 16,-4 7 4-16,3-6 21 0,-3 6 26 0,0 0 20 16,0 0 1-16,0 0-16 0,25 13-19 15,-21-5-31-15,5 3-21 0,1-1-23 16,0 2-25-16,-3 0-18 0,3 0-100 0,-2 0-89 15,-3 2 0-15,3-2 0 0,-7 0 0 16,1 1 0-16,-2 1 0 0,-2 1 0 0,1-3 0 16,-3-3 0-16,2-1 0 15,0 0 0-15,2-8 0 0,0 0 0 0,0 0 0 16,0 0 0-16,0 0 0 0,34-33 0 16,-12 12 0-16,-3 1 0 0,3 1 0 0,-2 5 0 15,-6 6 0-15,2 3 0 0,-1 0 0 16,-1 1 0-16,-5 4 0 0,-9 0 0 0,25 7 0 15,-14 1 0-15,7 3 0 0,-6 1 0 16,1 3 0-16,-2 1 0 0,-2-1 0 0,-3 1 0 16,4-5 0-16,-7 3 0 0,3-4 0 15,-4 1 0-15,1-1 0 0,6-3-290 16,-6 0-258-16,-1-1-131 0,-2-6-221 0,8 1 61 16,-8-1 84-16,0 0-667 0,15-10-872 15</inkml:trace>
  <inkml:trace contextRef="#ctx0" brushRef="#br0" timeOffset="3933.47">13461 2292 4441 0,'-6'-10'332'0,"4"1"12"0,-3 3 10 16,1 0 10-16,4 6 4 0,0 0-15 16,-2-6-24-16,2 6-1 0,0 0 4 15,4 25-12-15,3 6-20 0,-3 10-274 16,3 16-26-16,-4 3 0 0,-4 3 0 0,-1 1 0 15,-5 0 0-15,0 4 0 0,-2-3 0 16,-3-2 0-16,0-2 0 0,1-1 0 0,-1-2 0 0,1-5 0 16,-1-3 0-16,3-15 0 0,-2-2 0 15,5-9 0-15,3-6-142 0,-2-3-406 16,1-5-136-16,3-1-195 0,2-8 27 16,-1-1 83-16,0 0-699 0,0 0-917 0</inkml:trace>
  <inkml:trace contextRef="#ctx0" brushRef="#br0" timeOffset="4383.57">13853 2551 4331 0,'-7'-10'214'0,"3"3"45"0,-3 3 2 15,7 4 0-15,0 0 12 0,0 0 57 16,0 0 51-16,-10 23 33 0,13 0 2 0,-1 12-30 15,-1 2-29-15,3 4-49 0,2 1-308 16,-5 1 0-16,3 1 0 0,-2 0 0 0,0-1 0 16,-4-2 0-16,0 1 0 0,0-2 0 15,-1-2 0-15,-5-6 0 0,5-6 0 0,-6-6 0 16,5-1 0-16,-1-5 0 16,1-3 0-16,1-1 0 0,1-3 0 0,2-7 0 0,-4 3 0 15,4-3 0-15,0 0 0 16,9-20 0-16,0 3 0 0,13-7 0 0,-6 4 0 15,4 6 0-15,-6 1 0 0,0 1 0 16,-3 5 0-16,2 2 0 0,-2 3 0 0,-11 2 0 16,19 4 0-16,-8-1 0 0,-2 5 0 15,0 1 0-15,-2 6 0 0,-1-1 0 16,-5 3 0-16,1 1 0 0,-2 0 0 0,-2 4 0 16,-1 1 0-16,-1-2 0 0,-2-1 0 15,1-4 0-15,-2-1 0 0,0 1 0 0,3-3 0 16,-3-2 0-16,1-1 0 15,-2-4 0-15,4 0 0 0,-5-1 0 0,4-3 0 0,5-2 0 16,-18-2-311-16,7-3-728 16,-1-4 101-16,-1-4 94 0,4-3-877 0,2-4-1153 15</inkml:trace>
  <inkml:trace contextRef="#ctx0" brushRef="#br0" timeOffset="4648.64">14045 2346 5225 0,'-4'-8'196'0,"4"8"24"0,0-7 16 0,0 7 51 0,0 0 44 16,28 13 31-16,-1 3 6 0,11 13 13 15,-2 8-14-15,-1 6-149 0,-5 6-218 0,-5 9 0 16,-8 0 0-16,-5 3 0 0,-7 4 0 16,-7 5 0-16,-12 2 0 0,-8 18 0 15,-6-6 0-15,-5-7 0 0,5-17 0 16,-1-3 0-16,0-6 0 0,-1-2 0 0,-1-6 0 15,5-3 0-15,-3-5 0 0,10-9 0 16,2-5 0-16,3-3 0 0,7-7-491 0,-1-5-529 16,3-1 97-16,1-3 101 0,4-2-856 15,0 0-1115-15</inkml:trace>
  <inkml:trace contextRef="#ctx0" brushRef="#br0" timeOffset="5282.68">14703 3155 5125 0,'-12'-4'217'0,"2"0"17"0,10 4-1 0,-10-5 7 0,10 5-15 15,0 0-3-15,0 0 1 0,37-18-10 0,-1 12-18 0,9 1-22 16,3 1-21-16,15-2-18 15,4 3-41-15,-3 1-53 0,-1-3-90 0,-13 1-105 16,-3 2-101-16,-6-3-124 0,-7 1-121 16,-9-2-147-16,-5 1-186 0,-6 0 76 0,-5 0-649 15,-9 1-859-15</inkml:trace>
  <inkml:trace contextRef="#ctx0" brushRef="#br0" timeOffset="5531.43">15042 2656 4339 0,'0'-10'228'0,"0"3"1"0,0 7 3 0,-3-8-3 16,3 8-6-16,0 0-7 0,0 0 80 15,0 0 40-15,10 44 10 0,-1-7 10 16,4 13-14-16,-1 6-6 0,-1 6-20 0,1 4-149 16,1 0-167-16,1-6 0 0,-5 0 0 15,4-4 0-15,-3-7 0 0,-2-8 0 0,-5-6 0 16,3-1 0-16,-2-9 0 0,-2-4 0 15,-2-5 0-15,1-3 0 0,-1-1 0 0,2-1 0 16,1-5 0-16,-3-2 0 16,0-4 0-16,0 0 0 0,0 0-274 0,17-25-593 0,-2 0-103 15,0-4 97-15,8-10-898 16,0-3-1201-16</inkml:trace>
  <inkml:trace contextRef="#ctx0" brushRef="#br0" timeOffset="5881.63">15921 2685 5387 0,'7'-5'190'16,"-7"5"-7"-16,3-5-3 0,-3 5 22 15,0 0 69-15,9 17 48 0,-3-3 40 0,2 10 2 16,3 10-6-16,2 10-21 0,1 4-284 16,-1 1-50-16,-3-10 0 0,0 0 0 15,-1 2 0-15,-4-3 0 0,0-4 0 0,-1-6 0 16,-2-5 0-16,-1-5 0 15,-1-4 0-15,0-1 0 0,0-3 0 0,0 0 0 16,0-3 0-16,0-7 0 0,0 0 0 16,0 0 0-16,0 0 0 0,0 0 0 0,-7-35 0 15,9-3 0-15,3-15 0 0,6-9 0 16,7-6 0-16,0 3 0 0,4 6 0 0,1 6 0 16,-7 7 0-16,2 12 0 15,1 3 0-15,-6 7 0 0,0 4 0 0,1 6 0 0,-3 6 0 16,3 1 0-16,-3 3 0 0,2 2 0 15,3 4 0-15,1 1 0 0,-4 3-1003 0,-4 4 25 16,2 8-1134-16,-8 1-1522 16</inkml:trace>
  <inkml:trace contextRef="#ctx0" brushRef="#br0" timeOffset="6065.37">15964 3064 6334 0,'-20'0'187'16,"7"-2"41"-16,13 2 55 0,-17-3 52 0,7 1 31 15,10 2 7-15,-11-2-288 0,11 2-85 16,0 0 0-16,0 0 0 0,-10-3 0 0,10 3 0 16,0 0 0-16,48-7 0 0,-4 2 0 15,4 0 0-15,9-4 0 0,6 2-28 16,127-35-1055-16,-136 29 110 16,-16-1 102-16,-4 3-910 0,-2-5-1210 0</inkml:trace>
  <inkml:trace contextRef="#ctx0" brushRef="#br0" timeOffset="6283.5">16880 2498 5407 0,'-7'-7'227'0,"-4"2"17"15,6 3 22-15,5 2 29 16,0 0 43-16,-29 14 35 0,13 8 6 0,-4 5-7 0,4 14-82 16,-2 2-290-16,5 6 0 0,3 2 0 15,6-10 0-15,1 2 0 0,3 1 0 0,0-3 0 16,1 0 0-16,3-5 0 15,0 1 0-15,-1-9 0 0,0-4 0 0,1-8 0 16,0 5 0-16,1-4 0 0,3-5-80 16,-1 0-688-16,1-7-199 0,3 1 65 0,-3-2 97 15,0-4-783-15,-8 0-1029 0</inkml:trace>
  <inkml:trace contextRef="#ctx0" brushRef="#br0" timeOffset="6616.91">16948 2910 4496 0,'4'-18'132'0,"3"6"61"0,-6 3 31 0,-1 1 35 0,2 4 20 15,-2 4 29-15,0 0 48 16,0 0 35-16,0 0 3 0,0 0-2 0,25 16-24 0,-17-3-24 16,-1-1-289-16,2 2-55 15,1 2 0-15,1 0 0 0,-1 2 0 0,-2-2 0 16,1 1 0-16,-3-2 0 0,-3-6 0 16,3 5 0-16,1-2 0 0,-6-2 0 0,1-1 0 15,-2-3 0-15,4 1 0 0,-4-7 0 16,4 8 0-16,-4-8 0 0,0 0 0 0,19-18 0 15,1-4 0-15,5-1 0 16,2 1 0-16,-2 1 0 0,-2 4 0 0,-3 5 0 16,0 4 0-16,-5 3 0 0,0 0 0 0,-4 2 0 15,1 6 0-15,-12-3 0 0,25 7 0 16,-14-2 0-16,-3 7 0 0,-1 0 0 16,3-1 0-16,-2 2 0 0,-5 0 0 15,3 1 0-15,0 2 0 0,-2-1 0 0,-2-1 0 16,2-1 0-16,-4-1 0 0,0 0-475 15,-6 1-544-15,4-2 92 0,-2 0-1035 0,2-5-1382 16</inkml:trace>
  <inkml:trace contextRef="#ctx0" brushRef="#br0" timeOffset="6881.43">17829 2089 5877 0,'0'-12'149'0,"2"4"3"0,-2 4 18 0,0 4 73 15,0 0 103-15,19 39 41 0,4 7 36 16,8 7 3-16,3 20-408 0,-2 7-18 0,-3 5 0 16,-18-13 0-16,-7 5 0 0,-10 3 0 15,-11 22 0-15,-8-1 0 0,-9-1 0 0,-2-7 0 16,-3-4 0-16,0-9 0 0,3-3 0 16,5-23 0-16,4-3 0 0,2-5 0 15,4-4 0-15,6-13 0 0,6-7 0 0,-1-7 0 16,5-2 0-16,-1-8 0 0,0 1 0 0,3-4 0 15,3-2 0-15,0 0 0 16,0 0 0-16,0 0-522 0,0 0-508 0,0 0 111 16,2-20-1026-16,-2 20-1366 0</inkml:trace>
  <inkml:trace contextRef="#ctx0" brushRef="#br0" timeOffset="8649.79">7294 5022 2479 0,'0'0'319'0,"-9"-7"-14"0,5 5-28 0,4 2-19 0,-9-6 4 16,9 6-2-16,-5-7-9 15,5 7-13-15,-5-11 7 0,5 3 11 0,0 8-21 16,4-15 9-16,-1 6-8 0,2 0-22 16,2 3-15-16,-1-1-24 0,3 3-13 0,-9 4-2 15,19-1 1-15,-19 1-3 0,25 10-16 16,-10 2-2-16,3 10-6 0,-2 7 5 0,-2 2-3 16,-3 5-3-16,-1 1-3 15,-4 1 4-15,-4 3-125 0,-2-2-9 0,-2 2 0 16,-4-4 0-16,-6-1 0 0,3-1 0 0,-5-2 0 15,0-2 0-15,-2-6 0 0,1-6 0 16,4-5 0-16,-1-2 0 0,1-6 0 16,1-1 0-16,0-5 0 0,10 0 0 15,-24-11 0-15,9-5 0 0,-1-11 0 0,3-8 0 16,2-17 0-16,1-11 0 0,10-2 0 16,5-1 0-16,4 2 0 0,0 4 0 0,2 7 0 15,1 13 0-15,-1 6 0 0,3 5 0 16,-1 9 0-16,2 6 0 0,-1 5 0 0,2 5 0 15,0 6 0-15,5 4 0 0,8 7 0 16,1 5 0-16,3 11 0 0,-1 6 0 16,-2 3 0-16,-5 6 0 0,4 1 0 15,-3 0 0-15,3 0 0 0,-5-5 0 0,1-3 0 16,-7-5 0-16,0-3 0 0,0-3 0 16,-1-1 0-16,-2-8 0 0,-4-3 0 0,3-2 0 15,-3-1 0-15,0-5 0 0,3 0 0 16,-3-2 0-16,1-4 0 0,1-2 0 15,-2-2 0-15,7-6 0 0,3-9 0 0,0-4 0 16,-4 1 0-16,-2 5 0 0,1-7-6 16,-3 5-669-16,-5 2-153 0,1 0-85 0,-3 3 82 15,-1 1-848-15,-1 3-1116 0</inkml:trace>
  <inkml:trace contextRef="#ctx0" brushRef="#br0" timeOffset="8870">8167 5048 4767 0,'0'0'291'0,"-13"1"40"0,13-1 41 0,0 0 40 0,0 0 20 0,0 0 1 0,0 0-23 0,0 0-42 16,0 0-33-16,0 0-295 0,34-8-40 16,-9 6 0-16,6 0 0 0,10-1 0 15,-3 1 0-15,3 4 0 0,-9 0 0 16,-6-1 0-16,-1 1-282 0,0 1-354 0,0-1-136 15,-6 2-108-15,-6-1 68 0,-2 0-824 16,-2 1-1073-16</inkml:trace>
  <inkml:trace contextRef="#ctx0" brushRef="#br0" timeOffset="9031.69">8262 5237 4722 0,'-25'8'-1'0,"7"-3"62"0,2-1 62 15,5 1 57-15,-1-2 65 0,7 1 51 0,5-4 28 16,-11 3-8-16,11-3-7 0,0 0-25 15,0 0-31-15,0 0-22 0,0 0-28 0,62-5-48 16,-20-2-85-16,0 0-127 0,2 0-124 16,2 2-125-16,-3-4-175 0,2 3-210 15,-4-4-160-15,-3 5 80 0,-2-7-737 16,-5 10-953-16</inkml:trace>
  <inkml:trace contextRef="#ctx0" brushRef="#br0" timeOffset="11364.33">9105 4925 3944 0,'-4'-6'-125'0,"4"6"52"0,-10-6 48 0,10 6 58 0,-9-7 63 0,9 7 41 0,-8-6 36 0,8 6 20 15,-7-4 10-15,7 4-1 0,0 0-3 0,0 0 39 16,0 0 58-16,0 0 12 0,-4 21 20 16,12-8 14-16,3 2 6 0,12 7 4 15,9 6 2-15,6-1-18 0,8 0-20 0,5-2-300 16,6-2-16-16,-1-2 0 0,3-1 0 16,-4-1 0-16,-3-1 0 0,-5-3 0 0,-13-1 0 15,-5-2 0-15,-8-3 0 16,-6 4 0-16,-7-3 0 0,-4 2 0 0,-6 2 0 15,-10 7 0-15,-6 2 0 0,-15 8 0 16,-5-2 0-16,-8 2 0 0,-4-4 0 0,-2 0 0 16,0-2 0-16,0 0 0 0,5-1 0 15,5-4 0-15,9-4 0 0,8-3 0 0,5-3 0 16,4-1 0-16,5-2 0 0,-1-2 0 16,5 0 0-16,1-2 0 0,-1-1 0 0,7-2 0 15,0 0 0-15,0 0 0 16,0 0 0-16,0 0 0 0,18-11 0 0,0 2-334 15,13-9-585-15,-1 0-11 0,2-1 93 0,8-8-922 16,-1 6-1189-16</inkml:trace>
  <inkml:trace contextRef="#ctx0" brushRef="#br0" timeOffset="12614.11">8396 5120 5004 0,'0'0'-115'0,"-6"5"76"0,2 4 49 16,0-1 41-16,1 3 35 0,-1 1 36 0,0-2 24 0,3 1 10 0,-3-1 6 15,2 3-9-15,-1-3-18 0,3 0-2 0,0 1-15 16,3-3-1-16,3 1-12 16,-3 0-7-16,3-4-6 0,1 0-10 0,-7-5 1 15,21-2-9-15,-21 2-12 0,29-8-6 16,-18-4-5-16,3 0-6 0,-3-5-5 15,-4-4 0-15,-3 1-1 0,-1-1-12 0,-8-1-3 16,-2 1-2-16,0 2-12 0,-9 3 2 16,3 3 3-16,-7 7-6 0,0 3-1 0,-7 6 1 15,-9 8 23-15,1 7 1 0,-3 5 10 16,13 2 9-16,5 3 8 0,6 0 8 0,12-2 13 16,8 8 10-16,12-4 7 0,12 5-4 15,13-5-4-15,7-1-10 0,11-5-7 0,9-7-19 16,7-3-54-16,4-6 0 0,-4-5 0 15,2-4 0-15,-5-5 0 0,-6-2 0 16,-3-2 0-16,-10-5 0 0,-7 1 0 16,-12-3 0-16,-7 2 0 0,-8-3 0 15,-8 0 0-15,-6 3 0 0,-7-1 0 0,-5 4 0 16,-4 1 0-16,-11-3 0 0,-2 7 0 16,-17 1 0-16,-1 8 0 0,-1 4 0 15,-7 7 0-15,8-1 0 0,6 5 0 16,9 4 0-16,6 3 0 0,9-2 0 0,10-2 0 0,6 1 0 15,13 5 0-15,7-1 0 16,19-1 0-16,4-3 0 0,11-5 0 0,4-4 0 16,5-7 0-16,-1-3 0 0,-2-6 0 15,-5-2 0-15,-5-3 0 0,-14 1 0 0,-4-4 0 16,-5-5 0-16,-8 1 0 0,-7-5 0 16,-6 0 0-16,-8-1 0 0,-8-3 0 15,-10-22 0-15,-11-1 0 0,-7 0 0 0,-10 1 0 16,-17-3 0-16,7 13 0 0,-7 10 0 15,-2 6 0-15,-2 8 0 0,2 8 0 0,14 6 0 16,1 6 0-16,10 7 0 0,4 7 0 16,12 4 0-16,9 4 0 0,10-2 0 0,4 8 0 15,13 0 0-15,14 2 0 16,6-1 0-16,13-3 0 0,10-6 0 0,2-2 0 16,0-4-78-16,0-4-277 0,-5-4-31 15,-14-5-15-15,-6-1 5 0,-5-6 0 0,-11-1-7 16,0-1-13-16,-8-2-20 0,2-2-38 15,-3 0-85-15,-2-5-64 0,-2 0 45 0,2-3-337 16,-5-3-396-16</inkml:trace>
  <inkml:trace contextRef="#ctx0" brushRef="#br0" timeOffset="13013.35">10521 5048 2695 0,'-17'0'76'0,"-1"0"46"0,5 1 36 0,13-1 22 0,-16 0 45 0,16 0 24 0,0 0 26 15,-11 2 33-15,11-2 31 0,0 0 15 16,0 0-3-16,0 0-15 0,67-5-29 16,-26 3-31-16,2 0-25 0,-2 2-26 0,4 0-22 15,-2-1-22-15,0 2-13 0,-11-1-33 16,-3 0-59-16,-9 2-73 0,-1-2-77 0,3 0-74 15,-8 0-78-15,0 0-94 0,-4 0-94 16,-10 0-106-16,13 2-147 0,-13-2-83 0,0 0 61 16,0 0-564-16,0 0-715 15</inkml:trace>
  <inkml:trace contextRef="#ctx0" brushRef="#br0" timeOffset="14246.44">10643 4754 3496 0,'-16'-6'7'0,"4"-1"40"0,-2 2 32 0,-1 1 30 0,1-1 48 0,3 2 43 16,0-1 36-16,1 1 24 0,10 3 19 0,-17-7 6 15,11 5-11-15,6 2-16 0,-12-2-26 16,12 2-19-16,0 0 12 0,0 0 22 16,-1 14-1-16,8-3-7 0,7 0-15 0,11 10-19 15,3-1-22-15,9 4-14 16,2 3-19-16,5 0-12 0,-4-4-105 0,-2 2-33 16,-5-6 0-16,-5-5 0 0,3 4 0 15,-6-4 0-15,-9-2 0 0,0-2 0 0,-7-1 0 16,1-1 0-16,-6-3 0 0,-4 4 0 15,0-9 0-15,-16 17 0 0,-2-7 0 0,-14 4 0 16,-4-2 0-16,-5 0 0 0,-11 0 0 16,-2-2 0-16,11-4 0 0,3 0 0 0,2 0 0 15,12 0 0-15,4-6 0 0,5 4 0 16,4-1 0-16,-1-1 0 0,7 0 0 16,7-2 0-16,-17 1 0 0,17-1 0 15,-12 4 0-15,12-4 0 0,0 0 0 0,0 0 0 16,0 0 0-16,0 0 0 0,0 0 0 15,0 0-358-15,0 0-339 0,32-11-180 0,-20 11 6 16,-12 0 91-16,23 0-787 0,-10 2-1010 16</inkml:trace>
  <inkml:trace contextRef="#ctx0" brushRef="#br0" timeOffset="15213.52">11113 5254 3969 0,'16'-4'-97'0,"-9"2"73"0,1 0 67 0,-8 2 28 0,0 0 24 15,0 0 40-15,0 0 56 0,0 0 49 16,-21 14 36-16,-14 2 45 0,-10 4 13 16,-7 1 10-16,-5-1 1 0,-2 3-2 0,0-3-10 15,2 1-5-15,2-2-18 0,5-1-15 16,12-7-14-16,2 1-223 0,3-3-58 0,11 0 0 15,4-4 0-15,5-1 0 0,1 0 0 16,3 0 0-16,2-4 0 0,7 0 0 0,-14 6 0 16,14-6 0-16,-9 2 0 0,9-2 0 15,0 0 0-15,-11 2 0 0,11-2 0 0,0 0 0 16,0 0 0-16,-11-7 0 0,11 7 0 16,0-7 0-16,0 7-567 0,7-10-346 15,0 1 1-15,4 1 90 0,5-4-871 0,8-3-1127 16</inkml:trace>
  <inkml:trace contextRef="#ctx0" brushRef="#br0" timeOffset="15535.42">11346 4828 4692 0,'4'-23'-1'0,"0"1"71"15,-3 9 57-15,1-1 48 0,0 1 73 0,0 4 46 16,0-1 21-16,1 3-10 15,-3 7-25-15,3-7 8 0,-3 7 60 0,0 0 21 16,11 29-1-16,-7 5-55 0,3 7-313 0,-1 15 0 16,2 4 0-16,0 5 0 0,-3-2 0 15,4 3 0-15,2-4 0 0,-4-2 0 16,0-1 0-16,-3-4 0 0,4-4 0 0,-6-9 0 16,0-7 0-16,0-6 0 0,-2-4 0 15,2-7 0-15,0-2 0 0,-2-3 0 16,0 1 0-16,0-5 0 0,0 1 0 0,0-3 0 15,0-7 0-15,0 12 0 0,0-12 0 16,-2 5 0-16,2-5 0 0,0 0 0 16,0 0 0-16,0 0 0 0,-14-17 0 0,12 10 0 15,0-3-1028-15,2-2 76 0,2 1-1160 0,0 0-1523 16</inkml:trace>
  <inkml:trace contextRef="#ctx0" brushRef="#br0" timeOffset="16247.84">14258 4959 5549 0,'8'-19'-191'0,"-3"4"82"0,-1 6 69 0,-2-1 52 0,-1 3 26 0,1 2 20 16,-2 5 21-16,0 0 46 0,0 0 73 15,0 0 54-15,9 19 28 0,-11 3 20 16,0 16 3-16,0 6-10 0,-6 11 6 0,0 3-8 16,5-2-25-16,-1 0-78 0,0 0-188 15,2-9 0-15,1-3 0 0,-2-3 0 0,-1-1 0 16,2-4 0-16,0-7 0 0,1-5 0 15,1-5 0-15,-2-2 0 0,-2-4 0 0,2-1 0 16,2-1 0-16,-2-3 0 16,2-8 0-16,0 10 0 0,0-10 0 0,0 0 0 0,0 0 0 15,8-22 0-15,-3 9 0 16,5-5 0-16,3 1 0 0,3-5 0 0,-3 5 0 16,-2 2 0-16,1 6 0 0,-1 1 0 15,3 0 0-15,-3 7 0 0,6 1 0 0,0 5 0 16,5 2 0-16,3 7 0 0,-3 6 0 15,-3 1 0-15,-4-3 0 0,-5 0 0 0,-3 0 0 16,-5 1 0-16,-4-2 0 0,1 1 0 16,-7 3 0-16,-4-3 0 0,-4 7 0 0,-8-6 0 15,1 1 0-15,-3-5 0 0,5-3 0 16,-2-3 0-16,2-2 0 0,1-2 0 0,0-2 0 16,4-2 0-16,4-2 0 0,-8-2 0 15,5-4 0-15,1-2 0 0,3 0 0 16,-1-5 0-16,-1 3 0 0,8-3 0 15,1-1 0-15,2 3-598 0,4-2-277 0,2-3-33 16,3-2 85-16,9-7-873 0,4 2-1131 16</inkml:trace>
  <inkml:trace contextRef="#ctx0" brushRef="#br0" timeOffset="16596.24">15071 5163 5011 0,'-20'-10'96'0,"0"0"50"0,4 5 49 0,0-1 50 0,3 0 39 0,1 4 9 0,7-2-5 0,5 4-21 16,0 0-3-16,0 0 4 0,0 0-10 16,26 14-7-16,21 2-25 0,5 9-127 0,7 0-99 15,0 4 0-15,-5 2 0 0,-7 2 0 16,-4 1 0-16,-11 5 0 0,-11-1 0 0,-10-4 0 15,-7 1 0-15,-9 0 0 16,-7 0 0-16,-11 5 0 0,-3-1 0 0,-9-3 0 0,1-2 0 16,-3-5 0-16,3 0 0 0,4-9 0 15,-3 0 0-15,5-2 0 0,-1-3 0 16,9-3 0-16,0-2 0 0,5-5 0 16,5 2 0-16,1-2 0 0,4-3 0 0,5-2 0 15,0 0 0-15,0 0 0 0,5-21-360 16,14-1-489-16,2-3-90 0,9-8 85 15,4-4-911-15,2 3-1195 0</inkml:trace>
  <inkml:trace contextRef="#ctx0" brushRef="#br0" timeOffset="17078.88">15885 5199 5228 0,'-9'-13'116'0,"1"2"66"15,5 3 78-15,-4-2 42 0,5 3 31 0,2 7 8 16,-1-9-29-16,1 9-38 0,-2-7-25 16,2 7-16-16,0 0 12 0,17 15-129 0,5 7-116 15,-2 3 0-15,7 10 0 0,-2 5 0 16,0 1 0-16,-9 0 0 0,-2-5 0 0,-7 1 0 16,-1 2 0-16,-4-4 0 0,-2-4 0 15,-2-3 0-15,-2-4 0 0,2 1 0 16,-3-2 0-16,-1-3 0 0,2-3 0 0,-2-1 0 15,2-3 0-15,-1 1 0 0,-1-1 0 16,-1-1 0-16,-3 0 0 0,-1-3 0 16,-7 1 0-16,0 2 0 0,-5-5 0 0,-8 3 0 15,-1 0 0-15,3-5 0 0,8 2 0 16,0-2 0-16,4 0 0 0,6-2 0 16,1 1 0-16,2-1 0 0,8-3 0 0,0 0 0 15,11 11 0-15,13-10 0 0,4 1 0 16,16-2 0-16,4-2 0 0,0-1 0 0,9-2 0 15,-10 1 0-15,3 1 0 0,-3-1 0 16,-3 1 0-16,-6 0 0 0,-7 1 0 0,-8 0 0 16,-6 1 0-16,-2 1 0 0,-4-2 0 15,1 0 0-15,-12 2 0 0,15-2 0 0,-15 2 0 16,0 0 0-16,0 0 0 16,0 0 0-16,0 0 0 0,-34 17-775 0,2-5-199 15,-3 2-1217-15,-14 5-1596 0</inkml:trace>
  <inkml:trace contextRef="#ctx0" brushRef="#br0" timeOffset="17829.74">18171 5310 6445 0,'3'-5'23'0,"-3"5"6"0,0 0 65 0,0 0 74 0,-1 29 45 16,-3-5 27-16,-6 10 25 0,-1 6 6 0,-3 10 0 16,-1-3-99-16,4 2-172 0,-1-9 0 15,4 0 0-15,-1-3 0 0,3-2 0 16,0-8 0-16,2-5 0 0,-1-1 0 16,3-5 0-16,-2-1 0 0,4-4 0 0,-1-3 0 15,1-8 0-15,0 7 0 0,0-7 0 16,0 0 0-16,0 0 0 0,3-34 0 15,6-1 0-15,4-11 0 0,7-9 0 0,1-7 0 16,11-13 0-16,1-2 0 0,-1 3 0 16,-1 18 0-16,-5 6 0 0,1 9 0 0,-7 10 0 15,0 4 0-15,-3 4 0 0,-4 7 0 16,-2 6 0-16,1 7 0 0,-2 2 0 0,-10 1-214 16,15 6-563-16,-9 2-177 0,-1 4 84 15,-3 5 102-15,-2-2-799 0,-5 15-1010 16</inkml:trace>
  <inkml:trace contextRef="#ctx0" brushRef="#br0" timeOffset="17996.52">17932 5595 4653 0,'-23'1'156'0,"2"-1"32"0,4 2 50 16,3-2 78-16,14 0 39 0,-16 0 21 0,16 0 0 16,-16 0-18-16,16 0-36 0,0 0-34 15,0 0-37-15,0 0-33 0,43-7-122 16,4 2-96-16,16-2-4 0,10 1-243 0,0-3-172 15,2-1-213-15,3-2-262 16,-6-5 57-16,-3 0 85 0,-2-7-747 0,-6-3-944 0</inkml:trace>
  <inkml:trace contextRef="#ctx0" brushRef="#br0" timeOffset="18363.23">18985 5053 4441 0,'-12'-4'81'0,"-1"3"46"0,13 1 55 16,-27 12 52-16,7 0 69 0,-1 8 25 0,1 4 15 15,-1 3-1-15,-1 5-8 0,8-1-28 16,-2 3-26-16,3 0-25 0,6 0-31 0,-2 1-18 16,7-6-16-16,-1-4-175 0,3 2-15 15,-2-3 0-15,2-5 0 0,0 0 0 16,-2-1 0-16,2-6 0 0,0 1 0 0,2-4 0 16,-2 2 0-16,0-11 0 0,2 8 0 15,-2-8 0-15,0 0 0 0,17-14 0 16,-2-4 0-16,4-7 0 0,6 2 0 15,-1-1 0-15,1 1 0 0,0 6 0 0,-3 1 0 16,-8 8 0-16,4 1 0 0,-5 5 0 16,3 2 0-16,-2 3 0 0,4 5 0 0,-3 4 0 15,-2 1 0-15,0 3 0 0,-1 1 0 16,1 9 0-16,-2-5 0 0,0-1 0 0,-6-1 0 16,1-2 0-16,-1-2 0 15,2-1 0-15,-4 0 0 0,1-4 0 0,2 1 0 16,-5-5 0-16,3-1-174 0,-4-5-516 15,8 0-86-15,-8 0-99 0,12-17 72 0,-3 0-854 16,7-12-1095-16</inkml:trace>
  <inkml:trace contextRef="#ctx0" brushRef="#br0" timeOffset="18579.63">19487 4884 4664 0,'4'-25'74'0,"0"9"67"0,-1 3 57 16,-3 3 68-16,2 2 42 0,0 2 20 15,-2 6 14-15,0 0 48 0,0 0 45 16,23 18 4-16,-4 8-10 0,5 12-252 0,-4 5-177 15,1 9 0-15,-1 2 0 0,-8 6 0 16,4 2 0-16,-8 4 0 0,-8-3 0 0,-4 2 0 16,-6-2 0-16,-5-2 0 0,-5-5 0 15,-3-3 0-15,-1-3 0 0,-4-6 0 0,-3 0 0 16,3-1 0-16,-5-14 0 16,5 3 0-16,-1-11 0 0,0-3-57 0,3-6-987 15,1-2 98-15,3-4 114 0,8-3-975 16,-2-1-1234-16</inkml:trace>
  <inkml:trace contextRef="#ctx0" brushRef="#br0" timeOffset="19563.4">19034 5484 4602 0,'5'-5'-97'0,"2"1"77"0,-2-1 47 0,1 0 37 0,1-1 27 0,0 2 35 0,4-1 24 0,-2 1 16 15,0 0 6-15,-9 4 6 16,21-4 4-16,-10 4 1 0,-11 0-1 0,22 3 9 16,-11 2-10-16,-1-1-5 0,1 3-5 15,0 3-12-15,-1 2-9 0,-1-3 1 0,1 3-9 16,-4 1-5-16,3-3-2 0,-5 0-3 16,3-1 3-16,-3 1 6 0,5-2 13 15,-4-1-124-15,2 0-30 0,-1-3 0 0,-1 2 0 16,6-2 0-16,-2-1 0 0,-9-3 0 15,25 0 0-15,-12-2 0 0,4-1 0 0,0-4 0 16,4-1 0-16,0-1 0 16,1-1 0-16,-8 0 0 0,4 1 0 0,-5 1 0 0,-4 4 0 15,1-1 0-15,-8 2 0 16,-2 3 0-16,6-5 0 0,-6 5-304 0,0 0-593 16,0 0-36-16,0 0 98 0,0 0-941 15,-36 15-1206-15</inkml:trace>
  <inkml:trace contextRef="#ctx0" brushRef="#br0" timeOffset="21028.69">5183 7700 3555 0,'0'0'331'16,"0"0"-82"-16,13 3-22 0,-13-3 18 0,0 0 5 0,0 0 15 0,0 0 29 0,0 0-2 0,0 0-26 16,0 0-12-16,0 0-22 0,0 0-15 15,9-12-25-15,-9 12-14 0,3-11-12 0,-3 2-14 16,0 9-10-16,-5-15-11 0,4 6-17 15,-5 2-12-15,-1 0-11 0,-2 2-12 16,-11 4-8-16,-5 5-7 0,-11 5-32 16,-16 8-32-16,3 7 0 0,-4 2 0 15,3 5 0-15,3 4 0 0,4-4 0 0,9 6 0 16,7-1 0-16,9-3 0 0,8 0 0 16,4-2 0-16,4-2 0 0,6-6 0 0,6 8 0 15,5-2 0-15,6-3 0 0,1-2 0 16,7-2 0-16,3-1 0 0,5-6 0 0,-1 1 0 15,0-4 0-15,0-6 0 0,0 1 0 16,3-2 0-16,-3 0 0 0,-5-5-279 0,-3 0-317 16,-1-5-129-16,7-2-162 15,-7-1 90-15,2-3 78 0,-9-2-705 0,3-3-876 16</inkml:trace>
  <inkml:trace contextRef="#ctx0" brushRef="#br0" timeOffset="21413.32">5446 7874 3992 0,'1'-11'18'0,"6"2"40"0,-2 5 30 0,3-2 31 16,1 3 37-16,3 1 32 0,-12 2 23 16,29 2 24-16,-11 3 20 0,3 2-4 0,10 5-5 15,-4 2-17-15,0 1-12 0,-9 1-15 16,-2-3-11-16,-5 1-12 0,-1 3-9 16,-5 1 0-16,-3 0-15 0,-4-2-16 15,-3 4-12-15,-5 1-17 0,-5 3-8 0,-8 0-12 16,-4-2-10-16,0-3-4 0,0-4-9 15,4-8-6-15,3-2-52 0,3-7-9 16,0-3 0-16,1-8 0 0,1-15 0 0,6-1 0 16,6 1 0-16,3 5 0 0,3 1 0 15,1 0 0-15,5 5 0 0,0 3 0 0,5-1 0 16,1 9 0-16,1 0 0 0,0 5 0 16,4 2 0-16,1 5 0 0,-3 2 0 0,9 6 0 15,-2-1 0-15,-2 6 0 16,-1 1 0-16,2 2 0 0,-3-2 0 0,0 0 0 15,1 0 0-15,-4-3 0 0,-3-7 0 16,-2 1 0-16,0 0 0 0,-2-4 0 0,-2 2 0 16,2-2-65-16,-3-4-334 0,1 0-114 15,-1-1-102-15,-8-2-115 0,21-7-73 0,-10-1 71 16,3-6-742-16,4-10-922 0</inkml:trace>
  <inkml:trace contextRef="#ctx0" brushRef="#br0" timeOffset="21728.45">6092 7736 3948 0,'-10'-14'-75'0,"3"7"49"0,-3-1 34 0,-2 4 30 16,3 4 38-16,-2 0 24 0,-5 4 23 16,-2 4 13-16,0 3 13 0,-7 5 0 0,2 3-1 15,3 2-8-15,6-1-8 0,3-3-12 16,7 2-3-16,1-3-13 0,6 2 3 0,10 7 4 16,9-3-1-16,3-2-2 15,3 1-2-15,3-3 11 0,-3 3 39 0,1-5 14 16,-5 7 10-16,-5-8 4 0,-8-1 11 15,1 4 4-15,-4-5 6 0,-3 3 5 16,-5-1-1-16,-1 0-8 0,-7-1-8 0,-1 3-150 16,-5-2-43-16,-1-1 0 0,-8 5 0 15,2-5 0-15,2-6 0 0,0 1 0 0,1-2 0 16,2-4 0-16,0-3 0 0,1-2 0 16,-6-6 0-16,5-1 0 0,-6-11 0 0,7-2 0 15,-2-4-270-15,11 3-335 16,-2 1-165-16,6 2-115 0,0 3 89 0,4-3-859 15,7 0-1091-15</inkml:trace>
  <inkml:trace contextRef="#ctx0" brushRef="#br0" timeOffset="22112.6">6548 7836 4981 0,'0'0'171'0,"0"0"47"0,0 0 37 16,0 0 29-16,0 0 13 15,0 0-4-15,0 0-19 0,0 0-23 0,0 0-23 16,0 0-22-16,0 0-16 0,0 0-20 16,0 0-15-16,0 0-15 0,0 0-62 0,27-5-78 15,-11 3 0-15,4-2 0 0,-6 0 0 16,0 3 0-16,-1-4 0 0,-1 0 0 0,-3-1 0 16,-5 0 0-16,-2-2 0 0,-2 2 0 15,-6 0 0-15,-3 2 0 0,-7 3 0 0,-5 2 0 16,-15 6 0-16,-11 8 0 0,-1 6 0 15,2 3 0-15,4 2 0 0,6 3 0 0,9 2 0 16,10-4 0-16,6 5 0 0,7-9 0 16,8 0 0-16,7 6 0 0,8-4 0 15,10-3 0-15,12 2 0 0,2-3 0 16,4-7 0-16,-6-4 0 0,0-1 0 0,-1-3 0 0,-1-1 0 16,-1 1 0-16,-8-3 0 15,-7-1 0-15,-2 0 0 0,-8-1 0 0,0-1-245 16,-5 3-480-16,-8-3-201 0,8 2 54 15,-8-2 108-15,0 0-821 0,-8 15-1025 16</inkml:trace>
  <inkml:trace contextRef="#ctx0" brushRef="#br0" timeOffset="22528.44">7514 7910 4762 0,'-17'-6'142'0,"17"6"37"0,0 0 46 0,-12-5 45 0,12 5 26 0,0 0 13 0,-10-3-5 0,10 3-11 16,0 0-27-16,0 0-24 0,-5-6-24 0,5 6-16 16,0 0-11-16,0 0-10 0,0 0-70 15,0 0-111-15,0 0 0 0,0 0 0 0,-6-7 0 16,6 7 0-16,0 0 0 0,0 0 0 15,0 0 0-15,0 0 0 0,0 0 0 0,0 0 0 16,-7-2 0-16,7 2 0 16,0 0-419-16,0 0-239 0,0 0-209 0,0 0 15 0,0 0 81 15,0 0-802-15,-16 9-1014 16</inkml:trace>
  <inkml:trace contextRef="#ctx0" brushRef="#br0" timeOffset="22746.44">7455 8286 4910 0,'-2'4'359'0,"2"-4"51"16,0 0 47-16,0 0 38 0,-3 9 20 15,3-9-1-15,0 0-31 0,0 0-435 0,0 0-48 16,0 0 0-16,0 0 0 0,0 0 0 16,0 0 0-16,0 0 0 0,0 0 0 0,0 0 0 15,0 0 0-15,0 0 0 16,0 0 0-16,0 0 0 0,0 0 0 0,0 0 0 15,0 0-387-15,0 0-625 0,29-13 101 16,-19 10 93-16,5-2-904 0,4-1-1155 0</inkml:trace>
  <inkml:trace contextRef="#ctx0" brushRef="#br0" timeOffset="23144.92">7946 7868 5095 0,'-1'-12'97'0,"-3"4"49"0,4-1 38 15,-2 2 31-15,2 7 18 0,-3-8-2 16,3 8-19-16,0 0-20 0,-2-9-18 16,2 9 18-16,0 0 18 0,0 0 11 15,0 0-9-15,5 29-13 0,-1-13-17 16,-1 5-2-16,1 0-164 0,2 2-16 0,-3 12 0 16,5 0 0-16,-4 2 0 0,-2-8 0 15,-4 8 0-15,-2-2 0 0,0 0 0 0,0 1 0 16,1-3 0-16,-1-4 0 0,0-5 0 15,2 1 0-15,2-8 0 0,-1 3 0 0,1-1 0 16,1-4 0-16,-1-1 0 0,0-2 0 16,2 0 0-16,2 0 0 0,-2-4 0 0,3 4 0 15,-3-7 0-15,0 4 0 16,0-2 0-16,3-2 0 0,-4 2 0 0,1-2 0 16,2 0 0-16,0 0 0 0,-1 1 0 15,3-2 0-15,-6-4 0 0,12 6 0 0,-5-4 0 16,-7-2 0-16,11 0 0 0,-11 0 0 15,12 0 0-15,-12 0 0 0,0 0 0 0,15-2 0 16,-15 2 0-16,0 0 0 0,0 0-611 16,0 0-360-16,-36 15 75 0,6-5 95 0,-6 2-870 15,-11 5-1106-15</inkml:trace>
  <inkml:trace contextRef="#ctx0" brushRef="#br0" timeOffset="23461.68">5438 9143 4983 0,'-47'2'85'0,"-5"2"11"0,-5 4 33 0,7-5 41 0,7 0 62 0,3 1 45 16,11-2 36-16,8-2 18 0,5 0 4 16,9 3-14-16,7-3 5 0,0 0-39 0,67 0-27 15,18-5-214-15,62-1-46 0,25-4 0 16,79-1 0-16,4-1 0 0,11-2 0 15,-5 11 0-15,-2 6 0 0,-5 1 0 0,-12 0 0 16,-63 0 0-16,-10 2 0 0,-15 1 0 0,-21-2 0 16,-49-5 0-16,-14 3 0 0,-19-1 0 15,-19 0 0-15,-9-2 0 0,-7 0 0 16,-9-2 0-16,-7 2 0 0,2-5 0 16,-2 5 0-16,0 0 0 0,-21-7 0 0,8 4 0 15,4 0-431-15,-2-2-457 0,0 1-19 16,4-2 83-16,7 6-924 0,-12-6-1181 0</inkml:trace>
  <inkml:trace contextRef="#ctx0" brushRef="#br0" timeOffset="24427.85">11671 8849 4874 0,'-9'4'21'0,"0"-2"64"0,9-2 41 0,-14 0 45 0,14 0 52 0,0 0 49 0,-15-8 17 0,13 1-7 16,-1-2-4-16,3-2-11 16,0-3-17-16,2-3-19 0,3-5-13 0,4-9-20 15,3 0-18-15,3 2-18 0,1 0-98 16,0 3-64-16,4 4 0 0,-4 5 0 0,0 5 0 15,4 2 0-15,-6 5 0 0,6 3 0 16,-2 4 0-16,5 4 0 0,10 9 0 0,-5 6 0 16,8 7 0-16,0 3 0 0,1 1 0 15,-8 2 0-15,-2 0 0 0,-9-5 0 0,-4 4 0 16,-3 0 0-16,-9-4 0 0,0-2 0 16,-4 8 0-16,-2-1 0 0,1-8 0 0,-6-4 0 15,2-3 0-15,1-4 0 16,-1-1 0-16,3-4 0 0,1 1 0 0,-2-5 0 15,1-6 0-15,4 0 0 0,0 0 0 16,-2-24 0-16,6 0 0 0,6-12 0 0,5-8 0 16,6 3 0-16,2 0 0 0,0 12 0 15,-2 0 0-15,2 8 0 0,0 0 0 0,-1 5 0 16,1 6 0-16,-1 5 0 0,-4 3 0 16,3 2 0-16,2 6 0 0,1 2 0 0,1 7 0 15,2 2 0-15,-6 5 0 0,1 1 0 16,-4 2 0-16,0 1 0 0,-5-1 0 15,0 2 0-15,-1 2 0 0,-5-6 0 16,-1-4 0-16,0-2 0 0,0-4 0 0,-3-2 0 16,3-1 0-16,-3 0 0 0,-1-1 0 15,3-1 0-15,-3-5 0 0,-2-3 0 0,0 0 0 16,0 0-250-16,0 0-759 0,0 0 98 16,-25-11-1137-16,9 1-1461 0</inkml:trace>
  <inkml:trace contextRef="#ctx0" brushRef="#br0" timeOffset="24713.2">12641 7952 6001 0,'-3'-12'55'0,"-3"3"55"0,2-1 27 0,3 5 11 0,-1 3 3 0,2 2 48 0,0 0 52 0,0 0 39 0,0 0-16 0,-4 37-7 0,6-14-4 0,0 3-218 0,1 12-45 15,3 2 0-15,0-1 0 0,0 2 0 16,1-2 0-16,1 1 0 0,-3-1 0 0,4-2 0 16,-4 0 0-16,1-9 0 0,-3-6 0 15,1 0 0-15,-2-5 0 0,2 0 0 0,-2-5 0 16,-1 1 0-16,2-1 0 16,-3-3 0-16,4-1 0 0,-2-2 0 0,1 0-361 0,-3-6-413 15,6 4-158-15,-6-4 95 16,0 0 89-16,29-15-796 0,-15 3-987 0</inkml:trace>
  <inkml:trace contextRef="#ctx0" brushRef="#br0" timeOffset="25044.2">13061 8214 4252 0,'-11'-11'50'0,"3"9"54"0,8 2 46 0,-21 2 48 16,21-2 48-16,-25 8 51 0,12 1 31 15,-1 4 18-15,-4 10 4 0,2 3-7 0,3 1-12 16,5 6-27-16,2-6-26 15,6 0-14-15,4 8-13 0,6-3-152 0,5-1-99 16,6 1 0-16,6-9 0 0,4-2 0 16,3-5 0-16,2-1 0 0,-2-7 0 0,-4-2 0 15,-3-6 0-15,-2-2 0 0,-2-4 0 16,-1-2 0-16,-2-1 0 0,-3-3 0 0,-4-4 0 16,-3-1 0-16,-7-2 0 0,0-6 0 15,-8-9 0-15,-2-4 0 0,-4-1 0 0,-5-4 0 16,1 11 0-16,2 3 0 0,-4 4 0 15,1 9 0-15,3 4 0 0,-1 4 0 0,3 5 0 16,-1 1 0-16,-2 4 0 0,1 4 0 16,-3 3 0-16,5-1 0 0,2 4 0 15,2-1-420-15,3-1-589 0,4-2 108 16,4 1-1092-16,8-1-1411 0</inkml:trace>
  <inkml:trace contextRef="#ctx0" brushRef="#br0" timeOffset="25363.48">13787 8182 5169 0,'-4'-9'-32'0,"-1"4"74"0,-1 2 53 15,6 3 61-15,-12-5 63 0,12 5 77 0,0 0 41 16,-25 12 17-16,16-2-1 0,2 0 5 16,-1 4-11-16,2 0-17 0,2 3-163 0,4 0-167 15,2 1 0-15,4 0 0 16,4 3 0-16,3 3 0 0,4-2 0 0,4-3 0 15,-4-5 0-15,2-4 0 0,0-2 0 16,0-1 0-16,-1-3 0 0,-3-2 0 0,-2-1 0 16,2-2 0-16,-1-1 0 0,-1-3 0 15,-4-2 0-15,1-2 0 0,-6-3 0 0,-2-3 0 16,-2-2 0-16,-4-5 0 0,1-1 0 16,-4 4 0-16,2 1 0 0,-3 3 0 0,3 5 0 15,-4 3 0-15,0 2-51 16,2 3-454-16,7 2-52 0,-20 4-58 0,13-1-80 0,7-3-59 15,-9 5 25-15,9-5-728 16,0 0-907-16</inkml:trace>
  <inkml:trace contextRef="#ctx0" brushRef="#br0" timeOffset="25611.31">13894 8268 3719 0,'13'6'-87'0,"1"3"82"16,-3-1 89-16,0 4 76 15,3 0 60-15,-1 3 68 0,-1 2 62 0,3 10 43 16,-1 2 30-16,-3 4 0 0,0-1-18 16,-1 1-9-16,-1 1-21 0,0-1-5 0,-1 0-20 15,-2-2-25-15,2-2-323 0,-5-2-2 16,3-7 0-16,-4-1 0 0,0-2 0 0,-1-3 0 15,-1 0 0-15,0-1 0 0,-1-1 0 16,-1 1 0-16,-6-1 0 0,-1-3 0 0,-7 0 0 16,2 0 0-16,-10-1 0 15,1-4 0-15,-13 1 0 0,4-2 0 0,3-3 0 16,1 3 0-16,-3-3 0 0,4-3 0 0,-1 3 0 16,3-3 0-16,6 0 0 0,2 1 0 15,0 1 0-15,3-2 0 0,3-1 0 16,-1 0 0-16,7 0-1026 0,-3 2 87 0,8 2 87 15,-1-12-976-15,1 12-1254 0</inkml:trace>
  <inkml:trace contextRef="#ctx0" brushRef="#br0" timeOffset="26096.98">14488 8510 5503 0,'-5'-8'190'0,"-1"2"25"0,2 3 15 15,4 3 8-15,-3-7 8 0,3 7 9 0,0 0 24 16,0 0-13-16,0 0-11 0,0 28-14 16,3-11-28-16,-1 5-153 0,2 1-60 0,3 10 0 15,1 0 0-15,-4-6 0 0,0-4 0 16,0 0 0-16,-2-4 0 0,-1-2 0 15,1-1 0-15,-2-2 0 0,2-2 0 16,-2-3 0-16,0 0 0 0,0 0 0 0,0-9 0 16,-2 11 0-16,2-11 0 0,-2 6 0 15,2-6 0-15,0 0 0 0,0 0 0 0,0 0 0 16,0 0 0-16,18-21 0 0,-9 16 0 16,0 0 0-16,4-2 0 0,-4 5 0 0,4-2 0 15,-1 2 0-15,2 4 0 16,0-1 0-16,1 6 0 0,-4 2 0 0,3-1 0 0,-1 5 0 15,-5 0 0-15,0 3 0 0,-6 0 0 16,-2 4 0-16,-4-3 0 0,-2 2 0 0,-8 10 0 16,2 0 0-16,-8-4 0 15,-3-2 0-15,3-5 0 0,-3 1 0 0,-1-7 0 0,6 0 0 16,-1-5 0-16,-1-2 0 0,5-2 0 16,2-1 0-16,1-4 0 0,1-2 0 15,1-5 0-15,7-5 0 0,-1-3-64 16,6-5-951-16,1-11 74 0,9-1 96 0,3 2-966 15,5 1-1240-15</inkml:trace>
  <inkml:trace contextRef="#ctx0" brushRef="#br0" timeOffset="26594.58">14969 8286 5043 0,'1'-8'53'0,"-1"4"45"0,0 4 10 0,6-8 31 0,-6 8 36 0,12-5 40 0,-12 5 19 0,18 0 10 0,-18 0-4 16,25 9-8-16,-11-1-6 0,1 3-10 16,1 3-9-16,-3 1-10 0,-2 2-4 0,-1 0-1 15,-5 2-13-15,-1-2-179 0,-4 0 0 16,-2 0 0-16,-5 2 0 0,0 0 0 15,-11 3 0-15,-3-2 0 0,-8-2 0 0,2-1 0 16,-3-5 0-16,-3-4 0 0,10-3 0 0,-1-1 0 16,3-6 0-16,6-1 0 15,-2-7 0-15,6-8 0 0,2-4 0 0,9-3 0 16,9-11 0-16,5 1 0 0,0 8 0 16,1 0 0-16,5 4 0 0,-4 8 0 0,2 5 0 15,-5 4 0-15,4 5 0 0,-2 1 0 16,4 3 0-16,3 6 0 0,4 5 0 0,-2 1 0 15,1 3 0-15,-2 2 0 0,2 0 0 16,0 0 0-16,1 1 0 0,5-2 0 0,-5-2 0 16,1-2 0-16,0-2 0 0,-4-3 0 15,-4-2 0-15,-4-5 0 0,-2 1 0 0,1-2 0 16,3-4 0-16,-3-2 0 0,-1-1 0 16,2-3 0-16,0-4 0 0,1 0 0 0,0-12 0 15,2 2 0-15,0-2-571 16,-7-4-426-16,-6 8 99 0,1 5-1049 0,-4 3-1367 15</inkml:trace>
  <inkml:trace contextRef="#ctx0" brushRef="#br0" timeOffset="27194.43">16219 8192 5670 0,'-23'2'23'0,"0"0"68"0,2-1 64 0,2-1 75 0,6 2 55 0,-2 0 59 0,15-2 41 16,-21 0 16-16,13 2-2 0,8-2-191 16,0 0-208-16,0 0 0 0,0 0 0 15,71 3 0-15,-22-3 0 0,23-2 0 0,0-1 0 16,0-1 0-16,-4 4 0 0,-3-3 0 15,-15-1 0-15,-9 3 0 0,1-2 0 0,-12 3 0 16,-7-1 0-16,-3-2 0 0,-6 2 0 16,0-1 0-16,-4 2 0 0,-3-2 0 0,-7 2 0 15,10-4 0-15,-10 4 0 0,0 0 0 16,0 0 0-16,0 0 0 0,0 0-797 0,-39 4-151 16,25-2 78-16,-2 1-1026 0,3 1-1320 15</inkml:trace>
  <inkml:trace contextRef="#ctx0" brushRef="#br0" timeOffset="27827.74">17663 8020 5103 0,'2'-5'-56'0,"4"1"40"0,-1-1 32 0,-1-1 36 0,1-1 29 0,-2 0 38 0,-3 1 26 16,6-2 13-16,-1 0 13 0,-1-2 2 0,2 1 17 16,-3 1-14-16,0 2 12 0,1-4 5 15,-2 4-2-15,-2-1-8 0,0 7-11 0,-9-14-13 16,-2 9-10-16,-2 3 0 0,-8 4 1 16,-13 3 10-16,-4 7 9 0,-12 10-153 15,2 4-16-15,-1 3 0 0,3 3 0 0,4 8 0 16,8 0 0-16,7 1 0 0,14-7 0 0,3 2 0 15,7 1 0-15,6-4 0 0,1 0 0 16,8-2 0-16,-1-4 0 0,7-4 0 16,0 1 0-16,3-6 0 0,-4-6 0 0,4-3 0 15,4-4 0-15,2-5 0 0,2 0 0 16,5-5 0-16,2-2 0 0,-2-1 0 0,-2-3 0 16,-5-1-367-16,2 0-631 0,-12 4 91 15,-2-2 88-15,-1 3-915 0,-3-2-1168 16</inkml:trace>
  <inkml:trace contextRef="#ctx0" brushRef="#br0" timeOffset="28026.8">17432 8283 5309 0,'-20'0'300'0,"6"0"51"0,5 0 26 0,9 0 17 15,0 0 23-15,-18-3-5 0,18 3-24 16,0 0-145-16,0 0-243 0,0 0 0 0,0 0 0 15,0 0 0-15,50-10 0 0,-28 8 0 16,3 2 0-16,0-4 0 0,-5 2 0 16,7-3-452-16,-9 4-392 0,-2 1-72 0,-3-2 90 15,-5 2-927-15,-8 0-1183 0</inkml:trace>
  <inkml:trace contextRef="#ctx0" brushRef="#br0" timeOffset="28829.03">18999 8557 4500 0,'-12'3'-80'0,"1"-3"78"0,11 0 43 0,-18-3 23 0,18 3 30 0,-20 0 34 16,11-2 21-16,9 2 26 0,-17-2 5 15,17 2 1-15,-13-4-14 0,13 4-12 0,0 0-16 16,-11-4-12-16,11 4-4 0,0 0-9 16,0 0 7-16,27-12-3 0,-13 12 2 0,6-2 9 15,4 2 12-15,2 0 4 16,3 0 4-16,0 0-10 0,-1 0-9 0,3 0-8 0,8-5-7 15,-4 5-10-15,-7-2-13 16,1 0-5-16,-2 0-10 0,0-2-10 0,-6 3-5 16,-3 0-45-16,2-2-17 0,-7 3 0 15,0 0 0-15,-13 0 0 0,23-1-1 0,-15 1-161 16,-8 0-91-16,15 0-119 0,-15 0-149 16,0 0-162-16,12 0-138 0,-12 0 51 0,0 0 80 15,0 0-643-15,0 0-788 0</inkml:trace>
  <inkml:trace contextRef="#ctx0" brushRef="#br0" timeOffset="29077.63">18807 8886 4176 0,'-16'4'323'0,"5"-2"36"0,-1 0 18 0,12-2 7 15,-13 0 12-15,13 0-2 0,0 0-5 16,0 0-23-16,0 0-30 0,40-8-38 0,0 2-29 15,8 0-145-15,17 0-124 0,3-1 0 16,1 1 0-16,0 0 0 0,-8 1 0 16,-11 1 0-16,-7-1 0 0,-3 1 0 0,-10 4-99 15,-7-3-216-15,-5 3-57 0,-3-2-45 16,-3 0-39-16,-1 0-59 0,-6-2-88 0,-5 4-144 16,9-4 56-16,-4-2-661 0,-5 6-808 15</inkml:trace>
  <inkml:trace contextRef="#ctx0" brushRef="#br0" timeOffset="29445.3">20344 8371 4308 0,'-14'-4'385'0,"0"1"19"0,1 0-5 16,13 3-1-16,-20 8-15 0,13-3 2 0,2 7-5 15,-4 4-11-15,6 4-19 0,1 4-30 16,2 3-210-16,2 10-110 0,-1 0 0 0,6 0 0 16,-2-3 0-16,-1-2 0 0,0-6 0 15,-2-4 0-15,-1-5 0 0,-1 0 0 0,2-3 0 16,-4 0 0-16,2-4 0 0,0-1 0 16,0-1 0-16,0-1 0 0,0-2 0 0,0-5 0 15,0 0 0-15,0 0 0 16,0 0 0-16,0 0 0 0,-7-20 0 0,11 1 0 0,1-17 0 15,13-10 0-15,0-5 0 0,5-2 0 16,6-5 0-16,2 2 0 0,1-1 0 0,0 8 0 16,1 2 0-16,-7 6 0 15,1 8 0-15,-6 11 0 0,3 1 0 0,-10 8 0 16,4 6 0-16,-7 4 0 0,2 3 0 16,-3 0-571-16,1 3-282 0,-4 4-48 0,0 2 73 15,-3 2-885-15,-4 3-1148 0</inkml:trace>
  <inkml:trace contextRef="#ctx0" brushRef="#br0" timeOffset="29631.34">20341 8590 4733 0,'-22'9'56'15,"8"-1"76"-15,3-2 51 0,0-4 56 0,2 3 49 16,4-2 40-16,5-3 17 0,-10 5-4 16,10-5-39-16,0 0-30 0,0 0-29 15,0 0-27-15,0 0-34 0,49-8-57 0,-13-1-73 16,5 1-96-16,12-6-110 0,0-1-136 15,3-4-151-15,1-5-148 0,-1 1-193 0,-6-3-21 16,2 0 87-16,-7 1-719 16,3-3-884-16</inkml:trace>
  <inkml:trace contextRef="#ctx0" brushRef="#br0" timeOffset="30177.72">21169 7927 4252 0,'0'0'106'16,"0"0"54"-16,-36 16 71 0,10 3 70 15,-9 16 49-15,-1 4 47 0,-1 4 29 0,2 5 23 16,0 4-8-16,9 1-25 0,1 1-39 16,6 4-92-16,2-2-285 0,7-3 0 0,3 2 0 15,1-12 0-15,6-4 0 0,0 1 0 16,6-5 0-16,-1 0 0 0,3-4 0 0,0-6 0 16,-2-6 0-16,-1-3 0 0,3-3 0 15,0-2 0-15,-3-2 0 0,5-5-435 0,-1-4-69 16,-9 0-5-16,19-4 14 15,-9-4 38-15,2-2 46 0,0-7 44 0,2-9 54 0,3-3 76 16,2-3 62-16,3-9 67 16,-8 12 64-16,1 0 72 0,-5 6 65 0,0 7 59 15,-5 1 44-15,2 5 40 0,-4-1 33 16,1 1 13-16,0 3 5 0,-2 2 9 0,-2 5 16 16,0 0 8-16,9-2-6 0,-9 2-20 15,5 11-23-15,2 0-32 0,-2-2-19 0,-3 5-21 16,4 1-152-16,-3 1-47 0,-1-1 0 15,0-1 0-15,0-2 0 0,0 2 0 0,-2-2 0 16,0 0 0-16,0-2 0 0,-2 0 0 16,0-3 0-16,2 0 0 0,0-7 0 15,-2 9 0-15,2-9 0 0,0 0 0 16,0 0 0-16,14-19 0 0,-1 1 0 0,6-5 0 16,5-1 0-16,0 3 0 0,1 2 0 15,-6 5 0-15,-4 7 0 0,0 1 0 0,-4 2 0 16,2 4 0-16,-13 0 0 0,18 8 0 15,-11-2 0-15,2 7 0 0,-6-3 0 0,1 1 0 16,-2 3 0-16,0-2 0 0,-2 2 0 16,0 1 0-16,0-4 0 0,-2 4 0 0,2-3 0 15,-2-2 0-15,0 2-121 0,0-5-646 16,1 0-168-16,-3-2 68 0,4-5 93 0,-5 5-834 16,5-5-1047-16</inkml:trace>
  <inkml:trace contextRef="#ctx0" brushRef="#br0" timeOffset="30410.56">21603 8194 4699 0,'16'-33'190'0,"6"-4"66"0,-1 9 42 0,-3 3 7 0,5 6 9 0,-3 7 15 0,-5 10 11 15,0 4 29-15,-2 11 26 0,9 13-12 16,-10 9-70-16,0 14-313 0,-8 6 0 0,-8 5 0 16,-8 9 0-16,-9-2 0 0,-6 13 0 15,-11 0 0-15,-1-4 0 0,-3-4 0 0,-4-5 0 16,12-13 0-16,0-5 0 15,1-5 0-15,3-2 0 0,5-5 0 0,5-9 0 16,4-3 0-16,4-8 0 0,4-5 0 16,-1-5-333-16,6 0-633 0,-1-4 49 0,4-3 89 15,0 0-922-15,0 0-1183 0</inkml:trace>
  <inkml:trace contextRef="#ctx0" brushRef="#br0" timeOffset="31010.41">22864 8247 5563 0,'-11'-2'424'0,"3"-4"32"0,0 2 25 16,4 0-11-16,4 4-26 0,-2-11-91 0,8 5-353 0,6-5 0 15,6-2 0-15,19-2 0 0,11-4 0 16,1 2 0-16,7 0 0 0,-5-1 0 0,0 4 0 15,-9 5 0-15,-3-1 0 0,-5 0 0 16,-7 6-234-16,-7-1-767 0,-4 3 82 0,-9 4 99 16,-7-2-954-16,9 5-1205 0</inkml:trace>
  <inkml:trace contextRef="#ctx0" brushRef="#br0" timeOffset="31194.32">23037 8291 5123 0,'-23'8'190'0,"9"0"63"0,-2-2 26 0,5-1 28 15,3-2 22-15,-2 0 16 0,10-3 6 16,-11 6-4-16,11-6-22 0,0 0-39 0,0 0-230 16,0 0-56-16,78-15 0 0,-25 1 0 15,5-1 0-15,1-7 0 0,0 1 0 0,-4-7-240 16,3-2-423-16,-8-2-224 0,-3 0 28 16,-4-4 87-16,-9-2-850 0,-2-3-1062 15</inkml:trace>
  <inkml:trace contextRef="#ctx0" brushRef="#br0" timeOffset="31429.31">23451 7758 4518 0,'0'0'240'0,"-14"7"37"0,13 1 67 15,2 0 49-15,5 6 24 0,8 11-2 16,4 5-16-16,7 7-12 0,2 8-23 0,2 3-27 16,1 4-237-16,-7 1-100 0,-2 1 0 15,-4 3 0-15,-6 0 0 0,-2 1 0 0,-9 0 0 16,-9-3 0-16,-2-4 0 0,-5 0 0 15,-4-3 0-15,-5-2 0 0,-2-5 0 0,-1-2 0 16,-5-7 0-16,1 1 0 0,3-13 0 16,3-3 0-16,1-1 0 0,3-6 0 0,2-7-175 15,5 1-799-15,2-6 60 0,1 0 93 16,-1-3-984-16,3-6-1233 0</inkml:trace>
  <inkml:trace contextRef="#ctx0" brushRef="#br0" timeOffset="32010.48">25090 8396 4921 0,'11'-11'109'0,"-3"0"77"0,-3 4 42 0,-1 1 9 0,-4 6 13 0,6-7 14 0,-6 7 44 0,0 0 53 0,0 0 51 16,2 36 14-16,-5-2-16 0,-4 5-331 15,0 13-79-15,-2-1 0 0,-1 1 0 0,4-1 0 16,0-8 0-16,3-5 0 0,1-1 0 16,2-6 0-16,0-4 0 0,0 0 0 0,0-7 0 15,2-3 0-15,-1 1 0 0,-1-5 0 16,2-1 0-16,-2-3 0 0,4-3 0 0,-2 0 0 15,-2-6 0-15,0 0-460 16,0 0-502-16,0 0 70 0,10-21 102 0,-8 4-940 0,-2-7-1163 16</inkml:trace>
  <inkml:trace contextRef="#ctx0" brushRef="#br0" timeOffset="32192.66">24947 8323 5265 0,'-12'-14'230'16,"3"4"39"-16,1 2 45 0,3 3 32 0,-2-3 16 15,4 4 7-15,3 4 1 0,-4-13-32 16,4 13-30-16,10-8-288 0,7 6-20 16,6-4 0-16,13 4 0 0,4-2 0 0,4 4 0 15,3 0 0-15,5 1 0 0,0-1 0 16,10 5 0-16,-8-5-103 0,-1 0-525 0,-3 0-178 16,-2 0-82-16,-5-2 86 0,-13 2-886 15,-6 0-1124-15</inkml:trace>
  <inkml:trace contextRef="#ctx0" brushRef="#br0" timeOffset="32776.98">25684 8083 4683 0,'0'0'131'15,"0"0"36"-15,-25 10 23 0,5 9 42 16,-3 10 42-16,-6 12 34 0,2 5 16 0,1 9-3 15,3 6-9-15,0 2-7 0,4-3 1 16,8 4-36-16,4-6-23 0,7-2-126 16,9-3-121-16,0 0 0 0,7-7 0 15,-3-10 0-15,1-4 0 0,6-3 0 0,-3-4 0 16,-2-6 0-16,1-7 0 0,-3-3 0 16,3-4 0-16,-4-3 0 0,1-4 0 0,1-1 0 15,1-4 0-15,-1-3 0 0,-1-2 0 16,4-11 0-16,-4-2-87 0,5-4-32 0,-3-6 18 15,0 2 4-15,2-1 31 0,-3 5 17 16,-1 1 26-16,-1 8 15 0,-5 5 21 0,1 4 11 16,-1 3 19-16,-1 2 27 0,2 2 29 15,1 4 23-15,-9 0 13 0,19 8-91 0,-6 1-44 16,-1 1 0-16,-1 4 0 16,2 1 0-16,-1 2 0 0,0 0 0 0,-2 0 0 15,-5 2 0-15,1-2 0 0,-3-1 0 16,-3-1 0-16,0 1 0 0,0-5 0 0,0 3 0 15,-1-4 0-15,-1-2 0 0,2 1 0 16,0-5 0-16,0-4 0 0,0 0 0 0,0 0 0 16,0 0 0-16,34-13 0 0,-16 3 0 15,0-2 0-15,1 0 0 0,-2 5 0 0,1 1 0 16,-6 2 0-16,2 1 0 0,-1 3 0 16,-1 4 0-16,-1-1 0 0,0 7 0 0,2-3 0 15,-2 3 0-15,-1 2 0 0,-1 0 0 16,2 5 0-16,-4-5 0 0,5 3 0 0,0-1 0 15,0-5 0-15,-5 2 0 16,-2-2 0-16,5-2 0 0,-2-4 0 0,-2 0 0 16,-6-3-485-16,13-2-342 0,-13 2-74 15,12-6 80-15,-9-1-933 0,1-5-1185 0</inkml:trace>
  <inkml:trace contextRef="#ctx0" brushRef="#br0" timeOffset="33009.24">26565 8090 5021 0,'5'-16'97'0,"-1"3"51"0,-2 4 17 0,1 4 35 0,-3 5 64 0,0 0 68 0,9 26 44 0,-7-1 39 16,1 18 5-16,3 13-11 15,-1 9-65-15,0 5-344 0,-1 0 0 0,-2 0 0 16,-4-2 0-16,-5 1 0 0,2-4 0 16,-6 0 0-16,1 0 0 0,-3-3 0 0,-2-5 0 15,-1-7 0-15,1-6 0 0,1-10 0 16,5-6 0-16,0-8 0 0,2-1 0 0,6-6 0 15,-1-5 0-15,4-3 0 0,-2-5 0 16,8 1-131-16,-8-1-878 0,20-5 86 0,0 1 91 16,1-1-969-16,11-4-1230 0</inkml:trace>
  <inkml:trace contextRef="#ctx0" brushRef="#br0" timeOffset="33210.19">27119 8806 5811 0,'-6'-7'524'0,"3"2"5"0,3 5-9 16,-8-7-18-16,8 7-197 0,0 0-305 0,0 0 0 16,13-8 0-16,3 6 0 15,4-3 0-15,7 1 0 0,12-1 0 0,-3 0 0 0,0 0 0 16,-5 0 0-16,-7 0 0 0,0 1 0 16,-2-1-425-16,-5 2-564 0,-2 1 78 0,-3 0 108 15,-5 2-919-15,-7 0-1155 16</inkml:trace>
  <inkml:trace contextRef="#ctx0" brushRef="#br0" timeOffset="33376.55">27124 8956 5431 0,'-27'13'414'0,"6"-4"41"15,3-2 39-15,3-2 14 0,6 0-1 0,-1 0-125 16,2 0-382-16,7 0 0 0,1-5 0 16,0 0 0-16,21 9 0 0,-6-7 0 0,8-4 0 15,4-3 0-15,9-1 0 0,-8 1 0 16,-1 2 0-16,-7-2 0 0,3 0 0 0,-3 1 0 15,-4 1 0-15,2-2-871 0,-5 3-79 16,-1-1 111-16,-6-1-1042 0,-6 4-1305 16</inkml:trace>
  <inkml:trace contextRef="#ctx0" brushRef="#br0" timeOffset="35175.44">28485 8692 4761 0,'-7'4'-110'0,"1"0"103"0,1-1 63 0,5-3 61 0,0 0 54 15,-7 5 62-15,7-5 49 0,0 0 4 0,0 0 8 16,0 0-5-16,-7-22-1 0,11 10-1 16,0-3-12-16,6-6-13 0,6-6-29 0,4 0-20 15,-1 3-19-15,1 1-127 0,3 2-67 16,2 1 0-16,-1 6 0 0,-2 4 0 0,-1 5 0 15,0 3 0-15,0 4 0 0,3 3 0 16,9 9 0-16,-5 6 0 0,-1 2 0 16,-4 5 0-16,-3 0 0 0,-6 2 0 15,-1 4 0-15,-8-3 0 0,-3-2 0 0,0-3 0 16,-6-1 0-16,-4 10 0 0,-2-5 0 16,3-6 0-16,2-5 0 0,-4-4 0 0,4-1 0 15,1-1 0-15,0-3 0 0,2-1 0 16,2-8 0-16,-3 4 0 0,3-4 0 0,0 0 0 15,0-23 0-15,5 0 0 16,6-13 0-16,12-10 0 0,2-2 0 0,6 4 0 0,-1 3 0 16,1 5 0-16,-1 4 0 0,-1 8 0 15,-2 7 0-15,0 5 0 0,-1 5 0 16,-3 7 0-16,-2 5 0 0,7 9 0 16,-1 5 0-16,-4 3 0 0,-4 7 0 0,-2 0 0 0,-2 1 0 15,-3 1 0-15,-1 0 0 16,-3 1 0-16,0 1 0 0,-4-6 0 0,1-8 0 15,-1-1 0-15,-2 1 0 0,0-2 0 16,-2-5 0-16,1-2 0 0,-1-1 0 0,4-1 0 16,-2-4 0-16,-2-4 0 0,4 5 0 15,-4-5 0-15,0 0-103 0,2-21-924 0,0 6 109 16,2-9 92-16,0-14-982 0,-1-5-1237 16</inkml:trace>
  <inkml:trace contextRef="#ctx0" brushRef="#br0" timeOffset="35426.65">29527 7758 5150 0,'-7'-32'40'0,"0"-1"59"0,1 10 75 0,2 3 57 0,1 5 22 0,-1 3 7 0,0 3-5 16,4 6 14-16,0 3 31 0,0 0 8 0,0 26-3 16,4-1-16-16,0 16-41 0,-1 5-238 15,3 12-10-15,0 3 0 0,2 2 0 0,-3-5 0 16,7 0 0-16,-5-5 0 0,3-3 0 15,-4-11 0-15,-1-5 0 0,-3-6 0 0,0-5 0 16,-2-6 0-16,0-1 0 16,2-2 0-16,-2 0 0 0,0-4 0 0,0-3 0 15,-2 2 0-15,0-6-608 0,2-3-230 16,0 0-47-16,0 0 81 0,0 0-916 0,0 0-1152 16</inkml:trace>
  <inkml:trace contextRef="#ctx0" brushRef="#br0" timeOffset="35743.44">29879 7999 4852 0,'1'-8'37'16,"1"3"30"-16,-2 5 20 0,0 0 22 16,0 0 54-16,0 0 46 0,0 0 62 0,-16 21 26 15,6-2 8-15,-2 12-6 16,1 2-3-16,1 4-5 0,-1 1-9 0,4 0-16 0,3-1-5 16,2-5-162-16,4-5-99 15,2 6 0-15,5-4 0 0,5-2 0 0,1-5 0 16,6-3 0-16,2-7 0 0,-1-5 0 15,3-2 0-15,2-5 0 0,1 0 0 0,10-7 0 16,-2-1 0-16,-2-5 0 0,-2 2 0 16,-6-5 0-16,-3-3 0 0,-4-2 0 0,-4-5 0 15,-5-3 0-15,-6 4 0 0,-4-14 0 16,-6 3 0-16,-4-4 0 0,-5 8 0 16,0 3 0-16,-2 2 0 0,-8 10 0 15,-2 4 0-15,4 8 0 0,-2 3 0 0,5 4 0 16,-5 5 0-16,-4 7 0 0,4 3 0 15,1 1-230-15,9 0-772 0,5-1 89 16,2-4 103-16,4 1-971 0,4-2-1210 0</inkml:trace>
  <inkml:trace contextRef="#ctx0" brushRef="#br0" timeOffset="36275.17">30418 8143 4869 0,'0'0'83'16,"-4"-10"52"-16,4 10 22 0,0 0 30 0,0 0 51 15,0 0 48-15,0 0 28 0,-30 20 1 16,21-6-10-16,-2 5-17 0,-1 9-27 0,2-2-21 16,2 0-23-16,2-3-22 15,5-1-94-15,-1 2-101 0,4-2 0 0,3 0 0 16,1-3 0-16,4-2 0 0,1-5 0 16,5 0 0-16,-2-5 0 0,6-2 0 0,0-5 0 15,1 0 0-15,3-3 0 0,-1-4 0 16,5-3 0-16,1-2 0 0,-5-4 0 15,-1-2 0-15,-4-6 0 0,-2-1 0 0,-1-2 0 16,-5-4 0-16,-2 2 0 0,-2 3 0 16,-2 6 0-16,-3 3 0 0,0 4 0 0,0 3 0 15,-4 1 0-15,0 5 0 0,2 4 0 16,0 0 0-16,0 0 0 0,0 0 0 16,0 0 0-16,-21 20 0 0,19-8 0 15,0 2 0-15,0 1 0 0,2 6 0 0,0 3 0 16,-2 2 0-16,2 12 0 0,-2 3 0 15,1-2 0-15,-3 2 0 0,0 0 0 0,0 1 0 16,-4-2 0-16,1-1 0 0,-1 0 0 16,0-3 0-16,-1-2 0 0,0-5 0 0,-1-5 0 15,4-4 0-15,-1-3 0 16,-1-3 0-16,3 1 0 0,-4-6 0 0,2 4 0 0,-2-6 0 16,-2 1 0-16,-1-2 0 15,0-2 0-15,-1-2 0 0,-2-2 0 0,-1 0 0 16,-2-4 0-16,-4 2 0 0,1-3 0 15,3 1 0-15,0-1 0 0,1 0 0 0,0 1 0 16,1-2 0-16,1 1 0 0,4 2 0 16,3-1 0-16,1 2 0 0,1-1-907 0,6 3-23 15,-4-8-1231-15,4 8-1568 0</inkml:trace>
  <inkml:trace contextRef="#ctx0" brushRef="#br0" timeOffset="36726.87">30839 8465 5903 0,'-5'-5'168'0,"5"5"48"0,0 0 62 0,0 0 51 0,0 0 37 0,-21 22 9 0,15-7-20 0,1 4-154 16,-2 2-201-16,1 2 0 0,3 9 0 15,-3-4 0-15,1 2 0 0,1-2 0 0,0-6 0 16,0-1 0-16,2-3 0 0,-2-1 0 15,0 0 0-15,1 1 0 0,-3-7 0 16,4 2 0-16,1-4 0 0,-1-2 0 0,-3 2 0 16,3-4 0-16,2-5 0 0,-4 8 0 15,4-8 0-15,0 0 0 0,0 0 0 16,0 0 0-16,20-27 0 0,-11 16 0 0,3-3 0 16,1 4 0-16,-2 0 0 0,-1 1 0 15,1 0 0-15,0 6 0 0,2-1 0 0,-2 4 0 16,-11 0 0-16,19 4 0 0,-12 1 0 15,4 5 0-15,-2 0 0 0,-2 2 0 0,-3 2 0 16,0-1 0-16,-3 0 0 0,-1 3 0 16,0-3 0-16,-1 5 0 0,-3-3 0 0,0-3 0 15,0 0 0-15,3 0 0 0,-3-3 0 16,-3-1 0-16,2-3 0 0,-1 1 0 0,3-3 0 16,3-3 0-16,0 0 0 15,0 0 0-15,-22-9 0 0,19-1-105 0,1-5-915 16,2-2 94-16,0-6 100 0,7-12-981 15,7 4-1236-15</inkml:trace>
  <inkml:trace contextRef="#ctx0" brushRef="#br0" timeOffset="37225.19">31354 7982 4992 0,'5'-8'229'0,"-1"0"48"0,2 3 27 0,-6 5 23 0,14-5 5 0,-14 5 8 0,16-2-7 16,-16 2-20-16,27 8-22 0,-9 4-16 15,-4-3-97-15,2 5-178 0,-5 4 0 16,1-1 0-16,-3 3 0 0,-3 1 0 0,-4-4 0 16,0 3 0-16,-4-1 0 0,-6 3 0 15,-6 6 0-15,-4-3 0 0,-1-1 0 16,-4-3 0-16,-1-4 0 0,2-5 0 0,5-1 0 15,2-7 0-15,1 0 0 0,-1-4 0 16,15 0 0-16,-25-8 0 0,14-5 0 0,1-3 0 16,3-18 0-16,7-5 0 0,2-2 0 15,5-1 0-15,5 7 0 0,-3 2 0 0,0 10 0 16,2 3 0-16,-6 7 0 0,3 3 0 16,2 2 0-16,1 6 0 0,0 2 0 15,5 4 0-15,2 6 0 0,7 5 0 0,0-1 0 16,4 9 0-16,-3-2 0 0,5-3 0 15,-1 2 0-15,1-3 0 0,-3-5 0 16,3-2 0-16,-2-5 0 0,-6-2 0 0,-1-4 0 16,3-3 0-16,-2-2 0 0,7-5 0 15,-6 1 0-15,-1-5 0 0,1-5 0 0,-9 5 0 16,2-9 0-16,-3-2 0 0,-3 0 0 16,-6-5 0-16,4-2 0 0,-7 4 0 15,-1 6 0-15,-2 8 0 0,-8 1 0 0,0 5-601 16,-9 4-382-16,4 5 103 0,-9 4-1068 15,-8 8-1367-15</inkml:trace>
  <inkml:trace contextRef="#ctx0" brushRef="#br0" timeOffset="38460.29">5183 10704 3718 0,'-28'19'338'0,"-10"10"-126"0,-7 9-34 0,4 5-7 0,-9 16 5 15,12-11 10-15,4 4-19 0,7-4-7 16,9-1-7-16,7-8 1 0,8 0-3 16,8 1-1-16,13 3-11 0,9-2-14 15,12-3-15-15,5-5-8 0,7-4 6 0,3-4-29 16,1-4-75-16,-2-2-93 0,3-4-89 16,-15-8-110-16,4-3-121 0,-6-4-144 0,-5 0-181 15,-5 0 43-15,-2 0 94 0,-4-4-438 16,-5-1-508-16</inkml:trace>
  <inkml:trace contextRef="#ctx0" brushRef="#br0" timeOffset="39091.62">5738 11061 3063 0,'7'-21'95'0,"1"4"41"0,0 7 0 16,-3 0 6-16,3 4 20 0,-1 3 43 0,-7 3 37 16,23 2-1-16,-9 1 0 0,6 8-14 15,7 8-16-15,-2 2-20 0,0 0-23 16,-2 4 13-16,-5-2-1 0,-4 3 11 15,-6-3-14-15,-5-3-12 0,-4-1-15 0,-7 3-13 16,-8 9-17-16,-2-4-9 0,-3-3-14 16,-1 0-9-16,4-9-6 0,0-5 0 0,6-3-14 15,-4-7-9-15,5-3-8 0,-5-11-8 16,3-13-11-16,-1-7-8 0,9-9-5 16,5 0 17-16,2 1-12 0,1 0-6 0,6 6-1 15,0 4 0-15,2 4-2 16,1 8-3-16,1 9-8 0,3 1-2 0,-2 5 4 15,6 7 2-15,2 5-1 0,11 6 2 16,0 6 1-16,4 7-1 0,3 1-4 0,-2 0-13 16,1 1-40-16,-11-6-55 0,3-2-53 15,-2 0-55-15,-4-7-45 0,-2-4-43 0,-1-2-26 16,-1-5 3-16,-3-4 15 0,6-5 21 16,4-9 28-16,-1-4 25 0,5-12 24 0,-1-3 23 15,-6-3 21-15,2-2 16 0,-5-5 17 16,-1-1 15-16,-2-2 32 0,-2 0 41 0,-7 13 51 15,-1 4 42-15,-5 7 39 16,0 7 28-16,-6 7 3 0,-4 2 8 0,1 4 11 16,-7 4 10-16,12 0 11 0,-31 10 5 15,5 2 9-15,-3 5-2 0,3 2-2 16,5 3-4-16,1 3-11 0,7-4-15 0,6 4-13 16,4-4-4-16,8 1-13 0,4 7-8 15,8-2-9-15,4-3-4 0,2-1-14 0,2-1-7 16,-3 0 0-16,1-3-5 15,-5-2-5-15,-5-2 18 0,-3-1 16 0,-3 0 13 0,-3 1 12 16,0 1 15-16,-6 0 1 0,-2 1-2 16,-5 0-10-16,-1 0-11 0,-3-4-12 15,-3 3-10-15,1-3-8 0,-4 0-27 16,2-3-52-16,-2-3 0 0,3-2 0 0,2-2 0 0,-2-3-122 16,3-3-160-16,0-4-143 15,5-7-182-15,0-6-226 0,1-11-13 0,3 4 98 16,8 4-724-16,9-8-920 0</inkml:trace>
  <inkml:trace contextRef="#ctx0" brushRef="#br0" timeOffset="39425.46">7036 10953 4263 0,'5'0'119'0,"-5"0"13"0,0 0 18 0,11-1 13 0,-11 1 12 0,0 0 2 0,0 0-4 0,0 0-4 15,0 0-13-15,21 3-18 0,-21-3-8 16,18 0-21-16,-7-2-9 0,4 2-8 15,2-3 1-15,-1-3-19 0,-3 5-6 16,0-4-4-16,1-3-1 0,-5 0 3 0,-2 0 8 16,-2-1-1-16,-5 1-3 0,-6-1-10 15,-6 1-4-15,-7-4-9 0,1 8 5 0,-7 1 0 16,-2 3 3-16,-9 7 7 0,4 5 14 16,-3 2 13-16,5 7 19 0,5 3 3 0,5 0 5 15,6 5 1-15,2 0-6 0,6-4 1 16,6-2-36-16,2 1-76 0,5-1 0 15,7 6 0-15,8-3 0 0,3-3 0 0,4-2 0 16,6-2 0-16,1-5 0 0,-2-2 0 16,2-4 0-16,0-1-172 0,-7-3-270 15,-2-4-152-15,-2-2-185 0,2-2-85 16,-7-1 83-16,-3 2-770 0,-2 0-993 0</inkml:trace>
  <inkml:trace contextRef="#ctx0" brushRef="#br0" timeOffset="39593.35">7294 11110 4438 0,'-11'-5'307'0,"2"2"45"0,9 3 42 16,-12-4 18-16,12 4 5 0,-6-2-47 15,6 2-33-15,0 0-29 0,0 0-37 16,-7-6-27-16,7 6-32 0,0 0-83 0,0 0-129 16,0 0-1-16,30-7-229 0,-19 4-182 15,5 1-193-15,1-1-271 0,2-1 17 0,-6 4 100 16,1 2-754-16,-3 1-959 0</inkml:trace>
  <inkml:trace contextRef="#ctx0" brushRef="#br0" timeOffset="39741.49">7375 11337 4576 0,'-10'3'164'16,"2"-1"26"-16,8-2 14 0,-11 4 13 0,11-4-14 15,0 0-8-15,0 0-27 0,-6 4-23 16,6-4-49-16,0 0-104 0,0 0-161 0,40-8-199 0,-19 1-257 15,8-5-108-15,2-1 63 16,-1-1-549-16,2-3-683 0</inkml:trace>
  <inkml:trace contextRef="#ctx0" brushRef="#br0" timeOffset="39992.57">7943 10938 3321 0,'-4'-10'165'0,"-1"-3"38"15,5 5 33-15,-3-2 26 0,3 10 10 0,0-12 25 16,2 5 5-16,4 0-11 0,1 1-2 15,6 3-5-15,3 3 0 0,4 6-14 16,11 6-16-16,-3 5-8 0,5 14-17 16,-6 6-8-16,-8 4-14 0,-8-3-7 0,-7 3-5 15,-4 0-32-15,-2 1-163 0,-4 0 0 16,5-2 0-16,-3-4 0 0,2-9 0 0,4-3 0 16,2-7 0-16,-1-2 0 0,7-1 0 15,3-4 0-15,0-4 0 0,5-4 0 0,1-2 0 16,3-4 0-16,2 0 0 0,6-8 0 15,1 0-535-15,-1-1-370 0,0-1-13 0,-8 2 93 16,-6 4-878-16,-2 3-1138 0</inkml:trace>
  <inkml:trace contextRef="#ctx0" brushRef="#br0" timeOffset="40308.61">5167 12171 5083 0,'-97'20'109'16,"1"1"27"-16,4 2 14 0,26-7 5 16,10-3 35-16,15-1 40 0,17-6 30 15,9-3 3-15,13 1-11 0,2-4-14 0,77-4-24 0,41-8-24 16,43-5-22-16,94-17-6 16,28-4-23-16,22-5-56 0,24 0-41 0,11 8-29 0,4 2-26 15,-1 8-19-15,-13 7-48 16,-21 7-33-16,-33 5-13 0,-28 2-6 0,-82 0 9 15,-25-2 8-15,-29 2 19 0,-35 3 14 16,-13-3 17-16,-18 1 32 0,-18 0 19 0,-7-1-5 16,-9 0-4-16,-6-2 9 0,-6 0 0 15,0 6-52-15,-12-15-91 0,-1 9-148 0,-1-3-179 16,1 4-271-16,0 1-20 0,-1 1 91 16,14 3-594-16,-13 0-737 0</inkml:trace>
  <inkml:trace contextRef="#ctx0" brushRef="#br0" timeOffset="41291.28">11761 11639 4167 0,'-11'-12'240'0,"2"-4"-22"0,-2 3 2 0,6-1-15 0,-1-3 2 0,5 0-9 0,1-4 16 15,1-14 18-15,7 9-15 0,4-3-5 16,4 2-10-16,2 4-20 0,5 7-18 0,1 7-14 15,1 5-13-15,0 8-14 0,15 8 0 16,6 11-7-16,6 10-5 0,-5 3-6 16,-3 5-6-16,1 0-2 0,-9 3 10 0,-5 1 6 15,-8 1-81-15,-5-1-32 0,-15-4 0 16,-1 0 0-16,-7-2 0 0,-9 8 0 0,1-10 0 16,-5-4 0-16,3-2 0 15,-4-5 0-15,6-9 0 0,3-2 0 0,3-6 0 16,-1-6 0-16,8-3 0 0,0 0 0 15,-16-18 0-15,16 2 0 0,2-9 0 0,10-23 0 16,9-6 0-16,2-6 0 0,13-10 0 16,-4 14 0-16,3 6 0 0,1 7 0 0,2 6 0 15,-2 7 0-15,-5 8 0 0,-1 10 0 16,-3 6 0-16,-4 6 0 0,2 6 0 0,5 6 0 16,-4 10 0-16,-1 2 0 0,0 1 0 15,-4 6 0-15,4 7 0 0,-2-2 0 16,-6-4 0-16,1 0 0 0,-4-2 0 0,-1 0 0 15,-1-1 0-15,-4-7 0 0,-3-5 0 16,-1-3 0-16,3-1 0 0,-6-1 0 0,3-1 0 16,0-3 0-16,-4-1 0 0,2-1-162 15,-2-6-820-15,0 0 29 0,0 0 99 16,0 0-928-16,-27-17-1212 0</inkml:trace>
  <inkml:trace contextRef="#ctx0" brushRef="#br0" timeOffset="41558.56">12849 10464 4897 0,'-2'-7'107'0,"2"7"27"0,0 0 55 0,-9 24 48 0,7-7 18 0,1 9 10 0,1 12 8 15,1 1-6-15,1 4-15 0,6 9-14 0,-1-1-19 16,7 0-20-16,-5-2-33 0,5 1-18 15,-3-3-15-15,-2-9-10 0,1-3-34 0,-2-1-89 16,-3-9 0-16,-1-4 0 16,0-4 0-16,-2-1 0 0,-2-3 0 0,0-1 0 15,0 1-159-15,0-5-211 0,0 1-139 16,-2-2-175-16,2-7-203 0,0 0 73 0,2 6 103 16,-2-6-669-16,0 0-833 0</inkml:trace>
  <inkml:trace contextRef="#ctx0" brushRef="#br0" timeOffset="41891.58">13284 10853 3986 0,'-8'-2'89'0,"1"0"30"0,7 2 52 0,0 0 47 16,-34 8 45-16,21-1 25 0,-5 5 32 16,2 2 17-16,-2 7 9 0,4 0-11 15,1 7-8-15,6 4-16 0,1-7-22 0,6-2-20 16,8 10-23-16,4-2-26 0,8-2-163 15,3-3-57-15,3-3 0 0,2-2 0 0,8-3 0 16,-2-3 0-16,2-3 0 0,2-5 0 16,0-4 0-16,-6-1 0 0,-4-4 0 15,9-5 0-15,-2-1 0 0,-5-4 0 0,-5-2 0 16,-5-5 0-16,0-3 0 0,-9-9 0 16,-4-2 0-16,-4-4 0 0,-6-5 0 0,-2 2 0 15,-6-9 0-15,-7 4 0 0,1 11 0 16,0 5 0-16,-3 7 0 0,-5 5 0 15,0 9 0-15,0 6 0 0,0 5 0 0,-8 7 0 16,9 6 0-16,0 7-3 0,2 6-650 0,8 6-275 16,3 1 13-16,4 2 114 15,3 0-862-15,8-2-1101 0</inkml:trace>
  <inkml:trace contextRef="#ctx0" brushRef="#br0" timeOffset="42393.29">13975 11037 4889 0,'-9'-15'46'0,"-4"4"53"0,-1 3 57 0,0 2 57 16,-4 2 57-16,3 0 31 0,0 4 13 15,-7 4 0-15,2 0-21 0,-9 10-7 16,4 4-25-16,4 3-23 0,6 0-17 16,3 1-19-16,9-1-114 0,5 0-88 0,1 1 0 15,13 7 0-15,3-1 0 0,5-4 0 16,5-5 0-16,3-3 0 0,3-5 0 0,3-3 0 15,-7-6 0-15,-3-2 0 16,-1-5 0-16,-5 0 0 0,3-4 0 0,2-4 0 0,-2-5 0 16,-4-3 0-16,-6-2 0 0,-1-5 0 15,-5 7 0-15,-1 2 0 0,-7 1 0 0,3 2 0 16,-2 5 0-16,-2 2 0 16,0 9 0-16,-2-7 0 0,2 7 0 0,0 0 0 15,-16 27 0-15,7-6 0 0,0 11 0 16,3 5 0-16,-1 3 0 0,3-1 0 0,3 4 0 15,-2-2 0-15,3-2 0 0,0-3 0 16,0-3 0-16,0-7 0 0,0-2 0 0,0-4 0 16,0-3 0-16,0-3 0 0,-2-1 0 15,4-2 0-15,-2-1 0 0,-4-3 0 16,-2 1 0-16,-1-4 0 0,-4 1 0 0,-5-5 0 16,-5 0 0-16,-3-1 0 0,-13-5 0 15,-1-1 0-15,-1-4 0 0,1-2 0 0,1 0 0 16,4-1 0-16,10 5 0 0,5 4 0 15,2 1 0-15,7 0 0 0,0 4 0 16,9 0 0-16,-11 7-775 0,8-2-201 16,3 2 86-16,0-7 98 0,5 17-826 0,5-7-1058 15</inkml:trace>
  <inkml:trace contextRef="#ctx0" brushRef="#br0" timeOffset="42857.49">14460 11435 4897 0,'-6'-9'174'0,"2"5"15"0,2-2 10 0,2 6 8 0,-9-6 20 0,9 6 12 0,0 0 5 16,-12 24-3-16,9-10-8 15,1 6-17-15,-2 4-16 0,2 1-21 0,0 11-18 16,0 0-12-16,2-7-14 0,0-1-16 15,-1 7-10-15,-1-6-36 0,-2-5-73 0,1-4 0 16,1-1 0-16,1-2 0 0,-1-2 0 16,-2-3 0-16,2 0 0 0,0-3 0 0,2-3 0 15,0-6 0-15,0 0 0 0,0 0 0 16,0 0 0-16,0 0 0 0,31-23 0 0,-15 9 0 16,-2 1 0-16,4 2 0 15,-3-1 0-15,-4 4 0 0,1 2 0 0,-5 0 0 16,2 6 0-16,-9 0 0 0,0 0 0 15,23 12 0-15,-19-2 0 0,5 2 0 0,-6 1 0 16,1 4 0-16,0 1 0 0,-4 0 0 16,1 0 0-16,-1 0 0 0,0 1 0 0,0-2 0 15,-1 1 0-15,1-5 0 0,-2 1 0 16,-2-3 0-16,0-1 0 0,-4-3 0 16,2 0 0-16,-1-5 0 0,7-2 0 0,-19 0 0 15,19 0 0-15,-21-12-5 0,7-1-643 16,3-3-203-16,4-2-57 0,2-5 83 15,2 0-860-15,5-5-1120 0</inkml:trace>
  <inkml:trace contextRef="#ctx0" brushRef="#br0" timeOffset="43258.21">14980 11047 4981 0,'8'-10'78'0,"-1"2"14"0,-1 4 14 0,-1 2 53 0,-5 2 52 0,0 0 21 0,18 16 16 15,-11-3 9-15,4 4-6 0,-6 4-10 16,4 7-18-16,-1-3-3 0,-3-3-19 0,0 1-11 16,-1-1-1-16,-4-1-3 0,-2 1-60 15,-5-2-126-15,0 0 0 0,-2-2 0 0,-11 3 0 16,-3-2 0-16,-3-3 0 0,-2-3 0 16,-5-4 0-16,1-5 0 0,7 0 0 15,-2-5 0-15,2-5 0 0,6-3 0 16,2-4 0-16,3-11 0 0,7-9 0 0,13-6 0 15,11-11 0-15,12 0 0 0,3 6 0 16,4 6 0-16,-4 8 0 0,-3 12 0 0,-6 6 0 16,-2 7 0-16,-2 7 0 0,2 3 0 15,0 5 0-15,2 8 0 0,-2 5 0 0,-2 4 0 16,3-2 0-16,-4 4 0 0,3-1 0 16,0 1 0-16,-4-2 0 0,4-2 0 0,-4-2 0 15,2-2 0-15,-4-6 0 16,-3-3 0-16,-1-4 0 0,-2-2 0 0,2 0 0 15,0-3 0-15,0-2 0 0,-1 0 0 16,-10-1-234-16,17-2-580 0,-12-1-138 0,-5 3 93 16,7-8-954-16,-7 8-1242 0</inkml:trace>
  <inkml:trace contextRef="#ctx0" brushRef="#br0" timeOffset="43707.45">15851 11793 5190 0,'-9'-1'298'0,"9"1"-5"0,-14 0-10 0,14 0 12 0,0 0 1 0,0 0-3 0,0 0-28 16,0 0-23-16,0 0-20 0,55 6-25 0,-12-6-20 15,0 2-37-15,3-2-140 0,1 0 0 16,-4-3 0-16,-1 3-180 0,-5-4-170 0,-2 4-162 16,-9-1-201-16,-4-1-153 15,-8 4 62-15,-2 0 93 0,-6 2-668 0,-6-4-833 16</inkml:trace>
  <inkml:trace contextRef="#ctx0" brushRef="#br0" timeOffset="43874.52">15958 12012 3701 0,'-19'10'180'0,"4"-2"51"15,1-3 42-15,7-1 38 0,-3-1 42 0,10-3 35 16,-10 6 19-16,10-6-1 0,-4 3-42 16,4-3-33-16,0 0-32 0,27 8-39 0,-4-6-21 15,4-4-30-15,15-2-56 0,-3 0-72 16,6 4-90-16,-4-4-107 0,-8 3-115 0,-6-1-140 15,-3 2-155-15,3-2-173 16,-8 2-156-16,-4 4 66 0,-3-2-772 0,-2 1-1004 16</inkml:trace>
  <inkml:trace contextRef="#ctx0" brushRef="#br0" timeOffset="44441.16">17038 11935 4417 0,'12'-13'71'0,"-5"1"46"0,1 3 48 0,-5 1 35 0,3 2 21 0,-1 1 10 0,-2 2-6 0,-3 3 25 0,0 0 24 0,0 0 19 16,8 26-4-16,-5-10-15 0,-3 7-25 15,4 1 6-15,2 11-13 0,-5-1-18 16,4-5-30-16,-3-5-194 0,-2 1 0 0,-2-4 0 16,2-2 0-16,-2-2 0 0,2-2 0 15,-3-2 0-15,3-1 0 0,-1-3 0 0,-1-1 0 16,2-8 0-16,-6 8 0 0,6-8 0 16,0 0 0-16,0 0 0 0,-16-27 0 15,9 4 0-15,3-14 0 0,6-6 0 0,9-17 0 16,1-6 0-16,10-22 0 0,5-7 0 15,3 2 0-15,6 3 0 0,4 4 0 16,-10 29 0-16,1 7 0 0,-5 8 0 0,-1 14 0 16,-3 11 0-16,-8 9 0 0,0 4 0 15,-3 10 0-15,-3 0 0 0,-5 9-252 0,1 4-492 16,-4 8-196-16,-2 9 80 0,-7 3 89 16,-8 9-802-16,-7 0-1014 0</inkml:trace>
  <inkml:trace contextRef="#ctx0" brushRef="#br0" timeOffset="44592.69">16955 11981 4667 0,'-27'4'100'0,"6"-4"47"16,3 2 38-16,3-2 52 0,15 0 35 16,-21-2 29-16,21 2-1 0,-15-4-21 15,15 4-26-15,-1-5-28 0,1 5-26 0,16-14-25 16,17 3-46-16,5-1-85 0,17-4-108 16,10 1-113-16,4-2-132 0,24-3-172 15,0-1-184-15,-3-6-136 0,-20 8 67 0,14-10-718 16,-17 5-902-16</inkml:trace>
  <inkml:trace contextRef="#ctx0" brushRef="#br0" timeOffset="44795.41">18203 11214 4163 0,'-30'-7'59'0,"-3"3"40"0,-8 2 61 0,-2 8 65 16,-10 6 71-16,-5 7 48 0,5 5 26 15,2 8-18-15,3 6-7 0,6 5-22 16,8 4-29-16,9 3-21 0,9 0-23 0,7 3-24 15,7-10-24-15,12 11-20 0,3-4-154 16,6-3-28-16,2 1 0 0,4-8 0 0,2-1 0 16,0-5 0-16,-5-8 0 0,-1-1-110 15,2-3-258-15,-6-9-108 0,-1-1-87 0,-4-6-141 16,0-3-123-16,1 0 73 0,-2-4-739 16,1-3-939-16</inkml:trace>
  <inkml:trace contextRef="#ctx0" brushRef="#br0" timeOffset="45192.71">18196 11627 3934 0,'-1'-12'56'0,"-1"2"61"16,2 3 34-16,0 7 29 0,0 0 41 15,0 0 48-15,0 0 48 0,-24 15 25 0,14-1 3 16,0 5-9-16,3 3-18 0,-1 9-26 16,0 0-26-16,6-2-19 0,2-3-22 0,0-1-19 15,0 1-39-15,4-2-15 0,2-2-102 16,-3 0-50-16,0-5 0 0,1-3 0 15,0 1 0-15,-3-5 0 0,-1-2 0 0,2 0 0 16,-2-8 0-16,0 0 0 0,0 0 0 16,0 0 0-16,13-16 0 0,-3-1 0 0,5-11 0 15,8-11 0-15,0-1 0 0,4-2 0 16,4 5 0-16,-11 10 0 0,1 2 0 0,-3 7 0 16,-7 6 0-16,0 4 0 15,1 1 0-15,-1 7 0 0,-2 2 0 0,-9-2 0 16,21 14 0-16,-9-1 0 0,-2 3 0 15,-1 4 0-15,-2-2 0 0,2 3 0 0,-4 0 0 16,3-1 0-16,-5-4 0 0,3 1 0 16,-2-2 0-16,-3-3 0 0,6 0 0 0,-5-3 0 15,-2-2 0-15,2 1 0 0,-1-1 0 16,-1-2 0-16,0-5-159 0,4 8-633 16,-4-8-153-16,0 0 81 0,0 0 99 15,0 0-822-15,0 0-1028 0</inkml:trace>
  <inkml:trace contextRef="#ctx0" brushRef="#br0" timeOffset="45440.39">18862 10960 4683 0,'3'-14'55'0,"0"7"6"0,1 6 39 16,-4 1 72-16,0 0 85 0,7 31 64 0,1 4 26 16,1 7 26-16,3 10 30 0,-3 9-4 15,-2 1-5-15,4 4-32 0,-4 3-98 0,-3 1-264 16,-4 1 0-16,-2 4 0 15,-4 0 0-15,1 0 0 0,-4 3 0 0,-2-3 0 16,-3-4 0-16,-6-3 0 0,-1-2 0 16,-2-3 0-16,-3-1 0 0,-4-7 0 0,3-2 0 15,-4-7 0-15,8-5 0 0,-4-5 0 16,8-9 0-16,6-7 0 0,4-7 0 0,-1-4-397 16,4-4-615-16,4-5 100 0,2 0-1084 15,0 0-1414-15</inkml:trace>
  <inkml:trace contextRef="#ctx0" brushRef="#br0" timeOffset="45757.02">19415 11836 5987 0,'0'0'200'0,"-14"-2"31"0,14 2 35 16,0 0 29-16,0 0 30 0,0 0 11 16,0 0 5-16,0 0-131 0,31-8-210 0,-6 5 0 15,1 1 0-15,14-4 0 0,3 3 0 0,-5 0 0 16,-1-1 0-16,-4 3 0 0,-5-1 0 15,-1 2 0-15,-2 0 0 0,-3 2 0 16,0-1-455-16,-5 3-472 0,-2-3 11 0,-3 3 86 16,-7 1-892-16,5-1-1155 0</inkml:trace>
  <inkml:trace contextRef="#ctx0" brushRef="#br0" timeOffset="45941.76">19437 12093 5175 0,'-22'5'171'0,"5"-1"45"15,4-1 35-15,1-1 36 0,2 2 26 0,5-3 21 16,-2 2-12-16,7-3-8 0,0 0-29 16,12 13-26-16,3-8-34 0,8 0-186 15,8-3-39-15,8-1 0 0,9-2 0 0,12-6 0 16,-3-4-307-16,-4 0-169 0,-2-8-167 16,1 0-244-16,-2-3 66 0,-7-7 87 15,4 0-736-15,-8-2-919 0</inkml:trace>
  <inkml:trace contextRef="#ctx0" brushRef="#br0" timeOffset="46189.39">20145 11240 4414 0,'-16'-4'138'15,"5"1"22"-15,3 1 33 16,8 2 79-16,0 0 68 0,-4 15 40 0,14-3 9 0,11 14 1 16,9 11-16-16,2 3-33 15,4 4-30-15,-4 8-34 0,0 2-65 0,-3 6-212 16,-7-2 0-16,-4 6 0 0,-13 4 0 15,-3 4 0-15,-9 0 0 0,-17 14 0 0,-8-2 0 16,-6-6 0-16,-3-1 0 0,-13-2 0 16,-1-4 0-16,-4-6 0 0,-4-2 0 0,0-9 0 15,15-13 0-15,1-6 0 16,4-1 0-16,5-7 0 0,12-6 0 0,1-4 0 16,6-7-111-16,3-3-925 0,5-5 97 15,6 0-1137-15,5-2-1489 0</inkml:trace>
  <inkml:trace contextRef="#ctx0" brushRef="#br0" timeOffset="47457.86">21827 11823 6217 0,'0'-11'184'0,"-2"3"-70"0,1 2-47 0,1 6-13 0,0 0 115 0,0 0 67 15,-12 24 12-15,6-2-12 0,-1 16-26 0,-3 13-2 16,-2-1-4-16,7 6-160 15,-1-3-44-15,3 2 0 0,1-10 0 0,0 2 0 16,0-1 0-16,2-3 0 0,2-3 0 16,-2-1 0-16,0-10 0 0,0-5 0 0,0-3 0 15,-2-2 0-15,0-1 0 0,2-7 0 16,-2-1 0-16,2-2-297 0,-4-5-238 0,4-3-97 16,0 0-96-16,0 0-108 0,-10-32 67 15,9 6-725-15,2-11-942 0</inkml:trace>
  <inkml:trace contextRef="#ctx0" brushRef="#br0" timeOffset="47623.39">21631 11850 3878 0,'-23'-17'4'0,"8"3"71"0,-9-3 61 15,8 5 51-15,3 2 68 0,3 3 31 0,2-2 8 16,7-1 0-16,2 1-15 16,3-1-16-16,10-3-25 0,4 3-23 0,17-1-16 15,3 3-23-15,9 4-19 0,3 0-18 16,17 2-70-16,-6 4-119 0,4 2-142 0,-4 3-187 15,-4-2-220-15,-9-1-230 16,-5 3 72-16,-3-1 93 0,1-2-586 0,-5 2-710 0</inkml:trace>
  <inkml:trace contextRef="#ctx0" brushRef="#br0" timeOffset="47856.5">22331 11571 3910 0,'-25'1'262'0,"4"6"39"0,-8 7 45 16,0 6 25-16,4 6 21 0,-1 10 1 0,2 5-15 16,0 4-9-16,12 1-14 0,1 5-33 15,9-4-17-15,6 8-31 0,6-3-61 0,7 0-213 16,2-2 0-16,2-6 0 0,4-4 0 16,0-3 0-16,-2-8 0 0,2-4 0 0,0-6 0 15,-1-2 0-15,-3-7-400 0,-4-5-127 16,0-3-82-16,-3-4-65 0,1-1-84 15,-1-4-4-15,-2-1-755 0,-1-6-963 0</inkml:trace>
  <inkml:trace contextRef="#ctx0" brushRef="#br0" timeOffset="48173.17">22507 12061 4174 0,'-2'-14'20'0,"0"2"64"16,1 3 51-16,1 2 39 0,0 7 29 0,-4-9 18 16,4 9 6-16,-2-5 2 0,2 5 8 15,0 0 15-15,0 0 3 0,0 0-16 0,0 0-19 16,7 29-22-16,-3-17-18 0,5 1-19 15,-2 1-16-15,-2-1-13 0,3 1-13 0,-2-2-13 16,0-3-12-16,-1 1-7 0,1-1-9 16,-2-2-4-16,-3-3-3 0,-1-4-2 0,9 12-62 15,-7-8-7-15,-2-4 0 16,0 0 0-16,0 0 0 0,0 0 0 0,34-20 0 16,-16-1 0-16,5 4 0 0,-3 2 0 15,-5 7 0-15,-3 2 0 0,-1 1 0 0,-2 3 0 16,-9 2 0-16,21 3 0 0,-10 4 0 15,1 3 0-15,1 4 0 0,3 1 0 0,0 6 0 16,4-1 0-16,-1 1 0 0,0 0 0 16,-3-4 0-16,-5-4 0 0,2-1-146 0,-1-5-260 15,-3 3-115-15,1-6-117 0,-3 0-205 16,1 0 34-16,-8-4 92 0,0 0-681 16,0 0-851-16</inkml:trace>
  <inkml:trace contextRef="#ctx0" brushRef="#br0" timeOffset="48407.34">23199 11670 4073 0,'6'-14'121'16,"-2"5"15"-16,0 4 37 0,-4 5 61 15,0 0 67-15,0 0 51 0,32 22 28 0,-13 1 17 16,-2 6-1-16,6 10-35 0,0 10-16 16,-8 2-41-16,-2 4-28 0,-3 1-27 0,-4 3-156 15,-8-1-93-15,-2 2 0 16,-1-3 0-16,-5-1 0 0,-3-1 0 0,-3-3 0 0,-1-8 0 15,4-8 0-15,0-3 0 16,-1-5 0-16,6-9 0 0,3-3 0 0,-1-5-562 16,5-7-195-16,1 0-157 0,0-4 82 15,0 0 97-15,12-19-758 0,6-4-941 0</inkml:trace>
  <inkml:trace contextRef="#ctx0" brushRef="#br0" timeOffset="48590.32">23841 11960 4674 0,'-3'-2'340'16,"3"2"21"-16,0 0 16 0,-13-2 11 0,13 2 4 16,0 0-20-16,0 0-23 0,0 0-31 15,0 0-33-15,39-5-32 0,-12 4-171 16,11-3-82-16,3 1 0 0,-3-3 0 16,1 2-109-16,-3-4-341 0,-2 5-185 0,-9-1-230 15,-2-1 14-15,-5 5 92 0,-9 2-779 16,1 1-982-16</inkml:trace>
  <inkml:trace contextRef="#ctx0" brushRef="#br0" timeOffset="48742.3">23898 12184 4730 0,'-18'8'281'0,"2"0"47"15,5-3 50-15,1 0 45 0,3 0 40 0,-1-2 11 16,8-3 2-16,-3 9-24 16,3-9-266-16,7 8-186 0,2-8 0 0,7 0 0 0,-16 0 0 15,41-8 0-15,-16 3 0 16,2 1 0-16,9-4 0 0,-2 2 0 0,-5-6 0 15,-6 2-316-15,-2 4-564 0,-6-1-54 16,1 0 91-16,-3-2-932 0,1 2-1204 0</inkml:trace>
  <inkml:trace contextRef="#ctx0" brushRef="#br0" timeOffset="50523.42">25293 12107 4912 0,'4'-9'0'0,"0"-1"42"0,1 0 39 0,-4 0 50 15,1 1 43-15,2-3 42 0,-2 0 35 0,1-1 14 16,3-4-1-16,1 1-15 16,4-1-15-16,0-1-25 0,3 1-21 0,-2 3-15 15,6 1-14-15,-1 3-15 0,-2 4-12 16,0 6 6-16,5 4-3 0,4 11-41 0,0 7-94 15,-2 5 0-15,-1 10 0 0,-3 4 0 16,-4-3 0-16,-3-1 0 0,-2 1 0 0,-6-2 0 16,-3 2 0-16,0-1 0 0,-1-8 0 15,-1-2 0-15,-7-3 0 0,6-4 0 0,-5 1 0 16,5-6 0-16,-5 1 0 0,4-4 0 16,0 0 0-16,-2-6 0 0,4 1 0 0,1-3 0 15,1-4 0-15,0 0 0 0,0 0 0 16,5-26 0-16,7 0 0 0,10-11 0 0,7-9 0 15,3-3 0-15,16-14 0 16,-1 1 0-16,-6 16 0 0,-1 5 0 0,-4 5 0 0,-2 7 0 16,-7 9 0-16,-8 10 0 15,3 4 0-15,-10 6 0 0,1 4 0 0,5 8 0 16,-7 3 0-16,1 10 0 0,-3 5 0 16,-1 2 0-16,0 1 0 0,-4 2 0 0,1-2 0 15,1 0 0-15,-3 0 0 0,5-2 0 16,-3-4 0-16,-2-8 0 0,1-1 0 0,-2-3 0 15,1-2 0-15,-3-1 0 16,2-2 0-16,2-3 0 0,-2 0 0 0,0-4 0 16,-2-3 0-16,0 0-783 0,0 0-192 15,0 0 97-15,15-15-1011 0,-15 3-1313 0</inkml:trace>
  <inkml:trace contextRef="#ctx0" brushRef="#br0" timeOffset="50806.22">26351 11139 5342 0,'-7'-14'41'0,"1"5"15"0,0 0 5 0,2 6 15 0,4 3 67 0,0 0 76 16,0 0 53-16,-7 21 39 0,5-4 25 15,2 2-5-15,0 5-1 0,4 12-26 16,-1 1-15-16,6 5-209 0,2 8-80 0,-4-11 0 15,2 0 0-15,3 7 0 0,-1-10 0 16,0-3 0-16,-4 1 0 0,-1-6 0 0,-1-6 0 16,-1-3 0-16,-1-1 0 0,-3-2 0 15,7 0 0-15,-7-4 0 0,4-1 0 0,-2 0 0 16,-1 1-272-16,1-6-601 0,4 1-67 16,-3-1 87-16,5-4-934 0,2-1-1215 0</inkml:trace>
  <inkml:trace contextRef="#ctx0" brushRef="#br0" timeOffset="51156.52">26782 11407 5262 0,'-9'-6'54'16,"-1"4"51"-16,10 2 69 0,-19 5 75 16,8 1 51-16,1 6 40 0,-3 5 28 0,4 1 14 15,-7 11-27-15,7 2-10 0,-2 0-88 16,10-4-257-16,1-1 0 0,1 0 0 15,4 5 0-15,4 0 0 0,2-4 0 0,3-1 0 16,3-3 0-16,-1-5 0 0,-4-4 0 16,6-4 0-16,-1-2 0 0,2-1 0 0,2-3 0 15,-2-2 0-15,2-2 0 0,-2-2 0 16,4-3 0-16,-2-4 0 0,4-6 0 16,-2-2 0-16,-5-6 0 0,0 0 0 15,-3-6 0-15,-5-6 0 0,-1 0 0 0,-3-6 0 16,-5 4 0-16,-2 1 0 0,-3 8 0 15,-3 7 0-15,-4 4 0 0,-2 5 0 0,-4 8 0 16,-2 1 0-16,-5 6 0 0,-7 6 0 16,2 7-101-16,-1 5-614 0,7 1-245 0,4 2 76 15,4 0 101-15,9-2-832 0,6-3-1054 16</inkml:trace>
  <inkml:trace contextRef="#ctx0" brushRef="#br0" timeOffset="51489.22">27331 11461 4777 0,'-10'-10'82'15,"5"7"52"-15,-4 2 63 0,9 1 80 16,-24 7 48-16,12 2 35 0,0 4 18 0,0 1 14 16,2 3-39-16,5 2-16 0,1 1-24 15,0-1-47-15,4 2-266 0,4-1 0 0,3 1 0 16,5 4 0-16,0-4 0 0,-1-4 0 15,2-2 0-15,0-4 0 0,7-2 0 16,-4-2 0-16,0-4 0 0,4-1 0 0,-6-2 0 16,8-2 0-16,-4-1 0 0,0-3 0 15,-4-2 0-15,4-5 0 0,-7 1 0 16,3-5 0-16,-7-1 0 0,-1-3 0 0,-3-3 0 16,-3-2 0-16,0 1 0 0,-1 2 0 15,-3 5 0-15,-3 1 0 0,-3 6 0 0,-4 4 0 16,3 6-209-16,-8 2-354 0,-2 7-126 15,-10 7-207-15,7 5 70 0,3-3 93 0,8 2-721 16,5-4-903-16</inkml:trace>
  <inkml:trace contextRef="#ctx0" brushRef="#br0" timeOffset="51789.31">27563 11639 4277 0,'11'1'61'0,"-11"-1"58"0,0 10 71 16,0-10 73-16,-5 17 72 0,3-5 28 0,-3 2 16 15,-1 7 0-15,0 2-11 0,0 9-36 16,-1 4-24-16,-3-1-26 0,3 2-18 0,-1-1-13 16,-2-2-231-16,5-1-20 0,-1-5 0 15,3-4 0-15,-2-2 0 0,-1 0 0 16,3-6 0-16,-1-1 0 0,0-3 0 16,3 0 0-16,-3-3 0 0,-3-1 0 0,6-1 0 0,-3 0 0 15,-2-4 0-15,-3 1 0 16,-1-4 0-16,10 0 0 0,-31-4 0 0,9-1 0 15,1 0 0-15,-2-2 0 0,0 0 0 16,2 0 0-16,0 1 0 0,6 1 0 0,-2 3 0 16,6-2 0-16,1 2 0 0,-1 2-139 15,11 0-894-15,-11-1 79 0,11 1 105 0,0 0-925 16,0 0-1204-16</inkml:trace>
  <inkml:trace contextRef="#ctx0" brushRef="#br0" timeOffset="52206.19">27838 11889 5181 0,'0'0'172'0,"-8"-12"57"0,8 12 47 16,0 0 57-16,0 0 38 0,0 0 17 16,-21 16-28-16,17-5-33 0,-1 1-27 0,-1 5-46 15,2 0-254-15,0-1 0 0,-2 7 0 16,3-2 0-16,-3-1 0 0,3-2 0 0,-6 2 0 15,4-5 0-15,-3 4 0 0,1-4 0 16,0-3 0-16,-4 2 0 0,2-2 0 0,2-2 0 16,-2 0 0-16,2-6 0 0,3-1 0 15,4-3 0-15,0 0 0 0,0 0 0 0,0 0 0 16,11-31 0-16,13 11 0 0,0 0 0 16,3 1 0-16,0 3 0 0,-7 4 0 15,-2 2 0-15,-5 3 0 0,3 4 0 16,-5 1 0-16,-1 2 0 0,1 4 0 0,-6 1 0 15,3 3 0-15,-4 2 0 0,-2 1 0 16,-2 3 0-16,-2 3 0 0,-2-2 0 0,-4 5 0 16,1-3 0-16,-2 2 0 0,-1-3 0 15,2-2 0-15,1-1 0 0,0-1 0 0,-4-2 0 16,6-3 0-16,-4 1 0 16,-2-4 0-16,4 0 0 0,0-2 0 0,7-2-64 15,-18-4-768-15,12 0-134 0,1-2 88 16,1-1-976-16,4 7-1279 0</inkml:trace>
  <inkml:trace contextRef="#ctx0" brushRef="#br0" timeOffset="52672.6">28345 11337 5405 0,'0'0'24'0,"0"0"63"0,0 0 77 0,17 15 70 0,-12-3 48 0,3 3 21 0,-2-1 6 0,0 9-7 0,-3 0-19 16,-1 1-17-16,0-1-20 16,-4 1-20-16,-2 1-166 0,1 7-60 0,-8-5 0 15,-1 1 0-15,1-8 0 0,-2-2 0 16,-5 2 0-16,-5-3 0 0,3-4 0 0,-7-1 0 16,0-6 0-16,2 0 0 0,-4-3 0 15,1-3 0-15,-3-2 0 0,-1-3 0 0,5-3 0 16,4-9 0-16,8-1 0 0,12-5 0 15,4-14 0-15,14-11 0 0,12-5 0 0,5-1 0 16,11 7 0-16,-3 5 0 16,-4 9 0-16,-6 12 0 0,-1 7 0 0,-6 9 0 0,-5 6 0 15,0 6 0-15,-2 5 0 16,2 9 0-16,-2 3 0 0,-3 2 0 0,1 3 0 16,-3-2 0-16,2 1 0 0,-1-2 0 15,1 1 0-15,2-3 0 0,2 0 0 0,-3-6 0 16,0-7 0-16,2 1 0 0,-1-4 0 15,1-3 0-15,-2 1 0 0,0-5 0 0,1-1 0 16,-1-1 0-16,3-5 0 0,0-1 0 16,0-5 0-16,8-5 0 0,-6-7 0 0,1 1 0 15,0-6-878-15,-3 1-97 0,0 2 100 16,-10 3-983-16,0 8-1283 0</inkml:trace>
  <inkml:trace contextRef="#ctx0" brushRef="#br0" timeOffset="53088.96">28736 12361 5795 0,'2'-13'384'0,"1"5"47"0,1-2 34 0,-4 2 5 0,2 1-16 16,0 0-262-16,-2 7-192 0,3-12 0 0,-1 7 0 16,-2 5 0-16,4-8 0 0,-4 8 0 15,2-7 0-15,-2 7 0 0,0 0 0 16,10-6 0-16,-5 4 0 0,-5 2 0 0,13-4 0 16,-2 4 0-16,2-4 0 0,-1 2-1012 15,0-4 55-15,0 4 107 0,-2-1-977 16,-1-1-1254-16</inkml:trace>
  <inkml:trace contextRef="#ctx0" brushRef="#br0" timeOffset="53373.36">29844 11560 5540 0,'-1'-14'203'0,"-1"4"-7"15,2 3-12-15,-2 1 9 0,2 6 54 16,0 0 59-16,0 0 39 0,-4 39 30 16,2-12-13-16,0 14-122 0,-1 14-240 0,-2 3 0 15,1 4 0-15,-1-4 0 0,-2 2 0 16,1-2 0-16,-2-2 0 0,-2-1 0 0,5-6 0 16,-3-9 0-16,5-3 0 0,-2-8 0 15,1-4 0-15,3-4 0 0,-1-3 0 0,0-4 0 16,0 0 0-16,4-5 0 0,0 0 0 15,1-3-402-15,6-1-432 0,-2-5-84 16,-7 0 62-16,23-4-906 0,-1-5-1193 16</inkml:trace>
  <inkml:trace contextRef="#ctx0" brushRef="#br0" timeOffset="53689.44">30300 11999 5176 0,'0'0'73'0,"-13"-8"61"0,13 8 67 16,0 0 57-16,-23 5 48 0,12 0 33 0,-3 4 19 15,1 3 3-15,1 3-12 0,-1 2-26 16,-1 9-22-16,7-4-289 0,3-2-12 0,2-1 0 16,2 0 0-16,4 3 0 15,0 0 0-15,6-4 0 0,-1 1 0 0,2-2 0 0,3-2 0 16,1-1 0-16,4-4 0 16,0-2 0-16,2-2 0 0,-2-2 0 0,0-2 0 15,0-4 0-15,2-3 0 0,-2-4 0 16,6-9 0-16,-4 1 0 0,-3-4 0 0,0-8 0 15,-2 0 0-15,-5-7 0 0,-2-1 0 16,1-1 0-16,-6 4 0 0,-2 6 0 16,-2 10 0-16,-2 2 0 0,-5 6 0 0,0 4 0 15,-4 4 0-15,-5 2 0 0,2 6-116 16,-4 2-237-16,1 7-138 0,3-1-185 16,9-1-200-16,-1-1 59 0,8 0 96 15,4 3-687-15,1-4-861 0</inkml:trace>
  <inkml:trace contextRef="#ctx0" brushRef="#br0" timeOffset="54154.94">30721 12111 4004 0,'0'0'75'0,"-27"11"45"16,22-4 41-16,-6 4 51 0,-1-1 61 0,2 2 20 16,1-2 0-16,1 4-23 0,0-2-25 15,7 0-25-15,-1 1-25 0,2-1-21 16,2 0-17-16,-1-1-20 0,5-3-14 0,2-1-14 15,0 0-21-15,3-4-35 16,1-1-26-16,1 0-28 0,-13-2-15 0,32-5-15 16,-12-1 10-16,-2 0-10 0,1-4 5 15,6-3 6-15,0-5 2 0,-3-3 3 0,2 4 4 16,-1-2 10-16,-9 4 27 0,0 4 30 16,-4-1 17-16,-1 6 10 0,-6 0 16 0,4 3 18 15,-7 3 19-15,0 0 31 0,0 0 19 16,0 0 10-16,0 21-182 0,-7-10-14 0,4 10 0 15,-5 8 0-15,-1 5 0 0,2-1 0 16,-2 4 0-16,2 4 0 0,0-2 0 0,-4 0 0 16,4-1 0-16,-2 0 0 0,-2-3 0 15,-3 2 0-15,1-4 0 0,-5-1 0 16,4-1 0-16,-6-4 0 0,1-3 0 0,-3 0 0 16,0-5 0-16,3-6 0 0,1-1 0 15,0-3 0-15,-1-1 0 0,2-2 0 16,-1 0 0-16,2-4 0 0,-2-2 0 0,2-2 0 15,-4-4 0-15,1 0 0 0,6-6 0 16,-3-3 0-16,11-4 0 0,1 2 0 0,4-8 0 16,5 1-454-16,2 0-563 0,4-4 96 15,-4 8-1051-15,4 5-1391 0</inkml:trace>
  <inkml:trace contextRef="#ctx0" brushRef="#br0" timeOffset="54640.31">31250 12172 5504 0,'11'-9'56'0,"-2"3"62"0,-2-1 68 0,3 5 66 0,-10 2 49 0,17-2 31 0,-17 2 6 16,19 4-1-16,-7 1-6 0,-2 3-38 15,-1 4-150-15,-2-1-143 0,1 1 0 0,-5 4 0 16,4-3 0-16,-5 1 0 0,-2-3 0 15,0 1 0-15,-2 0 0 0,-2-1 0 16,0-1 0-16,2-2 0 0,0-2 0 0,2-6 0 16,-4 11 0-16,4-11 0 0,-2 6 0 15,2-6 0-15,0 0 0 0,0 0 0 16,33-15 0-16,-8 1 0 0,5-5 0 16,2 3 0-16,1-1 0 0,-3 3 0 15,1 2 0-15,-8 5 0 0,-7 1 0 0,0 3 0 16,-5 3 0-16,-11 0 0 0,22 9 0 0,-17-1 0 15,1 3 0-15,-5 3 0 16,-1-1 0-16,3 3 0 0,-1 1 0 0,-4 1 0 0,4-3 0 16,0-1 0-16,-2-3 0 15,4 2 0-15,3-2 0 0,2-3 0 0,1-3 0 0,7-1 0 16,2-3 0-16,3-2 0 16,0-3 0-16,10-4 0 0,0-4 0 0,-1-5 0 15,-1 1 0-15,1-2 0 0,-2-3 0 16,-3-3 0-16,1-1 0 0,-2 0 0 0,-5-1 0 15,-8 11 0-15,-2 1 0 0,-7 7 0 16,-4 0-630-16,1 7-368 0,-15-3-1234 0,15 3-1635 16</inkml:trace>
  <inkml:trace contextRef="#ctx0" brushRef="#br0" timeOffset="55971.42">5924 14103 4426 0,'-7'-12'83'0,"-1"3"-33"0,-2 3-12 0,1 4 20 0,9 2 38 0,-32 8 30 0,5 11 7 15,-7 10-1-15,-1 11-7 0,-1 4 19 0,4 4-1 16,3 6 7-16,6-3-3 0,4-1-5 16,4-1 2-16,7-7-12 0,6-3-17 15,4-3 0-15,6-3-13 0,1-1-9 16,4-4-8-16,3-3-12 0,3-4-21 0,-2-4-67 16,1-6-78-16,2-2-98 0,-1-3-134 15,6-3-148-15,2-5-178 0,0-1-131 16,9-3 77-16,0-3-543 0,-2-3-709 0</inkml:trace>
  <inkml:trace contextRef="#ctx0" brushRef="#br0" timeOffset="56605.48">6243 14258 3738 0,'5'-27'143'0,"-1"10"20"0,0 3 16 0,-2 4 4 16,-1 3 8-16,5 1 20 0,-6 6 28 15,10-2-2-15,-10 2 7 0,0 0-9 0,29 10-14 16,-20 0-16-16,2 1-18 0,-1 0-14 15,1 1-16-15,-5 2-15 0,-1-2-6 0,2 3-15 16,-5-2-5-16,-2 1 4 0,-4 2-12 16,-1-3-8-16,-6 4-4 0,-1-3-14 0,-10 5-11 15,1-7-4-15,4-4-7 0,-2-6-20 16,1-4-24-16,0-6-22 0,-2-11-24 16,6-5-10-16,5-7 1 0,8 4 7 15,2 4-7-15,6 2-1 0,-2 7 1 16,3 1 9-16,3 6 0 0,1 2 2 0,5 7 0 15,-2 1 5-15,2 7 2 0,8 6 2 16,3 3 2-16,-3 3 2 0,2 1 4 0,-2-2-4 16,4 1-38-16,-1-5-41 0,-4 1-29 15,3-4-20-15,-6-4-11 0,-3-4-14 0,-1-5-17 16,-3-1-16-16,0-5-6 0,4-4 2 16,-2-3-9-16,9-11 16 0,-1-3 8 0,2-12 6 15,3-5 15-15,-3-5 19 0,2-7 22 16,-1 0 12-16,-4-1 33 0,-1 5 38 15,-8 5 49-15,-2 14 38 0,-1 3 21 16,-5 10 18-16,-4 5 20 0,-2 6 21 16,-4 5 25-16,4 3 22 0,0 0 7 0,0 0 8 15,-40 16 18-15,28-3 3 0,1 4-3 16,2 1-10-16,1-1-10 0,2 7-15 0,6-7-16 16,4 6-16-16,4 0-7 0,5 3-11 15,5 1-12-15,0-4-7 0,3 2-11 0,-1-1 7 16,2-1 6-16,-1 0 14 0,1 2-8 15,-8-2-4-15,2 0 7 0,-7 1-72 0,-3-5-37 16,-3 1 0-16,-3-1 0 0,0 0 0 16,0-1 0-16,-5-1 0 0,-1 2 0 15,-3-2 0-15,-3-1 0 0,3-4 0 16,-7 0 0-16,0-4 0 0,-4-1 0 16,4-5 0-16,-6-2 0 0,-1-5 0 0,-4-8 0 15,-1-8-87-15,4-5-602 0,-57-116-319 16,72 93 115-16,5 13 88 0,6 12-797 15,11 6-1041-15</inkml:trace>
  <inkml:trace contextRef="#ctx0" brushRef="#br0" timeOffset="56955.2">7719 14118 4745 0,'-15'2'53'0,"3"1"24"0,1-3 26 0,4 2 22 0,7-2 17 0,0 0-2 15,-18 2-11-15,18-2-15 0,0 0-11 16,0 0-13-16,0 0-12 0,34-27-3 16,-7 13-7-16,0-5-4 0,-2-1-6 0,-4 3-3 15,0-5-4-15,-7 5-9 0,-5 1 1 16,-4 5-4-16,-3 1-6 0,-4 2-5 0,-5 3 3 16,7 5 4-16,-29 0 33 0,-3 13-7 15,-11 10 26-15,-2 4 20 0,0 3 20 0,4 5 16 16,5-1 19-16,8 2 4 15,-1 2 9-15,14-6 3 0,3 0 1 0,8-7 4 16,4-2-149-16,6 2-34 0,6 3 0 0,8-3 0 16,5-3 0-16,8-4 0 0,1-5 0 15,3-3 0-15,1-4 0 0,-6-5 0 16,-3-2 0-16,10-1 0 0,2-5-128 16,-3-2-513-16,2-4-235 0,-3-1-34 0,-1-1 88 15,-6-2-815-15,-2 1-1076 16</inkml:trace>
  <inkml:trace contextRef="#ctx0" brushRef="#br0" timeOffset="57140.01">8009 14275 5127 0,'-17'-3'326'0,"4"3"32"0,13 0 44 16,-18-2 35-16,18 2-1 0,-13 0-30 0,13 0-36 15,0 0-45-15,0 0-321 0,-12-2-4 16,12 2 0-16,0 0 0 0,0 0 0 15,0 0 0-15,0 0 0 0,0 0-479 0,0 0-313 16,34 7-151-16,-29-1 81 0,2 0-878 16,5 6-1171-16</inkml:trace>
  <inkml:trace contextRef="#ctx0" brushRef="#br0" timeOffset="57289.55">7982 14587 4755 0,'0'0'145'0,"-11"0"-15"16,11 0-9-16,0 0-15 0,0 0-27 0,0 0-81 16,0 0-119-16,0 0-184 0,0 0-225 15,26-9-161-15,-14 3 60 0,3 2-409 0,1-6-512 16</inkml:trace>
  <inkml:trace contextRef="#ctx0" brushRef="#br0" timeOffset="57656.59">8438 14123 3293 0,'-6'-14'248'0,"6"6"-3"0,0-2-6 15,0 3-10-15,6-1 2 0,-6 8-14 16,15-7-13-16,-3 2-21 0,-1 5-11 0,-11 0-18 16,28 7-19-16,-10 1-7 0,-3 2 0 15,-3 4 17-15,-3 1 31 0,-2 1 23 0,-7 2 16 16,0 1 17-16,-7 4 18 15,-2 6 12-15,0-7 6 0,-2-3 3 0,6-4-7 0,-1-1-161 16,2-2-103-16,0-1 0 16,0-1 0-16,2-2 0 0,2 0 0 0,2 0 0 15,2 1 0-15,2 3 0 0,2-1 0 16,3 3 0-16,-4 0 0 0,5 1 0 16,1 1 0-16,-3 1 0 0,2 0 0 0,-5 2 0 15,0-1 0-15,2-4 0 0,-6 3 0 16,1-2 0-16,-2-3 0 0,-2 2 0 0,0 1 0 15,-2-3 0-15,-4 1 0 0,-2 1 0 16,-5-2 0-16,-2 2 0 0,-10 1 0 0,2 2 0 16,-7-5 0-16,-2 0 0 0,-4 0-681 15,-5 0-330-15,-1-2 98 0,-8 4-987 0,-9-2-1322 16</inkml:trace>
  <inkml:trace contextRef="#ctx0" brushRef="#br0" timeOffset="57957.72">4880 15559 5628 0,'-34'0'84'0,"7"0"19"16,8 0 0-16,8 0 8 0,11 0 17 0,-9-4-7 16,9 4 34-16,75-19 15 0,38-5-5 15,39 0-11-15,89-15-16 0,23 2-20 16,20 2-26-16,16 0-27 0,12 6-21 0,4 2-15 15,-3 0 5-15,-6 1-8 16,-24 2-4-16,-37 2 3 0,-76 5-6 0,-31 2-16 16,-27 4 5-16,-40 2 11 0,-11 0 21 15,-18 3 0-15,-13 2 1 0,-15 0-9 0,-6-2-11 16,-8 2 7-16,-1 4-51 0,0 0-73 16,-25-11-92-16,8 6-110 0,4 2-151 0,-3-1-194 15,1-2-225-15,3 4 81 0,5 0 85 16,7 2-561-16,0 0-722 0</inkml:trace>
  <inkml:trace contextRef="#ctx0" brushRef="#br0" timeOffset="58941.22">11610 14616 4050 0,'-9'-7'151'15,"5"-3"97"-15,-1-2-54 0,9 1-39 0,1-4-1 0,11-9 8 0,6-1-5 0,7 3-9 16,1 5-25-16,9 3-11 0,3 6-11 16,-1 3-9-16,5 10-9 0,12 9-7 0,-5 8-6 15,2 7-8-15,-5 4-4 0,-4 5-7 16,-8 3-8-16,-6-2-2 0,-7 6-2 0,-7-5 7 16,-6-2 27-16,-10 1 18 15,-4-2 40-15,-6-2 26 0,-1-2 29 0,0-4 19 16,-5-4 16-16,5-2 21 0,-3-9 18 15,4-2-51-15,3-3-209 0,-3-1 0 0,3-5 0 16,5-3 0-16,0 0 0 0,-11-20 0 16,13 0 0-16,9-14 0 0,5-15 0 0,9-5 0 15,18-18 0-15,-2 1 0 0,11 6 0 16,-11 19 0-16,1 3 0 0,2 7 0 0,-6 8 0 16,-5 13 0-16,-3 5 0 0,-1 10 0 15,-4 6 0-15,3 6 0 0,1 8 0 0,-2 6 0 16,1 7 0-16,-4 4 0 0,-4-7 0 15,1 8 0-15,-4-4 0 0,-3 1 0 16,-2-3 0-16,-1 0 0 0,0-3 0 0,-6-4 0 16,3-7 0-16,-5-3 0 0,4-2 0 15,-4 1 0-15,1-5 0 0,-2-2 0 16,2 1 0-16,-1-1-57 0,-3-7-686 16,0 0-236-16,0 3 79 0,0-3 88 0,0 0-786 15,0 0-1040-15</inkml:trace>
  <inkml:trace contextRef="#ctx0" brushRef="#br0" timeOffset="59204.29">13227 13590 4750 0,'-5'-14'81'0,"-2"7"-9"0,3 6-5 16,4 1 56-16,0 0 45 0,-9 24 36 0,9-5 43 0,0 6 3 0,2 18-19 0,2 2-21 15,3 11-20-15,1 4-15 0,4 0-18 16,0-2-16-16,0 0-14 0,0-3-8 0,-5-1-16 16,1-1-10-16,-4-12-43 0,0 0-67 15,-2-2-74-15,-2-9-68 0,0-2-74 16,-2-6-90-16,0-3-102 0,2-2-70 16,-2-7-147-16,4-3-141 0,2-3 69 15,-4-4-536-15,0 0-712 0</inkml:trace>
  <inkml:trace contextRef="#ctx0" brushRef="#br0" timeOffset="59504.22">13636 13977 3715 0,'-1'-6'66'0,"1"6"18"15,-12-3 29-15,12 3 38 0,0 0 31 16,-24 15 12-16,12 1 26 0,-5 7 17 16,2 5 14-16,-1 2 3 0,3 3-22 0,1 1-12 15,3 1-14-15,2 0-23 0,0 0-20 16,5-8-11-16,2-2-14 0,5-3-7 0,3-1-13 15,1-3-7-15,8 5-13 0,4-11-5 16,-2-4-11-16,6-3-11 0,0-3-7 16,1-4-5-16,11-4-10 0,-3-3-6 15,-2-5-12-15,1-1 1 0,-7-4-4 0,1-2-8 16,-5-4 0-16,0-3-4 0,-7-5-3 16,0-1 5-16,-6-2-6 0,0-3-2 0,-7-1-3 15,-2 11-16-15,-2 4-20 0,-7 3-29 16,0 4-47-16,-6 5-31 0,-2 7-28 15,-5 4-51-15,-1 4-72 0,-13 8-90 0,6 6-104 16,4-1-156-16,1 5-167 0,6 2 78 16,4-6-587-16,5 4-769 0</inkml:trace>
  <inkml:trace contextRef="#ctx0" brushRef="#br0" timeOffset="59987.45">14181 14076 3573 0,'0'0'83'0,"-9"-14"25"0,4 11 12 0,5 3 25 16,-20-2 38-16,20 2 33 0,-17 2 19 16,17-2-2-16,-21 8 7 0,11 1-7 15,1 3-1-15,2 0-11 0,-3 1-12 0,2 3-26 16,4-3-17-16,1 3-22 16,-1-3-11-16,4 1-11 0,2-2-13 0,2 0-8 15,1 0-8-15,5-2-3 0,5 0-15 16,3-5-25-16,-2-1-24 0,5-2-11 0,-3-4-2 15,6 0-7-15,-1-3 6 0,0 1-2 16,-3-4-2-16,-4 3-2 0,-2-2 12 0,-3 0 18 16,0 4 7-16,-1-2 0 0,-4 1-4 15,-6 4-15-15,11-3-2 0,-11 3 2 0,0 0 15 16,-4 19 4-16,-3-2-4 0,-5 12 3 16,1 4-5-16,-7 12 0 0,7-8 1 0,-2 8-6 15,3-6-5-15,1 0 0 0,3-2 35 16,-1-2 0-16,4-6-5 0,1-6-50 15,0 1-7-15,1-7 0 0,-3 0 0 16,2-6 0-16,2 1 0 0,-2-2 0 0,0-2 0 16,2-1 0-16,0-7 0 0,-3 14 0 15,-3-10 0-15,-4 0 0 0,-3 1 0 16,-1-3 0-16,-1-2 0 0,-4-1 0 0,1 0 0 16,-6-5 0-16,0 1 0 0,-11-4 0 15,10 2 0-15,5 0 0 0,-1 3 0 0,5 0 0 16,3 1 0-16,2-1-372 15,-1 3-427-15,5-1-167 0,7 2 91 0,-11-2-886 0,11 2-1193 16</inkml:trace>
  <inkml:trace contextRef="#ctx0" brushRef="#br0" timeOffset="60421.43">14443 14562 5243 0,'0'0'83'0,"0"0"3"0,0 0 44 0,-16 8 80 0,11 2 10 0,1-1 6 0,0 7 5 0,2-1-15 15,1 5-15-15,-1-2-20 0,0 7-17 0,0-3-16 16,-1 0-15-16,1 2-14 0,1-5-10 16,-1-2-13-16,0 0-8 0,0-3-7 15,0-3-6-15,-2 1-8 0,4 0-3 16,-1-4-44-16,1-1-20 0,0-7 0 0,-2 12 0 15,2-12 0-15,0 7 0 0,0-7 0 16,0 0 0-16,0 0 0 0,0 0 0 0,0 0 0 16,18-21 0-16,-9 16 0 0,-4-1 0 15,4 4 0-15,2-2 0 0,-11 4 0 0,18-2 0 16,-18 2 0-16,21 4 0 0,-8 3 0 16,-3-3 0-16,0 4 0 0,-3 0 0 15,-1 1 0-15,0 1 0 0,0 0 0 0,-5 1 0 16,1 0 0-16,-2 0 0 0,0-3 0 15,0 2 0-15,-2 1 0 0,-1-3 0 16,-4 1 0-16,2-2 0 0,-3-2 0 0,3 2 0 16,-4-4 0-16,-2 0 0 0,2-2 0 15,9-1-397-15,-17-5-315 0,5-2-250 16,7-5 83-16,1 0 105 0,6-7-745 0,2-5-965 16</inkml:trace>
  <inkml:trace contextRef="#ctx0" brushRef="#br0" timeOffset="60854.5">14925 14123 4563 0,'8'-18'146'0,"-7"2"36"0,3 6 34 0,2 2 15 0,-3 1 32 16,8 2 0-16,-11 5-4 16,16 0-11-16,-16 0-16 0,29 13-18 0,-12-1-22 15,-2 2-15-15,-1 3-17 0,-3 0-14 16,-2 0-14-16,0 2-8 0,-6-4-9 0,-1 2 5 15,-4 0 5-15,-1 1-42 0,-9 1-83 16,-1-3 0-16,-9 3 0 0,-4-1 0 0,-5-3 0 16,-1-1 0-16,-4-3 0 0,-2 1 0 15,4-7 0-15,9-2 0 0,4-3 0 0,4-3 0 16,3-6 0-16,7-10 0 16,7-4 0-16,7-18 0 0,14-6 0 0,10 0 0 15,-3 8 0-15,7 3 0 0,-3 7 0 16,-7 10 0-16,-5 9 0 0,1 5 0 0,-5 7 0 15,-1 3 0-15,1 7 0 0,-2 3 0 16,2 9 0-16,-3 1 0 0,-4-2 0 0,1 4 0 16,0-3 0-16,-3-5 0 0,1 2 0 15,2-4 0-15,-1-1 0 0,-2 1 0 16,3-4 0-16,-2 0 0 0,-1-4 0 0,3-2 0 16,-2 0 0-16,1-1 0 0,-2-3 0 15,4-1 0-15,-2-2 0 0,-9 0 0 0,17-2 0 16,-7-3 0-16,1-2-765 0,1-6-238 15,-3-2 95-15,-4-1-968 0,11-7-1299 16</inkml:trace>
  <inkml:trace contextRef="#ctx0" brushRef="#br0" timeOffset="61275.35">15464 14151 5511 0,'-13'-4'40'0,"0"1"24"0,13 3 32 0,-14-3 51 0,10 1 85 0,4 2 47 0,0 0 34 16,0 0 20-16,0 0 9 0,0 0-39 0,0 0-24 16,0 0-27-16,0 0-252 15,47-2 0-15,-22 2 0 0,2 0 0 0,4 2 0 16,-3-4 0-16,3 4 0 0,-3-4 0 15,1 2 0-15,0 0 0 0,-8 0 0 0,-3 0-474 16,0 0-104-16,1-1-108 0,-4-3-142 16,-6 1 1-16,0-1 82 0,-6 1-634 0,-3 3-831 15</inkml:trace>
  <inkml:trace contextRef="#ctx0" brushRef="#br0" timeOffset="61504.44">15704 13912 3654 0,'-7'-12'41'16,"1"4"65"-16,2-1 38 0,3 2 40 0,1 7 29 15,-6-5 31-15,6 5 2 16,0 0 48-16,0 0 53 0,0 0 21 0,0 0 5 16,4 33 0-16,-2-8-12 0,-1 14-12 0,-2 1-14 15,-3 2-27-15,-1 2-57 0,0-2-251 16,-1-1 0-16,1-1 0 0,-3 1 0 16,5-4 0-16,-4-3 0 0,3-6 0 0,1-6 0 15,1-3 0-15,-2-4 0 0,2-1 0 16,0-2 0-16,1-2 0 0,-1-1 0 0,-2-2 0 15,4 1 0-15,0-2 0 0,0-6-674 16,0 0-335-16,0 0 90 0,0 0 116 16,0 0-825-16,0 0-1066 0</inkml:trace>
  <inkml:trace contextRef="#ctx0" brushRef="#br0" timeOffset="61987.82">16243 13975 4775 0,'-23'6'35'0,"1"4"52"0,-8 6 47 0,-3 5 44 0,-4 6 43 0,3-2 31 0,9 2 27 0,9-2 17 0,2 2 8 0,6-3-2 16,7-1-8-16,1 0-21 0,5 0-20 0,7 4-31 15,1-1-23-15,5-1-112 16,-4-8-87-16,0 0 0 0,1-5 0 0,3 0 0 16,-2-2 0-16,4-1-230 0,-4-4-305 15,0 0-179-15,-1-5-207 0,0 1 81 0,-5-1 99 16,-10 0-691-16,14 0-882 15</inkml:trace>
  <inkml:trace contextRef="#ctx0" brushRef="#br0" timeOffset="62137.49">16097 14313 4346 0,'-13'-9'188'0,"1"4"61"0,2-1 55 16,5 0 56-16,5 6 34 0,-7-8 11 15,7 8-30-15,0-7-36 0,0 7-37 16,16-8-33-16,5 4-37 0,4 2-71 0,13-4-90 15,4 2-117-15,0 2-102 0,-2 1-132 16,-8 1-159-16,-1 0-164 0,-6-2-222 16,-4 0 10-16,-3 2 78 0,-4 0-658 0,-3 0-848 15</inkml:trace>
  <inkml:trace contextRef="#ctx0" brushRef="#br0" timeOffset="62620.46">16764 14432 4371 0,'-21'2'316'0,"7"0"15"0,3-1 15 0,11-1 11 0,-14 2-9 0,14-2-14 0,0 0-4 0,0 0-17 16,0 0-30-16,43 7-27 16,-1-5-27-16,7-1-27 0,2 1-67 0,12-2-95 15,-9 0-71-15,-4-3-144 0,-2 1-117 16,-5-2-132-16,0 1-152 0,-12 0-203 15,-4-1-59-15,-10 1 69 0,-4 3-696 0,-4 0-913 16</inkml:trace>
  <inkml:trace contextRef="#ctx0" brushRef="#br0" timeOffset="62804.31">16745 14648 4568 0,'-16'3'332'0,"4"1"6"0,-1-1 29 0,6-2 21 16,7-1 27-16,0 0 32 0,0 0-6 15,0 0-37-15,25 10-44 0,2-8-229 0,16 1-131 16,5-5 0-16,3 2 0 0,10-3 0 16,-2-4 0-16,-13 0 0 0,-2 2 0 15,-2-3-88-15,-7 0-457 0,-9 0-143 0,-4-2-240 16,-4 3 84-16,-7-1 81 16,-3 2-711-16,-4 0-923 0</inkml:trace>
  <inkml:trace contextRef="#ctx0" brushRef="#br0" timeOffset="63536.75">18553 14725 4377 0,'6'-18'75'0,"-6"4"37"0,1 4 43 0,-1 1 26 0,2 2 14 0,-2 7-8 0,0-10-22 0,0 10 42 0,0 0 26 15,0 0 20-15,-3 36-7 0,-1-12-18 16,-2 16-16-16,3 0-11 0,-1 4-12 15,0 2-19-15,3-3-14 0,-1-1-19 16,-3-1-10-16,1-6-17 0,2-8-2 0,2-5-20 0,-1-4-9 16,1-4-79-16,0-2 0 15,0-2 0-15,-2-3 0 0,2-7 0 0,-2 6 0 16,2-6 0-16,0 0 0 0,-4-26 0 16,4 3 0-16,0-19 0 0,8-12 0 0,-3-8 0 15,7-8 0-15,8-20 0 0,2-4 0 16,6-2 0-16,3 3 0 0,-1 4 0 0,5 11 0 15,-11 24 0-15,0 11 0 0,-10 14 0 16,2 12 0-16,-1 8 0 0,-1 6-253 0,-5 5-379 16,4 4-102-16,4 6-175 0,3 9 76 15,-4 4-810-15,4 4-1080 0</inkml:trace>
  <inkml:trace contextRef="#ctx0" brushRef="#br0" timeOffset="63704.21">18517 14891 4917 0,'-19'-9'118'0,"0"-1"43"0,7 4 37 16,3-2 25-16,2 3-3 0,-1-1-23 0,5 0-18 15,3 6-22-15,7-15-23 0,6 7-56 16,8 2-92-16,19-2-94 0,15-1-116 16,4 1-159-16,4 0-197 0,4 0-204 15,-3 0 65-15,8-3 91 0,-2 0-441 16,0-5-540-16</inkml:trace>
  <inkml:trace contextRef="#ctx0" brushRef="#br0" timeOffset="64236.89">19557 14293 3255 0,'-22'-6'145'16,"-1"3"32"-16,0 6 32 0,-9 7 27 16,-3 6 23-16,-7 9 24 0,0 8 5 15,6 8 0-15,2 4-24 0,4 2-19 0,-1 4-24 16,8 3-26-16,7 1-17 0,5-2-21 15,6 0-21-15,7-8-45 0,1-2-52 0,8-4-63 16,3-3-49-16,3-6-45 16,0-5-26-16,3 0-10 0,-4-9 3 0,-2-5 7 15,-3-7 14-15,2 0 13 0,-1-4 11 16,1-6 6-16,1-4 15 0,1-3 8 0,4-12 15 16,3-2-1-16,0-10 20 15,1-2 18-15,-2 1 18 0,-1 6 25 0,-4 3 27 0,2 3 28 16,-5 8 17-16,-4 4 10 15,-4 3 0-15,4 3-6 0,-4 1-7 0,3 4 12 0,-8 3 18 16,0 0 22-16,21 10-12 0,-10-2 0 16,-4 6-2-16,2 0-7 0,-4 0-5 15,3 1-12-15,-5 2-7 0,3 2-8 16,-1-2-1-16,-4-5-3 0,1 1-1 16,-2-1-7-16,4-4-6 0,-4 1-3 0,2-3 3 15,-2-6 7-15,3 12-5 0,-1-6 9 16,-2-6-7-16,0 0-12 0,0 0-6 0,0 0-7 15,33-21-5-15,-18 6-7 0,7-5-6 16,2 4-2-16,-7 2-4 0,-2 4-7 0,-1 3-6 16,-5 1-2-16,4 4-2 0,-13 2 2 15,21 6-3-15,-12 0 4 0,3 5-2 0,-4 1-2 16,-1 2-5-16,0 1 5 16,-2 3-4-16,1 0 0 0,-4-2-23 0,1 1-65 15,-1-5-70-15,2 2-72 0,0-1-79 16,-3-2-100-16,4-1-92 0,-3-3-105 0,-2-2-218 15,0-5 64-15,0 7 74 0,0-7-516 16,0 0-664-16</inkml:trace>
  <inkml:trace contextRef="#ctx0" brushRef="#br0" timeOffset="64470.08">20118 14295 3653 0,'4'-20'175'0,"0"3"35"0,-3 5 7 0,1 5 13 0,0 1 7 0,-2 6 11 0,0 0 48 0,0 0 25 0,23 19 1 15,-8 8-7-15,2 18-32 0,-2 7-23 16,-3 4-22-16,-6 4-17 0,-4 3-23 16,-8 2-17-16,1 4-19 0,-9 0-16 15,-3-1-14-15,-4 17-11 0,0-20-96 0,-2-4-25 16,0-1 0-16,2-3 0 0,0-4 0 16,2-6 0-16,-2-7 0 0,10-9-171 0,4-6-201 15,-2-9-135-15,6-2-188 0,1-3-213 16,0-7 92-16,2-4 92 0,0 0-636 0,19 0-814 15</inkml:trace>
  <inkml:trace contextRef="#ctx0" brushRef="#br0" timeOffset="64670.64">20631 14945 4452 0,'-14'-4'463'0,"5"3"-12"0,1-3-4 16,8 4 5-16,-10-6-1 0,10 6-30 0,0 0-44 15,14-8-41-15,5 7-38 0,19-2-255 16,4-2-43-16,-1 5 0 0,6-1 0 0,-8 0 0 16,4-1-115-16,-11 2-364 0,-3-2-163 15,-7 2-200-15,-3 2-17 0,3 0 79 0,-8 3-742 16,-1 3-966-16</inkml:trace>
  <inkml:trace contextRef="#ctx0" brushRef="#br0" timeOffset="64837.49">20708 15225 4616 0,'-14'5'203'0,"0"3"69"16,6-5 52-16,-3 1 42 0,11-4 30 16,-10 3 13-16,10-3 9 0,-4 6-24 0,4-6-45 15,0 0-39-15,0 0-176 0,25 5-134 16,-12-5 0-16,5 0 0 0,-2 0 0 0,2 0-75 16,2 0-394-16,-4-2-196 0,4 0-288 15,-3 1 89-15,-2-3 98 0,1 2-730 0,-3 1-943 16</inkml:trace>
  <inkml:trace contextRef="#ctx0" brushRef="#br0" timeOffset="66069.71">20960 14570 4390 0,'-2'-15'47'0,"-2"3"46"0,2 2 25 0,0 3 19 0,2 0 14 0,0 7 0 0,-1-7-9 16,1 7 15-16,0 0 38 0,0 0 7 16,39 31 4-16,-8-2-10 0,6 6-19 15,3 5-15-15,5 4-17 0,12 7-16 0,-1 7-18 16,-3-4-9-16,-11-11 0 0,-2 1-19 16,-7-6-10-16,-7 0-5 0,-9-7-4 15,-8 0-7-15,-7-6-2 0,-6 0-3 0,-8 7 6 16,-15 2-12-16,-7 0 9 0,-4-1 6 15,-5-4 4-15,-2-1 2 0,-5-3-12 0,5 0-7 16,-5-1-5-16,6-5-9 0,11-5-3 16,7 1-7-16,5-9-31 0,4 2-66 15,5-2-85-15,3-1-84 0,6-1-92 0,3-1-103 16,0-3-123-16,0 0-203 0,12 7-70 16,1-9 100-16,12-3-632 0,11-2-818 15</inkml:trace>
  <inkml:trace contextRef="#ctx0" brushRef="#br0" timeOffset="66336.87">22566 14648 4307 0,'-5'-18'349'15,"-3"6"10"-15,5 3-8 0,1 1-29 16,2 8-19-16,0 0 47 0,0 0 15 0,-14 28-13 15,10-6-12-15,2 16-26 0,1 2-24 16,2 1-101-16,1 5-189 0,2-1 0 0,-2 1 0 16,0-3 0-16,-2-2 0 0,-2 0 0 15,-2-7 0-15,0 0 0 0,-1-8 0 0,1-3 0 16,1-4 0-16,-8 0 0 0,6-6 0 16,-3-1 0-16,3-3-213 0,-5-4-330 0,0-3-87 15,10-2-136-15,-14-9-110 0,5-1 90 16,4-6-703-16,-3-15-935 0</inkml:trace>
  <inkml:trace contextRef="#ctx0" brushRef="#br0" timeOffset="66503.02">22225 14628 4442 0,'-18'-19'124'0,"0"5"80"0,3 3 96 16,5 3 45-16,1 2 42 0,4-2 4 0,-4 1-10 16,7 1-35-16,2 6-35 0,11-16-35 15,5 6-28-15,20-1-25 0,22 1-29 0,6 2-175 16,7 2-19-16,1 1 0 0,3 2-237 15,-1 2-160-15,3 1-177 0,-3 0-258 0,-6-2-38 16,-14 0 90-16,-3 4-751 0,-3-6-975 16</inkml:trace>
  <inkml:trace contextRef="#ctx0" brushRef="#br0" timeOffset="66704.5">23217 14427 4556 0,'-20'9'94'0,"4"3"60"15,-9 8 64-15,0 2 45 0,4 5 5 16,-6 8 14-16,5 4-5 0,4-4-18 0,7 3-25 16,-1-1-25-16,3 3-17 0,5-1-22 15,2 2-19-15,6-4-17 0,0 2-57 0,5-3-87 16,-1-4-99-16,3-3-95 0,0-3-88 16,1-5-104-16,-3-8-103 0,3-1-139 15,0-3-149-15,-1-1 59 0,1-8-590 16,-1 6-775-16</inkml:trace>
  <inkml:trace contextRef="#ctx0" brushRef="#br0" timeOffset="67053.1">23329 14866 3988 0,'0'-8'171'0,"0"3"22"0,0 1 22 16,0 4 32-16,0 0 17 0,0 0-18 0,0 0-11 16,0 0-18-16,0 0 23 0,0 0-4 15,0 0-15-15,0 0-17 0,0 0-17 16,15 23-23-16,-9-12-16 0,-3-3-14 15,-1 1-15-15,3 0-10 0,-1 0-13 0,-3-3-9 16,1 0-5-16,-2-6-4 0,6 10-3 16,-6-10-3-16,4 7 3 0,-4-7 13 15,0 0-88-15,0 0 0 0,0 0 0 0,34-19 0 16,-11 0 0-16,2 0 0 0,-2 5 0 16,-5 2 0-16,0 6 0 0,-5 1 0 0,-1 1 0 15,1 4 0-15,-13 0 0 0,27 12 0 16,-15-1 0-16,2 4 0 0,-3 3 0 0,0 6 0 15,2-1 0-15,-6-4 0 0,-2-2 0 16,4 3 0-16,-4-1 0 0,3-4 0 0,-5 0 0 16,3-2 0-16,-2-3 0 0,0 1-274 15,2-2-116-15,-3-5-110 0,1-2-114 0,-4-2-166 16,0 0-44-16,20-6 85 16,-13-3-645-16,0-3-838 0</inkml:trace>
  <inkml:trace contextRef="#ctx0" brushRef="#br0" timeOffset="67270.14">24020 14504 3742 0,'11'-21'114'16,"-4"4"60"-16,-3 8 28 0,1 0 7 16,3 2 24-16,0 3 20 0,-8 4 40 0,20 5 9 15,0 4-2-15,6 10-8 0,-1 5-17 16,2 11-19-16,-5 4-15 0,0 4-18 0,-9 4-18 16,-3 6-15-16,-7 1-18 15,-6 6-16-15,-5 2-11 0,-2 1-15 0,-1-2-46 16,-1-2-84-16,-3-3 0 0,2-4 0 15,-8-2 0-15,4-4 0 0,2-12 0 0,-3 0-28 16,5-5-348-16,6-5-163 0,-3-10-250 16,2-5-111-16,8-7 84 0,0-2-797 0,0 0-1053 15</inkml:trace>
  <inkml:trace contextRef="#ctx0" brushRef="#br0" timeOffset="67452.86">24528 14921 5241 0,'-11'-5'496'0,"2"1"-2"16,4 1-7-16,5 3-21 0,-10-4-26 0,10 4-38 16,0 0-237-16,0 0-165 15,17-6 0-15,4 6 0 0,8 0 0 0,1 0 0 16,3 0 0-16,-5 0 0 0,5 1 0 16,-5-1 0-16,-1 0-673 0,2 1-232 0,-10-1-14 15,0 4 92-15,-4 2-828 0,-7-1-1093 16</inkml:trace>
  <inkml:trace contextRef="#ctx0" brushRef="#br0" timeOffset="67652.62">24336 15243 5098 0,'-16'4'307'0,"3"-1"36"16,3-1 33-16,10-2 43 0,-17 2 35 0,17-2-5 16,-7 1-12-16,7-1-129 0,0 0-308 15,0 0 0-15,38 4 0 0,-13-1 0 0,-2-2 0 16,8-1 0-16,-2-1 0 0,-3 1 0 15,-2 0 0-15,-3-3 0 0,-1 6 0 0,-4-3 0 16,-1 1-299-16,-3 1-449 0,-1 2-226 16,-4-1 100-16,-2 1 88 0,-2 2-748 0,-3-6-978 15</inkml:trace>
  <inkml:trace contextRef="#ctx0" brushRef="#br0" timeOffset="70936.17">26001 14736 4212 0,'4'-11'-7'0,"-4"3"63"0,2 2 53 0,-2 6 35 0,0-11 28 16,0 11 11-16,0 0 0 0,0 0 6 0,0 0 77 15,0 0 35-15,0 0 15 16,-14 32-14-16,8-10 0 0,1 14-3 0,-1 0-6 15,4 6-10-15,-1-3-7 0,3 1-20 16,-3-3-200-16,6-4-56 0,-3-8 0 0,-3-1 0 16,3-4 0-16,0-4 0 0,-2 0 0 15,2-2 0-15,0-5 0 0,-2 1 0 0,2-3 0 16,-2 1 0-16,2-8 0 0,0 0 0 16,0 0 0-16,0 0 0 0,-14-22 0 0,10 0 0 15,4-17 0-15,4-4 0 0,5-18 0 16,8-5 0-16,10-21 0 0,7-5 0 15,4-2 0-15,7 6 0 0,4 6 0 16,-3 8 0-16,-8 23 0 0,-2 6 0 0,-4 5 0 16,-2 9 0-16,-5 10 0 0,-1 8 0 15,-6 6 0-15,1 7 0 0,-2 4 0 0,2 4 0 16,3 9-286-16,-6 7-417 0,2 5-197 16,-7 2 6-16,-6 4 85 0,-6 5-755 15,-9-1-1007-15</inkml:trace>
  <inkml:trace contextRef="#ctx0" brushRef="#br0" timeOffset="71120.16">25887 14829 4625 0,'-18'-9'70'0,"3"4"44"0,3 2 46 0,7-3 37 16,-3 2 22-16,8 4 6 0,-12-5-22 16,12 5-18-16,0 0-30 0,0 0-6 15,22-9-35-15,-3 8-77 0,11 1-97 16,16 0-107-16,7 0-150 0,14-1-182 0,6-2-264 15,-3 3 32-15,-2-4 85 0,-3-2-466 16,1-1-582-16</inkml:trace>
  <inkml:trace contextRef="#ctx0" brushRef="#br0" timeOffset="71668.53">27063 14260 3409 0,'-14'-6'153'0,"-1"4"35"0,-3 4 32 0,1 6 35 15,-12 11 15-15,-3 13 22 0,-2 6-7 16,1 9-7-16,5 3-26 0,3 2-19 16,3 2-27-16,0 1-18 0,10-2-20 0,-2 4-16 15,4-6-15-15,7-6-34 0,-3-2-15 16,3-4-26-16,3-8-46 0,0-5-37 0,0-6-30 16,3-3-11-16,-1 0-10 0,-2-3 8 15,2-4-2-15,2-1-16 0,-1-4-11 0,5-3-5 16,-8-2 3-16,23-7 12 15,0-12 11-15,-1-2 4 0,8-11 10 0,3-3 6 16,-3 0 15-16,1 4 34 0,-8 8 32 16,-4 3 26-16,-4 4 13 0,-5 7 6 15,-1-1-3-15,-1 6-3 0,-3 1 42 0,-5 3 36 16,0 0 8-16,18 12-6 0,-14-1-10 16,-1 1-8-16,1 2-19 0,3 1-4 0,-6 0-11 15,5 3-13-15,-2-5-4 0,-1-1-6 16,1-1-7-16,-2-1-5 0,0-2-1 0,1-1-3 15,-1 0 15-15,-2-7 12 0,7 10 14 16,-7-10-23-16,0 0-75 0,0 0 0 0,34-18 0 16,-9-3 0-16,11-11 0 0,5 3 0 15,-3 0 0-15,1 4 0 0,-8 8 0 16,-6 1 0-16,-7 6 0 0,0 3 0 16,-6 5 0-16,-2 4 0 0,2 3 0 0,-3 6 0 15,-2 2 0-15,0 4 0 0,-2 3 0 16,-1 1 0-16,0 2 0 0,-1-3 0 15,3 3 0-15,-1-6 0 0,-2 0 0 0,1-1 0 16,0-6 0-16,-1 2-194 0,3-3-160 16,-2-3-67-16,4-2-59 0,-8-4-59 0,11 0-35 15,-11 0-24-15,15-15-22 0,-5 3 17 16,1-16-692-16,3-2-754 0</inkml:trace>
  <inkml:trace contextRef="#ctx0" brushRef="#br0" timeOffset="71852.95">27672 14723 3388 0,'21'-49'-71'0,"0"-5"63"0,2 4 89 0,-3 3 82 0,-4 14 62 0,-1 6 38 0,-3 5 7 0,-5 8-4 0,3 5 38 15,0 6 34-15,1 5 21 0,5 6 5 16,4 11-7-16,-3 8-15 0,0 6-22 16,1 12-17-16,-6 1-34 0,-3 2-19 15,-2 3-33-15,-3-4-26 0,-2-1-191 0,-4 0 0 16,-2 11 0-16,-3-4 0 0,-5-2 0 16,-3 1 0-16,-3-3 0 0,-7 0 0 0,-5 0 0 15,-4 1-139-15,-20 10-409 0,-7-3-227 16,-7-5-163-16,1 2 99 0,-1-7-845 0,-3 1-1120 15</inkml:trace>
  <inkml:trace contextRef="#ctx0" brushRef="#br0" timeOffset="72135.45">25378 15995 5231 0,'-27'0'280'0,"7"3"-19"15,7-1-15-15,13 1-5 0,0-3 22 0,69 15 16 16,38 4 6-16,33-2-12 16,30 1-14-16,69-2-27 0,5 7-23 0,-4-3-77 15,-5 2-132-15,-11-6 0 0,-54-3 0 16,-6-4 0-16,-8-2 0 0,-13-3 0 0,-23 0 0 16,-36-2 0-16,-16-2 0 0,-21 0 0 15,-10 0 0-15,-8 0 0 0,-10 0 0 0,-4-4 0 16,-4 0 0-16,-3 0 0 0,-8 4 0 15,0-5 0-15,0 5-388 0,-19-5-373 0,5 3-207 16,1 2 92-16,13 0 89 0,-36 2-713 16,17-2-947-16</inkml:trace>
  <inkml:trace contextRef="#ctx0" brushRef="#br0" timeOffset="74637.45">24420 9761 2470 0,'-24'-4'161'0,"9"0"-51"0,6 0-53 0,10 0-26 0,-1 4-9 0,38 0-7 0,29 4-3 16,19 4-4-16,34 4-1 0,9 1-2 0,9 4-7 15,1 5-45-15,0 3-63 0,-10 0-104 16,-9 1-236-16,-13-2-29 0,-31-10-64 0,-8-2-46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23T04:33:40.8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9790 8913 464 0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8T03:20:05.1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23904 4228 3881 0,'7'1'118'0,"-7"-1"-101"0,0 0 12 0,0 0-9 0,0 0 15 0,0 0 32 0,0 7 1 0,0-7 7 16,0 0 11-16,7 5 19 16,-7-5 5-16,19 1-2 0,-2-1-5 0,8-1-3 15,13-4-11-15,4-2-9 0,13-1-8 16,2-2-6-16,0-4-9 0,2-3-4 0,2-3-4 15,0-5-6-15,0 0-6 0,0-4-4 16,-2-2 0-16,16-12-6 0,-3 0-1 16,-1-3 0-16,0 1-8 0,-7-1 1 0,3 0-3 15,-14 10 0-15,14-9-2 0,-15 9-2 16,-1-2 0-16,-2 0-3 0,0 1 0 0,3-2-3 16,-2-2-1-16,-3 0-1 0,16-5 0 15,-13 7-2-15,2 1-2 0,-2-1 2 0,2 1-3 16,0 2 3-16,0 1 0 15,-3-2-4-15,0-1 4 0,0 4-5 0,-4 0 2 16,-4 1 4-16,0 0-5 0,-3 0 3 16,-2 1 0-16,-6-2-5 0,3-2 5 0,-5 0-3 15,-1 2-1-15,-2-5 2 0,0 5-1 16,-1-4 0-16,3-4 0 0,-4 1-3 0,0 2 2 16,0-3 3-16,-1-4-3 0,3-1-2 15,2 1 1-15,0-7 0 0,1 5 6 0,1-1 2 16,2-1 23-16,-3 2 3 0,5 1 1 15,-7 1-14-15,1 3 1 0,-5 2 4 16,1 4 9-16,-5 6-1 0,-3 3 3 16,-1 1-4-16,-3 4 9 0,-4 7-9 15,0-3-5-15,0 5-1 0,-3 2-3 0,-1 1 0 16,1 1-8-16,-2 2-12 0,0 1-28 16,0 2-58-16,-2 5-70 0,0 0-77 0,-8-7-91 15,8 7-126-15,-19 12-229 0,2 1-26 16,-10 4 85-16,-3 13-361 0,-6 7-457 0</inkml:trace>
  <inkml:trace contextRef="#ctx0" brushRef="#br0" timeOffset="734.48">25277 4688 2941 0,'0'0'71'0,"-20"1"-1"0,13 1 1 0,7-2 17 0,-12 2 32 0,12-2 24 0,-11 2 32 16,11-2 16-16,0 0 6 0,0 0-17 0,-11-7-16 15,11 7-18-15,13-17-16 0,8-4-13 16,13-4-9-16,13-4-15 0,12 0-10 0,31-10-7 15,15 3-8-15,17 0-7 0,15-3-5 16,60-10-5-16,13 11-3 0,12-4-3 0,20 9-8 16,-1-6 5-16,2 18-8 0,5 4-2 15,-8 12-3-15,-3 2-4 0,-56 8-1 0,2 0 8 16,39 10 14-16,-55-1 11 0,-9 5 12 16,-10 0 5-16,-4 4 14 0,-10-1 12 15,-8-1 25-15,-10 0 25 0,-1 0 5 16,-3-1 3-16,-5 0-16 0,-6-1-17 0,-4 1-10 15,-21-3-12-15,-4-2-10 0,-2 2-8 16,-6 2-7-16,-6-1-6 0,-11-2-9 0,-11-3-2 16,-6-1 4-16,-8-2 0 0,-5-1-4 15,-8-1-8-15,2 0-4 0,-7-3-9 16,1 1-30-16,-5 0-59 0,0-6-79 0,-9 12-78 16,2-6-93-16,-4-2-123 0,-7 1-161 15,0-5-237-15,-7-2 3 0,-16-5 88 0,2-5-653 16,-15-11-834-16</inkml:trace>
  <inkml:trace contextRef="#ctx0" brushRef="#br0" timeOffset="5003.32">25688 7554 3798 0,'0'0'-18'0,"-25"-9"14"0,14-3 17 0,-7 0 17 0,-2-6 24 0,-1-7 21 0,0-4 21 16,-2-13 19-16,-2-9 6 0,8-8-2 15,0-7-14-15,9-4-9 0,6-8-13 0,7-1-11 16,10-21-6-16,11 8-10 0,12 5-5 16,10 2-7-16,10 11-3 0,3 4-4 0,3 5-8 15,5 7 0-15,-1 6-3 0,1 5-2 16,-13 12-2-16,4 4-1 0,-1 8-5 0,-2 5 1 15,-2 8-5-15,-5 9 0 16,-4 9 1-16,5 9-3 0,-2 10 6 0,-2 10 7 0,-4 6 8 16,-2 5 2-16,4 15 10 15,-9-12 9-15,10 16-1 0,6 2 68 0,0-2 16 16,6-7-12-16,-1-2-13 0,2 3-3 16,0 2-17-16,0-2-2 0,1 1-9 0,-7-1-2 15,-2-1-2-15,-3 3-11 0,-14-9-14 16,6 15 2-16,-10-15-8 0,1 2-6 0,-1-5-1 15,4 1-6-15,-2-3-2 0,-2-3 1 16,3-1-6-16,1-3 3 0,2-7-3 16,0 0-6-16,2-5 0 0,1-4 2 0,-5-9-7 15,0-1 1-15,2-5 2 0,0 1-4 16,-2-6 0-16,-3 0 0 0,-6-5-8 16,-2-1 4-16,0 0 2 0,0-5-5 15,-3-2 6-15,3-2-10 0,2-4 0 0,0-3 2 16,-4-3-4-16,0-3 1 0,-2-4 1 15,-2-3-1-15,1-4-2 0,-2-10 4 0,4-5-2 16,-6-3-2-16,2-7 5 0,2-4-8 16,-4-6 5-16,6-25-8 0,0 1-5 0,1-3-10 15,6-4 4-15,0 1-5 0,2 5 0 16,5 7 5-16,2 3 2 0,3 12-1 0,4 1 2 16,-3 20-1-16,8-12-1 0,-7 15 5 15,18-5-1-15,2 0 3 0,-11 14-4 16,3 4 5-16,-1 7-3 0,-1 5 2 0,-9 13 3 15,2 13-2-15,3 11 8 0,2 16-3 16,-6 11 3-16,3 24 1 0,-1 10 2 16,-2 11 5-16,-3-2 25 0,-1 5 22 0,8-3 20 15,-2-1 14-15,7-4 16 0,3-4 6 16,4-8-3-16,8-3-1 0,3-7-10 0,3-6-6 16,1-5-10-16,-2-7-6 0,-11-14-7 15,-4-6-4-15,4-5-7 0,0-7-10 0,-9-6-3 16,-2-6-5-16,11-7-2 0,-2-8-22 15,-3-7-13-15,-1-5 0 0,12-19 0 0,-5-6 0 16,1-12 0-16,-7-6 0 16,5-8 0-16,-2-9 0 0,-2-1 0 0,3 1 0 15,-5 5 0-15,-1 5 0 0,-3 11 0 16,-11 20 0-16,-4 10 0 0,-4 4 0 0,-5 7 0 16,-4 10 0-16,-6 0 0 0,-1 8-41 15,-5 2-142-15,3 3-80 0,-3 2-112 0,-2 0-129 16,3 2-137-16,-12 0-203 0,18 2 42 15,-18-2 98-15,18 2-600 0,-18-2-762 0</inkml:trace>
  <inkml:trace contextRef="#ctx0" brushRef="#br0" timeOffset="7168.4">26374 8919 3689 0,'0'-13'57'0,"0"1"18"0,-1 2 30 0,-1 2 34 0,0 4 25 0,2 4 12 0,-4-9 13 0,4 9 27 15,0 0 49-15,-17 23 36 16,-3 18 7-16,2 8 1 0,-13 9-3 0,-8 18 4 16,2 0-7-16,1 1-6 0,0-1-11 15,7-18-19-15,2 0-25 0,0-5-55 0,6-2-187 16,1-4 0-16,-2-7 0 0,11-9 0 16,-2-5 0-16,0-5 0 0,2-5 0 0,2-5 0 15,0-1 0-15,-3-2 0 0,1-5 0 16,-2-3 0-16,-1-3 0 0,-1-5 0 0,1-6 0 15,-2-13 0-15,-4-16 0 16,7-5 0-16,1-8 0 0,7-6 0 0,-1-6-63 16,8 4-58-16,4 2 12 0,-3 9 17 15,1 16 6-15,3 2 22 0,2 6 32 0,-5 9 16 16,-1 5 33-16,6 7 57 0,2 2 58 16,2 10 40-16,8 4 16 0,9 9-188 0,14 9 0 15,6 8 0-15,16 12 0 0,9 2 0 16,6 1 0-16,7 4 0 0,3-5 0 0,3-1 0 15,3-4 0-15,-6-5 0 0,-3-3 0 16,-20-12 0-16,-9 0 0 0,-5-5 0 0,-4-1 0 16,-16-5 0-16,-2-1 0 0,-8-3 0 15,-8-4 0-15,0 2 0 0,-5-2 0 0,1-2 0 16,-5 0 0-16,3-2 0 16,-10 0 0-16,15 0 0 0,-15 0 0 0,11-4 0 15,-11 4 0-15,13-2 0 0,-13 2 0 16,0 0 0-16,9-3 0 0,-9 3 0 0,0 0 0 15,0 0 0-15,0 0 0 0,0 0 0 16,0 0 0-16,0 0 0 0,-22-9 0 0,15 7-969 16,-4 0 17-16,-3-2-1180 0,-1 1-1542 15</inkml:trace>
  <inkml:trace contextRef="#ctx0" brushRef="#br0" timeOffset="8366.35">22919 12476 5601 0,'-28'3'-231'0,"-1"1"36"16,2-1 42-16,-11 2 25 0,2 0 37 0,9-1 36 0,1 1 37 0,6-4 28 15,4 3 21-15,-2 0 9 0,5 0 15 16,6-4 4-16,7 0-2 0,0 0-4 0,0 0 0 15,83-22-5-15,10-2-4 0,22-5-3 16,17-5-1-16,16-4-4 0,41-11-5 0,-47 16-3 16,2 0-2-16,-11 2-1 0,-12 6-2 15,-11 2-5-15,-17 4-2 0,-27 9-2 0,-19 2-22 16,-10 2-51-16,-8 3-20 16,-9 3-14-16,-11 0-12 0,-9 0-7 0,0 0-2 15,0 0 13-15,-56 26 4 0,3-11 11 0,-10 4 10 16,-7 2 9-16,-29 6 9 0,-10 4 24 15,-6-2 21-15,-5 4 16 0,0 1 20 16,-6 4 20-16,1-4 17 0,3 3 14 0,7-4 9 16,16-2 8-16,29-8 4 0,15-9 9 15,19-1 6-15,14-9-12 0,17 0-5 0,5-4-7 16,0 0-11-16,91-23-10 0,14-6 1 16,21-6-7-16,20-3-2 0,46-12-10 15,-4 1-4-15,-45 13-3 0,-2 2-4 16,-9 1 0-16,-15 4-4 0,-12 4-7 0,-31 9-10 15,-11 3-10-15,-19 3-15 0,-9 2-6 0,-10 2 3 16,-12 5 1-16,-12-1 0 16,-1 2 3-16,0 0 3 0,-39 11-2 0,-5-3-2 15,-13 4 3-15,-8 3-1 0,4 0-24 16,0-1-24-16,2-2-36 0,9 1-45 0,12-3-57 16,4-1-59-16,11-3-52 0,6 0-63 15,6-4-74-15,3 2-197 0,8-4 48 0,0 0-334 16,0 0-406-16</inkml:trace>
  <inkml:trace contextRef="#ctx0" brushRef="#br0" timeOffset="8966.12">24275 12340 2475 0,'9'4'28'0,"0"-4"27"0,7-4 11 0,-2-1 12 0,21-5 26 0,11-10 23 16,7-2 24-16,7-1 21 0,2-4 8 0,14-10 9 15,1-2 2-15,-3-1-10 0,-1 1-17 16,-17 5-11-16,1 1-16 0,13-10 6 0,-18 8-2 16,0-4 1-16,-6 0-6 15,-2-6-5-15,-7-2 1 0,10-17-12 0,-19 9-5 0,-4-5-8 16,-4-3-7-16,-6-4-8 15,-7-11-8-15,-7 6-10 0,-7-6-5 0,-13-22-14 16,-7 3-5-16,-12-4-1 0,-9 2-11 16,-11 7-2-16,-8 8-4 0,-7 7-10 0,-12 11 0 15,-5 12-1-15,-6 13-5 0,-7 12-1 16,-2 15-3-16,15 14-3 0,-30 14 5 0,1 18-7 16,-3 12 3-16,-44 33-6 0,20 10 3 15,11 14-3-15,16 15-4 0,12 13 8 0,21 17 19 16,16 5 14-16,32-24 10 0,16 0 11 15,23 4 16-15,21-7 12 0,28-8 4 0,51 16 6 16,23-20-9-16,28-17-8 16,22-20-7-16,20-19-6 0,13-15-6 0,-39-20-13 15,-1-7-75-15,2-8-78 0,-14-6-92 16,-15-3-129-16,-13-4-149 0,-22-5-195 0,-31 0-143 16,-12-2 77-16,-12-1-669 0,-12 0-853 15</inkml:trace>
  <inkml:trace contextRef="#ctx0" brushRef="#br0" timeOffset="13166.73">26542 11060 3531 0,'1'-14'-123'0,"1"1"21"0,-2 2 29 0,0 0 30 0,-2 3 28 0,2-1 22 0,-3-1 25 16,1 1 27-16,-2 1 13 0,2-1 18 0,1 3 12 16,-3-2 3-16,2 2-4 0,2 6 4 15,-6-10 4-15,5 6 0 0,1 4 2 16,-5-9-5-16,5 9-5 0,-4-8-8 16,4 8-6-16,-2-8-10 0,2 8-7 0,-1-5-6 15,1 5-8-15,0 0-6 0,0 0-9 16,-4-6-2-16,4 6-4 0,0 0-9 0,0 0 0 15,-6-3-2-15,6 3-5 0,0 0-1 16,0 0 2-16,0 0-4 0,0 0-3 16,0 0-1-16,0 0-1 0,0 0-3 15,0 0 4-15,0 0-4 0,0 0 0 0,0 0-1 0,0 0 0 16,0 0 1-16,-15 0-2 16,15 0-2-16,0 0-1 0,0 0 0 0,0 0-5 15,0 0 1-15,-10 12 1 0,1 1 1 16,-1 5 19-16,-8 16 15 0,-9 8 10 0,2 8 13 15,-2 1 11-15,-2 7 9 0,-7 13 9 16,4 1-2-16,3-11-4 0,4-3-2 0,-1-3-1 16,-1 0-5-16,1-6-4 0,5-3 0 15,-1-3 4-15,8-8-11 0,0-4-3 0,3-5-2 16,-5 1-5-16,9-5-4 0,-3-5-3 16,7-4-5-16,-6 1-6 0,4-3-3 0,-3-1 0 15,5-3 0-15,-1 0-4 0,0 0 1 16,-2-6-1-16,6-1-30 0,-11 3-49 15,11-3-47-15,-23-11-66 0,8-2-79 16,-6-5-95-16,-1-6-85 0,2-2-105 0,1-6-184 16,-1 3 32-16,0-12 80 0,2 6-411 15,6 0-486-15</inkml:trace>
  <inkml:trace contextRef="#ctx0" brushRef="#br0" timeOffset="13417.82">25702 11239 2827 0,'7'-22'-10'0,"1"6"19"0,-3 3 26 0,2 3 9 0,-2 3 19 0,4 4 57 0,-9 3 57 0,25 8 39 0,4 8 25 16,3 13 16-16,4 7 9 0,2 5-1 16,1 5 7-16,-1 3 13 0,0 1-16 15,10 11-12-15,-8-15-11 0,3-2-19 16,-2-1-26-16,0-1-12 0,5-5-18 0,-8-2-23 16,0-3-13-16,-4-5-15 0,-9-6-10 15,-2-2-10-15,-4-7-13 0,-5 2-9 0,-3-4-27 16,-1 0-45-16,-3-1-46 15,-1-6-55-15,-2 2-59 0,-4-5-78 0,0 0-106 0,0 0-107 16,-13 5-120-16,1-5-240 16,12 0 70-16,-33-8 84 0,11 4-506 0,-3-2-624 15</inkml:trace>
  <inkml:trace contextRef="#ctx0" brushRef="#br0" timeOffset="16815.45">20646 15201 3388 0,'3'-11'-4'0,"6"3"-8"0,-4 2 9 0,3 2 3 0,-8 4 19 0,0 0 33 0,32 12 21 0,-16 3 24 16,4 2 21-16,-1 5 10 0,-4 3 2 15,1 3 11-15,-9 1 4 0,1 2 7 0,-7 4 0 16,1-6-6-16,-4-3 0 16,-7 8-7-16,2 0-8 0,-7-5-12 0,-1-2-8 15,4-8-9-15,1-4-6 0,-1-2-5 16,-1-6-13-16,-1-1-2 0,0-8-11 0,-5-4-9 15,-3-12-5-15,1-9-6 0,-5-17-6 16,4-9-8-16,1-6-3 0,5-3-6 16,8-1-2-16,3 6 1 0,4 15-5 0,0 4-5 15,4 10-3-15,3 10 3 16,1 1-4-16,6 9-1 0,0 2 3 0,6 6 8 0,5 6 3 16,11 5 8-16,9 7 6 0,3 3 3 15,2 1 4-15,1 1-5 0,1 0 0 0,-1 1 0 16,2-4-6-16,-1-2-3 15,-4 1-1-15,-8-7-5 0,-6 1-1 0,-6-3 0 16,-3-2-8-16,-3-4-30 0,-8-1-51 16,2-1-79-16,-5-2-116 0,0-2-155 15,1-3-194-15,-3-2-175 0,1-2 75 0,-5-4-534 16,4-2-708-16</inkml:trace>
  <inkml:trace contextRef="#ctx0" brushRef="#br0" timeOffset="17234.14">21869 15104 3840 0,'-8'8'158'0,"7"-2"-15"0,-1-4-13 0,2-2-11 0,0 0 5 0,0 0 2 0,28-8-8 15,-8-4-11-15,8-2-12 0,5-6-12 0,6-4-81 16,-1 1-112-16,3-5-154 0,-3-1-194 16,-2 0-233-16,-4 1 69 0,-1 6 77 0,-8 1-256 15,-7 6-289-15</inkml:trace>
  <inkml:trace contextRef="#ctx0" brushRef="#br0" timeOffset="17399.18">22019 15170 2494 0,'-9'10'125'0,"2"-2"-15"15,-1-3-6-15,7 1-10 0,1-6-7 0,0 0-14 16,0 0-5-16,12 2-14 0,-12-2-69 15,27-8-103-15,2-5-154 0,1-3-267 16,1 1 32-16,5-10-91 0,-6 5-98 0</inkml:trace>
  <inkml:trace contextRef="#ctx0" brushRef="#br0" timeOffset="18264.25">22634 14558 1951 0,'2'-17'218'0,"-2"2"5"0,0 6-22 0,1 6 14 0,-1 3 46 0,0 0 39 0,25 15 39 15,-6 6 41-15,-2 5-9 0,7 12 4 0,0 1-10 16,0 4-18-16,1 2-14 0,0 0-13 16,0 1-21-16,-1-2-24 0,1-1-25 15,0-4-24-15,0-3-20 0,-4-8-21 0,-2-2-20 16,-2-1-15-16,0-3-13 0,-1-5-38 16,-9-4-99-16,2-1 0 0,-2-5 0 0,-2 2 0 15,-1-4 0-15,0 1-72 0,-1 0-152 16,1-4-84-16,-4-2-132 0,0 0-152 15,0 0-214-15,0 0-42 0,0 0 100 0,-7-31-665 16,5 16-863-16</inkml:trace>
  <inkml:trace contextRef="#ctx0" brushRef="#br0" timeOffset="19813.46">23988 15158 4145 0,'0'0'19'0,"0"0"-4"0,-5-17 0 0,5 17 17 16,9-21 21-16,8-7 21 0,3-1 26 0,7-12 16 0,5-2 2 0,-3-2-4 15,0-2-12-15,0-5-13 0,-2-4-4 16,-3-4-8-16,3-21-7 0,-4-5-9 16,-2-1-8-16,-6-7-7 0,-2-2-5 0,-1-1-27 15,-4 1-10-15,-3 22-4 0,-3 9 1 16,2 7 1-16,-1 17-1 0,-3 12-5 0,0 8-3 16,-1 11-1-16,-3 5 0 15,4 5 3-15,0 0 0 0,-9 26-2 0,7-2 4 16,6 18 8-16,7 8 4 0,4 0 10 15,10 0-1-15,6-2 5 0,5-4 0 0,2-3 1 16,4 0 0-16,3-3 5 0,-3-3 9 16,1 2 9-16,-6-2-1 0,-2-3-7 0,-10-6 5 15,-4-1 14-15,-6 0 17 0,-3-5 33 16,-11-3 40-16,-1 0 23 0,-6-2 18 16,-7 3 4-16,-12 1-6 0,-7-3-6 0,-13 1-13 15,-7-3-20-15,-4-4-16 0,-8-5-12 16,-5-5-11-16,3 0-11 0,-5-7-8 15,0-7-47-15,5-1-39 0,1-7-67 16,8-3-71-16,3 0-65 0,6-3-68 0,9 0-78 16,8 10-84-16,8-1-80 0,6 4-167 15,7 4-126-15,5 1 80 0,-1 3-592 0,4 2-772 16</inkml:trace>
  <inkml:trace contextRef="#ctx0" brushRef="#br0" timeOffset="20514.27">25627 14036 3889 0,'19'-28'19'0,"14"-5"13"0,5 4-1 0,1 2 9 0,8 8 21 0,-10 9 20 0,6 5 29 0,-9 7 16 0,4 5 14 0,10 10 8 16,-16 11 22-16,-1 5 37 0,-9 9 39 15,-4 3 28-15,-11-3 26 0,-7 4 14 0,-6 11 7 16,-3 3 3-16,-7-6 1 0,4-1-8 16,-2-9-19-16,4-11-9 0,3-10-160 15,3-2-129-15,6-4 0 0,4-1 0 16,3-6 0-16,7 0 0 0,4-5 0 0,1-3 0 16,10-4 0-16,8-5 0 0,2-4 0 15,-3-4 0-15,5-2 0 0,-6 0 0 0,-1 2 0 16,-1 1 0-16,-3-1 0 0,-2-1-524 15,3 0-394-15,-5-3-30 0,-5 2 103 0,4-1-841 16,-5 1-1120-16</inkml:trace>
  <inkml:trace contextRef="#ctx0" brushRef="#br0" timeOffset="22680.41">20927 14578 4829 0,'-1'-8'-90'0,"2"-7"18"0,10-3 28 15,15-19 15-15,12-4 14 0,29-15 4 0,13-2-4 0,10-4 6 0,9-4 5 0,-1 3 4 16,6 0-3-16,-3 5-1 0,-3 6 1 16,-10 6-26-16,-9 8-46 0,-27 12-42 15,-5 9-50-15,-21 7-6 0,-11 10 4 0,-9 5 11 16,-6-5 16-16,-31 31 13 16,-12 3 12-16,-27 16 14 0,-13 7 11 0,-6 1 18 15,-6-1 27-15,3-5 27 0,10-3 29 16,10-11 17-16,20-12 20 0,12-5 16 0,15-5 1 15,6-7-7-15,10-3-4 0,5-4-4 16,4-2-5-16,0 0-7 0,40-10-25 0,-2-1-43 16,10-5-52-16,5 2-65 0,-2-6-100 15,3 6-182-15,-3-1-76 0,-1 1-146 0,-14 4-148 16</inkml:trace>
  <inkml:trace contextRef="#ctx0" brushRef="#br0" timeOffset="25095.5">23832 15891 3104 0,'-9'11'312'0,"7"-7"-102"0,6-2-24 0,-4-2-36 0,34-12-15 0,16-7 0 0,13-8-9 0,24-14-11 16,10-7-9-16,6-1-8 0,4-1-13 15,-6 1-6-15,-10 8-10 0,-10 7-4 16,-27 9-5-16,-8 7-13 0,-13 6-30 0,-12 4-10 16,-8 6 1-16,-10 7-4 0,-4 4 2 15,-14 4 12-15,-24 17 18 0,-10 7 22 16,-24 9 20-16,1-1 20 0,4-5 28 0,14-11 24 15,11-3 14-15,7-9 21 0,13-3-15 16,1-1-5-16,9-5-11 0,1-1-16 0,7-3-13 16,-1-1-12-16,6-3-13 0,0 0-45 15,0 0-68-15,0 0-64 0,23-12-69 16,-13 7-72-16,1 0-96 0,1 0-108 0,-3 1-133 16,2-1-221-16,-3 2 62 0,2 1 78 15,-3-1-448-15,-7 3-554 0</inkml:trace>
  <inkml:trace contextRef="#ctx0" brushRef="#br0" timeOffset="26911.88">21368 16525 5435 0,'-4'-10'341'0,"4"3"-207"0,-1 1-82 0,1 6-11 0,0 0 138 16,0 0 77-16,9 33 13 0,-6-10 9 0,1 17-7 15,2 3 10-15,0 13-5 0,3 6 6 16,-3-2-186-16,1 2-96 0,-2 1 0 16,2-1 0-16,-7-1 0 0,4-1 0 0,0-4 0 15,-2-12 0-15,1-1 0 0,-1-4 0 16,5-4 0-16,-4-8 0 0,3-7 0 0,-2-5 0 15,-3-1 0-15,7-5 0 0,-1-7-20 16,-7-2-770-16,33-25-216 0,-2-10 91 16,1-8 98-16,1-7-762 0,-3-6-1021 15</inkml:trace>
  <inkml:trace contextRef="#ctx0" brushRef="#br0" timeOffset="27228.96">21836 16811 4193 0,'-1'-11'81'15,"1"5"89"-15,0 6 33 0,-4-10 11 0,4 10 20 16,-4-5 6-16,4 5 25 0,0 0 40 15,0 0 17-15,-13 19-13 0,5-1-22 16,-1 11-28-16,3-2-21 0,4-1-23 0,1-2-19 16,2 3-20-16,5 6-19 0,1 0-30 15,3-4-127-15,9-6 0 0,2 0 0 0,4-7 0 16,7-4 0-16,-1-7 0 0,-4-5 0 16,0 0 0-16,-3-3 0 0,0-1 0 15,-2-4 0-15,-8 0 0 0,6-1 0 16,-7-5 0-16,-3-4 0 0,-3-5 0 0,-3-9 0 15,-6-6 0-15,-1-1 0 0,-8-14 0 16,-3 2 0-16,6 10 0 0,-4 9 0 0,7 6 0 16,1 8 0-16,-2 4 0 0,3 5 0 15,-3 8 0-15,6 1 0 0,0 0 0 16,-30 24-182-16,10 1-217 0,6 6-101 16,-8 15-147-16,8-13-265 0,11 2 72 15,6-10 91-15,9 1-599 0,3-10-802 0</inkml:trace>
  <inkml:trace contextRef="#ctx0" brushRef="#br0" timeOffset="27645.21">22514 17007 4187 0,'0'0'263'0,"0"0"25"0,-4-10 22 16,4 10 7-16,0 0 3 0,0 0-10 16,0 0-30-16,0 0-28 0,-7-9-30 0,7 9-20 15,0 0-19-15,0 0-18 0,0 0-16 16,13 27-16-16,-6-19-16 0,-2-1-20 15,5-1-30-15,0 0-35 0,5 0-32 0,-2-4-29 16,0 0-19-16,1-2 1 0,-14 0 2 16,29-7 13-16,-16 0 2 0,0-1 12 0,-3-3-3 15,-3-2 14-15,1-1 21 16,2-3 11-16,-6 1 18 0,-1 0 8 0,3 0 5 16,-3 4 0-16,-1 0-15 0,2 4-11 15,0 0-5-15,-4 8-5 0,0 0-1 0,0 0 1 16,15 20 3-16,-7-3-5 0,-1 13 25 15,2 4 25-15,0 6-46 0,-4 1-22 16,6 13 0-16,0-1 0 0,0 0 0 0,-6-2 0 16,4-10 0-16,-6-1 0 0,1-3 0 15,-4-4 0-15,0-7 0 0,-2 1 0 0,0-1 0 16,-5 6 0-16,-3-2 0 16,-3-1 0-16,-5-3 0 0,0-5 0 0,-7 0 0 15,-2-1 0-15,-2-9 0 0,3-5 0 16,1-1 0-16,-2-8 0 0,-6-7 0 0,3-5 0 15,8-6-174-15,2-5-796 0,5-1-13 16,5 4 110-16,9 2-892 0,1 2-1197 16</inkml:trace>
  <inkml:trace contextRef="#ctx0" brushRef="#br0" timeOffset="28196.15">22260 15993 4627 0,'-76'5'-194'0,"1"13"53"0,-26 25 55 0,-3 28 62 0,-37 49 62 0,1 18 65 0,14 15 55 0,6 12 46 15,20 7 51-15,14-2 42 0,17-6 29 16,31-45 13-16,17-1 3 0,16-2-9 0,19-8-14 15,22-7-27-15,30-12-22 0,21-8-26 16,24-17-26-16,22-13-19 0,62-10-127 16,-34-28-72-16,11-13 0 0,4-13 0 0,37-20 0 15,-15-11 0-15,-21-17 0 0,-49 3-45 16,15-34-192-16,-19-14 12 0,-42 16 19 16,-15-19 21-16,-16-13 24 0,-13-10 25 15,-15-7 28-15,-14-12 21 0,-14-4 16 0,-20-40 7 16,-19 13 5-16,-17 20 4 0,0 52 8 15,-19 14 3-15,-9 20 3 0,-17 23 3 0,-11 22 2 16,-15 23 1-16,-11 19 2 0,-48 35-2 16,5 24 10-16,-1 24-22 0,10 15-48 0,11 11-85 15,16 8-124-15,18 0-167 0,22-1-316 16,33-28 71-16,12-2 80 0,6-10-378 16,6-11-490-16</inkml:trace>
  <inkml:trace contextRef="#ctx0" brushRef="#br0" timeOffset="28644.69">18492 17915 3373 0,'-9'-23'386'0,"3"6"-57"0,0 7-31 0,2 8-33 0,4 2-3 0,0 0 26 0,-2 36 10 0,2-8-3 15,2 11-9-15,0 7-24 0,6 9-17 16,0-2-27-16,-3-1-18 0,5-11-21 15,-2-6-18-15,-3-2-15 0,3-8-15 0,-5-7-10 16,1-2-11-16,3-7-3 0,-5 3-7 16,-1-7-9-16,-1-5-51 0,0 0-40 0,11-34 0 15,-9-8 0-15,-2-17 0 0,0-14 0 16,-2-7 0-16,-1-31 0 0,-5-8 0 0,3-6 0 16,-2-3 0-16,4 12-175 15,1 31-42-15,0 14-21 0,4 11-44 0,-4 17-78 16,2 18-75-16,4 11-30 0,-3 9-66 15,5 5-143-15,-6 0-102 0,10 32 89 0,-1 8-453 16,-3 19-607-16</inkml:trace>
  <inkml:trace contextRef="#ctx0" brushRef="#br0" timeOffset="29412.52">18416 18345 3271 0,'0'0'44'0,"2"-39"8"16,0 22 0-16,2-2 16 0,1-13 18 15,6-2-2-15,11-12-1 0,3 0-5 0,3-4-15 16,6 0 3-16,16-14-42 0,1 0-56 16,3 2-46-16,-3-1-36 0,1 0-20 0,-1 0-5 15,-7 0 0-15,-8 13 4 0,-3 4 11 16,-5 9 17-16,-5 12 11 0,-10 7 19 16,-2 7 46-16,-2 7 44 0,-6 6 43 0,-3-2 45 15,-1 25 42-15,-3-2 27 0,-4 12 30 16,-2 6 11-16,5-2 17 0,-3 1 3 0,0-5-6 15,4 0-13-15,3-8-16 0,2-4-16 16,3-3-19-16,6-1-12 16,3-3-11-16,3-3-14 0,4-4-9 0,1-6-9 15,4-3-10-15,10-6-14 0,2-6-7 16,-2-5-3-16,4-6-12 0,-14 1-5 0,0-1-8 16,-2 0 2-16,-3 1-6 0,-9 5-2 15,-2 2-3-15,-1 5-6 0,-2 3 7 16,0-2-4-16,-3 4 1 0,1-2-5 0,-4 7-3 15,7-5-5-15,-7 5 2 0,0 0-2 16,0 0 0-16,0 0-3 0,0 0-8 0,27 7-1 16,-27-7 2-16,16 4-8 0,-9-4-1 15,-7 0-20-15,25-6-35 0,-7 1-41 0,-2-8-31 16,7-6-28-16,1 0-21 16,-6-1-7-16,0-4-3 0,-6 1-2 15,-1 3 38-15,-8-1-1 0,1-2 25 0,-2 2 28 16,-2-4-3-16,0 1 18 0,0 5 17 15,-2 2 12-15,2 5 7 0,2-1 8 0,-2 4 3 16,4-1 10-16,-1 1 28 0,5 2 15 16,-2 2 8-16,3 2 3 0,4-1 0 0,-13 4-3 15,25 2-3-15,-11 0 1 0,-1 0-7 16,-2 1 0-16,1 0-2 0,-3 1-3 16,-9-4 5-16,13 5-6 0,-4-3-1 0,-9-2-2 15,7 6-1-15,-7-6 2 16,0 0-13-16,9 4-12 0,-9-4-35 0,0 0-14 15,0 0-13-15,10-21 7 0,-8 6-8 16,4-7 11-16,3-5 3 0,0 1 3 0,0 7 11 16,-4 3 22-16,3 5 8 0,-1 3 19 15,1 4 38-15,-8 4 33 0,25 8 23 16,-3 9 18-16,1 5 18 0,-1 7 10 0,5 14-4 16,-4 3-8-16,2 4-8 0,0 0-14 15,0-1-13-15,-2 1-6 0,0 0-10 0,-4-3-10 16,0-5-40-16,-8-6-52 0,2-4-63 15,-2-1-77-15,-6-4-89 0,-1-5-88 16,-8 2-122-16,0-3-223 0,-6-3 14 16,1 1 70-16,-11 3-264 0,-7-1-351 15</inkml:trace>
  <inkml:trace contextRef="#ctx0" brushRef="#br0" timeOffset="29611.33">18591 18831 2894 0,'-15'12'377'0,"4"-7"-7"0,6-9-23 0,5 4-19 0,0 0-28 0,29-50-12 16,12 5-12-16,20-21-16 0,11-7-15 0,16-2-32 15,7 1-20-15,8 3-23 0,3 0-17 16,4 6-30-16,-6 1-80 16,-3 6-97-16,-12 7-103 0,-7 5-115 0,-10 8-105 15,-22 15-120-15,-5 3-241 0,-11 4 8 16,-4 5 82-16,-9 0-409 0,-6 4-529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8T03:19:13.9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18119 2089 3679 0,'-2'9'89'0,"-2"5"44"0,3 4 24 0,-1 5 18 0,-3 15 21 0,1 1 18 0,2 7-3 0,4 3-5 0,0 6-17 0,5-2-5 0,4-4-24 15,5-4 17-15,7-5 14 0,12-7 9 16,7-12-3-16,15-11-7 0,14-12-16 15,27-20-12-15,10-12-19 0,6-13-17 16,8-15-10-16,32-26-13 0,-9 0-10 0,-38 15-7 16,-7 1-13-16,2 4-10 0,-9 4-7 15,-13 12-2-15,-16 5-6 0,-19 19-4 0,-17 8 16 16,-1 3 23-16,-8 5 4 0,-4 1-15 16,-3 5-72-16,-5 0 0 0,1 0 0 0,1 2 0 15,-3 0 0-15,0-2 0 0,0 3 0 16,-6 3 0-16,11-4 0 0,-11 4 0 15,9-2 0-15,-9 2 0 0,9-2 0 16,-9 2 0-16,0 0-334 0,0 0-313 16,0 0-261-16,0 0 9 0,0 0 89 0,0 0-752 15,0 0-1005-15</inkml:trace>
  <inkml:trace contextRef="#ctx0" brushRef="#br0" timeOffset="1483.67">9785 6469 3332 0,'0'-15'318'0,"0"1"-45"0,-4 5-99 0,0 6-58 0,4 3-22 0,0 0 3 0,-37 33 8 16,8 2 10-16,-1 8 7 0,-7 8 3 16,0 1 0-16,-4 12-6 0,10-11-8 15,-1-2-9-15,5 0-10 0,2-8-3 0,3-3-6 16,6-9-11-16,4-7-5 0,1-3-6 16,4-8 2-16,1-3 34 0,1-3 12 0,-1-7-5 15,6 0-18-15,-13-12-3 16,3-6-11-16,0-15-10 0,-3-14-10 0,0-5-7 15,-1-8 1-15,-4-4-11 0,4 4-3 16,1 5-4-16,5 15 1 0,0 5-6 0,3 10-8 16,3 7-6-16,2 7 0 0,6 8 2 15,-6 3 20-15,19 15 6 0,3 10 1 0,9 8-6 16,7 4-4-16,6 1 7 0,8 3-2 16,14 5 4-16,9-1-6 0,4-10 2 0,0-2-1 15,-20-8-9-15,0 0-3 16,-8-4-37-16,-3 3-38 0,-5-6-53 0,-10 0-69 15,-6-6-114-15,-6-2-134 0,-6-1-144 16,-3-3-223-16,-9 1 63 0,-1-2 92 16,-2-5-524-16,0 0-626 0</inkml:trace>
  <inkml:trace contextRef="#ctx0" brushRef="#br0" timeOffset="2899.04">9768 13950 3132 0,'4'-2'162'0,"-4"2"13"0,0 0-11 0,0 0-5 0,4 22 15 0,-10-5 13 0,1 3 14 16,-7 11 13-16,-5 0 5 0,1 3-16 0,-4 5-19 16,1 2-10-16,-3-1-21 0,7-5-17 15,-4-4-9-15,1 4-21 0,6-4-9 16,-3-2-13-16,-3-1-6 0,5-4-16 0,-1-8-12 15,3-2-20-15,-1-7-23 0,-1-3-19 16,2-6-7-16,-10-8-5 0,-4-9 4 16,-7-12 2-16,3-2 2 0,4-4 3 15,9 8 3-15,2 0-2 0,6 10 4 0,7 1 1 16,1 7 0-16,1 1 11 0,10 2 10 16,3 3 10-16,5 3 9 0,6 5 3 0,11 9-1 15,10 4-1-15,1 5 0 0,3 4-2 16,-2-2-7-16,1 1-1 0,-1 2-1 0,-6-1 3 15,-4-2-6-15,-7-3 0 0,-7 0-4 16,3-1 0-16,-12-7-6 0,-2-1 2 16,-1-3-2-16,-2-1 4 0,-3 0-2 0,-2-6 1 15,-5-1-9-15,0 0-12 0,0 0-2 16,-11-32 2-16,-4 1 4 0,-11-13-4 16,-3-7 0-16,1-7 4 0,-3 3 7 0,8 9 8 15,2 7-4-15,8 12 6 0,3 10-4 16,2 3-6-16,5 7-2 0,3 7 8 15,0 0 5-15,0 0 6 0,13 33-1 0,-2-3-7 16,1 5 4-16,0 2 4 16,-1 2-8-16,-2 0 3 0,3 9-6 0,-7-9-1 0,5-1-1 15,-7-2 5-15,4-4-6 0,-3-9 2 16,-4-7 2-16,0-2 2 0,-4-5 0 0,-1-3-7 16,5-6-4-16,0 0-2 0,-36-29 6 15,16 2-3-15,-7-14-6 0,4 0 4 16,0 2-2-16,10 8 0 0,1 2-1 15,6 5-6-15,6 6-3 0,6 6-10 0,2 5-11 16,5 1-28-16,7 6-40 0,-2 2-61 16,9 0-69-16,13 4-83 0,-2-3-70 0,-5-1-110 15,-3-2-166-15,12-2-25 0,-3-1 78 16,-2-3-429-16,-6 2-511 0</inkml:trace>
  <inkml:trace contextRef="#ctx0" brushRef="#br0" timeOffset="6915.22">21838 6920 2175 0,'-9'0'264'0,"9"0"-91"0,-9 4-34 0,9-4-3 15,0 0 3-15,-12 1 25 0,12-1 8 0,0 0 5 16,-11 4 13-16,11-4 3 0,0 0 3 16,0 0-4-16,0 0-6 0,0 0 3 0,0 0 18 15,0 0 8-15,0 0-2 0,15 11 1 16,2-7-26-16,1 1-12 0,7 0-11 15,12 4-5-15,3-1-12 0,17 0 4 0,4 0-14 16,6-3-11-16,8-1-7 0,4-3-16 16,7-2-8-16,6-3-14 0,24 1-6 15,2-4-4-15,-1 2-10 0,-7-5-4 0,-5-1-9 16,-24 4-7-16,-2 0-1 0,-5-1-6 16,-5-1-1-16,-6 1-4 0,-6-2-3 0,-4-1 0 15,-11 1-3-15,0-1 2 0,2 3-8 16,-4-4-3-16,-4 0 1 0,4-2-1 0,-3 0-2 15,-1 1-1-15,7-8-1 0,-9 6 0 16,-2-2-1-16,2 0-3 0,-8-2 2 16,2-2 1-16,-3 0-4 0,-2 0 1 15,0 2 2-15,-6-5-5 0,2-1 1 0,-6 2-3 0,1-4 2 16,-1 0 4-16,-3 5-6 16,-2 3 0-16,-5-2 2 0,3-1-2 0,-2 0 4 15,-2 2 5-15,-2 2 1 0,-2-2 0 16,2-2 14-16,-6-2-12 0,-3-8 6 0,-1 5-2 15,-5-2-2-15,-3 1 1 0,-4 1-3 16,-6-4-2-16,-5 1 0 0,-2 2-6 0,-1 1-6 16,-4 0 0-16,4 4 0 0,-8-2 0 15,1 5 0-15,-4 1 0 0,0 2 0 0,-1 1 0 16,-1 1 0-16,10 5 0 16,-2-2 0-16,-1 3 0 0,2 1 0 0,-2 1 0 0,4 0 0 15,1 2 0-15,-8 0 0 16,2 0 0-16,2 3 0 0,-2-2 0 0,2 4 0 15,-1-1 0-15,8 1 0 0,-6 1 0 16,7 1 0-16,5 0 0 0,-10 2 0 0,0-1 0 16,7-1 0-16,6 1 0 15,-2-1 0-15,1 1 0 0,-10 1 0 0,5 2 0 0,6-2 0 16,-1-1 0-16,1 1 0 0,1 1 0 16,0-2 0-16,-1 1 0 0,5 1 0 0,1-2 0 15,-3 2 0-15,6 0 0 16,-4 1-3-16,4-1 2 0,-2 0-3 0,1 0 7 0,0 2-5 15,1-4 1-15,0 2 1 16,0 1 3-16,1 0-2 0,0-1 3 0,0 1-4 16,-3-1 0-16,3 0 0 0,2-1 0 15,2 0 0-15,-1 0 0 0,0-1 0 0,-1 2 0 16,1 0 0-16,1-3 0 0,2 2 0 16,-5-1 0-16,7 0 0 0,-2 1 0 0,-2 2 0 15,0-3 0-15,2 1 0 0,-3 0 0 16,3 1 0-16,-2-2 0 0,-3 5 0 0,-3-2 0 15,5-3 0-15,1 1 0 0,-3 4 0 16,1-6 0-16,1 6 0 0,-4-4 0 16,3 3 0-16,-5 1 0 0,5-2 0 0,0 2 0 15,0 0 0-15,-1 1 0 0,-1 1 0 0,-3 2 0 16,6-1 0-16,-4 2 0 16,3 1-4-16,-1-1 0 0,-1 3 4 0,3-3 1 15,3 3 1-15,-2 1-4 0,-1 1 4 16,1-1-2-16,2 3 1 0,-4 5-1 0,4 0 0 15,6-3 3-15,-7 9-2 0,6 3-1 16,-2 0 0-16,2 4 0 0,4-1 0 0,0 3 0 16,2-3 0-16,2 0 0 0,3 1 0 15,0-2 0-15,0-2 0 0,2-2 0 0,5-1 0 16,-3 1 0-16,2-6 0 0,1 2 0 16,6-6 0-16,2 1 0 0,1-3 0 0,4-4 0 15,1 2 0-15,3-6 0 16,-3 1 0-16,3-3 0 0,-6-4 0 0,2 0 0 15,-5-3 0-15,3 2 0 0,-6-1 0 16,3-3 0-16,-4 1 0 0,0 2 0 0,-4-4 0 16,0 3 0-16,-1-2 0 0,-4-1-2 15,3 0-147-15,-2 2-51 0,1 1-74 0,-11-3-111 16,19-5-138-16,-8 3-189 0,-1-6-127 16,0 2 88-16,-1 0-731 0,3-1-928 15</inkml:trace>
  <inkml:trace contextRef="#ctx0" brushRef="#br0" timeOffset="7448.99">24488 6065 4109 0,'0'0'3'0,"-2"-9"48"0,2 9 35 0,-2-6 32 0,2 6 25 0,0 0 21 0,0 0 19 0,0 0 22 0,0 0 33 15,0 0 16-15,0 0 16 0,22 21 4 0,-10-5-1 16,-2 5-5-16,3 8-13 0,0 1-9 16,-2 5-19-16,2-3-19 0,-4 2-16 15,0 2-17-15,-1-4-14 0,-2 2-73 0,-2-8-88 16,-3-2 0-16,1-6 0 0,0 0 0 16,0-3 0-16,-2-1 0 0,2-3 0 0,-2 1 0 15,0-5 0-15,0 0 0 0,0-7 0 16,0 0 0-16,0 0 0 0,0 0 0 15,-25-31 0-15,17-3 0 0,3-9 0 16,-1-17 0-16,6-4 0 0,4-4 0 0,3 3 0 16,7 2 0-16,-1 3 0 0,7 4 0 15,-2 3 0-15,2 6 0 0,1 4 0 0,-5 12 0 16,6 4 0-16,-4 3 0 0,3 9 0 16,1 3 0-16,-8 6 0 0,4 6-167 0,-5 1-587 15,3 6-214-15,-5 3 82 0,-2 7 105 16,-4 1-795-16,-4 5-1019 0</inkml:trace>
  <inkml:trace contextRef="#ctx0" brushRef="#br0" timeOffset="7615.4">24626 6278 4112 0,'-11'10'-49'0,"2"-3"47"0,1-1 34 0,2-3 41 16,3 0 44-16,3-3 42 0,-10 6 32 15,10-6 15-15,0 0-17 0,-5 6-21 0,5-6-11 16,0 0-16-16,0 0-14 0,24 2-65 15,-5-2-91-15,12-2-134 0,10-4-165 0,13-4-196 16,-1-1-183-16,3 1 71 0,-3-4-485 16,-4-1-590-16</inkml:trace>
  <inkml:trace contextRef="#ctx0" brushRef="#br0" timeOffset="8098.08">25334 5902 3356 0,'-12'-4'100'15,"1"2"40"-15,11 2 36 0,-23 4 38 16,14 1 36-16,-3 6 50 0,-3 0 20 0,3 3 8 16,-5 11-8-16,3 1-19 0,3 3-38 15,2 4-26-15,4 2-21 0,-2 1-20 0,5-7-23 16,4-2-14-16,0 9-15 16,3-7-10-16,-4-5-17 0,7 9-13 0,-3-9-10 15,-3-5-9-15,2-5-9 0,0-3-3 16,-3 2-8-16,2-3-4 0,1-4 2 0,-2 0-1 15,-2-6-6-15,0 0-48 0,0 0-8 16,20-17 0-16,-2-7 0 0,-4 0 0 0,6-4 0 16,-1 3 0-16,0 3 0 0,-4 5 0 15,-4 0 0-15,0 7 0 0,-2 2 0 0,-2 1 0 16,2 3 0-16,2 4 0 0,-11 0 0 16,18 9 0-16,-6 1 0 0,-3 0 0 0,2 7 0 15,2 0 0-15,-2-1 0 16,-1 3 0-16,-1 1 0 0,-2-3 0 0,1 1 0 0,-5-3 0 15,6-1 0-15,-6-5 0 0,3 1 0 16,-2-1 0-16,-2-2 0 0,-2-7 0 16,7 1 0-16,-7-1 0 0,0 0-86 15,16-22-130-15,-7 2-23 0,7-9-16 0,0-4-4 16,4 2 9-16,-1 0 12 0,-2 1 12 16,-2 7 6-16,-2-1 7 0,-2 3 15 0,1 6 14 15,-4 1 0-15,-3 0-2 0,6 2-34 16,-6 1-37-16,1-1-32 0,-3 0-48 15,5-1-40-15,-5 1-58 0,6 0-64 0,-4-1-35 16,1-3-245-16,-3 3-267 16</inkml:trace>
  <inkml:trace contextRef="#ctx0" brushRef="#br0" timeOffset="8298.73">25849 5799 2076 0,'11'-24'45'0,"-2"2"49"0,-2 7 50 0,2 1 35 0,0 1 32 0,-2 1 21 0,4 2 21 0,0 6 10 0,0 4 25 0,4 6 11 0,14 10 28 0,3 11 30 16,1 9 20-16,-5 5-9 0,1 7-18 15,-6 5-22-15,-3 7-27 0,-4 4-31 0,-5-1-27 16,-3 0-22-16,-7 2-17 0,-1-2-21 16,-7-3-15-16,-2-6-20 0,-3-1-15 15,-1-3-32-15,-5-8-73 0,5-7-28 0,-6-4-32 16,1-4-165-16,-7-4-154 0,0-1-178 16,-4-7-233-16,-1-3-104 0,5-3 83 15,4-7-806-15,6-4-1029 0</inkml:trace>
  <inkml:trace contextRef="#ctx0" brushRef="#br0" timeOffset="8565.67">26445 5547 4759 0,'3'5'114'16,"6"5"64"-16,0 7 35 0,7 9 40 15,9 10 26-15,0 7 21 0,0 3-3 0,-2 9-17 16,-6 7-20-16,-5 5-18 0,-5 5-21 16,-7 5-20-16,-5 20-17 0,-11 2-20 15,-7-4-14-15,-4-4-54 0,-3-2-96 0,-12-3 0 16,1-6 0-16,-6-2-127 0,-1-7-192 16,-4-5-174-16,-2-6-192 0,11-21-197 0,-2-6 78 15,8-8 91-15,4-7-705 0,14-9-868 16</inkml:trace>
  <inkml:trace contextRef="#ctx0" brushRef="#br0" timeOffset="9015.12">25671 6217 4159 0,'8'-19'41'0,"1"4"48"0,-2 1 28 15,0 5 25-15,0 1 29 0,1 3 26 16,-1 1 30-16,3 3 22 0,-10 1 24 0,29 10 1 16,-14 0 0-16,6 11 1 0,-3-1-6 15,2 4-5-15,-5 0-14 0,2 0-10 0,-1 2-4 16,-5-2-6-16,0-1-16 0,-5-6-214 16,2-3 0-16,-3 2 0 0,1-2 0 0,-1-3 0 15,2-2 0-15,-2 0 0 16,3-2 0-16,3-2 0 0,3 1 0 0,1-5 0 15,4-1 0-15,2-3 0 0,1-2 0 16,12-7 0-16,-4-2 0 0,-2 0 0 0,-1 0 0 16,-8 1 0-16,-3 1 0 0,-1-2-271 15,-4 0-744-15,-1 2 84 0,-1 1 99 0,-2-1-917 16,-1-3-1180-16</inkml:trace>
  <inkml:trace contextRef="#ctx0" brushRef="#br0" timeOffset="9948.16">24558 14665 6079 0,'6'-8'-29'0,"-1"2"-9"0,2 6 32 0,-7 0 23 0,0 0 72 0,16 20 35 0,-8-8 32 0,2 6 19 15,-3 1-15-15,4 7 8 0,1 1-5 16,1 0-11-16,-1-1-15 0,-1-3-10 0,-3-6 2 16,-3 0 0-16,2-3 9 0,-2-4 12 15,-1 1 21-15,0-5-171 0,-1-1 0 16,-3-5 0-16,0 0 0 0,0 0 0 15,0 0 0-15,4-25 0 0,0 1 0 0,2-15 0 16,4-16 0-16,4-12 0 0,11-24 0 16,6-8 0-16,1 0 0 0,4 2 0 15,3 5 0-15,-3 10 0 0,-7 24 0 0,-3 8 0 16,-4 9 0-16,0 15 0 0,-7 4 0 16,-2 10 0-16,-2 8 0 0,-2 6-120 0,-9-2-407 15,11 22-84-15,-9-3-129 0,-10 16-125 16,-3 17 83-16,-6 4-764 0,-8 6-990 0</inkml:trace>
  <inkml:trace contextRef="#ctx0" brushRef="#br0" timeOffset="10114.42">24610 14832 4470 0,'-12'-6'91'0,"3"3"29"16,9 3 37-16,-10-8 37 0,7 1 27 0,3 7 21 15,0-16 14-15,3 7-16 0,5-4-24 16,3 0-24-16,12-8-25 0,4 0-46 15,11-7-87-15,4 3-105 0,3 1-114 16,5-3-158-16,-1-2-191 0,7-3-258 0,-6-1 49 16,-2 1 85-16,4-2-497 0,0 0-621 15</inkml:trace>
  <inkml:trace contextRef="#ctx0" brushRef="#br0" timeOffset="10581.16">25427 14120 3487 0,'0'0'109'0,"0"0"21"16,0 0 41-16,0 0 45 0,0 0 25 15,-37 16 41-15,25-1 22 0,1 0 2 16,-5 7-6-16,1 4-28 0,3 1-22 0,5 0-27 16,1-6-22-16,2 4-20 0,3 1-18 15,2-2-14-15,-1 0-12 0,2 0-14 0,2-2-16 16,0 1-14-16,-1-7-15 0,1-2-27 16,2-1-22-16,-5-1-5 0,4-3-3 0,-1-4-5 15,1-2-1-15,-5-3-2 16,0 0-1-16,31-17 3 0,-12-5-1 0,1-3-4 15,0 1 2-15,-1 1 8 0,-4 5 17 16,-6 6 11-16,1 1 1 0,0 5 2 0,-5-3-11 16,3 6 4-16,-8 3 27 0,13-2 5 15,-13 2-76-15,15 8 0 0,-6-1 0 0,0 3 0 16,-2 1 0-16,2 1 0 0,0 0 0 16,-4 1 0-16,5-1 0 0,-5 0 0 0,2 0 0 15,-2-1 0-15,1-3 0 0,-3-1 0 16,1 1 0-16,2-4 0 0,-5 1 0 15,-1-5 0-15,11 3 0 0,-11-3 0 16,0 0 0-16,25-12 0 0,-16 7 0 0,-2 0 0 16,1 0 0-16,0 0 0 0,-8 5 0 15,11-7 0-15,-6 4 0 0,-5 3 0 16,14-4 0-16,-14 4 0 0,0 0 0 0,21 4 0 16,-21-4 0-16,15 3-36 0,-5-1-78 15,-3 0-81-15,5 0-88 0,-12-2-111 0,18 1-130 16,-4-2-151-16,-1-5-170 0,3-1 79 15,-1-2-717-15,-1-6-929 0</inkml:trace>
  <inkml:trace contextRef="#ctx0" brushRef="#br0" timeOffset="10781.96">26163 13830 4412 0,'7'-8'74'0,"1"3"20"0,0 5 33 16,-8 0 46-16,20 10 19 0,-10 2 19 0,-2 5 36 0,1 15 4 0,-5 5-11 0,-2 8-18 15,-2 1-20-15,-6 12-23 0,-1 0-13 16,-3 4-19-16,-3-6-14 0,-4 1-18 0,-4 0-43 16,-2-1-46-16,-6-3-62 0,-2 0-85 15,-5-3-99-15,-15 7-121 0,-4-3-131 0,-4-4-133 16,-8-4-192-16,14-9 74 16,-18 1 76-16,15-9-483 0,0-4-597 0</inkml:trace>
  <inkml:trace contextRef="#ctx0" brushRef="#br0" timeOffset="11021.01">25198 14082 3543 0,'-41'50'237'15,"-7"12"33"-15,1 14 31 0,0 4 34 16,11 4 7-16,13-18-7 0,10 2-17 0,10 2-10 15,8 3-26-15,17 11-20 0,15-7-28 16,10-4-26-16,13-6-19 0,2-6-41 16,-1-8-84-16,-5-15-110 0,-4-2-140 0,-4-8-171 15,4-6-182-15,-2-5-268 0,-8-10 9 16,-3-4 85-16,-3-4-624 0,1-5-792 0</inkml:trace>
  <inkml:trace contextRef="#ctx0" brushRef="#br0" timeOffset="11367">25240 15106 4109 0,'-22'0'222'0,"6"2"5"16,7-2-8-16,9 0-25 0,0 0-3 0,30-13 8 16,28-3 8-16,35-6-3 0,20-3-10 15,9 1-13-15,5 0-24 0,-3 2-3 0,-4 0-26 16,-12 1-23-16,-12 3-58 0,-28 7-48 15,-1 3-66-15,-6-2-75 0,-6 2-90 16,-15-1-110-16,-2 3-117 0,-8-2-146 0,-5 2-144 16,-9 0 79-16,-3 0-511 0,-9 3-645 15</inkml:trace>
  <inkml:trace contextRef="#ctx0" brushRef="#br0" timeOffset="14963.37">874 7686 3687 0,'-7'9'188'0,"0"-1"71"0,4 0-15 0,1 1-2 0,-2-3 11 0,4-6 10 0,-3 10-7 16,3-10-4-16,-4 8-21 0,4-8-3 16,0 0 11-16,0 0 3 0,0 0-23 15,30-16-16-15,-8-9-20 0,10-8-17 0,4-2-17 16,-2-3-14-16,-3 4-13 0,-6 7-13 15,-5 2-13-15,1 4-8 0,-5 9-8 0,-5 1-23 16,-2 2-57-16,0 6 0 16,-2 0 0-16,-7 3 0 0,18 6 0 0,-6 5 0 15,3 2 0-15,6 13 0 0,-3 4 0 0,6 9 0 16,-3 7 0-16,4-1 0 0,-2 0 0 16,1-3 0-16,1-2 0 0,0-3 0 15,0 1 0-15,-4-9 0 0,-4 0 0 16,2-1 0-16,-4-4 0 0,-3-4 0 0,-3-2 0 15,-1-1 0-15,-3-2 0 0,2-4 0 16,-3 1 0-16,-3-2 0 0,-1-3 0 16,0 1 0-16,-3 2 0 0,-6-1 0 0,0-1 0 15,-4 0 0-15,-4-2 0 0,-3 1 0 16,2-2 0-16,-2 0 0 0,-1-3 0 0,1-2 0 16,0 2 0-16,2-4 0 0,0 2 0 15,-1-2 0-15,2 0 0 0,2 1 0 0,0-6-749 16,-1-1-207-16,3-8 58 15,4-2 85-15,1-3-811 0,-2-13-1063 0</inkml:trace>
  <inkml:trace contextRef="#ctx0" brushRef="#br0" timeOffset="15363.99">1174 7449 4772 0,'-16'-21'42'0,"5"3"63"0,1 5 59 0,4 1 63 0,-1 4 49 0,3-1 6 0,-1 1-18 16,1 4-23-16,4 4 32 0,0 0-5 15,0 0-21-15,34 8-29 0,-5 7-17 0,10 9-11 16,1 5-17-16,1 6-11 16,-1 2-76-16,-1 7-86 0,-3-2 0 0,-1 1 0 0,-2-2 0 15,-5 0 0-15,-4-7 0 16,-8-2 0-16,1-5 0 0,-2-2 0 0,-2-5 0 16,-2-5 0-16,-6-2 0 0,1-5 0 15,-1-1 0-15,-1 0 0 0,2-4 0 16,-6-3 0-16,0 0 0 0,0 0 0 0,0-25 0 15,0 4 0-15,0-7 0 0,0 0 0 16,2-7 0-16,2 8 0 0,1 5 0 0,-1 2 0 16,2 5 0-16,2 1 0 0,1 4 0 15,4 3 0-15,1 2 0 0,-1 3 0 0,1 4 0 16,-1 1 0-16,2 1 0 16,2 2 0-16,1 6 0 0,-2-1 0 0,0 1 0 15,-1 0 0-15,0-1 0 0,-4 1 0 16,-3-2 0-16,2-3 0 0,-3 2 0 15,1-2 0-15,-3-1-265 0,-3-3-364 0,-2-3-168 16,0 0-94-16,0 0 71 0,0 0-809 16,10-16-1067-16</inkml:trace>
  <inkml:trace contextRef="#ctx0" brushRef="#br0" timeOffset="15780.98">1977 7236 4353 0,'-11'4'123'0,"11"-4"48"0,-12 4 5 0,12-4 9 0,0 0 23 0,-7 4 33 0,7-4-2 0,0 0-4 0,0 0 13 15,0 0 5-15,0 0-12 0,0 0-8 16,0 0-9-16,14 12-13 0,-14-12-15 0,0 0-10 16,0 0-15-16,24-7-12 0,-24 7-21 15,16-9-138-15,-11 3 0 0,1-1 0 0,-3-3 0 16,2 4 0-16,-5 6 0 0,0-13 0 15,0 3 0-15,-5 0 0 0,0 2 0 16,-1 1 0-16,-1 1 0 0,7 6 0 0,-16-2 0 16,16 2 0-16,-22 14 0 15,8-1 0-15,-2 8 0 0,3 1 0 0,6-2 0 16,0 3 0-16,5-1 0 0,2 4 0 16,5-6 0-16,1 2 0 0,1-1 0 0,5-4 0 15,5 5 0-15,-1-6 0 0,2-8 0 16,3-1 0-16,-1-3 0 0,0-4 0 0,1-2 0 15,4-4 0-15,-2 1 0 0,10-7 0 16,-11 0 0-16,-3 2 0 0,1-1 0 16,-4-2 0-16,-2 4 0 0,-1-6 0 0,-2 2-19 15,1-3-640-15,-4-1-194 0,-1-2-60 16,-3 4 76-16,0 0-833 0,0-3-1106 16</inkml:trace>
  <inkml:trace contextRef="#ctx0" brushRef="#br0" timeOffset="16098.01">2142 5974 5026 0,'-19'-21'183'0,"3"5"62"0,5 4 12 0,1 3-6 0,2 1-26 0,4 3-29 0,4 5 41 0,0 0 63 0,27 34 10 15,7 9-15-15,14 21-25 16,12 13-1-16,4 7-142 0,3 10-127 0,-1 3 0 16,2 3 0-16,-4-1 0 0,-3 3 0 15,0 0 0-15,-5-5 0 0,-4-6 0 0,-2-8 0 16,-6-7 0-16,-4-5 0 0,-13-21 0 16,-3-3 0-16,-3-7 0 0,-1-8 0 0,-5-8 0 15,-5-5 0-15,-3-4 0 0,-1-6 0 16,-3-5 0-16,-3-4-519 0,0 0-73 15,0 0-100-15,-9-45-156 0,-5 10 38 0,-2-22 79 16,-9-1-629-16,-9-16-815 16</inkml:trace>
  <inkml:trace contextRef="#ctx0" brushRef="#br0" timeOffset="16351.85">2637 6752 3594 0,'-16'-7'83'0,"3"0"77"16,4 2 62-16,-1 0 52 0,4 2 39 15,1-2 22-15,5 5 6 0,-9-11-21 16,9 4-16-16,0 7-10 0,14-18-14 0,6 5-23 15,7 0-27-15,7-1-22 0,2 4-19 16,-2 5-20-16,-3 1-16 0,-5 4-13 0,-1 4-13 16,-2 3-11-16,5 5-34 15,-5 3-82-15,-5 1 0 0,-5 1 0 0,-6 3 0 16,0 1 0-16,-4 1 0 0,-1 2 0 16,-4 0 0-16,0-2 0 0,-3 2 0 15,-2-3 0-15,-2-3 0 0,-2-1 0 0,-3-2 0 16,-2-5 0-16,-4-6 0 0,1-6-324 15,-3-1-184-15,-11-13-129 0,5 1-166 0,8-1-37 16,7 4 82-16,3-1-712 0,6 4-917 16</inkml:trace>
  <inkml:trace contextRef="#ctx0" brushRef="#br0" timeOffset="16846.8">3178 6656 3883 0,'2'4'155'0,"-2"-4"57"0,2 5 24 16,-2-5 28-16,0 0 31 0,0 0 12 16,0 0 3-16,0 0-23 0,0 0-29 15,13-17-28-15,-6 5-23 0,-2 1-20 16,2-3-19-16,-1 2-20 0,1-1-16 0,0-1-12 16,-2 3-7-16,-3-1-10 0,0 2-9 15,-2 0-8-15,-2-2-4 0,-3-2-10 0,-2 2 0 16,-4-1-6-16,-5-1-10 0,2 0-8 15,-11-5-48-15,2 2 0 0,2 5 0 0,4 2 0 16,0 2 0-16,3 1 0 0,0 1 0 16,0 2 0-16,1 4 0 0,-1 3 0 0,1 2 0 15,2 5 0-15,-1 4 0 16,3-2 0-16,1-2 0 0,2-2 0 0,2 1 0 16,2-4 0-16,2-5 0 0,0 0 0 15,0 0 0-15,0 0 0 0,36-12 0 16,-18-1 0-16,7-9 0 0,-2-1 0 0,-3 3 0 15,1 1 0-15,-3 4 0 0,-5 3 0 16,0 2 0-16,1 3 0 0,2-1 0 0,2 4 0 16,-5 4 0-16,6 0 0 0,-1 4 0 15,0 4 0-15,2 1 0 0,-4 3 0 0,9 4 0 16,-2 3 0-16,0 1 0 16,-4 1 0-16,0-2 0 0,-4 0 0 0,-1-6 0 15,-5-1 0-15,1 2 0 0,0-4 0 16,-3 1 0-16,2-3 0 0,0-1-398 0,-2-4-182 15,-7-3-201-15,11-1-104 0,-11 1 80 16,16-17-808-16,-7 3-1052 0</inkml:trace>
  <inkml:trace contextRef="#ctx0" brushRef="#br0" timeOffset="17197.96">3435 6070 4210 0,'-23'3'41'0,"23"-3"41"0,-11 6 36 0,11-6 46 0,0 13 42 0,4-3 36 0,-1 2 19 0,6 3-5 0,0 5-8 0,6 3-20 16,2 3-15-16,0-4-29 0,1 1-17 15,-3-6-13-15,0-3-14 0,1 0-13 0,0-5-10 16,-2-3-11-16,1-2-7 0,3 0-15 16,-4-4-3-16,0-4-10 0,3 0-6 0,-5 0-2 15,1-3-5-15,-2 1-2 0,-1-2 21 16,-3 2 21-16,-3-5 14 0,-2 3-49 0,-4-2-63 15,-2-6 0-15,-3-4 0 0,-7-9 0 16,-2 3 0-16,-2-1 0 0,-1 1 0 16,4 11 0-16,2 1 0 0,-1 7 0 15,1 1 0-15,-1 3 0 0,1 5 0 16,-1 1 0-16,0 3 0 0,0 0-88 0,1 2-328 16,4-2-127-16,-2 3-167 0,2-1-157 15,4 1 59-15,3-6 94 0,2-3-662 0,0 0-829 16</inkml:trace>
  <inkml:trace contextRef="#ctx0" brushRef="#br0" timeOffset="17663.7">3319 5179 4376 0,'-19'-9'365'16,"6"0"1"-16,3 2-15 0,3 2-24 0,1 3-28 15,6 2-15-15,0 0 43 0,0 0-5 16,33 35-14-16,1-4-32 0,7 6-23 0,6 4-20 16,16 17-129-16,-6 4-104 0,-1 0 0 15,-4 3 0-15,-4-1 0 0,-12-12 0 0,-6 1 0 16,-1-3 0-16,-6-1 0 0,-3-3 0 16,-6-12 0-16,-3-3 0 0,-1-2 0 15,-2-9 0-15,-2-6 0 0,-3 1 0 0,-1-7 0 16,0-4 0-16,-2-4 0 0,0 0 0 15,0 0 0-15,0 0 0 0,5-37 0 16,-1 12 0-16,1-13 0 0,2 0 0 16,2 2 0-16,-1 3 0 0,2 12 0 0,-5 1 0 15,5 3 0-15,0 5 0 0,1 3 0 16,-2 5 0-16,3 0 0 0,-1 4 0 0,-11 0 0 16,27 11 0-16,-14 1 0 0,1 2 0 15,-3 1 0-15,0 4 0 0,-3 1 0 0,0 11 0 16,-5-4 0-16,-1-1 0 0,-2 0 0 15,0-1 0-15,-2-1 0 0,-3 2 0 16,1-4 0-16,-1 1 0 0,-2-4 0 0,-2-2 0 16,2-3 0-16,-4-2 0 0,-2 0 0 15,2-6 0-15,-1-4 0 0,-1-4-583 16,-4-12-413-16,-3-13 84 0,-7-16 98 16,4-12-848-16,-8-25-1098 0</inkml:trace>
  <inkml:trace contextRef="#ctx0" brushRef="#br0" timeOffset="17930.13">3772 4892 5043 0,'-14'-14'218'0,"4"3"75"0,0 3 29 0,3 2 28 0,1 0-9 0,6 6-18 16,-5-4-5-16,5 4 28 0,0 0-4 15,34 37-47-15,2-1-295 0,2 7 0 0,16 20 0 16,-6 4 0-16,2 3 0 0,0 4 0 15,-1 1 0-15,-1 0 0 0,0-1 0 0,-4-3 0 16,-3-6 0-16,-7-13 0 0,-7-5 0 16,0-1 0-16,-4-5 0 0,-5-11 0 0,-4-2 0 15,-2-8 0-15,-4-1 0 0,-1-6 0 16,-1-2 0-16,1-4 0 0,0-2-225 16,-7-5-769-16,0 0 56 0,11-14 94 0,-8 1-921 15,1-5-1196-15</inkml:trace>
  <inkml:trace contextRef="#ctx0" brushRef="#br0" timeOffset="18329.9">4710 5432 5316 0,'-11'6'129'0,"-1"-2"-4"16,7 0-1-16,5-4 18 0,-10 2 14 15,10-2 11-15,0 0-8 0,0 0-10 0,0 0-14 16,11-24-17-16,1 11-8 0,1-3-16 16,1 3-7-16,1-3-5 0,-4 1-8 15,3 1-4-15,-5-1-8 0,0 1 0 16,-4 1-9-16,-3 1 3 0,-2-2-2 0,-2 2-11 16,-4-2 14-16,-2 2 12 0,-3 2-3 15,-1 2-3-15,-1 6-7 0,0 4 3 0,-8 4 4 16,-6 13 13-16,-5 10 10 0,0 6-57 15,-3 4-29-15,10 2 0 0,2 3 0 0,9 0 0 16,5-5 0-16,7-1 0 16,4-2 0-16,7-3 0 0,2-3 0 0,4-2 0 15,4-5 0-15,4-2 0 0,6-5 0 0,-1-4 0 16,-1-8 0-16,0-1 0 0,9-8 0 16,0-5 0-16,2-4 0 0,4-6 0 15,2-4 0-15,-5-5 0 0,-2 0-624 16,-6-4-372-16,-4-2 77 0,-3 9 108 0,-7-3-835 15,-4-3-1085-15</inkml:trace>
  <inkml:trace contextRef="#ctx0" brushRef="#br0" timeOffset="18863.16">5019 5213 4720 0,'-8'8'124'0,"1"-4"54"0,3 2 46 16,4-6 57-16,-8 11 39 0,4-7 24 15,2 4 6-15,2-8 5 0,0 15-15 0,2-5-23 16,5-1-30-16,0 1-35 15,-1-1-153-15,3 1-99 0,-1-2 0 0,0-1 0 16,-1 2 0-16,0-2 0 0,-1-1 0 16,0 1 0-16,0-2 0 0,-6-5 0 0,7 9 0 15,-1-6 0-15,-6-3 0 0,0 0 0 16,8 5 0-16,-8-5 0 0,0 0 0 0,4-17 0 16,-2 5 0-16,-2-1 0 0,3-4 0 15,-3 5 0-15,2 0 0 0,0 1 0 0,0 1 0 16,2 4 0-16,-1 0 0 0,3 1 0 15,-6 5 0-15,17-5 0 0,-9 2 0 16,-8 3 0-16,19 0 0 0,-19 0 0 0,22 0 0 16,-22 0 0-16,16 3 0 0,-16-3 0 15,16 0 0-15,-16 0 0 0,13 2 0 16,-13-2 0-16,0 0 0 0,17 1 0 16,-17-1 0-16,0 0 0 0,8-12 0 0,-8 2 0 15,3-7 0-15,-1 2 0 0,2-1 0 16,0 1 0-16,-1-1 0 0,0 4 0 0,1 3 0 15,1-1 0-15,1 3 0 0,-1 4 0 16,4-1 0-16,-9 4 0 0,20 0 0 0,-20 0 0 16,21 4 0-16,-8-2 0 0,3-1 0 15,-1-1 0-15,0-1 0 0,2-1 0 16,2-2 0-16,1-3 0 0,-5 1 0 16,4-4 0-16,-4-4 0 0,1 3 0 0,-2-6 0 15,-2 4 0-15,-1-3 0 0,-5 3 0 16,-1-3 0-16,-3 0 0 0,1 0 0 0,-1-1 0 15,-4-2 0-15,-3 3 0 0,0-3-377 16,-1 5-656-16,-1 3 105 0,0 3-1063 0,-4 6-1407 16</inkml:trace>
  <inkml:trace contextRef="#ctx0" brushRef="#br0" timeOffset="22662.34">1538 9422 2510 0,'-7'-11'388'0,"0"5"-43"0,1-2-48 0,3 2 11 0,3 6 4 16,-6-6-3-16,6 6-21 0,0 0-27 16,-4-8-24-16,4 8-37 0,0 0 15 0,0 0 49 15,11 33 8-15,2 0-14 0,10 13-12 16,2 4-11-16,2 1-19 0,2-5-19 0,1 3-22 16,1-2-16-16,-3-4-15 0,1-3-16 15,0-3-16-15,-9-8-7 0,-1-3-95 16,1-2-10-16,-5 1 0 0,-4-11 0 15,-1-2 0-15,-3-1 0 0,-1-5 0 16,-1 4 0-16,0-8 0 0,-5-2 0 0,0 0 0 16,0 0 0-16,0 0 0 0,4-29 0 15,-6 9 0-15,-5-6 0 0,4-6 0 0,-3-3 0 16,2 6 0-16,3 4 0 0,-1 4 0 16,0 2 0-16,2 1 0 0,2 4 0 0,0-1 0 15,1 3 0-15,5 1 0 0,2-1 0 16,3 4 0-16,0 0 0 0,2 3 0 15,-4 1 0-15,3 4 0 0,1 0 0 0,-15 0 0 16,27 2 0-16,-8 2 0 0,-8-1 0 16,3 2 0-16,-3-2 0 0,0 5 0 0,1-4-65 15,1 4-520-15,-3-2-119 16,-2-3-152-16,-2 1 10 0,-6-4 73 0,12 0-711 16,-12 0-930-16</inkml:trace>
  <inkml:trace contextRef="#ctx0" brushRef="#br0" timeOffset="23262.24">2191 9341 4148 0,'-4'-14'64'16,"2"4"47"-16,0 3 36 0,2 7 29 0,0-10 25 16,0 10 14-16,0 0 41 0,6-7 33 15,-6 7 4-15,14 0-9 0,-14 0-15 0,20 5-22 16,-8 1-12-16,1 0-13 16,3 1-13-16,-5 0-18 0,2 4-16 0,-1-3-17 15,-1 2-9-15,-4-1-16 0,5 2-114 16,-8 1-19-16,2-3 0 0,-5 3 0 15,-1 0 0-15,0 2 0 0,-5-1 0 0,-1 2 0 16,-4-1 0-16,1-6 0 0,0-4 0 16,-5-1 0-16,14-3 0 0,-42-20 0 0,14-2 0 15,-3-7 0-15,10 0 0 0,2 2 0 16,2 0 0-16,6 7 0 0,3 5 0 0,2 1 0 16,0 2 0-16,3 2 0 0,3 3 0 15,0 7 0-15,9-8 0 0,3 3 0 16,1 3 0-16,6 0 0 0,3 2 0 15,-2 0 0-15,7 0 0 0,-4 2 0 16,0 0 0-16,-3-2 0 0,0 0 0 0,-1 3 0 16,-4-1 0-16,-2-1 0 0,-1-1 0 15,-12 0 0-15,18 2 0 0,-18-2 0 0,18-2 0 16,-18 2 0-16,15-3 0 0,-13-4 0 16,2-3 0-16,0-5 0 0,-1-2 0 0,-1-1 0 15,0 3 0-15,2 1 0 0,-1 2 0 16,-1 1 0-16,3 3 0 0,0-1 0 15,3 4 0-15,1 1 0 0,3 3 0 16,1-1 0-16,1 2 0 0,4-2 0 16,-2 2 0-16,1-3 0 0,0 2 0 0,-2-1 0 15,-1 0 0-15,-1-2 0 0,-1 0 0 0,1-2 0 16,-4 3 0-16,1-5 0 0,-1 0 0 16,-1-4 0-16,-1-1 0 0,0 1 0 15,-4-4 0-15,-3 3 0 0,0-6 0 0,-5-2 0 16,-5-10 0-16,-3 1 0 0,-5-2 0 15,5 1 0-15,-1 2 0 0,1 11 0 0,6 4 0 16,2 5 0-16,0 3 0 16,1 6-644-16,4 0-150 0,0 0-108 0,-7 15 63 15,7-5-866-15,2 4-1138 0</inkml:trace>
  <inkml:trace contextRef="#ctx0" brushRef="#br0" timeOffset="23461.94">2709 8767 5053 0,'-4'-11'105'0,"3"3"64"0,-3-1 60 0,0 2 46 0,2 1 37 0,2 6 5 0,-3-11-16 16,3 11-35-16,0-8-21 0,0 8-16 0,13-2-14 15,-13 2-32-15,26 7-10 0,-8 2-54 16,4 6-119-16,-1-1 0 0,-1 4 0 0,-4-1 0 16,-4-3-124-16,5 7-175 0,-6-2-100 15,-1-3-86-15,-2-2-83 0,-3 1-100 16,-3-3-127-16,2-1 59 0,-4-3-664 15,4 0-853-15</inkml:trace>
  <inkml:trace contextRef="#ctx0" brushRef="#br0" timeOffset="23612.51">2709 8551 4133 0,'-15'-20'89'0,"0"7"51"0,5 1 31 0,-1 3 11 0,1-1-4 15,3 4-16-15,1-2-18 0,-1 3-23 16,0 0-42-16,7 5-56 0,-7-5-76 15,7 5-60-15,0 0-62 0,0 0-65 0,0 0-61 16,6 21-63-16,-3-9-34 0,4 1-14 16,-2 3 15-16,1-1 44 0</inkml:trace>
  <inkml:trace contextRef="#ctx0" brushRef="#br0" timeOffset="24029.79">2666 8584 2262 0,'7'13'-40'0,"-3"-3"71"16,-1-2 47-16,1-3 37 0,-4-5 32 0,7 7 11 16,-7-7 12-16,5 8 27 0,1-5 23 15,-6-3 12-15,17 9-4 0,-6-2-6 16,2-2-17-16,3 1-2 0,1 0-2 0,-2 1-9 15,3-2-17-15,-3 0-13 0,0-1-12 16,-2-1 0-16,-2-2-5 0,3-1 6 0,-14 0-7 16,25-4-9-16,-16-2-2 0,4-2-9 15,-1-6-14-15,-2 2-18 0,-1-5-3 16,1-3 3-16,-3-1 13 0,-3 1 2 16,0-3 10-16,1 5 7 0,-3 3 5 15,0 3-7-15,1 0-7 0,-1 5-10 0,0 1-15 16,-2 6-2-16,9-4 11 0,-9 4-4 15,16 17-3-15,-4-3-16 0,-1 2-22 0,7 9-54 16,7 2 0-16,-3 0 0 0,10 8 0 16,9 1 0-16,3 0 0 0,2-3 0 0,1-4 0 15,-1 0 0-15,-3-2 0 0,-4-4 0 16,-11-2 0-16,-1-1 0 0,-4-1 0 16,-6-5 0-16,-4-3 0 0,-3 2 0 15,0-3 0-15,-5-2 0 0,-1 1 0 0,0 0 0 16,-4-1 0-16,-2 4 0 0,-6 2 0 15,-1 1 0-15,-12 4 0 0,-2 0 0 16,-4-4 0-16,-2-1 0 0,-7-1 0 0,0 1 0 16,0-2 0-16,0 1 0 0,3-3 0 15,5 1 0-15,3-1 0 0,6-2 0 0,1 3-333 16,2-3-574-16,3 0-31 0,3 0 94 16,2-5-914-16,1 0-1189 0</inkml:trace>
  <inkml:trace contextRef="#ctx0" brushRef="#br0" timeOffset="24361.96">3430 7657 5292 0,'-18'-18'171'0,"3"4"35"0,4 3 20 0,3 3 15 0,2 1-4 0,3 4-9 0,3 3 23 0,0 0 20 16,0 0 4-16,25 29-13 0,0-4-24 15,7 11-21-15,8 4-141 0,1 7-76 16,2-1 0-16,12 9 0 0,-10-11 0 16,9 15 0-16,-12-16 0 0,-5-5 0 0,0-3 0 15,-4-3 0-15,-11-7 0 0,1-5 0 16,-4-4 0-16,-6-3 0 0,-1-2 0 15,-4-3-412-15,1-4-162 0,-2-3-115 0,-7-1-173 16,0 0 51-16,20-9 89 0,-13-4-680 16,0-1-853-16</inkml:trace>
  <inkml:trace contextRef="#ctx0" brushRef="#br0" timeOffset="24661.89">4028 7769 4051 0,'0'0'131'0,"0"0"44"0,0 0 47 16,0 0 44-16,0 0 58 0,-15 21 29 15,17-8 16-15,-1 3 9 0,6-2-20 0,0 6-26 16,4-3-27-16,0-2-35 0,5 2-29 16,5-1-22-16,-4-3-22 0,2-7-197 15,3 2 0-15,-4-8 0 0,3 0 0 0,-1-2 0 16,2-8 0-16,-1 2 0 0,6-6 0 16,-2-1 0-16,-7 1 0 0,-4 0 0 0,-3 0 0 15,-1 1 0-15,-6-1 0 0,-2-1 0 16,-2-2 0-16,-6-4 0 0,-9-8 0 0,-5-1 0 15,0-2 0-15,-1 6 0 0,-2 4 0 16,1 3 0-16,2 7 0 0,4 5 0 16,0 6 0-16,2 1 0 0,1 3 0 15,-1 4 0-15,1 7 0 0,2-1-105 0,3 4-447 16,0-1-142-16,5-2-223 0,3-3 69 16,2-3 92-16,1-1-713 0,7-4-917 15</inkml:trace>
  <inkml:trace contextRef="#ctx0" brushRef="#br0" timeOffset="25129.04">4394 7529 4353 0,'0'0'92'0,"0"0"35"0,0 0 46 0,0 0 51 16,0 0 51-16,6 24 2 0,-3-12 6 16,3 2-17-16,0 1-19 0,2 2-27 15,-1 0-24-15,2 0-18 0,0-5-21 16,2 2-12-16,-2-4-19 0,3 0-15 0,-3-4-20 15,2-3-26-15,0 0-27 0,-11-3-26 16,22-6-28-16,-8-2-30 0,-3-4-10 0,1-1-7 16,-3-2-8-16,0-3 2 0,-3-2-2 15,0 3 11-15,-6-2 5 0,0-2 8 0,-3-2 12 16,-2 0 9-16,-1-1 32 0,-1 5 12 16,3 3 11-16,2 7-4 0,-4-2 8 15,2 6 5-15,4 5 17 0,0 0 21 0,0 0 15 16,0 0 3-16,4 28 3 15,4-11 9-15,5 14 11 0,5 1 12 0,2 8 3 0,1 2-28 16,1 4-104-16,1-3 0 0,-3 3 0 16,1 0 0-16,2-2 0 0,-4 0 0 15,0 0 0-15,-4-10 0 0,-1 0 0 16,-3-1 0-16,-4-3 0 0,0-3 0 0,-2-4 0 16,-3-2 0-16,-4-2 0 0,1-2 0 15,-3 0 0-15,-4 2 0 0,0-2 0 0,-3-3 0 16,-3 1 0-16,-1-2 0 0,-2-5 0 15,-2-2 0-15,-2-2 0 0,0-6 0 0,-1-2 0 16,-9-8 0-16,6-9-167 0,2-2-707 16,0-4-82-16,5-2 91 0,2-4-947 15,3-4-1241-15</inkml:trace>
  <inkml:trace contextRef="#ctx0" brushRef="#br0" timeOffset="25412.1">4812 6613 5540 0,'-18'-6'262'0,"4"0"2"0,5 3-8 0,4 0-15 0,5 3 17 16,0 0 40-16,-4 14 45 0,9-2 7 0,13 15-11 15,13 7-299-15,3 4-40 0,4 1 0 16,1 2 0-16,4 2 0 0,-2 0 0 0,-5-4 0 15,3 3 0-15,-5-1 0 0,-3 0 0 16,-2-2 0-16,-6-3 0 0,-3-5 0 0,-2-4 0 16,-6-2 0-16,-4-3 0 0,2-7 0 15,-4-3-190-15,-3-5-328 0,1-2-77 0,-2-3-84 16,-2-2-114-16,0 0 15 0,0 0 75 16,0 0-635-16,2-17-795 0</inkml:trace>
  <inkml:trace contextRef="#ctx0" brushRef="#br0" timeOffset="25578.42">5092 7129 3509 0,'-22'9'51'0,"1"-1"94"0,6-1 53 16,3 1 43-16,3-4 40 16,0-2 36-16,9-2 12 0,-14 7-2 0,14-7-9 15,-7 1-7-15,7-1-14 0,0 0-34 16,0 0-25-16,28-30-33 0,-8 7-68 0,2 0-76 16,1-5-112-16,4-6-103 0,1 0-107 15,1-2-120-15,-2 0-151 0,0-3-207 0,0 0-11 16,-4 0 79-16,2-1-584 0,-1 6-715 15</inkml:trace>
  <inkml:trace contextRef="#ctx0" brushRef="#br0" timeOffset="25944.63">5440 6704 3750 0,'-2'7'215'0,"0"-2"53"0,2-5 20 15,-5 9 31-15,5-9 24 0,0 0 13 16,0 0 16-16,0 0-2 0,0 0-16 0,0 0-38 15,0 0-32-15,25-23-25 0,-16 8-27 16,2 1-23-16,-1-3-21 0,-1 1-120 0,3 0-68 16,-4-1 0-16,-3 0 0 0,-1 2 0 15,0-1 0-15,-2-2 0 0,-4 6 0 16,2 0 0-16,-4 2 0 0,-3 3 0 16,-2 3 0-16,9 4 0 0,-22 7 0 0,8 7 0 15,-6 8 0-15,2 5 0 0,1 2 0 16,6 1 0-16,0 1 0 0,2 2 0 15,4-8 0-15,5-1 0 0,0-1 0 0,4-1 0 16,-3-3 0-16,6-1 0 0,2-1 0 16,0-1 0-16,3-6 0 0,-1-1 0 0,2-3 0 15,-1-4 0-15,1-2 0 0,3-2 0 16,-1-1 0-16,4-4 0 0,-2-2 0 0,2-4 0 16,-1-1-245-16,2-4-518 0,-4 1-185 15,-3 1 89-15,1 2 90 0,-5 1-798 16,-2 2-1009-16</inkml:trace>
  <inkml:trace contextRef="#ctx0" brushRef="#br0" timeOffset="26394.44">5750 6711 4351 0,'-3'9'99'0,"3"-9"39"16,0 0 25-16,0 0 25 0,0 0 43 0,0 0 2 15,0 0-7-15,0 0-12 0,21-28-16 16,-12 18-24-16,1-1-16 0,0 0-7 0,-1-5-22 15,1 6-10-15,-3 1-14 0,-3-1-7 16,2-2-11-16,-3 1-2 0,-1-1-11 16,-2 0-6-16,-2 1-6 0,1-5-3 15,-7 3-7-15,3-3-1 0,-6 2-4 16,0-1-7-16,-5-7-6 0,0 10-2 0,-2 1-13 16,6 4 2-16,-3 5-10 0,-1 2 1 15,0 4 0-15,3 3-2 0,-3 0 0 0,2 0-4 16,1 0-1-16,5-2-2 0,-2 1 1 15,7-2 3-15,3-4 5 0,0 0 11 0,0 0 8 16,0 0 3-16,13-22-1 0,1 5-2 16,2-11-5-16,5-2-1 0,1 1-4 0,-2 3 7 15,-1-1 14-15,1 5 14 0,-4 6-13 16,-4 0-43-16,3 4 0 0,-3 3 0 16,3 4 0-16,-4 2 0 0,-1 3 0 15,-10 0 0-15,25 6 0 0,-14-2 0 16,0 4 0-16,3 1 0 0,-1 3 0 0,-1-2 0 15,1 5 0-15,-4-3 0 0,3-3 0 16,-4 3 0-16,-1 1 0 0,0-5 0 0,0 1 0 16,2 0-18-16,-3-3-457 0,-1-1-131 15,1-3-164-15,-6-2-99 0,0 0 83 0,17-7-801 16,-11 1-1029-16</inkml:trace>
  <inkml:trace contextRef="#ctx0" brushRef="#br0" timeOffset="26797.16">6065 6056 4675 0,'0'0'78'0,"-12"-3"50"0,12 3 50 0,0 0 73 0,0 0 58 0,0 0 43 15,0 0 22-15,0 0-4 0,0 0-14 16,0 0-17-16,0 20-26 0,5-11-33 0,-1 1-92 16,-1 4-188-16,1 0 0 0,0 1 0 15,1 0 0-15,-3 2 0 0,0 1 0 0,3-1 0 16,-5-3 0-16,2 1 0 0,-2-1 0 15,-2-4 0-15,2 1 0 0,2-3 0 0,-4 0 0 16,2-2 0-16,0-6 0 0,0 0 0 16,0 0 0-16,0 0 0 0,0 0 0 15,0 0 0-15,5-45 0 0,-3 22 0 16,7-12 0-16,-1 2 0 0,0 9 0 0,-2 2 0 16,-1 3 0-16,3 5 0 0,-5 2 0 15,1 4 0-15,2-1 0 0,0 6 0 0,-6 3 0 16,9-5 0-16,-9 5 0 0,0 0 0 15,18 14 0-15,-13-7 0 0,1 6 0 16,-1-1 0-16,1 2 0 0,0-2 0 0,0 0 0 16,-2-3 0-16,-1 2 0 0,3-1 0 15,-2-3 0-15,0 0 0 0,-2 0 0 16,2-2 0-16,-4-5 0 0,3 5-143 16,-3-5-493-16,0 0-137 0,0 0-127 0,11-15 91 15,-7 5-868-15,3-4-1112 0</inkml:trace>
  <inkml:trace contextRef="#ctx0" brushRef="#br0" timeOffset="27145.67">6355 5496 4443 0,'-4'-12'-86'15,"4"1"55"-15,-2 5 39 0,0-2 30 0,2 2 24 16,0 6 22-16,0 0 29 0,0 0 15 16,0 0 10-16,0 0 2 0,0 0 1 15,-13 24 7-15,10-11 11 0,-2 3-11 0,-1 3-2 16,5-1 2-16,-3 1-12 15,2-2-13-15,2-3-6 0,2 0-16 0,0-1-4 0,3 1-11 16,1-3-11-16,2-3-3 16,3 0 0-16,0 1 11 0,3-1 19 0,-1-1 33 15,3 3 31-15,0 2 33 0,-2-1 29 16,1 1 25-16,1 0-34 0,7 5-219 0,-6-1 0 16,-4-1 0-16,0-1 0 0,-3 2 0 15,-4-3 0-15,1 1 0 0,-5 1 0 0,0-1 0 16,-2-1 0-16,-4 3 0 0,-1-1 0 15,-3 2 0-15,-4 1 0 0,0 5 0 0,-4-6 0 16,1 1 0-16,3-3 0 16,-5 7 0-16,-6-5 0 0,8 0 0 0,-6 1 0 15,2-2-691-15,4-5-293 0,-1 3-1232 16,5-3-1620-16</inkml:trace>
  <inkml:trace contextRef="#ctx0" brushRef="#br0" timeOffset="28161.92">2293 11087 5444 0,'-5'-9'228'0,"1"2"-111"0,2 4-47 0,2 3 33 15,0 0 104-15,0 0 69 0,31 21-31 0,-10 0-15 0,2 4-23 16,8 8-11-16,1-1-16 0,2 1-18 15,0 1-15-15,-1-1-14 0,-7-10-18 0,1 1-8 16,-2-2-83-16,-1-2-24 0,-4-5 0 16,-5-5 0-16,-4-2-175 0,0 0-89 15,0-3-85-15,-6-5-126 0,-5 0-157 16,0 0-175-16,2-16 1 0,-9 7 87 0,-4-8-629 16,-9-7-804-16</inkml:trace>
  <inkml:trace contextRef="#ctx0" brushRef="#br0" timeOffset="28314.39">2325 10936 3764 0,'-14'-8'-5'0,"3"-1"27"0,-1 1 35 16,1 6 28-16,3-4 30 0,-2 0 0 0,5 2-13 15,5 4-5-15,-10-7-39 0,10 7-58 0,-5-4-59 16,5 4-58-16,0 0-79 16,0 0-105-16,0 0-190 0,34 8-99 15,-14 3 71-15,5 7-208 0,2 1-219 0</inkml:trace>
  <inkml:trace contextRef="#ctx0" brushRef="#br0" timeOffset="28645.1">2696 10996 2445 0,'9'-3'258'0,"1"3"8"0,-10 0 4 15,0 0 18-15,15 0 28 0,-15 0 25 0,0 0 43 16,15 6 25-16,-8-2-1 0,4 3-26 16,0 4-32-16,6-2-26 0,-6 0-26 0,3-1-23 15,-3 1-19-15,3-1-28 0,-1 1-18 16,-2-1-24-16,-1 0-12 0,0 0-51 15,-1-1-123-15,-1-1 0 0,-2 0 0 0,-1-3 0 16,-5-3 0-16,8 3 0 16,-8-3 0-16,0 0 0 0,0 0 0 0,-10-29 0 15,3 7 0-15,-7-5 0 0,7 4 0 16,1 5 0-16,4 2 0 0,-1 4 0 0,-2 2 0 16,8 2 0-16,2 3 0 0,1-3 0 15,3 4 0-15,5 2 0 0,5 2 0 0,0-2 0 16,8 2 0-16,3 0 0 0,12 0 0 15,-3-2 0-15,4-2 0 0,-3 2 0 16,-2-4 0-16,-8 3 0 0,-7-1 0 16,2-1 0-16,-4 2 0 0,-6-1-63 15,3 0-561-15,-7 2-201 0,1-1-104 0,-3 3 99 16,-9 0-843-16,11-4-1110 0</inkml:trace>
  <inkml:trace contextRef="#ctx0" brushRef="#br0" timeOffset="28894.63">3458 9935 4863 0,'-17'-20'117'0,"0"7"21"15,1 3 19-15,5 3 12 0,2 3 4 16,-1 4 21-16,10 0 8 0,-15 25 26 16,8 10 4-16,4 9 1 0,10 15-19 15,0 5-16-15,6 1-17 0,6 3-11 0,4-4-19 16,4-6-14-16,2-3-16 0,5-6-10 15,2-6-10-15,6-8-12 0,-2-4-77 0,2-8-12 16,-10-7 0-16,0-7-28 0,-5-1-131 16,-4-2-61-16,-6-5-88 0,-1-1-102 0,2-5-131 15,0-3-173-15,-4-7-114 0,0 3 77 16,-1-2-688-16,5-9-890 0</inkml:trace>
  <inkml:trace contextRef="#ctx0" brushRef="#br0" timeOffset="29230.15">3858 10067 4444 0,'-9'-10'244'16,"4"4"22"-16,-4 3-3 0,9 3 9 15,-7-5-8-15,7 5 8 0,0 0 43 0,0 0 27 16,17 22 3-16,-2-6-17 0,7 6-33 16,2 0-27-16,0 0-31 0,0 2-201 15,1 0-36-15,-4 0 0 0,-1 0 0 0,-4-2 0 16,0-2 0-16,-4-8 0 0,-4 1 0 15,-1-4 0-15,0-2 0 0,0-1 0 0,-3 0 0 16,-4-6 0-16,5 5 0 0,-5-5 0 16,0 0 0-16,0 0 0 0,-9-23 0 15,-5-3 0-15,-1-6 0 0,-8-16 0 0,-2-7 0 16,-11-18 0-16,0 2 0 0,8 12 0 16,3 3 0-16,3 3 0 0,2 9 0 15,6 10 0-15,3 5 0 0,4 9 0 0,3 5 0 16,2 3 0-16,4 4 0 0,4 2 0 15,1 3 0-15,2 1-25 0,-9 2-700 0,23 5-184 16,-5 1 2-16,-3 6 93 0,6 5-822 16,2 9-1075-16</inkml:trace>
  <inkml:trace contextRef="#ctx0" brushRef="#br0" timeOffset="29428.25">3903 10280 4926 0,'-12'5'160'15,"6"-3"31"-15,6-2 52 0,-11 4 36 16,11-4 18-16,0 0-7 0,0 0-20 0,0 0-32 16,0 0-26-16,-2-27-23 0,15 2-32 15,8-4-60-15,-2 0-78 0,10-12-101 16,1 2-109-16,1 3-114 0,-5-3-135 0,-1 6-176 16,-2 5-211-16,-6 2 64 0,1 2 88 15,-4 2-573-15,0 4-709 0</inkml:trace>
  <inkml:trace contextRef="#ctx0" brushRef="#br0" timeOffset="29894.02">4007 9399 3850 0,'-13'2'224'16,"3"3"9"-16,3 3 23 0,1 6 42 0,4 3 42 15,6 10 15-15,3 9-3 0,7 10-19 16,7-2-30-16,2 4-26 0,3-1-29 0,3 0-25 15,2-3-21-15,3-1-22 0,-2-4-23 16,-3 1-27-16,-1-5-30 0,-3-8-28 0,-3-4-24 16,-2 0-38-16,-3-9-10 0,-6-2 0 15,-3-3 0-15,0-1 0 0,-2-4 0 16,-1 0 0-16,-5-4 0 0,0 0 0 16,0 0 0-16,13-25 0 0,-13 7 0 0,2-7 0 15,-6-12 0-15,4-1 0 0,-1 1 0 16,1 4 0-16,0 9 0 0,1 2 0 0,1 5 0 15,3 3 0-15,0 6 0 0,3 1 0 16,-1 4 0-16,2 3 0 0,-9 0 0 0,23 3 0 16,-7 2 0-16,-1 2 0 0,1 0 0 15,2 0 0-15,0 5 0 0,-4-6 0 16,-1 1 0-16,-1 0 0 0,-3 0 0 16,0-2 0-16,-2-2 0 0,1 1 0 15,-2-2 0-15,-6-2 0 0,11 1 0 0,-11-1 0 16,0 0 0-16,13-5 0 0,-6 2 0 15,-2-2 0-15,5-3 0 0,-5 4 0 0,2-1 0 16,2-2-82-16,-2 2-83 0,1 1-29 16,-3 0-30-16,3 0-47 0,-8 4-67 0,13-6-85 15,-7 5-97-15,-6 1-122 0,8-5-130 16,-4 0 71-16,0-1-612 0,-3 0-769 0</inkml:trace>
  <inkml:trace contextRef="#ctx0" brushRef="#br0" timeOffset="30147.17">4403 9151 4115 0,'-14'-20'323'0,"0"3"50"0,3 2 14 0,2 1 13 0,6 2 6 0,1 1-11 0,4 0-16 0,8-1-4 0,8 4-15 16,7 4-13-16,15 8-16 0,15 8-331 16,3 10 0-16,3 6 0 0,9 19 0 0,-1 7 0 15,-8 8 0-15,-10 8 0 0,-3 3 0 16,-10 2 0-16,-2 0 0 0,-11-12 0 0,-4-1 0 15,-3-2 0-15,-7-4 0 0,0-2 0 16,-1-15 0-16,-3 0 0 0,-3-5 0 16,0-10 0-16,0-7 0 0,-4-5 0 15,1-6-188-15,-1-6-844 0,2-30 105 16,5-4 94-16,0-20-939 0,6-11-1203 16</inkml:trace>
  <inkml:trace contextRef="#ctx0" brushRef="#br0" timeOffset="30362.38">5398 8950 5453 0,'0'0'267'16,"-3"-6"-10"-16,3 6 21 0,0 0 51 0,0 0 38 15,20 17-1-15,-1 3-5 0,3 4-20 16,3 12-169-16,-3 5-172 0,1 1 0 0,0 3 0 16,-3-3 0-16,-4-9 0 15,-1-1 0-15,-1-1 0 0,-1-3 0 0,-3-7 0 16,-3-7 0-16,1-2 0 0,-5-1 0 15,1-5-421-15,-1-4-130 0,-3-2-119 0,0 0-161 16,0 0 20-16,0 0 83 0,-7-33-693 16,4 9-873-16</inkml:trace>
  <inkml:trace contextRef="#ctx0" brushRef="#br0" timeOffset="30744.05">5508 8693 4177 0,'-3'-5'35'0,"-1"0"0"16,4 5-5-16,-6-9 0 0,6 9 0 15,2-9-6-15,2 1-4 0,2 1-22 16,-5-3-36-16,6 2-40 0,0-1-39 16,-1 1-26-16,1 0-5 0,2 2 17 15,-4 0 6-15,1 3 20 0,-3 0 35 0,-3 3 37 16,0 0 44-16,0 0 46 0,0 0 41 16,16 14 42-16,-10-4 26 0,-5 2 22 0,3 1 11 15,-4 3 22-15,6 1 11 0,-3-2 20 16,3 1 25-16,2 3 20 0,1-4 29 15,2-1 22-15,3-1 16 0,1-1 9 0,5 0 10 16,-3-2-15-16,2 1-8 0,6 7-220 0,1-4-140 16,-1 3 0-16,0 0 0 0,-3 1 0 15,3 3 0-15,-2 1 0 0,-4 0 0 16,-2 4 0-16,-4 1 0 0,-1 1 0 16,-4-6 0-16,-5 0 0 0,1 0 0 0,-4 0 0 15,-4-4 0-15,-3 3 0 0,-2-2 0 16,-9 6 0-16,-3-1 0 0,1 0 0 0,-2-3 0 15,-2 1 0-15,-1 0 0 0,-4 0 0 16,-7 13-606-16,2 4-392 0,0 12 104 0,-2 19-1042 16,-9 10-1357-16</inkml:trace>
  <inkml:trace contextRef="#ctx0" brushRef="#br0" timeOffset="31410.1">4352 12177 5871 0,'-13'2'262'0,"5"-2"-8"0,8 0-18 0,-15-3-24 0,15 3 6 0,0 0 6 0,0 0 5 16,0 0-12-16,39-13-12 0,-12 8-21 0,4 5-105 15,9 0-79-15,0 4 0 16,-2 1 0-16,-4 4 0 0,1 2 0 0,-7 3 0 0,1 1 0 15,-6 4 0-15,-2-2 0 16,-6 1 0-16,-3-5 0 0,-5 0 0 0,-3-4 0 16,1 1 0-16,-5-3 0 0,2-3 0 15,-2-4 0-15,0 0 0 0,0 0 0 0,-18-15 0 16,9 1 0-16,-5-11 0 0,1-4 0 16,4 0 0-16,0 4 0 0,5 7 0 0,1 2 0 15,1 4 0-15,0 3 0 0,6 1 0 16,1-1 0-16,6 4 0 0,1 2 0 15,1 1 0-15,9 2 0 0,-4 2 0 0,3 0 0 16,4-1 0-16,-2 2-222 0,0-3-95 16,-4 0-54-16,2 0-36 0,-4 0-23 0,-1-1-10 15,-2-4-5-15,0-4 3 16,-3-5 30-16,1-1 38 0,-1-5 41 0,-3-9 62 16,-3-4 72-16,-3-2 75 0,0 4 64 15,-4-6 48-15,-2 2 50 0,4 5 44 0,-1 7 45 16,-1 5 43-16,2 6 39 0,0-1 36 15,0 6 31-15,2 2 18 0,-2 5 12 0,0 0 14 16,0 0 1-16,17 12-3 0,-9-3-18 16,-3 0-27-16,2 1-28 0,5-1-27 0,-2-4-19 15,-1 0-21-15,5-2-16 0,-1-3-19 16,-13 0-13-16,28-7-12 0,-8-1-11 0,-4-2-27 16,7-9-80-16,-9 5 0 15,-1-1 0-15,-4 2 0 0,0-1 0 0,-4 2 0 16,-3 2 0-16,0 0 0 0,-4 1 0 15,-3 3 0-15,-6-1 0 0,-3 2 0 0,-4 1 0 16,-6 1-40-16,-4 1-71 0,-3 0-22 16,-10 4-19-16,5 3-26 0,11 4-24 15,5 2-43-15,-1 6-55 0,3 5-70 0,9-1-67 16,4 2-106-16,1 1-159 0,4 0-4 16,0-5 70-16,2 0-533 0,0-10-634 0</inkml:trace>
  <inkml:trace contextRef="#ctx0" brushRef="#br0" timeOffset="31643.86">5061 10882 3753 0,'-14'-23'371'0,"5"3"33"0,2 7 2 0,1 5-2 0,3 0-4 0,3 8 0 0,0 0-5 0,0 0-18 15,34 37-21-15,-7 1-37 0,2 7-51 0,3 6-29 16,-1 1-140-16,-3 0-99 0,3 2 0 15,-1 0 0-15,-3-4 0 0,0-6 0 0,-2 4-232 16,2-8-100-16,-8-11-67 16,-2-1-50-16,-3-9-43 0,-7-5-40 0,0-1-43 0,-3-5-66 15,-4-1-58-15,0-3 73 16,0-4-467-16,0 0-564 0</inkml:trace>
  <inkml:trace contextRef="#ctx0" brushRef="#br0" timeOffset="31793.77">5313 11474 2901 0,'-24'-3'58'0,"6"0"105"0,2-1 68 0,5 3 40 16,1-1 28-16,10 2 45 0,-9-6 61 15,9 6 45-15,0 0 32 0,12-19 21 0,1 5-28 16,6-7-38-16,5-4-48 0,1 0-38 16,-2-3-42-16,2 3-186 0,-2 0-123 0,1 2 0 15,-3-1 0-15,-8 9 0 0,1 4 0 16,-3 1-226-16,0 0-227 0,-4 2-147 0,0 4-190 16,-5 1-63-16,-2 3 83 15,0 0-760-15,0 0-975 0</inkml:trace>
  <inkml:trace contextRef="#ctx0" brushRef="#br0" timeOffset="32363.03">3675 14441 4481 0,'0'0'154'0,"0"0"22"0,-32 18 6 0,21-6 9 0,-3 4 25 0,-4 9 13 0,2 0 13 0,3 6-5 16,1 2-3-16,3 4-12 16,3 1-18-16,1 1-13 0,5 3-16 0,0 1-21 15,3-2-14-15,5-2-14 0,-1-6-14 16,7-6-15-16,-1-9-10 0,3-7-2 0,2-4-8 15,5-4-7-15,11-10-7 0,4-2-17 16,3-2-46-16,-1-1 0 0,-1 2 0 0,2 2 0 16,-5 4 0-16,-5 2 0 0,-5 4 0 15,-2 2 0-15,8 4 0 0,-4 9 0 16,-4-1 0-16,-6 7 0 0,1 2 0 0,-6 4 0 16,-3 0 0-16,-7-3 0 0,4-1 0 15,-10 2 0-15,1-2 0 0,-3 8 0 16,-5-2 0-16,-1-4 0 0,-3-2 0 15,3-6 0-15,-3-6 0 0,0-3 0 0,-2-6-92 16,-1-8-572-16,-2-6-136 0,-8-10-121 16,7-8 96-16,2-1-838 0,7-5-1099 0</inkml:trace>
  <inkml:trace contextRef="#ctx0" brushRef="#br0" timeOffset="32660.18">4138 14689 4851 0,'0'0'42'0,"18"14"61"0,-11-5 52 15,-1 1 67-15,2 2 56 0,1 4 10 0,1-1 4 16,0 3-17-16,1-1-19 0,-2-2-23 16,1-4-33-16,3 4-20 0,-4-7-20 15,5-2-16-15,-1-3-15 0,1-3-30 0,-14 0-29 16,29-5-31-16,-15-3-33 0,-2 2-28 16,-4-4-20-16,-1 2-9 0,-1 2 2 0,-1-3 1 15,-5 3 8-15,0 6 8 0,-3-17 1 16,-5 7 15-16,1 3 11 0,-7-1 5 15,-3 0-3-15,-4 0-3 0,-2 3-4 0,0 0-32 16,5 5-22-16,-4 0-23 0,6 4-25 16,-4 4-52-16,4 2-65 0,5 4-84 0,0 4-89 15,6-4-82-15,0 1-97 16,3-4-163-16,2-2 40 0,2-3-568 0,-2-6-733 16</inkml:trace>
  <inkml:trace contextRef="#ctx0" brushRef="#br0" timeOffset="32893.82">4016 14194 4026 0,'-18'-16'342'0,"4"8"18"0,7-1 3 16,-1 4-8-16,5 3-15 0,3 2-9 16,0 0-5-16,0 0-22 0,41 33-17 0,-3-4-29 15,6 3-30-15,2 4-26 16,2 4-24-16,2-2-46 0,-1 0-49 0,-3-1-63 15,3 1-64-15,-5-5-68 0,1 0-65 16,-2-4-61-16,-2 2-51 0,-6-3-61 16,-7-7-48-16,-1-2-51 0,-6-1-57 0,-6-4-79 15,1-3-118-15,-7-6 27 0,-2-2-551 16,-5-3-690-16</inkml:trace>
  <inkml:trace contextRef="#ctx0" brushRef="#br0" timeOffset="33161.78">4524 14364 3468 0,'-15'-19'134'0,"5"4"74"15,2 7 48-15,5 2 46 0,-1 1 42 16,4 5 13-16,0 0 10 0,0 0 5 16,0 0-6-16,0 0-24 0,41 18-29 15,-21-5-32-15,2 2-24 0,3 2-24 0,-2-2-28 16,-2-1-25-16,-2-4-17 0,-2 0-120 16,-2 1-43-16,1-4 0 0,-7-2 0 0,3 0 0 15,-3 1 0-15,-3-5 0 0,-6-1 0 16,14 3 0-16,-14-3 0 0,0 0 0 15,9-12 0-15,-9 2 0 0,-2-7 0 0,-3-2 0 16,-6-13 0-16,-3-3 0 0,-2 3 0 0,-9-12 0 16,1-2-24-16,-5 2-199 15,3 3-67-15,-3 0-106 0,9 12-136 0,2 3-198 16,0 3-113-16,6 10 81 0,1 3-731 16,6 6-941-16</inkml:trace>
  <inkml:trace contextRef="#ctx0" brushRef="#br0" timeOffset="33893.64">4606 13914 4281 0,'11'11'108'0,"-11"-11"21"15,0 0 11-15,5 4 20 0,-5-4 14 16,9 6 18-16,-9-6 3 0,16 4-16 16,-8-2-20-16,-8-2-13 0,17 2-18 15,-6 1-15-15,-11-3-19 0,18 6-14 0,-11 0-11 16,1-6-19-16,-8 0-16 0,10 10-1 15,-10-10-17-15,4 7-12 0,-4-7-12 0,-4 12-13 16,4-12-11-16,-12 4-2 0,12-4 0 16,-19 0 3-16,19 0 2 0,-25-14 0 15,16 9 3-15,1-1-2 0,1-2 8 0,3 4 11 16,4 4 8-16,0 0 4 0,0 0 19 16,0 0 11-16,0 0 1 0,0 0 2 0,30 0 5 15,-30 0-4-15,25 6-13 0,-12-4 4 16,3-2 4-16,-16 0-12 0,29-7-16 15,-17 0-17-15,1 0-16 0,1-8-11 16,-1 0-14-16,-4 0-14 0,-4-6-18 0,-1-3-15 16,-1-2-10-16,-8-10 2 0,-2-3 0 15,-9-10-1-15,-1-6 8 0,-10-1 9 0,-3 0 6 16,-11-14 8-16,-4 1-4 0,-7 5 15 16,-1 1 9-16,-2 6 7 0,13 16 24 15,4 6 23-15,2 8 18 0,9 12 14 0,9 6-1 16,4 8 24-16,3 5 25 0,11-4 24 15,-11 17 18-15,11-3 12 0,6 3 0 0,13 12-5 16,10 6-5-16,3 0-14 16,4 0-1-16,4 0-14 0,4 1-7 0,-4 1-7 15,4 0-8-15,-4-1-8 0,0-4-6 16,-1 1-5-16,-3-4-3 0,-8-5 3 0,-4-4 8 16,-1 3-25-16,-5-8 0 0,-7 0-1 15,1-1 2-15,-3-1 0 0,-3-4-2 0,-1-2-3 16,-1 0-9-16,-4-7-22 0,0 8-11 15,0-8-5-15,0 0 3 0,0 0-6 0,0 0 19 16,-2-28-3-16,4 15 16 0,3-2 25 16,0 1 39-16,3 1 30 0,3 1 29 15,5 4 17-15,-4 0 15 0,4 5-2 0,1 5-3 16,0 1-9-16,6 4-20 16,1 7-131-16,3 4 0 0,-4-1 0 0,0 7 0 0,-1-1 0 15,-4 2 0-15,-4 2 0 16,1-1 0-16,-6-4 0 0,1 5 0 0,-4-3 0 15,-3-2 0-15,-1-1 0 0,-4-2 0 16,-1 4 0-16,-3-6 0 0,3 5 0 0,-10-7-357 16,2-5-150-16,-1-8-148 0,-4-6-175 15,-13-12-1-15,-7-16 83 0,-2-7-702 0,-1-13-899 16</inkml:trace>
  <inkml:trace contextRef="#ctx0" brushRef="#br0" timeOffset="34076.83">4638 12944 3802 0,'-2'-10'24'0,"4"6"92"0,-2 4 34 0,0 0 29 0,27 26 25 0,-9 1 27 0,13 9 28 16,1 5 13-16,2 0-7 0,3 3-26 0,-1-1-27 15,0-1-24-15,0-3-18 0,0 1-37 16,-2-3-38-16,-2-6-47 0,-10-4-58 0,1-1-57 16,0-3-69-16,-8-6-71 0,-1-3-89 15,-1-2-94-15,-3-3-103 0,-1-1-157 0,-3-1-29 16,-1-4 69-16,-5-3-427 15,6 2-511-15</inkml:trace>
  <inkml:trace contextRef="#ctx0" brushRef="#br0" timeOffset="34427">5311 13375 3286 0,'5'12'289'0,"-1"-4"17"0,0-3 4 15,-4-5 16-15,6 6 14 0,-6-6-5 16,8 6-13-16,-8-6-23 0,0 0-30 0,0 0-37 15,21-15-41-15,-16 5-36 0,1-2-42 16,-1 1-30-16,-3-1-7 0,-2-2-22 0,0-1-29 16,0-3-5-16,-2 0-2 0,-1-5-3 15,-5 3-5-15,0-1 5 0,-5-5 0 16,2 5-8-16,-1 9 1 0,5 7-10 16,-5 3-2-16,12 2-2 0,-17 9 5 15,10 4-5-15,-4 7-4 0,6 3-1 0,3 2 18 16,2 1 10-16,2 10 12 0,3-2 14 15,2-2 22-15,4-3 14 0,0 0 0 0,1-7-2 16,3 2-7-16,1-9-3 0,-5-1-11 16,-1-4-4-16,-1 1-9 0,2-3-27 0,-1-5-16 15,1-1-42-15,-1-2-56 0,-10 0-102 16,19-8-125-16,-8-1-166 0,1-5-183 0,-1-3-158 16,-2-1 77-16,3-8-729 0,-1-6-930 15</inkml:trace>
  <inkml:trace contextRef="#ctx0" brushRef="#br0" timeOffset="34709.39">5501 12728 4544 0,'-13'1'234'16,"13"-1"21"-16,-17 9 20 0,11-4 19 16,6 2 14-16,0-7 16 0,7 17-5 0,-1-9-16 15,6 4-25-15,-1-3-25 0,5-1-35 16,-2 2-41-16,4-2-35 0,-3-3-31 0,1-2-26 15,-4 1-18-15,2-3-63 0,-1-1-4 16,-2-1 0-16,1 0 0 0,-4-5 0 16,1 1 0-16,-1 1 0 0,0-6 0 15,-3 2 0-15,-1-3 0 0,0 1 0 0,-3-4 0 0,-1-5 0 16,0 1 0-16,0-6 0 16,-5-11 0-16,1 0 0 0,-1 9-91 0,3 4-197 15,-2 4-121-15,2 4-127 0,0 7-146 16,1 5-171-16,1 2 80 0,0 0 79 0,0 0-621 15,0 0-771-15</inkml:trace>
  <inkml:trace contextRef="#ctx0" brushRef="#br0" timeOffset="34910.26">5741 12196 4143 0,'-7'-12'339'0,"1"3"4"0,4-1-2 16,2 3 3-16,0 7 12 0,8-8 1 15,-8 8-9-15,0 0-33 0,36 25-32 0,-13-2-31 16,4 14-61-16,1 1-74 0,-5 6-87 16,1 2-103-16,1 0-84 0,0-2-80 0,-6 1-64 15,-3-10-65-15,-4-4-50 0,2-2-40 16,-4-4-36-16,-3-6-41 0,-1-3-46 0,-2-5-70 16,-2-4-541-16,0-2-656 0</inkml:trace>
  <inkml:trace contextRef="#ctx0" brushRef="#br0" timeOffset="35043.26">5797 12112 3542 0,'-13'-19'87'0,"4"6"15"15,0 4-17-15,5 4-26 0,-3 0-42 0,7 5-57 16,0 0-68-16,0 0-91 0,-12 12-159 16,10-5-187-16,0 1 49 0,2 1-234 0,0-9-222 15</inkml:trace>
  <inkml:trace contextRef="#ctx0" brushRef="#br0" timeOffset="35410.3">5956 12140 2388 0,'4'6'304'0,"3"-1"44"16,-4 2 13-16,5 2 3 0,-3 0 15 16,4 1-20-16,2 2-16 0,-2 2-25 15,0 3-32-15,1-1-35 0,1 3-23 0,-3-4-21 16,0 3-21-16,-1 0-18 0,-3-1-15 15,0-2-25-15,-2 4-27 0,1-2-21 0,-6 0-22 16,-1-1-31-16,-2-1-26 0,-4 0-26 16,-1-6-18-16,-2-2-3 0,-1-6-2 0,-6-6 9 15,-5-12-4-15,-3-13 10 16,-1-12 6-16,9-5 11 0,-3-5 12 0,7-4 9 16,7 4 0-16,4 13 5 0,5 10 31 0,5 8 30 15,-4 5 31-15,9 3 37 0,-1 1 33 16,1 2 10-16,3 0 6 0,0 6-7 15,1-1-16-15,-3 1-18 0,3 1-78 0,-1 0-69 16,1-1 0-16,-5 2 0 0,2-2 0 16,-1 1 0-16,-10 3 0 0,17-4 0 0,-12 0 0 15,3-2-95-15,-4 2-255 0,0-4-152 16,-2 4-175-16,-2 4-216 0,-2-11 80 16,-2 5 93-16,4 6-688 0,-16-10-861 0</inkml:trace>
  <inkml:trace contextRef="#ctx0" brushRef="#br0" timeOffset="36942.53">4294 16829 6648 0,'-11'-13'315'0,"2"5"-159"0,5-2-24 0,-4 2 9 0,4 4-6 0,4 4 3 0,0 0 46 0,0 0 19 0,0 0-64 0,29 14-139 0,-2 5 0 0,-2 2 0 15,7 9 0-15,0 3 0 0,-1-2 0 16,-6-6 0-16,0 0 0 0,-3-3 0 0,-3 0 0 15,-1-5 0-15,-5-3 0 0,-4-2 0 16,1-4 0-16,-2 0 0 0,-3-4 0 16,-1-1 0-16,-4-3 0 0,0 0 0 0,0 0 0 15,-15-27 0-15,-2 4 0 16,-4-6 0-16,-4-9 0 0,6 5 0 0,2 4 0 16,3 1 0-16,3 11 0 0,3 1 0 15,4 5 0-15,6 3 0 0,0-3 0 0,6 4 0 16,2 1 0-16,3 1 0 0,0-3 0 15,9 1 0-15,-4 2 0 0,3 0 0 0,-1 3 0 16,-4-3 0-16,2 2 0 0,-3-3 0 16,-3 6 0-16,-1-6 0 0,0 0 0 0,-3 1 0 15,1-7 0-15,-5-5 0 0,-2-5 0 16,-2-3 0-16,-4-13 0 0,-1-1 0 16,-7-8 0-16,3 10 0 0,-3 3-14 0,4 4-35 15,1 7 9-15,3 6-12 0,2 5 20 16,0 4-13-16,4 3 4 0,-2 5 5 15,0 0-6-15,25 10-11 0,-8 0-21 16,10 7-19-16,-1 2-25 0,3-2-37 0,1-1-47 16,1-3-57-16,-6-2-60 0,-2-6-49 15,-5-1-21-15,0-4-10 0,0-4 7 0,-4-5 18 16,-3-3 31-16,1-5 39 0,-6-1 50 16,-2-5 63-16,-2 1 54 0,-4-5 58 15,-4-8 42-15,-4-1 51 0,-1 1 44 16,0 6 57-16,-1 0 33 0,6 9 34 15,1 6 10-15,1 1 3 0,2 4 8 0,2 4 12 0,0 5-7 16,9-7 3-16,-9 7-7 16,0 0-14-16,35 10 1 0,-22-1-31 0,4 1-16 15,3 2-15-15,-2 7-12 0,3 1-15 16,-7-3-6-16,-3 0-2 0,0-1-19 0,-2-3-14 16,-4-1-15-16,-1 1-19 0,-2-3-22 15,-1 1-21-15,-2-4-29 0,-3 0-21 16,-2-3-28-16,-2-2-5 0,8-2-5 0,-24-6 3 15,8-5 9-15,0-1 8 16,0-1 5-16,3-5 13 0,1 1 15 0,3-1 11 16,3 1 12-16,4-3 6 0,1 3 4 0,2-2 10 15,1 3 4-15,4-4 3 0,1 3 2 0,2 0 0 16,0-2 2-16,0 0 1 16,-2 2 0-16,2-1 0 0,-2 4 0 0,-3-2 3 15,1 1-2-15,-5 1 5 0,0 1-1 16,-1-3 0-16,-5 0 0 0,-3-1 21 15,-9-6-3-15,1 1 12 0,0 7 1 0,3 1 3 16,3 7 2-16,0 1-6 0,1 2-5 16,10 4-9-16,0 0 0 0,-15 10-6 0,13-3 0 15,0 3-7-15,6 3 1 0,2 0-6 16,1-1-1-16,3 0 3 0,3-3 0 0,3-4 15 16,0-2 12-16,4-3 25 0,0-1 32 15,7-3 27-15,-2 1 22 16,3-1 24-16,-1 2 5 0,2 1 6 0,-2-1 0 15,1 2-1-15,-4 2-3 0,1 1-2 16,-2 4 3-16,1 3-19 0,-6-1-155 0,0 1 0 16,-3 4 0-16,-2 1 0 0,-4-1 0 15,-5 0 0-15,3 0 0 0,-6-2 0 0,-1-1 0 16,-1 2 0-16,-8 1 0 0,2-4-284 16,-6-3-122-16,-3-6-85 0,-2-4-90 0,-16-12-124 15,-5-18-120-15,-5-10 80 0,-15-21-668 16,0-11-864-16</inkml:trace>
  <inkml:trace contextRef="#ctx0" brushRef="#br0" timeOffset="37141.99">4634 14957 3621 0,'-8'-27'-36'0,"4"10"66"0,-1 4 44 0,1 3 37 0,2 2 39 0,2 1 41 0,0 7 41 16,6-7 35-16,-6 7 13 0,21 0 13 0,2 8-11 16,19 15 2-16,5 8-3 0,15 21-15 15,1 3-23-15,-1 5-21 0,1 4-23 0,0 5-20 16,-4 4-18-16,-1-3-19 15,-1-2-34-15,-5 0-47 0,-3-7-47 0,-12-12-64 16,-2-5-76-16,-3 2-69 0,-3-6-66 0,-5-5-83 16,-6-8-63-16,-3-2-59 0,-6-11-76 15,-2-2-73-15,-6-7-73 0,1-3 32 16,-2-2-468-16,0 0-593 0</inkml:trace>
  <inkml:trace contextRef="#ctx0" brushRef="#br0" timeOffset="37308.65">5217 15567 3132 0,'-12'-5'104'0,"3"0"60"0,5 3 47 0,4 2 46 16,0 0 37-16,-11-5 24 0,11 5 2 16,0 0-26-16,0 0-23 0,-6-5-24 0,6 5-27 15,0 0-37-15,14-17-77 0,-7 5-83 16,0-2-108-16,4-1-114 0,-2-4-139 0,0 2-172 16,7-9-243-16,0-1 72 0,6-1 87 15,5-5-421-15,1 1-490 16</inkml:trace>
  <inkml:trace contextRef="#ctx0" brushRef="#br0" timeOffset="37892.29">5513 15311 3246 0,'-5'2'277'0,"5"-2"15"16,-5 6-3-16,5-6-6 0,0 0-3 15,0 0-2-15,0 0-10 0,0 0-18 0,0 0-26 16,0 0-25-16,0 0-19 0,17-25-16 15,-11 15-28-15,1-2-24 0,2-1-22 0,-2-1-25 16,-1-1-13-16,-1 1-9 16,-1-1-6-16,1 1 5 0,-2-3-8 0,-3 5 9 15,0-1-13-15,-3 1 4 0,0-3-6 16,-3 1-13-16,2 4 13 0,-5-1-7 0,1 5-2 16,2 2-11-16,6 4 4 0,0 0-2 15,0 0-9-15,-26 19-1 0,20-2-8 16,2 3 0-16,2 5-4 0,4 3 5 0,4 8 0 15,2 0-1-15,-2-2 0 0,3-3 4 16,-2-9 10-16,5-3 14 0,-2-9 4 0,-1-5 12 16,3-3 19-16,-1-6 5 0,2-3 6 15,4-8-1-15,1-9 1 0,-3-2 3 0,0-1 13 16,-2-2 5-16,-2 0 12 0,-2 6 0 16,-6 2 7-16,1 4 0 0,-2 3 2 15,-4-3-99-15,0 1-9 0,0-1 0 16,-5-4 0-16,2 5 0 0,-4-1 0 0,4 3 0 15,-3 2 0-15,0-1 0 0,2 3 0 16,1-1 0-16,-1 3 0 0,1-2 0 16,3 5 0-16,-3-2 0 0,5 7 0 0,-2-14 0 15,2 14 0-15,11-14 0 0,-4 7 0 16,4 2 0-16,9 2 0 0,-1-1 0 0,3 4 0 16,7 1 0-16,10 5 0 0,-2 0 0 15,-1 7 0-15,2-1 0 0,-4 5 0 16,-1 0 0-16,-5 4 0 0,-1-1 0 15,-4 1 0-15,-3-1 0 0,-7-3 0 0,-4-5 0 16,-1 0 0-16,-2-3 0 0,-1-1 0 16,-5-2 0-16,0-6 0 0,0 0-377 0,0 0-539 15,0 0-37-15,-16-16 104 0,7 0-884 16,-4-19-1166-16</inkml:trace>
  <inkml:trace contextRef="#ctx0" brushRef="#br0" timeOffset="38376.22">5698 14200 4867 0,'-9'-8'80'0,"0"3"75"0,6 0 62 0,3 5 29 0,-10-7 28 0,10 7 12 0,-5-4-9 0,5 4-18 0,0 0-20 0,0 0-27 0,0 0-20 0,0 0-18 0,0 0-18 0,16 17-18 0,-5-5-14 0,3 4-16 16,1 5-17-16,1 4-19 0,-3 6-48 0,-1 2-24 15,-5 0 0-15,2 1 0 0,-3 0 0 16,0-7-6-16,-4-4-63 0,-2-3-17 15,2-3-21-15,0-2-31 0,0-5-28 0,-2 0-25 16,0-5-7-16,0-5-12 0,0 0-6 16,0 0-8-16,0 0 3 0,-8-21-1 0,5 4-8 15,0-2 14-15,-1-1 11 0,2 1 6 16,2 2 21-16,-1 3 21 0,1 0 26 16,0 6 26-16,0-1 59 0,1 2 34 15,-1 7 30-15,0-9 25 0,0 9 23 0,4-4 4 16,-4 4 8-16,0 0-3 0,0 0-4 15,14 0-3-15,-14 0-3 0,0 0-10 0,21 6-6 16,-8-2-2-16,7 1-1 0,-4 2 19 16,13 5 12-16,-1 1 13 0,1 3 12 0,2 3 22 15,-5 3 30-15,-1 0 24 0,-3 5 23 16,3-4 18-16,-5 3 22 0,1 1 9 16,-4-2 13-16,-2 2 12 0,-4-2-2 15,1-6-12-15,-8-1-252 0,2-5-9 0,-3-1 0 16,-3 1 0-16,0 0 0 0,-3 0 0 15,-3-1 0-15,-4 1 0 0,-5-1 0 16,0-3 0-16,-7-1-387 0,-2-4-351 0,5-4-212 16,-1 0 88-16,4 2 83 0,0 2-743 15,3-2-967-15</inkml:trace>
  <inkml:trace contextRef="#ctx0" brushRef="#br0" timeOffset="39192.14">5852 17524 4590 0,'-14'5'121'0,"1"0"1"0,2-2 24 0,1 1 49 0,10-4 58 0,-15 1 12 0,15-1-5 16,0 0-21-16,-17-10-32 0,15-2-18 15,0-3-23-15,8-9-14 0,1-10-19 16,7-1-10-16,2 0-25 0,2 6-26 0,5 2-12 16,0 5-13-16,3 7-2 0,-1 6-6 15,0 4 1-15,2 5 0 0,9 7 8 0,-2 6 5 16,0 1 19-16,7 8 3 0,-11 0 9 16,8 7 3-16,-9-8-4 0,-1 1 2 15,-1 1-83-15,-2 0-2 0,-3-5 0 0,0 1 0 16,-10-2 0-16,2-1 0 0,-4-1 0 15,-1 2 0-15,-5-1 0 0,-2 1 0 0,-4 1 0 16,-2 7 0-16,-4 5 0 0,-4 2 0 16,-8-2 0-16,-1 0 0 0,-12-1 0 0,-3 2 0 15,-3-4 0-15,-6-5 0 16,0-3 0-16,5-12 0 0,0-1 0 0,0-9 0 16,0-3-148-16,6-12-477 0,-1-14-74 15,9-8-118-15,5-13-46 0,7-7 88 16,5-5-675-16,5-4-900 0</inkml:trace>
  <inkml:trace contextRef="#ctx0" brushRef="#br0" timeOffset="39526.4">5838 17042 3994 0,'2'-23'26'16,"0"6"84"-16,-2 5 35 0,3 4 29 0,-1-1 46 15,-1 4 65-15,-1 5 28 16,17-5 23-16,-1 5-1 0,4 5-12 0,12 4-24 0,4 1-25 16,-4 5-25-16,2-1-25 0,2 3-23 15,-4 0-19-15,3 2-19 0,-3 0-16 16,0 1-13-16,-3-5-77 0,-4 5-57 15,0-5 0-15,-9-3 0 0,0-3 0 0,-7 0 0 16,2-4 0-16,-4-3 0 0,-2 2 0 16,-5-4 0-16,0 0 0 0,0 0 0 15,4-25 0-15,-8 7 0 0,-1-1 0 0,-1-6 0 16,5 4 0-16,-4 3 0 0,5 4 0 16,0 0 0-16,3 2 0 0,0 2 0 0,1 0 0 15,3 1 0-15,3 2 0 0,-2 4 0 16,3-1 0-16,2 2 0 0,-1 1 0 15,-12 1 0-15,23 0 0 0,-12 0 0 16,-11 0 0-16,21-1 0 0,-21 1-201 0,17-2-92 16,-17 2-65-16,12-2-67 0,-5 0-70 15,-3-3-116-15,-2-2-170 0,-2-5 23 16,-2-1 79-16,0-6-542 0,-3-12-684 0</inkml:trace>
  <inkml:trace contextRef="#ctx0" brushRef="#br0" timeOffset="40010.11">6448 16574 3626 0,'2'9'202'0,"2"3"40"16,-4-4 25-16,2-1 42 15,-2-7 32-15,4 12 10 0,-2-7-6 0,-2-5-16 16,7 5-21-16,-7-5-25 0,0 0-26 16,0 0-26-16,29-8-26 0,-20 0-20 0,1-1-18 15,-1-3-24-15,-1 0-33 0,-3 1-27 16,2-3-27-16,-2 1-16 0,-3-3-17 15,-2 4-7-15,0 1 2 0,-2-1-5 0,-1 0-6 16,-4 3-13-16,5 3-5 16,2 6-7-16,-13-2 1 0,13 2-4 0,0 0-6 0,-17 25-7 15,13-4 3-15,2 3-4 16,1 3 3-16,2 9-4 0,5 2 7 0,2-2 3 16,1-4 3-16,4-3 5 0,3-1 3 15,-1-5 11-15,-1-7-3 0,1-4-6 0,-2-5 3 16,0-3 6-16,-1-4-1 0,-12 0 5 15,27-9-4-15,-12-1 6 0,-2-4 0 16,3-2-14-16,-2-8-29 0,0-3-41 0,-1-2-46 16,-1-4-42-16,-3-4-42 0,-3-1-22 15,-1-2 0-15,-5 2 21 0,-1-1 23 0,-3 1 19 16,-3 1 31-16,-5 2 23 0,-3 1 36 16,-7 4 34-16,4 4 35 0,-5 3 24 0,-4 6 8 15,2 7 5-15,3 2-7 0,1 8-5 16,-4 0 0-16,0 8-13 0,-6 4-14 15,5 3-25-15,2 3-44 0,2 1-62 0,5 6-89 16,4 1-92-16,5 3-139 16,0 2-210-16,8-4 28 0,2-1 70 0,3-2-289 15,4 7-351-15</inkml:trace>
  <inkml:trace contextRef="#ctx0" brushRef="#br0" timeOffset="41092.1">6928 16198 2684 0,'-2'10'143'0,"4"-5"14"0,-2-5 13 0,6 4 22 0,-6-4 27 0,0 0 12 0,0 0-7 0,0 0-18 0,25-21-21 15,-20 13-16-15,2-3-19 0,-2-4-18 16,1 1-28-16,-1-1-25 0,-3-5-22 16,-2 2-15-16,0-1-16 0,-2-3-7 0,-7-7-1 15,-3-1-4-15,-3 1 1 0,-6 0-1 16,-6-5 5-16,-3 3 1 0,6 9-3 0,-1 3 2 16,7 6 5-16,2 4-2 0,2 4-2 15,1 3-8-15,1 5 5 0,12-3-6 16,-18 16 1-16,7-4-4 0,6 0 4 15,1 0-4-15,2 0-4 0,2 0 8 16,2-2-4-16,0 1 3 0,3-7 6 0,2 1 1 16,-7-5 7-16,0 0 13 0,0 0 3 15,36-17 2-15,-23 0 5 0,4-5 3 0,-4-3 9 16,5-3 3-16,-5 1 11 0,-3-3 6 16,-1 7 4-16,-3 1-1 0,1 1-12 0,2 0-4 15,-6 5-1-15,3 3-10 0,-1-1-2 16,1 4 8-16,1 3-2 0,3 0 11 15,-2 4 1-15,-8 3-10 0,21 2 5 16,-8 2-11-16,5 0-2 0,-6 5-12 16,4-3 0-16,1 6-3 0,0-5-11 0,-2 2-6 15,1-2 0-15,-3-1 2 0,-1 0-2 16,-1-3-8-16,-2 0 1 0,1 0-1 0,-10-3-4 16,0 0 1-16,22-7-20 0,-15-1 2 15,-3 0-13-15,-3-2-7 0,3-6 4 0,-4-1 3 16,0-3 8-16,0-6-1 0,0 2-1 15,-2 0 6-15,2 5 8 0,0 2 14 16,0 3 3-16,0 2 13 0,0 3 4 16,0 0 4-16,2 4 11 0,-2 5 14 0,4-9 0 15,-4 9-3-15,9-6-2 0,-9 6-7 16,0 0-6-16,14 0-6 0,-14 0-6 16,11-1-4-16,-11 1-11 0,14-6-14 0,-14 6-5 15,11-7-14-15,-4-1-6 0,-1-2 1 16,0 2 3-16,0-4-1 0,-1 1-1 0,-3-3 11 15,2-1 0-15,2-1 6 0,-5 3 17 16,-1-1 15-16,0-3 14 0,-1 0 9 16,-3 0 9-16,2-1 14 0,0 6 3 0,0-1 4 15,0 3-51-15,2 1-32 0,-3 1 0 16,3 0 0-16,0 8 0 0,-2-8 0 0,2 8 0 16,0 0 0-16,0 0 0 15,0 0 0-15,0 0 0 0,27 21 0 0,-20-15 0 16,0 0 0-16,3 0 0 0,0 0 0 15,-1-4 0-15,-9-2 0 0,21 0 0 0,-21 0 0 16,24-12 0-16,-12 1 0 0,-1-5 0 16,3 0 0-16,-3-1 0 0,1-3 0 0,1-3 0 15,-2 0 0-15,-2 4 0 0,-2 0 0 16,2-1 0-16,-3 4 0 0,2 3 0 16,0 1 0-16,-3 3 0 0,3 4 0 15,-2 0 0-15,-6 5 0 0,15 1 0 0,-15-1 0 16,19 7 0-16,-10 0 0 0,4 0 0 0,-1 1 0 15,0-3 0-15,0 6 0 16,-3-3 0-16,2-2 0 0,-1-3 0 0,1 4-65 16,-2-2-7-16,2 3 32 0,0-2 45 15,-4 6 53-15,2 7 44 0,3 16-90 0,-6 6-12 16,-3 15 0-16,-6 9 0 0,-5 9 0 16,-9 19 0-16,-8 0 0 0,-4 0 0 0,-5-2 0 15,2 2 0-15,-8-6 0 0,4 0 0 16,-77 112-488-16,81-143-535 0,7-17 119 15,2 0-1060-15,12 1-1384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23T05:04:59.6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13595 12651 1141 0,'-9'6'482'0,"-2"-1"-119"0,1-1-82 0,-3 1-36 15,0 1-33-15,-1-1 5 0,-1 0-3 16,1-1-11-16,3 2 8 0,-1-3 0 0,5 1-4 16,1-3-3-16,6-1-9 0,0 0-12 15,0 0-18-15,0 0-12 0,0 0-15 0,11-22-15 16,13-2-9-16,12-5-12 0,2-1-11 15,0-4-29-15,-2 5-27 0,2 1-25 16,-9 6-15-16,-2 4-22 0,-8 4-14 0,-2 6-17 16,-3 1 0-16,-5 2 3 0,-2 3 2 15,-7 2 5-15,12 8 6 0,-10 2 4 16,-4 4 8-16,-8 15 5 0,-5 2 1 16,-8 9 5-16,-7-1 8 0,-5 3 12 0,-1-5 13 15,0-1 14-15,4-3 18 0,9-11 14 16,5-6 9-16,5-1 0 0,1-6-3 0,7-2-7 15,1-6-6-15,4-1-8 0,0 0-1 16,20-17-13-16,6-5-16 0,12-13-33 0,6-1-31 16,-4 1-39-16,0 0-31 0,-4 5-21 15,-5 8 9-15,-5 2 8 0,-3 1 19 16,-6 7 15-16,-3 2 30 0,-5 4 34 16,0 2 28-16,-5 2 35 0,-4 2 27 15,0 0 17-15,0 0 14 0,-11 17 8 0,-2-3 7 16,-12 6-2-16,-2 2-4 0,2-1-5 15,-1 0-3-15,7-6-11 0,5-3-5 0,3-5-14 16,1 2-15-16,4-4-39 0,3 0-36 16,3-5-46-16,0 0-57 0,0 0-89 0,0 0-122 15,28-10-156-15,-4-6-197 0,-1-3 59 16,-5 0 69-16,3 1-372 0,-1-3-414 0</inkml:trace>
  <inkml:trace contextRef="#ctx0" brushRef="#br0" timeOffset="1248.28">16624 10135 2495 0,'-1'-12'22'16,"-1"6"58"-16,-2-1 47 0,-1 0 35 0,4 0 21 16,-7 0 15-16,4 1 11 0,-3 2 4 15,3-1 0-15,-4 1-6 0,3-1-10 0,-5 3-10 16,10 2-19-16,0 0-8 0,-38 9-13 16,19 1-10-16,4 4-10 0,-8 7-12 0,0-1-11 15,2 5-13-15,4-1-9 0,1 2-8 16,7-3-9-16,4-5-7 0,1 0-8 15,0-3-3-15,6 0-3 0,0 1-6 16,4-3-8-16,-1 1 3 0,4-2-3 0,7 0-2 16,1-1-5-16,0 0 0 0,12 2-4 15,0-1 2-15,-5-4-1 0,0 0-5 0,-2-2-2 16,1 1 2-16,-5 0 0 0,4-3 0 16,-9 2 7-16,0-1 14 0,0 0 11 0,-3-1 12 15,-2-1 16-15,-1 2 13 0,-1-1 23 16,-2 1-4-16,0 2 0 0,-4-2-13 15,0-5-7-15,-8 14-11 0,-2-6-9 16,1 1-14-16,-5-2-43 0,0 0-45 0,-6-2-62 16,4-2-64-16,-4 0-65 0,2 0-86 15,-4-1-91-15,1 2-107 0,5-2-161 16,0 0-58-16,3-2 84 0,3 0-562 0,10 0-672 16</inkml:trace>
  <inkml:trace contextRef="#ctx0" brushRef="#br0" timeOffset="1581.43">16963 10267 3391 0,'-1'12'82'0,"-1"-6"53"16,-2 2 37-16,1-1 25 0,1 3 18 0,2-1 17 16,0 1-1-16,2 1-12 0,3 0-18 15,0 1-11-15,1-1-17 0,3-1-16 16,3-2-21-16,1 1-12 0,1-4-5 15,3-1-17-15,-2-3-14 0,-2-1-19 16,7-1-29-16,-7-1-8 0,2-3-8 0,-4-1 2 16,2 1-4-16,-2-1-1 0,-6-1 1 15,1-2-8-15,-5 2 4 0,-1-3-5 0,-3 0 7 16,-6-4-4-16,-13-7-3 0,-3 0 1 16,0 1-5-16,0 3 0 0,-6 2-11 0,6 4-15 15,6 5-18-15,-1 2-29 16,7 6-31-16,-3 1-41 0,-2 4-34 0,2 3-57 15,2 3-51-15,-4 0-66 0,7 1-76 16,2 0-108-16,0-1-112 0,9-3 46 0,0-4-425 0,0-6-494 16</inkml:trace>
  <inkml:trace contextRef="#ctx0" brushRef="#br0" timeOffset="1797.84">17060 9812 3083 0,'-12'-4'161'0,"1"1"26"16,6 1-3-16,5 2-7 0,-8-2-9 0,8 2 5 15,0 0-6-15,0 13-11 0,4-2-13 0,7 6-12 16,9 5-12-16,-1 6-16 0,7 4-22 16,1 4-43-16,1 2-61 0,-1-2-72 15,-2 0-92-15,4 0-74 0,-13-7-63 0,4 0-52 16,-4-1-51-16,0-1-38 0,-5-6-33 15,-1-6-324-15,-2-3-307 0</inkml:trace>
  <inkml:trace contextRef="#ctx0" brushRef="#br0" timeOffset="2047.54">17348 10183 2142 0,'-6'-27'-24'0,"4"3"63"0,-1 5 56 16,1 2 51-16,0 4 34 0,2 2 11 16,0 2 10-16,4 2 8 0,-1 0 11 15,-3 7 3-15,20-6-1 0,-11 6-9 16,-9 0-13-16,27 5-15 0,-11 0-17 0,2 0-17 15,0 0-16-15,-2 2-12 0,4-2-10 16,-6 2-11-16,2-2-1 0,-1 0-4 0,-6-1 2 16,3-3 0-16,-5 3 5 0,-7-4 1 15,16 4 10-15,-16-4-10 0,0 0-8 0,0 0-18 16,17-13-24-16,-17 6-26 0,0-4-30 16,-4-7-40-16,-1-2-51 0,-5-13-50 15,-4-5-76-15,-5-3-85 0,8 7-92 0,0 4-131 16,4 7-152-16,0 5 46 0,5 5-487 15,2 4-589-15</inkml:trace>
  <inkml:trace contextRef="#ctx0" brushRef="#br0" timeOffset="2419.53">17788 9729 3034 0,'0'0'-15'0,"2"7"48"0,-2-7 29 15,6 8 32-15,-2-5 13 0,-4-3 5 16,9 6-10-16,-4-4-10 0,-5-2-5 0,18 1-7 16,-18-1-12-16,17-5-12 0,-7 3-20 0,-1-2-5 15,-2-1-9-15,3 2-1 16,-4-2 1-16,0 2-2 0,-3-2 4 0,1-2 13 16,-2 1 14-16,-2 6 19 0,-4-13 15 15,0 2 12-15,-1 3 7 0,-4-2 7 0,-3 1-9 16,0 4-13-16,1 0-10 0,1 5-8 15,10 0-7-15,-18 3-9 0,8 2-4 0,-1 6-6 16,1-1-3-16,0 1-3 0,6 4-5 16,-1-2-2-16,1-2-3 0,2 0-3 15,2 0-1-15,2-1 0 0,2-1-6 0,1 0 0 16,3-3-6-16,0-1-19 0,3-1-37 16,0-3-51-16,3-1-59 0,1-1-64 0,2-1-58 15,0-1-67-15,-1-3-82 16,-1 3-124-16,0-2-19 0,0 2 52 0,1-2-274 0,-5 3-276 15</inkml:trace>
  <inkml:trace contextRef="#ctx0" brushRef="#br0" timeOffset="3397.57">14451 11342 2615 0,'0'0'196'16,"0"0"-11"-16,-22-17-21 0,17 3-16 15,5-8-14-15,6-18-13 0,5-13 1 0,9-8-7 16,10-16-8-16,8-7-12 0,11-7-12 16,8-5-20-16,6-4-42 0,4 3-53 0,0 0-50 15,0 9-40-15,-6 2-27 0,-9 13-9 16,-16 19-2-16,-13 14 0 0,-7 11 3 0,-10 12 12 16,-10 7 10-16,-5 8 9 0,-11 9 8 15,-16 9 14-15,-21 13 17 0,-21 18 18 0,-6 10 19 16,-7 3 31-16,-2 2 52 15,-4-3 45-15,9-7 38 0,11-6 45 0,26-18 25 16,5-2 17-16,18-11 1 0,4-5-25 16,10-8-12-16,6-7-23 0,7-7-12 15,8-19-15-15,16-17-8 0,17-22-14 0,10-7-10 16,8-4-23-16,9-5-25 0,9 1-23 16,1 2-33-16,-5 4 0 0,-11 9-15 0,-10 10 7 15,-16 17-1-15,-17 14-2 0,-4 10 7 16,-9 7-3-16,-10 7 9 0,5 5-7 0,-36 21 13 15,-8 13 4-15,-19 21 10 0,-9 10 6 16,-7 5 22-16,3-1 13 0,5-4 9 16,7-8 11-16,20-18 9 0,10-8 1 15,9-9-2-15,7-7-10 0,7-6-1 0,6-5-9 16,5-4-1-16,0 0-8 0,30-47-3 16,6 6 5-16,12-23-16 0,12-2-25 0,-4-5-28 15,1 2-8-15,-5 5-11 0,-12 14-5 16,-10 7 3-16,-5 5-1 0,-7 14 7 15,-13 4-4-15,-5 11 7 0,-5 6 4 0,5 3-3 16,-31 12 7-16,-10 10-7 0,2 6 11 16,-7 4 4-16,-2 2 2 0,2 2 12 0,7-2-5 15,3-2 1-15,9-9-15 0,5 0-51 16,10-4-67-16,4-3-70 0,4-7-94 0,6-1-161 16,-2-8-72-16,8 4 46 15,-8-4-228-15,0 0-214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8T03:32:55.7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12033 12151 338 0,'-28'-3'122'0,"2"2"-42"0,1 0-7 0,0-2-5 0,0 1-3 0,-2 1 12 0,7-1 5 15,-3 2 2-15,4-2 15 0,0 0-1 16,3 2-3-16,2-1-3 0,0 1-7 16,5 0-8-16,9 0-2 0,-20-2-3 0,20 2-1 15,-11 2 11-15,11-2 22 0,-4 5 15 16,4-5 8-16,0 0-1 0,19 13-9 0,0-4-9 15,10 3-7-15,7 2-7 16,16-2-12-16,-2 2 2 0,10-1-10 0,0-1-3 16,3 1-12-16,9 1-5 0,-2 1-3 15,6-1-6-15,2-2-7 0,1 3 1 0,-4-1-7 16,0-2-2-16,-5-3-4 0,0 0-1 16,-2 3-2-16,-3-3 0 0,-3-2-4 0,-2-1-1 15,-13 0-4-15,-3-1-2 0,-1 0 2 16,0 0-4-16,-5 0-1 0,0 0-2 0,-10 0 6 15,-3-1-9-15,0-1 6 16,-3 2-1-16,0-3-4 0,-3 1 3 0,4 1-5 16,-3-2 1-16,2 1-4 0,-3-1 8 15,5 1-4-15,3 1-1 0,0-2 4 0,1-1-1 16,8 3-3-16,-3-3 1 0,-5 1-3 16,13 0 3-16,-1 0-3 0,-8 1-1 15,-3-3 2-15,-1 1-2 0,3 1 0 0,-2 0 0 16,-1-1-3-16,10 3 3 0,-6-2 3 15,-5 1-3-15,4 0 0 0,-5-1 0 0,1 0 6 16,0 0-5-16,2-2 1 0,-5 2 0 16,-1-2 0-16,4-2 1 0,-2 0 2 0,-1 0-4 15,0 0 1-15,1-2-2 0,2 0 3 16,-2-1-2-16,0 0-4 0,2 0 5 0,-3 0-1 16,-1 0 1-16,4-1-4 0,-2 1 1 15,0 0-1-15,1 0 2 0,-2 1 6 16,1-1-5-16,10-3-1 0,-9 3 0 15,9-4 0-15,-9 4 0 0,-3-2 0 0,2 0 6 16,4-5-7-16,-4 4 0 0,-5-1 5 16,2-1-8-16,-3 0 9 0,5-4 0 15,-5-1-5-15,-4 4 1 0,1-3 1 0,0 0-3 16,-3 1 9-16,-1-3-9 0,2 1 0 16,-1-1 11-16,7-6 8 0,-7 5 7 0,-1 0 1 15,2-7 1-15,4 2 1 0,-1-2 1 16,-2 0 10-16,0-2-5 0,4 1-4 0,-4-4-1 15,3 2-1-15,-1 0-7 16,-2-2 0-16,5-1 1 0,-6 1-3 0,2 1 0 16,-1-2 0-16,-3 1-6 0,-3 0-1 15,0-1 0-15,-3 1 4 0,-2-1-7 0,0 1-4 16,-2 5-4-16,0-2 6 0,-4-2-1 16,2 0-1-16,-2 2-2 0,2 0-2 0,-4 1-2 15,2 1 6-15,-2-1-3 0,0 1-3 16,1 2 1-16,-5 1-4 0,3 3 0 0,-6-3 2 15,2 2 4-15,2-2 2 0,-3 3-5 16,-7-9 0-16,1 4 2 0,0-1 1 16,-4 2-6-16,0-1 2 0,1 2 2 0,-5 4 2 15,0 0 1-15,-3 0-8 16,-4 5 3-16,-1 0 2 0,-2 0-4 0,-2 2 4 16,-4 3 4-16,1-2-2 0,1 3-6 15,0 1 0-15,2 0 2 0,0-1 1 0,-1-1 3 16,7 4-7-16,-8-1 1 0,9 0 1 15,3 0 12-15,-12-1-12 0,2 0 7 0,0-2 1 16,2-1-1-16,-7 2-6 0,1-1-1 16,2-1 4-16,-1 1-2 0,2-2-8 0,2 2 9 15,-1 1 0-15,0-1 1 0,8 4-6 16,3-3 4-16,-2 2-4 0,0 1-1 16,2-1 9-16,0 4-4 0,1-3-2 15,-3 2-1-15,4-1 3 0,-3 0 6 0,1 0-7 0,2 2 4 16,-1 0 2-16,-5-2-7 15,8 2 1-15,-6 0 6 0,7 0-1 0,-4-3-8 16,1 3 5-16,2-2 3 0,-1 1-8 16,3 1 9-16,-5-2-5 0,4 0-2 0,3 0 1 15,-5 1 3-15,2 0 2 0,1-2-1 16,-3 3-5-16,2-3 0 0,1 0 6 16,-5 1-3-16,1 0 4 0,-1-1-8 0,-1 1 5 15,0 0-2-15,1 1-1 0,-1 1 0 16,-2 0-3-16,1 0-1 0,5 0 5 0,-8 1 1 15,4 1 0-15,0-2 4 0,-2 2 2 16,3-1-1-16,-2 1-3 0,-3 0-2 16,2-2 0-16,-2 2 2 0,3-2 2 0,-1 0-2 15,-2 2-3-15,2-2 4 0,2 0 1 16,-2 1-1-16,0-1-7 0,2 3 3 16,0-3-1-16,7 3 1 0,-4-2-2 0,5 0-1 15,-2 1 4-15,6 0-1 0,-4 1-11 16,1 2 10-16,5-5-2 0,-3 4 4 0,1 0-4 15,4 0 2-15,-3 0 0 0,1-1-1 16,4 1 2-16,-5-1 3 0,2 3-3 0,-2-1 2 16,3-1 1-16,2 0-6 15,-3 2 4-15,0-3-1 0,3 1-2 0,0 0 3 16,-1 2 1-16,0-4-3 0,0 3 3 16,5-2-5-16,-5 1 3 0,8-4 2 0,-14 5-2 15,9 1-2-15,-1-2-5 0,-3 0 12 16,-1 2-2-16,3-1 0 0,-4 1-2 15,-2 2 7-15,2 0-2 0,-2 1-2 0,0 0-2 16,0-2-1-16,-3 3 4 0,3-2-8 16,-1 4 1-16,3-1 2 0,1-3 2 0,1 3 1 15,-1-1-1-15,1 1-9 0,1 0 8 16,4-3 2-16,-1 3 0 0,-1-1-2 0,2-2-4 16,1 4-5-16,-2-3 5 15,1 2 5-15,3-2 3 0,-3 3-8 0,0-2 7 0,2-3-6 16,1 3 5-16,-1-2-4 15,-2 3-1-15,2-3 3 0,2-2-5 0,-3 5 8 16,1-2-3-16,2-1 4 0,0 1-1 16,-1 0-1-16,1-1-1 0,-4-1-3 0,2 2 5 15,0 2-1-15,0-3-1 0,1 0-3 16,-3 2 3-16,0-1 3 0,0-1-5 16,-2 3 5-16,0-3 0 0,3 2 3 0,-3-1-6 15,3 1-3-15,-3 0 5 0,-1 0-3 16,0-3 4-16,3 5-1 0,-3-2 1 0,3 0-7 15,1-1 2-15,-4 3-4 16,3-1 11-16,-1 0-4 0,1 1 4 0,1 0-3 16,-3 1 1-16,-1 1-3 0,6 0 3 15,-3 0-1-15,0-3 4 0,1 3-7 0,-1-2 0 16,2 0 3-16,0 0 2 0,0 2-2 16,1-3-4-16,-1 1 2 0,-1-1 5 0,1 1 0 15,0 0-5-15,0 1 0 0,2-1 4 16,0 0 4-16,0 1 0 0,0-1 4 0,0 0-7 15,2 0 0-15,0-1 1 0,0 2 5 16,1-1-2-16,0 2 2 0,-1-3-1 0,2 5 7 16,0-4 6-16,-1 2 7 0,5 0 0 15,-5-3 0-15,6 3-5 0,-4-2-1 16,4 1-7-16,-3-3 2 0,2 2 1 16,0-1 0-16,-3 2-8 0,4-4 0 0,-2 4 2 15,0-1 2-15,3-2-6 0,-3 1 2 16,3 2 2-16,3-1-5 0,1 2 3 15,1 0 0-15,0-3 5 0,-2 2 3 0,3 0 0 16,-3-1-2-16,3 0 0 0,-3-1-8 16,-2-1 3-16,1-2-2 0,-3 3 3 0,2-2-5 15,1-1-2-15,-3 0 2 16,2 1 1-16,0-1-4 0,-2-1-1 0,2 1 1 0,3-2 0 16,-1 2 2-16,2-2-4 15,0 1 2-15,5 0 0 0,-1 0-6 0,-1 1 2 16,4-1 2-16,-3 0-3 0,1 0 0 15,2 0 2-15,-3 1 1 0,-2-1-3 0,-2 0-3 16,0 0 3-16,3 1 1 0,-3-1-2 16,-2 0 1-16,0 0 4 0,3 0-2 0,-3-2-3 15,3 2 1-15,-2-2 2 0,2-2-2 16,3 2 1-16,-4 0-1 0,4 1-1 0,-2 0 1 16,5-4 2-16,-4 5-1 0,3-2 0 15,-1 0-2-15,-2-1-5 0,3 3 0 0,-6-2 6 16,3 0-4-16,-2 0-2 15,0 0 5-15,-3 0 2 0,5 0-3 0,-5 1 3 16,0 0-1-16,-2-3 0 0,3-1-1 16,-3 4 1-16,2-2 2 0,1-2-2 15,-1 2-1-15,3-2 2 0,0 2-4 0,0-2 1 16,4 1 3-16,-2 0 1 0,1-2-3 16,2 1-3-16,-2 0 4 0,2 2-2 0,3-2-1 15,-6-2 4-15,3 2-2 0,1 2-1 16,-4 0-3-16,3-2 7 0,-1 1-4 0,-4-3 0 15,4 3 2-15,-6-1-3 0,2 0 5 16,-3-1-4-16,1 1-1 0,1-2 3 0,0 4-4 16,-2-4 7-16,7 0-2 15,-4 3-5-15,6-2 4 0,-3-1-2 0,1 0 3 16,3 2 0-16,1-2-3 0,2 0 1 16,-3 2-1-16,0-2 1 0,0-2-1 0,-2 2 0 15,1 2 1-15,-1-2-2 0,1 0 3 16,-2 0 0-16,1 0-2 0,0 2 0 0,0-2 2 15,-2 0 0-15,2 2 0 0,3-2-3 16,-2-2 0-16,-3 2 3 0,4 0 4 0,-1-2-5 16,1 2 2-16,-1-2 1 0,-4 0-2 15,5 1 4-15,2-2 2 0,0 1 9 16,0 0 1-16,0-1-2 0,-5 1 1 16,3-2-3-16,-1 0-1 0,-4 4 2 15,3-4-2-15,-3 0-1 0,0 0 3 0,0 0-4 16,1-2-1-16,-2 2 1 0,3-1-3 15,-6-1-1-15,6-3 5 0,-4 0-7 0,4 2 6 16,-2-2-3-16,2 0-2 0,-3-1 4 16,2 0-4-16,0-1 4 0,0 1-4 0,-2-2-1 15,2 0 1-15,0 2-1 0,0-2 0 16,1 1 0-16,-4 1-2 0,4 0-2 0,-7 1 1 16,2 1 0-16,-4 1 2 0,3-1-2 15,-3 1 0-15,0 0 2 0,0 1 6 0,-4 0 11 16,2-3 4-16,1 3-1 0,-4-2 0 15,5 0-6-15,-4-2-1 0,4-3 0 0,-4 3-2 16,2-3 0-16,1-1-3 0,2 0-1 16,-1-1-2-16,-1 1-2 0,1-1 1 15,-2-1 0-15,1 1 3 0,1-2 1 16,-1 6 0-16,0-1-3 0,-3-2 2 0,2 3 5 16,-1 0 6-16,0-2 0 0,-1 2 1 15,1 1-3-15,-1-2-3 0,2-1-4 16,-2 4 1-16,0-4-5 0,5 2 2 0,-4 1 1 15,-1-1 6-15,0-1 8 0,4 2-7 16,-4 2 12-16,-1 0 3 0,-3 1 0 0,3-1 3 16,-1 3 7-16,-5 5 2 15,7-11-12-15,-3 6 1 0,-4 5-2 0,3-12-3 16,1 7-3-16,-4 5 0 0,5-10-1 16,-3 3-1-16,-2 7-1 0,7-14-2 0,-5 7 0 15,1-3-3-15,-3 2 1 0,2-6-4 16,0 2 0-16,0-2-4 0,0 1-1 0,-2-1 3 15,0-1 2-15,0 1-3 0,0 2-2 16,-4-3-7-16,2 2-3 0,-1-1 3 0,-1 2-3 16,-1 3 3-16,0-2-6 0,-3 0-40 15,3 5-69-15,-3 1-110 0,2 1-167 0,6 4-194 16,-9-2-223-16,9 2 84 0,0 0 85 16,-15 12-460-16,8-1-566 0</inkml:trace>
  <inkml:trace contextRef="#ctx0" brushRef="#br0" timeOffset="-28910.12">13720 8379 583 0,'6'-8'73'0,"0"2"-22"0,-5-1 23 0,4 1 4 0,1-1 9 0,-5 0-2 16,1 1-4-16,0-2-6 0,2 2 8 0,-2-3-4 15,-2 3 2-15,0 6-4 0,-4-13-5 16,0 6-9-16,1 0-6 0,-8 3-7 0,0-4-3 16,-3 4-6-16,-11 0-4 0,0 1-3 15,-17-1-3-15,1 0-3 0,-2 4-4 16,-1-2-3-16,-3-1 1 0,-2 0-2 15,1-1-3-15,-12-1 0 0,-1 0-1 0,1 0-4 16,-8-5 2-16,1-1-2 0,-5 1-2 16,-2-4-3-16,3 6 4 0,1-3 4 15,4 3 2-15,-2 0-3 0,4 1 1 0,-3 3-2 16,2 2-4-16,-3 4 3 0,1 2-1 16,-2 3-1-16,1 1-1 0,1 0-3 0,-2 5 1 15,3 1-1-15,-3 2 2 0,5 3 1 16,-3 2-5-16,6 2 2 0,4 3 1 0,-1 1-3 15,7 4 0-15,-1 3 4 0,5 2-3 16,5 1-2-16,3 3-1 0,3 0 3 16,4 1 1-16,3 2 0 0,6-1-2 15,-2 3 7-15,7-1-8 0,0 1 2 0,5 1-1 16,4 3 0-16,-1 3 0 0,8-7 7 16,2 1-7-16,8 10-1 0,0 2 3 15,7 0-2-15,2 2 4 0,5 0-3 0,3-2 0 16,10 14-1-16,-5-17 3 0,14 10-3 15,3-1 1-15,3-6 2 0,4-2 5 0,3-1 14 16,4-2 0-16,-2 2 1 0,8 1 13 16,3-6 8-16,5 1 1 0,4-1 5 0,4 2-1 15,1-4 5-15,3 1-3 16,9 2 5-16,2-3-7 0,3 0 6 0,4-4-8 16,2-3 0-16,0-2-2 0,6-6 3 15,-4-4-2-15,2-2-8 0,2-2 0 0,4-6-7 16,-2-5-3-16,0-4 0 0,-5-2-3 15,-20-6-5-15,24-5-1 0,-5-6-3 0,-5-4-1 16,1-8 0-16,-6-11-3 0,-2-5-3 16,-2-9 6-16,0-9-9 0,-7-5 4 0,-2-15-6 15,-7-8 0-15,-4-11-3 0,-7-9 0 16,-10-14 0-16,-6-2-2 0,-18-4-2 16,-13-3 5-16,-19-1-3 0,-17 7 0 15,-20 4 1-15,-19 5-2 0,-48-20-4 16,-18 11-1-16,-19 11-10 0,-17 14-9 0,-16 14-13 15,-16 9-26-15,-11 8-33 0,-2 10-34 16,-7 14-39-16,2 8-36 0,44 11-55 0,-2 2-121 16,2 3-111-16,14 7-177 0,6-1-161 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8T03:21:37.6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1884 1553 1723 0,'-4'-6'395'0,"4"6"-55"0,-5-6-13 0,5 6 13 16,0 0-19-16,-6-8-7 0,6 8-7 16,0 0-12-16,0 0 14 0,0 0 12 15,-8-10-1-15,8 10-3 0,-4-4-12 0,4 4-12 16,0 0-20-16,0 0-19 0,0 0-25 15,0 0-24-15,0 0-29 0,0 0-16 16,0 0-11-16,-13 22-8 0,12-5-12 0,-3 6-13 16,-1 2-13-16,3 10-74 15,-1-6-29-15,1-4 0 0,2 14 0 0,4-13 0 16,-4-1 0-16,0-4 0 0,-2-3 0 16,2-1 0-16,0-1 0 0,0-3 0 0,0 0 0 15,0-5 0-15,0 2 0 0,-2-1 0 16,2-2 0-16,0-7 0 0,-2 13 0 15,2-13 0-15,0 9 0 0,0-9 0 0,-2 5-358 16,2-5-103-16,0 0-68 0,-11 0-79 16,11 0-138-16,0 0-79 0,0 0 80 15,-16-17-588-15,15 12-789 0</inkml:trace>
  <inkml:trace contextRef="#ctx0" brushRef="#br0" timeOffset="299.81">1665 1397 3681 0,'-14'-9'43'0,"7"-3"61"15,-2 6 45-15,3 0 48 0,6 6 43 0,-10-6 25 16,10 6 4-16,-9-7-21 16,9 7 13-16,0 0-20 0,-4-9-25 0,4 9-26 15,0 0-14-15,0 0-15 0,20-10-12 16,-4 6-14-16,5 3-14 0,15-6-11 15,2 0-16-15,0 2-6 0,1 0-13 0,-3 0-10 16,-6 0-17-16,-6 3-19 0,-6 0-17 16,-2-2-23-16,-7 4-14 0,5 0-27 0,-14 0-24 15,16-1-28-15,-16 1-32 0,14-1-38 16,-14 1-54-16,0 0-63 0,8 11-65 16,-8-6-59-16,0 6-87 0,-2-3-153 0,2 2-49 15,2-1 58-15,-2 0-372 0,3-1-492 16</inkml:trace>
  <inkml:trace contextRef="#ctx0" brushRef="#br0" timeOffset="634.79">2483 1285 3003 0,'-10'-9'167'16,"2"0"33"-16,3 2 31 0,-1 2 27 16,6 5 13-16,-7-5 10 0,7 5-14 0,0 0 1 15,0 0 22-15,-18 19-10 16,9 10-5-16,1 3-14 0,0 6-18 0,3 5-24 16,3 0-19-16,0 1-22 0,0-1-16 0,2 0-13 15,4-2-17-15,0-3-13 0,-3-2-15 16,5-1-7-16,0-9-9 0,-4-5-24 15,4 2-31-15,-2-8-35 0,-3 1-59 16,3-3-71-16,0-1-75 0,-1-3-90 0,1-1-87 16,3-1-84-16,0-3-133 0,0-4-206 15,-7 0 49-15,0 0 87 0,38-9-503 16,-18 2-640-16</inkml:trace>
  <inkml:trace contextRef="#ctx0" brushRef="#br0" timeOffset="1015.75">2675 1589 3383 0,'-4'-5'110'0,"4"5"34"0,-5-8 3 16,5 8 9-16,0 0 0 0,-4-6-5 15,4 6 28-15,0 0 0 0,0 0-9 16,0 0-16-16,15 19-16 0,-8-9-13 0,3 1-10 16,-2-1-11-16,1 2-12 0,-4 2-3 15,4-1 1-15,-4 1 16 0,-1 1 1 16,0-2 3-16,-2-3 17 0,-1 4 5 0,1-5 4 15,-2 1-8-15,2-2-6 0,1 0 0 16,-3-1-3-16,0-7 3 0,4 8-3 0,-4-8-15 16,0 0-10-16,0 0-11 15,14-31-7-15,-3 13-9 0,3-9-13 0,-1 8-5 16,-1 3-7-16,-1 3-7 0,1 1-4 16,-2 1-5-16,-1 7-5 0,0-2-4 15,1 5-2-15,-10 1-5 0,19 3 0 0,-7 2-12 16,-1 0-16-16,-2 6-18 0,1-3-42 15,1 2-35-15,-1 1-42 0,0-1-24 16,-5-2-40-16,3 1-48 0,-3-1-47 0,4 0-39 16,-4-2-48-16,1 3-57 0,-1-3-114 15,-1 0-153-15,1-2 62 0,-5-4-464 0,5 7-595 16</inkml:trace>
  <inkml:trace contextRef="#ctx0" brushRef="#br0" timeOffset="1299.86">3102 1283 3550 0,'-2'-14'282'0,"0"3"34"15,0 5 29-15,2-1 15 0,0 7-4 0,2-10 1 16,-2 10-16-16,14-8-30 0,-7 7-37 16,-7 1-22-16,36 7-21 0,-16 3-30 0,7 9-14 15,-2 4-21-15,0 15-16 0,-5 5-21 16,-4 2-33-16,2 8-15 0,-11 2-4 15,1 0-8-15,-2-2-18 0,-6-9-42 0,0-1-9 16,-2-3 0-16,-2-2 0 16,2-1 0-16,-2-9 0 0,0-6 0 0,4-3 0 15,-3-4-102-15,1-1-103 0,0-2-49 16,0-4-68-16,0 0-63 0,1-4-73 0,1-4-79 16,0 0-119-16,0 0-141 0,0 0 78 15,0 0-559-15,1-22-736 0</inkml:trace>
  <inkml:trace contextRef="#ctx0" brushRef="#br0" timeOffset="1682.92">3876 1624 3325 0,'0'0'-68'0,"0"0"56"0,0 0 53 16,-18 4 61-16,18-4 70 0,-7 7 58 15,7-7 52-15,-6 6 42 0,6-6 26 0,0 0 3 16,-6 6 19-16,6-6 21 0,0 0 10 15,0 0-5-15,19 6-5 0,-19-6-36 0,33-4-35 16,-14 1-39-16,4-2-112 0,-1-1-171 16,2 3 0-16,0-2 0 0,-2 0 0 15,-4 0 0-15,2 1 0 0,-6 3 0 0,2-5 0 16,-3 5 0-16,-3 1-163 16,-1-2-309-16,2 0-114 0,-11 2-174 0,14 0-124 15,-14 0 83-15,4 11-738 0,-4-11-983 0</inkml:trace>
  <inkml:trace contextRef="#ctx0" brushRef="#br0" timeOffset="1950.46">3815 2011 4618 0,'-12'2'286'16,"3"-1"49"-16,9-1 29 0,-11 3 46 0,11-3 30 15,0 0 30-15,0 0-22 0,0 0-24 16,0 0-28-16,0 0-396 0,0 0 0 0,34-8 0 15,-12 4 0-15,15-2 0 0,-3 1 0 16,-3-1 0-16,-5 3 0 0,-7 2 0 16,0-1 0-16,1 0 0 0,-6 0 0 15,-1 0 0-15,-1 2 0 0,-12 0 0 0,17 0 0 16,-9-3 0-16,-8 3 0 0,0 0 0 16,15 0 0-16,-15 0 0 0,0 0 0 15,10-2 0-15,-10 2-721 0,0 0-265 0,0 0 71 16,0 0 90-16,0 0-788 0,0 0-1054 15</inkml:trace>
  <inkml:trace contextRef="#ctx0" brushRef="#br0" timeOffset="3383.25">4988 1451 4176 0,'9'-3'-140'16,"-9"3"43"-16,0 0 44 0,9-6 38 15,-9 6 43-15,0 0 51 0,9-4 29 16,-9 4 26-16,0 0 20 0,0 0 4 0,12-2 5 16,-12 2 5-16,0 0-4 0,0 0 0 15,0 0-6-15,11-2-3 0,-11 2-5 16,0 0-12-16,8-6-8 0,-8 6-8 0,3-7-6 15,-3 7-10-15,7-14-11 0,-7 6-7 16,2-3-5-16,-2-1-4 0,-2-1-8 0,-3 1-2 16,1-2-13-16,-1 0-8 0,-1-1-3 15,-1 1-6-15,-3 3-11 0,2 0-6 16,-3 1-3-16,-3 3-2 0,3 4-1 0,-6 3-1 16,0 3-9-16,-4 6 2 15,-6 6 2-15,2 4-4 0,5 5 10 0,0 1-12 16,6 4-5-16,2-3 3 0,4 0 5 15,5-6-1-15,3 1-10 0,3-1 4 0,3 1 6 16,8 4-2-16,2-4 20 0,2-5 2 16,-2-4 3-16,2-2 15 0,-3-5 14 15,1 2 8-15,-4-3 15 0,-1-1-3 0,-2-1 0 16,2 0-9-16,-11-2-7 0,19 3-10 16,-11-3 1-16,1 4-15 0,1 0 0 15,1 3 6-15,1 4-3 0,1 4 2 16,2 9 0-16,2 0-1 0,-1 1-1 15,-3 1-26-15,-4-1-15 0,-3-4 0 0,2-3 0 0,-4 3 0 16,0-2 0-16,-3-2 0 16,-1 1 0-16,-1-4 0 0,-3 3 0 0,-3 2 0 15,-9 5 0-15,-4-3 0 0,-2-2 0 16,-3-1 0-16,4-7 0 0,4-1 0 16,-2-2 0-16,1-3 0 0,2-1 0 0,2-2 0 15,-1 0 0-15,2-2 0 0,13 0 0 16,-25-2 0-16,15 0 0 0,10 2 0 0,-18-4 0 15,8 2 0-15,10 2 0 0,-15 0 0 16,15 0 0-16,-11 0 0 0,11 0 0 16,-9-3-344-16,9 3-594 0,0 0-17 15,0 0 93-15,0 0-870 0,23-9-1164 0</inkml:trace>
  <inkml:trace contextRef="#ctx0" brushRef="#br0" timeOffset="3800.08">5667 1370 4596 0,'0'-12'-78'0,"-2"3"72"15,2 2 60-15,0 7 55 0,0-10 46 16,0 10 34-16,0 0 19 0,0-9 12 16,0 9-22-16,0 0-24 0,0 0-7 0,0 0 35 15,0 0 23-15,8 40 5 0,-3-8-21 16,-1 7-19-16,3 2-7 0,0 2 1 15,-2-1-9-15,-1 1-19 0,0-2-15 16,1-3-10-16,-3-1-4 0,0-8-75 0,0-2-52 16,-2-4 0-16,0-2 0 0,0-2 0 15,0-5 0-15,0-2 0 0,0 1 0 0,0-2 0 16,0-3-155-16,0-8-201 0,-4 10-91 16,4-10-90-16,0 0-98 0,0 0-161 15,0 0-1-15,0 0 75 0,-7-34-552 0,9 17-734 16</inkml:trace>
  <inkml:trace contextRef="#ctx0" brushRef="#br0" timeOffset="4051.65">5463 1385 3667 0,'-21'-9'98'0,"2"3"37"0,6 2 53 16,1 1 50-16,0-1 56 0,5 1 25 0,7 3 7 15,-13-3-22-15,13 3-18 0,0 0-18 16,-4-7-9-16,4 7-16 0,0 0-16 15,40-9-21-15,0 0-21 0,2 3-23 0,16-3-41 16,-2 2-43-16,1 0-46 0,-14 2-70 16,-2 0-28-16,-6 1-41 0,-12 3-26 15,-4-2-18-15,-4 3-15 0,1-2-23 0,-7 2-24 16,-9 0-43-16,16 2-43 0,-9 2-66 16,-7 2-113-16,2 2-191 0,-2 3-57 15,-4 1 74-15,2 3-412 0,-2 2-536 16</inkml:trace>
  <inkml:trace contextRef="#ctx0" brushRef="#br0" timeOffset="4415.88">6454 1183 3102 0,'0'-12'10'15,"-4"0"46"-15,2 4 47 0,0 1 37 0,0 1 30 16,0 2 14-16,2 4-6 0,0 0-2 16,0 0 23-16,0 0 9 0,-20 29 33 0,8 2 0 15,3 1-15-15,1 6-3 0,2 6-6 16,4 4-2-16,2 10-23 0,2-1-19 15,3-1-14-15,-2-11-4 0,1-2-25 16,5-2-11-16,0-2-15 0,0-4-9 16,0-5-17-16,2-1-43 0,-1-8-44 0,1-5-50 15,0-3-47-15,1-2-66 0,1-2-84 16,1-4-88-16,-1-2-126 0,1-1-157 0,-3-2-153 16,2-5 74-16,-1 3-518 0,1-1-688 15</inkml:trace>
  <inkml:trace contextRef="#ctx0" brushRef="#br0" timeOffset="4882">6700 1506 3692 0,'-2'-6'223'0,"2"6"2"16,0-8-22-16,0 8-25 0,0 0-13 15,0 0 29-15,0 0 36 0,0 0 4 0,0 0-13 16,33 12-20-16,-24-4-16 0,2 1-15 16,1 3-21-16,-1 2-3 0,1 1 5 15,-3 0-4-15,-1 1-13 0,-1-1-12 0,1 1-5 16,-4-1-3-16,-2 1-6 0,2-5-7 16,-2 3-17-16,-1-4 1 0,-1 1-10 0,0-5 0 15,2 1 18-15,-2-7 18 0,4 9 6 16,-4-9-14-16,0 0-65 15,19-31-38-15,-2 7 0 0,2-2 0 0,3 2 0 16,-4 2 0-16,-2 5 0 0,-5 5 0 16,1 1 0-16,1 5 0 0,-4 1 0 0,3 5 0 15,-12 0 0-15,25 3 0 0,-12 5 0 16,-2 3 0-16,1 5 0 0,-1 0 0 16,-2 3 0-16,3 0 0 0,-6 3 0 0,-1-1 0 15,1 1 0-15,0 1 0 0,-4-4 0 16,0-3 0-16,0 1 0 0,0-2 0 0,2-1 0 15,-4-1 0-15,1-5 0 0,-1 0 0 16,2-2-191-16,-2-6-358 0,8 4-178 0,-8-4-214 16,0 0 93-16,17-21 92 0,-6 7-665 15,5-9-873-15</inkml:trace>
  <inkml:trace contextRef="#ctx0" brushRef="#br0" timeOffset="5148.64">7333 1169 4331 0,'-3'-10'205'0,"3"2"6"0,-2 1-1 0,2 7 2 0,0-9 8 15,0 9 9-15,0 0 71 0,0 0 20 0,14 36-1 16,-6-5-24-16,1 6-26 0,-3 5-28 16,4 14-22-16,-7 4-23 15,3 2-18-15,-6 0-17 0,3 1-86 0,4-5-75 16,0 1 0-16,-5-6 0 0,4-9 0 15,-3-1 0-15,-1-3 0 0,2-4 0 0,1-2 0 16,-4-7 0-16,-1-8 0 0,2-3-44 16,-2-6-370-16,2 1-100 0,-2-5-120 0,0-2-190 15,0-4-18-15,0 0 81 0,0 0-653 16,0 0-866-16</inkml:trace>
  <inkml:trace contextRef="#ctx0" brushRef="#br0" timeOffset="6448.5">7706 1558 3895 0,'-9'-5'6'15,"9"5"42"-15,-7-6 21 0,7 6 41 0,0 0 28 16,4-16 39-16,6 8 43 0,-2-1 22 16,8 1 18-16,-5-2-10 0,1 3-6 0,2-2-17 15,1 4-24-15,1-3-22 0,-1 5-11 16,0-1-22-16,-2 3-10 0,3 2-12 16,-3 2-14-16,1-1-11 0,-1 6-7 0,-2-4-1 15,-1 4-10-15,-3 1 1 0,1 3 4 16,-5-2 2-16,-3 3 3 0,0 3-6 0,-5 1-12 15,-3 4-2-15,-3 4-10 16,-1-5 0-16,1-2 1 0,2-3 3 16,3-5-58-16,0 1-9 0,2-5 0 0,-1 1 0 15,1 0 0-15,4-7 0 0,-4 12 0 16,4-12 0-16,0 9 0 0,0-9 0 0,4 11 0 16,2-5 0-16,-3 2 0 0,3-2 0 15,1 3 0-15,3-1 0 0,-2 1 0 0,-1 0 0 16,3 0 0-16,-2 2 0 0,-1-1 0 15,-1 0 0-15,-3 0 0 0,2 3 0 16,-3-3 0-16,-2 0 0 0,0 2 0 0,-2 0 0 16,-3 2 0-16,0-2 0 0,-1-2 0 15,1 0 0-15,-1-1 0 0,3-1 0 16,-4-3 0-16,3 1 0 0,-3 0 0 16,7-6 0-16,-13 2 0 0,13-2 0 0,-16 0 0 15,16 0 0-15,-25-8-5 0,14-1-1071 16,1-1 87-16,1-2 121 0,2 0-919 15,3-2-1215-15</inkml:trace>
  <inkml:trace contextRef="#ctx0" brushRef="#br0" timeOffset="6765.95">7963 1219 5192 0,'-11'-13'124'0,"5"3"26"0,-1 2 15 0,2 3 21 0,0-1 7 15,5 6-3-15,-4-6-10 0,4 6-1 16,0 0 36-16,0 0 14 0,29 35-5 0,-2 2-24 16,1 5-12-16,-1 8-23 0,2 5-10 15,1 20-15-15,-10-7-24 0,-2-3-116 16,-5-2 0-16,-3 6 0 0,-6-5 0 0,-4 1 0 16,-4-4 0-16,0-5 0 15,-4 2 0-15,3-17 0 0,-3-2 0 0,1-3 0 16,0-5 0-16,2-7 0 0,1-7 0 15,0-2 0-15,4-5 0 0,-1 2 0 0,-1-6 0 16,2-6 0-16,-4 6 0 0,4-6 0 16,0 0-106-16,0 0-428 0,0 0-104 15,0 0-155-15,0 0-84 0,0 0 91 0,0 0-730 16,-2-20-961-16</inkml:trace>
  <inkml:trace contextRef="#ctx0" brushRef="#br0" timeOffset="7598.81">8865 1787 4088 0,'-22'-4'-35'16,"11"2"62"-16,0 1 41 0,-4-2 49 0,15 3 48 15,-29 3 44-15,29-3 49 0,-18 0 36 16,18 0 9-16,-16 0 6 0,16 0-11 0,0 0-13 16,0 0 0-16,0 0 7 0,0 0-13 15,59-5-18-15,-9 1-32 0,18-2-25 16,4 1-20-16,1 3-113 0,-3-4-71 0,-7 2 0 16,-15 2 0-16,-4 2 0 15,-14-2 0-15,-3 0 0 0,-6 0 0 0,-6 0-160 16,-1 2-155-16,-1-2-64 0,-4 2-78 15,-9 0-89-15,0 0-144 0,0 0-140 0,0 0 68 16,0 0-616-16,0 0-832 0</inkml:trace>
  <inkml:trace contextRef="#ctx0" brushRef="#br0" timeOffset="7898.24">9006 1535 3923 0,'-10'-12'84'0,"4"3"41"15,1 1 38-15,1 4 35 0,4 4 30 0,-4-8 18 16,4 8 9-16,-5-5-10 0,5 5-26 16,0 0-19-16,0 0 47 0,-7 21 6 0,7 0-10 15,0 15-22-15,0 5-17 0,4 2-21 16,3 8-20-16,-2-7-10 0,4-3-13 16,1-1-7-16,-2-3-10 0,1-2-12 0,0 0-12 15,-2-10-67-15,-2-2-32 0,-1-4 0 16,-2-3 0-16,2 1 0 0,-1-5 0 0,-1-2 0 15,0-3 0-15,-2 3 0 0,2-3 0 16,3 0 0-16,-5-7 0 0,1 8 0 16,-1-8 0-16,4 7 0 0,-4-7-273 15,0 0-198-15,0 0-131 0,0 0-208 16,0 0-63-16,0 0 84 0,0 0-698 0,0 0-935 16</inkml:trace>
  <inkml:trace contextRef="#ctx0" brushRef="#br0" timeOffset="8514.92">9878 1758 4372 0,'0'0'72'0,"2"-10"47"0,-2 10 49 0,7-10 45 0,-6 3 42 15,-1-1 29-15,4-2 13 0,2-2-4 16,-3 1-8-16,5 1-16 0,0-2-22 15,-1 5-19-15,3-1-24 0,2 4-17 16,-1 2-12-16,-11 2-12 0,28 9-16 0,-8 1-16 16,2 8-49-16,3 3-82 0,-4 0 0 15,-2 4 0-15,-4-1 0 0,-4 1 0 16,1-2 0-16,-8-3 0 0,-2-1 0 0,2 3 0 16,-4-3 0-16,-2 0 0 0,-2-4 0 15,4-1 0-15,-2-2 0 0,2-2 0 0,0-1 0 16,2-3 0-16,-2-6 0 0,2 11 0 15,-2-11 0-15,0 0 0 0,19-21 0 0,-2-4 0 16,12-11 0-16,-1-4 0 16,3 2 0-16,-1 5 0 0,-7 12 0 0,-1-1 0 15,-4 10 0-15,1 5 0 0,-4 7 0 16,5 4 0-16,-2 6 0 0,7 9 0 16,-2 4 0-16,-2 3 0 0,-4 1 0 0,-1 3 0 15,-3 0 0-15,1 3 0 0,-5-3 0 16,0-4 0-16,-1-1 0 0,-2-6 0 0,-1-5 0 15,-1 1 0-15,0-5 0 0,-1-3 0 16,-3 1 0-16,4 1 0 0,-4-2 0 0,2-2 0 16,-2-5 0-16,0 0 0 0,0 0-879 15,0 0-127-15,-17 2 115 0,17-2-951 16,-37 1-1267-16</inkml:trace>
  <inkml:trace contextRef="#ctx0" brushRef="#br0" timeOffset="9514.96">5074 1281 4628 0,'0'0'-218'15,"0"0"62"-15,2-7 43 0,-2 7 30 0,0 0 23 16,0-10 40-16,0 10 25 0,0 0 45 15,0 0 18-15,0-12 3 0,0 12 10 16,0 0 1-16,0 0 9 0,0 0-5 0,0-5-2 16,0 5 3-16,0 0-5 15,0 0-8-15,0 0-1 0,2-8-12 0,-2 8-6 16,0 0-10-16,0 0-8 0,0 0-8 16,0 0 3-16,0 0-4 0,0 0 5 0,0 37-2 15,-2-19 1-15,2 3-3 0,0 3-4 16,2 1-1-16,-2 1-2 0,0 1-1 15,0-2 0-15,2-2-3 0,0 1-3 0,-1-7-3 16,-1 3-19-16,0-7-44 0,0 0-69 16,0-1-71-16,0 1-87 0,-1-4-120 15,1-1-228-15,1 1-26 0,-1-4 69 0,-1 4-293 16,1-9-360-16</inkml:trace>
  <inkml:trace contextRef="#ctx0" brushRef="#br0" timeOffset="11514.69">3234 3739 2223 0,'0'0'-43'0,"-10"3"39"0,10-3 25 16,-6 4 22-16,6-4 21 0,0 0 18 15,0 0 22-15,0 0 17 0,0 0 17 16,0 0 15-16,0 0-1 0,0 0 16 0,0 0 3 15,0 0 6-15,0 0-8 0,-19-8 2 16,19 8-6-16,-4-8 0 0,2 2-2 0,2 6 2 16,-2-14-7-16,1 7-7 0,-1-1-9 15,2 8-8-15,0-15-6 0,0 6-9 16,2-2-3-16,-1 1-11 0,1-2-13 16,2 2-4-16,4-4-13 0,1 2-1 15,4-2-8-15,-2 3 7 0,-2 0-17 0,2 3-6 16,-1 3-5-16,-1 0-4 0,2 0-5 15,-11 5 6-15,22 3 10 0,-11 2-4 0,1 2 2 16,1 1-10-16,-1 3 0 0,1 1-6 16,-2 5 1-16,3 0-2 0,-5-2 4 15,3 4-4-15,-5 2 0 0,-1 0 9 0,-1-1-4 16,-1-3 10-16,-2-1-7 0,0 0-2 16,-4 1 18-16,0-2 3 0,0-3 2 15,-2-1 7-15,1 1 4 0,-3 1 6 16,-1-3 2-16,0-2-5 0,0 1 1 0,0-2-4 15,-3 0-6-15,0-4-5 0,1 0-6 16,-2 1-1-16,-1-3-8 0,12-1-2 16,-19-3 1-16,7-1-10 0,3-2-5 0,-3-3-6 15,5-5-13-15,-1-2-12 0,1-3 0 16,3-4 0-16,2 1 0 0,2 1 0 0,2 0 0 16,-2 0 0-16,4-1 0 0,1 4 0 15,-1 3 0-15,4-1 0 0,-3 3 0 0,3 2 0 16,-2 3 0-16,1 2 0 0,1 0 0 15,2 4 0-15,-10 2 0 0,0 0 0 16,27 8 0-16,-16 0 0 0,-2 0 0 0,1 2 0 16,1-1 0-16,-2 3 0 15,4 0 0-15,-4-2 0 0,4 2 0 0,2 2 0 16,0-2 0-16,3-1 0 0,-1 1 0 16,0-2 0-16,2-3 0 0,-4-1 0 0,1 0 0 15,0 0 0-15,0-2 0 0,-3-1 0 16,1-2 0-16,-1 2 0 0,1-2 0 15,-14-1 0-15,20-1 0 0,-6-2 0 0,-3 1-23 16,-2-4-123-16,1 0-45 0,-2-6-57 16,1 3-59-16,-1-5-53 0,0 2-68 0,-1 1-90 15,0-1-146-15,-3 4-121 0,1 2 55 16,-1 0-559-16,-4 6-749 0</inkml:trace>
  <inkml:trace contextRef="#ctx0" brushRef="#br0" timeOffset="11748.06">4025 3666 3668 0,'0'0'58'0,"0"6"29"0,0-6 28 0,0 0 18 0,0 0 12 15,0 0 4-15,0 0-10 0,0 0-20 0,27-10-8 16,-13 5-16-16,4-2-38 15,-2 2-61-15,6-2-76 0,-6 2-81 0,6 2-90 16,-3-1-111-16,-1 2-163 0,-2 2-88 16,-5 2 62-16,-2 2-241 0,0 1-281 15</inkml:trace>
  <inkml:trace contextRef="#ctx0" brushRef="#br0" timeOffset="11930.84">4016 3924 2504 0,'-3'4'207'0,"3"-4"18"0,-6 3 14 16,6-3 20-16,0 0 24 16,0 0 28-16,0 0-11 0,0 0-14 0,0 0-28 15,0 0-19-15,31 2-28 0,-17-4-27 16,6 1-50-16,-1-1-61 0,4-1-73 16,-4 3-90-16,2-1-108 0,4-3-117 0,-1 2-143 15,5-2-204-15,-3-1-1 0,-1 2 75 16,0-3-344-16,-3 1-411 0</inkml:trace>
  <inkml:trace contextRef="#ctx0" brushRef="#br0" timeOffset="12798.91">5278 3481 2585 0,'0'0'39'0,"0"0"44"15,11-2 26-15,-11 2 48 0,0 0 36 16,0 0 34-16,14-4 34 0,-14 4 20 0,0 0 16 0,0 0 10 16,10-2-1-16,-10 2-10 15,0 0-10-15,0 0-20 0,0 0-21 16,5-6-23-16,-5 6-22 0,0 0-17 0,0 0-18 16,6-8-15-16,-6 8-18 0,1-6-12 15,-1 6-13-15,5-11-8 0,-3 3-9 0,0-1-6 16,-2-3-9-16,0 2-5 0,2-4-9 15,-4-3-3-15,0-2-9 0,-2 3 4 0,1-4 0 16,-2 2-2-16,-1 1-4 16,3 1 2-16,-3 2-1 0,-1 3-7 0,0 0-5 15,-4 2-26-15,0 2-10 0,-3 6 0 0,-4 2 0 16,-3 4 0-16,-12 10 0 16,1 3 0-16,3 3 0 0,1 3 0 0,4 0 0 15,1 0 0-15,9 2 0 0,3-6 0 16,6-1 0-16,5-2 0 0,2-2 0 0,1 2 0 15,6-5 0-15,0 1 0 0,4-1 0 16,4-2 0-16,5-3 0 0,-4-3 0 0,7-1 0 16,-4-3 0-16,1-2 0 0,-4 1 0 15,2-3 0-15,-4 1 0 0,2-2 0 16,-4 0 0-16,2-1 0 0,-5 4 0 0,-1-2 0 16,-2 1 0-16,-8 3 0 15,0 0 0-15,21 6 0 0,-15-1 0 0,-1 7 0 16,3 1 0-16,-3 7 0 0,5-1 0 15,-2 3 0-15,1 8 0 0,1-9 0 0,-3 1 0 16,-3-1 0-16,4-2 0 0,-5-4 0 16,1 2 0-16,2-2 0 0,-4-3 0 0,2-3 0 15,-2-1 0-15,0 2 0 0,-1-3 0 16,-1 1 0-16,0-8 0 0,-7 16 0 0,0-6 0 16,-9 2 0-16,-2-3 0 0,-6 7 0 15,1-5 0-15,0-3 0 0,2-1 0 16,3 0 0-16,0-2 0 0,3-2 0 15,1 1 0-15,5-1 0 0,0 2 0 16,9-5 0-16,-16 2 0 0,16-2 0 0,-13 2 0 16,13-2 0-16,-12 2 0 0,12-2 0 15,-9 2 0-15,9-2 0 0,0 0 0 0,0 0 0 16,-13 0 0-16,13 0-282 0,0 0-768 16,0 0 105-16,0 0-1066 0,0 0-1428 0</inkml:trace>
  <inkml:trace contextRef="#ctx0" brushRef="#br0" timeOffset="13914.68">6355 3897 5744 0,'-6'-10'-102'0,"2"3"46"16,1 0 40-16,1 2 16 0,2 5 5 16,-2-8 10-16,2 8 13 0,0 0 20 0,0 0 30 15,0 0 6-15,0 0-1 0,18 27 6 16,-13-19-4-16,-1 4-3 0,1 5-6 0,-5-4-4 15,2 0-2-15,-2 4-8 0,0 3-12 16,-2-2 3-16,-3 2-7 0,1-3-4 0,-1 1-8 16,0-1-3-16,1-3-39 15,-3 1-49-15,1-3-66 0,0 2-81 0,-2-5-96 16,3-1-115-16,-1-3-145 0,1-1-176 16,5-4 42-16,0 0-533 0,0 0-688 15</inkml:trace>
  <inkml:trace contextRef="#ctx0" brushRef="#br0" timeOffset="14497.95">7310 3116 3602 0,'-6'-13'41'16,"2"5"49"-16,0 0 23 0,0 0 27 0,2 3-11 16,2 5-9-16,0 0-14 0,0 0-10 15,0 0 19-15,0 0 22 0,2 31 6 16,4 3 19-16,2 6 7 0,0 0-6 0,-3 13-13 16,3-1-10-16,-2 2 13 0,-2-12 1 15,-1 1-13-15,-1-4-10 0,-2 1-13 16,4-5-7-16,-2-8-3 0,0-5-13 15,-1-3-10-15,-1-4-16 0,0 1 6 0,0-4-10 16,2 1-4-16,-2-4 15 0,0 0 10 16,2-3 19-16,-2-6 14 0,2 13 7 15,-2-13-11-15,0 0-9 0,0 0-15 0,0 0-8 16,0 0-12-16,8-28-8 0,-6 17-11 16,2-1-4-16,1-3-7 0,1 3-14 0,-1 2-27 15,6 1 0-15,-6 1 0 0,4 1 0 16,3 2 0-16,-2 2 0 0,3 1 0 0,-13 2 0 15,30 4 0-15,-10-1 0 0,-3 4 0 16,3 0 0-16,-2 1 0 16,-1 2 0-16,-4-1 0 0,-5-1 0 0,1 4 0 15,-1-1 0-15,-6-1 0 0,0 2 0 16,-4 1 0-16,-1-1 0 0,-4 5 0 0,0-5 0 16,-3 6 0-16,-2-2 0 0,-1-1 0 15,1-1 0-15,-4 0 0 0,5-4 0 0,-3-2 0 16,3-1 0-16,-1-2 0 0,3-3 0 15,9-2 0-15,-25-7 0 0,14 0-156 16,-5-4-233-16,5-5-92 0,3-3-99 0,3-1-138 16,3 1-120-16,4 0 62 0,3-4-671 15,6-3-895-15</inkml:trace>
  <inkml:trace contextRef="#ctx0" brushRef="#br0" timeOffset="14699.41">7868 3488 4333 0,'0'0'130'0,"0"0"26"16,0 0 26-16,0 0 45 0,0 0 46 0,0 0 19 15,17 0-12-15,-17 0-18 0,21-5-30 16,0-1-24-16,4 0-22 0,9-3-59 0,0-3-84 16,0 0-108-16,-1 4-97 0,-5 2-106 15,9-1-113-15,-11 3-124 16,-3 0-181-16,-5 2-58 0,-1 4 65 0,-7-1-491 15,-3 5-637-15</inkml:trace>
  <inkml:trace contextRef="#ctx0" brushRef="#br0" timeOffset="14930.43">8000 3684 3076 0,'-16'9'97'0,"5"-2"87"16,1-2 54-16,5 0 49 0,-1-2 62 15,6-3 47-15,0 0 25 0,-7 6 3 0,7-6-11 16,0 0-23-16,0 0-38 0,0 0-29 15,0 0-34-15,45-6-30 0,-24 3-32 0,2-2-19 16,1 1-38-16,1 2-82 0,0-4-88 16,-2 2 0-16,-2 3 0 0,-4-3-134 15,-3 4-69-15,-1-3-48 0,3 3-42 16,-9-1-59-16,-7 1-66 0,17-4-84 16,-17 4-125-16,8-2-151 0,-8 2 65 0,5-7-620 15,-5 7-790-15</inkml:trace>
  <inkml:trace contextRef="#ctx0" brushRef="#br0" timeOffset="15579.91">8922 3270 3962 0,'-6'-10'86'16,"3"-2"21"-16,3 3 20 0,0-3 12 0,3-1 13 0,1-1 17 0,4 2 24 15,-1-3-6-15,5 1-15 0,1-1-14 0,4 3-18 16,0 2-10-16,2 1-14 0,1 1-16 15,-2 4-5-15,4 4-11 0,-4 2-4 16,3 2-13-16,-3-1-3 0,2 5-5 16,0 4-9-16,-5 0 2 0,0-1-9 0,21 109-205 31,-47-104 348-31,0 1-78 16,-1-2 33-16,-1-1 68 0,-1 0-71 0,1 1 12 15,4-5-89-15,1 0 93 0,0-3-115 16,5 2 63-16,-1-2 69 0,2-1 5 15,2-6 10-15,7 12-186 0,3-5 0 0,4 3 0 16,4-2 0-16,1 1 0 0,10 3 0 16,-6 0 0-16,-3-3 0 0,-2 1 0 15,-1 1 0-15,-2 1 0 0,-4-3 0 0,1 0 0 16,-6 4 0-16,0-3 0 0,-6-1 0 16,-2 1 0-16,-4 0 0 15,-1 1 0-15,-5-1 0 0,-5 0 0 0,1-1 0 16,-5-1 0-16,6-2 0 0,0-3 0 15,-4 0 0-15,3-3-778 0,4 0-809 16</inkml:trace>
  <inkml:trace contextRef="#ctx0" brushRef="#br0" timeOffset="15631.7">8949 3641 464 0</inkml:trace>
  <inkml:trace contextRef="#ctx0" brushRef="#br0" timeOffset="17098.53">10204 3649 1039 0,'0'0'1284'0,"-11"1"-589"16,11-1-245-16,0 0-123 0,0 0-74 15,-10 5-53-15,10-5-20 0,-2 5 34 16,2-5 7-16,-2 14 20 0,2-4 2 0,2-3-14 16,-2 5-19-16,-2 1-7 0,1 1-14 15,-5 1-3-15,0 5-24 0,-1-1-17 0,-7 5-12 16,-1-1-14-16,-2 1-10 0,-2-4-15 16,0 0-6-16,1-3-31 0,4-5-52 15,-4-3-59-15,5 1-64 0,-1-3-62 16,3-2-74-16,0 0-97 0,-1-3-108 15,12-2-128-15,-13-5-167 0,10-2 44 0,3-1-586 16,3-6-753-16</inkml:trace>
  <inkml:trace contextRef="#ctx0" brushRef="#br0" timeOffset="17430.32">10760 3473 3887 0,'5'-2'129'0,"-1"-2"19"15,-4 4 17-15,0 0 7 0,0 0-8 16,0 0-15-16,0 0-11 0,0 0 40 0,9 14-3 16,-7-1 23-16,-2 3-24 0,4 3-14 15,-4 5-14-15,1 0-19 0,-1 1-11 0,2-1-12 16,-2 5-4-16,0-6-12 0,-2 0 0 16,1-2-20-16,-3-1 11 0,2-6 14 15,-2 1 20-15,2-2 22 0,-1-3 23 0,-1-2 16 16,-1-4 12-16,5-4-12 0,0 0-19 15,0 0-12-15,-18-25-36 0,14 0-107 0,1-18 0 16,3-15 0-16,5-5 0 16,4-8 0-16,2-2 0 0,11-11 0 0,-5 19 0 0,4 8 0 15,-4 6 0-15,4 7 0 16,-4 13 0-16,2 2 0 0,3 4-109 0,2 6-276 16,-3 11-95-16,0 6-110 0,-1 2-155 15,4 4-103-15,2 7 73 0,-1 7-674 0,-8 7-897 16</inkml:trace>
  <inkml:trace contextRef="#ctx0" brushRef="#br0" timeOffset="17614.91">10803 3553 4232 0,'-11'3'106'0,"-1"-1"36"0,12-2 32 16,-11 2 37-16,11-2 26 0,0 0-7 15,0 0-12-15,-10 3-17 0,10-3-22 16,0 0-26-16,0 0-19 0,0 0-21 15,38-15-92-15,-14 10-109 0,17-7-143 0,15-1-174 16,1 0-205-16,1-1-140 0,3 0 65 16,3-4-533-16,-5 1-682 0</inkml:trace>
  <inkml:trace contextRef="#ctx0" brushRef="#br0" timeOffset="18164.78">11694 3071 3543 0,'-16'1'111'15,"0"1"30"-15,1 0 29 0,0 3 9 0,-2 2 17 16,-1 5 15-16,-3 8 16 0,5 4 21 16,-4 3-14-16,7 4-22 0,1 1-15 15,7 0-23-15,1 3-16 0,4-5-11 0,6 5-15 16,1-1-15-16,3-4-8 0,-1-1-19 16,-3-4-4-16,2-7-11 0,0 0-9 15,-5-4-5-15,1-2-5 0,0-2-1 0,-1-3-4 16,1 0 1-16,-4-7-6 0,8 3-3 15,-8-3-6-15,0 0-13 0,21-25 2 16,-7-3 2-16,9-11-8 0,-5 0-10 0,5 0 3 16,-1 12 1-16,-6 3-9 0,2 7 6 0,-9 3 5 15,2 6-1-15,-3 2 6 16,2 5 10-16,-10 1 5 0,25 8 1 0,-11 2 1 16,2 4-2-16,5 5-3 0,0 0-4 15,0 3-4-15,-2 0-2 0,2 0-1 16,-8-5-5-16,-3-3 2 0,-1-2-4 0,-4 1-2 15,2-5 4-15,-2 0-1 0,-1-2 6 16,3-3-2-16,-7-3 18 0,0 0-2 0,0 0-5 16,20-10-2-16,-9-5-7 0,7-10-6 15,-2-6 2-15,7-8-2 0,4 2-1 0,-2 1 0 16,-5 8-11-16,2 6 1 0,-1 1 1 16,-6 10 2-16,0 4 5 0,-2 5 6 15,3 7 5-15,-1 1-24 0,2 7 0 16,6 7 0-16,-4 4 0 0,-2 2 0 0,-2 3 0 15,-1-2 0-15,-3 4 0 0,1 0 0 16,-3-1 0-16,-3 1 0 0,-1-6 0 16,-3-6 0-16,0-2 0 0,-2-3 0 0,0 0-174 15,2-2-122-15,-2-4-79 0,0 1-91 16,0-4-100-16,0-5-143 0,0 0-101 0,0 0 68 16,0 0-637-16,0 0-831 0</inkml:trace>
  <inkml:trace contextRef="#ctx0" brushRef="#br0" timeOffset="18382.11">12592 2937 3702 0,'2'-20'70'0,"0"8"61"0,0 1 26 0,0 5-5 0,0 2-8 0,-2 4 5 15,0 0 61-15,0 0 51 0,0 0 43 0,21 33 12 16,-10-4 2-16,7 13 11 0,-4 7-17 16,2 1-30-16,1 2-26 0,-3 1-22 15,-3 1-20-15,-4-3-27 0,1-7-20 0,-2-4-18 16,-2 1-15-16,-3-4-121 0,-1-5-13 15,0-6 0-15,0-8 0 0,-1 3-207 0,1-4-113 16,0-3-119-16,-2-2-141 16,0-4-213-16,2-3-44 0,0-5 81 0,0 0-693 0,0 0-897 15</inkml:trace>
  <inkml:trace contextRef="#ctx0" brushRef="#br0" timeOffset="18569.65">12998 3366 4606 0,'0'0'375'16,"0"0"8"-16,0 0 10 0,0 0 12 0,0 0 5 16,0 0-12-16,0 0-12 0,0 0-46 15,0 0-33-15,0 0-119 0,0 0-188 0,14-7 0 16,8 0 0-16,13-3 0 0,1 1 0 16,-2 0 0-16,2-1-135 0,0 2-433 15,-5-1-153-15,-4 0-175 0,-6 4 50 16,-4 4 96-16,-5-1-704 0,-7 2-903 0</inkml:trace>
  <inkml:trace contextRef="#ctx0" brushRef="#br0" timeOffset="18729.53">13114 3498 4334 0,'-19'12'146'0,"8"-2"52"16,4 0 59-16,-1-3 59 0,2-2 38 0,0 1 19 0,6-6 3 16,-7 6-14-16,7-6-21 0,-6 5-27 15,6-5-28-15,0 0-32 0,0 0-28 16,0 0-172-16,33-1-54 0,-15-4 0 15,3 0 0-15,12-4-317 0,-3 0-211 0,2-3-213 16,-3 2-161-16,2-2 73 0,-6 1-829 16,-6 5-1094-16</inkml:trace>
  <inkml:trace contextRef="#ctx0" brushRef="#br0" timeOffset="19246.75">13591 3302 4967 0,'-4'-10'159'0,"4"1"20"0,-1 1 32 0,1 8 25 15,0-11 1-15,0 11-4 0,1-6-8 0,-1 6-9 16,13-2-10-16,-13 2-13 0,25 4-16 16,-8 2-19-16,2 1-14 0,-1 3-17 15,4 8-9-15,-1-2-9 0,-5 2-9 0,-5-4-4 16,-2 1-4-16,0-1-84 0,-6-1-8 15,1-1 0-15,0 1 0 0,-4-5 0 16,2 0 0-16,-1-1 0 0,-1-7 0 0,0 11 0 16,0-11 0-16,0 0 0 0,0 0 0 15,0 0 0-15,25-26 0 0,-8-2 0 16,8-8 0-16,2 2 0 0,1-4 0 0,-3 10 0 16,-2 7 0-16,1 1 0 0,-4 9 0 15,-3 3 0-15,-2 8 0 0,1 5 0 16,2 3 0-16,0 6 0 0,2 7 0 0,0 3 0 15,-5 1 0-15,-4 2 0 0,2-1 0 16,-1-4 0-16,-4-3 0 0,-3-3 0 0,4-3 0 16,-4 1 0-16,3-2 0 0,-5-3 0 15,5-1 0-15,-3 0 0 0,5-4 0 0,-2-2 0 16,-8-2 0-16,21-2 0 16,-6-2 0-16,2-4 0 0,6-5 0 0,1-7 0 0,1-5 0 15,4-10 0-15,-4-4 0 16,0-5 0-16,-2 1 0 0,-3 1 0 0,-4 11 0 15,-3 2 0-15,-6 11 0 0,-2 3 0 16,1 6 0-16,-5 0 0 0,-2 6 0 0,1 3-527 16,-16 0-493-16,16 0-1239 0,-27 8-1662 15</inkml:trace>
  <inkml:trace contextRef="#ctx0" brushRef="#br0" timeOffset="23229.15">3744 6474 1751 0,'0'0'368'0,"0"0"-83"0,-2 9-43 0,2-9-22 16,0 0-14-16,-6 8-13 0,6-8-21 16,0 0-15-16,-3 7 0 0,3-7-8 0,0 0-17 15,0 0-9-15,-4 9-11 0,4-9 5 16,0 0-1-16,0 0 10 0,0 0 11 15,0 0 16-15,0 0 22 0,0 0 11 0,0 0 19 16,0 0 18-16,0 0-2 0,0 0-18 16,0 0-26-16,0 0-15 0,0 0-17 0,0-28-21 15,2 18-6-15,-2-3-4 0,4 0-24 16,-3 1-8-16,1 1-7 0,2-1-8 16,2 0-15-16,0 5 2 0,3-5-8 15,2 2-6-15,3 3-7 0,1 0-1 0,4 4-6 16,3 1 2-16,-2 4-10 0,7 1 2 15,7 7 0-15,-2 6-7 0,2 4 9 16,2 9-8-16,-6 4 0 0,-1 1-6 0,-11-5-14 16,-2 6 2-16,0-2 0 0,-3 0 2 15,-4 2 4-15,-2-3 3 0,-3-4 9 0,-1-5 9 16,2 0-6-16,-3-4-2 0,0-1-2 16,0-1-3-16,1-5-1 0,-3 2-2 15,2-5 2-15,-2-1-1 0,0-3-29 0,0-5-74 16,0 0-89-16,0 0-97 0,0 0-115 15,0 0-127-15,0 0-168 0,0 0-116 16,-5-31 69-16,3 18-658 0,0 1-847 16</inkml:trace>
  <inkml:trace contextRef="#ctx0" brushRef="#br0" timeOffset="23611.83">4149 6512 3595 0,'-4'-9'-48'0,"-1"1"52"0,1-2 34 0,4 1 29 0,0-3 26 16,2-2 17-16,2-3 16 0,6-2 6 0,3-4-1 15,5-2-6-15,5 3-3 0,1 2-9 16,-1 0-10-16,0 8-9 0,4 0-10 0,-2 6-5 15,-3 4-7-15,-3 4-6 0,4 2-7 16,8 8-4-16,-2 5-3 0,-3 3-2 16,-2 3-5-16,-2 6 1 0,-1 1 15 0,-5 1-8 15,2 3-2-15,-3 0-4 0,1 3 1 16,-4-4 27-16,0 0 0 0,-2-2-11 0,-1-3-7 16,-1-4-4-16,0-5-5 0,-3-4-4 15,-1-1-2-15,1 0-8 0,-1-4-2 16,1 1-8-16,-2-5 2 0,1 1-23 15,-2 0-69-15,-2-7-76 0,5 8-102 16,-5-8-131-16,0 0-144 0,0 0-188 0,0 0 41 16,0 0 67-16,0 0-398 0,8-22-474 15</inkml:trace>
  <inkml:trace contextRef="#ctx0" brushRef="#br0" timeOffset="23994.74">4674 5753 2984 0,'-4'-15'93'16,"-1"5"36"-16,3-3 43 0,0 2 32 15,-1 2 38-15,3-1 19 0,0 3 11 0,0 7-8 16,0-12-27-16,0 12-28 0,0-10-16 15,0 10 0-15,0 0 23 0,0 0-3 16,24 26-1-16,-9-1-17 0,2 4 23 16,0 2-31-16,5 8 3 0,0 2-12 15,-1-2-19-15,0 4-14 0,-8-9-15 0,5-2-11 16,-7 1-13-16,3 0-8 0,-3-3-10 16,-2-7-7-16,-2-4-9 0,0-5-4 0,-1 1-7 15,-3-5-59-15,-1 3-2 0,2-5 0 16,-1-1 0-16,-3 0 0 0,0-7 0 0,6 9 0 15,-6-9 0-15,0 0 0 0,5 4-179 16,-5-4-161-16,0 0-107 0,0 0-116 0,1-22-165 16,-1 12-101-16,0-2 70 0,0-2-719 15,2 1-926-15</inkml:trace>
  <inkml:trace contextRef="#ctx0" brushRef="#br0" timeOffset="24411.66">5083 5849 3982 0,'0'0'-49'0,"0"-11"31"16,0 11 25-16,0 0 11 0,0 0 14 16,-5-5 9-16,5 5 53 0,0 0 26 0,-6 21 26 15,4-4-10-15,1 1 32 0,-1 10 19 16,0 11 16-16,4 0-31 0,1 2 16 15,3-2 3-15,4-1-3 0,3-2-1 16,2-4-11-16,6-1-6 0,0-6-13 0,4-1-6 16,-3-7-13-16,7-3-7 0,-4-5-16 15,0-6-5-15,-4-3-11 0,0 0-5 0,2-5-9 16,-2-3-5-16,6-9 15 0,-9 3-13 16,3-9 2-16,-3 3-9 0,-3-6-9 15,-4-5-9-15,-3-4-10 0,-4 2 0 0,-4 2-7 16,-2-6-9-16,-5 4-2 0,-2 0-5 15,-2 11-9-15,0 6-15 0,-5-1 0 0,-1 7 0 16,-2 2-18-16,-4 2-40 0,4 3-29 16,1 1-51-16,-4 2-39 0,6 4-44 15,-2-3-44-15,2 1-70 0,5 2-75 16,0 0-77-16,1 0-105 0,4-1-171 0,3 1 50 16,3-4 81-16,0 0-489 0,0 0-589 15</inkml:trace>
  <inkml:trace contextRef="#ctx0" brushRef="#br0" timeOffset="24795.97">5669 5767 3036 0,'-4'-6'38'0,"4"6"39"0,-10-6 14 0,10 6 20 16,-9 0 19-16,9 0 29 0,0 0 23 15,-18 15 4-15,15-6 12 0,-1 8 6 16,2 0-10-16,2 5 2 0,0 3-3 0,8 6-14 16,0 2-6-16,3-4-12 0,2-2-2 15,6 0-17-15,-1-4-6 0,4-3-12 16,3-3-2-16,2-2-16 0,-4-5-11 0,-2-6-4 16,0-1 14-16,-2-3 3 0,4-3-7 15,-3-2 6-15,2-4 6 0,-3 0 0 0,-2-1-7 16,-2-3-3-16,-4-1-15 15,-1-3-10-15,-2-5-6 0,-2-1-11 0,-5-2-11 16,-1-14-3-16,-1 1-9 0,-5 3-5 16,-2 6-7-16,2 5-14 0,-1 3-39 0,-1 8-58 15,-2 7-46-15,1 4-44 0,-2 2-56 16,11 0-76-16,-27 11-100 0,13-3-107 0,-1 2-196 16,3 1-58-16,3-1 70 0,4-3-591 15,3 2-749-15</inkml:trace>
  <inkml:trace contextRef="#ctx0" brushRef="#br0" timeOffset="25144.8">5992 5895 3334 0,'-7'8'6'0,"7"-8"60"16,0 0 22-16,-7 4 9 0,7-4 13 16,0 0 4-16,-6 3 2 0,6-3 50 0,2 12 16 15,0-2 4-15,3 4-5 0,3 6-2 16,0 0-3-16,1 9 0 0,4 2-5 15,-3 0-9-15,2 5 15 0,-3-2-24 0,-1 2-14 16,-1 1-8-16,-3-6 6 0,0-4-2 16,0-2-10-16,-4-3 11 0,0-1-2 0,0-2 5 15,-2-5 5-15,0-1 7 0,0-1 15 16,-2 0 3-16,-1-3-8 0,-4-1-14 16,0 1-15-16,-2-2-12 0,-5 0-35 15,2-2-85-15,-6 1 0 0,-1-1 0 0,-1 2 0 0,-1-1 0 16,1-1 0-16,-1 0 0 15,5-2 0-15,0 1 0 0,4-3 0 0,-2 1 0 16,3-4 0-16,13 2 0 0,-21 2 0 16,11-2-36-16,10 0-302 0,-17-3-106 0,17 3-127 15,-11-2-178-15,11 2-84 0,-4-5 68 16,4 5-750-16,0 0-961 0</inkml:trace>
  <inkml:trace contextRef="#ctx0" brushRef="#br0" timeOffset="25744.93">6477 6024 4102 0,'-6'-17'-45'0,"2"1"50"0,1 3 38 0,-1 5 40 0,2-1 36 0,0 3 24 0,0 0 1 16,2 6-14-16,-1-8-17 0,1 8-7 15,0 0-13-15,0 0 25 0,0 0 5 16,3 25 12-16,1-2 5 0,-2 1 9 16,3 9 1-16,5 0-5 0,-4-1-3 0,1 4-14 15,-1-2-9-15,1-1-15 0,-1-2-20 16,0-8 6-16,-2-1-8 0,0-5 6 0,-1-3-10 15,-3-1-2-15,2-1 7 0,0-2 10 16,2-1 12-16,-4-3 17 0,0-6 13 0,5 11 4 16,-5-11-11-16,0 0-11 0,0 0-15 15,0 0-12-15,0 0-8 0,9-21-74 0,-6 10-8 16,1-3 0-16,0 2 0 0,1-3 0 16,4 1 0-16,-4 1 0 0,3-1 0 15,-1 3 0-15,3 0 0 0,-1 1 0 16,2 1 0-16,2 6 0 0,-1-1 0 0,-1 4 0 15,-11 0 0-15,31 9 0 0,-17-1 0 16,1 6 0-16,-1 1 0 0,-3 5 0 16,-4-2 0-16,-1 5 0 0,0 0 0 0,-4 0 0 15,2-1 0-15,-6 3 0 0,-2-2 0 16,0 0 0-16,1-4 0 0,-6-1 0 0,2-1 0 16,0-6 0-16,-4 1 0 0,2-2 0 15,0-2 0-15,-3-3 0 0,-1-1 0 16,2 0 0-16,-5-3 0 0,3-1 0 15,-6-3 0-15,-1-1 0 0,-2-1-62 0,1 1-490 16,2-6-200-16,0 2-146 0,3-2 58 16,7-1 98-16,0-1-736 0,4 0-925 0</inkml:trace>
  <inkml:trace contextRef="#ctx0" brushRef="#br0" timeOffset="26444.74">6915 5726 3801 0,'-5'-6'-130'0,"5"6"37"0,-7-5 38 0,6-1 35 0,1 6 40 16,-8-8 35-16,8 8 24 0,-4-14 16 0,3 7 1 15,-3 1-1-15,2-2 16 0,0 0 0 16,2-1-1-16,-2-1-7 0,2-2 6 0,0 1-8 16,2-2 5-16,0 1-2 0,0 0-6 15,2 2 9-15,-1 0-7 0,1 0 4 16,2 1-3-16,0-2 8 0,1 5-14 15,-1-1-2-15,3 2-5 0,3 0-5 16,-1 3-1-16,5 2-6 0,-1 4 0 0,6 5-5 16,4 9 4-16,1 1-5 0,4 13-11 15,-1 2 10-15,-6 4 20 0,-4-7-4 0,-6 1 9 16,-1 2 12-16,-4-1 14 0,-3 0 16 16,-1-7 10-16,-4-2 14 0,-2-4 10 0,0-1 17 15,0-2 20-15,-5-1 7 0,-1 1-91 16,-1-5-123-16,-3-4 0 0,-5 3 0 0,2-5 0 15,-1-2 0-15,0-2 0 0,0-2 0 16,-2-4 0-16,-4-3 0 0,5-5 0 16,-5-7 0-16,2-6 0 0,5-4 0 15,3-9 0-15,3-3 0 0,7-3 0 16,2 2 0-16,0 3 0 0,4 2 0 0,3 5 0 16,1 8-7-16,2 5-481 0,7-3-86 15,-2 5-66-15,9 0-118 0,-1 5-52 0,1 3 74 16,-3 1-685-16,1 2-872 0</inkml:trace>
  <inkml:trace contextRef="#ctx0" brushRef="#br0" timeOffset="26628.57">7251 5566 3777 0,'-6'8'-85'0,"4"2"61"0,-2 1 59 0,0-1 49 0,0 1 32 0,3 0 37 16,-1 3 13-16,4 1 5 0,-1 3 1 0,3 0 6 15,6 3-16-15,5 4-16 0,3-2-11 16,0-2-13-16,3-3-15 0,2 0-7 0,-1-7-23 15,-4 0-34-15,2-2-58 0,-2-4-55 16,5 5-49-16,-2-5-75 0,-2 0-87 0,-2-1-94 16,1 1-146-16,-7-3-107 0,0 1 46 15,-1 0-387-15,-2 1-448 0</inkml:trace>
  <inkml:trace contextRef="#ctx0" brushRef="#br0" timeOffset="27427.49">8058 6517 3649 0,'-15'-2'379'0,"4"4"-57"0,1-2-68 0,10 0-40 15,0 0-29-15,-15 0 1 0,15 0-27 16,0 0-22-16,0 0-26 0,0 0-1 0,35-14-20 16,-12 9-8-16,11-2-5 0,6-1-12 15,-1 4-12-15,2 1 0 0,1-1-65 16,-10 4-71-16,-3 2-94 0,-1 2-110 16,-3-3-132-16,0 5-204 0,-3 0-65 0,-1 1 64 15,-3 2-469-15,-5 4-563 0</inkml:trace>
  <inkml:trace contextRef="#ctx0" brushRef="#br0" timeOffset="27644.64">8079 6924 3462 0,'-23'5'306'0,"9"-1"57"16,-2-1 30-16,8-3 21 0,8 0 15 0,0 0-13 16,0 0-2-16,0 0-17 0,0 0-23 15,54-19-49-15,-12 9-40 0,13-1-25 0,2-1-34 16,2-2-99-16,-5 5-127 15,-11 0 0-15,-5 0 0 0,-1 2 0 0,-11 0 0 16,-5 4 0-16,-5-1-128 0,-5 2-214 16,-2 2-95-16,-2-3-94 0,-7 3-119 0,0 0-175 15,0 0 57-15,0 0 78 0,0 0-609 16,0 0-758-16</inkml:trace>
  <inkml:trace contextRef="#ctx0" brushRef="#br0" timeOffset="28546.9">9505 6575 3288 0,'-6'7'-91'0,"6"-7"49"16,-1 6 44-16,1-6 37 0,0 0 35 0,0 0 54 16,-10 7 29-16,10-7 16 0,0 0 1 15,0 0-6-15,0 0-3 0,0 0-7 0,0 0-2 16,0 0 8-16,0 0-9 0,-23-15-8 15,21 9-4-15,2-2 1 0,0-1-7 0,0-2-15 16,4-3-14-16,3-1-13 0,1-2-4 16,4 2-8-16,1-3 11 0,1 3-2 0,0 0-8 15,6-4-6-15,-4 7 12 16,2 5-6-16,-1 3 0 0,-2 4 18 0,3 5-9 16,10 6 1-16,-3 9-1 0,0 5-7 15,1 9-3-15,-1 4-3 0,-2 2-3 0,-8-7-8 16,6 6-7-16,-8-2-4 0,-1-5-6 15,1-1 1-15,-2 1-4 0,1-2-6 16,-4-6-4-16,-5-4-5 0,1-5-1 0,2 2-1 16,-2-5-2-16,-2 1-10 0,0-7-7 15,0 4 1-15,-2-10-49 0,0 6-76 0,0-6-88 16,0 0-93-16,0 0-104 16,0 0-105-16,0 0-122 0,0 0-161 0,-9-23 52 15,9 13 70-15,-1 2-535 0,1-1-660 16</inkml:trace>
  <inkml:trace contextRef="#ctx0" brushRef="#br0" timeOffset="28862.89">9887 6615 3566 0,'-13'-19'111'0,"6"1"48"16,2 3 41-16,-1 1 35 0,4-3 19 16,2 2 3-16,2-2-10 0,4-5-8 15,3 3-28-15,7-5-29 0,2 3-12 16,3 2-18-16,6 3-15 0,0 4-6 0,0 5-15 15,-3 5-19-15,1 2-5 0,7 8-5 16,2 5-16-16,-1 7 4 0,0 8-5 16,-3 2-5-16,-4 4-8 0,-5-3-7 0,-3 0-2 15,-2 2 6-15,-2 0-10 0,-3-3-5 16,0 0-7-16,0-5 0 0,-8-4 3 0,3-1-7 16,-2-3 9-16,-1-1-2 0,-1-4-12 15,3 0-1-15,-2-4-7 0,-1 2-5 0,0-6-2 16,2 4-29-16,0-4-71 0,-4-4-80 15,3 5-104-15,-3-5-124 0,0 0-118 0,0 0-137 16,0 0-102-16,21-13 61 16,-17 5-633-16,4-4-784 0</inkml:trace>
  <inkml:trace contextRef="#ctx0" brushRef="#br0" timeOffset="29243.29">10376 5508 3965 0,'-4'-14'100'16,"3"4"32"-16,-1 1 29 0,-1 1 26 15,3 8 18-15,-2-8 7 0,2 8-19 16,0 0-16-16,0 0-16 0,0 0-14 0,0 0 10 15,0 0 17-15,12 27-9 0,-3 4-2 16,5 6 10-16,-1 9 1 0,5 0-1 0,-2 5-1 16,0 2-6-16,3-7-3 0,-4 3-12 15,-2-3-10-15,1-6-10 0,-5-5-15 0,0 0-14 16,2-4-7-16,-6-6-7 0,-1-3-41 16,0-5-47-16,-3-2 0 0,1-1 0 0,0-2 0 15,0-4 0-15,0 1 0 16,0-1 0-16,-2-1 0 0,0-7 0 0,2 7 0 15,-2-7-175-15,0 0-172 0,0 0-109 16,0 0-122-16,0 0-141 0,13-24-102 16,-7 9 63-16,1-4-717 0,7-10-923 0</inkml:trace>
  <inkml:trace contextRef="#ctx0" brushRef="#br0" timeOffset="29610.46">10780 5753 3865 0,'0'0'-2'0,"-4"-5"75"0,4 5 19 16,-5-4 21-16,5 4 5 0,0 0 38 16,0 0 21-16,-18 21 19 0,14-7 13 15,1 3 4-15,-3 3 8 0,2 2 1 16,4 4-14-16,0 1-1 0,2 7-18 16,8 4-11-16,-1-6-18 0,6-1-11 0,5-3-17 15,0-3-16-15,3 0-2 0,4-6-16 16,0-4-7-16,3-1-11 0,-3-7-5 0,-3-2-6 15,1-3-7-15,-2-2-4 0,-2-4-5 16,2-1 2-16,-4-2 8 0,2-1 13 0,-6-3 11 16,3 0 3-16,-5-7 0 0,0-5-52 15,-3-2-38-15,-7 1 0 0,-3-3 0 0,-1-10 0 16,-7-2 0-16,-2 3 0 0,-3 2 0 16,-2 2 0-16,1 7 0 0,-7 4 0 15,6 7 0-15,-4 4 0 0,4 5 0 16,-2 5 0-16,-2 0 0 0,3 3-223 0,-3 1-139 15,2 2-107-15,2 1-132 0,0 2-184 16,8-3-30-16,-4-1 73 0,8 1-684 0,1 0-878 16</inkml:trace>
  <inkml:trace contextRef="#ctx0" brushRef="#br0" timeOffset="29960.65">11354 5715 4148 0,'-13'-2'73'0,"13"2"20"0,-20 2-6 15,13 3-3-15,0 1 31 0,4 6 23 16,-1 0 10-16,0 5-2 0,6 2-11 0,2 4 2 16,6 8-14-16,3-4-4 0,6-3-12 15,3 2-10-15,3 0-8 0,6 3-6 0,-4-12-11 16,1-3 13-16,-3-6-7 0,-3 2-6 15,-6-7 14-15,2-1 16 0,-3-2 23 0,-2 2 20 16,-13-2 2-16,23-4-3 0,-15-1-11 16,-1-3-12-16,-1 0-16 0,-3-4-13 15,1-4-7-15,-4-3-14 0,0-6-7 16,-4 1-18-16,-7-9-30 0,4 1-43 0,1 10-52 16,-6 4-60-16,5 6-67 0,-5 1-79 15,-3 7-95-15,1 0-95 0,-4 4-104 16,4-1-106-16,1 1-34 0,4-3 53 0,9 3-515 15,0 0-645-15</inkml:trace>
  <inkml:trace contextRef="#ctx0" brushRef="#br0" timeOffset="30226.74">11651 5816 3055 0,'9'12'-58'0,"-1"2"61"0,-5 1 60 16,2-1 51-16,-1 0 41 16,-1 3 33-16,1 3 25 0,3 13 23 0,-1-2 10 15,4 4-8-15,-1-2 13 0,-3 4 15 16,4-3-1-16,-2-3-13 0,-3-1-10 15,2 4-15-15,4-5-15 0,-6-3-19 0,-1-6-16 16,0-2-1-16,-3-1-18 0,1-3-15 16,0 0-2-16,0-2-7 0,2-3 9 0,-4 1 13 15,0-5 17-15,0-5-13 0,-8 10-14 16,3-5-23-16,5-5-123 0,-23 2 0 0,8-2 0 16,-1 0 0-16,-2 0 0 0,-4-2 0 15,1 2 0-15,3 0 0 0,-4 0 0 0,1 0 0 16,5 0-83-16,-2 2-306 15,3-2-137-15,1 2-171 0,1-2-174 0,0 1 56 16,1 1 106-16,3 2-686 0,-3-1-847 16</inkml:trace>
  <inkml:trace contextRef="#ctx0" brushRef="#br0" timeOffset="31743.18">12228 6063 4061 0,'2'-13'104'0,"2"-1"35"16,2 2 25-16,-3 3 16 0,7-3 4 0,-4 1 7 15,3-1 0-15,0 4-11 0,3-1-19 16,0 1-16-16,0 4-14 0,0 2-8 0,1 2-16 15,-1 0-15-15,3 2-9 0,1 3-3 16,-1 2-3-16,-1 0-12 0,-3 1-3 0,-2 3-7 16,1-1-4-16,-3 2-3 0,-3-2-8 15,-2 5 0-15,-2-3-3 0,0 1-7 0,-4 3 6 16,-1 3-5-16,-3 1-3 0,-2-1-9 16,3 2-2-16,-1-5 9 0,1-2-9 0,2 0-4 15,2-4-2-15,3 0-3 16,0-3 7-16,1 2-3 0,6-2 3 0,0-1-3 15,6 4 2-15,1-3-7 0,1 5 5 16,3-2 11-16,-4-3 6 0,4 5 10 0,-5-2 12 16,-3-2 6-16,1 3 13 0,-2-1 18 15,0 0 21-15,-6-1 5 0,1 1 12 16,-2 0 5-16,-2-1 2 0,-2 1-26 0,-2 0-107 16,-1 1 0-16,-5-1 0 0,0 0 0 15,-2-1 0-15,-1-1 0 0,-1 1 0 16,-2-4 0-16,-2 0 0 0,4-1 0 0,1-3 0 15,-3-2 0-15,3-1 0 0,-3-2 0 16,3 3 0-16,-1-5-152 0,2 1-417 16,-2-1-180-16,3-1-144 0,1-2 61 0,0 2-867 15,5 0-1134-15</inkml:trace>
  <inkml:trace contextRef="#ctx0" brushRef="#br0" timeOffset="32577.82">12987 5467 4352 0,'0'0'-115'0,"0"0"79"0,0 0 43 0,0 0 40 0,0 0 36 0,7 3 39 16,-7-3 37-16,0 0 21 0,0 0 22 15,0 0 10-15,0 0 12 0,0 0 17 16,0 0 1-16,0 0-14 0,0 0-7 15,20-7-8-15,-20 7-14 0,7-8-13 0,-1 6-16 16,-6 2-11-16,12-11-5 0,-9 5-9 16,3-2-9-16,-1 0-4 0,-1-1 2 0,2-3-9 15,-3 2-56-15,2-5-69 0,-5 1 0 16,2-1 0-16,-4-3 0 0,2 1 0 0,-5-2 0 16,2 4 0-16,-5-2 0 0,1 1 0 15,-2 2 0-15,-2 4 0 0,-1 0 0 0,-4 5 0 16,-1 1 0-16,0 6 0 15,-6 2 0-15,-8 7 0 0,4 5 0 0,1 5 0 16,3 3 0-16,6 3 0 0,4 2 0 16,4 0 0-16,2 5 0 0,7-7 0 15,2-3 0-15,6-1 0 0,3 5 0 0,2-2 0 16,7-2 0-16,-1-4 0 0,1-8 0 16,-2-5 0-16,3 1 0 0,-2-4 0 0,-2-4 0 15,5 0 0-15,-8-4 0 0,4 1 0 16,-2-4 0-16,4 0 0 0,-5 1 0 0,-1-1 0 15,-5 1 0-15,0 0 0 16,-1 4 0-16,-8 2 0 0,11-7 0 0,-11 7 0 16,8-2 0-16,-8 2 0 0,0 0 0 15,3 16 0-15,-3-4 0 0,0 1 0 0,2 6 0 16,-2 3 0-16,0 2 0 0,5 2 0 16,-5 0 0-16,4-3 0 0,-1 3 0 0,1-5 0 15,-2 2 0-15,2-6 0 0,-3-3 0 16,1 3 0-16,0-5 0 0,-2-2 0 0,-2 2 0 15,-1-2 0-15,-7 2 0 0,1-2 0 16,-7 2 0-16,2 0 0 0,-8-1 0 0,1-3 0 16,3 2 0-16,-2-3 0 0,5 0 0 15,2-2 0-15,0 1 0 0,3-3 0 0,-2 0 0 16,5 0 0-16,-1 1 0 16,0-2 0-16,8-2 0 0,-13 3 0 0,13-3 0 0,-10 3 0 15,10-3 0-15,-9 6 0 16,5-2-537-16,4-4-469 0,-5 7 104 0,1 1-1052 15,-1-4-1374-15</inkml:trace>
  <inkml:trace contextRef="#ctx0" brushRef="#br0" timeOffset="33327.44">13635 6350 5895 0,'-13'0'223'0,"13"0"23"0,0 0 11 0,0 0 21 16,0 0-1-16,0 0-14 0,0 0-12 15,0 0-19-15,38-12-40 0,-15 6-115 0,9-1-77 16,4-1 0-16,0-2 0 0,-2 4 0 16,-7 0 0-16,-2 2 0 0,-6 1 0 15,2 1 0-15,-4-2-133 0,-2 2-341 0,1 2-119 16,-3-2-129-16,-5 2-128 0,-8 0 59 15,11 6-783-15,-9 0-1016 0</inkml:trace>
  <inkml:trace contextRef="#ctx0" brushRef="#br0" timeOffset="33526.86">13658 6621 4699 0,'-10'8'163'16,"4"-3"53"-16,0-1 50 0,3 0 29 15,3-4 32-15,0 0 16 0,-4 8 33 0,4-8 15 16,0 0-34-16,25 4-35 0,-8-4-29 15,2 0-150-15,8-4-143 0,11 0 0 0,-4-2 0 16,2-2 0-16,-3 0 0 0,-1-1 0 16,-6 3 0-16,-3 0 0 0,-1-1 0 0,-8 1-4 15,0 2-506-15,-1-2-120 0,-1 0-150 16,-3 0-76-16,-5 1 78 0,0 3-798 0,-4 2-1017 16</inkml:trace>
  <inkml:trace contextRef="#ctx0" brushRef="#br0" timeOffset="36242.87">14694 6321 4030 0,'0'0'-109'0,"-3"6"47"0,3-6 43 16,-6 5 28-16,6-5 39 0,0 0 21 0,-6 4 24 15,6-4 23-15,0 0 18 0,0 0 12 16,0 0 7-16,0 0 13 0,-4 5 8 16,4-5 12-16,0 0 20 0,0 0 20 15,0 0 8-15,0 0 8 0,0 0 10 0,0 0 2 16,0 0-29-16,0 0-19 0,0 0-22 16,-4-20-20-16,4 20-16 0,4-17-18 0,-1 5-13 15,0 0-11-15,3-2-9 0,-1-1-11 16,5-2-13-16,2 0-6 0,1 2-27 0,-1-2-40 15,0 1 0-15,1 1 0 0,11-2 0 16,-9 3 0-16,0 4 0 0,1 5 0 0,-2-1 0 16,0 6 0-16,1 4 0 0,6 4 0 15,3 7 0-15,-2 5 0 0,1 2 0 16,-4 3 0-16,-2 3 0 0,0 5 0 16,-4-2 0-16,1 2 0 0,-3 2 0 0,-2 0 0 15,0-3 0-15,-4 1 0 0,-3-6 0 16,0-5 0-16,-2-3 0 0,2-2 0 15,-2-3 0-15,0-1 0 0,2-3 0 0,-4 2 0 16,2-4 0-16,2-2 0 0,-2-6 0 16,0 0 0-16,0 0 0 0,0 0 0 0,0 0 0 15,0 0 0-15,2-29 0 0,-1 5 0 16,10-12 0-16,-2-1 0 0,2-1 0 16,5 2 0-16,-2 3 0 0,-2 3 0 15,1 0 0-15,3 7 0 0,-1 3 0 0,-2 7 0 0,-1 1 0 16,1 3 0-16,1 0 0 15,-2 4 0-15,4 5 0 0,-3 2 0 0,8 5 0 16,-6 5 0-16,8 8 0 0,-3 3 0 16,-4 4 0-16,-2 3 0 0,-3 0 0 0,-2 1 0 15,2 2 0-15,-4-1 0 0,0 1 0 16,-3-5 0-16,3-7 0 0,-4 0 0 0,-1-3 0 16,4-3 0-16,-5-1 0 0,-1-2 0 15,2-1 0-15,0-2 0 0,-2 0 0 0,2-2 0 16,-2-1 0-16,0-6 0 15,2 8 0-15,-2-8 0 0,2 8 0 0,-2-8 0 16,0 0 0-16,0 0-530 0,0 0-393 16,0 0 9-16,0 0 89 0,0 0-875 0,0 0-1135 15</inkml:trace>
  <inkml:trace contextRef="#ctx0" brushRef="#br0" timeOffset="36642.69">15531 5724 4702 0,'0'-20'-1'0,"0"3"43"0,2 4 19 16,5-3 25-16,-1 4 28 0,10-3 19 0,-3 4 13 16,4 1 4-16,2 2-6 0,-2 4-17 15,6 2-6-15,-1 4-6 0,3 3-2 0,6 8 11 16,-1 2 21-16,-5 5 10 0,-10 3 36 15,-3 6 23-15,-4 4 26 0,-10-2 17 16,-6 2 22-16,-4 4 12 0,-8 0-49 0,2-8-242 16,2 0 0-16,-4-3 0 0,11-6 0 15,1-7 0-15,2-1 0 0,3-2 0 0,3-2 0 16,3-1 0-16,11 1 0 0,6 0 0 16,15-2 0-16,-5-2 0 0,1-2 0 15,-5-2 0-15,3 0 0 0,0 0 0 0,-3-3 0 16,1 3 0-16,-2-3 0 0,-3 1 0 15,-6 0 0-15,2 0 0 0,-4 0 0 0,-2 2 0 16,0-1 0-16,-5-2 0 0,-7 3 0 16,16-2 0-16,-16 2 0 0,7 0 0 0,-7 0-553 15,0 0-451-15,0 0 107 0,0 0-1054 16,0 0-1371-16</inkml:trace>
  <inkml:trace contextRef="#ctx0" brushRef="#br0" timeOffset="38459.01">16462 5202 5134 0,'4'-12'-230'0,"-1"0"37"0,-1 1 32 0,-4 1 37 15,-3 0 27-15,2-1 41 0,-7-1 26 16,1-3 32-16,-7 1 24 0,-5-6 14 15,-1 3 6-15,-5 0 8 0,-1 1-5 16,-7 1 1-16,-1 0 3 0,-2 1 1 0,-11 0 6 16,-1 1-7-16,6 4-3 0,0 1-5 15,-1 2-1-15,-5 3-8 0,0 0-3 0,-1 3-3 16,-8 6 0-16,-2 1 0 0,2 0 10 16,2 0 1-16,-3 5-2 0,1-2 7 0,6 0 8 15,-3 2-2-15,6 0 4 0,0 2-5 16,0 0 4-16,-1 3-9 0,1 0-5 0,-4 2-1 15,6 1 0-15,-2-1-9 0,3 3 1 16,-2-1-7-16,3 4 2 0,5-2 1 0,-1 1-5 16,3 0-3-16,9-3 0 15,-1-1-3-15,5 4 2 0,2-2-1 0,-1 2 1 16,1-1-2-16,3 0 0 0,3 2 3 16,-4 1-1-16,6-1 3 0,-2 4 0 0,1 2-2 15,2 2 2-15,-1-1 3 0,1 4-4 16,3-2 1-16,-2 1-1 0,3 2-1 15,-1 9 2-15,1-7 2 0,3 2-1 0,0 0-1 16,2 3 2-16,1-3-5 0,-1-3 2 16,4 4-2-16,-1-4-5 0,-1-1 1 15,-3 1-3-15,4-1 2 0,-1 0-1 0,0-2 22 16,3 0 1-16,-1-6-6 0,4-1 5 0,-1 8 4 16,3 0 3-16,2-1 9 15,0 4-7-15,3-8 4 0,2 3 10 0,1-4-1 16,1 1-9-16,7 2-4 0,-4-2-1 15,6-2 2-15,1 0-5 0,4 5 2 0,0 0-2 16,7-2-9-16,-4 1 6 0,4 4 17 16,4-5-6-16,0 2-11 0,4 0-16 0,0-4 10 15,3 1 6-15,1-4-7 0,4 0-4 16,-3-2 13-16,5-2 2 0,4 0-5 0,-4-3 2 16,7 0-7-16,2-7 1 15,2-1 1-15,5-3-5 0,-4-1-3 0,5-4-4 16,-18-3-3-16,18-1-2 0,-1-3 0 15,-3-2-2-15,-2-2 0 0,-2-1 0 0,-2-3-1 16,-6-1 1-16,3-3-5 0,-4-2 0 16,-5-2 13-16,1-5-13 0,-7-1 3 0,13-1-8 15,-11-7 1-15,3 0 7 0,-4 0 19 16,2-3-3-16,-2 1 8 0,-4-2-12 0,-1 2-24 16,-3 1 0-16,-2-1 0 0,2 0 0 15,-5 0 0-15,2-5 0 0,-5 3 0 0,-1-1 0 16,-1-4 0-16,-2 0 0 0,-1-7 0 15,-5 0 0-15,0-4 0 0,-5-9 0 0,-3-6 0 16,-4-4 0-16,-2-7 0 0,-4-5 0 16,-4-24 0-16,-5-4 0 0,-9 0 0 15,-4 1 0-15,-6 5 0 0,-13 5 0 16,-6 8 0-16,-10 13 0 0,-6 9 0 0,-9 17 0 16,-9 11 0-16,-4 13 0 0,-8 11 0 15,11 16 0-15,0 8 0 0,-13 14 0 0,6 9-300 16,11 2-246-16,5 8-135 0,24-11-232 15,6 0 78-15,11-7 109 0,16-7-699 16,2-2-876-16</inkml:trace>
  <inkml:trace contextRef="#ctx0" brushRef="#br0" timeOffset="42526.92">17311 6092 3215 0,'-12'0'435'0,"0"0"-84"16,12 0-30-16,-12 2-21 0,12-2-10 0,0 0-4 15,0 0-5-15,-15 2-10 0,15-2 8 16,0 0-14-16,0 0-26 0,0 0-23 0,0 0-20 15,30-12-21-15,-8 7-19 0,3-3-29 16,13 2-16-16,3 0-13 0,0 1-10 0,-1 1-61 16,3-2-65-16,-5 3-76 15,-8 0-70-15,-1 1-74 0,-10 2-101 0,1 2-83 0,-6-2-91 16,3 6-158-16,-7-2-65 16,-1-2 67-16,-3 4-557 0,-4-3-707 0</inkml:trace>
  <inkml:trace contextRef="#ctx0" brushRef="#br0" timeOffset="42758.15">17412 6315 3793 0,'-19'6'173'0,"-1"-6"38"16,7 4 38-16,2-2 37 0,1-2 34 0,10 0 12 16,-11 3 3-16,11-3-20 0,0 0-33 15,0 0-30-15,0 0-25 0,0 0-20 0,40-11-28 16,-4 1-32-16,6 5-17 15,2-2-26-15,2 2-81 0,-1 1-102 0,1 0-103 16,-2 0-116-16,-4 4-139 0,-10 2-139 16,-1 0-245-16,-3 2 55 0,-4-1 88 0,-5 1-590 15,-2-2-728-15</inkml:trace>
  <inkml:trace contextRef="#ctx0" brushRef="#br0" timeOffset="43042.89">18646 6063 3905 0,'-16'-6'192'0,"2"5"41"16,3-2 23-16,2 0 19 0,0 3 34 15,9 0 27-15,-9-4 15 0,9 4-21 0,0 0-23 16,4-10-22-16,-4 10-39 0,23-10-20 16,-4 5-27-16,5-3-17 0,10 2-25 15,-5 0-9-15,0 2-21 0,10 2-68 0,-7-1-99 16,-3 2-94-16,-1 1-116 0,0 1-137 16,-1 2-143-16,-2 3-175 0,-2 0-142 15,-7 2 77-15,-2-2-747 0,-5 3-962 0</inkml:trace>
  <inkml:trace contextRef="#ctx0" brushRef="#br0" timeOffset="43257.95">18641 6358 4605 0,'-17'3'222'16,"3"1"43"-16,5-2 24 0,4 1 18 0,5-3 24 16,-9 3 5-16,9-3-14 0,0 0-22 15,0 0-24-15,43-13-24 0,-11 3-31 0,8 2-21 16,1-2-23-16,9-3-89 15,-8 3-88-15,-1 0 0 0,-4 2 0 0,1-1-69 16,-2 2-246-16,-4 2-136 0,-10 1-128 16,-5 4-151-16,0-3-107 0,-3 1 68 0,-5 2-741 15,-9 0-957-15</inkml:trace>
  <inkml:trace contextRef="#ctx0" brushRef="#br0" timeOffset="44174.16">19939 6091 4348 0,'2'-7'105'0,"-2"0"58"0,0 7 37 15,0-10-3-15,0 10-4 0,0 0 4 0,0 0 6 16,0 0 20-16,0 0 22 0,0 0 23 15,-2 29-9-15,-2-11-22 0,4 8-21 16,-2 10-21-16,2-4-23 0,0 5-13 0,2-2-17 16,-2-4-15-16,4-6-11 0,-4 0-8 15,0-4-13-15,2-3-72 0,0-2-23 16,-2-3 0-16,0 0 0 0,-2-5 0 16,0 1 0-16,2-9 0 0,-4 5 0 0,4-5 0 15,0 0 0-15,-5-22 0 0,2 1 0 16,1-15 0-16,7-7 0 0,0-17 0 0,6-6 0 15,9-5 0-15,5-18 0 0,2 3 0 16,4 2 0-16,-3 7 0 0,-1 21 0 0,2 6 0 16,-6 5 0-16,2 7 0 0,-7 11 0 15,2 5 0-15,-4 5 0 0,-4 8 0 0,3 2 0 16,3 4 0-16,-2 3 0 0,0 3 0 16,4 4-98-16,6 7-777 0,-11 1-80 15,-3 2 84-15,-3 6-963 0,-9 0-1260 16</inkml:trace>
  <inkml:trace contextRef="#ctx0" brushRef="#br0" timeOffset="44340.46">19771 6159 5400 0,'-17'3'68'0,"3"2"32"0,7-6 20 16,7 1 23-16,-13 3 20 0,13-3 3 16,0 0-8-16,0 0-21 0,0 0-10 0,0 0-15 15,0 0-9-15,49-10-12 0,-8 3-13 16,13-5-57-16,9 1-120 0,4 2-134 0,5-3-177 15,-1 0-227-15,-4-2-148 0,-2 2 58 16,-6-4-666-16,-10 3-846 0</inkml:trace>
  <inkml:trace contextRef="#ctx0" brushRef="#br0" timeOffset="44907.6">20730 5490 4192 0,'-18'-8'143'0,"3"1"28"15,-2 3 14-15,0 6 10 0,1 4 32 0,-8 11 30 16,1 8 22-16,-2 11 14 0,4 5-16 16,5 4-8-16,0 1-24 0,8 3-29 15,5-5-19-15,3 2-20 0,5 5-17 16,3 2-14-16,3-3-16 0,1-4-12 0,1-11-11 0,-1-6-13 16,-5-5-9-16,0-5-57 15,-3-4-28-15,3-1 0 0,-4-2 0 0,-1-3 0 16,4-3 0-16,-3-1 0 0,-3-5 0 15,0 0 0-15,0 0 0 0,20-20 0 0,-11 1 0 16,9-13 0-16,0-6 0 0,5-1 0 16,-2 10 0-16,-2 1 0 0,0 3 0 0,-6 8 0 15,-1 2 0-15,-1 5 0 0,0 3 0 16,0 4 0-16,0 5 0 0,-11-2 0 0,28 11 0 16,-15 1 0-16,3 4 0 0,3 7 0 15,-4-2 0-15,3 4 0 0,-9-1 0 0,-2-5 0 16,1 1 0-16,-4-5 0 15,-2 3 0-15,2-3 0 0,-2-1 0 0,-2-3 0 16,0 0 0-16,2-4 0 0,-1 0 0 16,-1-7 0-16,0 0 0 0,0 0 0 0,24-13 0 15,-8-10 0-15,5-3 0 0,12-5 0 16,-3 0 0-16,-3 6 0 0,0 6 0 0,-2 3 0 16,-9 7 0-16,4 5 0 0,-5 0 0 15,-2 6 0-15,0 1 0 0,5 7 0 16,-5 4 0-16,4 9 0 0,-4 0 0 0,-1 0 0 15,-4-1 0-15,-3-1 0 0,3 1 0 16,-5 0 0-16,4 0 0 0,-3-6 0 0,-3-1 0 16,3-3 0-16,-2 0 0 0,0-3 0 15,0-1 0-15,-1-3-295 0,1-1-171 16,-2-4-116-16,0 0-150 0,0 0-110 16,0 0 69-16,6-17-758 0,-6 3-975 0</inkml:trace>
  <inkml:trace contextRef="#ctx0" brushRef="#br0" timeOffset="45158.15">21505 5325 4638 0,'-2'-18'188'0,"2"2"41"0,0 6 43 15,0 2 32-15,0-1 18 0,0 9-6 0,6-10 11 16,-6 10 16-16,0 0 30 0,46 25-2 16,-14 4-8-16,2 9-218 0,2 8-145 15,-1 6 0-15,-6 4 0 0,-3 3 0 16,-7-1 0-16,-6 0 0 0,-1-1 0 0,-6-1 0 15,-4-9 0-15,-2-3 0 0,-8 11 0 16,5-15 0-16,-8 1 0 0,4-6 0 0,-2 0 0 16,-3-4 0-16,4-5 0 0,1-8 0 15,0 1 0-15,-2-3 0 0,4-3 0 0,-3 1-788 16,5-5-194-16,-1-4 109 0,4 0-1014 16,0-5-1310-16</inkml:trace>
  <inkml:trace contextRef="#ctx0" brushRef="#br0" timeOffset="45357.52">22155 5943 5483 0,'-7'-4'439'0,"7"4"12"16,-14-2 9-16,14 2-11 0,-7-6-35 16,7 6-38-16,7-11-257 0,2 3-119 0,12-1 0 15,10-1 0-15,5 0 0 0,5 3 0 16,-2 0 0-16,-1 0 0 0,1 2 0 0,-7 2 0 15,-8 1 0-15,-1 2 0 0,-1 0-551 16,-1 2-360-16,-6-2 1 0,-2 3 87 0,-3 0-876 16,-5 1-1134-16</inkml:trace>
  <inkml:trace contextRef="#ctx0" brushRef="#br0" timeOffset="45528.53">22281 6071 4736 0,'-25'16'78'0,"6"-7"72"0,2 1 53 0,4-2 54 16,-1-1 27-16,3 0 32 0,3-4 21 15,-2 3 8-15,5-3-6 0,5-3-17 0,-7 5-33 16,7-5-26-16,0 0-30 0,0 0-194 16,24 0-39-16,-9-3 0 0,6-2 0 0,12-7 0 15,3 0-92-15,-4-5-418 16,4 3-218-16,-2-3-178 0,-1 2 67 0,-3-1 99 16,-3-1-748-16,-8 3-936 0</inkml:trace>
  <inkml:trace contextRef="#ctx0" brushRef="#br0" timeOffset="46273.94">23037 5831 4149 0,'0'0'30'0,"-9"0"42"0,9 0 34 0,0 0 37 16,-14 0 38-16,14 0 43 0,0 0 33 15,0 0 11-15,-16 0 11 0,16 0-7 0,0 0-17 16,-9-6-15-16,9 6-18 0,-5-5-4 15,5 5-4-15,-4-12-9 0,4 4-12 0,2-2-17 16,-2-1-4-16,4-3-12 16,-1-1-5-16,-1-3-155 0,5 3 0 0,2-5 0 0,-2 3 0 15,1 3 0-15,0 2 0 16,-1 3 0-16,1 0 0 0,-1 0 0 0,2 4 0 16,0 3 0-16,-9 2 0 0,23 5 0 15,-8 6 0-15,6 6 0 0,-2 4 0 0,2 0 0 16,0 5 0-16,-5 3 0 0,0-2 0 15,2 0 0-15,-7 0 0 0,-4-4 0 0,-1-3 0 16,-4-3 0-16,-1 2 0 0,-2-2 0 16,1-3 0-16,-4 1 0 0,0-3 0 0,2-2 0 15,-1 1 0-15,-1-3 0 0,0-1 0 16,4-7 0-16,-1 9 0 0,1-9 0 16,0 0 0-16,0 0 0 0,0 0 0 15,11-38 0-15,8 8 0 0,10-10 0 0,3 4 0 16,0 5 0-16,-1 9 0 0,-4 2 0 15,1 6 0-15,-6 5 0 0,0 6 0 0,-5 6 0 16,3 6 0-16,4 5 0 0,-1 11 0 16,-7 1 0-16,2 3 0 0,-7 2 0 0,-1 1 0 15,-1 3 0-15,1-5 0 0,-5-4 0 16,2-3 0-16,-4-5 0 0,3 0 0 0,-1-5 0 16,1-1 0-16,-1-1 0 0,6-1 0 15,-2-3 0-15,5-4 0 0,-1-1 0 16,6-4 0-16,1-5 0 0,11-6 0 15,-1-1 0-15,1-5 0 0,6-8 0 0,-1-4 0 0,0-6 0 16,-2-2 0-16,-2-3 0 16,-1 0 0-16,-6 5 0 0,-9 9 0 0,-2 7 0 15,-6 6 0-15,-6 3 0 0,-4 4 0 16,-8 3-652-16,-2 3-341 0,-2 2-1233 0,-8 2-1630 16</inkml:trace>
  <inkml:trace contextRef="#ctx0" brushRef="#br0" timeOffset="48473.75">13938 8667 6098 0,'-17'4'306'0,"5"1"-75"0,3-3-45 15,9-2-6-15,-11 1 7 0,11-1 4 16,0 0-21-16,0 0-20 0,0 0-24 0,0 0-13 16,0 0-12-16,32-12-12 0,0 6-26 15,4-3-63-15,10 1 0 0,5-6 0 16,5-1-87-16,-3 1-140 0,2-3-99 0,-3-3-122 15,-3 1-129-15,-3 2-185 0,-14 3-56 16,-3-1 81-16,-12 7-695 0,-8 3-881 0</inkml:trace>
  <inkml:trace contextRef="#ctx0" brushRef="#br0" timeOffset="48640.11">14065 8785 4270 0,'-5'6'131'0,"-1"-3"36"16,4 0 35-16,2-3 32 0,0 0 30 0,0 0 9 15,0 0-13-15,0 0-27 0,0 0-22 16,38-12-22-16,-17 6-41 0,2-1-74 0,10-3-96 16,5-1-122-16,-2-2-155 0,10-4-174 15,-1-2-224-15,3 0-48 0,-4 0 81 16,-14 2-565-16,10-5-690 0</inkml:trace>
  <inkml:trace contextRef="#ctx0" brushRef="#br0" timeOffset="48890.33">14576 8274 3757 0,'-6'0'201'16,"6"0"13"-16,-11-4-5 0,11 4-10 0,0 0 30 15,0 0 41-15,0 0 22 0,11 16 5 16,2-1-7-16,9 5-12 0,1 4-11 0,-5 5-18 16,5 9-18-16,-7-4-17 0,-1 1-23 15,-5 0-17-15,-3 2-18 0,-3-1-13 0,-2-5-14 16,-4-4-12-16,0-1-33 0,-2 8-84 15,-6-5 0-15,-1 0 0 0,0-3 0 0,-1-6 0 16,3 0 0-16,0-6 0 0,-2-2 0 16,0-1-54-16,4-5-267 0,1 2-138 0,-2-4-148 15,8-4-224-15,-5 0-9 16,5 0 96-16,0 0-730 0,0 0-923 0</inkml:trace>
  <inkml:trace contextRef="#ctx0" brushRef="#br0" timeOffset="49490.36">15455 8767 4338 0,'0'0'138'0,"-20"-5"49"0,15 3 27 0,-5-5 25 16,7 2 44-16,-3-4 23 0,2 1 17 16,4-4-8-16,0 0-5 0,2-3-31 0,2-1-26 15,3 1-19-15,4 1-21 0,3-1-17 16,-1 4-20-16,5 3-17 0,-2 2-131 0,2 2-28 16,1 7 0-16,5 0 0 0,5 8 0 15,1 4 0-15,-1 2 0 0,2 4 0 16,-5-1 0-16,-1 4 0 0,-3 2 0 15,-4-1 0-15,-2 4 0 0,-7-8 0 0,-2 0 0 0,-5 1 0 16,0-1 0-16,-2-2 0 16,-2-5 0-16,0 3 0 0,2-5 0 0,-1 3 0 15,1-5 0-15,0-1 0 0,0-1 0 16,0-8 0-16,0 0 0 0,0 0 0 0,0 0 0 16,3-25 0-16,7-6 0 0,3-3 0 15,7-11 0-15,-2 0 0 0,5 4 0 0,0 3 0 16,-1 9 0-16,-2 4 0 0,1 2 0 15,2 5 0-15,-2 6 0 0,-2 7 0 0,1 1 0 16,-4 8 0-16,5 2 0 0,4 8 0 16,-6 1 0-16,-2 8 0 0,3 0 0 15,-7 3 0-15,-4 2 0 0,1 1 0 16,-3-4 0-16,-1-1 0 0,0-3 0 0,-3 2 0 16,2-1 0-16,-1-3 0 0,-3-2 0 15,1-3 0-15,4 3 0 0,-4-5 0 0,-1-2 0 16,1 0 0-16,0-3 0 0,0-2 0 15,-2-5 0-15,0 0 0 0,0 0 0 0,0 0-18 16,0 0-909-16,14-19-41 0,-12 7 107 16,1 2-981-16,-1-4-1269 0</inkml:trace>
  <inkml:trace contextRef="#ctx0" brushRef="#br0" timeOffset="49874.78">16198 8112 5461 0,'-4'-12'82'0,"2"0"15"0,4 2-5 0,0-1 11 16,6 2 20-16,1 1 17 0,7 2 9 15,-2 0 6-15,2 4-19 0,1 6-11 0,4 3-3 16,-4 3 6-16,9 7 0 0,-2 4 4 15,-7 1 12-15,-4 5 15 0,-6-4 13 16,-5 0 15-16,-4 2 14 0,-1-1-46 0,-5 7-155 16,-3-2 0-16,-1-2 0 0,3-6 0 15,4-7 0-15,-2 1 0 0,3-3 0 0,1-4 0 16,1 1 0-16,-2-2 0 0,2 0 0 16,2-7 0-16,4 8 0 0,1-4 0 0,8-3 0 15,1 0 0-15,2-2 0 0,2 0 0 16,2-1 0-16,3-3 0 0,-5 2 0 0,2-1 0 15,1-1 0-15,1 0 0 0,-2 1 0 16,-5-1 0-16,6 2 0 0,-6-2-533 16,0 1-459-16,1 1 77 0,-7-1 103 15,0 3-868-15,-9 1-1115 0</inkml:trace>
  <inkml:trace contextRef="#ctx0" brushRef="#br0" timeOffset="50406.82">16987 8206 4574 0,'-16'-2'-34'0,"5"2"46"0,-1-1 48 0,12 1 39 0,-13-2 47 16,13 2 39-16,-11-4 33 0,11 4 34 0,0 0-9 15,-12-3 5-15,12 3-4 0,0 0-4 16,0 0-2-16,25-8-5 0,-2 4-20 16,15-6-20-16,4 3-21 0,2-2-18 0,1 3-16 15,-4-1-11-15,1-3-16 0,-6 4-12 16,-8 3-73-16,-6 0-26 0,-8 1 0 0,0 0 0 15,-1-1 0-15,-3 1 0 0,-10 2 0 16,17-4 0-16,-10 3 0 0,-7 1 0 0,12-3 0 16,-12 3 0-16,0 0 0 15,0 0 0-15,0 0-179 0,0 0-159 0,0 0-115 16,0 0-120-16,0 0-185 0,0 0-68 16,0 0 83-16,0 0-727 0,0 0-917 0</inkml:trace>
  <inkml:trace contextRef="#ctx0" brushRef="#br0" timeOffset="51106.7">17881 7903 3745 0,'0'0'-16'0,"0"0"111"0,9-4 71 16,-9 4 41-16,3-3 29 0,-3 3 26 15,7-9 31-15,-1 4 12 0,-5 0-4 0,5-2-13 16,-1 0-23-16,4 0-20 0,-6-1-18 16,5 1-16-16,-3-2-9 0,-1 2-6 15,2 1-10-15,-2 1-7 0,-2-1-14 0,2 1-18 16,-4 5-20-16,0 0-14 0,0 0-67 15,0 0-46-15,-27-1 0 0,0 14 0 0,-1 4 0 16,-8 11 0-16,-2 2 0 0,3 3 0 16,9 5 0-16,4 4 0 0,7-7 0 0,5 0 0 15,7-4 0-15,3-2 0 0,2-4 0 16,1-1 0-16,3-2 0 0,8 6 0 16,-5-7 0-16,2-6 0 0,1 0 0 15,5-3 0-15,0-1 0 0,3-2 0 0,-4-4 0 16,7-2 0-16,0-2 0 0,-2-1 0 15,6-1 0-15,-4-2 0 0,2-2-36 0,-2 1-672 16,-3-4-152-16,-1 4-42 0,-2-4 97 16,-5 3-855-16,-1-1-1096 0</inkml:trace>
  <inkml:trace contextRef="#ctx0" brushRef="#br0" timeOffset="51306.02">17907 8187 4868 0,'-11'-1'191'0,"11"1"71"0,-17-4 23 16,17 4 17-16,-10-3 19 0,10 3 8 16,0 0-27-16,0 0-26 0,0-9-34 0,0 9-28 15,13-10-31-15,-3 4-64 0,5 2-72 16,-2 0-90-16,5-1-94 0,-2 0-107 0,0 0-123 16,4-1-133-16,-6 2-148 0,2-3-188 15,-1 5 73-15,-1-2 87 0,-3 3-592 0,-11 1-727 16</inkml:trace>
  <inkml:trace contextRef="#ctx0" brushRef="#br0" timeOffset="51856.93">19260 8539 3832 0,'-17'0'189'0,"3"0"28"0,14 0 22 0,-14 0 18 15,14 0 33-15,0 0 19 0,0 0 15 0,-16-2 0 16,16 2-13-16,0 0-20 0,0 0-27 16,0 0-25-16,52 6-22 0,-26-6-23 0,1 0-27 15,6 0-44-15,13-3-60 0,1 0-97 16,-3-1-113-16,3 2-107 0,0-5-133 15,-4-3-129-15,-2 0-156 0,-4 0-145 0,-8 3 69 16,-9 5-706-16,0-4-903 0</inkml:trace>
  <inkml:trace contextRef="#ctx0" brushRef="#br0" timeOffset="52106">19224 8828 4524 0,'-15'3'297'0,"5"-3"30"0,2 2 23 0,8-2 33 15,0 0 19-15,0 0 1 0,0 0-9 16,0 0-37-16,0 0-31 0,49-5-39 16,-23 1-146-16,14-2-141 0,-4 2 0 15,2 0 0-15,-8 2 0 0,-5 0 0 0,-2 0 0 16,-5 0 0-16,2 2-103 0,-4 0-289 15,-3 0-95-15,1 2-72 0,-5 0-103 0,-9-2-165 16,18 0 71-16,-11 2 82 0,-7-2-595 16,9 2-729-16</inkml:trace>
  <inkml:trace contextRef="#ctx0" brushRef="#br0" timeOffset="52522.91">20635 8456 4084 0,'-12'-5'321'0,"2"2"-31"0,5 1-32 16,5 2-11-16,0 0-2 0,-16 7 33 0,10 1 14 15,-1 4-10-15,3 4-23 0,3 3-25 16,-3 4-22-16,4 3-21 0,0 1-21 0,0-2-16 15,0 1-15-15,2 0-14 0,0-1-12 16,-1-1-10-16,-1 0-12 0,2-5-11 16,-2-2-57-16,2 0-23 0,-2-5 0 0,0 3 0 15,0-5 0-15,-2-3 0 0,2 1 0 16,0-2 0-16,0-6 0 0,-5 6 0 16,5-6 0-16,0 0 0 0,-16-12 0 0,10-1 0 15,5-11 0-15,-1-11 0 0,5-8 0 16,7-14 0-16,5-4 0 0,4-2 0 0,10-20 0 15,6 4 0-15,-1 5 0 0,-4 20 0 16,5 2 0-16,-1 11 0 0,0 5 0 0,-2 5 0 16,-3 12 0-16,-1 6 0 0,-3 5 0 15,-1 5-320-15,-4 3-529 0,-3 5-101 0,-2 1 105 16,1 8-933-16,-7 4-1207 16</inkml:trace>
  <inkml:trace contextRef="#ctx0" brushRef="#br0" timeOffset="52705.75">20606 8609 5202 0,'-16'6'39'16,"5"0"49"-16,4-2 34 0,-2-2 45 15,2 1 54-15,7-3 28 0,0 0-10 0,0 0-18 16,0 0-21-16,0 0-23 0,30-7-27 16,5 2-82-16,5-6-116 0,18-2-117 0,0-5-147 15,9-1-152-15,2-3-180 0,15-7-148 16,-20 5 82-16,5 0-653 0,-5-2-818 15</inkml:trace>
  <inkml:trace contextRef="#ctx0" brushRef="#br0" timeOffset="53356.01">21596 8065 3832 0,'-22'-4'53'0,"1"7"50"16,0-2 57-16,-2 7 46 0,-7 7 50 15,-1 1 54-15,-6 12 23 0,5 3 16 0,2 3 9 16,3 4-13-16,3 1-24 15,4 5-31-15,3-1-26 0,8-8-25 0,1 2-23 0,6 2-19 16,2-3-21-16,4 1-20 0,5-6-129 16,2-1-27-16,0-4 0 0,-2-4 0 0,-2-5 0 15,3-5 0-15,0 0 0 16,-1-4 0-16,-1-1 0 0,1-2 0 0,1-3 0 16,-10-2 0-16,21-3 0 0,-8-6 0 15,3-4 0-15,5-10 0 0,-1-1 0 0,3-1 0 16,-3 0 0-16,-2 4 0 0,-2 7 0 15,-5 1 0-15,-6 3 0 0,4 4 0 0,-4 1 0 16,-5 5 0-16,11-2 0 0,-11 2 0 16,0 0 0-16,16 11 0 0,-9-1 0 0,-3 0 0 15,2 1 0-15,-1 3 0 0,4 0 0 16,-6-2 0-16,3 0 0 0,-1 0 0 16,-3-4 0-16,4-1 0 0,-3 0 0 15,-2 0 0-15,3-2 0 0,0 0 0 0,-4-5 0 16,3 7 0-16,-3-7 0 0,0 0 0 15,0 0 0-15,0 0 0 0,25-17 0 0,-15 5 0 16,5-12 0-16,2-2-135 0,2-5-239 16,2-9 2-16,0 0 13 0,0-3 18 0,2 0 18 15,-1-5 20-15,5-1 12 0,2-3 12 16,-2 4 16-16,-2-1 24 0,-2 3 24 0,-1 5 26 16,-6 10 27-16,-2 6 25 0,-3 4 15 15,-4 9 10-15,-2 2 16 0,-1 4 30 0,0 5 40 16,-4 1 42-16,0 0 34 0,0 0 36 15,0 0 31-15,0 0 32 0,12 13 34 0,-7-7 27 16,5 5 9-16,5 16 35 16,6 2 14-16,4 10 7 0,0 6 5 0,-4 5-3 15,-3 6-5-15,-6 6-12 0,-4 4-8 16,-6 0-15-16,-6 2-13 0,-7 3-14 0,-7-5-25 16,-7 17-16-16,-9-5-18 0,-4-3-91 15,-4-3-60-15,-2-4 0 0,8-18 0 0,6-2 0 16,-6-1 0-16,5-8-171 0,3-5-278 15,5-7-166-15,1-5-209 0,4-1-15 0,0-6 98 16,7-4-807-16,-1-4-992 16</inkml:trace>
  <inkml:trace contextRef="#ctx0" brushRef="#br0" timeOffset="54906.91">14133 9679 2991 0,'0'-9'182'0,"-3"1"-37"0,1 2-44 16,2 6-33-16,-8-6-15 0,8 6 2 15,0 0 30-15,-43 26 19 0,2-1 15 0,-4 14 20 16,-16 15 13-16,-2 11 17 0,-1 2 9 16,3 4 6-16,3 1 7 0,9-1 9 0,11 1 1 15,15-16 20-15,13-2 15 0,7-9 19 16,10 6 19-16,14-7 6 0,12-2-8 0,6-7-17 15,11-4-29-15,6-4-19 16,-2-7-23-16,3-3-13 0,3-5-44 0,-3-5-41 0,-14-2-54 16,3-3-79-16,0-5-65 15,-4-1-89-15,-2-1-89 0,-6-5-116 0,-2-2-121 16,-1-4-151-16,-8-1-154 0,-4 2 85 16,-7 1-717-16,-7 1-911 0</inkml:trace>
  <inkml:trace contextRef="#ctx0" brushRef="#br0" timeOffset="55172.21">14266 10285 4366 0,'0'0'87'0,"-12"-3"-1"0,12 3 1 16,0 0 49-16,0 0 48 0,0 0 28 16,17 25 24-16,-3-12-6 0,6 10-11 0,5 3-6 15,0-1-19-15,4 8-19 0,-2 1-18 16,-9-5-8-16,0 3-21 0,-5-3 4 0,-7 2-15 15,-2-4-4-15,-4-4-15 0,-10 6-8 16,-3 2-4-16,-5-2-12 0,-4-3-4 16,-5 0-13-16,-2 3-2 0,-1-7-7 0,3-3-1 15,0-1-34-15,8-8-51 0,2-1-60 16,3-3-86-16,3-2-90 0,0-1-131 0,1-3-128 16,10 0-182-16,-11-7-98 0,7 1 86 15,4 6-658-15,4-9-838 0</inkml:trace>
  <inkml:trace contextRef="#ctx0" brushRef="#br0" timeOffset="55507.15">15342 10396 4053 0,'0'-15'34'0,"-2"3"23"16,-2 3 5-16,2 2 12 0,-3 2 36 16,-2 3 38-16,7 2 23 0,-25 7 14 15,0 9 16-15,-4 9 24 0,-2 9 20 16,-1 7 5-16,5 2 6 0,9 1-4 0,2 1-12 16,9-6-12-16,1 0-15 0,6-1-17 15,6-3-19-15,1 0-16 0,7 0-18 0,1-6-15 16,2-4-12-16,0-2-14 0,4-1-35 15,2-5-53-15,-1-7-69 0,2-5-85 0,-5-3-94 16,3-4-91-16,3-1-104 0,9-7-103 16,-1-2-122-16,-3-2-160 0,2-3 74 0,-7-4-683 15,2-4-875-15</inkml:trace>
  <inkml:trace contextRef="#ctx0" brushRef="#br0" timeOffset="55890.2">15687 10539 4208 0,'2'-4'69'15,"2"-2"20"-15,-4 6 15 0,9-3 38 0,-9 3 42 16,0 0 23-16,23 7 18 0,-10 2 6 16,-1 0-8-16,1 4-7 0,1 1-19 0,-3 2-11 15,0 0-11-15,-1 0-6 0,-2-2 2 16,-5 1-9-16,-3-2-5 0,0 1-7 16,-1 0-12-16,-5 1-16 0,-3 1-9 0,-7-3-11 15,1 1-12-15,0-1-5 0,-2-4-11 16,1-2-3-16,3-3-10 0,1-6-14 15,12 2-29-15,-20-16-19 0,13-1-16 16,6-8 1-16,2-10-1 0,6-2-1 0,4 6 0 16,0 4 2-16,-1 8-3 0,1 6 0 15,0 8 6-15,1 5 27 0,-12 0 16 0,27 12 15 16,-10 2 11-16,4 5-42 0,2 4-14 16,-1 4 0-16,1-3 0 0,1 1 0 0,-1-2 0 15,-1-3 0-15,1-3 0 0,-4-1 0 16,-4-6 0-16,-1-3 0 0,1 0 0 0,-3-4 0 15,-1 0 0-15,-2-1 0 0,-9-2 0 16,20-2 0-16,-20 2 0 0,12-6 0 0,-5 2-95 16,-3 1-378-16,-4 3-164 0,0 0-200 15,0 0-24-15,0 0 87 0,0 0-761 16,-43 15-980-16</inkml:trace>
  <inkml:trace contextRef="#ctx0" brushRef="#br0" timeOffset="56388.52">16459 10514 4040 0,'0'-9'-105'0,"0"9"30"0,0 0 15 0,2-7 19 15,-2 7 48-15,0 0 50 0,0 0 24 16,0 0 21-16,0 0 7 0,0 0 7 0,0 0 5 16,0 0 0-16,0 0 3 0,0 0 6 15,-8 21 6-15,1-14 6 0,-2 2 1 0,-2 3-9 16,0 1-7-16,-12 7-7 0,6-1-6 16,2 1 1-16,1-5 2 0,3 1-1 0,2 2-3 15,1-4-2-15,7 2 2 0,2-3-4 16,3 3-5-16,5-1-13 0,11 5-1 0,-2-1-17 15,7-2-17-15,0-1 7 16,4 1-3-16,-6 1 3 0,-1-2 2 0,-4-1 10 0,-4-1 7 16,0-1 14-16,-1 4 1 15,-3-2 5-15,-2 4 18 0,-5-2 18 0,-1 1 23 16,-4 0 15-16,-3 3-134 0,-3-2-42 16,-5 6 0-16,-2-1 0 0,-5-2 0 0,3-9 0 15,-2-1 0-15,2 0 0 0,-5-3 0 16,2-1 0-16,-5-2 0 0,0-3 0 0,2-3 0 15,-3-3 0-15,-11-3 0 0,3-5 0 16,4-3 0-16,1-4 0 0,4-5 0 16,5 3 0-16,8 3-490 0,4 0-359 15,5 5-89-15,-1 1 98 0,4 0-886 0,7-1-1158 16</inkml:trace>
  <inkml:trace contextRef="#ctx0" brushRef="#br0" timeOffset="56789.11">16874 10776 4834 0,'0'0'188'0,"0"0"3"0,0 0 15 16,0 0 46-16,0 0 19 0,15 2 4 15,-15-2-20-15,35-5-22 0,-11 1-22 16,13-3-20-16,-1 1-20 0,-1-1-19 0,-1-2-11 15,-4-1-16-15,1 1-7 0,-8-2-19 16,-5 2-14-16,2 0-9 0,-6-4-8 0,0 1-19 16,-4 0-49-16,-7-3 0 0,-1 3 0 15,-4-1 0-15,-3 1 0 0,-10 0 0 16,-6 6 0-16,-10 3 0 0,-15 7 0 0,-12 7 0 16,1 3 0-16,-1 5 0 0,7 6 0 15,5 1 0-15,7 3 0 0,7 3 0 0,14-3 0 16,4 0 0-16,5 2 0 15,7-3 0-15,5-5 0 0,7 9 0 0,5-3 0 16,6 0 0-16,2-5 0 0,5-5 0 16,7-4 0-16,1-3 0 0,2-2 0 0,2-4 0 15,4-3 0-15,-6-4-30 0,4-3-576 16,-4-5-154-16,-1 2-162 0,-7-3 88 0,1 1-880 16,-4-6-1147-16</inkml:trace>
  <inkml:trace contextRef="#ctx0" brushRef="#br0" timeOffset="56989.15">17812 10880 5328 0,'-16'0'317'0,"7"0"10"0,9 0-14 15,-7-6-35-15,7 6-28 0,0 0-32 0,16-15-18 16,2 7-42-16,7 2-82 0,11-4-106 15,6 1-140-15,0 1-152 0,3 0-177 0,0 0-225 16,-6-1-96-16,1 3 80 0,-4-1-675 16,-1 2-866-16</inkml:trace>
  <inkml:trace contextRef="#ctx0" brushRef="#br0" timeOffset="57454.77">18404 10653 4293 0,'-7'-7'195'16,"1"0"52"-16,5-2 41 0,-1 3 5 16,2-3-2-16,2 1-4 0,-1-5-13 0,5 1-22 15,1 0-18-15,5 0-20 0,-1 3-15 16,-1-1-18-16,0 4-17 0,-1 2-7 0,0 6-2 16,-9-2 12-16,22 14 14 15,-13-1-62-15,-1 7-119 0,1 11 0 0,-3-1 0 0,-1 5 0 16,4-1 0-16,-7 4 0 15,1-1 0-15,-1 2 0 0,0-2 0 0,-2-2 0 16,2-5 0-16,0-6 0 0,-2-5 0 16,2 0 0-16,-1-4 0 0,1-1 0 0,-2-2 0 15,2 0 0-15,-2-4 0 0,0 1 0 16,0-1 0-16,-2-1 0 0,0-2 0 0,-7 0 0 16,-3 1 0-16,-4-3 0 0,-8 0 0 15,-1 2 0-15,2-1 0 0,5-1 0 0,0 2 0 16,4-3 0-16,2 2 0 0,0-1 0 15,3 0 0-15,4 0 0 0,5-3 0 0,-7 7 0 16,7-7 0-16,20 7 0 0,-6-4 0 16,8-2 0-16,-3 1 0 0,6-2 0 0,6 0 0 15,-3 2 0-15,1-2 0 16,-2-2 0-16,-2 2 0 0,0-2 0 0,-5 2 0 16,-4 0 0-16,2 0 0 0,-3 0 0 15,-1 2 0-15,-5-4 0 0,-9 2 0 0,14 0 0 16,-14 0-791-16,0 0-191 0,0 0 100 15,0 0-1001-15,-29 8-1306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8T03:28:19.5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22756 7808 6831 0,'-12'4'203'0,"2"-2"-12"16,5 1-13-16,5-3 4 0,0 0-2 0,0 0-13 15,0 0-18-15,0 0-39 0,0 0-110 16,18-17 0-16,5 10 0 0,13-4 0 0,9 3 0 16,-4-1 0-16,6 1 0 0,5-3-28 15,-6 5-316-15,-2 1-132 0,0-1-140 0,-2 1-213 16,-10 3 1-16,-3 2 88 16,-4 4-733-16,-11-2-920 0</inkml:trace>
  <inkml:trace contextRef="#ctx0" brushRef="#br0" timeOffset="183.03">22965 7956 4208 0,'-15'4'318'0,"5"-3"7"0,0 0 10 15,10-1 13-15,0 0 2 0,0 0-20 16,0 0-27-16,0 0-27 0,0 0-28 0,22-15-26 16,6 5-31-16,6-2-68 15,4 1-98-15,10-4-129 0,0-1-145 0,-6 7-171 16,-4-4-197-16,1 0-231 0,0 3 73 15,-3-3 84-15,-1 3-635 0,-11 2-782 0</inkml:trace>
  <inkml:trace contextRef="#ctx0" brushRef="#br0" timeOffset="433.2">23278 7478 3814 0,'-8'-13'290'0,"5"5"-8"0,3 0 26 0,0 8 14 16,13-4 11-16,-1 3 1 15,6 3-11-15,14 9-17 0,3 5-27 0,11 7-22 16,-3 8-17-16,-1 5-14 0,-3 3-9 16,-7 2-5-16,-5 2 4 0,-9 3-10 0,-4 1-180 15,-10-6-26-15,-6 0 0 0,-10 9 0 16,-5-1 0-16,-2-6 0 0,-6 1 0 0,-2-5 0 16,-1-4 0-16,2-3 0 0,2-8 0 15,-1-4 0-15,4-1 0 0,6-3 0 0,2-5 0 16,2-5 0-16,1-4 0 0,5 0-631 15,5-2-290-15,-12-8 15 0,10-2 103 0,2 0-874 16,2-1-1112-16</inkml:trace>
  <inkml:trace contextRef="#ctx0" brushRef="#br0" timeOffset="2217.14">24831 7445 4473 0,'0'0'-92'15,"-4"-13"37"-15,0 9 30 0,-1-4 46 16,-2 3 40-16,0-1 33 0,-2 0 25 0,-3 3 9 15,1 3 1-15,11 0-1 0,-36 9 1 16,7 8 10-16,-9 10 13 0,-3 12 13 16,3 7 3-16,-10 18 4 0,7 4 14 0,-3 6 5 15,7 3-12-15,10 4-3 0,6-15-9 16,5-2-11-16,7-1-9 0,7-4-4 16,5-2-11-16,11-2-10 0,8-6-8 15,9-7-6-15,8-6-13 0,6-8-6 0,5-5-11 16,3-9-11-16,-5-7-4 0,3-5-3 15,8-9-48-15,1-7-12 0,-1-7 0 0,0-4 0 16,-3-8 0-16,13-13 0 0,-8-5 0 16,-15 7 0-16,-7-5 0 0,-3-4 0 0,-6-4 0 15,-6 1 0-15,-5-6 0 0,-9-2 0 16,-7-1 0-16,-6 0 0 0,-10 1 0 0,-9 4 0 16,-2 1 0-16,-12 7 0 0,-4 5 0 15,-8 6 0-15,-7 9 0 0,0 10 0 16,-6 10 0-16,-7 8 0 0,2 10 0 15,-1 5 0-15,5 10 0 0,-10 19-190 0,16-6-210 16,8 5-78-16,5 6-72 0,7-4-105 16,3-1-168-16,12-1 75 0,9-8 84 0,6-8-589 15,12-3-713-15</inkml:trace>
  <inkml:trace contextRef="#ctx0" brushRef="#br0" timeOffset="2549.98">25962 6956 3909 0,'-25'-7'203'0,"7"7"-4"0,-3 4 20 0,-6 13 38 16,-7 17 41-16,0 9 20 0,3 13 7 0,-1 27-14 15,5 9-15-15,8 7-12 0,9 2-23 16,8 0-23-16,12 0-25 0,5-3-19 0,4-2-33 16,4-10-16-16,4-2-18 0,-2-25-9 15,0-2-13-15,0-6-95 0,-1-5-10 0,1-6 0 16,-4-11 0-16,0-3 0 16,1-7 0-16,-1-7-21 0,-3-7-149 0,0-3-59 15,2-4-76-15,3-5-110 0,8-7-114 16,-3 1-162-16,0-6-125 0,-1 2 84 0,-2 2-725 15,-2-5-905-15</inkml:trace>
  <inkml:trace contextRef="#ctx0" brushRef="#br0" timeOffset="3048.36">26696 7803 4552 0,'-20'-19'262'0,"4"6"17"16,3-1 43-16,4 6 34 0,2-1 10 0,2 1-21 16,-1 4-30-16,4-2-20 0,2 6-22 15,0 0-14-15,17-2-32 0,-17 2-17 0,30 9-80 16,-1 6-130-16,-2-1 0 0,1 3 0 15,-3 3 0-15,0-3 0 0,-3 3 0 16,-8-2 0-16,-4 2 0 0,-2-1 0 16,-6 3 0-16,0-1 0 0,-4 1 0 0,-7 2 0 15,4-3 0-15,-1-5 0 0,3-3 0 16,-1-1 0-16,0-5 0 0,4-7 0 0,0 0 0 16,0 0 0-16,10-48 0 0,4-2 0 15,9-9 0-15,6 5 0 0,0-1 0 0,3 9 0 16,-3 6 0-16,-4 15 0 15,0 4 0-15,-5 7 0 0,-3 10 0 0,3 4 0 0,-2 6 0 16,13 7 0-16,-4 8 0 0,-4 3 0 16,5 10 0-16,-5 4 0 0,1-2 0 15,-10 0 0-15,8 4 0 0,-9-4 0 16,-1 0 0-16,-1-4 0 0,-6 0 0 0,3-5 0 16,-5-8 0-16,-1-1 0 0,0-7 0 15,0 2 0-15,1-6 0 0,-3-2-361 0,0-5-423 16,0 0-150-16,0 0 87 0,0 0 96 15,0 0-784-15,-14-30-980 0</inkml:trace>
  <inkml:trace contextRef="#ctx0" brushRef="#br0" timeOffset="3282.05">27346 6679 4726 0,'-2'-9'213'0,"-1"2"-21"0,-1 7 19 15,4 0 72-15,0 0 42 0,-5 28 25 16,5-10 8-16,7 15-13 0,-2 6-35 0,8 9-38 16,1 1-26-16,7 0-19 0,0 1-94 15,2-4-133-15,2-3 0 0,-3-3 0 0,-3-12 0 16,-6 1 0-16,5-4 0 0,-7-6 0 16,-1-1-311-16,-2-3-115 0,-1-1-96 0,-5-3-105 15,1-1-173-15,-1-6 14 0,5 2 91 16,-7-6-674-16,11-2-822 0</inkml:trace>
  <inkml:trace contextRef="#ctx0" brushRef="#br0" timeOffset="3598.57">27847 6929 4133 0,'-15'11'149'16,"1"5"43"-16,3-1 55 0,-6 13 75 0,0 0 38 15,1 2 13-15,3 1-6 0,2 3-14 16,3-3-20-16,4-3-32 0,3-6-28 0,2-1-23 15,3-1-26-15,4-1-19 0,3-3-96 16,2-1-109-16,7-5 0 0,1-1 0 0,1-6 0 16,1-3 0-16,4-2 0 15,0-1 0-15,3-5 0 0,-1-4 0 0,-2-2 0 16,-9 0 0-16,4-10 0 0,-5-4 0 16,-2-1 0-16,-5-4 0 0,-3-6 0 0,-1 1 0 15,-4 1 0-15,-2 10 0 0,-2 4 0 16,-2 6 0-16,1 2 0 0,-8 4 0 15,2 5 0-15,-4 6 0 0,-4 6 0 0,-14 6 0 16,1 5 0-16,3 6 0 0,-5 8-183 16,3 3-379-16,12-8-162 0,3-8-179 0,13-1 83 15,2-8 85-15,5-4-715 0,6 2-900 16</inkml:trace>
  <inkml:trace contextRef="#ctx0" brushRef="#br0" timeOffset="4115.24">28257 6949 4224 0,'0'0'136'0,"0"0"35"16,-5-3 45-16,5 3 60 0,0 0 49 0,0 0 31 15,-18 16 3-15,13-7-5 0,1 2-19 16,2 1-29-16,-2 2-27 0,4 3-27 0,0-4-27 16,2 5-23-16,2-3-27 0,0-3-175 15,1 2 0-15,1-4 0 0,2 0 0 16,-2-1 0-16,3-3 0 0,0-2 0 15,-1-1 0-15,-8-3 0 0,21-1 0 0,-21 1 0 16,17-6 0-16,-9-4 0 0,-1-4-111 16,-1 1-53-16,-2-5 4 0,0-5-1 15,0 0-8-15,-3-5-17 0,-1 0-31 0,0 3-37 16,0 6-41-16,0 3-47 0,-1 4-40 16,-3 5-42-16,-2 1-25 0,6 6 25 0,-6-2 41 15,6 2 51-15,0 0 67 0,0 0 60 16,0 0 71-16,0 0 72 0,0 0 66 0,0 0 62 15,0 0 63-15,14 15 45 0,-7-9 47 16,2 5 44-16,1 3 32 0,2 2 28 0,1 11 14 16,-2 2 7-16,-1 2-10 15,-2 2-5-15,-2 0-11 0,-3 3-8 0,1 0-8 0,-2 0-13 16,0 1-15-16,-2-6-13 16,0 6-16-16,2-6-33 0,-4-4-155 0,0-1-59 15,0-2 0-15,-4 1 0 0,5-5 0 16,-3-3 0-16,2 0 0 0,-4-3 0 0,0-2 0 15,-3-2 0-15,1-3 0 0,-2-3 0 16,-1-1 0-16,-1-6 0 0,1-1 0 0,0-3 0 16,-3-1 0-16,1-3 0 0,4 1 0 15,-1-2-181-15,-1 0-573 0,1 0-209 0,2-1 98 16,1 1 95-16,1 1-814 0,4 1-1026 16</inkml:trace>
  <inkml:trace contextRef="#ctx0" brushRef="#br0" timeOffset="4531.87">28619 7006 4740 0,'0'-4'219'0,"0"4"21"0,2-8 25 0,-2 8 43 0,0 0 44 0,0 0 21 0,6 22-16 16,-3-10-30-16,1 3-34 0,0 6-26 15,0 3-27-15,0 0-30 0,2-2-210 0,-4 5 0 16,-1-4 0-16,3 0 0 15,-4-3 0-15,2-1 0 0,-2-2 0 0,0-3 0 16,2 0 0-16,-2-3 0 0,0-2 0 16,2-2 0-16,-4-2 0 0,2-5 0 0,0 9 0 15,0-9 0-15,0 0 0 0,0 0 0 16,0 0 0-16,0 0 0 0,14-21 0 0,-7 14 0 16,4-1 0-16,-1-1 0 0,0 4 0 15,2-2 0-15,0 4 0 0,1 1 0 0,1 0 0 16,1 1 0-16,1 4 0 15,0 1 0-15,0 0 0 0,-3 1 0 0,3 1 0 0,-5 2 0 16,0 1 0-16,-3-1 0 16,0 1 0-16,-3 1 0 0,-3 0 0 0,0 1 0 0,-4-3 0 15,-2 4 0-15,-1-1 0 16,-4 1 0-16,-4-3 0 0,2 0 0 0,-4-2 0 16,0 0 0-16,-3-1 0 0,2-3 0 15,-2-1-717-15,3-4-259 0,-4-1 86 0,3-4-1017 16,3-4-1330-16</inkml:trace>
  <inkml:trace contextRef="#ctx0" brushRef="#br0" timeOffset="4933">28987 6632 5658 0,'4'-13'113'16,"-1"1"30"-16,1 3 52 0,2 3 48 0,-6 6 43 0,12-2 27 0,-12 2 11 15,0 0 10-15,27 17-10 0,-18-7-66 0,2 5-258 16,-1 3 0-16,-3 2 0 0,1-1 0 16,-5 1 0-16,-3-1 0 0,0-2 0 15,-5 5 0-15,-4 6 0 0,-9-3 0 0,0 1 0 16,-15 6 0-16,7-12 0 0,-5 1 0 16,-3-7 0-16,2-1 0 0,5-6 0 0,4-10 0 15,1-1 0-15,-1-15 0 0,8-5 0 16,6-9 0-16,7-8 0 0,8-16 0 15,7 1 0-15,8 3 0 0,0 9 0 0,-2 13 0 16,2 4 0-16,0 5 0 0,-4 11 0 16,2 3 0-16,-4 8 0 0,6 6 0 15,8 5 0-15,0 7 0 0,-1 5 0 0,7 3 0 16,-3 4 0-16,-5-6 0 0,-2 0 0 16,-3 2 0-16,-1-4 0 0,-5-7 0 0,-3 1 0 15,-4-6 0-15,1-2 0 0,-3-1-425 16,1 0-252-16,-3-3-244 0,6-4 65 0,-11 0 96 15,18-7-788-15,-8-2-992 0</inkml:trace>
  <inkml:trace contextRef="#ctx0" brushRef="#br0" timeOffset="5148.96">29523 5843 4663 0,'9'-1'191'0,"-9"1"77"0,31 12 71 16,-3 10 74-16,14 14 53 0,10 22 54 0,5 13 12 15,0 8-20-15,-6 6-225 0,-5 7-287 16,-12 5 0-16,-11 2 0 0,-10 4 0 16,-9 1 0-16,-11 8 0 0,-6 0 0 0,-9-8 0 15,-4-4 0-15,-9-9 0 0,-1-7 0 16,-2-9 0-16,-4-4 0 0,6-22 0 0,0-4 0 16,4-9 0-16,-5-1-483 0,6-17-515 15,5 0 98-15,5-6-1076 0,5-4-1394 16</inkml:trace>
  <inkml:trace contextRef="#ctx0" brushRef="#br0" timeOffset="5782.05">23973 9789 6203 0,'-19'0'395'16,"4"-3"19"-16,3 3 17 0,12 0-4 0,-15 0-106 16,15 0-321-16,-12 0 0 0,12 0 0 0,0 0 0 15,0 0 0-15,33-19 0 0,2 7 0 16,12-5 0-16,3 1 0 0,2-1 0 0,4-1 0 16,-4 1 0-16,-2 0 0 0,-11 8-101 15,-3 1-914-15,-7 3 65 0,-10 5 107 0,-8 4-953 16,-5 4-1226-16</inkml:trace>
  <inkml:trace contextRef="#ctx0" brushRef="#br0" timeOffset="5949.91">24175 9970 5460 0,'-11'10'244'0,"3"-5"8"0,3-1 27 0,-4 0 21 16,6 0 5-16,3-4-17 0,0 0-9 15,0 0-29-15,21-16-27 0,8 0-32 0,8-6-78 16,12-6-113-16,-4-2-161 0,3-3-194 15,1-4-211-15,1 2-261 0,-4-2-40 16,-5-1 102-16,-3-2-814 0,-4 4-1021 0</inkml:trace>
  <inkml:trace contextRef="#ctx0" brushRef="#br0" timeOffset="6150.2">24723 9465 4936 0,'-12'2'310'16,"6"0"-3"-16,4 5 57 0,0 3 36 0,2 0 17 15,4 2-24-15,2 3-26 0,3 2-26 16,3 0-40-16,4 11-246 0,4-3-55 0,-5 1 0 16,2 3 0-16,-2 0 0 0,-5-1 0 15,-2-3 0-15,-7 0 0 0,1-1 0 0,-4-2 0 16,1 2 0-16,-3-2 0 16,-7 9-317-16,-1-4-245 0,-7 2-128 0,4-4-189 15,-5-4 82-15,7-2 76 0,0-4-716 16,1-2-887-16</inkml:trace>
  <inkml:trace contextRef="#ctx0" brushRef="#br0" timeOffset="7814.18">26045 9606 4466 0,'-10'-18'266'0,"4"5"-5"16,0 0 18-16,4 1 31 0,2 2 15 0,2 3 6 15,2 1-9-15,3 0-12 0,-7 6-8 16,18-2-27-16,0 8-7 0,7 9-21 0,0 6-18 15,10 8-229-15,0 2 0 0,-1-1 0 16,-4 4 0-16,-1-1 0 0,-11-4 0 0,-2 3 0 16,-1-5 0-16,-9-3 0 0,0-2 0 15,-2-3 0-15,-3-2 0 0,-1 1 0 0,0-5 0 16,0-1 0-16,2-4 0 16,0 0 0-16,0-5 0 0,-2-3 0 0,0 0 0 0,7-24 0 15,5-9 0-15,3-18 0 16,5-5 0-16,3-4 0 0,4 2 0 15,-2 5 0-15,0 7 0 0,2 7 0 0,-6 12 0 16,1 6 0-16,-4 8 0 0,0 4 0 0,-4 6 0 16,8 3 0-16,-1 10 0 0,9 3 0 15,-1 6 0-15,0 3 0 0,-4 1 0 0,0 4 0 16,-1-3 0-16,-3 2 0 0,-5-3 0 16,2 1 0-16,-5-7 0 0,-1-5 0 0,-5 2 0 15,1-5 0-15,-3-3 0 0,1 2 0 16,-3-4 0-16,-3-4 0 0,0 0-70 0,0 0-613 15,0 0-64-15,0 0-109 0,-11-35 32 16,8 13-880-16,-5-13-1139 0</inkml:trace>
  <inkml:trace contextRef="#ctx0" brushRef="#br0" timeOffset="8064.48">26866 9160 4562 0,'-7'-29'14'0,"5"6"76"0,-4 4 53 16,1 3 55-16,4 1 60 0,-1 3 45 0,0 0 34 15,4 2 21-15,1 0 9 0,6-1-6 16,2 3-21-16,2 3-3 0,3 3-5 0,1 4-141 15,3 6-191-15,11 8 0 0,3 11 0 16,-5 7 0-16,-4 5 0 0,-4 2 0 0,-12-4 0 16,0-1 0-16,-4 4 0 15,-5-3 0-15,0-6 0 0,0-7 0 0,0-3 0 16,0-3 0-16,0-3 0 0,2-1 0 16,2-4 0-16,3-5 0 0,-2-1 0 0,9-6 0 15,3-5 0-15,10-11 0 0,0-1 0 16,-1 0 0-16,-1-3 0 0,4 1 0 0,-3 1 0 15,-1 1 0-15,0-2-729 0,-2 5-249 16,0-3 95-16,-7 5-1022 0,-2 2-1327 0</inkml:trace>
  <inkml:trace contextRef="#ctx0" brushRef="#br0" timeOffset="8449.98">26242 8606 5199 0,'-81'29'-64'0,"-14"12"32"0,-5 15 49 15,-1 18 59-15,-26 43 68 0,7 13 60 0,5 13 31 16,13 11 27-16,12 2 13 0,17 0 14 16,33-29-3-16,15 1-13 0,14 3-20 15,26-8-22-15,20-7-17 0,23-9-24 0,25-16-51 16,51 4-139-16,-12-37 0 0,18-17 0 15,14-14 0-15,9-16 0 0,4-15 0 0,-2-17 0 16,-18-14 0-16,31-25 0 0,-56 10 0 16,-6-14 0-16,20-33 0 0,-45 16 0 15,-8-6 0-15,-10-10 0 0,-8-8 0 0,-8-5 0 16,-10-2 0-16,-4-12 0 0,-14 3 0 16,-15-2 0-16,-6 1 0 0,-12 4 0 0,-9 9 0 15,-12 15 0-15,-9 14 0 0,-4 30 0 16,-14 12 0-16,-10 12 0 0,-17 18 0 15,-27 14-195-15,-11 17-153 0,-3 12-94 0,0 14-98 16,2 7-129-16,5 9-158 0,9 2 81 16,12 6-759-16,10 0-950 0</inkml:trace>
  <inkml:trace contextRef="#ctx0" brushRef="#br0" timeOffset="8680.98">25993 10861 4671 0,'-13'13'266'0,"6"-2"-13"16,-2-6-6-16,6 2 28 0,1-5 38 15,2-2 37-15,0 0 13 0,32-6-3 16,20-11-32-16,12-4-29 0,30-10-27 0,6-3-78 16,9 0-194-16,10 1 0 0,-7-1 0 15,-4 0 0-15,-4 3-93 0,-14 4-343 16,-22 10-135-16,-7-1-182 0,-7 3-102 0,-17 4 69 15,-1 1-811-15,-12 2-1039 0</inkml:trace>
  <inkml:trace contextRef="#ctx0" brushRef="#br0" timeOffset="16246.1">1034 1545 1067 0,'2'-6'487'16,"-2"6"-111"-16,4-12-53 0,-4 12-27 0,3-4-15 16,-3 4-22-16,0 0-15 0,2-9-22 15,-2 9-4-15,0 0-11 0,0 0-23 0,0 0-16 16,0 0 29-16,0 0 21 0,14 15-24 16,-8-3-17-16,1 2-12 0,1 7-14 15,-2-1-11-15,1 11-17 0,1 0-5 16,2-1-14-16,-5-7-6 0,1-4-9 15,-4-1-9-15,3-3-5 0,-1 3-6 0,-2-3-11 16,3-2-4-16,-4-3-38 0,1-2-41 16,0 0-43-16,-2-2-62 0,0-6-121 15,0 0-136-15,0 0-151 0,0 0-252 0,0 0 72 16,0 0 69-16,-4-35-338 0,-2 16-464 16</inkml:trace>
  <inkml:trace contextRef="#ctx0" brushRef="#br0" timeOffset="16613.63">855 1342 2760 0,'-23'9'-4'0,"4"3"31"0,-7 9 15 0,-5 14 35 16,2 3 41-16,-3 7 48 0,7 3 36 16,4 5 26-16,4-1 26 0,3 2-25 15,9 0 4-15,7-8 0 0,6 7-9 0,7-2-22 16,8-5-13-16,4 0-8 0,9-3-22 15,7-2-14-15,3-11-13 0,1-4-2 16,9-7-16-16,-1-4-16 0,-7-10-5 0,0-5-4 16,1-3-10-16,9-9-5 15,-1-5-10-15,-3-5-9 0,-2-4-3 0,-2-3-6 16,-8-4 10-16,-6-4-6 0,-6-2-4 16,-7-7 12-16,-7-4-3 0,-9-6 4 15,-10 0-9-15,-9-7-13 0,-13 5-7 0,-13-12 1 16,-9 9-12-16,2 20-4 0,-5 10-6 15,-8 8-4-15,-3 4-4 0,-4 12 2 0,0 12-6 16,-1 6-27-16,3 7-62 0,4-1-77 16,1 6-117-16,9 3-118 0,3-2-139 15,14-6-305-15,3-2 78 0,10-3 84 0,6 0-465 16,4-5-618-16</inkml:trace>
  <inkml:trace contextRef="#ctx0" brushRef="#br0" timeOffset="17698.5">1732 13950 3229 0,'3'-13'142'0,"5"1"-57"0,0 1-20 16,3-1 25-16,2-2 20 0,10-3 11 16,-3 2-26-16,-2 5-12 0,3 1-19 0,1 4-7 15,-3 2-5-15,-1 1-4 0,2 5 1 16,0 4-6-16,1 3-8 0,1 8 6 15,-4 5 15-15,-6 6 35 0,-4 4 22 0,-7 0 13 16,-8 2 6-16,0 6 8 0,-5-4-7 16,-1-1 11-16,-1-3-5 0,1-3 11 0,0-2-4 15,3-6-21-15,4-5-8 0,1-4-15 16,1-1-4-16,0-2-6 0,0-2-9 16,2 0 6-16,0-3-2 0,2-5-2 15,4 11-7-15,-4-11-12 0,15 1 5 16,-15-1-26-16,46-14-74 0,-9-2-62 0,2-8-89 15,5-4-99-15,2-1-100 0,-3-3-116 16,0-6-167-16,-7-3-101 0,-6-2 80 0,-8 4-459 16,-8 6-608-16</inkml:trace>
  <inkml:trace contextRef="#ctx0" brushRef="#br0" timeOffset="18045.16">1873 13737 2930 0,'-57'14'-110'0,"-2"6"44"16,1 5 41-16,-1 9 43 15,-11 11 33-15,5 6 50 0,8 6 24 0,7 3 31 16,5 4 6-16,16-8 1 0,4 6 8 16,10 0 1-16,7 2 36 0,10-2-5 15,9-2 3-15,12-4 14 0,13-3 16 0,23 1-9 16,16-8-19-16,9-11-18 0,8-10-9 16,5-8-26-16,-13-13 0 0,7-6-31 15,17-9-9-15,-4-9-11 0,-5-7-9 0,-6-9-12 16,-9-9 4-16,-6-5-9 0,-12-6-13 15,-7-2 4-15,-20 8 1 0,-3-20-21 16,-16 8 4-16,-7-2-6 0,-12-6-8 0,-10 0-4 16,-16-15-4-16,-11 4-3 0,-14 4-7 15,-5 7-10-15,-12 10-10 0,1 16-1 16,5 20-1-16,-6 10-2 0,-4 14-11 0,-1 12-12 16,-1 5-33-16,-10 12-28 0,4 6-63 15,20-2-64-15,10 3-67 0,3 2-87 16,8 1-93-16,6-1-162 0,14-7-167 0,4-4 90 15,7-4-479-15,10-1-643 0</inkml:trace>
  <inkml:trace contextRef="#ctx0" brushRef="#br0" timeOffset="19213.34">4206 14082 3076 0,'0'-8'-20'16,"2"-1"40"-16,-2 9 27 0,1-14 24 15,-1 9 24-15,0 5 12 0,0-8 8 0,0 8-9 16,0 0-12-16,0 0 66 0,0 0 48 16,6 24 16-16,-2-2 13 0,-1 14 8 0,-1 2 7 15,2 4-23-15,1 3-16 0,2 9-13 16,-3-11-11-16,1-1-20 0,1-3-15 0,-3 1 3 16,6-6-29-16,-4-2-12 0,1-7-4 15,-2-4-19-15,-3-5-10 0,1-2-8 16,0-3-4-16,0 1-2 0,0-4-11 15,0-2-54-15,-2-6-75 0,0 0-98 16,4 5-117-16,-4-5-131 0,0 0-153 0,9-27-220 16,-7 11 21-16,2-8 96 0,0-11-488 15,-1-1-626-15</inkml:trace>
  <inkml:trace contextRef="#ctx0" brushRef="#br0" timeOffset="19429.91">3957 13975 3399 0,'-30'0'55'0,"3"0"19"16,5 0 19-16,4 0 36 0,3 0 37 16,3-3 19-16,12 3-6 0,-20 0-9 15,20 0-12-15,0 0 26 0,0 0 21 16,0 0-12-16,0 0-8 0,78-8-19 16,-21-1-11-16,8 4-16 0,-1-2-14 0,9 1-66 15,-4 2-57-15,-1 0-76 0,-14 4-107 16,-4 4-138-16,-9 4-139 0,-1 1-224 0,-10 5-30 15,-5 3 86-15,-9 1-384 0,-5-1-485 16</inkml:trace>
  <inkml:trace contextRef="#ctx0" brushRef="#br0" timeOffset="19730.43">4903 13779 3116 0,'-8'-14'161'0,"2"6"10"0,3 1-7 16,-1 2 0-16,4 5 10 0,0 0 19 15,0 0 37-15,-23 12 17 0,8 11-7 0,-1 8-9 16,0 14-3-16,2 3-34 0,5 3-4 16,3 2-17-16,3-8-4 0,8 0-9 0,2 6-19 15,4 0-11-15,7-6-11 0,1-3-1 16,4-5-25-16,-2-10 7 0,0-1-16 15,1-5-16-15,1-2-48 0,-1-7-70 16,-6-4-74-16,2-3-102 0,-3-3-138 0,0 0-139 16,2-6-194-16,-1-1-90 15,-3-2 86-15,0-1-532 0,-1-2-696 0</inkml:trace>
  <inkml:trace contextRef="#ctx0" brushRef="#br0" timeOffset="20099.24">5155 14088 3537 0,'-2'-14'72'0,"-2"4"60"15,-1 3 30-15,2 0 24 0,3 7 12 16,-4-7-2-16,4 7-15 0,0 0 16 16,0 0 21-16,0 0 6 0,0 0-11 15,23 24-21-15,-14-12-17 0,5 2-20 0,-3 1-14 16,3 0-12-16,-3 3-9 0,-2-1-12 16,-3 2-10-16,2-2-10 0,-6-2 4 0,2-3-14 15,0 0-5-15,-3-2-3 0,1-3 14 16,2 1 36-16,0-2 27 0,-4-6-7 15,0 0-18-15,0 0-14 0,17-18-10 0,-4-7-11 16,7-6-22-16,3-12-11 0,2-1-3 0,-1 6-6 16,2 3-10-16,-4 9-35 15,-3 5 0-15,0 9 0 0,-4 1 0 0,0 6 0 16,1 4 0-16,-2 1 0 0,2 6 0 16,-1 5 0-16,1 2 0 0,-2 3 0 15,2 5 0-15,-3 0 0 0,-4-4 0 0,3 3 0 16,-6-3 0-16,3 2 0 0,-1-4 0 15,-4-1-137-15,4 0-107 0,-3-1-80 0,1-2-97 16,-3-3-89-16,2-1-139 0,-3-4-204 16,-2-3 77-16,0 0 82 0,0 0-525 0,0 0-681 15</inkml:trace>
  <inkml:trace contextRef="#ctx0" brushRef="#br0" timeOffset="20344.83">5701 13583 3671 0,'-7'-15'137'15,"2"1"36"-15,0 4 22 0,3 0 19 16,2 6 16-16,0 4 27 0,12-5 26 0,-12 5 0 16,45 14-9-16,-10 3-13 0,5 10-23 15,5 6-22-15,-7 5-23 0,1 5-21 0,-3 1-30 16,-5 8-8-16,-3 2-14 0,-6 1-13 16,-4 1-4-16,-2 2-13 0,-7-5-6 15,-3-9-9-15,-5-3-8 0,-1-1-3 0,-1-5-8 16,-3-6-5-16,0-4-4 15,0-3-35-15,-2-5-53 0,0-3-63 0,1-3-83 16,-1-3-114-16,1-4-146 0,-4-4-169 0,9 0-269 16,-11-12 78-16,10 1 98 0,1-7-601 15,1-5-768-15</inkml:trace>
  <inkml:trace contextRef="#ctx0" brushRef="#br0" timeOffset="20546.09">6422 13933 4088 0,'0'0'248'16,"0"0"7"-16,0 0 42 0,0 0 36 0,0 0 24 16,0 0 3-16,0 0-30 15,0 0-32-15,7-12-27 0,6 10-30 0,5 0-17 16,9-3-50-16,1 2-73 0,8-2-101 16,0 1-119-16,0-2-131 0,-9 2-144 0,-2 2-166 15,-4-1-230-15,-6 3-24 0,1-2 87 16,-7 2-607-16,2 0-791 0</inkml:trace>
  <inkml:trace contextRef="#ctx0" brushRef="#br0" timeOffset="20747.16">6539 14098 3780 0,'-20'17'98'0,"4"-9"47"0,3 1 50 16,1-2 48-16,5-2 74 0,2 0 41 0,-3-2 57 16,8-3 28-16,-5 6 11 0,5-6-1 15,0 0-17-15,0 0-36 0,0 0-42 0,25 3-262 16,-5-6-96-16,7-1 0 15,7-3 0-15,2 1 0 0,-2-3 0 0,1 0 0 16,-3-1 0-16,-8 4 0 0,-4 0 0 16,-3 3 0-16,-2-1 0 0,-4 1 0 0,1 0-590 15,-4-1-99-15,-3 0-173 0,-5 4-13 16,4-6 95-16,-4 6-715 0,0 0-941 16</inkml:trace>
  <inkml:trace contextRef="#ctx0" brushRef="#br0" timeOffset="21494.88">7267 13779 4361 0,'-11'-17'45'0,"0"1"48"0,3 3 20 0,4 1 15 0,2-1 24 0,2 0 28 0,6-1 22 16,2-1 10-16,3-1-25 0,12-1-5 15,4 3-11-15,-3 6-14 0,3 4-13 0,0 2-23 16,1 6-10-16,8 4-12 15,-3 6-6-15,0 1-6 0,-7 9 3 0,-3 1 19 0,-7 6 23 16,-9 2 17-16,-7-1 21 16,-4 7 26-16,-13 11 18 0,-2-1 3 0,-7-6-141 15,-3 1-76-15,2-7 0 0,8-8 0 16,0-3 0-16,7-7 0 0,3-5 0 0,2-3 0 16,0 0 0-16,3-1 0 0,1-3 0 15,1 0 0-15,6 0 0 0,1-1 0 0,5-2 0 16,7 0 0-16,4-3 0 0,8-1 0 15,14-1 0-15,2-3 0 0,-2 0 0 0,3-4 0 16,-1 1 0-16,0-1 0 0,-4-1 0 16,-1 4 0-16,-5-4 0 0,-6 6 0 15,-9 1 0-15,-2 0 0 0,-5-1-354 16,-1 0-598-16,-5 1-4 0,-7 2 97 0,0 0-865 16,0 0-1158-16</inkml:trace>
  <inkml:trace contextRef="#ctx0" brushRef="#br0" timeOffset="21845.51">8396 13529 4681 0,'-17'-26'-110'0,"-1"3"40"0,3 5 41 0,3 3 20 0,-2 3 37 16,3 5 29-16,-5 0 13 0,1 7 20 15,-2 3 20-15,-12 12 22 0,6 11 20 0,-3 12 19 16,7 5 14-16,-1 1 28 0,13-3-20 16,3 5 8-16,4-1-3 0,7 12-12 0,7 0-13 15,3-5-14-15,8 1-15 0,5-7-14 16,6 0-11-16,0-7-14 0,3 0-13 15,1-6-15-15,-2-4-56 0,-6-8-69 16,0-3-71-16,-5 1-81 0,-2-5-101 16,-4-4-119-16,-6-3-131 0,1-1-204 0,-7-4-22 15,2-2 89-15,-1 0-540 0,-10 0-690 16</inkml:trace>
  <inkml:trace contextRef="#ctx0" brushRef="#br0" timeOffset="22811.06">7523 13788 3132 0,'-14'3'-147'0,"3"6"36"16,2 6 40-16,-1 4 35 0,3 15 36 0,3 2 35 0,2 1 29 15,8 1 27-15,1-1 24 0,14 6 28 16,4-4 10-16,7-3 10 0,6-5-4 15,9-6-1-15,-2-3 6 0,7-9-4 0,-11-7-10 16,5-2-2-16,-2-6-6 0,-2-2-4 16,-2-8-7-16,-2 1-8 0,-4-7-5 0,-4-2-10 15,-5-4-8-15,-1-3-4 16,-12-6-9-16,-3-5-13 0,-5 0-4 0,-13 0-11 0,-4-11-7 16,-12 1-4-16,-3 4-5 15,-10 3-6-15,-10 6-10 0,1 10 0 0,-7 9-7 16,4 10-1-16,-11 12 5 0,-2 10 6 15,2 6 17-15,5 8 17 0,4 8 17 16,8 5 5-16,12 5 20 0,5 3 10 0,12 3 3 16,13-9 4-16,11 7 3 0,16-4 12 15,11-1-6-15,12-8-13 0,25-1-8 16,-7-12-8-16,25-5-10 0,-10-11-11 0,1-7-7 16,4-10-6-16,-7-3-4 0,17-11-6 15,-25-1-8-15,-7-3 1 0,-6-7-9 16,-8-6-3-16,-7-3 1 0,-11-3-34 0,-9-2-7 15,-8-4 0-15,-11 5 0 0,-10-10 0 16,-15-1 0-16,-17-13 0 0,-14 3 0 0,-12 12 0 16,-6 8 0-16,7 17 0 0,-6 11 0 15,-4 10 0-15,7 8 0 0,1 7 0 0,8 7 0 16,9 6 0-16,6 4 0 0,17 2 0 16,7 3 0-16,8 4 0 0,8-6 0 15,14 8 0-15,5-2-88 0,9 9-152 0,10-5-98 16,2-2-141-16,10-6-176 15,0-4-233-15,3-2 69 0,-1-2 94 0,-14-8-622 0,0 0-801 16</inkml:trace>
  <inkml:trace contextRef="#ctx0" brushRef="#br0" timeOffset="23846.2">9692 13629 3634 0,'1'-13'45'0,"1"1"63"0,-2 2 46 15,0 1 16-15,0 9 4 0,0-10-2 0,0 10-5 16,0 0-10-16,0 0 43 0,0 0 48 16,0 0 28-16,9 32 10 0,-4 1 3 0,1 2-15 15,-1 6-6-15,3 14-2 16,-2-4-1-16,1 2-14 0,-1-2-7 0,0-7-22 0,-5-4-20 16,6 0-83-16,-5-4-119 0,0-5 0 15,-1-7 0-15,-1-4 0 0,0-1 0 0,2-2 0 16,-2-2 0-16,0-6 0 0,0-1 0 15,0 4 0-15,0-7 0 0,2 1 0 16,-2-6 0-16,0 0 0 0,0 0 0 16,0 0-387-16,0 0-306 0,0-31-199 0,0 14 5 15,2-7 95-15,-2-4-752 0,-2-11-988 16</inkml:trace>
  <inkml:trace contextRef="#ctx0" brushRef="#br0" timeOffset="24095.15">9462 13602 4560 0,'-25'-5'75'16,"5"4"45"-16,7-1 44 0,3 0 56 15,10 2 79-15,-17-4 12 0,17 4 12 0,-9-5-30 16,9 5-29-16,13-14-27 0,8 6-25 16,15-7-21-16,16-1-18 0,4 1-20 15,5 0-16-15,3-1-14 0,-1 4-39 0,-4-1-46 16,-4 4-48-16,-13 0-64 0,-6 3-60 15,-9 4-65-15,-6-1-51 0,-6 3-58 0,-1 0-44 16,-7 0-59-16,-1 3-78 0,-1 3-141 16,-5 2-138-16,-5 2 70 0,-1 1-545 15,-1 1-704-15</inkml:trace>
  <inkml:trace contextRef="#ctx0" brushRef="#br0" timeOffset="24381.13">10407 13199 3824 0,'-18'-8'171'0,"3"3"-13"0,1 5-8 16,14 0 36-16,-30 15 51 0,10 7 56 0,-2 8 12 15,1 13 7-15,6 7 6 16,5 3-21-16,6 5-13 0,4 3-8 0,6-1-21 15,2 3-19-15,3 0-28 0,5-2-18 0,-1-1-18 16,3-3-19-16,-2-6-14 0,4-1-112 0,-6-9-27 16,0-8 0-16,-1-6 0 15,-1-6 0-15,-3-4 0 0,-1-5 0 0,2-2-243 16,-1-3-188-16,2-6-181 0,3-1-256 16,-1-6 1-16,3 1 90 0,-2-7-717 15,8-8-941-15</inkml:trace>
  <inkml:trace contextRef="#ctx0" brushRef="#br0" timeOffset="24763.64">10753 13476 4420 0,'-7'-11'100'15,"-1"-1"11"-15,6 0-12 0,6 1-8 0,5-1 20 16,5 2 16-16,3 2-3 0,4-1-6 15,6 5-11-15,3 6-5 0,10 4-16 0,2 3-4 16,-5 8 16-16,-5 1 12 0,-2 5 27 16,-11 3 53-16,-1 1 34 0,-11 4 38 15,-5-2 18-15,-8 3 17 0,-3 1 20 0,-5-1 3 16,-3-3-42-16,0 0-278 0,4-4 0 16,1-6 0-16,5-5 0 0,1-4 0 15,2 0 0-15,3-3 0 0,-3 0 0 0,4-7 0 16,9 12 0-16,4-10 0 0,8-1 0 15,8-1 0-15,12-3 0 0,2-2 0 16,2-1 0-16,11-2 0 0,-15-2 0 0,4 3 0 16,-6-2 0-16,-1-1 0 0,-3 3 0 15,-7 0 0-15,-7 1 0 0,-3 0-212 0,-3-1-778 16,-8 4 30-16,1 1 95 0,-8 2-891 16,8-4-1188-16</inkml:trace>
  <inkml:trace contextRef="#ctx0" brushRef="#br0" timeOffset="25228.2">11506 13551 5211 0,'-6'-14'89'0,"1"2"31"16,3 2 38-16,0 0 54 0,2 5 30 15,0 5 10-15,-3-11-24 0,3 11-30 0,0 0-18 16,7-7-16-16,-7 7-18 16,0 0-11-16,29 19-12 0,-18-5-10 0,0 1-8 15,-1 4 2-15,5 7 3 0,-8-1-3 16,0-4 18-16,-6-1-59 0,1 1-66 0,-4-2 0 16,2 1 0-16,-3-5 0 0,-2 2 0 15,1-5 0-15,3-4 0 0,1 3 0 0,-2-4 0 16,2-7 0-16,0 0 0 0,0 0 0 15,0 0 0-15,25-35 0 0,-4 5 0 0,9-8 0 16,1-1 0-16,3 6 0 0,-3 0 0 16,-7 10 0-16,-1 3 0 0,-4 8 0 0,0 4 0 15,-4 2 0-15,-1 6 0 0,3 4 0 16,-2 3 0-16,6 3 0 0,-2 9 0 0,1 1 0 16,-6 4 0-16,4 0 0 0,-3 3 0 15,0-4 0-15,-5 0 0 0,-1-5 0 16,-1-1 0-16,1 1 0 0,-3-5 0 15,-1-1 0-15,-3-1 0 0,2-3 0 0,1-1 0 16,-2 0 0-16,-1-2 0 0,4 0 0 16,-6-5 0-16,0 0 0 0,0 0-917 15,21-20-69-15,-12 9 105 0,2-7-958 0,3-11-1265 16</inkml:trace>
  <inkml:trace contextRef="#ctx0" brushRef="#br0" timeOffset="25510.9">12250 13104 5180 0,'-7'-11'40'0,"4"5"33"0,-1-2 18 0,0 4 12 15,4 4 19-15,0 0 33 0,0 0 98 0,0 0 40 16,0 0 8-16,0 35-5 0,6-12-1 16,-1 16-2-16,-1 2-2 0,2 4-9 0,-2 9-159 15,3 3-123-15,-3-2 0 0,2-3 0 16,-4-6 0-16,-1-3 0 0,-1-1 0 15,0-1 0-15,0-2 0 0,3-8 0 0,-6-4 0 16,3-3 0-16,0-2 0 0,0-5 0 16,0-3 0-16,0 0 0 0,3-3 0 15,-3-2 0-15,0 0 0 0,2-3 0 16,-2-6-81-16,2 5-832 0,-2-5-65 0,0 0 99 16,0 0-937-16,0 0-1244 0</inkml:trace>
  <inkml:trace contextRef="#ctx0" brushRef="#br0" timeOffset="25977.33">12489 13540 5059 0,'-2'-13'-32'0,"0"1"31"16,4 0 11-16,5-2 12 0,-2 1 39 0,4 3 39 15,7-1 17-15,3 1 3 0,2 0-7 16,2 5-8-16,-1 1-11 0,1 4-4 0,4 2-10 16,-2 0-9-16,-4 5-8 15,-1 3 2-15,7 2-8 0,-5 3 7 0,-10 0 26 0,1 1 3 16,-8 2 43-16,-1-1 8 0,-4 2 14 16,-4 4 10-16,-1-1 8 0,-9 5-2 0,-1 0-1 15,-1-1-6-15,1-2-4 0,3-4-13 16,3-7-13-16,2-1-133 0,-2-3-4 15,6 1 0-15,-1-3 0 0,2 0 0 0,2-7 0 16,-2 14 0-16,4-9 0 16,-2-5 0-16,8 15 0 0,-2-8 0 0,1 0 0 15,-1 1 0-15,1 2 0 0,5 3 0 16,-4 0 0-16,-1-1 0 0,2 4 0 0,0-1 0 16,-4 3 0-16,-1-3 0 0,0 1 0 15,-3-2 0-15,-1 1 0 0,0-2 0 0,-1 1 0 16,-5 0 0-16,1-1 0 0,-6-1 0 15,2-1 0-15,-2-1 0 0,-7 0 0 0,0 1 0 16,-1-5 0-16,-3 1 0 0,2-2 0 16,-3 0 0-16,4-5 0 0,-3-1-910 15,6-3-85-15,0-4 115 0,3-8-959 16,7 4-1264-16</inkml:trace>
  <inkml:trace contextRef="#ctx0" brushRef="#br0" timeOffset="26346.99">12810 13025 5376 0,'-2'-18'19'0,"2"4"26"0,3 4 2 0,3 2 6 0,4 4 28 0,3 2 40 15,10 4 28-15,11 9 25 0,10 11 6 16,-2 8-6-16,5 8-2 0,-4 8-10 15,6 20 6-15,-5 6 1 0,-6 3 4 16,-6 4 5-16,-7 5 8 0,-3 5 38 0,-11 5 15 16,-8-14-138-16,-1 2-101 0,-4-4 0 15,1 2 0-15,-3-3 0 0,0-5 0 0,0-4 0 16,-4-4 0-16,4-9 0 0,-3-16 0 16,3-3 0-16,1-10 0 0,1-6 0 0,0-4 0 15,0-3 0-15,-1-1 0 16,3-3 0-16,-2-1 0 0,2-1 0 0,0-1 0 15,0-6 0-15,-3 7 0 0,3-7 0 16,0 0 0-16,0 0 0 0,0 0 0 0,0 0 0 16,0 0 0-16,0 0-98 0,0 0-814 15,-17-13-58-15,13 8 92 0,0-1-936 0,0 0-1241 16</inkml:trace>
  <inkml:trace contextRef="#ctx0" brushRef="#br0" timeOffset="27277.04">13964 13955 5221 0,'-19'-5'-43'0,"4"1"52"0,-1 4 57 15,5-5 49-15,11 5 64 16,-17 0 73-16,17 0 42 0,-13-2 33 0,13 2 9 15,-6-6 4-15,6 6-19 0,0 0-30 16,25-14-22-16,11 4-55 0,6 1-214 0,15-1 0 16,4 0 0-16,0 1 0 0,-4 3 0 15,4-3 0-15,-13 4 0 0,-2 1 0 0,0 4 0 16,-5-1 0-16,-1-3 0 0,-9 4-346 16,-8-2-256-16,-4 1-133 0,-6-2-167 15,1 1 78-15,-7-2-802 0,-7 4-1066 0</inkml:trace>
  <inkml:trace contextRef="#ctx0" brushRef="#br0" timeOffset="27529.28">14221 13588 4710 0,'-15'-22'-1'0,"4"5"67"16,1 2 66-16,3 6 52 0,-1 2 38 0,3-2 50 16,-2 3 6-16,2 1-21 0,5 5-20 15,0 0 71-15,0 0 33 0,-2 27 4 0,8-3-18 16,0 12-32-16,5 14-77 0,0-1-218 15,3 4 0-15,-1-1 0 0,-1 3 0 16,-1-3 0-16,2-7 0 0,-3-5 0 16,-1-5 0-16,1 0 0 0,-2-4 0 0,-1-5 0 15,-3-5 0-15,2-4 0 0,-5-2 0 16,1-3 0-16,2 0 0 0,2-2 0 0,-4-3 0 16,0 3 0-16,4-8 0 0,-6-2-183 15,11 0-823-15,1-8 43 0,3-8 105 16,8-9-904-16,5-13-1193 0</inkml:trace>
  <inkml:trace contextRef="#ctx0" brushRef="#br0" timeOffset="27778.42">14911 13387 5158 0,'2'-18'49'16,"-2"3"55"-16,0 7 30 0,-2 0 28 16,2 8 17-16,-2-5 77 0,2 5 79 15,0 0 43-15,-1 34 9 0,2-8 6 16,-1 14-17-16,0 3-96 0,4 1-280 0,0 2 0 15,1 0 0-15,-4 8 0 0,3-12 0 16,2 1 0-16,-5 0 0 0,1-1 0 0,2-5 0 16,-2 1 0-16,-2-8 0 0,0-7 0 15,0-4 0-15,2-1 0 0,-2-3 0 16,0-1 0-16,0-2 0 0,0-4 0 0,0 1 0 16,1 3 0-16,-2-7 0 0,1 1 0 15,0-6-596-15,0 0-424 0,0 0 118 0,0 0-1027 16,0 0-1351-16</inkml:trace>
  <inkml:trace contextRef="#ctx0" brushRef="#br0" timeOffset="30177.02">8569 15547 1190 0,'0'-11'350'0,"2"1"-89"0,2-3-62 16,0 2-25-16,4-4-13 15,-1 1 18-15,4-1-9 0,1 1-24 0,1-1 10 16,1 8-14-16,-1-3-8 0,4 6 12 16,-2 2 4-16,5 4-12 0,-1 5-2 0,7 7 0 15,2 8 0-15,-4 2 0 0,-3 5 1 16,2 7 5-16,-5-4 3 0,-8 4-12 16,-2 0-3-16,-4 0-2 0,-4-4 1 0,-4 7 1 15,-2-3-11-15,-6-2-8 0,1-2-6 16,-1-1-4-16,-1-3 4 0,-4-3 10 0,4-8 14 15,0-5 13-15,-1-1-2 0,1-5 7 16,-1-6-8-16,1 0-12 0,-2-6-11 0,-2-5-11 16,-6-9-7-16,4-6-12 15,-2-13-9-15,6-6-14 0,3-8-8 0,7-3-7 16,-2-1-8-16,7 12-9 0,4-1-1 16,3 7-8-16,0 3-3 0,2 5-6 0,3 3 2 15,1 9-9-15,0 8 4 0,3 4-4 16,1 3-4-16,0 6 6 0,4 4-4 15,4 8 0-15,-3 7 1 0,3 2 2 16,-2 4-3-16,1 0 6 0,-4 3 8 0,1-1 9 16,0 0 2-16,2-1 4 0,-4-2-4 0,0 3-3 15,4-8 3-15,-6 1-5 0,1-4 1 16,-9-4-6-16,2-2 1 0,-1-2-3 16,-3 0-15-16,1-1-44 0,-3-2-71 15,2-1-68-15,-2 1-69 0,-1-2-84 0,2-3-117 16,-6-2-143-16,0 0-208 0,19-10 8 15,-10-6 86-15,13-8-553 0,4-10-721 16</inkml:trace>
  <inkml:trace contextRef="#ctx0" brushRef="#br0" timeOffset="30345.16">9453 15444 3729 0,'0'0'27'15,"0"0"45"-15,0 0 22 0,0 0 37 0,0 0 24 0,-32 10 12 16,32-10-6-16,0 0 3 0,0 0-19 15,0 0-12-15,0 0-12 0,0 0-26 0,52-1-69 16,-31-1-99-16,-3 0-113 16,9 2-133-16,0-2-188 0,-6 2-176 0,-2 2 55 15,0 0-333-15,0 5-438 0</inkml:trace>
  <inkml:trace contextRef="#ctx0" brushRef="#br0" timeOffset="30527">9539 15708 2985 0,'-15'4'188'0,"3"-1"25"0,5-2 39 16,7-1 44-16,-11 4 54 0,11-4 6 16,0 0-8-16,0 0-37 0,0 0-36 15,0 0-26-15,0 0-24 0,32-14-49 16,-9 6-98-16,15-3-113 0,11-1-112 0,-6 0-124 16,10-3-145-16,-2-2-203 0,-1-1-139 15,-3 1 80-15,-3-2-471 0,-4-1-616 0</inkml:trace>
  <inkml:trace contextRef="#ctx0" brushRef="#br0" timeOffset="30778.09">10143 15252 3083 0,'-11'-11'59'0,"1"3"54"0,5 1 30 0,-3 4 15 16,8 3 11-16,-9-7 8 0,9 7 8 16,0 0 53-16,0 0 49 0,-2 18 2 15,4 2-11-15,5 10-18 0,3 9-17 0,3 7-15 16,0 3-14-16,1 1-22 15,-1-2-18-15,0 1-17 0,-1-11-12 0,1 9-14 16,1-11-16-16,-3-4-12 0,-2 1-5 16,1-2-12-16,-4-8-6 0,-1-2-9 0,-1-4-11 15,0-1-27-15,-1-1-48 0,0-3-52 16,-3-2-72-16,2-1-68 0,0-3-101 0,-2-2-151 16,0-4-173-16,0 0-197 0,0 0 52 15,0 0 96-15,0 0-494 0,0 0-641 16</inkml:trace>
  <inkml:trace contextRef="#ctx0" brushRef="#br0" timeOffset="33859.12">11683 15288 3209 0,'-5'-18'-38'0,"1"3"52"0,0 3 44 0,2 2 56 15,-2 3 25-15,0 0 11 0,4 7-7 16,-2-10-13-16,2 10 43 0,0 0 47 16,0 0 14-16,-3 24 18 0,5-3 16 15,1 13 12-15,3 7-9 0,2 0-16 0,1 9-13 16,1-9-14-16,2 5-19 0,-3-6-15 15,0-3-13-15,-2-2-21 0,4-2-14 0,-6-2-10 16,3-6-16-16,-5-6-10 0,-1-2-11 16,3-2-7-16,-2-4-8 0,-1 1-5 15,-2-4-6-15,2-1-3 0,0 0 0 0,-2-7-44 16,0 0-26-16,0 0 0 0,0 0 0 0,0 0 0 16,0 0 0-16,11-22 0 15,-5 10 0-15,0-2 0 0,2-1 0 0,-1 1 0 16,2 2 0-16,1-1 0 0,1 6 0 15,5-5 0-15,3 8 0 0,-2 2 0 16,6 2 0-16,-1 3 0 0,3 4 0 0,4 6 0 16,-4 2 0-16,-7 0 0 0,0 6 0 15,-7-2 0-15,-4 1 0 0,-7-1 0 0,-7 5 0 16,-4 8 0-16,-7-6 0 0,2 2 0 16,-4-5 0-16,0 1 0 0,-1-7 0 0,1-5 0 15,7-1 0-15,0-2 0 0,0-4 0 16,0-1 0-16,1-3 0 0,1-1 0 0,11 0 0 15,-25-7 0-15,12 1 0 16,1-3 0-16,3-1 0 0,1-2-117 0,3 0-440 16,4-3-117-16,2 1-163 0,10-3-40 15,3-8 93-15,6 1-694 0,7 3-925 16</inkml:trace>
  <inkml:trace contextRef="#ctx0" brushRef="#br0" timeOffset="34027.04">12295 15724 3957 0,'0'0'53'0,"0"0"38"0,0 0 30 0,7-6 39 0,-7 6 47 16,0 0 40-16,0 0 15 0,0 0-12 0,4-6-19 16,-4 6-30-16,14-6-24 15,3 0-31-15,6 1-82 0,9-4-98 0,2 0-111 16,5 2-113-16,1 3-108 0,-4-2-114 16,-8 2-162-16,-5 2-61 0,-6 2 76 0,-5 2-364 15,-5 0-466-15</inkml:trace>
  <inkml:trace contextRef="#ctx0" brushRef="#br0" timeOffset="34177">12526 15773 2721 0,'-16'7'22'0,"1"1"50"16,3-1 40-16,3-1 55 0,2-3 42 0,-2 0 35 15,9-3 21-15,-9 4 7 0,9-4-13 16,0 0-29-16,0 0-16 0,-5 5-20 16,5-5-21-16,0 0-34 0,0 0-73 15,45-7-97-15,-26 3-105 0,6 0-124 16,2-2-144-16,9-1-241 0,4-1-22 0,2-2 77 15,0 5-303-15,15-6-376 0</inkml:trace>
  <inkml:trace contextRef="#ctx0" brushRef="#br0" timeOffset="34610.39">13364 15433 2783 0,'-8'-11'170'0,"1"1"62"0,3 0 39 0,3 3 9 16,1 1-16-16,0 6-17 15,3-16-29-15,3 9-20 0,5 1-24 0,5 0-16 16,0 2-6-16,5 0-25 0,-1 4-13 16,0 0-15-16,5 4-4 0,-2 0-6 15,0 4-20-15,-1 0-6 0,-4 2-7 0,0 5 3 16,-7-1 20-16,-4 3 6 0,-3-2 20 16,-4 5 21-16,-6 1 7 0,1-1 10 0,-9 8-2 15,-1-1-10-15,-1-1-13 0,3-2-11 16,2-4-8-16,3-6-12 0,2-1-8 15,3-4-9-15,-1-1 2 0,2 0 0 0,2-1 11 16,0-7 8-16,9 14 2 0,-1-8 0 16,2 0-9-16,-1 0-3 0,5 1-5 15,1-2-51-15,1 2-25 0,-3 0 0 0,-1 0 0 16,0 1 0-16,1 1 0 0,-2-1 0 16,-2-1 0-16,-4 2 0 0,1 0 0 15,-2-3 0-15,-3 3 0 0,-2-1 0 0,-1 1 0 16,-6-1 0-16,1 1 0 0,-7 0 0 15,1-1 0-15,-3-1 0 0,2-2 0 16,-8-1 0-16,6-1 0 0,-4 1 0 0,-1-3 0 16,5-2 0-16,-2-3-107 15,3-3-803-15,3-3-81 0,3 0 102 0,5-1-911 0,2-1-1230 16</inkml:trace>
  <inkml:trace contextRef="#ctx0" brushRef="#br0" timeOffset="34858.91">13928 15283 5283 0,'-1'-16'77'0,"-1"4"78"0,0 2 73 0,0 3 14 15,0 2-17-15,2 5-33 0,0 0-21 16,0 0 10-16,0 0 2 0,0 37-10 0,2 0-16 16,2 6-13-16,-4 2-12 0,0 4-11 15,0 9-14-15,-2 1-7 0,-2 0-10 16,-1 4-9-16,0-1-6 0,1-2-8 15,-1-3-60-15,-1-2-7 0,2-14 0 0,0-1-17 16,0-2-143-16,4-8-84 0,-2-6-110 16,2-5-111-16,2-5-65 0,0-4-131 15,0-7-176-15,2 1 67 0,-4-4-643 0,0 0-863 16</inkml:trace>
  <inkml:trace contextRef="#ctx0" brushRef="#br0" timeOffset="35093.19">14047 15929 3836 0,'7'-14'4'16,"0"4"69"-16,-3 1 12 0,4 3 34 15,-2-1 38-15,-1 3 17 0,3-1 8 0,-8 5 5 16,14-4-5-16,-14 4 12 0,14 9 22 16,-4-2 24-16,-2 7 8 0,-1 5 9 15,-3 3 18-15,-2 3 3 0,-2 2 6 16,0 0-2-16,-4 7 7 0,2-5-7 0,1-6-14 16,1-5-189-16,-2-1-79 0,4-3 0 15,-2-3 0-15,0-3 0 0,7-1 0 0,0-2 0 16,9-1 0-16,2-8 0 0,4 0 0 15,10-5 0-15,0-2 0 0,4-1 0 0,-6-2 0 16,4 2 0-16,0 0 0 0,-3 1-440 16,-4 2-550-16,-9 4 36 0,0 1 113 0,-5 3-848 15,-5-1-1124-15</inkml:trace>
  <inkml:trace contextRef="#ctx0" brushRef="#br0" timeOffset="36208.39">15783 15473 4348 0,'-4'-7'-95'0,"0"0"70"0,4 7 60 16,-2-14 37-16,2 10 21 15,0 4 13-15,0 0 13 0,0 0 43 0,0 0 91 16,0 0 47-16,0 0 9 0,11 27 3 16,-5-7-10-16,1 10-11 0,3 0-11 15,-2 1-17-15,-3-3-18 0,1 5-24 0,-2-7-21 16,-2-5-17-16,0 0-18 0,-2-2-113 15,0-1-52-15,0 0 0 0,0-5 0 0,0 1 0 16,-2-2 0-16,2-3 0 0,0-1 0 16,0-8 0-16,-2 11 0 0,2-11 0 0,0 0 0 15,0 0 0-15,-11-25 0 0,7 3 0 16,4-16 0-16,2-7 0 0,5-15 0 0,5-6 0 16,5-1 0-16,-2 1 0 0,6 2 0 15,0 6 0-15,-2 8 0 0,2 7 0 16,-4 12 0-16,-1 6 0 0,1 9 0 15,-3 7 0-15,0 5 0 0,-1 1-194 16,3 6-477-16,1 1-142 0,-5 6-107 0,-1 5 85 16,-6 7-783-16,-2 2-1058 0</inkml:trace>
  <inkml:trace contextRef="#ctx0" brushRef="#br0" timeOffset="36375.5">15752 15704 4525 0,'-16'2'20'0,"5"-2"51"16,11 0 46-16,-15-2 31 15,15 2 17-15,-4-6 32 0,4 6 4 0,2-15 4 16,-2 15-20-16,19-20-21 0,4 5-19 16,8-1-14-16,5 1-27 0,14-4-69 0,-3 3-72 15,4-4-90-15,1 1-113 0,-1 2-111 16,1 0-150-16,-2-2-258 0,-1-3 39 0,-3 1 90 16,-7-4-407-16,-3 1-510 0</inkml:trace>
  <inkml:trace contextRef="#ctx0" brushRef="#br0" timeOffset="36909.01">16558 15058 3020 0,'-15'-12'71'0,"-3"7"36"0,4 1 48 16,-2 3 43-16,1 1 40 0,-3 5 35 15,0 4 23-15,-7 7 13 0,0 5-8 16,4 7-5-16,-6 10-10 0,10 2-23 16,0 7-20-16,8-8-24 0,1 2-22 15,6 1-21-15,2-2-15 0,2-1-16 0,6-2-15 16,-1-3-12-16,1-3-12 0,2-7-11 15,-5-5-9-15,2-4-6 0,-1-1-11 0,1-4 7 16,-4-1-10-16,3-1-2 0,-1-4-11 16,-5-4-5-16,0 0-6 0,23-12-5 0,-12-3-2 15,7-13-10-15,0-4-8 16,7-6-4-16,2-1 1 0,-7 10 4 0,-2 1-9 0,0 5-1 16,-7 8-2-16,-1 1-7 0,-3 6-4 15,3 3 1-15,-5 3 24 0,-5 2-8 16,0 0-12-16,31 15 0 0,-19-1 0 15,-3 1 0-15,0 3 0 0,1-1 0 0,-1 1 0 16,1 2 0-16,-6-5 0 0,4 0 0 16,-5-1 0-16,-1 0 0 0,2-2 0 15,0-2 0-15,-3 0 0 0,1-3 0 0,2 0 0 16,-1 0 0-16,-3-7 0 0,0 0 0 16,0 0 0-16,0 0 0 0,16-24 0 0,-2 0 0 15,5-2 0-15,-2 2 0 0,-4 6 0 16,1 3 0-16,-5 4 0 0,2 2 0 15,0 3 0-15,-4 2 0 0,2 3 0 16,-9 1 0-16,25 5 0 0,-14 4 0 0,5 4 0 16,-3 0 0-16,1 3 0 0,-1-1 0 15,-1 1 0-15,-1-1 0 0,0 0 0 0,-3-1 0 16,0 0 0-16,-1-1 0 0,-1-4 0 16,-5 1 0-16,3 1-220 0,1-4-157 15,-3-1-79-15,-2-6-100 0,0 7-132 0,0-7-152 16,0 0 59-16,0 0-672 0,-11-20-903 15</inkml:trace>
  <inkml:trace contextRef="#ctx0" brushRef="#br0" timeOffset="37142.12">17107 14884 4279 0,'-3'-22'79'16,"3"7"65"-16,-1 5 46 0,-1-1 31 0,0 5 26 16,2 6-13-16,-2-8 0 0,2 8 51 15,0 0 11-15,0 0-7 0,23 43-19 16,-10-8-26-16,5 13-20 0,-4 5-17 0,0 2-20 15,-4 1-15-15,2 3-20 0,-7 1-14 16,3-2-39-16,-7-3-99 0,1-9 0 0,-2-2 0 16,0-4 0-16,0-2 0 0,-2-2 0 15,-1-9 0-15,3-4-47 0,-2-6-303 0,2-2-101 16,-2-3-133-16,4-2-243 0,0-2-19 16,1-4 71-16,-3-4-691 0,0 0-915 15</inkml:trace>
  <inkml:trace contextRef="#ctx0" brushRef="#br0" timeOffset="37309.08">17506 15300 4525 0,'0'-6'296'0,"0"6"35"0,-4-11 40 0,4 11 42 15,-5-7 36-15,5 7-1 0,2-13-40 16,3 9-46-16,2-5-36 0,8 0-64 16,4-2-262-16,10-1 0 0,-1 1 0 0,1 1 0 15,-4 1 0-15,-5 1 0 0,3 4 0 16,-1 3-271-16,-8 1-260 0,0 0-94 15,-1 1-120-15,-3 3-112 0,-4-1 67 16,0 2-697-16,-6 2-934 0</inkml:trace>
  <inkml:trace contextRef="#ctx0" brushRef="#br0" timeOffset="37458.4">17726 15315 3905 0,'-14'12'-69'0,"5"-3"64"0,4-4 49 16,-5 0 62-16,7 0 54 0,3-5 48 16,-9 7 35-16,9-7 34 0,-5 5 0 0,5-5-23 15,0 0-29-15,-6 6-20 0,6-6-18 16,0 0-18-16,0 0-70 0,18 4-85 15,-9-4-106-15,-9 0-126 0,23-3-164 0,-4-4-176 16,0-2-215-16,12-8 71 16,-3-5 89-16,10-3-394 0,-4-6-483 0</inkml:trace>
  <inkml:trace contextRef="#ctx0" brushRef="#br0" timeOffset="37858.56">18201 14909 3129 0,'-5'-12'211'0,"0"2"44"16,-1 1 50-16,3 1 78 0,-3 2 42 0,3 0 33 15,3 6 4-15,-11-9-16 0,11 9-33 16,-3-8-44-16,3 8-41 0,0 0-18 0,0 0 25 16,0 0-13-16,0 0-282 0,15 29-40 15,-4-9 0-15,5 8 0 0,-1 1 0 0,-1 0 0 16,-3-2 0-16,-4-3 0 0,1-1 0 16,-2-3 0-16,0 2 0 0,-1-2 0 0,1 1 0 15,-3-1 0-15,1-5 0 16,1-1 0-16,-2-3 0 0,-3 1 0 0,2-1 0 15,-2-1 0-15,0-2 0 0,-3 3 0 16,-4-1 0-16,-2 0 0 0,-6 1 0 0,-1 1 0 16,-10 1 0-16,2-2 0 0,4-3 0 15,4-1 0-15,5 0 0 0,-1-1 0 0,3-2 0 16,4 0 0-16,-3-1 0 0,8-3 0 16,-3 6 0-16,3-6 0 0,0 0 0 0,20 1 0 15,-3-2 0-15,5 1 0 16,0-3 0-16,3-1 0 0,0 0 0 0,0 0 0 15,-7 3 0-15,2-3 0 0,-3 3 0 16,-2-1 0-16,-4 2 0 0,3-2 0 0,-5 2 0 16,-9 0 0-16,14 5 0 0,-10 2-518 15,-4 3-505-15,-2 1 83 0,-4 3-1002 16,0 2-1362-16</inkml:trace>
  <inkml:trace contextRef="#ctx0" brushRef="#br0" timeOffset="38142.19">17057 16179 5805 0,'-36'-3'174'0,"8"3"42"16,5-2 30-16,5 1 40 0,5-1 37 16,4-2 30-16,9 4 7 0,4-12-7 0,28-3-278 15,27-6-75-15,36-1 0 0,16 0 0 16,15 0 0-16,7-1 0 0,3 1 0 0,-5 1 0 15,-9 0 0-15,-10 3 0 16,-11 1 0-16,-24 5 0 0,-13-1 0 0,-6 5 0 0,-19 0 0 16,-10 2 0-16,-6 3 0 0,-6-2 0 15,-1 3 0-15,-4-2 0 0,0 1 0 0,-6 2 0 16,-6 1 0-16,6-4 0 0,-6 4-527 16,0 0-512-16,0 0 112 0,0 0-1011 0,-36-5-1358 15</inkml:trace>
  <inkml:trace contextRef="#ctx0" brushRef="#br0" timeOffset="41474.48">19681 13341 1422 0,'0'0'345'0,"-2"5"-115"0,2-5-48 16,0 0-18-16,-3 6 2 0,3-6 1 15,0 0 4-15,0 0-2 0,0 0 4 0,-4 6-3 16,4-6 10-16,0 0 6 0,0 0 19 15,0 0 17-15,0 0 13 0,0 0-4 16,0 0-24-16,0 0-13 0,0 0-14 0,0 0-16 16,5-33-13-16,-3 17-14 0,2 1 3 15,1-4-8-15,4-2-19 0,2-6-1 0,1-1-13 16,3 3-12-16,-1 6-2 0,-3 3-10 16,2 3-13-16,0 1-1 0,4 2-8 0,1 6-8 15,1 4 6-15,1 1-15 16,5 4-2-16,9 7 2 0,1 3-8 0,-5 7 0 15,7 5-10-15,-11-4 7 0,-3 6 2 16,-4 0-6-16,-6 2-3 0,-1 0-5 0,-2-1 6 16,-7-4-5-16,-3-3 1 0,0-1 6 15,0-5 1-15,-1 2 1 0,-1-5 10 0,0-2 18 16,0 0 28-16,0-4 26 0,0-3-3 16,2-5-8-16,-6 5-3 0,6-5-7 0,0 0-3 15,-9-22-11-15,7 6-4 0,0-7-11 16,4-4-5-16,0-12-4 0,3 2-26 15,5 0-20-15,1 5 0 0,0 1 0 16,3 7 0-16,6-1 0 0,-6 11 0 0,6 3 0 16,-4 7 0-16,6 2 0 0,-4 4 0 0,7 2 0 15,7 12 0-15,-3 3 0 16,0 3 0-16,1 9 0 0,-7-2 0 0,0 7 0 16,-4-5 0-16,-3 2 0 0,-2-2 0 15,-2 0 0-15,-2-2 0 0,-5-8 0 0,1-1 0 16,-2-5 0-16,0 0 0 0,0-3 0 15,-1-1 0-15,-1-1 0 0,0-2 0 0,-2-3 0 16,4 1 0-16,-4-6 0 16,2 5-264-16,-2-5-154 0,0 0-134 0,0 0-160 0,0 0-157 15,5-19 69-15,-5 9-756 16,0 1-1000-16</inkml:trace>
  <inkml:trace contextRef="#ctx0" brushRef="#br0" timeOffset="42026.35">20556 12545 4397 0,'-2'-24'-122'0,"0"7"55"0,0 0 47 15,2 6 48-15,0 2 29 0,0 0 5 16,0 4-5-16,0 5 26 0,0 0 46 0,0 0 21 16,15 26 1-16,-6-4 12 0,0 10 23 15,2 1-6-15,3 4 5 0,-3-1 27 0,5 8-18 16,-2 1-12-16,-2-11-19 0,-1 0-13 15,0-1-15-15,2-3-13 0,-4 0-15 0,-2-8-11 16,1-3-7-16,-4-3-10 0,2-3-8 16,-3-3-3-16,-1 1-11 0,2-4-5 0,-2 1-6 15,0-3-9-15,-2-5-37 16,0 7-95-16,0-7-116 0,0 0-133 0,0 0-113 16,0 0-130-16,0 0-218 0,1-25 37 15,4 9 99-15,1-1-536 0,-1-4-669 0</inkml:trace>
  <inkml:trace contextRef="#ctx0" brushRef="#br0" timeOffset="42357.95">20974 12564 3479 0,'0'-8'-21'0,"-2"3"41"16,2 5 24-16,0 0 22 0,-2-8 35 16,2 8 24-16,0 0 31 0,0 0 17 15,-6 21 3-15,6-9 6 0,0 5-7 0,0 1 18 16,2 3-15-16,2 1-5 0,1 2 6 15,7 5-25-15,0 0-7 0,4-2-12 16,5-1-13-16,1-5 9 0,3-2-31 0,0-3-15 16,4-3-7-16,-2-5 2 0,-2-4-13 15,0-2-3-15,2-4-7 0,-1-2 1 0,9-3-13 16,-7-5 24-16,-6 2-31 0,3-5-6 16,-5-1-5-16,-7-1-6 0,-3-1 9 15,-5-3-14-15,-3-3 14 0,-4-2-12 0,-3-10-2 16,-5 2-1-16,-5 1-10 15,-5 4 2-15,-3 4-4 0,3 3-4 0,-5 7 2 0,4 5-1 16,1 6-10-16,-4 6-20 16,-8 8-51-16,3 4-70 0,-3 9-83 0,0 4-115 15,-1 6-131-15,12-8-212 0,7 0-68 16,9-5 83-16,3-3-542 0,6-1-683 0</inkml:trace>
  <inkml:trace contextRef="#ctx0" brushRef="#br0" timeOffset="42957.06">21501 12556 3535 0,'-2'-13'-4'0,"0"3"46"15,1 2 50-15,-1 1 32 0,0 3 11 0,2 4-15 16,0 0 19-16,0 0 20 0,0 0 8 16,0 0-4-16,-11 19 3 0,9-5-12 15,-1 1 3-15,6 2-12 0,1 5 5 16,-1-1-16-16,5 1-6 0,6 3-15 0,0 1-13 15,6-4-2-15,-2-1-15 0,0-5-8 16,-2-5 1-16,2-1-13 0,1-4-10 0,0-3 12 16,-2-3-25-16,0 0 8 0,1-1-9 15,-4-5-9-15,2 0-9 0,-3-2 8 0,-3-1-2 16,-1-4-16-16,-7-2 4 0,2 0-1 16,-4-4-24-16,-6-4-24 0,3 0-14 15,-5-1-12-15,2 5-18 0,-2 2-28 0,3 3-31 16,-1 6-38-16,-1 2-28 0,0 2-38 15,7 4-12-15,-11 2 4 0,11-2 12 16,0 0 20-16,0 0 19 0,-3 12 21 16,3-12 17-16,11 11 15 0,-6-6 19 0,7 2 11 15,-2 1 14-15,-1 2 33 0,5 3 51 16,-5-1 60-16,3 3 45 0,-3 2 28 0,0 2 36 16,-1 1 40-16,-2 3 11 0,5 7 14 15,-3 1 5-15,-3 2 24 0,2-5-2 0,-2 2-7 16,1-5-4-16,1 4-15 15,3 3-13-15,-2-8-3 0,-3-5-14 0,-1-2-21 0,0-2-12 16,-1-1-15-16,-1-2-10 16,0-4-11-16,1 4-3 0,-1-5 9 0,-2-7 6 15,0 14 7-15,0-8 2 0,0-6-8 16,-9 12-15-16,0-8-93 0,-2-1-24 0,-5 1 0 16,0 0 0-16,-4 0 0 0,1-2 0 15,-8 1 0-15,1 0 0 0,1-1 0 0,-1-2 0 16,-1 2 0-16,6-2 0 0,-2-2 0 15,2-2 0-15,4 4-181 0,-2-4-272 16,5 2-136-16,5-4-186 0,0 2-94 16,0-1 85-16,6 3-760 0,3 2-988 0</inkml:trace>
  <inkml:trace contextRef="#ctx0" brushRef="#br0" timeOffset="44707.43">22176 12767 3981 0,'0'0'-181'16,"-2"-5"46"-16,2 5 40 0,0 0 34 0,0 0 36 16,10-14 34-16,-5 12 26 0,3-6 15 15,2 3 12-15,-3 0 5 0,4-1 3 0,5 1 1 16,1 2-12-16,0 0 8 0,2-1 4 15,-2 2-12-15,1 4-6 0,-1-2-4 16,-2 4-8-16,4-1-1 0,-4 4-7 0,-2-2 27 16,1 3-2-16,-3 1 11 0,-2 0 8 15,-5 1 15-15,1 0 12 0,-5 2 1 16,-5 2 2-16,0 2-5 0,-5-1-3 16,1 1 1-16,-3-3-6 0,5 1-2 0,-1-4-9 15,1-1-4-15,1-1-8 0,-2 1-5 16,4-4 3-16,3 2 4 0,1-7-4 0,-4 12-1 15,4-4-4-15,2 1-8 0,1 0-2 16,3-1-6-16,1 2-4 0,4 2-9 0,0 2 2 16,0-4-3-16,1 4-3 0,-1-2-4 15,-4 0-4-15,3 0 0 0,-2 1-7 0,-5-4 4 16,3 1 3-16,-4 0 6 16,0 0-3-16,-4 0-4 0,-4-1 3 0,3 1-7 15,-5-2-2-15,-1 0-1 0,-3 1-2 16,3-1-4-16,0-4-10 0,-4 0-30 0,2 1-62 15,4-3-82-15,7-2-123 0,-18-3-118 16,11-3-178-16,3 0-159 0,4-2 44 16,0-1-548-16,2-3-717 0</inkml:trace>
  <inkml:trace contextRef="#ctx0" brushRef="#br0" timeOffset="46441.83">22761 12564 1990 0,'-2'-8'-6'0,"2"2"26"16,0 6 30-16,0-15 19 0,0 7 25 15,0 2 22-15,0-1 24 0,0 7 23 16,0-14 5-16,0 14 5 0,0-13-1 0,0 13-1 16,-1-8-13-16,1 8 2 0,0-7-8 15,0 7-12-15,0 0-16 0,0-7-7 0,0 7 2 16,0 0 10-16,0 0 6 0,0 0 12 16,0 26 1-16,-2-12 24 0,2 4-18 15,-2 6 26-15,-1 3 1 0,-1 10 15 16,3 6-16-16,-3 0 35 0,-4 12-10 0,-1 1-5 15,3 0-12-15,-4 0-10 0,3-1-10 16,2-4-19-16,-2-10-13 0,3-4-13 16,3 2-8-16,-1-10-12 0,2-5-12 0,-2-5-5 15,2 0-10-15,0-4-7 0,-2-1-7 16,0-2-6-16,2-2-5 0,0-1-43 0,0-1-8 16,0-3 0-16,-2 2 0 0,2-7 0 15,0 0 0-15,4 7 0 0,-4-7 0 0,0 0-38 16,0 0-256-16,0 0-141 15,0 0-142-15,14-19-191 0,-14 14-94 0,4-2 85 0,-4 7-733 16,3-10-956-16</inkml:trace>
  <inkml:trace contextRef="#ctx0" brushRef="#br0" timeOffset="46759.14">22940 12983 4030 0,'10'-14'-97'15,"-3"3"51"-15,1-1 30 0,4 0 44 16,0 3 36-16,4 1 27 0,1-1 6 0,-2 2-1 16,5 2-9-16,-2 2 9 0,2 3 6 15,-4 0 13-15,2 4 21 0,-3 4 19 0,-3 0 21 16,-1 7 20-16,-8-1 16 16,-1 3 19-16,-4 2 13 0,1 3 12 0,-9-1-5 15,1 6-7-15,-1-4-13 0,4-5-17 16,1-3-16-16,-1-3-12 0,3 0-8 0,-2-3 2 15,3 1 0-15,0-4-104 0,2 3-76 16,0-9 0-16,12 10 0 0,-2-6 0 0,1-1 0 16,4-2 0-16,0-1 0 0,6-1 0 15,3-2 0-15,2-3 0 0,7-5 0 0,1 5 0 16,-5 0-81-16,1-6-551 0,-5 5-185 16,-7 0-100-16,-6 2 92 0,-1 1-848 0,-1 0-1109 15</inkml:trace>
  <inkml:trace contextRef="#ctx0" brushRef="#br0" timeOffset="47357.36">23474 12022 4733 0,'-6'-12'-120'0,"0"-1"40"0,3 5 59 0,1 0 45 0,-2 3 40 0,2 1 22 0,2 4-6 16,0 0-4-16,0 0 44 0,0 0 48 0,6 21 30 16,-1-2 24-16,7 13 22 0,0 4 11 15,0 10 10-15,4 3-2 0,1-1 3 0,-1 1-7 16,-2 1-6-16,2-6-8 0,1 1-10 16,-5-10-2-16,-3-5-110 0,-2-5-123 15,-1-5 0-15,-3-4 0 0,4 0 0 16,-1-3 0-16,-5 0 0 0,3-1 0 0,-2-6 0 15,2 2 0-15,-3 0 0 0,-1-3 0 16,0-5 0-16,4 8 0 0,-4-8 0 16,3 8 0-16,-3-8 0 0,0 0 0 0,0 0 0 15,0 6-182-15,0-6-812 0,0 0 38 16,-18 0 106-16,7 2-922 0,-4 2-1201 0</inkml:trace>
  <inkml:trace contextRef="#ctx0" brushRef="#br0" timeOffset="74534.62">24133 13259 2267 0,'-7'7'904'0,"-2"-4"-335"0,8 3-184 0,-3-3-73 16,4-3-40-16,0 0-15 0,0 0 12 0,25 2 14 15,-8-7 18-15,19-2-12 0,2-2-23 16,5 1-26-16,13-4-25 0,1 0-21 0,4 0-20 15</inkml:trace>
  <inkml:trace contextRef="#ctx0" brushRef="#br0" timeOffset="78850.16">24151 13530 4285 0,'-16'-3'131'0,"16"3"-70"0,-11-2 13 0,11 2 13 0,0 0 21 0,-2-5 7 16,2 5 11-16,15-11-18 0,-3 7-21 0,4-3-11 15,8 2-6-15,8-6-6 0,4 3-7 16,0-1-6-16,0 1-5 0,1 1-1 16,-5-2-9-16,-3 3-6 0,-9 1 1 0,0 3-3 15,-6-4-4-15,0 5 0 0,-3-2-5 16,0 1 1-16,-4 0-3 0,-7 2-2 0,13-4-10 15,-13 4-18-15,12-2-30 0,-12 2-41 16,0 0-50-16,11 0-83 0,-11 0-86 16,0 0-116-16,0 0-238 0,11-4-2 15,-11 4 71-15,8-4-338 0,2-1-407 0</inkml:trace>
  <inkml:trace contextRef="#ctx0" brushRef="#br0" timeOffset="79466.92">25753 13104 2802 0,'-13'-6'153'0,"13"6"21"0,-8-4 39 15,8 4 46-15,-6-5 39 0,6 5-4 16,-6-12 7-16,4 2 30 0,2 1-10 16,0-3-16-16,4-3-10 0,5 3-17 0,0 0-19 15,2-2-20-15,1 4-23 16,4 2-22-16,0 1-23 0,1 2-12 0,4 3-18 15,0 4-15-15,1 4-13 0,12 8-6 16,-8 3-11-16,-1 2-11 0,-2 5-6 0,-6 2-7 16,-6 3-4-16,-2-3-26 0,-7-3-42 15,-2 4 0-15,-2 7 0 0,-3-2 0 0,-4-1 0 16,0-5 0-16,2-7 0 0,1-4 0 16,3 0 0-16,-5-3 0 0,7-1 0 0,-4-8 0 15,5-3 0-15,0 0 0 0,0 0 0 16,-2-32 0-16,10-3 0 0,11-7 0 0,0-1 0 15,4-1 0-15,1 5 0 16,-1 10 0-16,1 2 0 0,-3 4 0 0,3 3 0 0,-3 8 0 16,0 5 0-16,1 5 0 15,-2 2 0-15,3 8 0 0,6 7 0 0,-3 3 0 16,-1 3 0-16,-2 1 0 0,-2 5 0 16,-2-2 0-16,-2 2 0 0,-1-2 0 0,-4 2 0 15,1-6 0-15,-6-5 0 0,-2 0 0 16,3-3 0-16,-3 0 0 0,2-5 0 0,-3 2 0 15,-1-3 0-15,1-2 0 0,0 0 0 16,-4-5-310-16,1 6-405 0,-1-6-224 16,0 0 63-16,0 0 93 0,0 0-771 15,0 0-996-15</inkml:trace>
  <inkml:trace contextRef="#ctx0" brushRef="#br0" timeOffset="80917.62">26493 12446 3871 0,'-2'-8'-166'0,"2"8"49"0,0-7 41 0,0 7 37 0,2-9 48 0,-2 9 46 0,2-8 45 15,-2 8 29-15,1-9 13 0,-1 9 7 16,0-8 11-16,0 8 1 0,0 0 2 16,4-11 5-16,-4 11-7 0,0 0-11 0,0-6-9 15,0 6-15-15,0 0-17 0,0 0-16 16,0 0-4-16,0 0 14 0,0 0 5 0,0 0 8 16,7 24 31-16,-7-9 10 0,4 7 19 15,0 4 5-15,0 8 5 0,2 2-2 16,1 1-4-16,-1 0-3 0,-1-1-11 0,4-1-6 15,-6-3-8-15,3-5-17 0,0-5-8 16,-3 2-14-16,1-5-68 0,1-3-45 16,-4-1 0-16,3-2 0 0,-2-1 0 0,0-2 0 15,0-2 0-15,0 1 0 0,-2-2 0 16,0-7 0-16,1 12 0 0,-1-7 0 0,0-5 0 16,0 0 0-16,0 5 0 0,0-5-4 15,0 0-452-15,0 0-122 0,0 0-150 0,0 0-175 16,0-21 88-16,0 21-786 0,0-9-1041 15</inkml:trace>
  <inkml:trace contextRef="#ctx0" brushRef="#br0" timeOffset="81233.31">26883 12711 4588 0,'0'0'115'0,"0"0"40"0,0 0 46 0,-8-6 93 0,8 6 58 0,0 0 42 0,0 0 11 0,0-8-14 16,0 8-27-16,0 0-35 0,7-10-15 15,-7 10-25-15,0 0-289 0,3-5 0 16,-3 5 0-16,0 0 0 0,0 0 0 15,8-7 0-15,-8 7 0 0,0 0 0 0,2-4 0 16,-2 4 0-16,0 0 0 0,0 0 0 16,0 0 0-16,0 0-364 0,0 0-384 0,0 0-203 15,0 0 80-15,0 0 95 0,0 0-748 16,0 0-969-16</inkml:trace>
  <inkml:trace contextRef="#ctx0" brushRef="#br0" timeOffset="81600.23">27142 12366 4532 0,'-7'-7'73'16,"1"2"33"-16,6 5 47 0,-8-6 54 0,8 6 54 15,-6-6 13-15,6 6-35 0,0 0-26 16,12-14-24-16,1 8-21 0,3-1-17 0,4 0-17 15,5 2-16-15,9-5 0 0,-3 8-9 16,-6 0-9-16,-2 2-14 0,-5 2-11 0,7 0-7 16,-5 6-13-16,-4 2 0 0,-2 4 2 15,-3 1-11-15,0 6 2 0,-8 1 6 0,1 2 8 16,-2 2 6-16,-4-1-4 16,2 3-5-16,-6 7-5 0,5-2-6 0,-4-3-4 15,1 4-3-15,0-6-5 0,4-5-10 16,-1 0-26-16,-3-3 0 0,0-1 0 0,2-2 0 15,2 0 0-15,-1-5-4 0,-1 0-148 16,2-1-87-16,0-3-84 0,2 0-135 0,-1-3-164 16,-1-5-212-16,11 1 25 0,-11-1 85 15,24-6-645-15,-11-2-824 0</inkml:trace>
  <inkml:trace contextRef="#ctx0" brushRef="#br0" timeOffset="81799.74">27405 12673 4101 0,'-17'-4'128'0,"2"3"45"0,5-1 65 0,10 2 93 16,-17-2 63-16,17 2 38 0,-7-5 29 16,7 5-17-16,-2-5-36 0,2 5-35 0,20-10-31 15,3 0-43-15,1 4-232 0,10-4-67 16,2 0 0-16,-2 1 0 0,2-1 0 0,1 0 0 16,-5 3 0-16,-3 1 0 0,-7 4 0 15,-4 0-191-15,-4-2-414 0,-2 4-127 0,0 0-185 16,-12 0 84-16,13 6 78 0,-9-2-659 15,-4-4-866-15</inkml:trace>
  <inkml:trace contextRef="#ctx0" brushRef="#br0" timeOffset="85665.35">29807 13026 3694 0,'0'0'25'0,"-18"-1"45"0,18 1 32 0,0 0 9 0,0 0 24 0,-11-11 18 16,11 11 22-16,-2-9 18 16,2 9 10-16,-2-8-5 0,2 8-19 0,-2-9-18 15,2 9-19-15,0 0-22 0,0 0-12 16,0 0-1-16,0 0-13 0,0 0-5 0,0 0-3 16,0 0-8-16,19 29-1 0,-13-15-6 15,-4 1 11-15,2 2 4 0,0 1-8 0,-3-1-3 16,1-1 10-16,0-1 4 0,-2-1 12 15,0 0 11-15,-2-1-5 0,0-3 0 16,2 3 4-16,0-5 2 0,0-1 20 0,0-7 25 16,0 14 23-16,0-14 17 15,0 0-194-15,0 0-4 0,0 0 0 0,23-23 0 0,-4-2 0 16,8-10 0-16,3 0 0 16,4 6 0-16,2 0 0 0,-7 8 0 0,0 0 0 15,-3 7 0-15,-1 4 0 0,-1 5 0 16,-3 1 0-16,-3 6 0 0,2 1 0 0,1 8 0 15,5 4 0-15,-5 4 0 0,0 1 0 16,-2 4 0-16,-2 0 0 0,-2 3 0 0,1 0 0 16,-5-2 0-16,-3-2 0 0,-2-3 0 15,-3-2 0-15,3-3 0 0,-4 0 0 0,1-3 0 16,-1-1 0-16,2-1 0 0,-1-4 0 16,-3 1 0-16,4 0 0 0,-4-7-437 15,3 4-346-15,-3-4-181 0,0 0 97 16,0 0-881-16,13-19-1180 0</inkml:trace>
  <inkml:trace contextRef="#ctx0" brushRef="#br0" timeOffset="85998.83">30637 12448 5075 0,'-4'-2'-49'0,"4"2"69"0,0 0 48 0,-9 25 55 0,5-13 62 0,3 5 56 0,-3 1 3 0,1-1-7 0,-1 6-18 16,4-5-13-16,0 3-14 15,2 4-14-15,3-5-15 0,2-1-15 0,1 0-12 16,1-2-12-16,3-3-11 0,1-3-9 16,1-2-8-16,-3-2-10 0,2-2-6 0,-1-2-5 15,1-3-7-15,1 0-10 0,-3-6-57 16,0-1-1-16,1-4 0 0,-3-6 0 15,0-1 0-15,0-15 0 0,-8-1 0 0,-1 3 0 16,-3-4 0-16,-8 2 0 0,-3 6 0 0,-8 5 0 16,1 3 0-16,-9 7-131 15,1 9-119-15,-1 5-87 0,-14 4-108 0,-8 10-127 0,3 5-208 16,0 1-52-16,5 2 91 16,5 1-655-16,11-3-847 0</inkml:trace>
  <inkml:trace contextRef="#ctx0" brushRef="#br0" timeOffset="86933.32">29642 13114 3713 0,'0'0'-67'0,"0"0"32"0,0 0 39 0,0 0 55 0,0 0 48 0,-15-4 39 0,15 4 32 0,0 0 11 0,0 0-18 16,-3-9-19-16,3 9-11 16,0 0-5-16,11-14 4 0,-8 6-4 0,6 0-2 15,0-3-7-15,2 1 2 0,1 0 14 16,1 1-3-16,-1 1-6 0,-1-3-2 0,2 4 2 15,-5 0-10-15,3 2-15 0,-1 0-18 16,2 2-2-16,-1 1-16 0,-11 2-5 16,23 4-1-16,-10 1-4 0,2 3 3 0,-2 4-1 15,3 4 3-15,-1 6 1 16,-1 5 2-16,-3 0-2 0,-2 2-5 0,-1 4 1 0,0 0 11 16,-5 2 1-16,1-6 7 15,-2 5 2-15,2-5-1 0,-6-3 1 0,4-6-5 16,-2 1-6-16,0-2-3 0,0-3-67 15,0-3-5-15,0-1 0 0,0-1 0 0,-2-1 0 16,4-2 0-16,-2-8 0 0,0 12 0 16,0-12 0-16,0 0 0 0,0 0 0 0,0 0 0 15,14-26 0-15,-3-1 0 0,4-4 0 16,6-8 0-16,4-1 0 0,-2 3 0 0,-2 7 0 16,1 0 0-16,-1 7 0 0,2 1 0 15,-2 3 0-15,4 2 0 0,0 1 0 16,1 3 0-16,-1 5 0 0,-2 2 0 15,0 2 0-15,-2 6 0 0,2 2 0 0,6 8 0 16,-4 1 0-16,0 7 0 0,-3 3 0 16,-5 2 0-16,-2 4 0 0,1 5 0 15,-7 0 0-15,-2 0 0 0,1 1 0 0,-5 0 0 16,2-8 0-16,-1-1 0 0,-2-3 0 16,-2-4 0-16,2-2 0 0,-1-1 0 0,1-1 0 15,0-3 0-15,0 0 0 0,-2-3 0 16,0-1 0-16,2-2 0 0,1-2 0 15,-3-4-216-15,0 0-669 0,0 0-88 0,18-13 99 16,-12 4-909-16,-1-4-1213 0</inkml:trace>
  <inkml:trace contextRef="#ctx0" brushRef="#br0" timeOffset="87465.14">30651 12521 5051 0,'-14'0'-142'0,"14"0"50"0,-13 8 55 0,4 2 58 0,-3 1 57 15,1-1 46-15,-1 4 27 0,1-1 4 0,1 3-4 16,5-2-2-16,-2 1-5 0,7-1 21 15,2-3 13-15,7 5-3 0,0-1-6 0,6-1-20 16,4-2-8-16,10-2-19 0,5 0-8 16,-6-4-10-16,1-3-12 0,0-3-6 15,-1-2-10-15,-3 1-4 0,-3-3-12 16,3-3 1-16,-5-1-7 0,-4-2-3 0,-4-4-6 16,0-3-9-16,-7-4-6 0,-7 1-2 15,-1-14-6-15,-9 5-2 0,-1-2-10 16,-6 4-13-16,-2 1-24 0,-6 9-31 0,-3 2-38 15,-5 5-33-15,5 6-39 16,1 6-42-16,-9 7-66 0,1 1-86 0,0 6-115 0,2-1-179 16,5 3-143-16,-1-1 83 15,9 1-589-15,7-1-762 0</inkml:trace>
  <inkml:trace contextRef="#ctx0" brushRef="#br0" timeOffset="92148.01">27178 12317 3440 0,'-5'-6'-151'0,"-5"0"16"0,-2 0 17 0,-2 0 16 0,-2 2 30 0,-3-3 32 0,0 1 19 0,-1-2 24 16,-3 0 17-16,-1 0 15 0,0 3 5 0,-1 1-3 15,-2 0 3-15,1 6 1 16,-11 4 14-16,-3 7 16 0,-3 6 8 0,-3 7 13 16,2 6 13-16,4 4 9 0,2 5-1 15,4 3 1-15,3 2 8 0,8 0-2 0,3-3-8 16,6 4 3-16,6-11-2 15,8-5-1-15,6 3-6 0,5 0 9 0,12 9 8 16,9-10-11-16,9 0-7 0,12-4-6 0,6-5-11 16,7-7-9-16,7-7-6 0,3-3-9 15,3-5-5-15,-4-9-6 0,4-3-5 0,-5-4-1 16,-5-3-5-16,-6-5 1 16,-8-5-6-16,-8-4-2 0,-7-8-5 0,-7-4 1 15,-7-8-8-15,-4-6 3 0,-10-2-8 16,-5-7 0-16,-7 1-3 0,-7-2-3 0,-7 3-1 15,-6 3-2-15,0 9-4 0,-9 3 0 16,-7 13 16-16,-6 4-3 0,-7 6-1 0,-7 12-2 16,-5 5-6-16,-10 11 2 0,-3 7-2 15,-21 11-5-15,4 1-35 0,3 8-38 0,8 4-49 16,19-6-73-16,2 2-81 0,10 2-54 16,8 2-69-16,17-7-95 0,6 1-181 15,11-5 57-15,9-4-377 0,3-3-466 0</inkml:trace>
  <inkml:trace contextRef="#ctx0" brushRef="#br0" timeOffset="92531.06">27051 12354 2639 0,'-33'-12'6'0,"-5"2"15"0,-2 6 9 0,-5 4 21 0,-13 7 20 0,3 9 20 16,-1 6 33-16,7 5 27 0,7 7 18 0,6 3 2 16,7 2 5-16,11 4 0 15,11-7 2-15,12 0 0 0,13 5 4 0,13 2 2 16,17-4-15-16,22 4-12 0,14-5-14 16,10-8-13-16,4-5-15 0,10-12-13 0,-2-5-10 15,-18-2-3-15,-3-8-7 0,-2-4-8 16,-8-6-5-16,-6-3-7 0,-10-6-2 15,-11-4-10-15,-10-4-7 0,-11-5-3 0,-16 1 3 16,-7-6-15-16,-12-12 2 0,-10-6-6 16,-13 0-6-16,-17-13-11 0,-9 5-14 15,-12 4-18-15,-3 9-20 0,-8 9-15 0,-10 12-23 16,15 15-26-16,-9 13-32 0,-1 5-41 16,3 8-62-16,-9 11-47 0,22 4-57 0,7 0-91 15,12 2-216-15,8 2 35 0,15-6 57 16,13-1-258-16,3-2-307 0</inkml:trace>
  <inkml:trace contextRef="#ctx0" brushRef="#br0" timeOffset="107146.2">23226 14357 4457 0,'-7'-12'95'0,"-3"5"-44"0,-2 5 9 0,12 2 83 0,-36 11 49 0,6 7 8 0,-8 15 5 0,-3 6-9 16,3 6-21-16,4 2 2 0,4 2-12 15,5-1-6-15,6 0 3 0,5 0-10 0,14-11-5 16,4 1-8-16,6 0-9 0,7-5-10 16,6 4-9-16,0-9-6 0,6-4-13 0,-1-4-11 15,-2-3-38-15,7-3-71 0,-3-3-77 16,3-3-87-16,-2-5-86 0,-4-6-109 0,9-4-95 16,-4-6-97-16,-2-6-145 0,5-7-28 15,-3-7 77-15,-2-3-466 0,-3-3-609 0</inkml:trace>
  <inkml:trace contextRef="#ctx0" brushRef="#br0" timeOffset="107677.94">23667 14549 3147 0,'11'-10'2'0,"-4"0"9"16,0 4 4-16,0 2 32 0,-7 4 51 15,11 0 37-15,-11 0 21 0,14 10 5 0,-9 0 3 16,3 1-11-16,-3 3-2 0,1 0-5 16,-2 3 0-16,-2-1-3 0,0 1 0 0,-4 2-9 15,-2 3-9-15,-7 5-15 0,-7 0-4 16,-2 2-14-16,-7-4-7 0,-2-2-7 0,4-5-4 15,-1-4-7-15,2-7-8 16,6-5-19-16,2-8-16 0,0-4-18 0,-4-13-5 16,7-4 0-16,5-2-4 0,4 2 3 15,4 4-2-15,7 3-1 0,-3 2 1 16,5 5-4-16,0 2 1 0,5 3 9 0,2 2 8 16,4 2 8-16,3 4-4 0,4 2 3 15,11 4-2-15,0-1 0 0,-1 0-2 0,2 1 0 16,-3-3 1-16,-3-1-3 0,-7-2 3 15,5-2-3-15,5-5 1 0,0-3-1 0,-6-3-2 16,-3-5 3-16,2-1-4 0,-10-2-1 16,0-2 2-16,-7-5-5 0,-9 6-2 15,3-1 1-15,-6 5-1 0,-4 0-1 16,2 5-6-16,-3 3-2 0,-3 3 2 0,-5 5-2 16,13 2 2-16,0 0-4 0,-33 14 9 15,25-1 11-15,1 1 10 0,1 3 3 16,4 0 7-16,6 2 9 0,1 4 8 0,13 2-2 15,3 0-1-15,3 1-3 0,5-1-5 16,3 4-5-16,-3-8-1 0,-4 3-6 0,-2-2 1 16,-4 0-5-16,-8-5 12 0,-1-2 24 15,-5 1 4-15,0-4 24 0,-8 3 9 0,-4-1-3 16,-3 3-6-16,-5-3-11 16,-7 3-4-16,-5 1-10 0,0-7-7 0,-4 0-22 0,7-3-44 15,0-7-54-15,6 2-57 0,0-7-93 16,2-1-130-16,-2-5-157 0,2-12-191 15,4-8-124-15,2-3 88 0,10-4-598 16,8-2-783-16</inkml:trace>
  <inkml:trace contextRef="#ctx0" brushRef="#br0" timeOffset="108046.87">24619 14377 3498 0,'13'-1'34'0,"-3"-1"25"0,-10 2-1 0,11 0 13 0,-11 0 35 0,0 0 45 0,12 3 28 16,-12-3 1-16,8 5-4 15,-8-5-8-15,9 7-16 0,-4-2-12 0,4 1-9 16,0-1-17-16,2-2-5 0,3 1-4 16,-1-3-14-16,1-1-8 0,-14 0-6 15,30-3-9-15,-13-2-5 0,-1 0-5 0,-3-1-6 16,-2-2 4-16,-1-1-2 0,-5 1 3 16,1-4 3-16,-6 2 0 0,0 3 1 0,-6-3-8 15,-3 6-3-15,-7 2-7 0,-9 6 4 16,-12 10-3-16,-15 9-8 0,3 8 3 0,1 5 9 15,6 2 14-15,6 1 6 0,9-3-6 16,10-3 11-16,6-4 34 0,9-3 30 0,6-8 26 16,5 2 16-16,5-7-9 0,12 4-12 15,4-6-15-15,7-3-14 0,3-5-20 16,-1-3-109-16,4-3 0 0,-3-2 0 16,-2 1 0-16,-10-2 0 0,-5 2 0 15,-3 1-217-15,-4-1-77 0,-5 3-104 0,-2 1-112 16,-9 0-144-16,0 0-200 0,0 0 48 15,0 0 101-15,-25 18-572 0,-8 0-735 0</inkml:trace>
  <inkml:trace contextRef="#ctx0" brushRef="#br0" timeOffset="109561.04">22451 16677 3700 0,'-16'0'84'0,"16"0"29"0,0 0 22 0,-13-9 15 15,11 2 12-15,2 7 25 0,0-15 8 0,0 5 0 16,2-2-10-16,6 0-19 0,-3-1-14 16,4 0-6-16,3-1-12 0,3 4 6 0,1 2-17 15,-1 0-20-15,2 5-6 0,4 3-9 16,0 2 7-16,4 1-4 0,11 7-1 16,-4 4 0-16,0 1-12 0,1 5-4 0,-3 2-7 15,5 3 10-15,-9 1 4 0,-5-2 7 16,1 2 15-16,-8-3 7 0,0 5 10 15,-4-3 8-15,-9-6 4 0,1 1 0 0,-2-1 1 16,-2 0 2-16,1-4-23 0,1-3-112 16,-4 0 0-16,0-2 0 0,2-3 0 15,-1-2 0-15,3-5 0 0,0 0 0 16,0 0 0-16,-20-22 0 0,18 3 0 0,4-1 0 16,0-3 0-16,7-10 0 0,3 2 0 15,1 2 0-15,5 2 0 0,-2 5 0 0,9 1 0 16,-5 7 0-16,-2 6 0 0,5 3 0 15,0 3 0-15,1 2 0 0,0 5 0 0,9 5 0 16,-3 6 0-16,-2 1 0 0,-1 3 0 16,-2 1 0-16,-2 3 0 0,-2 3 0 0,-2-2 0 15,-2 0 0-15,-2 0 0 16,-3-5 0-16,-3-5 0 0,-1-1 0 0,0-3 0 16,-3-1 0-16,1-2 0 0,0-1 0 15,-5 0 0-15,5-2 0 0,-6-5 0 16,4 4-304-16,-4-4-441 0,0 0-229 0,0 0 77 15,-10-21 96-15,7 9-719 0,-5-3-966 16</inkml:trace>
  <inkml:trace contextRef="#ctx0" brushRef="#br0" timeOffset="109860.13">23287 16030 4428 0,'-6'-22'82'0,"5"5"36"0,-3 5 38 0,2 2 33 0,0 1 31 0,0 3 18 0,2 6-20 15,-3-10-28-15,3 10-16 0,0 0-25 16,0 0 15-16,0 0 10 0,0 0-9 16,0 39-8-16,3-12-15 0,3 7-11 0,-1 5-9 15,1 1-15-15,3-1-11 0,3 10-10 16,-1-12-7-16,-1-2-10 0,2 0-5 0,-1-6-9 15,-3-6-36-15,-3-5-51 0,3-2-56 16,-4-2-61-16,-1-4-64 0,3 0-77 16,-2-1-83-16,4-6-110 0,-3-3-142 15,-5 0-198-15,23-14 72 0,-8 1-598 0,6-8-803 16</inkml:trace>
  <inkml:trace contextRef="#ctx0" brushRef="#br0" timeOffset="110147.16">23678 16056 3969 0,'2'-15'68'0,"-1"6"30"15,-1 2 22-15,0 7 37 0,2-10 24 0,-2 10 4 16,0 0 2-16,0 0 71 0,0 0 12 16,0 0-7-16,4 26-9 0,-4-13-8 0,4 5-18 15,-3-2-18-15,4 7-25 16,2-3-16-16,1 2-18 0,1-2-13 0,1-2-12 16,1-1-13-16,3 0-9 0,1-5-9 15,-4-5-11-15,3 3-6 0,1-6-7 0,-1-2-6 16,-1-2-3-16,-13 0-7 0,23-6-54 15,-10 0-1-15,-3-2 0 0,-1-5 0 16,-4 1 0-16,-1-1 0 0,1-5 0 0,-5 5 0 16,-3-6 0-16,-3 0 0 0,1-2 0 15,-4 4 0-15,1 4 0 0,-4 3 0 0,-1 4-4 16,-2 5-171-16,-4 4-71 0,-8 12-98 16,-1 6-134-16,-6 8-162 0,7-3-217 15,6-3 34-15,9-1 90 0,7-7-590 0,5-3-781 16</inkml:trace>
  <inkml:trace contextRef="#ctx0" brushRef="#br0" timeOffset="110594.13">24080 16041 3965 0,'-2'-11'111'0,"2"5"37"0,0 6 27 0,-2-9 23 16,2 9 10-16,0 0-4 0,0 0 15 15,0 0-7-15,0 0-14 0,-20 29-21 0,15-14-16 16,-1 6-9-16,3 0-20 0,1 1-19 15,2 0-8-15,0-2-10 0,2 3-13 16,1-3-17-16,-1-3-28 0,2-1-29 0,1-3-11 16,4-1-8-16,-4-3-9 0,5-3-1 15,-2-4 7-15,-8-2 4 0,18-2-2 16,-18 2-3-16,22-11 9 0,-13 3 0 16,-2-2 21-16,3-1 17 0,-2 3 22 0,-5 0 19 15,3 2 9-15,-2 0-7 0,0 1-16 16,-4 5-11-16,0 0-1 0,0 0 37 0,11 15-4 15,-11-1-4-15,2 9 6 0,0 4 2 16,0 10 2-16,0 4 4 0,0-2 10 0,0 1-10 16,-1-3-8-16,1-7-5 15,-2-6-4-15,0-5-18 0,0 1-55 0,0-5 0 16,0-3 0-16,0 2 0 0,-3-2 0 16,1-2 0-16,-6 0 0 0,1-1 0 0,-7-2 0 15,-3-2 0-15,2-1 0 0,-4-3 0 16,-2-1 0-16,-4-3 0 0,0-2 0 0,2-1 0 15,1 0 0-15,-1-1 0 0,5 2 0 16,3 1-173-16,1 1-314 0,3-1-98 16,4 3-150-16,7 1-155 0,-12-2 79 0,12 2-723 15,0 0-978-15</inkml:trace>
  <inkml:trace contextRef="#ctx0" brushRef="#br0" timeOffset="111046.97">24549 16457 4699 0,'-7'-7'216'0,"2"2"2"0,5 5-2 16,-8-7-14-16,8 7-34 0,0 0 3 0,0 0 30 0,0 0 0 0,0 27-20 0,2-10-16 15,6 5-21-15,-2 9-11 16,3 0-16-16,-1 1-10 0,-3-1-9 0,2-4-11 15,-3-5-8-15,-3 2-9 0,1-3-6 16,-2-2 1-16,-2-2-8 0,2 1-4 0,-1-5-2 16,-1-3-4-16,2 2 2 0,0-4 5 15,0-3 14-15,0-5-8 0,0 0-6 16,0 0-10-16,0 0-7 0,0 0-22 0,14-25-15 16,-2 11 0-16,1 1 0 0,0-1 0 15,1 0 0-15,3 5 0 0,-3-1 0 0,-1 3 0 16,-1 3 0-16,1 2 0 0,-2 0 0 15,-11 2 0-15,26 8 0 0,-14-3 0 0,0 4 0 16,-3 2 0-16,-1 0 0 0,-1 3 0 16,-1-2 0-16,-2 3 0 0,-2-3 0 0,-2 3 0 15,-2 2 0-15,-2-3 0 16,-2 1 0-16,-3-3 0 0,-3 2 0 0,1-4 0 16,-3-2 0-16,1-3 0 0,-2 1 0 15,0-6-44-15,-3-2-364 0,4-3-130 16,-2-5-156-16,3-8-218 0,-5-7 74 0,5-6 91 15,6-2-617-15,3-5-818 0</inkml:trace>
  <inkml:trace contextRef="#ctx0" brushRef="#br0" timeOffset="111476.93">24879 15920 4181 0,'-7'-9'195'0,"5"0"22"0,-1 3 15 0,3 6 17 0,0 0-17 0,-4-8-24 0,4 8-14 0,0 0 11 0,0 0-2 16,0 0-20-16,23 31-14 16,-10-16-14-16,-6 3-17 0,5-4-9 0,-2 6-13 15,-3-6-11-15,-2 2-8 0,-2 4-5 16,-4-2-8-16,-3 3-5 0,-6 8-9 0,-7-2-2 16,-4 1-10-16,-4-3-7 15,0-3-1-15,0-8-2 0,5-3-4 0,0-7-4 16,5-4-7-16,3-10-12 0,1-7-6 15,4-14-7-15,3-8-2 0,10-2 3 0,5-9-2 16,5 6 2-16,-3 11 0 0,-1 3 3 0,4 5 10 16,2 8 10-16,-3 5 20 15,-3 5 12-15,8 2-64 0,-3 3 0 0,4 6 0 16,2 3 0-16,9 4 0 0,0 0 0 16,-1 4 0-16,-1 2 0 0,1 0 0 15,-1-2 0-15,-8-3 0 0,-8 0 0 0,2-5 0 16,-5-1 0-16,1 0 0 0,-1-2 0 15,-3 2 0-15,-2-3 0 0,-6-3 0 0,13 5 0 16,-7-5 0-16,-6 0 0 0,0 0-196 16,0 0-453-16,14-6-221 0,-14 6-49 15,0 0 98-15,0 0-790 0,0 0-1050 16</inkml:trace>
  <inkml:trace contextRef="#ctx0" brushRef="#br0" timeOffset="111794.18">25913 16327 4659 0,'2'-17'136'0,"4"5"29"0,-4 1 8 0,-1 3 10 0,1 1 0 0,-2 7 3 15,6-6 47-15,-6 6 43 16,0 0 10-16,16 29-14 0,-7 0-19 0,0 5-21 16,-1 3-10-16,2 4-20 0,1 5-19 15,-3-4-19-15,-1 10-17 0,-1-10-111 16,-1-1-36-16,-3-1 0 0,2 3 0 0,-2-6 0 16,3 0-76-16,-4-6-257 0,1-8-110 15,2-4-112-15,-2 0-151 0,1-5-178 0,7-4 84 16,-2-5-694-16,-1-3-942 15</inkml:trace>
  <inkml:trace contextRef="#ctx0" brushRef="#br0" timeOffset="112094.72">26407 16560 4295 0,'0'-11'108'16,"0"7"36"-16,0 4 31 0,0 0 49 16,0 0 45-16,0 0 30 0,0 0 4 0,0 0 0 15,-31 15-16-15,24-1-24 0,-1 1-26 16,-2 4-21-16,5 3-22 0,3-3-17 0,2 0-22 15,0 0-17-15,5 3-12 0,3-1-16 16,2-3-11-16,3-4-30 0,3 1-69 0,-2-6 0 16,10-4 0-16,-8-2 0 0,5-3 0 15,3-4 0-15,-1-4 0 0,2-3 0 0,0-7 0 16,0 1 0-16,-5-4 0 16,-4-7 0-16,-4-3 0 0,-2-3 0 0,-5 1 0 15,-3 4 0-15,-2 4 0 0,-4-2 0 16,1 5 0-16,-5 1 0 0,-2 3 0 15,-1 2 0-15,-2 8 0 0,-3 3 0 0,-3 5-129 16,-12 10-204-16,1 6-128 0,-10 9-184 16,4 2-266-16,2 4 64 0,11-6 87 0,8-1-636 15,7-5-849-15</inkml:trace>
  <inkml:trace contextRef="#ctx0" brushRef="#br0" timeOffset="112594.34">27167 16511 4384 0,'-27'-3'312'0,"2"3"16"0,5 3 19 15,-5 1-7-15,-5 6-21 0,3 6-36 0,2-1-21 16,7 3-27-16,5 1-25 0,8-2-22 16,3 0-18-16,2 2-18 0,6 1-18 0,3-1-10 15,6 5-16-15,2-7-27 16,-1-3-20-16,2-4-16 0,0-5-15 0,-1 1-4 15,-4-5 1-15,5-2-2 0,-3-3-25 0,-1-3 0 16,-2-5 0-16,1-2 0 16,-2-4 0-16,-4-3 0 0,-2-1 0 0,1 2 0 15,-1 1 0-15,-3 3 0 0,-1 3 0 16,1 1 0-16,0 3 0 0,-2 1 0 0,0 8 0 16,0 0 0-16,0 0 0 0,0 0 0 15,-7 32 0-15,4-14 0 0,1 10 0 0,7 8 0 16,-2 3 0-16,5 19 0 0,-5-4 0 15,1 1 0-15,2 3 0 0,-5-12 0 0,-1 0 0 16,0-1 0-16,0-3 0 16,-1 1 0-16,-3-8 0 0,-2 0 0 0,1-12 0 15,-7 10 0-15,1-12 0 0,0-3 0 16,-11 1 0-16,-1-4 0 0,-5-1 0 0,-5-2 0 16,5-12 0-16,-5 3 0 0,-6-6 0 15,-1-5 0-15,1 2 0 0,5-6 0 16,2 1 0-16,5-3 0 0,8 0 0 0,-2-5 0 15,8 2 0-15,3 2 0 0,3-2 0 16,3 0 0-16,0 0-489 0,8-2-440 0,0 3-21 16,1-4 97-16,4 0-837 0,3 4-1126 15</inkml:trace>
  <inkml:trace contextRef="#ctx0" brushRef="#br0" timeOffset="113493.48">27574 16654 4903 0,'0'-15'11'0,"2"0"67"0,5 3 75 0,-5-1 78 0,0 3 64 0,-1 2 36 0,-1 1 36 0,2-1 2 16,-2 8-5-16,2-12-17 0,-2 12-31 15,4-8-33-15,-4 8-140 0,0 0-143 16,0 0 0-16,0 0 0 0,34 18 0 0,-20-4 0 16,-1 1 0-16,2 7 0 0,0-1 0 15,-4-6 0-15,-1 4 0 0,0-2 0 0,-3 2 0 16,0-4 0-16,-4 0 0 16,1-1 0-16,-2-3 0 0,0-1 0 0,-1-2 0 0,3-1 0 15,-2 1 0-15,-2-8 0 0,6 4 0 16,-6-4 0-16,10-17 0 0,1-11 0 0,10-10 0 15,4-12 0-15,1 1 0 16,2 5 0-16,1 5 0 0,-2 4 0 0,-8 11 0 16,-2 7 0-16,-3 8 0 0,-1 3 0 15,-1 8 0-15,1 4 0 0,2 6 0 0,4 12 0 16,0 3 0-16,0 1 0 0,-4 3 0 16,3-4 0-16,-5 1 0 0,2-4 0 0,-1-3 0 15,-5-6 0-15,-4-3 0 0,6 0 0 16,-4-4 0-16,-3-1 0 0,1-2 0 0,5-3 0 15,-10-2 0-15,21-3 0 0,-9-6 0 16,2-5 0-16,6-6 0 0,-4-9 0 16,0-2 0-16,4-13 0 0,-7-2 0 0,-4 7 0 15,1 2 0-15,-6 4 0 0,-4 9-1025 16,-4 8 39-16,-3 8-1116 0,-4 5-1512 16</inkml:trace>
  <inkml:trace contextRef="#ctx0" brushRef="#br0" timeOffset="114578.14">26726 15745 6069 0,'-16'0'-59'0,"2"-1"66"0,5-2 63 16,9 3 43-16,-11-9 3 0,11-1 9 0,7-10 17 0,12-7 8 16,16-11-5-16,6-3-11 15,7 0-17-15,15-5-12 0,-9 7-7 0,0 4-13 16,0 2-35-16,-3 2-98 0,-4 4-114 15,0 3-124-15,-6 4-145 0,-8 6-182 0,-8 5-220 16,-6 4 55-16,-4 3 87 0,-7 2-542 16,-8 0-695-16</inkml:trace>
  <inkml:trace contextRef="#ctx0" brushRef="#br0" timeOffset="114760.96">26979 15735 3741 0,'-9'-3'147'0,"9"3"13"0,0 0 11 15,-3-16 20-15,3 16 8 0,12-21-10 16,6 1-14-16,7-3-16 0,5-6-20 16,-1 5-10-16,5-5-19 0,7 0-74 0,-5 1-102 15,2 3-117-15,-8 3-130 0,5-3-173 16,-9 4-208-16,-4 1 45 0,-2-1 84 0,-6 4-316 16,-5-1-364-16</inkml:trace>
  <inkml:trace contextRef="#ctx0" brushRef="#br0" timeOffset="114976.99">27289 15037 2789 0,'-4'-5'240'0,"4"5"5"16,-3-5-7-16,3 5 10 0,0 0 26 15,0 0 19-15,0 0 10 0,39 15-17 0,-6 0-11 16,11 5-15-16,1 5-27 0,2 5-23 16,-4 2-19-16,-2 4-21 0,-4 4-21 0,-6 2 2 15,-7 1-27-15,-5 3-11 0,-9-5-7 16,-4-2-10-16,-9 2-13 0,0-3-6 0,-7 1-11 15,-1-3-6-15,-8 5-26 0,-6-7-52 16,2-5-54-16,1-1-58 0,-3-2-68 16,0-7-90-16,3-4-116 0,6-5-140 0,2-6-254 15,7-4 49-15,7 0 83 16,-10-9-506-16,10 9-639 0</inkml:trace>
  <inkml:trace contextRef="#ctx0" brushRef="#br0" timeOffset="116192.69">28324 15168 3417 0,'-13'-10'98'0,"4"6"44"0,9 4 49 15,-5-10 29-15,3 4 40 0,2 6 43 0,0-16 34 0,0 6 11 0,2-2-3 16,3-5-10-16,-1 4-19 0,1 1-25 16,-1 0-29-16,1 3-29 0,2 2-27 0,1 0-16 15,2 4-19-15,3 3-19 0,-13 0-15 16,34 12-12-16,-15-2-13 0,6 7-112 0,0 4 0 15,-4 1 0-15,-6 2 0 0,2 4 0 16,-9-4 0-16,-4-1 0 0,-2 2 0 16,-2 1 0-16,-4-1 0 0,-2 6 0 0,-2-5 0 15,5-6 0-15,-1-8 0 0,-2 2 0 16,6-3 0-16,-3-4 0 0,3-7 0 16,-9 2 0-16,9-2 0 0,0 0 0 0,-1-35 0 15,2 11 0-15,11-10 0 0,1-1 0 16,5 1 0-16,-3 1 0 0,4 6 0 0,-4 3 0 15,2 7 0-15,-4 5 0 0,3 7 0 16,-1 1 0-16,2 4 0 0,5 6 0 0,-4 1 0 16,7 9 0-16,-4 3 0 0,1 1 0 15,-4 5 0-15,-2-1 0 0,0 0 0 16,-4-4 0-16,-2-3 0 0,-1 0 0 0,-4-3 0 16,4-2 0-16,-6-3 0 0,3-1 0 15,-2 0 0-15,-1-4 0 0,1 1 0 0,-4-5 0 16,4 6 0-16,-4-6 0 0,0 0-171 15,0 0-624-15,0 0-169 0,-4-27 91 16,4 13 95-16,-2-5-790 0,4-4-1010 16</inkml:trace>
  <inkml:trace contextRef="#ctx0" brushRef="#br0" timeOffset="116511.23">29041 14712 4587 0,'0'0'-13'0,"-7"-4"24"0,7 4 66 0,0 0 63 0,0 0 50 0,-15 22 43 0,10-11 16 0,3-1-1 0,-4 5-4 0,6-1-3 16,0-2-16-16,2 2-14 15,2 0-13-15,2-2-12 0,1-1-14 0,7-1-12 16,-1-5-17-16,2 3-14 0,2-6-13 16,1 0-9-16,-4-4-10 0,4 0-12 0,-1-2-5 15,-4 0-6-15,0-3-73 0,-1-3-1 16,-1 1 0-16,-3-5 0 0,-4-2 0 15,-3 0 0-15,-1-7 0 0,-7-11 0 0,0 1 0 16,-7-1 0-16,-1 2 0 16,-3 6 0-16,0 4 0 0,-3 10 0 0,1 6 0 15,2 6 0-15,-7 6 0 0,-6 8-139 16,5 6-273-16,-1 5-146 0,7 1-203 0,-4 3-115 16,10-1 90-16,7-4-799 0,5-2-1025 15</inkml:trace>
  <inkml:trace contextRef="#ctx0" brushRef="#br0" timeOffset="117259.99">29747 14816 4658 0,'-5'-28'37'0,"-1"6"53"0,3 6 49 15,2 3 53-15,-3 1 40 0,0 4-5 0,2 2-13 0,2 6-15 16,0 0 36-16,0 0 25 0,0 0-6 16,6 59-13-16,-2-17-9 0,4 14-12 0,-1 2-13 15,1 2-18-15,-1 0-18 16,1 0-20-16,4 0-108 0,-7-1-43 0,1-5 0 15,-2-8 0-15,2-6 0 0,-4-1 0 16,-2-8 0-16,0-7 0 0,0-5 0 0,0 0 0 16,0-7 0-16,0-2 0 0,2-3-191 15,-1-3-218-15,-1-4-70 0,0 0-31 0,20-18-17 16,-4-6-29-16,9-10-19 0,0-4 4 16,2 1 61-16</inkml:trace>
  <inkml:trace contextRef="#ctx0" brushRef="#br0" timeOffset="117543.1">29997 15248 3265 0,'21'-37'-125'0,"-8"6"80"0,-5 5 78 0,0 10 80 16,-5 4 63-16,1 2 45 0,-2 2 14 15,0 0 9-15,-2 8 1 0,3-8-5 16,-3 8 31-16,0 0 35 0,0 0 1 16,0 0-17-16,0 0-6 0,-7 24-10 0,3-11-22 15,4 3-21-15,0 3-27 0,0 0-18 16,0-1-20-16,6 2-14 0,-2-1-13 16,4-4-13-16,-1 2-13 0,4-1-10 0,3-6-11 15,1-1-10-15,3-5-71 0,0-3-11 16,3-1 0-16,-1-4 0 0,-4-1 0 0,6-2 0 15,-8-1 0-15,4-1 0 0,-5-5 0 16,-1 1 0-16,-7-3 0 0,1-4 0 0,-4-4 0 16,0 0 0-16,-4 0 0 0,-2-2 0 15,0 3 0-15,1 3 0 0,-5 4 0 0,2 3 0 16,-2 8 0-16,-3 4 0 16,11 1 0-16,-30 14-74 0,7 3-276 0,-8 14-90 15,6-4-99-15,7-1-96 0,6-5-139 16,6-5-25-16,10-7 85 0,3 1-601 15,7-8-772-15</inkml:trace>
  <inkml:trace contextRef="#ctx0" brushRef="#br0" timeOffset="117925.71">30458 15124 3796 0,'12'-8'127'15,"-3"4"35"-15,-2 0 28 0,-7 4 49 16,11-6 29-16,-11 6 25 0,5-5-11 16,-5 5-22-16,0 0-25 0,0 0-11 15,0 0 16-15,9 12-7 0,-7-3-25 16,0 5-18-16,-2 1-19 0,2 2-17 0,0 1-12 15,0-1-18-15,-1 0-12 0,-1-3-7 16,5 1-14-16,-3-3-5 0,0-2-8 0,2 0-1 16,-3-3 19-16,3-3-88 0,-4-4-8 15,14 3 0-15,-14-3 0 0,0 0 0 0,18-7 0 16,-10 2 0-16,-8 5 0 0,15-7 0 16,-9 5 0-16,-6 2 0 0,7-5 0 15,-7 5 0-15,0 0 0 0,0 0 0 0,0 0 0 16,18 17 0-16,-14-8 0 0,3 7 0 15,-5 0 0-15,2 3 0 0,-2 4 0 16,2 1 0-16,-4-1 0 0,0-2 0 16,0 0 0-16,0-2 0 0,-2-2 0 0,0 0 0 15,0-1 0-15,0-1 0 0,-4-1 0 16,-1-1 0-16,-2-1 0 0,-5 1 0 0,-3-4 0 16,1-1 0-16,0-2 0 0,-4-4 0 15,5-2 0-15,0-4 0 0,-1-11 0 0,1-11 0 16,10-6 0-16,5 1 0 0,7-8-173 15,9-11-545-15,2 5-3 0,7 6 48 0</inkml:trace>
  <inkml:trace contextRef="#ctx0" brushRef="#br0" timeOffset="118228">30628 15223 4894 0,'28'-26'-306'0,"-4"9"99"16,-8 3 101-16,-4 2 89 0,-3 2 76 15,1 3 73-15,0-1 69 0,-3 3 81 0,1-1 51 16,-3 3 18-16,-5 3-2 16,14-6 1-16,-14 6-9 0,15-1-7 0,-15 1-32 15,16 7-25-15,-9-2-22 0,0 1-23 16,1 0-97-16,0 0-135 0,-1 3 0 0,-1-2 0 15,-2 1 0-15,3 0 0 0,-2 0 0 16,-4-2 0-16,5 0 0 0,-6-6 0 0,6 10 0 16,-6-10 0-16,5 5 0 0,-5-5 0 15,0 0 0-15,16-13 0 0,-7 3 0 0,2-6 0 16,3 4 0-16,-3-1 0 0,1 5 0 16,-1 0 0-16,-2-1 0 0,3 2 0 0,-1 2 0 15,2 1 0-15,-1-1 0 16,1 2 0-16,-1 2 0 0,1-3 0 0,3 4 0 15,-3-4 0-15,-2 4 0 0,3-3 0 16,-1 2 0-16,-5-1 0 0,-8 2 0 16,17 0 0-16,-17 0 0 0,9 2-814 0,-9-2-175 15,0 0 76-15,0 0-949 0,-42 23-1287 16</inkml:trace>
  <inkml:trace contextRef="#ctx0" brushRef="#br0" timeOffset="118725.86">28863 16065 5323 0,'-17'5'86'0,"4"0"34"0,1-2 39 0,4-3 51 0,8 0 56 0,-13 4 39 16,13-4 12-16,0 0-5 0,0 0-28 0,0 0-30 15,0 0-24-15,0 0-32 0,33-19-71 16,-3 9-127-16,4 1 0 0,-1 1 0 0,3 1-236 16,-8 2-191-16,1 1-180 0,-4 0-244 15,-6 3-19-15,-6 1 81 0,0 0-711 16,-6 3-947-16</inkml:trace>
  <inkml:trace contextRef="#ctx0" brushRef="#br0" timeOffset="118908.38">28722 16237 4606 0,'-11'3'227'0,"3"-2"31"0,8-1 30 16,0 0 35-16,-13 1 19 0,13-1-14 0,0 0-32 15,0 0-34-15,25-17-26 0,5 0-27 16,13-1-61-16,7-1-90 0,4-4-138 16,-3 3-157-16,0-2-140 0,3-1-164 0,-4-2-231 15,-7 1-52-15,-1 0 80 0,-5-5-619 16,-13 6-816-16</inkml:trace>
  <inkml:trace contextRef="#ctx0" brushRef="#br0" timeOffset="119110.09">29344 15813 3657 0,'0'0'130'0,"0"0"49"15,-16-2 19-15,16 2 18 16,0 0 33-16,0 0 66 0,0 0 41 0,-6 17 2 16,6-17-21-16,11 24-27 0,3 1-30 15,5 3-28-15,-3 1-23 0,0 3-24 0,-2-3-19 16,1 3-20-16,-5 0-17 0,-6 1-14 15,-2-6-14-15,-6-3-18 0,-4 9-43 0,-4-1-60 16,-1-5 0-16,-6-2-43 0,-6 1-119 16,-4-5-80-16,1-3-83 0,-5-2-87 0,1-4-102 15,4-7-136-15,5-2-191 0,2-1 70 16,2-4-668-16,2 0-889 0</inkml:trace>
  <inkml:trace contextRef="#ctx0" brushRef="#br0" timeOffset="119579.3">30065 15970 3915 0,'-4'-14'133'0,"4"2"59"0,-1 5 41 0,1-1 27 0,-2-1 37 0,2 9 15 0,-2-8 11 0,2 8 1 16,0 0-18-16,0 0 19 0,0 0 32 16,0 0 0-16,9 25-16 0,0-6-30 15,2 12-106-15,1 2-205 0,2 0 0 16,-3-1 0-16,1 2 0 0,1-1 0 0,-2-3 0 16,0 1 0-16,-6-4 0 0,1-7 0 15,-3 1 0-15,1-2 0 0,-1-3 0 0,-3-2 0 16,0 0 0-16,0-4 0 0,2 2 0 15,-4-3 0-15,4-1-185 0,-2-1-634 16,0-7-154-16,3 5 83 0,-3-5-921 0,0 0-1238 16</inkml:trace>
  <inkml:trace contextRef="#ctx0" brushRef="#br0" timeOffset="119875.52">30441 16133 5036 0,'2'-7'39'0,"2"2"46"15,-4 5 42-15,3-5 58 0,-3 5 52 16,0 0 20-16,0 0 36 0,0 0 10 15,0 0-4-15,-11 20-11 0,3-4-16 0,-1 1-9 16,1 2 10-16,3 1-39 0,-1-3-234 16,3 0 0-16,3 1 0 0,0-4 0 0,9 1 0 15,0-1 0-15,7-2 0 0,-1-5 0 16,2-4 0-16,3-3 0 0,4-3 0 0,-1-3 0 16,-2 0 0-16,-1-4 0 0,0-1 0 15,5-8 0-15,-7-1 0 0,-4-1 0 0,-5 3 0 16,-1-5 0-16,-3 1 0 15,-2-3 0-15,-1 2 0 0,-2 2 0 0,-2 2 0 16,-1 2 0-16,1 5 0 0,-1 0 0 16,-3 0 0-16,-3 5 0 0,-1 4 0 15,-2 0 0-15,12 3 0 0,-19 4 0 0,4 2 0 16,4 1 0-16,1 2-817 0,-1-2-179 16,5 1 89-16,3-3-954 0,3-5-1285 0</inkml:trace>
  <inkml:trace contextRef="#ctx0" brushRef="#br0" timeOffset="120309.08">30782 16041 5160 0,'0'0'45'0,"0"0"47"0,6-4 46 15,-6 4 60-15,0 0 43 0,0 0 25 16,0 0-2-16,0 0-27 0,0 0-21 0,0 0-19 16,0 0-19-16,0 0-18 0,0 0-19 15,1 22-12-15,1-13-13 0,0-2-12 0,3 0-13 16,-3-1-10-16,1 3-20 0,5-4-10 15,-8-5-26-15,9 7-25 0,-9-7 0 0,14 3 0 16,-14-3 0-16,0 0 0 0,18-6 0 16,-9 2 0-16,-9 4 0 0,9-10 0 0,-4 5 0 15,-5 5 0-15,8-9 0 0,-8 9 0 16,8-5 0-16,-8 5 0 0,4-5 0 16,-4 5 0-16,0 0 0 0,3 17 0 0,-1-1 0 15,0 9 0-15,-2 2 0 16,2 15 0-16,-2 4 0 0,-2 0 0 0,4 3 0 15,-2 10 0-15,-7-6 0 0,5-15 0 16,2 1 0-16,-4 0 0 0,2-12 0 0,-1-3 0 16,0-3 0-16,-1-4 0 0,0 0 0 15,-9 0 0-15,5-3 0 0,-7 0 0 0,0-1 0 16,-2-5 0-16,-4 0 0 0,-1-4 0 16,0-4 0-16,-3-6 0 0,-3-6 0 0,1-7 0 15,6-9 0-15,0-11 0 0,13 2-3 16,4-4-799-16,6-1-152 0,8 0 36 15,7-2 92-15,-1 12-768 0,7-9-1036 16</inkml:trace>
  <inkml:trace contextRef="#ctx0" brushRef="#br0" timeOffset="120641.99">30974 16083 4580 0,'18'-11'150'16,"-7"2"49"-16,-1 0 36 0,-3 4 40 0,-1 1 31 16,-6 4 9-16,7-7-8 0,-7 7 21 15,0 0 23-15,0 0-18 0,22 13-23 0,-15-3-26 16,1 1-66-16,0 2-218 0,-1 4 0 15,0 0 0-15,2-3 0 0,-2 3 0 16,1 0 0-16,-3-5 0 0,-3 0 0 16,2-3 0-16,-3-1 0 0,4 1 0 15,-3-3 0-15,-2-6 0 0,6 8 0 0,-6-8 0 16,0 0 0-16,0 0 0 0,21-20 0 16,-12 11 0-16,-2 2 0 0,1-6 0 0,0 7 0 15,-2-1 0-15,-1 3 0 0,1-2 0 16,-6 6 0-16,14-2 0 0,-14 2 0 0,0 0 0 15,28 8 0-15,-15-4 0 0,0 1 0 16,3 2 0-16,-1 2 0 0,4 1 0 0,2-2 0 16,8 4 0-16,1-1 0 0,-5-5 0 15,-4 1 0-15,2-1 0 0,-2-4 0 16,-4 0 0-16,0-2 0 0,0 0 0 0,-5-4-171 16,-3 0-870-16,-2 0 78 15,-7 4 100-15,0 0-890 0,0 0-1183 0</inkml:trace>
  <inkml:trace contextRef="#ctx0" brushRef="#br0" timeOffset="121059.07">31773 15555 4945 0,'-15'-25'3'0,"-8"2"8"0,-13-2-10 0,-8 1 10 0,-15 3 10 0,-14 6 29 0,-30 1 14 0,-6 6 13 15,-8 8 7-15,-11 15-1 0,-9 14 13 16,-51 27 8-16,-11 18 7 0,1 18 19 16,-2 22 18-16,6 17 20 0,14 14 17 0,23 5 15 15,30-3 14-15,35-4 8 0,53-27 4 16,17-2-5-16,31 0-9 0,21-5-11 0,31-6-17 16,29-14-13-16,54 7-123 0,26-18-48 15,13-24 0-15,-27-25 0 0,10-11 0 0,3-11 0 16,7-10 0-16,-4-11 0 15,39-11 0-15,-55-4 0 0,-11-8 0 0,-10-10 0 0,-11-9 0 16,-15-9 0-16,-14-13 0 0,-15-7 0 16,-16-16 0-16,-10-11 0 0,-18-13 0 15,-13-4 0-15,-15 2 0 0,-20 3 0 16,-14 3 0-16,-18 10 0 0,-17 17 0 16,-15 20 0-16,-20 20 0 0,-18 24 0 0,-19 16 0 15,-10 19 0-15,-4 14-242 0,3 15-188 16,8 12-126-16,14 9-194 0,7 13-127 0,16 12 72 15,12 7-736-15,3 5-985 0</inkml:trace>
  <inkml:trace contextRef="#ctx0" brushRef="#br0" timeOffset="121259.02">29704 17759 4899 0,'-14'7'434'0,"5"-3"5"16,5-4-15-16,4 0-26 15,0 0-15-15,44-29-23 0,7 6-24 0,33-14-37 16,13-2-80-16,8-2-219 0,2 1 0 16,-1 1 0-16,1 3 0 0,-2 5 0 0,-8 1 0 15,-9 5 0-15,-28 8-35 0,0 3-529 16,-23 6-191-16,-8 3-197 0,-11 1 80 16,-7 6 106-16,-11-2-678 0,0 0-895 0</inkml:trace>
  <inkml:trace contextRef="#ctx0" brushRef="#br0" timeOffset="122208.74">14967 14633 4034 0,'-4'-9'-172'0,"0"3"27"0,3 4 11 0,1 2 16 0,0 0 13 0,-2-7 12 15,2 7 58-15,0 0 45 0,14-4 31 16,4 3 13-16,7-4 0 0,15-5-5 15,15 1-6-15,6-5 2 0,2 3-3 0,-2-3-3 16,-4-4 0-16,-4 3-8 0,-14 2 2 16,-9 5-10-16,-8 1 2 0,-8 2 3 0,-6 5-6 15,-8 0-3-15,0 0-4 0,-69 34-4 16,14-10 0-16,-14 1-1 0,-13 4 5 0,16-5 25 16,8-9 39-16,19-3 57 0,4-5 23 15,14-5-15-15,12-7-13 0,9-4-14 16,11-8-12-16,14-10-10 0,17-10-8 15,7 2-16-15,20-7-57 0,-14 11-71 16,4 4-86-16,-3 3-103 0,-2 5-115 0,-2 4-186 16,-4-1-100-16,-10 6 82 0,0-1-287 15,-6 3-335-15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8T03:30:40.5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3401 2191 1981 0,'0'0'465'0,"0"0"-101"0,0 0-45 0,-5-10-16 0,5 10-2 0,0 0 3 15,-2-9 9-15,2 9 8 0,0 0 13 0,-2-8 7 16,2 8-2-16,0 0-16 16,0 0-9-16,-6-5-17 0,6 5-29 0,0 0-19 15,0 0 18-15,-10 29-1 0,6-5-15 16,-3 15-9-16,-5 11-213 0,6 5-29 16,-1 1 0-16,2 2 0 0,1-1 0 0,0-13 0 15,4 2 0-15,0-7 0 0,0-8 0 16,4 5 0-16,-4-11 0 0,0-6 0 0,2-2 0 15,-2-3 0-15,0-2 0 0,0-2 0 16,-2 0 0-16,2-2 0 0,0-8 0 16,0 9 0-16,0-9 0 0,0 0 0 0,0 0 0 15,0 0 0-15,0 0 0 0,-14-23 0 16,8 7-558-16,5-1-388 0,-1-7 9 16,-2 0 92-16,2-1-823 0,2-4-1105 15</inkml:trace>
  <inkml:trace contextRef="#ctx0" brushRef="#br0" timeOffset="234.66">3105 2191 4999 0,'-9'-5'139'0,"0"1"25"0,9 4 26 16,-10-3 42-16,10 3 29 0,-6-5 17 16,6 5-2-16,0 0-14 0,0 0-13 0,23-21-7 15,6 9-21-15,11 1-19 16,13-5-23-16,-1 4-17 0,-9 2-27 15,-3 1-135-15,-1 3 0 0,-7 2 0 0,-10-2 0 16,0 4 0-16,-5 0 0 0,-2 2 0 16,-3 0 0-16,-1 2-178 0,-2 4-167 0,-2 0-87 15,-3 4-121-15,-4-2-185 0,-4 3-130 16,-1 4 82-16,0-3-673 0,-3 0-909 0</inkml:trace>
  <inkml:trace contextRef="#ctx0" brushRef="#br0" timeOffset="517.4">4172 1838 4457 0,'-11'-5'203'16,"11"5"4"-16,0 0 29 0,-30 14 52 15,9 3 37-15,0 8 21 0,-7 12 13 0,1 3-10 16,8 8-14-16,0 5-33 0,7 1-24 15,7-1-31-15,1-7-18 0,4 1-199 0,5 5-30 16,1-7 0-16,-1-5 0 0,4-1 0 16,-2-1 0-16,2-4 0 0,0-2 0 15,-2-8 0-15,-1-3 0 0,1-2 0 16,0-1 0-16,2-5-444 0,-4 1-158 16,4-7-77-16,0-2-85 0,-2-5-61 0,-7 0 58 15,0 0-631-15,23-12-850 0</inkml:trace>
  <inkml:trace contextRef="#ctx0" brushRef="#br0" timeOffset="866.72">4190 2479 3689 0,'6'-26'-23'0,"-3"4"68"16,1-3 48-16,2 4 56 0,0 2 50 16,0 4 59-16,-3-2 11 0,3 2 21 0,2 1 2 15,1 5 3-15,1 3 9 16,2 4 0-16,1 2-12 0,2 6-14 0,2 2-20 16,8 7-20-16,-2 2-14 0,-3 3-17 15,-2 2-14-15,-2 3-4 0,-4-5-41 0,-2-3-148 16,-5 2 0-16,2 1 0 0,-4-4 0 15,-1 1 0-15,2-1 0 0,-2-4 0 16,-2-3 0-16,3 0 0 0,-3-2 0 0,2-1 0 16,-2-6 0-16,0 0 0 0,0 0 0 15,20-27 0-15,-4 0 0 0,6-2 0 0,-1 0 0 16,1 3 0-16,-3 1 0 0,-1 11 0 16,-3 2 0-16,0 3 0 0,-2 6 0 0,1 4 0 15,1 3 0-15,4 4 0 0,2 10 0 16,0 2 0-16,-3 2 0 0,-4 6 0 15,0 4 0-15,-3-3 0 0,0 2 0 16,1 0 0-16,-6-6 0 0,-2-3 0 16,-1-3 0-16,-1-4 0 0,0-1 0 0,0-2 0 15,0-5 0-15,-2-1-387 0,0-6-305 16,0 0-157-16,0 0-39 0,0 0 84 0,12-37-751 16,-3 4-997-16</inkml:trace>
  <inkml:trace contextRef="#ctx0" brushRef="#br0" timeOffset="1116.17">5038 1870 4566 0,'-2'-13'204'0,"0"3"74"0,2 2 35 16,0 8 30-16,0-12 17 0,0 12-4 15,0 0-8-15,2-4 37 16,-2 4 17-16,34 24-4 0,-3 6-160 0,-1 10-238 16,-1 4 0-16,-4 12 0 0,-2 7 0 15,-6-2 0-15,-1 6 0 0,-4-4 0 0,-4 2 0 16,-3-2 0-16,2-3 0 0,-3-6 0 15,-4-12 0-15,0-3 0 0,0-2 0 0,0-8 0 16,-4-6 0-16,2 0 0 0,0-6 0 16,-1-5 0-16,1-2 0 0,2-5 0 0,-5-3 0 15,5-2-824-15,0 0-176 0,10-28 107 16,1 1-969-16,10-4-1286 0</inkml:trace>
  <inkml:trace contextRef="#ctx0" brushRef="#br0" timeOffset="1301.34">5678 2276 5758 0,'0'0'307'0,"0"0"4"0,0 0 3 15,0 0 3-15,0 0-13 0,0 0-16 16,0 0-19-16,18 12-32 0,2-15-151 0,7 0-86 16,4 1 0-16,6 0 0 0,-6 0 0 15,-4-1-100-15,-4 3-376 0,0 0-225 0,-2 0-235 16,-2 3 66-16,-4 1 98 0,-4 1-703 15,-5 2-922-15</inkml:trace>
  <inkml:trace contextRef="#ctx0" brushRef="#br0" timeOffset="1500.7">5745 2646 4651 0,'-13'12'380'0,"4"-6"51"16,0 2 37-16,0-5 35 0,5 2 11 0,4-5 9 15,-10 7-8-15,10-7-309 0,0 0-206 16,0 0 0-16,29 7 0 0,-8-12 0 15,13 1 0-15,2-4 0 0,1 3 0 16,-2-3 0-16,-1 2 0 0,-6-1 0 0,-3 2 0 16,-8 1 0-16,1 1 0 0,-7-1 0 15,1 3 0-15,-5-2 0 0,-7 3 0 0,11-2-405 16,-11 2-353-16,0 0-202 0,0 0 85 16,0 0 87-16,0 0-710 0,-43 6-945 15</inkml:trace>
  <inkml:trace contextRef="#ctx0" brushRef="#br0" timeOffset="2301.39">6700 1831 3725 0,'9'-8'-196'0,"-1"-1"23"0,2 1 11 0,-1 0 15 0,0 2 9 0,2 1-10 16,-2-5-37-16,0 4-51 15,0-2-127-15,1 3-310 0,-2 1-167 0</inkml:trace>
  <inkml:trace contextRef="#ctx0" brushRef="#br0" timeOffset="2817.66">6808 2073 2352 0,'-5'-6'387'0,"-1"2"4"0,6 4-10 0,-4-11-11 15,4 11 4-15,4-14-25 0,4 7-21 0,-3 1-34 16,7-2-27-16,3 4-28 16,2-2-25-16,0 4-27 0,2 2-19 0,6 4-17 15,0 4-21-15,6 4-10 0,-2 7-3 16,-6 6-12-16,-3 14-4 0,-7-4 5 0,-5 4 15 15,-12 5 7-15,-4 8 13 0,-7 0 14 16,-6-1 19-16,0-1 17 0,2 1-41 16,2-3-150-16,2-6 0 0,5-9 0 0,4-5 0 15,3-5 0-15,4-6 0 0,1 0 0 16,9-5 0-16,1 1 0 0,6-4 0 0,4-2 0 16,-1-5 0-16,4-4 0 15,0-3 0-15,6-6 0 0,-9 1 0 0,-6-2 0 0,-3-2 0 16,-7 1 0-16,-6-1 0 15,-6-7 0-15,-17-7 0 0,-15-3 0 0,-13-1 0 16,-20-7 0-16,-11 3 0 0,-2-3 0 16,4-2 0-16,15 16 0 0,14-1 0 15,0 1 0-15,6 8 0 0,13-1 0 0,11 7 0 16,4 0 0-16,6-3 0 0,6 2 0 16,7-5 0-16,16-7 0 0,11 2 0 0,14-6 0 15,10 5 0-15,8 4 0 0,2 3 0 16,8 2 0-16,-4 5 0 0,1 3 0 15,3 6 0-15,142 13 0 16,-159 2-944-16,-17-3-49 0,-10 2-1134 0,-6-2-1536 16</inkml:trace>
  <inkml:trace contextRef="#ctx0" brushRef="#br0" timeOffset="3350.21">7841 1963 6275 0,'-2'-7'85'0,"0"0"15"0,2 7 6 0,0 0 18 0,-1-8 25 0,1 8 15 0,0 0 4 15,0 0 79-15,0 0 73 0,1 39 2 0,-1-2-191 16,4 4-131-16,-2 5 0 0,0 14 0 16,2 2 0-16,-2-4 0 0,0 0 0 15,0-11 0-15,0-3 0 0,-2-3 0 0,2-3 0 16,0-8 0-16,-1-3 0 15,-1-6 0-15,2-2 0 0,-2-1 0 0,2-5 0 0,-2-1 0 16,0-4 0-16,2-2 0 16,-2-6 0-16,0 0-59 0,0 0-834 0,0 0-111 15,7-35 101-15,-2 2-910 0,-1-2-1242 16</inkml:trace>
  <inkml:trace contextRef="#ctx0" brushRef="#br0" timeOffset="3532.86">7577 1984 5437 0,'-18'-11'183'16,"5"1"43"-16,3 3 40 0,3 2 29 16,1-2-8-16,4-2-13 0,2 9-22 0,6-15-26 15,3 7-21-15,5 1-11 16,11-2-21-16,13 4-26 0,5 0-121 0,7 5-60 0,13 2-199 16,5 1-192-16,7 5-224 15,157 10-321-15,-175-7 116 0,-14-2 83 16,-13 0-676-16,-7 0-897 0</inkml:trace>
  <inkml:trace contextRef="#ctx0" brushRef="#br0" timeOffset="3782.49">8764 1746 4540 0,'-10'-10'321'0,"2"4"-12"0,3 2-21 16,5 4-6-16,0 0 46 15,-31 22 34-15,12 7 31 0,-3 13-3 0,1 9-32 16,1 6-32-16,5 4-36 0,5 5-286 16,7-1-4-16,4-2 0 0,1-1 0 0,8-1 0 15,0-6 0-15,1-3 0 0,3-2 0 16,0-14 0-16,-2-4 0 0,1-6 0 0,3-2 0 16,-3-8-248-16,3-5-320 0,-3-5-127 15,1-5-116-15,0-1-51 0,-1-3 82 16,-1-3-658-16,10-1-887 0</inkml:trace>
  <inkml:trace contextRef="#ctx0" brushRef="#br0" timeOffset="4117.58">9006 2288 4254 0,'6'-15'118'15,"-5"5"74"-15,1 2 57 0,-2 0 33 0,2 2 43 16,-2 6 12-16,0 0-9 0,0 0 0 16,0 0 28-16,0 0 3 0,0 0-24 15,18 20-22-15,-11-8-33 0,0 5-145 0,1 0-135 16,2 1 0-16,1-1 0 0,-2-1 0 15,2 1 0-15,-6-3 0 0,2-1 0 0,-5 3 0 16,2-4 0-16,-2-1 0 16,-4 1 0-16,2-1 0 0,0-5 0 0,2 3 0 15,-2-9 0-15,5 9 0 0,-5-9 0 16,0 0 0-16,16-24 0 0,5-1 0 0,1 0 0 16,5 0 0-16,2 5 0 0,1 2 0 15,-5 1 0-15,0 8 0 0,-3 3 0 16,-8 4 0-16,6 4 0 0,-4 4 0 0,-2 3 0 15,-1 3 0-15,3 0 0 0,-5 5 0 16,-4 0 0-16,0 1 0 0,-2-2 0 0,-1 1 0 16,-2 2 0-16,-2 1 0 0,2 6 0 15,-4 0 0-15,0-1-433 0,0 0-569 0,0-2 57 16,1 0 91-16,1-7-832 0,0-2-1121 16</inkml:trace>
  <inkml:trace contextRef="#ctx0" brushRef="#br0" timeOffset="4334.37">9713 2005 5235 0,'-4'-17'315'0,"0"5"17"0,3 2 28 15,-6 3 37-15,3 1 14 0,4 6-9 16,-5-7-28-16,5 7-24 0,0 0-335 16,-7 20-15-16,7 2 0 0,1 17 0 0,-1 5 0 15,0 15 0-15,2 0 0 0,-4 3 0 16,6 1 0-16,-4 0 0 0,-2 5 0 15,-3-8 0-15,-1 4 0 0,0-6 0 0,-2-4-25 16,-1-2-769-16,3-14-211 0,5-11 105 16,-1-5 88-16,2-6-771 0,2-5-1025 15</inkml:trace>
  <inkml:trace contextRef="#ctx0" brushRef="#br0" timeOffset="4583.51">9980 2481 4679 0,'11'-17'82'0,"-2"6"35"0,1 3 30 15,0 2 48-15,-5 5 59 0,-5 1 47 16,0 0 24-16,19 12 0 0,-11 0-12 0,-4 5-12 16,-3 9-4-16,-6 10-9 0,-1 3-7 15,-9 10-3-15,-2-3-270 0,-4 0-8 16,2 0 0-16,2-5 0 0,1-7 0 16,3-5 0-16,4-6 0 0,3-4 0 0,2-3 0 15,0-4 0-15,6-5 0 0,1 1 0 16,4-5 0-16,2-3 0 0,-9 0 0 0,34-13 0 15,-3-4 0-15,9-12 0 16,0-6-305-16,7-6-748 0,14-12 94 0,7 5 96 0,4 0-841 16,12 8-1139-16</inkml:trace>
  <inkml:trace contextRef="#ctx0" brushRef="#br0" timeOffset="4818.42">10735 2060 5332 0,'-25'-16'334'0,"5"3"19"16,7 5 14-16,1 2 11 0,5 0-12 16,1 4-30-16,6 2 26 0,0 0 1 15,22 45-363-15,3 5 0 0,14 22 0 0,1 3 0 16,-4 8 0-16,-11 2 0 0,-11-13 0 16,-9 4 0-16,-13 3 0 0,-9 13 0 0,-7-3 0 15,-11-6 0-15,1-8 0 0,-7-8 0 16,5-16 0-16,-1-5 0 0,-7-3 0 0,3-4 0 15,0-2 0-15,-2-10-337 0,2-5-711 16,9-8 118-16,-3-2 88 0,10-3-870 16,4-4-1146-16</inkml:trace>
  <inkml:trace contextRef="#ctx0" brushRef="#br0" timeOffset="7336.28">11804 2750 4525 0,'0'0'68'0,"-20"-3"72"0,20 3 23 0,0 0 8 0,-11-2 19 0,11 2 7 16,0 0-3-16,0 0 36 0,0 0 17 16,0 0-4-16,0 0-12 0,38-5-22 0,-11 3-22 15,-1 1-21-15,14-3-16 0,0 2-23 16,-7 1-51-16,-7-3-64 0,3 2-82 0,-4-1-85 15,1 1-93-15,-1 1-86 16,-3-1-90-16,-6 4-99 0,4-2-160 0,-9 1-98 16,-6 1 73-16,-5-2-516 0,0 0-688 15</inkml:trace>
  <inkml:trace contextRef="#ctx0" brushRef="#br0" timeOffset="7565.44">11900 2631 3709 0,'-7'-14'233'0,"0"4"46"0,0 4 44 0,4-1 22 15,1 1 39-15,2 6 15 0,-8-8 5 16,8 8-20-16,-3-4-31 0,3 4-46 0,0 0-40 16,0 0-19-16,0 0-17 15,0 31-13-15,5 1-111 0,3 6-107 0,-3 1 0 16,3 2 0-16,5 7 0 0,-2 0 0 16,1-11 0-16,0 3 0 0,1-4 0 0,-5 0 0 15,1-5 0-15,-2-2 0 0,4-4 0 16,-8-7 0-16,6-1 0 0,-3-3-68 0,2-3-440 15,-4 1-135-15,3-6-213 0,3-6-18 16,-2 2 87-16,3 0-728 0,-11-2-961 16</inkml:trace>
  <inkml:trace contextRef="#ctx0" brushRef="#br0" timeOffset="7998.59">12802 2805 4625 0,'-2'-9'202'0,"2"9"-1"0,0 0 33 0,0 0 46 15,0 0 48-15,0 0 33 0,15 17 16 16,-8-8-10-16,6 1-10 0,-1 4-1 16,0 2-13-16,1-3-183 0,-2 4-160 0,0-1 0 15,-4-1 0-15,0-1 0 0,2-1 0 16,-4 1 0-16,3-3 0 0,-5-1 0 0,1-1 0 15,2-1 0-15,-5-3 0 16,4 2 0-16,-5-7 0 0,6 9 0 0,-6-9 0 16,0 0 0-16,0 0 0 0,18-16 0 15,-2-10 0-15,0-3 0 0,7-6 0 0,6 0 0 16,-6 9 0-16,2 2 0 0,-3 7 0 16,0 5 0-16,-5 5 0 0,2 6 0 0,-4 4 0 15,7 4 0-15,-4 3 0 0,5 7 0 16,-2 6 0-16,0 0 0 0,-4 5 0 0,3-3 0 15,-7 3 0-15,0-2 0 0,-1-4 0 16,-5-3 0-16,0-2 0 0,-1-1 0 16,0-3 0-16,-2 3 0 0,3-6 0 0,-5 1 0 15,4-2 0-15,-2 0-21 0,-3-4-1055 16,4-1 103-16,-5-4 98 0,0 0-909 16,0 0-1214-16</inkml:trace>
  <inkml:trace contextRef="#ctx0" brushRef="#br0" timeOffset="8265.62">13579 2565 5200 0,'-2'-24'203'0,"0"3"49"0,2 2 24 16,0 6 22-16,2-3 32 0,0 4 16 15,6-1 12-15,-2-1-20 0,3 2-21 0,0 5-44 16,5 3-273-16,1 4 0 0,5 4 0 16,-1 6 0-16,7 9 0 0,-7 5 0 15,1 7 0-15,-11 5 0 0,-6 1 0 16,-3-3 0-16,-3 7 0 0,-5-6 0 0,-2-2 0 15,1 0 0-15,3-8 0 0,-3-4 0 16,7-2 0-16,1-1 0 0,2-4 0 0,3 1 0 16,5 1 0-16,9-3 0 0,2-5 0 15,5-2 0-15,13-3 0 0,5-6 0 0,-2-3 0 16,13-8 0-16,-3-1 0 0,2-5 0 16,-3 0 0-16,0 1-275 0,-14 6-781 0,-2-1 107 15,-2 4-1061-15,-5 8-1427 0</inkml:trace>
  <inkml:trace contextRef="#ctx0" brushRef="#br0" timeOffset="13882.48">5429 4724 2347 0,'0'0'354'0,"-7"-9"-40"0,2 4-30 0,5 5-41 0,-6-14-14 16,6 6 6-16,0-1-1 0,0 9-9 0,2-15 7 16,0 8-5-16,0 0-14 15,-2 7-25-15,8-8-12 0,-8 8-7 0,13 0 12 16,-13 0-12-16,23 17-14 0,-10-2 0 15,5 6-13-15,-2 4 2 0,-4 4 3 0,-4 0 0 16,-5-1 1-16,-1-2-13 0,-7 9-2 16,-3 2-9-16,-4-1-6 0,-6 7-5 15,-5-2-6-15,3-11-5 0,-5 5 1 0,0-12-10 16,2 1 4-16,-1-7-89 0,4-3-8 16,3-6 0-16,-1-4 0 0,5-4 0 15,0-2 0-15,-3-8 0 0,-5-14 0 16,6-5 0-16,3-7 0 0,7-5 0 0,3-3 0 15,4-12 0-15,6 3 0 0,3 1 0 16,2 5 0-16,1 13 0 0,-1 5 0 0,5 3 0 16,-6 7 0-16,4 9 0 0,1 3 0 15,2 7 0-15,6 6 0 0,6 3 0 0,-1 11 0 16,-1 2 0-16,3 9 0 0,0 3 0 16,-1 0 0-16,-1-1 0 0,-3 2 0 0,-5-6 0 15,-2-4 0-15,1 3 0 0,-1-6 0 16,2 0 0-16,-5-1 0 0,-2-8 0 15,-3-1 0-15,-1-2 0 0,-2-1 0 0,1-4 0 16,-2-2 0-16,-1 1 0 0,2-4 0 16,-9 0 0-16,14-5 0 0,-6 1 0 15,-1-2 0-15,1 0 0 0,2-4-147 16,-3 2-542-16,5-3-231 0,-3-1 11 0,2-1 97 16,3 1-791-16,1-4-1044 0</inkml:trace>
  <inkml:trace contextRef="#ctx0" brushRef="#br0" timeOffset="14051.25">6162 4847 4813 0,'-11'6'138'0,"11"-6"26"0,0 0 26 0,0 0 31 0,0 0 22 0,0 0 17 0,0 0-4 0,0 0-21 16,0 0-21-16,36-10-26 0,-1 5-26 0,-1-5-65 0,0 0-93 15,4 1-102-15,-1 1-90 16,-1-1-125-16,-6 4-133 0,-7 1-165 0,-4 4-203 15,-5 0 77-15,-3 6 80 0,-6 0-473 16,-1 2-597-16</inkml:trace>
  <inkml:trace contextRef="#ctx0" brushRef="#br0" timeOffset="14213.82">6322 5000 3024 0,'-13'8'124'0,"1"-3"65"16,3 0 37-16,2-1 34 0,1-1 35 0,6-3 28 15,0 0 16-15,-10 6-7 0,10-6-20 16,0 0-28-16,0 0-26 0,0 0-32 0,0 0-40 15,0 0-104-15,59-9-97 16,-22 0-124-16,1 3-156 0,4-1-190 0,-5-5-252 16,6 1-5-16,0 5 77 0,9-11-485 15,7 8-618-15</inkml:trace>
  <inkml:trace contextRef="#ctx0" brushRef="#br0" timeOffset="14614.5">7243 4715 3408 0,'0'-15'126'0,"2"3"21"16,0-1 19-16,2 4 10 0,-1 2 9 16,3-2 3-16,1 4-4 0,4 0-10 0,-11 5-8 15,16-2-11-15,0 6 1 0,-3 6 1 16,-1 4 17-16,-1 3 15 0,-2 10 23 0,0 0 19 16,-9 11 5-16,-5-2-3 0,-3 3-14 15,-3-1-3-15,-1 11 7 0,1-12-13 0,4-1-10 16,1-4-20-16,6-4-12 0,2-3-56 15,2-9-112-15,3-1 0 0,3 0 0 16,3-6 0-16,0-4 0 0,3-1 0 0,1-4 0 16,2-4 0-16,2-4 0 15,-4 2 0-15,-3-5 0 0,1-5 0 0,-10 3 0 0,-1-5 0 16,-4 1 0-16,-9-17 0 16,-13-5 0-16,-10-2 0 0,-2-2 0 0,-6 1 0 15,-6 0 0-15,4 4 0 0,6 0 0 16,2 6 0-16,9 6 0 0,6 3 0 0,4 5 0 15,8-1 0-15,2 5 0 0,10-3 0 16,4 1 0-16,9-5 0 0,5 3 0 0,6 5 0 16,5 1 0-16,0 6 0 0,5 3 0 15,3 6 0-15,13 7 0 0,1 1-79 16,-1 7-999-16,-4 1 109 0,-1 8-1094 16,-9 4-1475-16</inkml:trace>
  <inkml:trace contextRef="#ctx0" brushRef="#br0" timeOffset="14897.42">8442 5178 6207 0,'0'0'151'0,"0"0"8"0,0 0 34 0,0 0 29 0,26 4 14 0,-15 2-2 0,7 5-8 16,-5 3-12-16,8 6-8 0,-5 6-63 15,-5 3-143-15,-4 1 0 0,-7 0 0 16,0-4 0-16,-7 9 0 0,-4 2 0 16,-3-4 0-16,-1 1 0 0,-2-5 0 0,-3-4 0 15,0-1 0-15,-3-3 0 0,3-2 0 16,0-7 0-16,4-6 0 0,4-4 0 0,-2-4-460 16,4-2-458-16,3-9-12 0,5-3 94 15,4-7-880-15,9-10-1151 0</inkml:trace>
  <inkml:trace contextRef="#ctx0" brushRef="#br0" timeOffset="15313.54">9345 4567 5229 0,'-9'-12'253'16,"1"6"29"-16,2 0 27 0,6 6 20 0,0 0 44 15,-17 16 60-15,9 3 15 0,3 16-17 16,-3 2-327-16,4 4-104 0,3 4 0 0,2-1 0 15,-1 4 0-15,2 10 0 0,2-2 0 16,0-9 0-16,-1-4 0 0,-1-5 0 0,2-4 0 16,0-6 0-16,-4-7 0 0,2-3 0 15,-2-5 0-15,2-1 0 0,-2-4 0 16,2 1 0-16,-2-9 0 0,8 4 0 0,-8-4 0 16,0 0 0-16,30-23 0 0,-5-1 0 15,7-8 0-15,2 3 0 0,1 2 0 0,-7 6 0 16,-3 4 0-16,2 4 0 0,-5 2 0 15,-2 6 0-15,-3 3 0 0,-4 4 0 16,6 3 0-16,-4 7 0 0,-1 2 0 16,-1 12 0-16,-4-3 0 0,-2-4 0 0,-5 3 0 15,-2 1 0-15,-7 10 0 0,-4 0 0 16,2-4 0-16,-5-4 0 0,1 1 0 0,-1-6 0 16,3-4 0-16,0-3 0 0,-1 1 0 15,1-4 0-15,0-5 0 0,1-1 0 0,0-2 0 16,-1-2 0-16,11 0 0 15,-25-11 0-15,17-1 0 0,1-5 0 0,3 0 0 0,2-7-606 16,6-1-403-16,5-8-1227 0,3 2-1640 16</inkml:trace>
  <inkml:trace contextRef="#ctx0" brushRef="#br0" timeOffset="15497.35">9966 4966 6672 0,'0'0'151'0,"5"-6"48"0,-5 6 48 0,0 0 71 0,0 0 60 0,0 0-152 0,16-1-226 0,-16 1 0 16,21 0 0-16,-6 0 0 0,6 0 0 0,4 1 0 16,2-1 0-16,2 0 0 15,1-1 0-15,10 2 0 0,-8-1 0 0,-5 2 0 16,-7 0 0-16,5 1-493 0,-11 3-532 16,-8 0 99-16,-2 1-1028 0,-4 7-1375 0</inkml:trace>
  <inkml:trace contextRef="#ctx0" brushRef="#br0" timeOffset="15665.6">10068 5257 5361 0,'-18'9'49'16,"7"-2"91"-16,-1-4 60 0,5 2 84 16,-1-2 63-16,8-3 49 0,-12 7 19 0,12-7-22 15,-5 4-31-15,5-4-118 0,0 0-244 16,0 0 0-16,0 0 0 0,26 0 0 16,-8-6 0-16,4 0 0 0,13-6 0 15,1-5-283-15,10-4-566 0,-2-1-112 0,-1-1 101 16,2 2-921-16,-2-4-1212 0</inkml:trace>
  <inkml:trace contextRef="#ctx0" brushRef="#br0" timeOffset="15997.48">10778 4855 5150 0,'-6'-6'160'16,"1"0"70"-16,5 6 27 0,-7-7 30 0,7 7 22 15,0 0 20-15,11-10 7 0,-11 10 5 16,21 0-17-16,-3 2-30 0,5 4-120 15,6 5-174-15,-2 5 0 0,2 3 0 16,-9 3 0-16,-4 4 0 0,-4 6 0 0,-10 3 0 16,-5 1 0-16,-8 1 0 0,-13 7 0 0,3-1 0 15,-3-2 0-15,-3 0 0 0,8-11 0 16,1-1 0-16,2-3 0 0,7-7 0 16,0-4 0-16,7-1 0 0,2-4 0 0,4 1 0 15,6-3 0-15,5-3 0 0,8 0 0 16,4-1 0-16,2-3 0 0,-1-1 0 0,12-1 0 15,-8-1 0-15,6 0 0 0,-7-3 0 16,-6 4 0-16,-6-3 0 0,-2 2 0 0,-4 0 0 16,0-1 0-16,-2 0 0 0,-6 1 0 15,-5 2 0-15,8-4 0 0,-8 4 0 0,0 0 0 16,0 0-693-16,-31-1-309 16,10 2-1207-16,-6 5-1614 0</inkml:trace>
  <inkml:trace contextRef="#ctx0" brushRef="#br0" timeOffset="16846.66">12666 5500 6022 0,'-7'8'-82'0,"7"-8"41"0,-4 6 55 0,2 3 60 0,2 3 86 0,0 5 63 16,2 0 48-16,-2 7 24 0,2 1 25 0,-6 2 14 16,-1 6-3-16,-2 2-61 0,-4 0-270 15,-2-4 0-15,1 1 0 0,-4-3 0 16,-2-2 0-16,2 1 0 0,-4-3 0 0,3-6 0 15,4-3 0-15,2-5 0 0,0-3 0 16,2-4 0-16,2 0 0 0,7-4 0 16,0 0 0-16,-18-12 0 0,18 0-256 0,4-9-668 15,8-11-27-15,10-11 94 0,9-8-913 16,13-12-1199-16</inkml:trace>
  <inkml:trace contextRef="#ctx0" brushRef="#br0" timeOffset="17163.28">13374 5243 5306 0,'7'-1'139'0,"-7"1"19"16,4 4 60-16,-4-4 69 0,-2 18 38 0,0-4 25 16,-3 3 10-16,-2 5-7 0,-4 9-31 15,4 3-16-15,-2 0-239 0,0 0-67 16,0 0 0-16,4-1 0 0,-4-7 0 0,7-3 0 16,-3-6 0-16,1-2 0 0,2-3 0 15,1-2 0-15,1-1 0 0,0-2 0 16,0-7 0-16,0 0 0 0,0 0 0 15,0 0 0-15,14-28 0 0,-2-2 0 0,5-15 0 16,2-4 0-16,4-11 0 0,6-23 0 16,3-4 0-16,4 4 0 0,0-1 0 0,2 5 0 15,1 9 0-15,-8 20 0 0,-3 7 0 16,-1 9 0-16,-7 10 0 0,2 7 0 16,-8 7 0-16,2 6 0 0,-3 4 0 15,-1 5 0-15,-3 7-656 0,-1 2-231 0,-5 6-48 16,-3 7 111-16,-9 13-839 0,-9 14-1099 15</inkml:trace>
  <inkml:trace contextRef="#ctx0" brushRef="#br0" timeOffset="17313.59">13149 5424 5019 0,'-19'-6'177'0,"7"1"13"0,1-1 51 16,4 2 45-16,-2 0 16 0,9 4-7 0,-9-7-29 15,9 7-25-15,-2-7-35 0,2 7-35 16,25-15-70-16,6 1-126 0,19 1-153 15,10-5-192-15,9 0-229 0,24-6-291 16,2 0 92-16,-1-6 88 0,-7 1-625 0,-4 0-791 16</inkml:trace>
  <inkml:trace contextRef="#ctx0" brushRef="#br0" timeOffset="17847.66">14216 4865 4143 0,'-27'2'245'16,"1"2"28"-16,-3 7 51 0,-3 3 40 15,3 1 17-15,3 7 8 0,1-1 0 0,3 9-9 16,8 3-35-16,0 1-39 0,6 4-27 16,7 1-27-16,2 0-131 0,7 2-121 15,0-4 0-15,3-1 0 0,-2-2 0 0,5-4 0 16,-3-3 0-16,-1-4 0 0,-4-9 0 0,1 1 0 16,-3-5 0-16,2 0 0 15,-4-4 0-15,1-1 0 0,3-3 0 0,-6-2 0 16,0 0 0-16,25-23 0 0,-10-2 0 15,4-6 0-15,10-8 0 0,1 2 0 0,0 1 0 16,-6 12 0-16,-7 1 0 0,0 8 0 16,-1 3 0-16,-7 4 0 0,0 2 0 0,1 7 0 15,-10-1 0-15,22 11 0 0,-12-1 0 16,3 3 0-16,-1 3 0 0,-1 3 0 0,1-1 0 16,-4 2 0-16,1-1 0 15,0 0 0-15,-1 0 0 0,-2-6 0 0,0 3 0 16,-3-6 0-16,-1 0 0 0,2 1 0 15,0-3 0-15,-2-1 0 0,-1-4 0 0,-1-3 0 16,0 0 0-16,0 0 0 0,20-20 0 16,-3-6 0-16,0-1 0 0,10-8 0 0,-6 8 0 15,1 7 0-15,-1-3 0 0,-5 11 0 16,-3 4 0-16,-2 4 0 0,1 2 0 16,-1 6 0-16,-1 0 0 0,2 8 0 0,-1-3 0 15,1 9 0-15,2 6 0 0,0 0 0 16,-1 1 0-16,-2-4 0 0,-1-1 0 0,0-3 0 15,-1-1 0-15,-3-3 0 0,4 1 0 16,-5-2 0-16,-1-1-23 0,0-1-669 0,-3-2-133 16,-2-1-74-16,-5 3 81 15,0-2-860-15,-5-1-1114 0</inkml:trace>
  <inkml:trace contextRef="#ctx0" brushRef="#br0" timeOffset="18046.68">14980 5005 5024 0,'14'-28'164'0,"-2"10"44"0,-1 4 48 0,-4 6 43 0,2 2 36 0,1 6 39 0,-10 0 28 0,21 14 13 0,-6 8 14 0,2 7-144 0,-3 6-285 16,3 9 0-16,-11-3 0 15,0 4 0-15,-8 2 0 0,-5 7 0 0,2-3 0 16,-5 2 0-16,-1-6 0 0,1-7 0 16,-1-3 0-16,-3-2 0 0,5 2 0 0,-2-6 0 15,4-7 0-15,-2-5 0 0,6-6-12 16,-1-2-872-16,0-5-89 0,6-2 96 0,-2-4-975 15,0 0-1277-15</inkml:trace>
  <inkml:trace contextRef="#ctx0" brushRef="#br0" timeOffset="18230.49">15395 5313 5791 0,'0'0'403'0,"0"0"20"0,-9-6 37 0,9 6 18 15,0 0 8-15,0 0-336 0,0 0-150 16,0 0 0-16,0 0 0 0,0 0 0 15,23 13 0-15,-12-9 0 0,2 1 0 0,5 0 0 16,-1 0 0-16,0-1 0 0,2 1 0 16,-4-2 0-16,5 0 0 0,-7 1-245 0,0-2-793 15,0-1 104-15,1 1-1098 0,-1 1-1446 16</inkml:trace>
  <inkml:trace contextRef="#ctx0" brushRef="#br0" timeOffset="18397.5">15474 5549 6166 0,'-21'11'279'0,"1"2"53"15,7-3 64-15,-2 2 25 0,2-4 20 16,3 1-285-16,2-1-156 0,3-1 0 0,3 0 0 16,2-7 0-16,3 12 0 0,4-9 0 15,0 1 0-15,6-3 0 0,1-2 0 16,5-1 0-16,2-3 0 0,0-2 0 0,10-3 0 16,46-30-828-16,-45 24-151 15,7 0 102-15,-3 2-996 0,13-1-1297 16</inkml:trace>
  <inkml:trace contextRef="#ctx0" brushRef="#br0" timeOffset="18796.96">16068 5383 5665 0,'-7'-9'266'0,"1"1"41"0,2 2 32 0,3-1 22 15,1 7 28-15,0 0 3 0,0 0 16 16,0 0-344-16,22-2-64 0,-22 2 0 0,37 15 0 15,-21-3 0-15,4-3 0 0,-4 3 0 16,2 2 0-16,-3 1 0 0,-2-1 0 0,0 1 0 16,-1 3 0-16,-8-5 0 0,0-1 0 15,-1 1 0-15,-3-1 0 0,-1-2 0 0,1 0 0 16,-4-1 0-16,0-1 0 16,2-1 0-16,1 0 0 0,1-7 0 0,-7 8 0 15,7-8 0-15,0 0 0 0,0 0 0 16,0 0 0-16,0 0 0 0,12-27 0 0,-3 17 0 15,3 0 0-15,-1 1 0 0,2 2 0 16,-1 2 0-16,1 2 0 0,-1 3 0 0,1 1 0 16,5 4 0-16,-3 1 0 0,0 7 0 15,0 1 0-15,-1 0 0 0,-3 1 0 0,0 2 0 16,-4-5 0-16,2 0 0 0,-4-3 0 16,-1 1 0-16,3-2 0 0,-5-3 0 0,5 1 0 15,-7-6 0-15,5 1 0 0,-5-1-242 16,0 0-804-16,13-18 113 0,-7 6-1097 15,-2-3-1446-15</inkml:trace>
  <inkml:trace contextRef="#ctx0" brushRef="#br0" timeOffset="19063.95">16571 5145 5277 0,'0'-36'35'0,"0"9"124"16,-1 3 69-16,-1 0 42 0,0 7 28 0,4 0 29 16,-2 1 24-16,3 3-6 15,1 1 1-15,5 3-8 0,2 1-121 0,1 6-217 0,2 2 0 16,1 5 0-16,5 7 0 0,0 6 0 15,-1 10 0-15,-4 3 0 0,-3 1 0 0,-6 3 0 16,-5 2 0-16,-1-8 0 0,-5 6 0 16,-1-2 0-16,3-6 0 0,-2-5 0 15,3-3 0-15,-2 0 0 0,4-5 0 0,2-1 0 16,2 1 0-16,4-2 0 0,3-5 0 16,5 0 0-16,4-5 0 0,7-2 0 15,9-6 0-15,7-1 0 0,-5-3 0 0,-2 0 0 16,2 1 0-16,-3-1 0 0,-9 3 0 15,-5 2 0-15,-5 2-188 0,-5 1-853 0,-6 4-1327 16,-5-2-1762-16</inkml:trace>
  <inkml:trace contextRef="#ctx0" brushRef="#br0" timeOffset="26978.24">4539 7868 3000 0,'-6'9'349'0,"0"-3"-92"0,3 0-55 0,3-6-4 0,-10 8 3 15,10-8 22-15,-5 6 13 0,5-6 23 0,-7 5 16 16,7-5 18-16,0 0-13 0,0 0-16 16,0 0-26-16,-11-19-12 0,11 11-13 0,0-6-14 15,2-3-18-15,0 0-6 0,0-1-11 16,3-2-13-16,2-2-18 0,-2 1-12 16,3 1-18-16,1-1-10 0,7-5-12 15,-2 7-11-15,2 5-64 0,9 1-6 16,-1 6 0-16,-1 3 0 0,6 4 0 0,7 5 0 15,5 5 0-15,-4 3 0 0,-1 2 0 16,6 7 0-16,-12-2 0 0,-1 3 0 0,-6 2 0 16,0 4 0-16,-8-2 0 0,-1 2 0 15,-5 0 0-15,-1-5 0 0,-4-2 0 0,-2-3 0 16,0 1 0-16,-2-3 0 0,2-3 0 16,-2-2 0-16,2 0 0 0,-2-3 0 0,1-1 0 15,-1-8 0-15,-1 8 0 16,1-8 0-16,0 0 0 0,-2-22 0 0,2 4 0 15,3-5 0-15,1-11 0 0,5 1 0 0,2 0 0 16,1 4 0-16,1 2 0 0,5 4 0 16,3 4 0-16,-2 7 0 0,0 6 0 15,1 2 0-15,-2 5 0 0,5 5 0 0,-2 4 0 16,8 6 0-16,-5 2 0 0,-1 5 0 16,-2-1 0-16,-1 0 0 0,-4 2 0 15,-2-4 0-15,-1 6 0 0,-4-3 0 0,2-2 0 16,-4-4 0-16,-2-1 0 0,1-2 0 15,1 0 0-15,-4-6 0 0,3 3 0 0,-4-5 0 16,1 2 0-16,-1-3 0 0,2 0 0 16,-4-5 0-16,0 0-86 0,0 0-818 0,0 0-71 15,5-24 101-15,-5 8-946 16,0-2-1248-16</inkml:trace>
  <inkml:trace contextRef="#ctx0" brushRef="#br0" timeOffset="27277.85">5524 6907 5368 0,'-7'-21'91'0,"1"5"55"0,-2 3 57 0,4 2 38 0,0 2 18 0,1 4-12 16,3 5-18-16,0 0 25 0,0 0 41 0,0 0 25 15,0 0-27-15,15 54-48 0,-2-6-245 16,-2 3 0-16,5 4 0 0,1-2 0 15,0 3 0-15,0-3 0 0,1-5 0 16,-4 1 0-16,0-3 0 0,-3-8 0 0,-1-4 0 16,2-2 0-16,-9-8 0 0,3-5 0 15,-3-3 0-15,2-3 0 0,-3-1 0 0,0-2 0 16,0-3 0-16,-1-1 0 0,-1-6 0 16,4 5 0-16,-4-5 0 0,0 0-242 0,0 0-767 15,9-18 63-15,-5 7 93 0,4-4-895 16,0 0-1181-16</inkml:trace>
  <inkml:trace contextRef="#ctx0" brushRef="#br0" timeOffset="27628.37">5999 6965 4836 0,'-14'-9'38'0,"14"9"56"0,-11 0 36 15,11 0 53-15,0 0 54 0,-23 15 56 0,16 3 28 16,-4 2 9-16,2 13 2 15,4 3 0-15,-1 0-14 0,6 2-18 0,0-2-12 0,4 1-129 16,1-2-159-16,4-3 0 16,5-3 0-16,-1-3 0 0,5-2 0 0,0-4 0 0,2-4 0 15,-1-8 0-15,1-1 0 16,-2-1 0-16,3-6 0 0,0-4 0 0,4-3 0 16,5-4 0-16,0-4 0 0,-3 1 0 15,-2-6 0-15,-2 0 0 0,-4-1 0 0,-2-6 0 16,-6-2 0-16,-3-6 0 0,-2 0 0 15,-6-3 0-15,-1 0 0 0,-8 2 0 0,-2 0 0 16,0 5 0-16,-5 4 0 0,0 3 0 16,-2 8 0-16,2 6 0 0,0 7 0 0,-4 5 0 15,0 1 0-15,-12 11 0 0,3 7 0 16,-6 11 0-16,3 5-333 0,3 4-688 16,5-2 80-16,8-10 107 0,9-4-888 15,7-7-1154-15</inkml:trace>
  <inkml:trace contextRef="#ctx0" brushRef="#br0" timeOffset="28278.64">6422 7152 5121 0,'-6'-11'140'16,"-2"4"66"-16,5 2 65 0,-3 0 17 15,6 5 7-15,-4-7-9 0,4 7-25 0,0 0-18 16,0 0 14-16,0 0 8 15,0 0-17-15,4 32-20 0,3-18-146 0,1 5-82 16,0 2 0-16,7 5 0 0,2-2 0 16,0-2 0-16,6 0 0 0,-2-5 0 0,3 1 0 15,-4-8 0-15,-3-3 0 0,2-4 0 16,0-1 0-16,-4-2 0 0,4-2 0 0,-1-3 0 16,-3-2 0-16,0 0 0 0,-2-3 0 15,-3 0 0-15,-2-4 0 0,-1 0 0 0,-3-3 0 16,-2-2 0-16,-2-6 0 15,-2-1 0-15,-3-11 0 0,-6 5 0 0,6 6 0 0,-3 8 0 16,3 3 0-16,-3 1 0 0,0 3 0 16,-1 8 0-16,2 3 0 0,7 0-116 0,-25 10-399 15,12 0-22-15,1 0 5 0,2 3 17 16,7-5 43-16,-1 2 51 0,2-3 49 16,4 0 71-16,4-2 66 0,-1 1 77 0,4-2 68 15,2-2 62-15,-2 3 72 0,0-1 49 16,1-1 56-16,1 0 38 0,0 1 33 15,-1 2 37-15,2 0 16 0,-3 2 22 16,3 1 14-16,1 4 15 0,-2 2 14 0,6 7 7 16,-4 4-4-16,-1 1-2 0,1 4-7 15,-3 0-15-15,0 3-188 0,-3 0-129 0,0 3 0 16,0-3 0-16,0 0 0 0,-3-5 0 16,-2-4 0-16,2-2 0 0,-3-4 0 0,-1-2 0 15,0 0 0-15,0-3 0 16,0-1 0-16,0-1 0 0,-3-2 0 0,-3 0 0 15,1-1 0-15,-7 1 0 0,1-2 0 16,-5 0 0-16,-1-3 0 0,1-1 0 0,-2 0 0 16,0 0 0-16,0-4 0 0,-1 4 0 15,-1-2 0-15,5-2 0 0,-2 2 0 0,2-2 0 16,1 0 0-16,5 2 0 0,9-2 0 16,-19 0 0-16,9 0 0 0,10 0 0 0,0 0-517 15,-9-4-504-15,9 4 110 0,0 0-1042 16,0 0-1372-16</inkml:trace>
  <inkml:trace contextRef="#ctx0" brushRef="#br0" timeOffset="28894.33">7201 7453 5772 0,'-4'-7'106'0,"0"-1"79"0,1 2 50 16,3 6 42-16,0-17 40 0,5 8 28 0,1-4 12 0,4-1-26 0,3 1-65 0,5 1-266 0,-2 1 0 16,4 1 0-16,-2 2 0 15,1 4 0-15,3 3 0 0,-2 2 0 0,1 5 0 16,10 4 0-16,-4 5 0 0,-2 4 0 15,-9 5 0-15,-2 3 0 0,-8 0 0 0,-5-1 0 16,-1 12 0-16,-9-1 0 0,-3 2 0 16,-4 4 0-16,-4-1 0 0,3-13 0 0,0 0 0 15,4-4 0-15,3-7 0 0,2-3 0 16,3-3 0-16,1-4 0 0,1 1 0 0,-2-3 0 16,8 1 0-16,-3-7 0 0,11 9 0 15,0-7 0-15,6-2 0 0,2-2 0 16,6-1 0-16,9-6 0 0,8 0 0 15,-6 3 0-15,1-5 0 0,-1 3 0 0,-6-1 0 16,-5 2 0-16,-6 3 0 0,-6 0 0 16,1 0 0-16,-3 2 0 0,-3 1 0 0,0-2 0 15,-8 3 0-15,13-4 0 0,-8 2 0 16,-5 2 0-16,0 0 0 0,11-2 0 0,-11 2 0 16,0 0 0-16,0 0 0 0,0 0-404 15,0 0-617-15,0 0 104 0,-25 12-1072 16,25-12-1407-16</inkml:trace>
  <inkml:trace contextRef="#ctx0" brushRef="#br0" timeOffset="29428.89">8074 7004 5417 0,'-7'-15'-64'0,"3"-1"36"0,-1 1 24 0,5 1 15 0,5 1 28 0,0-3 34 0,5 3 13 16,-3-1-1-16,1 1 4 0,3 5-2 16,-1 2 7-16,2 4 0 0,-12 2 19 0,20 4 31 15,-10 5 17-15,1 9 26 16,0 11 17-16,-4 2 7 0,-4 6 15 0,-4 3 15 15,-6-3 12-15,2 2 13 0,-5-4-60 16,3 0-206-16,1-5 0 0,4-6 0 0,0-3 0 16,6-4 0-16,0 0 0 0,5-5 0 15,2 0 0-15,5-2 0 0,1-3 0 0,0-3 0 16,1-3 0-16,-1 2 0 0,-4-3 0 16,-13 0 0-16,24-4 0 0,-17 0 0 0,-7 4 0 15,7-10 0-15,-9 0 0 0,-8-2 0 16,-12-9 0-16,-10-7 0 0,-7-3 0 0,-4 1 0 15,-4-6 0-15,2-1 0 0,1 6 0 16,4-3 0-16,6 4 0 0,7 6 0 0,6-2 0 16,2 5 0-16,5 3 0 15,5 3 0-15,2 6 0 0,1-1 0 0,3 0 0 16,0 4 0-16,6-1 0 0,2 1 0 16,4-2 0-16,7 4 0 0,4-2 0 0,5 2 0 15,13 1 0-15,8 3 0 0,0 3 0 16,9 10 0-16,105 52-363 15,-123-32-668-15,-15-1 110 0,-4 4-1077 16,-2 7-1416-16</inkml:trace>
  <inkml:trace contextRef="#ctx0" brushRef="#br0" timeOffset="29777.8">8915 7664 6021 0,'-11'0'238'0,"11"0"49"0,-11 2 42 0,11-2 52 0,0 0 39 16,0 0 22-16,0 0-369 0,0 0-73 0,0 0 0 16,0 0 0-16,0 0 0 0,35-19 0 15,-5 11 0-15,6-3 0 0,-2 1 0 0,3 2 0 16,-4 0 0-16,-7 0 0 0,-2 3 0 16,-1 1 0-16,-3-2 0 0,-4 6 0 15,0 0-903-15,-5 3-63 0,-1 2 92 0,-6 2-979 16,-2 3-1278-16</inkml:trace>
  <inkml:trace contextRef="#ctx0" brushRef="#br0" timeOffset="30010.7">8874 7964 5732 0,'-13'8'340'0,"4"-2"73"0,0-2 82 16,2-3 45-16,7-1 0 0,-7 6-409 0,7-6-131 15,0 0 0-15,0 0 0 0,36-11 0 0,-2-1 0 16,6 0 0-16,8-5 0 0,2-1 0 15,0 3 0-15,-11 1 0 0,-3 3 0 0,-2 0 0 16,-9 4 0-16,-4 0 0 0,-6 3 0 16,-4 0 0-16,1 1 0 0,0 1 0 15,-5 0 0-15,-7 2 0 0,0 0 0 16,0 0 0-16,0 0 0 0,-19 11-883 0,0 2-85 16,-8 5 97-16,0 3-989 0,-7 5-1285 15</inkml:trace>
  <inkml:trace contextRef="#ctx0" brushRef="#br0" timeOffset="31293.63">10445 7558 4805 0,'-10'2'-2'0,"10"-2"72"0,0 0 58 0,0 0 45 0,0 0 34 15,-23-11 57-15,23 5 33 0,0 6 32 0,0-18 13 16,0 10 8-16,4-2-5 0,1-2-17 16,-1 1-43-16,3 2-36 0,0 1-228 0,2-1-21 15,5 4 0-15,1 4 0 16,4 2 0-16,4 3 0 0,10 8 0 0,-1 5 0 16,0 1 0-16,-3 5 0 0,5 6 0 15,-5 4 0-15,-11-4 0 0,0-2 0 0,-7 6 0 16,-1-2 0-16,-8-2 0 0,-2-6 0 15,-7 12 0-15,2-2 0 0,-4-4 0 0,-1-5 0 16,7-7 0-16,-4-1 0 0,4-4 0 16,-1 0 0-16,0-6 0 0,2 1 0 0,2-7 0 15,-3 2 0-15,3-2 0 0,0 0 0 16,2-31 0-16,5 0 0 0,7-3 0 16,4-9 0-16,5 3 0 0,-3 14 0 15,-2-3 0-15,3 8 0 0,-1 2 0 0,-2 5 0 0,0 8 0 16,-2 3 0-16,0 3 0 15,5 7 0-15,-4 3 0 0,8 9 0 0,-4 3 0 16,1 3 0-16,-4 0 0 0,-1 0 0 16,-2 2 0-16,-4-1 0 0,1-4 0 0,-2-2 0 15,-5-2 0-15,3-3 0 0,-4 0 0 16,0-1 0-16,1-4 0 0,-3-1 0 0,2-1 0 16,-2 0 0-16,2-4 0 0,-4-4 0 15,0 0 0-15,0 0 0 0,0 0-1026 0,3-18 70 16,1 1 96-16,1-1-959 15,2-13-1247-15</inkml:trace>
  <inkml:trace contextRef="#ctx0" brushRef="#br0" timeOffset="31713.29">11350 7079 5401 0,'-6'-18'127'0,"5"4"57"0,-6 2 57 0,5 2 37 0,0 1 20 0,0 1 0 0,2 2-22 0,2-2-24 15,2 3-22-15,3 1-20 0,-7 4-20 16,20-3-16-16,-3 3-142 0,3 5-32 0,0 2 0 16,1 2 0-16,4 4 0 0,-6 2 0 15,-4-1 0-15,-5 3 0 0,-3 2 0 0,-5 3 0 16,-4 1 0-16,-3 0 0 16,-7 6 0-16,3-7 0 0,1-5 0 0,4-3 0 15,1-3 0-15,-1-3 0 0,2 4 0 16,2-6 0-16,4 3 0 0,1-1 0 0,4 3 0 15,3-3 0-15,3 2 0 0,1 1 0 16,2 1 0-16,0 0 0 0,0 0 0 0,4 5 0 16,-5-2 0-16,-4-1 0 15,-1-1 0-15,-1-1 0 0,-3 1 0 0,0 0 0 0,-1 2 0 16,-5-2 0-16,0-1 0 0,-2 0 0 16,-4-1 0-16,1 0 0 0,-3 0 0 0,0-1 0 15,-4-2 0-15,-1 1 0 16,-3-2 0-16,3-5 0 0,-4 2 0 0,0-2 0 15,-1-2 0-15,0-2 0 0,-4-2 0 16,-3 0 0-16,1-3-981 0,3 0 17 0,-1-1 98 16,4-2-964-16,2 0-1256 0</inkml:trace>
  <inkml:trace contextRef="#ctx0" brushRef="#br0" timeOffset="32177.23">11344 6580 4713 0,'-30'-19'-137'0,"-13"-5"36"0,-6 7 25 0,-8 5 9 0,-6 4 38 0,-1 6 35 0,-11 7 16 0,-1 9 15 0,-26 15 17 16,4 15 3-16,-7 19 4 0,2 11 15 15,-21 35 23-15,11 8 20 0,37-20 31 16,-8 41 28-16,25-24 48 0,14 4 24 0,13 10 20 15,10-2 7-15,19 0-6 0,16-7 11 16,19-6-7-16,16-6-9 0,20-9-24 0,18-11-25 16,9-9-18-16,11-10-21 0,7-10-102 15,7-8-76-15,2-13 0 0,-1-14 0 0,-5-9 0 16,-25-10 0-16,18-13 0 16,-6-10 0-16,-2-8 0 0,-10-12 0 0,-3-1 0 15,1-9 0-15,-10-5 0 0,-1-8 0 16,-13-9 0-16,-4-4 0 0,-3-5 0 0,-8-4 0 15,-5-11 0-15,-15-9 0 0,-6-4 0 16,-8-9 0-16,-14-6 0 0,-12 2 0 0,-13 4 0 16,-13 4 0-16,-14 6 0 0,-12 9 0 15,-15 9 0-15,-10 17 0 0,-11 16 0 0,-4 14 0 16,-13 17 0-16,0 19 0 0,-5 17 0 16,3 8 0-16,1 8 0 0,7 4 0 0,6 5-91 15,12 0-377-15,10-1-98 16,28-4-130-16,7-2-191 0,12 4 88 0,13-2 80 15,6 0-630-15,11-4-803 0</inkml:trace>
  <inkml:trace contextRef="#ctx0" brushRef="#br0" timeOffset="32927.26">12644 7875 3618 0,'-14'0'-37'0,"14"0"50"0,-14 2 61 0,14-2 50 0,-14 0 49 0,14 0 41 0,0 0 42 0,0 0 38 0,-17-3 19 15,17 3-21-15,-5-7-21 0,5 7-12 0,9-17-12 16,0 5-9-16,4-1-9 0,4 2-13 16,3-1-13-16,9 0-18 0,-4 0-14 0,2 5-18 15,-2 1-7-15,7 5-9 0,6 2-1 16,7 7-10-16,-2-2-5 0,14 5-102 0,-5 6-19 16,2-3 0-16,-5 3 0 0,-9-5 0 15,6 6 0-15,-12-3 0 0,-4-2 0 0,1 1 0 16,-3-3 0-16,-8-1 0 15,-4-4 0-15,-2 0 0 0,-3-4 0 0,1 2 0 0,-1-1 0 16,2-3 0-16,5-1 0 16,5-3 0-16,9-4 0 0,4-4 0 0,0 0 0 15,-1-4 0-15,5-6 0 0,-2-1 0 16,-6 2 0-16,-5 5 0 0,0-1 0 0,-7 5 0 16,-2 3 0-16,-7 3 0 0,-1 0 0 15,-1 0 0-15,1 3 0 0,-2 2-176 0,-8 1-590 16,15-2-189-16,-15 2 84 15,0 0 89-15,7 6-796 0,-7-6-1021 0</inkml:trace>
  <inkml:trace contextRef="#ctx0" brushRef="#br0" timeOffset="33245.26">12978 8167 4728 0,'-23'1'136'0,"3"-1"37"0,7-1 26 15,1 2 40-15,12-1 23 0,-16-1 14 16,16 1 13-16,-12-2 5 0,12 2-4 0,0 0-28 16,0 0-15-16,0 0-17 0,0 0-20 15,0 0 3-15,0 0-70 0,50 3-143 0,-22-1 0 16,17 0 0-16,3-2 0 16,13 3 0-16,2-1 0 0,0 0 0 0,4-2 0 0,-3-4 0 15,4 2 0-15,-5-1 0 16,-4 0 0-16,-10-1 0 0,-7-3 0 0,0 2 0 15,-4-2 0-15,-10 2 0 0,-3-1 0 16,-4 4 0-16,-4-2 0 0,1-1 0 0,-6 4 0 16,1-1 0-16,-2 2 0 0,-4-2 0 15,-7 2 0-15,19-3-258 0,-13-1-310 0,-1 1-141 16,6-1-190-16,-6 1 74 0,-5 3 93 16,9-4-696-16,-9 4-880 0</inkml:trace>
  <inkml:trace contextRef="#ctx0" brushRef="#br0" timeOffset="34393.36">14837 8000 3880 0,'0'0'9'0,"-7"6"59"0,7-6 40 0,0 0 42 0,-5 5 52 15,5-5 49-15,0 0 15 0,0 0 2 16,0 0 7-16,0 0-20 0,-9-20 4 15,9 12-16-15,4-1-16 0,1-5-8 0,6-1-15 16,1-2-8-16,8-3-10 0,3-1-7 16,1 2-10-16,1 1-15 0,4 6-12 0,-4 1-17 15,-2 8-7-15,-5 3-80 0,9 3-38 16,5 6 0-16,2 8 0 0,2 9 0 16,-2 1 0-16,-14 2 0 0,5 8 0 15,-4 2 0-15,-12-3 0 0,-1 0 0 0,-2 2 0 0,-6-1 0 16,-8-3 0-16,2 0 0 15,-1 0 0-15,3-12 0 0,-3-1 0 0,2-9 0 16,3 1 0-16,-1-3 0 0,1-1 0 16,0-2 0-16,2-7 0 0,0 0 0 0,0 0 0 15,0 0 0-15,0 0 0 0,14-55 0 16,4 10 0-16,4-3 0 0,3-2 0 0,-1 6 0 16,2 3 0-16,-4 10 0 0,-3 6 0 15,0 3 0-15,-4 9 0 0,2 7 0 0,-1 2 0 16,-2 8 0-16,2 2 0 0,1 5 0 15,2 11 0-15,1 3 0 0,-6 1 0 16,2 3 0-16,-1 0 0 0,-1-1 0 0,-1-1 0 16,-4-5 0-16,-1-3 0 0,0-4 0 15,-5-1 0-15,3-1 0 0,-3-3 0 16,1-2 0-16,1 0 0 0,-3-3 0 0,-2-5 0 16,2 6 0-16,-2-6-467 0,0 0-439 15,0 0-13-15,0 0 85 0,-2-23-889 0,2 6-1155 16</inkml:trace>
  <inkml:trace contextRef="#ctx0" brushRef="#br0" timeOffset="34676.62">15745 7546 5028 0,'1'-27'31'0,"-1"4"49"0,2 5 46 0,0 1 41 0,-2 5 47 16,2-2 24-16,0 3 10 0,0-1-3 16,3 6-9-16,3 3-5 0,-8 3-3 15,0 0 2-15,37 19-1 0,-23 8 9 16,-2 6 13-16,-4 6-80 0,-8 5-171 0,-6-1 0 15,-6 6 0-15,1-3 0 0,2-9 0 16,1-2 0-16,2-2 0 0,4-9 0 0,4-2 0 16,5-2 0-16,5-4 0 0,3-3 0 15,16-2 0-15,8-6 0 0,0-5 0 0,6-4 0 16,13-7 0-16,-3-3 0 0,-1 1 0 16,-3 1 0-16,-11-3 0 0,-2 6 0 15,-2 1 0-15,-11 4 0 0,-4 2 0 16,-6 0 0-16,-3 4 0 0,-4 0-599 0,-8-2-311 15,3 7-1-15,-3-7 98 0,-3 12-873 16,-5-4-1122-16</inkml:trace>
  <inkml:trace contextRef="#ctx0" brushRef="#br0" timeOffset="35576.69">12215 7275 4740 0,'-24'-3'14'0,"1"-2"39"0,1 3 35 0,7-1 38 0,2 1 42 0,2-2 42 0,-2 2 27 16,13 2 13-16,-16-4 1 0,16 4-11 15,-14-2-15-15,14 2-22 0,0 0-18 0,0 0-34 16,21-14-13-16,4 9-17 0,13-3-12 16,5 4-13-16,0 0-9 0,3 1-7 15,-1 0-11-15,-1 3-17 0,-11 0-19 0,-9 0-19 16,-3 0-13-16,-3 4 1 0,-9 2-3 15,-5-2 9-15,-4 4-2 0,-7 1 5 0,-11 1-6 16,-13 2 8-16,-3-2-3 16,-4-1 5-16,-4-1 18 0,0-1 26 0,4-2 30 15,12 0-89-15,3-3 0 0,6 0 0 16,1-2 0-16,3 3 0 0,3-1 0 0,10-2 0 0,-15 1 0 16,15-1 0-16,0 0 0 15,0 0 0-15,31-10 0 0,3 2 0 0,6-1 0 16,13 0 0-16,8 3 0 0,0-3 0 15,0 0 0-15,-2 3 0 0,-3-2-486 0,-13 2-405 16,0-3-42-16,-4 3 94 0,-3-2-876 16,-9 1-1148-16</inkml:trace>
  <inkml:trace contextRef="#ctx0" brushRef="#br0" timeOffset="35877.83">13271 6843 4925 0,'-13'-11'72'0,"1"-1"22"0,-1 4 11 16,-3 3 34-16,-1 0 44 0,-2 2 34 0,-1 3 37 16,-5 1 15-16,-9 7 12 0,-2 4 1 15,9 2 3-15,-2 9 2 0,4 0-9 0,8 6-29 16,5 6-10-16,5 3-207 15,4-2-32-15,13 2 0 0,2-4 0 0,7 8 0 0,6-7 0 16,5-4 0-16,-1-9 0 16,2-2 0-16,-3-4 0 0,3-5 0 0,-4-6 0 15,0 0 0-15,4-5 0 0,-5-2-247 16,10-5-357-16,0-1-117 0,-6-8-177 0,1 3 79 16,-6-3 84-16,-7 4-682 0,-5-1-869 15</inkml:trace>
  <inkml:trace contextRef="#ctx0" brushRef="#br0" timeOffset="36043.75">13200 7085 3758 0,'-26'1'162'16,"4"1"88"-16,8-2 42 0,0 0 29 15,3 2 6-15,11-2 18 0,-16 0 7 0,16 0-8 16,0 0-24-16,0 0-22 0,-9 5-35 16,9-5-23-16,0 0-28 0,39 0-76 0,-12 0-104 15,2-2-135-15,11 0-148 0,0 1-182 16,2-1-208-16,-12 0-226 0,-3 2 84 0,-6 0 81 15,-1 2-615-15,-6 3-774 0</inkml:trace>
  <inkml:trace contextRef="#ctx0" brushRef="#br0" timeOffset="36776.35">11287 9566 3998 0,'-14'-12'413'0,"1"5"-106"0,-4 4-20 0,-2 8 8 0,-9 7 0 0,-17 8 24 0,4 6 4 16,-3 6-7-16,5 1 23 15,2 4-18-15,6-2-9 0,8 1-2 0,10-5-17 16,8 5-230-16,5-5-63 0,5 5 0 16,10-2 0-16,10 5 0 0,3-4 0 0,8-2 0 15,0-7 0-15,-7-6 0 0,3-2 0 16,4-2 0-16,-4-4 0 0,2-2 0 0,-2-6-120 16,-5-3-616-16,13-4-237 0,1-4 97 15,-2-3 84-15,5-9-804 0,-10 2-1038 0</inkml:trace>
  <inkml:trace contextRef="#ctx0" brushRef="#br0" timeOffset="37361.24">11712 9755 4796 0,'0'-11'159'15,"-2"5"23"-15,2 6 3 0,-3-10 4 0,3 10 13 16,0 0 32-16,0 0 53 0,0 0 18 16,0 0-7-16,0 27-21 0,1-13-20 0,1 3-20 15,0 1-32-15,0 1-16 0,0 4-16 16,0-5-157-16,-2 3-16 0,-4-2 0 0,2-1 0 15,0 3 0-15,-1-4 0 0,1-1 0 16,0-5 0-16,-1-1 0 0,1-2 0 0,2-8 0 16,0 0 0-16,0 0 0 15,0 0 0-15,-4-37 0 0,4 12 0 0,2-12 0 16,2-1 0-16,4 5 0 0,-4 8 0 16,2 5 0-16,-5 7 0 0,1 1 0 0,0 4 0 15,2 4 0-15,-4 4 0 0,0 0 0 16,0 0 0-16,27 19 0 0,-14-5 0 0,0 3 0 15,3 3 0-15,1-3 0 0,4 2 0 16,0 0 0-16,-2-5 0 0,-2-4 0 0,2-2 0 16,-2-6 0-16,5 1 0 0,-4-4 0 15,5-3 0-15,0-2 0 0,6-8 0 0,-2-1 0 16,-3-4 0-16,-3 0 0 0,0-3 0 16,-4 1 0-16,-3 2 0 0,-7 1 0 15,0-3 0-15,-3 5 0 0,3 3 0 16,-6 3 0-16,-1-2 0 0,2 6 0 0,-2 6 0 15,0 0 0-15,0 0 0 0,0 0 0 16,-10 22 0-16,8-9 0 0,0 4 0 0,2-3 0 16,2 4 0-16,0 1 0 0,6 3 0 15,4 6 0-15,0-1 0 0,6-1 0 0,1 1 0 16,-2 0 0-16,2-4 0 0,-6 0 0 16,-1-3 0-16,-6-1 0 0,-1-5 0 0,-1 1 0 15,-2-1 0-15,-4 0 0 0,-2-1 0 16,-3 3 0-16,-5-1 0 0,-3 0 0 15,-6 2 0-15,1-5 0 0,-2-3 0 16,3-2 0-16,1-4 0 0,-2-1 0 0,-1-6 0 16,2-1 0-16,0-5 0 0,-4-9 0 15,6-5 0-15,2-5 0 0,7 5 0 0,8 4-1004 16,9-9 35-16,16 0-1146 0,10 0-1524 16</inkml:trace>
  <inkml:trace contextRef="#ctx0" brushRef="#br0" timeOffset="37709.49">12785 9839 6233 0,'0'0'86'0,"0"0"51"0,0 0 47 0,0 0 46 0,0 0 34 0,0 0 23 0,0 0-5 0,7 1-6 16,-7-1-64-16,0 0-212 0,0 0 0 16,19-7 0-16,-8 2 0 0,3-2 0 15,-1 1 0-15,1-1 0 0,-1 0 0 0,-4-2 0 16,3 1 0-16,-4 1 0 0,-3-1 0 15,-3 0 0-15,-4 2 0 0,-1-2 0 0,-7 4 0 16,-4 1 0-16,-2 3 0 0,-4 0 0 16,-5 4 0-16,3 3 0 0,-10 7 0 0,5 0 0 15,2 3 0-15,4 2 0 0,4 1 0 16,5 1 0-16,5 1 0 0,3 2 0 0,2 0 0 16,4 3 0-16,9 5 0 0,3 1 0 15,5-5 0-15,6-2 0 0,3-4 0 16,5-5 0-16,-1-3 0 0,0-4 0 15,-1-5 0-15,-3-5 0 0,8-3 0 0,3-2 0 16,-1-6 0-16,-2-4 0 0,-2-1 0 16,0-2-420-16,2-1-598 0,-9 0 97 0,-2 1-1062 15,0-1-1402-15</inkml:trace>
  <inkml:trace contextRef="#ctx0" brushRef="#br0" timeOffset="37909.39">13292 10060 6120 0,'-9'1'338'0,"-2"3"44"0,6-2 29 16,5-2 17-16,-8 2-12 0,8-2-320 15,0 0-96-15,0 0 0 0,0 0 0 16,35-14 0-16,-10 7 0 0,9-1 0 0,4-4 0 16,0 2 0-16,0 1 0 0,2-3 0 15,-4 2 0-15,0 1-76 0,1-1-851 0,-13 4-37 16,-1 0 100-16,-3 3-959 0,-6 1-1250 15</inkml:trace>
  <inkml:trace contextRef="#ctx0" brushRef="#br0" timeOffset="38377.5">13878 9755 5625 0,'-9'-12'325'0,"6"1"45"0,1 5 40 16,-4-2 21-16,3 1 14 0,1 1-14 15,2-2-277-15,0 8-154 0,7-15 0 0,-1 7 0 16,-1 2 0-16,4 0 0 0,1 4 0 16,0 2 0-16,-10 0 0 0,25 10 0 0,-11 5 0 15,2 5 0-15,-1 7 0 0,-1 4 0 16,-3 2 0-16,-2 1 0 0,-1 4 0 0,-4 1 0 16,2 1 0-16,-5-2 0 15,-1-8 0-15,0-2 0 0,0-4 0 0,0 1 0 0,0-6 0 16,0-2 0-16,0-1 0 15,0-4 0-15,0-2 0 0,-1 0 0 0,1-1 0 16,0-1 0-16,-4 3 0 0,-2-1 0 16,-2 0 0-16,-7 2 0 0,0 3 0 0,-14-2 0 15,3 1 0-15,3-5 0 0,4 1 0 16,4-6 0-16,1 4 0 0,5-3 0 0,1-4 0 16,0 3 0-16,8-4 0 0,-4 5 0 15,4-5 0-15,0 0 0 0,25 2 0 0,-9-2 0 16,1 0 0-16,2 0 0 15,1 0 0-15,5-2 0 0,-3 0 0 0,-1 0 0 0,-3 1 0 16,3-1 0-16,-6-1 0 16,3 3 0-16,-5-3 0 0,1 2 0 0,-3 0 0 15,-3 1 0-15,-8 0 0 0,18-6 0 16,-16 4 0-16,-2 2-527 0,0 0-480 0,4-4 102 16,-4 4-1051-16,0 0-1376 0</inkml:trace>
  <inkml:trace contextRef="#ctx0" brushRef="#br0" timeOffset="38877.89">15914 9744 6031 0,'-22'-1'327'0,"2"-2"42"0,6 1 49 0,3 0 19 0,6-2 13 0,5 4-291 0,-8-6-159 15,8 6 0-15,15-17 0 0,12 1 0 0,5 0 0 16,16-3 0-16,10 2 0 16,2 0 0-16,-1 3 0 0,6-1 0 0,-2 1 0 15,-4 2 0-15,-3 2 0 0,-7 3 0 16,-8-1-701-16,0 4-291 0,-14 6 107 0,-9 0-1024 16,-6 3-1331-16</inkml:trace>
  <inkml:trace contextRef="#ctx0" brushRef="#br0" timeOffset="39045.5">15958 9897 5319 0,'-19'3'266'0,"1"3"33"0,7-2 28 0,2-2 4 0,1 0 9 15,0-1-5-15,8-1-10 16,0 0-26-16,0 0-25 0,34-5-198 0,9-7-76 16,12 2 0-16,8-5 0 0,7-4 0 15,20-8 0-15,-4-4-127 0,-7-4-426 0,2 0-193 16,-19 8-167-16,-3-4 92 0,-9-2 77 15,-4 0-714-15,-10-3-907 0</inkml:trace>
  <inkml:trace contextRef="#ctx0" brushRef="#br0" timeOffset="39276.69">16676 9153 3937 0,'-11'-2'143'0,"3"-2"66"16,8 4 33-16,-12-2 21 0,12 2 74 0,0 0 68 15,-3 16 33-15,8-1 17 0,9 12 11 16,7 5-18-16,3 7-32 0,3 6-38 15,4 4-324-15,-5 1-54 0,-1-1 0 16,0-1 0-16,-6 3 0 0,-5-5 0 0,-9-5 0 16,-1-3 0-16,-8 2 0 0,-1-4 0 15,-7 0 0-15,-5-2 0 0,-4 5 0 0,-6-5 0 16,0-5 0-16,1-8 0 0,-2 0 0 16,-1-5 0-16,-1-2 0 0,6-9 0 0,1-1 0 15,7-2-219-15,-6-4-735 0,7-2 16 16,0-1 89-16,1-3-930 0,9 2-1209 0</inkml:trace>
  <inkml:trace contextRef="#ctx0" brushRef="#br0" timeOffset="40610.51">18535 9207 4545 0,'-7'-4'-202'0,"3"-1"53"0,4 5 48 0,-9-9 34 0,4 4 42 0,-4-3 51 0,2 4 40 16,1-1 32-16,-3-1 26 0,4 2 18 15,-6 2 6-15,11 2 1 0,-16 0 6 0,0 6 16 16,-7 9 14-16,-6 8 23 0,-7 15 12 16,-3 10-7-16,-11 18 17 0,3 9 8 15,-1-2 3-15,4 1-1 0,8-1-5 0,13-14-12 16,6-3-11-16,4-2-10 0,7 0-20 15,10-9-15-15,7 5-52 0,6-5-115 16,7-6 0-16,3-5 0 0,7-5 0 0,-2-8 0 16,0-4 0-16,4-4 0 0,2-6 0 0,4-3 0 15,-2-6 0-15,6-3 0 0,5-12 0 16,5-2 0-16,-1-1 0 0,-2-6 0 16,-1-2 0-16,-4-4 0 0,-7-1 0 15,-1-5 0-15,-4-3 0 0,-8-3 0 0,-1-5 0 16,-7-5 0-16,-9-4 0 0,-8-10 0 15,-6-3 0-15,-17-19 0 0,-11 1 0 0,-13-2 0 16,-5 14 0-16,-9 9 0 0,-3 14 0 16,8 19 0-16,-3 12 0 0,-5 13-84 0,-3 15-402 15,-5 12-101-15,-15 17-120 0,6 11-169 16,6 7 88-16,11 1-798 0,7 5-1027 0</inkml:trace>
  <inkml:trace contextRef="#ctx0" brushRef="#br0" timeOffset="41158.3">19969 8574 4672 0,'-17'-8'19'0,"-3"8"1"0,-2 8 31 0,-16 21 62 0,-4 13 64 0,-12 20 43 0,5 12 38 0,7 11 14 15,6 8 25-15,11-2 3 0,10 4-5 16,17-15-23-16,7 17-29 0,11-5-23 0,5-8-25 16,-2-21-18-16,2-3-17 0,4-7-15 15,-2-3-60-15,-4-5-85 0,2-4 0 0,-7-11 0 16,4-2 0-16,-3-6 0 16,-4-5-54-16,-1-3-183 0,-1-6-93 0,1-2-114 0,-2-2-111 15,-1-4-159-15,2 0-116 16,-13 0 90-16,18-4-718 0,-10 2-907 0</inkml:trace>
  <inkml:trace contextRef="#ctx0" brushRef="#br0" timeOffset="42075.06">20337 9381 4008 0,'0'0'1'0,"-5"-8"44"0,5 8 23 0,0 0 34 0,-8-5 40 0,8 5 39 0,0 0 37 0,0 0 38 16,-5-8 19-16,5 8-6 0,-1-10-7 15,-1 3-4-15,2-1-5 0,-2-3-12 16,4 1-7-16,0-4-13 0,1-1-17 0,4-1-26 16,0 1-17-16,1-1-12 0,4 3-14 15,-3 1-15-15,0 2-12 0,5 3-12 16,1 1-90-16,-1 6-6 0,2 2 0 0,5 5 0 16,8 9 0-16,0 6 0 0,-1 9 0 15,3-1 0-15,-2 5 0 0,-5 0 0 0,-7-4 0 16,-2 2 0-16,-3 0 0 0,-3-2 0 15,-3-6 0-15,-3-2 0 0,0-1 0 0,-3-3 0 16,2-2 0-16,0-4 0 0,-4 1 0 16,2-4 0-16,2-1 0 0,-4-1 0 15,4 1 0-15,-2-9 0 0,0 0 0 16,-4 5 0-16,4-5 0 0,0 0 0 0,6-31 0 16,1-4 0-16,2-3 0 0,5-7 0 15,6 0 0-15,4 7 0 0,-3 6 0 0,-3 7 0 16,4 0 0-16,-1 5 0 0,-5 6 0 15,4 6 0-15,-3 4 0 0,-2 6 0 0,5 1 0 16,6 11 0-16,-2 5 0 0,-1 5 0 16,1 5 0-16,1 8 0 0,-9-6 0 15,5 9 0-15,-3-7 0 0,-3 1 0 0,-1 0 0 16,-3-1 0-16,0-2 0 0,-3-8 0 16,-1-4 0-16,-3-1 0 0,4-5 0 0,-7 0 0 15,5-4 0-15,-1-1 0 0,-2-1 0 16,3-2 0-16,-3-4 0 0,-3-1 0 0,0 0 0 15,0 0-114-15,15-11-663 0,-8 1-189 16,-4 1 90-16,-1-2 90 0,-2 2-803 16,0-5-1030-16</inkml:trace>
  <inkml:trace contextRef="#ctx0" brushRef="#br0" timeOffset="43174.57">21316 8461 4310 0,'-2'-13'-78'0,"2"3"26"0,0-1 32 0,-1 5 43 0,1-1 53 0,0 7 43 0,0-11 32 16,0 11 32-16,-2-8 14 16,2 8 1-16,0 0 3 0,2-10-10 0,-2 10-12 15,0 0-6-15,1-7-12 0,-1 7 42 16,0 0 31-16,6 24 24 0,-4-5 11 0,0 8 13 15,-6 14-2-15,0 3-9 0,-3 9-1 16,-2-1-158-16,0-11-112 0,6-1 0 0,-3 1 0 16,6-2 0-16,0-1 0 0,4-3 0 15,0-8 0-15,2 4 0 0,0-5 0 0,-1-8 0 16,1-2 0-16,-1-3 0 16,1-2 0-16,-2-3 0 0,-2 3 0 0,4-5 0 15,-3-1 0-15,-3-5 0 0,10 2 0 0,-10-2 0 16,0 0-607-16,17-7-109 0,-9 1-162 15,1-5 38-15,-1 4 84 0,3-3-738 16,5-2-942-16</inkml:trace>
  <inkml:trace contextRef="#ctx0" brushRef="#br0" timeOffset="43508.06">21703 8674 4181 0,'-9'-5'36'0,"9"5"47"0,0 0 44 16,-19 12 46-16,8-3 46 0,1 3 36 15,-2 3 31-15,1 2 15 0,1 0-1 16,3 4-2-16,1-2-8 0,4 1-21 0,2 0-13 16,2 0-10-16,6 1-10 0,-3-1-21 15,11 3-23-15,1 0-13 0,2-2-130 0,0-7-49 16,0-6 0-16,0-1 0 0,6 0 0 16,-3-4 0-16,0-1 0 0,-1-4 0 0,-5 2 0 15,8-5 0-15,-9 0 0 0,0-4 0 16,1-3 0-16,-5-3 0 0,-6 1 0 15,1-6 0-15,-6 0 0 0,-4-13 0 0,-1-1 0 16,-6 2 0-16,-1 5 0 0,1 5 0 16,-2 10 0-16,-1 3 0 0,-4 4 0 15,0 3 0-15,-7 7 0 0,-8 6-63 0,-1 4-468 16,2 4-138-16,3 2-243 0,6-3 66 16,10-1 89-16,7-2-744 0,6-3-947 0</inkml:trace>
  <inkml:trace contextRef="#ctx0" brushRef="#br0" timeOffset="43925.57">22143 8843 4155 0,'0'0'55'15,"3"-8"59"-15,-3 8 42 0,0 0 30 16,0 0 25-16,0 0 7 0,2-7 3 0,-2 7-1 16,0 0-16-16,0 0-13 0,0 0-13 15,0 0-13-15,-7 23-12 0,7-23-25 0,0 15-10 16,2-7-9-16,5 2-10 15,-2-4-6-15,3 3-19 0,1-5-4 0,3 2-1 16,-3-2-17-16,0-2 13 0,1 1-7 16,-10-3 4-16,19 3 0 0,-19-3 27 0,12 4 28 15,-12-4 15-15,9 3 8 0,-9-3-9 16,8 4-35-16,-8-4-96 0,8 3 0 0,-8-3 0 16,5 12 0-16,-5-2 0 0,2 2 0 15,-2 4 0-15,0 2 0 0,0 6 0 0,0 0 0 16,-2 0 0-16,2 0 0 15,-1-1 0-15,-1 0 0 0,2-3 0 0,-2 1 0 0,-5-4 0 16,6-1 0-16,-5 0 0 16,1-1 0-16,-3-2 0 0,0-2 0 0,0 1 0 15,-3-1 0-15,-1-4 0 0,1 1 0 16,0-5 0-16,-3 3 0 0,1-5 0 0,-1-1 0 16,3-1 0-16,-1-1 0 0,-1 0 0 15,2-3 0-15,-3-3 0 0,5 1 0 0,2-5 0 16,0 0-148-16,2 2-674 15,7-3-129-15,2 3 84 0,4-2-971 0,1 3-1263 0</inkml:trace>
  <inkml:trace contextRef="#ctx0" brushRef="#br0" timeOffset="44309.66">22607 9139 5477 0,'7'-8'152'0,"-7"8"52"0,0 0 16 0,0 0 23 0,0 0 32 0,0 0 36 15,0 0 26-15,0 0-27 0,-7 30-17 0,1-17-31 16,0 9-155-16,0-3-107 0,3 3 0 16,-3 0 0-16,2 0 0 0,-1-1 0 15,-2-1 0-15,4 1 0 0,-5 0 0 0,3-6 0 16,-3 0 0-16,4-1 0 0,0-4 0 16,0 0 0-16,1-4 0 0,1-2 0 0,2-4 0 15,0 0 0-15,0 0 0 0,7-22 0 16,3 7 0-16,9-7 0 0,-2 1 0 15,-4 6 0-15,3 1 0 0,-7 6 0 0,1 1 0 16,0 1 0-16,1 3 0 0,-4 3 0 16,-7 0 0-16,18 5 0 0,-11 2 0 0,2 3 0 15,-2 2 0-15,-3 2 0 0,-3 1 0 16,-1-2 0-16,0 3 0 0,0-2 0 0,-1 3 0 16,-1-2 0-16,-3-1 0 0,3-2 0 15,0-5 0-15,1 3 0 0,-1-2 0 0,2-3 0 16,-6 0 0-16,6-5 0 15,0 0-503-15,0 0-174 0,-19-12-220 0,13 2 48 16,4-5 79-16,2-5-759 0,6-3-973 16</inkml:trace>
  <inkml:trace contextRef="#ctx0" brushRef="#br0" timeOffset="44692.75">23013 8656 4473 0,'1'-20'162'0,"1"9"42"16,-2 1 19-16,2 1 17 0,2 2 32 0,-4 7 26 15,0 0 26-15,0 0 12 0,25 16 1 16,-13-3-5-16,-3 8-20 0,4 8-12 16,-5 1-25-16,1 5-172 0,-5-3-103 0,-2-1 0 15,-4-4 0-15,-2 0 0 0,3-1 0 16,-7-3 0-16,2 6 0 0,-5-3 0 16,1-7 0-16,-2-5 0 0,3-4 0 0,-2 0 0 15,1-6 0-15,1-3 0 0,-4-1 0 16,-3-7 0-16,1-3 0 0,1-3 0 0,1-12 0 15,1-2 0-15,7-6 0 0,3 2 0 16,4-5 0-16,2 0 0 0,6 5 0 0,1 9 0 16,-4 7 0-16,3 3 0 0,0 5 0 15,1 4 0-15,1 1 0 0,3 4 0 0,2 1 0 16,2 6 0-16,5 6 0 0,1 2 0 0,-1 4 0 16,-2 1 0-16,-1 1 0 0,-2 2 0 15,-2-2 0-15,1 1 0 0,-6-1 0 16,2-2 0-16,-3-4 0 0,-3 2 0 15,0-2 0-15,0-3 0 0,-5-4-369 0,5-1-407 16,-3-1-154-16,2-4 84 0,0-3 89 16,-7-1-778-16,11-8-979 0</inkml:trace>
  <inkml:trace contextRef="#ctx0" brushRef="#br0" timeOffset="44924.66">23687 8365 4786 0,'0'-13'326'0,"2"3"1"0,-2 3-13 0,0 7 25 15,0 0 43-15,0 0 53 0,14 26 12 16,-5 8-1-16,5 14-57 0,-1 5-389 0,-6 6 0 16,-3 1 0-16,-4 4 0 0,-8 5 0 15,-8 20 0-15,-9-1 0 0,-8 2 0 16,-5-3 0-16,-9 0 0 0,-3-2 0 0,-4-3 0 16,1-7 0-16,4-3 0 0,-5-11 0 15,12-15 0-15,5-3 0 0,-1-7 0 0,4-5 0 16,10-11 0-16,5-7-171 0,8-9-854 15,4-4 98-15,7 0 90 0,4-17-942 16,12-9-1209-16</inkml:trace>
  <inkml:trace contextRef="#ctx0" brushRef="#br0" timeOffset="45158.62">23973 9474 5494 0,'0'0'361'16,"0"0"35"-16,0 0 20 0,0 0 27 16,0 0-4-16,0 0-16 0,56-13-204 0,-13 7-219 15,16-4 0-15,4-3 0 0,0-1 0 16,2-1 0-16,-4-3 0 0,-2 1 0 0,-2 5 0 16,-5-3 0-16,-13 5 0 15,-3 1 0-15,-11 2-738 0,-3 2-241 0,-9 2 98 0,-3 4 94 16,-10-1-848-16,0 0-1072 15</inkml:trace>
  <inkml:trace contextRef="#ctx0" brushRef="#br0" timeOffset="45340.93">24297 9598 5011 0,'-24'12'297'15,"4"-5"54"-15,7 2 62 0,-1-4 67 16,5 3 54-16,2-3 26 0,0 1-36 0,7-6-503 16,-1 8-21-16,1-8 0 0,13 6 0 15,0-6 0-15,7-4 0 0,5 0 0 0,9-8 0 16,2 3 0-16,0-4 0 15,0 1 0-15,-4 0 0 0,-1 0 0 0,-6 4 0 0,-4 3 0 16,-6 0-48-16,-1-1-996 16,-5 5 109-16,-4-1 95 0,-5 2-971 0,0 0-1238 15</inkml:trace>
  <inkml:trace contextRef="#ctx0" brushRef="#br0" timeOffset="45941.48">26032 8647 5245 0,'3'0'-3'0,"-3"0"47"0,0 0 44 0,-23 29 50 0,-2-3 51 0,-11 16 48 0,-14 20 36 16,-2 6 6-16,-4 5 12 0,6 2 10 16,2 2 0-16,10 2-2 0,8-3-13 0,13-11-63 15,5-2-223-15,12-2 0 0,12-1 0 16,9-6 0-16,11-1 0 0,11-12 0 0,4-1 0 16,10-9 0-16,2-8 0 0,2-5 0 15,0-6 0-15,4-7 0 0,-1-8 0 0,2-5 0 16,-3-4 0-16,-2-11 0 15,-2-4 0-15,-5-6 0 0,0-5 0 0,-6-5 0 0,-8 0 0 16,-4-8 0-16,-6-3 0 16,-9-6 0-16,-8-10 0 0,-2-3 0 0,-20-2 0 15,-7-24 0-15,-17 2 0 0,-11 0 0 16,-12 8 0-16,-16 14 0 0,-3 15 0 0,-8 21 0 16,11 20 0-16,-6 16 0 0,-25 17 0 15,5 11 0-15,10 16 0 0,4 11 0 0,7 2 0 16,14 10 0-16,11 6-24 0,25-15-439 15,7-2-87-15,17-8-110 0,12 7-209 0,14-3 75 16,15-5 79-16,10-4-685 0,6-8-852 16</inkml:trace>
  <inkml:trace contextRef="#ctx0" brushRef="#br0" timeOffset="46190.52">27235 8592 4414 0,'-28'-8'344'0,"-6"8"16"0,-20 8 28 16,0 15 32-16,-6 7 35 0,-5 20 16 0,8 3 4 15,20-4-31-15,12 7-35 0,7 6-398 16,14 1-11-16,12 0 0 0,6-2 0 0,4 2 0 16,3-5 0-16,1 0 0 0,-2 0 0 15,-1-3 0-15,-2 0 0 0,-1 0 0 0,-3-3 0 16,-3-2-297-16,-5-13-321 0,1 1-92 15,-1-5-141-15,6-9 43 0,-4-5 88 16,0-7-704-16,4-4-875 0</inkml:trace>
  <inkml:trace contextRef="#ctx0" brushRef="#br0" timeOffset="46524.67">27310 9381 3729 0,'21'-52'95'0,"-4"11"91"0,3-3 53 16,-8 11 36-16,0 4 39 0,-6 8 32 15,0 7 20-15,-3 3 10 0,1 3 9 16,0 8 13-16,-4 0-9 0,0 0-15 15,15 16-25-15,-11 1-33 0,-2 0-262 0,2 8-54 0,-4 2 0 16,0 0 0-16,-4 9 0 16,-2 2 0-16,2-1 0 0,0-2 0 0,-2 0 0 15,3-10 0-15,-3-2 0 0,4-6 0 16,-3-2 0-16,0 0 0 0,2-4 0 0,1-1 0 16,0-5 0-16,0-2 0 0,2-3 0 15,0 0 0-15,7-18 0 0,7 2 0 0,8-9 0 16,3-2 0-16,0 4 0 0,0 2 0 15,0 3 0-15,-5 9 0 0,-6 3 0 0,2 4 0 16,-5 4 0-16,-2 2 0 0,2 4 0 0,-6 5 0 16,-1 3 0-16,0 1 0 0,-6 0 0 15,2 5 0-15,0-3 0 0,0 1 0 16,2-1 0-16,-4-2 0 0,2-3 0 16,0-2 0-16,2 1-390 0,-1-6-271 0,5-2-133 15,-2-1-69-15,-4-4 84 0,13-2-821 16,-3-5-1040-16</inkml:trace>
  <inkml:trace contextRef="#ctx0" brushRef="#br0" timeOffset="46925.33">28093 8623 4692 0,'-4'-12'181'16,"0"4"39"-16,4-3 2 0,2 3 0 15,4 0 12-15,4 2 25 0,5-2 13 0,0 3 5 16,6-1-10-16,-2 4-11 0,2 0-19 15,0 4-22-15,-2 2-22 0,2 0-20 16,1 5-18-16,-9-1-39 0,1 2-116 16,-2 1 0-16,-2 0 0 0,-5 3 0 0,-5-2 0 15,-2 1 0-15,-3 3 0 0,-6 1 0 16,-11 5 0-16,1-3 0 0,-1 0 0 0,-1-1 0 16,3-4 0-16,9-2 0 15,-1-3 0-15,5 1 0 0,1-1 0 0,3-1 0 16,3 2 0-16,2-3 0 0,-1 2 0 15,1 0 0-15,2 3 0 0,0-3 0 0,-1 3 0 16,2 1 0-16,-1 1 0 0,-1 3 0 16,-3-3 0-16,0 8 0 0,-3 0 0 0,-1 0 0 15,-8 9 0-15,1 0 0 0,-3-4 0 16,-3 0 0-16,2-4 0 0,0-3 0 0,1-5 0 16,-1-1 0-16,1-3 0 0,3-1 0 15,2-4 0-15,-1 1 0 0,1-4 0 0,-1-1 0 16,10-2 0-16,-19-5 0 0,12-2-282 15,3-3-750-15,0-9 117 0,12-14-1113 0,5-14-1442 16</inkml:trace>
  <inkml:trace contextRef="#ctx0" brushRef="#br0" timeOffset="47157.51">28800 8096 5277 0,'12'-6'15'0,"-5"2"98"15,-7 4 56-15,16 9 54 0,-9 3 45 16,11 17 51-16,2 12 20 0,5 8 13 15,-2 11 2-15,-4 6-17 0,-4 25-16 0,-8-12-217 16,-10 2-104-16,-10 24 0 0,-10 5 0 16,-13 2 0-16,-9 1 0 0,-7 1 0 0,-7 0 0 15,-9-6 0-15,0-3 0 0,-2-1 0 16,-1-7 0-16,2-5 0 0,-3-8 0 0,6-6 0 16,1-12 0-16,-1-8-392 0,10-4-234 15,10-19-156-15,2-6-92 0,5-4 95 0,11-10-832 16,8-7-1052-16</inkml:trace>
  <inkml:trace contextRef="#ctx0" brushRef="#br0" timeOffset="47425.44">26982 10874 4834 0,'-46'0'163'0,"1"2"9"16,2-2-10-16,11-2 21 0,8 0 0 16,8 1-5-16,11 1 11 0,5 0 16 0,0 0-10 15,72 3-14-15,8 1-28 0,48-4-16 16,15-2-24-16,11-3-25 0,8-4-27 0,0-2-17 16,-5-1-33-16,-9-5-31 0,-7 2-34 15,-16 1-42-15,-10 1-62 0,-37 1-77 0,-6 2-101 16,-11 1-100-16,-18 0-117 0,-7 1-163 15,-14 1 15-15,-8 3 75 0,-10-2-504 0,-4 6-597 16</inkml:trace>
  <inkml:trace contextRef="#ctx0" brushRef="#br0" timeOffset="47658.16">25833 10950 3580 0,'-23'5'286'16,"23"-2"-2"-16,18 1-13 0,21 1 9 0,31 2 16 15,41 5 18-15,27-2 38 0,24-2-6 16,13 1-22-16,6-5-33 0,10-6-31 0,-10-5-46 16,-10-4-63-16,-14 1-62 0,-15-2-54 15,-16-1-52-15,-18 1-58 0,-27 2-47 0,-7 4-37 16,-11-4-25-16,-17 3-25 0,-8 0-18 16,-12 0-13-16,-6 1-20 0,-9 1-19 15,-6-1-43-15,-1 2-76 0,-2 0-132 0,-2 4-140 16,-11-13 72-16,2 7-451 0,-7 0-521 15</inkml:trace>
  <inkml:trace contextRef="#ctx0" brushRef="#br0" timeOffset="54523.66">1699 2300 4155 0,'4'-6'445'0,"-4"6"-176"0,7-6-99 0,-7 6-64 0,0 0-38 0,0 0 0 16,0 0 54-16,9 23 22 0,-9-3 5 15,0 5-4-15,0 0-12 0,-2 13-6 16,4-2-8-16,0 2-7 0,-1-1-12 0,1-8-12 16,2-4-12-16,-2 0-1 15,2 0-8-15,-3-3-7 0,1-3-62 0,0-2-58 16,-2 0-53-16,2-5-65 0,0-2-63 16,-2-1-49-16,3-4-76 0,-3-5-95 15,0 0-133-15,0 0-125 0,9-22 57 0,-5 3-397 16,-1-15-530-16</inkml:trace>
  <inkml:trace contextRef="#ctx0" brushRef="#br0" timeOffset="54857.36">1719 2097 2997 0,'-23'-3'2'0,"0"3"20"16,-10 8 29-16,-10 13 50 0,-3 11 66 16,0 9 40-16,-11 19 30 15,5 7 17-15,2 4 1 0,9 5-13 0,14-14-9 0,11 0-4 16,5 0-13-16,11-2-2 15,12-4-3-15,10-4-10 0,17-5-9 0,22 5-4 16,11-11-23-16,9-10-13 0,-9-12-10 16,6-7-15-16,0-7-12 0,0-3-22 15,-4-4-1-15,-2-6-15 0,-6-6-7 0,-5-1-7 16,-6-4-3-16,-11-6-7 0,-6 0 13 16,-12 0 26-16,-12-4 20 0,-6-6 0 0,-12-5-17 15,-14-13-8-15,-10-1-13 0,-21-21-10 16,-12 5-9-16,-7 5-49 0,-4 10-6 15,-6 14 0-15,13 21 0 0,-1 9-43 16,-6 15-70-16,-1 8-57 0,-13 17-68 16,6 7-74-16,9 5-94 0,20-3-110 0,3-1-163 15,10-2-167-15,8-5 79 0,14-9-628 16,9-8-847-16</inkml:trace>
  <inkml:trace contextRef="#ctx0" brushRef="#br0" timeOffset="55788.86">1854 11915 4493 0,'-8'-9'352'0,"5"-1"-27"0,-1 3-27 0,4 2-18 0,0 5-16 0,5-12-10 0,-1 9-4 16,5-1-21-16,2 4-17 0,-11 0-19 0,30 7-19 16,-4 5-16-16,4 8-14 0,-3-1-15 15,-2 5-11-15,-4 5-6 0,-4 0 4 16,-5 3-26-16,-5-1-90 0,-5-2 0 15,0-5 0-15,-2 1 0 0,0-2 0 0,-2-3 0 16,2-3 0-16,-2 0 0 0,2-3 0 16,0-1 0-16,0-5 0 0,0 0 0 0,0 2 0 15,2-6 0-15,4 1 0 0,4-1 0 16,1-2 0-16,0-2 0 0,5-2 0 16,4-5 0-16,1-2 0 0,10-4 0 0,-3-6 0 15,3-1-103-15,3-14-542 0,-3-2-47 16,-1-4-60-16,-3-3-20 0,-2-6 7 15,-6-4-753-15,-6-2-962 0</inkml:trace>
  <inkml:trace contextRef="#ctx0" brushRef="#br0" timeOffset="56088.93">2427 11611 3928 0,'-17'-47'-140'0,"-5"4"62"16,-5 7 34-16,-4 6 31 15,-1 14 33-15,-7 7 33 0,-6 13 22 0,-14 13 38 16,-20 18 34-16,4 17 31 0,-8 10 34 16,4 11 48-16,-3 8 39 0,9 6 27 15,8 2 2-15,14-1-14 0,11-1-17 0,17-1-13 16,19-15-6-16,14-7-4 0,15-2-17 15,22 0-9-15,18-7-22 0,9-13-24 16,11-10-55-16,-12-18-147 0,3-11 0 16,3-8 0-16,20-16 0 0,-4-10 0 0,-4-7 0 15,-1-3 0-15,-6-5 0 0,-7-5 0 16,-11-4 0-16,-9-6 0 0,-10-5 0 16,-8-4 0-16,-10-6 0 0,-14 7 0 0,-8-1 0 15,-9-3 0-15,-13 4 0 0,-13-12 0 16,-17 14 0-16,-2 26 0 0,-10 16 0 0,-8 14 0 15,-15 15 0-15,-24 14 0 0,-4 17 0 16,2 12 0-16,-1 9-416 0,-1 3-261 0,6 3-285 16,16-1 78-16,13-5 91 0,10 0-724 15,25-13-961-15</inkml:trace>
  <inkml:trace contextRef="#ctx0" brushRef="#br0" timeOffset="57657.31">4344 12227 4458 0,'8'-17'39'0,"-2"5"36"0,0 1 20 0,-3 5 7 0,-1 1-2 0,-2 5 5 0,0 0 48 0,0 0 32 16,15 16 22-16,-7 2 11 0,0 13-9 15,1 8 3-15,1 9-14 0,-2 4-16 16,-1 1-22-16,-2-9-14 0,-1 0-14 0,1-1-13 16,-3-2-9-16,1-4-13 15,-3-6-8-15,0-6-14 0,0-1-10 0,-1 0-25 0,-1-8-34 16,-3 1-39-16,1-4-51 0,1-1-45 16,-3-2-67-16,2-2-79 0,-3-5-111 0,7-3-110 15,-14 0-141-15,14 0-152 0,-11-15 64 16,9 1-577-16,0-5-759 0</inkml:trace>
  <inkml:trace contextRef="#ctx0" brushRef="#br0" timeOffset="57839.46">4233 12216 3850 0,'-24'-11'118'0,"9"2"43"0,0 2 48 0,5 2 49 16,1-2 57-16,3 2-16 0,1 2-9 15,5 3-28-15,3-12-24 0,6 3-23 0,22-3-21 16,9 2-20-16,13-1-6 0,8 1-22 15,0-1-57-15,2 5-104 0,3 1-128 0,-2 0-157 16,1 5-177-16,-14 0-219 0,-3 2-91 16,-5 1 74-16,-4 7-598 0,-7 4-769 15</inkml:trace>
  <inkml:trace contextRef="#ctx0" brushRef="#br0" timeOffset="58089.69">5059 11987 4088 0,'-12'-8'225'0,"3"5"-18"15,0 3-4-15,9 0 25 0,-18 15 50 16,2 6 16-16,-2 9-13 0,2 3-26 16,-2 9-25-16,2 3-20 0,3 1-23 0,6-3-18 15,0-1-16-15,6 4-16 0,2-2-26 16,4-1-67-16,-1-4-91 0,5 0-68 0,4-6-72 15,1-2-77-15,1-6-81 0,0-5-73 16,2-8-69-16,2-3-53 0,-3-4-45 16,3-4-53-16,-2-2 24 0,2-4-427 0,-4-1-514 15</inkml:trace>
  <inkml:trace contextRef="#ctx0" brushRef="#br0" timeOffset="58389.25">5180 12576 2759 0,'12'-16'-13'0,"-2"1"73"0,-2 3 63 0,-1 0 66 16,-3 5 38-16,0-1 34 0,-1 3 16 15,-3 5 3-15,6-10-6 0,-6 10-20 0,7-6-19 16,-7 6-19-16,0 0 4 15,0 0-23-15,14 1-14 0,-14-1-14 0,14 6-17 16,-5 0-14-16,-1 0-12 0,1 0-15 16,-1 0-11-16,-2-1-14 0,1-1-5 15,2 1-13-15,-4 0-3 0,-5-5-11 0,9 10-4 16,-1-8-1-16,-8-2-4 16,7 6-4-16,-7-6 4 0,0 0-2 0,16-2-3 0,-3-2-8 15,2-6 0-15,0 2 9 16,5 0-19-16,-3-1-5 0,0 3 0 0,-1 1-11 15,-4 4-2-15,1 2-4 0,-13-1 8 16,23 9-3-16,-9-1 2 0,-3 3-2 0,-5 1-3 0,1 1 6 16,4 1-6-16,-4 4-36 15,-2-5-39-15,1-1-52 0,2 2-59 0,0-2-70 16,-5-2-105-16,5-2-87 0,-5 0-116 16,4-3-163-16,0-2 4 0,-1-1 75 15,-6-2-471-15,0 0-586 0</inkml:trace>
  <inkml:trace contextRef="#ctx0" brushRef="#br0" timeOffset="58622.71">5867 12055 3426 0,'0'-16'206'15,"2"3"22"-15,-2 5 6 0,0 1 11 16,0 7 11-16,0 0 50 0,0 0 38 0,0 0 4 16,23 14-5-16,-12 5-24 0,6 10-24 15,1 3-24-15,0 13-19 0,-2 1-25 16,-3 5-25-16,-6 3-19 0,0 0-19 0,-7-5-11 15,-2 5-23-15,-4 0-71 0,-4-2-59 16,-1-1 0-16,-3-3 0 0,3-11 0 0,-3 1-49 16,3-5-164-16,0-3-68 0,-1-10-91 15,5-6-119-15,1-4-158 0,3-8-198 0,3-2 67 16,0 0 86-16,0 0-604 0,14-25-755 16</inkml:trace>
  <inkml:trace contextRef="#ctx0" brushRef="#br0" timeOffset="58788.5">6374 12411 4172 0,'-2'-13'388'0,"2"8"4"0,0 5 0 0,2-10-15 15,4 5-31-15,-1-2-36 0,5 2-32 16,5-2-33-16,4-1-59 0,5 4-87 0,-2-3-111 16,5 6-141-16,-8-3-137 0,1 4-163 15,1 0-146-15,3 2-186 0,-5 1 50 16,-2 3 90-16,-2-1-550 0,-5 5-659 0</inkml:trace>
  <inkml:trace contextRef="#ctx0" brushRef="#br0" timeOffset="58956.57">6453 12704 3671 0,'-18'17'204'0,"5"-7"38"0,1-1 59 16,3-3 78-16,3 0 51 0,0-3 35 16,6-3 10-16,-6 7-2 0,6-7-29 0,0 0-40 15,0 0-42-15,31 3-55 0,-14-6-273 16,6-2-34-16,1-2 0 0,0 0 0 0,12-3 0 15,-6-2 0-15,5 3-238 0,-9 1-245 16,-5 1-151-16,1 0-185 0,-6 2-32 0,0 0 97 16,-1 0-747-16,-1 1-946 15</inkml:trace>
  <inkml:trace contextRef="#ctx0" brushRef="#br0" timeOffset="59522.38">7577 12276 4519 0,'-20'-4'155'0,"5"-4"32"0,2 6 42 0,4-2 52 0,-2 0 41 0,11 4 36 0,-11-4 10 0,11 4 3 0,-9-3-20 16,9 3-38-16,0 0-32 0,17-10-41 16,8 6-24-16,14 0-216 0,6 0 0 15,4 2 0-15,2 6 0 0,9 4 0 0,-7 4 0 16,-1 5 0-16,-7 6 0 0,-7 8 0 16,-7 6 0-16,-8 8 0 0,-9 3 0 15,-9-7 0-15,-3 3 0 0,-6-1 0 0,-4 13 0 16,-3-5 0-16,-2-1 0 0,1-11 0 15,3-1 0-15,-5 9 0 0,5-13 0 0,-1-2 0 16,1-2 0-16,3-8 0 0,0-4 0 16,2 0 0-16,2-4 0 0,-1-3 0 0,1-1 0 15,0-1 0-15,0-2 0 16,0 0 0-16,2-1 0 0,0-6 0 0,0 12 0 16,0-12 0-16,0 0 0 0,0 0-321 15,0 0-705-15,0 0 83 0,24-12 109 0,-17 6-889 16,0 0-1157-16</inkml:trace>
  <inkml:trace contextRef="#ctx0" brushRef="#br0" timeOffset="60423.61">8760 12335 4472 0,'2'-15'-5'0,"0"0"67"0,-2 6 72 0,2 0 43 0,-2 2 36 0,0 7 38 0,-2-10 12 0,2 10 9 15,0 0 55-15,0 0 50 0,0 0 6 16,-4 33 0-16,0-10-17 0,0 15-25 16,4 2-166-16,0-3-175 0,2 3 0 15,3-3 0-15,-4 1 0 0,3-1 0 0,2-5 0 16,-5-4 0-16,1-6 0 0,-2-2 0 16,2-1 0-16,-4 0 0 0,0-2 0 0,1 0 0 15,-7-1 0-15,5-1 0 0,-10-1 0 16,2-2 0-16,-1-2-583 0,3-7-232 15,0-1-116-15,-1-2 99 0,10 0-879 0,-21-15-1144 16</inkml:trace>
  <inkml:trace contextRef="#ctx0" brushRef="#br0" timeOffset="60621.61">8503 12171 4895 0,'-20'-16'70'0,"7"4"41"0,2 3 49 0,1 3 59 16,4 0 66-16,-1 3 27 0,3-2-6 15,4 5-22-15,0 0-29 0,4-12-25 0,11 7-25 16,12 2-22-16,11 1-20 0,10 2-78 16,14 5-99-16,1 3-125 0,4-2-145 0,0 2-177 15,3 2-200-15,1-1-203 0,-5 3 81 16,0 0 87-16,-9 1-617 0,-4-2-771 16</inkml:trace>
  <inkml:trace contextRef="#ctx0" brushRef="#br0" timeOffset="60845.7">9412 11960 4020 0,'-11'-10'173'15,"0"4"11"-15,2 3 11 0,9 3 54 0,0 0 56 16,-28 17 38-16,8 5 13 0,4 8 0 16,-2 2-13-16,1 11-19 0,3 3-26 0,7-5-29 15,3 2-24-15,4 4-25 16,2-1-22-16,6 5-85 0,-3 2-113 0,3-12 0 15,2 0 0-15,-1-2 0 0,-3-2 0 0,4-2-29 16,-1-1-299-16,-4-7-111 0,2-6-100 16,-3-4-86-16,-1-4-115 0,3-1-64 15,-1-3 83-15,-1-4-628 0,2-2-804 16</inkml:trace>
  <inkml:trace contextRef="#ctx0" brushRef="#br0" timeOffset="61204.4">9480 12553 3975 0,'2'-14'96'16,"0"2"57"-16,1 6 49 0,-3-3 47 15,0 9 56-15,1-11 24 0,-1 11 10 0,0-7-11 16,0 7-17-16,0 0 1 0,0 0-7 16,0 0-20-16,21 18-24 0,-16-7-23 15,5 5-21-15,1 1-18 0,0 3-112 16,-2-3-87-16,0 1 0 0,-2-4 0 0,-3 1 0 16,3-1 0-16,-4 1 0 0,1-2 0 15,-2-3 0-15,2 0 0 0,-3-1 0 0,1-3 0 16,-2-6 0-16,4 9 0 0,-4-9 0 15,0 0 0-15,18-15 0 0,-2-9 0 16,5-2 0-16,4-1 0 0,2 4 0 0,-4 5 0 16,1 1 0-16,-4 5 0 0,-5 6 0 15,0 4 0-15,-4 4 0 0,1 6 0 0,-3 2 0 16,-1 5 0-16,0 3 0 0,-2 5 0 16,-3-2 0-16,-1 1 0 0,0 1 0 15,0 0 0-15,2-4 0 0,-3-1 0 16,-1-1 0-16,2-3 0 0,0 1 0 0,0-3-255 15,-2-6-167-15,0-1-61 0,0-5-47 16,3 6-79-16,-3-6-86 0,0 0-68 0,11-17 69 16,-6 2-578-16,9-11-732 0</inkml:trace>
  <inkml:trace contextRef="#ctx0" brushRef="#br0" timeOffset="61404.07">10151 12189 3376 0,'0'-13'147'0,"2"2"70"0,0 3 28 0,-2 8 29 16,-2-9 31-16,2 9 36 0,0-8 3 15,0 8-9-15,0 0 8 0,0 0-3 0,0 0-21 16,8 41-30-16,-3-6-28 16,-3 11-29-16,-2 14-23 0,-2 1-20 0,-5 2-23 15,-1-3-59-15,-3 4-80 0,-9-4-99 16,0 24-57-16,2-19-71 0,2-3-78 0,-6-4-106 16,5-4-87-16,-2-7-76 0,7-13-76 15,3-8-97-15,4-11 13 0,1-1-631 0,4-10-795 16</inkml:trace>
  <inkml:trace contextRef="#ctx0" brushRef="#br0" timeOffset="61637.58">10176 12771 3732 0,'12'-19'32'15,"-1"7"56"-15,-2 1 42 0,1 4 52 16,-1 2 40-16,1 2 24 0,-10 3 19 0,17 0 17 16,-17 0 11-16,20 8-3 0,-11 3-3 15,-2 2-13-15,1 4-8 0,-7 3-3 16,3 1-13-16,-4 0-1 0,-2 1-14 0,0 3-8 15,-1-4-10-15,-1 3-56 0,2-7-161 16,0-2 0-16,2-1 0 0,0-1 0 0,2-2 0 16,6-3 0-16,-1-1 0 0,5-4 0 15,1-4 0-15,8-5 0 0,8-7 0 0,5-3 0 16,0-2-383-16,7-3-284 0,0-1-228 16,-1-2 19-16,3 2 98 0,0 1-784 0,0 1-1004 15</inkml:trace>
  <inkml:trace contextRef="#ctx0" brushRef="#br0" timeOffset="61889.28">10968 11960 4742 0,'-7'-14'182'0,"1"3"8"0,5 6 35 16,1 5 95-16,0 0 34 0,16 17 38 15,5 6 28-15,6 12-9 0,2 11-20 0,1 3-25 16,-5 9-168-16,2 23-198 0,-10-15 0 15,-5 5 0-15,-5-1 0 0,-9 0 0 16,-3-2 0-16,-9 3 0 0,-1 0 0 0,-12 15 0 16,-7-5 0-16,-1-5 0 0,9-17 0 15,-4-4 0-15,-5-5 0 0,0-1 0 0,3-2 0 16,2-8 0-16,-3-5-284 0,8-7-659 16,1-4 4-16,1-3 101 0,2-1-926 15,6-2-1195-15</inkml:trace>
  <inkml:trace contextRef="#ctx0" brushRef="#br0" timeOffset="62771.04">11207 12673 5325 0,'-22'-9'169'0,"11"2"47"0,2 3 39 0,7-3-24 0,2 7-13 0,22-21-17 0,15 7-9 0,14-1-20 15,10-1-16-15,7 4-20 0,-4 0-16 0,5 3-53 16,-5-3-69-16,-1 0-87 0,-4 7-112 16,-1-5-132-16,-1 2-139 0,-16 0-149 15,2 2-191-15,-5-1 69 0,-10 4 75 0,-3-1-528 16,-8 3-661-16</inkml:trace>
  <inkml:trace contextRef="#ctx0" brushRef="#br0" timeOffset="63022.31">11637 12225 3560 0,'-4'-25'102'0,"3"6"48"15,-3 1 20-15,2 6-6 0,4 7-6 0,-2 5 44 16,0 0 39-16,0 0 49 0,34 36-13 15,-13 4-16-15,3 10-20 0,-4 4-21 16,-3 10-26-16,0-1-19 0,-1 0-17 16,-5 0-19-16,-1-2-16 0,-3-3-24 0,3-1-41 15,-5-4-43-15,0-8-30 0,-2-2-39 16,1-2-41-16,-4 0-55 0,0-3-61 16,0-8-91-16,0-7-94 0,0-3-118 0,0-5-183 15,0-1-11-15,2-4 79 0,0-3-468 16,0 1-568-16</inkml:trace>
  <inkml:trace contextRef="#ctx0" brushRef="#br0" timeOffset="63939.5">12720 12646 3460 0,'-2'-16'256'0,"2"3"28"0,2 1 29 0,2 3 41 0,-1-1 10 0,3 3 3 0,2 2-5 0,3 1-5 15,-11 4-5-15,34 9-16 0,-9 5-19 16,2 2-19-16,4 7-23 0,1 6-29 15,0 2-22-15,1 3-198 0,-7 2-26 0,-6-7 0 16,-4 1 0-16,0 0 0 0,-3 1 0 16,-5 2 0-16,-7-6 0 0,2-3 0 0,-3-3 0 15,-4 1 0-15,-2-2 0 0,0 1 0 16,1-8 0-16,3-1 0 0,-2 2 0 16,1-7 0-16,0-2 0 0,3-5 0 0,0 0 0 15,0 0 0-15,3-39 0 0,2 3 0 16,10-12 0-16,6-4 0 0,6 2 0 15,4 1 0-15,-3 9 0 0,3 3 0 0,-9 11 0 16,3 6 0-16,-4 8 0 0,-2 5 0 16,0 7 0-16,-2 3 0 0,7 6 0 0,1 10 0 15,0 3 0-15,6 9 0 0,-3 1 0 16,-1 4 0-16,-2 1 0 0,-4-6 0 0,-4-2 0 16,1 3 0-16,-4-1 0 0,2-2 0 15,-5 0 0-15,-3-7 0 0,-5-3 0 16,2-1 0-16,-5-6 0 0,0-3-175 0,-2 1-567 15,-3-5-122-15,5-5-20 0,-3 3 90 16,3-3-815-16,0 0-1050 0</inkml:trace>
  <inkml:trace contextRef="#ctx0" brushRef="#br0" timeOffset="64204.43">13684 12251 4685 0,'4'-29'14'0,"2"7"44"15,-3 1 39-15,5 2 38 0,0 2 27 16,-1 5 43-16,5 2 21 0,0 3 7 0,0 4 9 15,6 7 9-15,2 7 8 0,5 10 0 16,-2 4 17-16,-5 7 12 0,-7 5 11 0,-4 2 28 16,-8 3-152-16,-9-3-175 0,-2 0 0 15,-4 4 0-15,-2-10 0 0,5-3 0 16,4-7 0-16,3-5 0 0,0-5 0 0,6-1 0 16,4 2 0-16,8-1 0 0,15 3 0 15,7-5 0-15,5-3 0 0,9 0 0 16,0-3 0-16,1-3 0 0,0 0 0 0,1 0 0 15,0 0 0-15,-5 4 0 0,2-3 0 16,-8 4 0-16,-1 2-94 0,-5-1-965 16,-10 2 117-16,-8-1-1131 0,-4 1-1486 0</inkml:trace>
  <inkml:trace contextRef="#ctx0" brushRef="#br0" timeOffset="66003.52">6216 14413 2145 0,'4'-6'119'0,"-1"-3"-24"0,1 0-7 0,5 0 25 0,2 1 10 15,-2 0 3-15,2 1 6 0,3 1 1 0,0 5 26 16,0-2 8-16,1 7 8 15,3 4 2-15,1 2-2 0,3 9-5 0,1 3-4 16,0 4-3-16,-8 1-5 0,-1 2 2 16,-5 0 11-16,-5-1 1 0,-4-5 16 0,-4 10 14 15,-7 0 17-15,-4 0 6 0,-7-4-3 16,-4 5 0-16,-2-2-8 0,1-10-18 0,-2-1-13 16,1-4-13-16,-1-2-14 15,0-3-15-15,4-10-12 0,5 1-11 0,1-7-13 16,-1-5-14-16,4-3-8 0,-4-13-10 15,9-8-9-15,3-8-8 0,4-16-9 0,6-2-47 16,6 3 0-16,0 6 0 0,1 9 0 0,3 7 0 16,-1 5 0-16,2 10 0 15,-1 6 0-15,3 2 0 0,2 5 0 0,-4 6 0 16,7 3 0-16,12 7 0 0,0 9 0 16,4 7 0-16,9 3 0 0,-4 4 0 0,1 0 0 15,2-2 0-15,-2 4 0 0,-3-4 0 16,-5 0 0-16,-7-9 0 0,-7-1 0 15,-2-3 0-15,-9-4 0 0,0-2 0 0,1-2 0 16,-2-1 0-16,-5-1 0 0,3 1 0 16,-3-2 0-16,-1-2 0 0,3 0-161 0,-1 1-105 15,-4-6-87-15,5 8-127 16,-5-8-153-16,0 0-218 0,0 0 38 0,0 0 79 16,6-19-592-16,-3 5-784 0</inkml:trace>
  <inkml:trace contextRef="#ctx0" brushRef="#br0" timeOffset="66154.25">7075 14487 3935 0,'6'-4'130'0,"-1"1"13"0,-5 3-1 0,0 0 5 0,9-5 7 0,-9 5 5 0,0 0-13 0,0 0-10 0,0 0-10 16,0 0-9-16,28 7-10 0,-11-1-15 16,4 0-44-16,15 2-93 0,-5-2-132 15,3-2-155-15,4 3-187 0,-1 0-199 16,-10-4 66-16,-11-3-416 0,2 6-539 15</inkml:trace>
  <inkml:trace contextRef="#ctx0" brushRef="#br0" timeOffset="66320.24">7012 14821 3300 0,'-17'4'213'0,"4"-3"34"16,6 2 35-16,7-3 26 0,-16 0 13 0,16 0-21 15,0 0-37-15,0 0-26 16,0 0-28-16,32-20-20 0,0 11-45 0,9-1-98 15,12-3-114-15,2-3-145 0,3 1-149 16,1-1-185-16,-2 1-198 0,-2 0 61 0,-1-1-486 16,-3-1-636-16</inkml:trace>
  <inkml:trace contextRef="#ctx0" brushRef="#br0" timeOffset="66555.32">7767 14279 3558 0,'-16'-15'160'0,"5"5"33"16,0 1 34-16,3 3 24 0,2 0 8 15,1 2 4-15,5 4-5 0,-6-6-8 0,6 6 18 16,0 0 12-16,0 0-12 16,36 18-26-16,-7-4-21 0,5 3-23 0,12 6-24 0,-2 2-16 15,-3 2-20-15,-4 2-16 16,-4 0-25-16,-11-2-31 0,-5 0-33 0,-6 2-25 16,-2 2-29-16,-7-3-40 0,-4-3-35 15,-5 8-47-15,2-2-41 0,-3-2-59 0,-1-5-77 16,3-1-77-16,-2-5-76 0,3-2-91 15,1-3-151-15,0-4 0 0,1 0 72 16,1-6-417-16,2-3-533 0</inkml:trace>
  <inkml:trace contextRef="#ctx0" brushRef="#br0" timeOffset="66720.47">7936 14717 3016 0,'-11'-10'119'0,"0"1"52"16,1 2 42-16,4 3 48 0,-1 1 65 16,7 3 54-16,-7-5 28 0,7 5 1 15,0 0-9-15,-9-7-15 0,9 7-13 16,0 0-13-16,0 0-39 0,35-8-32 0,-16 3-31 15,6 3-31-15,3 0-72 0,10-3-102 16,0 0-160-16,5 3-173 0,-2-1-213 16,2 1-275-16,-3-2-142 0,-8 4 91 0,-2 0-790 15,1 0-1049-15</inkml:trace>
  <inkml:trace contextRef="#ctx0" brushRef="#br0" timeOffset="66970.81">8649 14605 4950 0,'-7'-5'223'15,"7"5"-9"-15,0 0 7 0,0 0 33 16,38 5 19-16,-19 6-9 0,10 3-15 16,2 7-19-16,1 10-22 0,-2 0-19 0,-8 6-16 15,0 1-16-15,-11-1-15 0,-5 2-13 16,-4 2-14-16,-6 1-10 0,-4-3-10 0,-5 7-95 15,-6-3 0-15,-1-6 0 0,-4 2 0 16,1-14 0-16,2 0-231 0,3-3-112 0,2-7-168 16,3-6-245-16,3-4-140 15,2-3 85-15,8-2-768 0,0 0-1021 0</inkml:trace>
  <inkml:trace contextRef="#ctx0" brushRef="#br0" timeOffset="67405.42">9648 14377 4880 0,'-2'-22'301'0,"0"5"48"15,1 5 9-15,1 2-16 0,-2 3-31 16,2 7-4-16,0 0 46 0,0 0-1 0,-14 29-9 16,8 4-48-16,-3 6-295 15,4 2 0-15,-2 3 0 0,5 2 0 0,-1 6 0 16,-3-7 0-16,2 0 0 0,-3 6 0 15,-1-10 0-15,-2-4 0 0,1-2 0 0,3-10 0 16,0-4 0-16,2-5 0 0,3-3 0 16,-3-2 0-16,2-4 0 0,2-7 0 0,0 0 0 15,0 0 0-15,0 0 0 0,23-18 0 16,-4 7 0-16,-2 0 0 0,12-2 0 16,-2 4 0-16,-7 1 0 0,3 8 0 0,0-2 0 15,2 4 0-15,-5 4 0 0,3 1 0 0,2 9 0 16,-8-2 0-16,-3 2 0 15,-3 2 0-15,-3 2 0 0,-4 1 0 0,-4-2 0 16,-2 1 0-16,-6 3 0 0,-1 6 0 16,-6-4 0-16,1 0 0 0,-1-5 0 0,3-5 0 15,-3-1 0-15,2-2 0 0,-6-2 0 16,5-5 0-16,-1 1 0 0,2-5 0 0,2-2 0 16,-3-3 0-16,4-4 0 0,5-7-688 15,5-5-333-15,7-12 110 0,13-11-984 16,6-4-1317-16</inkml:trace>
  <inkml:trace contextRef="#ctx0" brushRef="#br0" timeOffset="67570.6">10046 14858 5736 0,'10'3'243'0,"-10"-3"9"0,0 0 23 0,0 0 33 16,0 0 13-16,0 0-1 16,0 0-35-16,0 0-29 0,15 0-61 0,-4 0-195 15,3 0 0-15,-1 1 0 0,3 1 0 16,2-2-28-16,0 4-352 0,0-2-152 0,-2 3-173 15,-1 0-204-15,-1 2 85 0,-5 3 88 16,-2-2-651-16,-5 0-839 0</inkml:trace>
  <inkml:trace contextRef="#ctx0" brushRef="#br0" timeOffset="67703.28">10007 15147 4257 0,'-12'7'247'16,"-1"-3"62"-16,2 0 32 15,6-2 44-15,5-2 13 0,-7 6-10 0,7-6-31 16,0 0-28-16,0 0-36 0,0 0-36 0,0 0-82 15,0 0-142-15,36 0-189 0,-17 0-214 16,4-4-286-16,-1 2-266 0,1-1 92 16,0 3 95-16,2-3-659 0,0 3-848 15</inkml:trace>
  <inkml:trace contextRef="#ctx0" brushRef="#br0" timeOffset="68038.35">11330 14746 4552 0,'-16'-27'443'0,"0"2"15"15,9 5 7-15,-1 1-22 0,7 4-31 16,-3 1-41-16,4 1-37 0,4 1-31 0,-1 4-39 16,6 2-118-16,4 6-146 0,3 6 0 15,11 8 0-15,-4 8 0 0,-1 6 0 0,-4 2 0 16,-7 6 0-16,-8 4 0 0,-3-1 0 15,-9 2 0-15,-6 6 0 0,-2-3 0 0,2-11 0 16,-1-2 0-16,4-4 0 0,-1-6 0 16,6-6 0-16,3-3 0 0,3-2 0 0,-3 1 0 15,4-1 0-15,5-2 0 16,1 0 0-16,10 1 0 0,0-5 0 0,9 0 0 16,2-3 0-16,16-1 0 0,4-1 0 15,2-1 0-15,4 2 0 0,16-3 0 0,0 0-1081 16,-1 3 114-16,2 3-1122 0,-3 2-1501 15</inkml:trace>
  <inkml:trace contextRef="#ctx0" brushRef="#br0" timeOffset="68271.5">12327 15158 6332 0,'0'0'211'16,"0"0"16"-16,0 0 21 0,0 0 13 0,0 0-3 15,27 22-3-15,-20-7 17 0,-3 8-145 16,-2 0-127-16,-6 12 0 0,-3 2 0 0,-11 8 0 16,-2-3 0-16,-5-4 0 0,-4-1 0 15,-5-5 0-15,-4-3 0 0,-4-3 0 0,-3-4 0 16,-2-3 0-16,0-2 0 0,5-6 0 16,0-2-19-16,-55-12-1049 15,69-2 109-15,6-2 106 0,8-5-947 16,5 2-1228-16</inkml:trace>
  <inkml:trace contextRef="#ctx0" brushRef="#br0" timeOffset="68819.74">13369 14737 5379 0,'9'-8'170'0,"-6"4"38"0,1-1 3 0,-4 5-15 0,0 0-12 0,7-3-12 0,-7 3 52 16,0 0 19-16,-1 22-2 0,-3-7-15 15,-2 8-20-15,-4 9-22 0,1 2-16 0,2 1-16 16,-4-1-125-16,-1 1-27 15,-5 0 0-15,3-6 0 0,1 0 0 0,3-8 0 16,1-3 0-16,1-5 0 0,1-1 0 16,0-4 0-16,4 0 0 0,-3-3 0 0,6-5 0 15,0 0 0-15,0 0 0 0,0 0 0 16,0-34 0-16,11 0 0 0,14-16 0 0,6-9 0 16,17-19 0-16,4-5 0 0,2-4 0 15,1 5 0-15,-1 16 0 0,-14 20 0 0,-10 8 0 16,-7 11 0-16,-1 8 0 15,-6 7-12-15,-2 5-633 0,-3 7-91 0,-2 4-199 16,-2 1 88-16,-2 5 81 0,-3 2-679 16,-2 5-896-16</inkml:trace>
  <inkml:trace contextRef="#ctx0" brushRef="#br0" timeOffset="68990.64">13274 14858 4142 0,'-16'0'255'16,"4"0"19"-16,12 0 49 0,-23-3 35 0,23 3 8 15,-13-2-23-15,13 2-32 0,0 0-36 16,0 0-33-16,0 0-41 0,0 0-83 16,37-12-121-16,10 8-129 0,15-1-125 15,9-2-142-15,2-2-158 0,2 1-236 16,0-5 21-16,1-2 85 0,-3 1-540 0,1-2-690 16</inkml:trace>
  <inkml:trace contextRef="#ctx0" brushRef="#br0" timeOffset="69486.56">14338 14526 3626 0,'-10'-5'132'0,"10"5"19"0,-25-2 37 0,5 8 50 16,-10 6 62-16,-7 3 25 0,-7 5 13 16,2 3-7-16,-2 2-19 0,6 5-22 0,2 3-25 15,1-1-27-15,9 1-27 0,5-4-13 16,5 2-28-16,4 0-19 0,2 0-40 16,4 0-54-16,4-3-69 0,0-7-66 0,2-2-42 15,2-2-34-15,3-2-16 16,-4-3-1-16,1 0 7 0,4-3 10 0,-1-3 16 15,-1-4 17-15,-4-2 7 0,0 0 16 16,31-13 9-16,-18-1 17 0,10-8 25 0,0 0 23 16,2-1 29-16,-4 4 37 0,-4 3 30 15,-5 4 32-15,-5 4 18 0,0 2-2 0,1 1-2 16,0 1 5-16,-8 4 29 16,0 0 16-16,18 6-13 0,-10 1-5 0,-2 1-20 0,4 4-15 15,-5-1-9-15,3 1-10 0,-5 1-11 16,4-2-9-16,-2 2-8 0,-1-2-3 15,1-5-4-15,-1 2-6 0,-2-1-2 0,3-2-9 16,-5-5-44-16,3 9 0 16,-3-9 0-16,0 0 0 0,0 0 0 0,0 0 0 15,35-23 0-15,-12 1 0 0,1-2 0 16,8-5 0-16,-2 7 0 0,-3 5 0 0,-2 1 0 16,-4 6 0-16,-6 3 0 0,-1 1 0 15,-3 8 0-15,-11-2 0 0,20 11 0 0,-15-1 0 16,1 6 0-16,-3 4 0 0,-1-1 0 15,-2 5 0-15,2 0 0 0,-4 2 0 0,2 0 0 16,-2 9 0-16,2-6 0 0,-2-3-198 16,2-2-142-16,-1-4-72 0,-1-3-63 15,0-4-45-15,2-4-55 0,-2-4-92 16,2-5-93-16,0 0 77 0,0 0-528 0,0 0-675 16</inkml:trace>
  <inkml:trace contextRef="#ctx0" brushRef="#br0" timeOffset="69686.67">14678 14773 3142 0,'24'-51'29'0,"-5"6"82"0,4 6 70 0,-6 10 52 0,-2 4 46 0,-2 7 44 0,-2 4 42 0,-2 5 20 0,0 5 16 0,3 4-7 0,-12 0-16 0,31 13-28 0,-11 5-21 15,1 7-40-15,-1 4-30 0,0 11-26 0,-4 3-24 16,-5 7-22-16,-8-10-73 0,-5 6-114 16,-7 11 0-16,-3 0 0 0,-6 1 0 0,-7 2 0 15,-4 0-19-15,-9 14-243 0,8-18-89 16,-3-1-117-16,-3-5-146 0,6-8-242 15,5-5 35-15,9-11 84 0,9-9-645 16,5-7-835-16</inkml:trace>
  <inkml:trace contextRef="#ctx0" brushRef="#br0" timeOffset="69876.46">15479 14991 4427 0,'0'-9'423'0,"0"-1"43"15,0 10 31-15,-3-13 28 0,3 13-4 0,0-5-25 16,0 5-48-16,0 0-60 0,2-9-388 16,-2 9 0-16,0 0 0 0,21 0 0 0,-6 2 0 15,0-1 0-15,0 3 0 0,3 1-681 16,0 1-302-16,-2 2 76 0,-3 3 102 0,-3-2-833 16,-4 5-1075-16</inkml:trace>
  <inkml:trace contextRef="#ctx0" brushRef="#br0" timeOffset="70020.45">15409 15254 4995 0,'-17'1'270'0,"7"-1"45"0,-2 2 45 16,12-2 42-16,-12 0 44 0,12 0 16 15,0 0-29-15,0 0-44 0,-18 0-270 0,18 0-119 16,0 0 0-16,0 0 0 16,0 0 0-16,0 0 0 0,34 12-229 0,-20-9-598 15,1 1-138-15,2-1 92 0,-2 1-928 16,5-1-1231-16</inkml:trace>
  <inkml:trace contextRef="#ctx0" brushRef="#br0" timeOffset="70420.92">16333 15138 5601 0,'-2'-22'349'0,"0"1"33"15,2 5 28-15,0 2 13 0,2 0-9 16,-2 3-32-16,2 0-152 0,-2 2-230 15,4 2 0-15,-4 7 0 0,14-5 0 0,-14 5 0 16,28 14 0-16,-6 5 0 0,2 3 0 16,-7 4 0-16,-2 1 0 0,-3 2 0 0,-7-4 0 15,-5-2 0-15,0-3 0 0,-1 3 0 16,-3 0 0-16,-4-3 0 0,-2-1 0 0,1 0 0 16,3-6 0-16,-4-1 0 0,7 0 0 15,-5-4 0-15,7-1 0 0,-1-1 0 0,2-2 0 16,0-4 0-16,0 0 0 15,13 4 0-15,-4-1 0 0,-9-3 0 0,17 1 0 16,-6 1 0-16,1 2 0 0,0 1 0 16,1 3 0-16,-1 2 0 0,-1 3 0 0,-1 5 0 15,-3 1 0-15,2 9 0 0,-1-3 0 16,-2 6 0-16,0-5 0 0,-3-3 0 0,-1 1 0 16,0-3 0-16,-2-2 0 0,2-2 0 15,-2-2 0-15,0-1 0 0,-2-1-255 0,2-6-492 16,-2-1-144-16,2-6 4 0,0 0 98 15,0 0-783-15,0 0-1014 0</inkml:trace>
  <inkml:trace contextRef="#ctx0" brushRef="#br0" timeOffset="70702.64">16871 14907 4627 0,'3'-25'92'0,"3"5"71"16,-2 5 76-16,-1 1 64 0,-3 6 33 0,4 1 20 15,3 1 8-15,2 2 16 0,0 0 7 16,-9 4-14-16,32 5-24 0,-12 4-127 0,5 5-222 15,0 7 0-15,-5 4 0 16,-1 6 0-16,-8 0 0 0,2 0 0 0,-10-4 0 0,-1-3 0 16,-2-5 0-16,-4-2 0 0,4 0 0 15,0-1 0-15,0-5 0 0,0 2 0 0,2-4 0 16,0 0 0-16,4-1 0 16,5 2 0-16,3-3 0 0,2-4 0 0,5 0 0 0,3-3 0 15,2-3 0-15,12-3 0 16,2-4 0-16,-1 2 0 0,-1 0 0 0,-4 1 0 15,0 1 0-15,-5-1 0 0,-6 4 0 16,-7-1-818-16,0 4-166 0,1 0-1189 16,-3 0-1579-16</inkml:trace>
  <inkml:trace contextRef="#ctx0" brushRef="#br0" timeOffset="72385.59">16249 15223 2177 0,'2'-16'232'0,"2"9"-22"15,-2-1 9-15,-2-1 15 0,4 2-16 0,0-3-8 0,-1-1-2 0,1 3-9 0,2-1 6 16,-1 0 1-16,4 4-8 0,-4-1-11 16,4 0-17-16,2 3-7 0,-11 3-5 15,18 0-22-15,-18 0-7 0,23 13 1 16,-10 2 1-16,5 9 0 0,-2 7-6 0,-4 3 3 16,-3 3 1-16,-3 5-1 0,-2-1-11 15,0 2-3-15,-7-3 13 0,-4 1 6 0,2 0-8 16,-5-5-4-16,0-1 8 0,3-5 6 15,-1-6 2-15,1-6 4 0,0-2 8 0,0-3 7 16,3 2 19-16,1-5-104 0,-1-2-71 16,0 0 0-16,4-8 0 0,-3 6 0 0,3-6 0 15,0 0 0-15,0 0 0 0,0 0 0 16,13-37 0-16,-1 7 0 0,13-8 0 0,0-3 0 16,2 4 0-16,0 1 0 15,-4 8 0-15,-3 4 0 0,2 3 0 0,-7 7 0 16,-4 2 0-16,-1 2 0 0,0 6 0 15,-1 4 0-15,-9 0 0 0,19 8 0 16,-7 1 0-16,-1 5 0 0,1 4 0 0,1 8 0 16,-2 1 0-16,1 1 0 0,-7-4 0 15,3-2 0-15,-1 0 0 0,1-1 0 16,-4-1 0-16,3-1 0 0,-3-4 0 0,2 0 0 16,-5-3 0-16,4-2 0 0,-1-2 0 0,0 1 0 15,-3-2 0-15,1-1 0 16,-2-6 0-16,6 13 0 0,-3-8 0 0,-3-5 0 15,9 12 0-15,-4-7 0 0,-1-2 0 16,3 4 0-16,3-2 0 0,-2 1 0 0,-1-1 0 16,1-2 0-16,-1 0 0 0,0 1 0 15,-7-4 0-15,5 7 0 0,-5-7 0 0,6 3 0 16,-6-3 0-16,0 0-345 0,0 0-714 16,-18 5 115-16,11-3-1043 0,-6 2-1405 0</inkml:trace>
  <inkml:trace contextRef="#ctx0" brushRef="#br0" timeOffset="73785.67">18504 14241 5683 0,'20'-12'-128'0,"2"4"21"0,3 1 11 0,13-1 6 0,5-1 14 0,14-1 6 16,1 3 7-16,-1 0-1 0,-13 0-20 16,1 4-47-16,-3 1-62 0,1 0-71 0,-13 2-105 15,-3 0-190-15,-2 2-53 0,-11 2 66 16,-2-1-213-16,-6 2-249 0</inkml:trace>
  <inkml:trace contextRef="#ctx0" brushRef="#br0" timeOffset="73952.57">18671 14376 2123 0,'-16'3'162'16,"2"0"34"-16,5 1 13 0,1-2-1 16,8-2-7-16,0 0-1 0,0 0 4 15,0 0-10-15,0 0-20 0,55-12-18 0,-16 7-13 16,4 1-19-16,3 1-40 0,3 1-67 15,12-5-114-15,-9 5-123 0,5-4-149 0,0-3-269 16,-13 0 58-16,-3-2 63 0,-4-2-155 16,-6-3-166-16</inkml:trace>
  <inkml:trace contextRef="#ctx0" brushRef="#br0" timeOffset="74168.81">19249 13906 2121 0,'-4'-14'142'0,"2"5"46"16,0 1 17-16,2 8 1 0,10-7 4 0,-10 7 6 15,25 5 6-15,3 10 5 0,8 11-8 16,2 3-25-16,1 9-17 0,-3 3-14 0,-6 4-22 16,-3 1-14-16,-6 4-10 0,-8-1-8 15,-9-7-14-15,-4 3-7 0,-5-4-9 0,-11 7-3 16,-4-4-6-16,-7-3-10 16,-4-2-2-16,-1-6-10 0,0-2-8 0,-4-2-13 15,12-6-45-15,-6-3-52 0,0-3-95 0,1 0-110 16,-2-5-147-16,8-3-271 0,6-4 24 15,4-2 75-15,4-3-331 0,9 0-405 16</inkml:trace>
  <inkml:trace contextRef="#ctx0" brushRef="#br0" timeOffset="75018.74">20453 14194 2994 0,'-10'-24'225'0,"7"12"42"0,3 0 23 0,0 0 7 0,1-5 20 0,4 1 27 0,2-3 3 0,1 6-12 16,1-1-27-16,1 4-34 0,7 3-23 16,0 5-25-16,2 2-23 0,6 6-17 0,11 7-20 15,-4 6-16-15,9 7-14 0,-5 1-14 16,-6 4-11-16,1-1-14 0,-12-2-6 16,-4-1-9-16,-8 0-5 0,-2-4-9 15,-5 0-5-15,-5 3-2 0,-4 3-2 0,2 0-15 16,-9-4-44-16,3-4 0 0,2-6 0 15,-1 1 0-15,5-5 0 0,-3-2 0 16,2-4 0-16,4-1 0 0,4-4 0 0,0 0 0 0,-1-26 0 16,14-5 0-16,16-15 0 15,18-17 0-15,11-7 0 0,2 6 0 0,9 2 0 16,-3 7 0-16,2 11 0 0,-17 13 0 16,-3 8 0-16,-9 7 0 0,-3 11 0 0,-5 6 0 15,1 5 0-15,-1 10 0 0,-5 5 0 16,-4 7 0-16,-7 2 0 0,-2 3 0 0,-2 1 0 15,-2 0 0-15,-4 1 0 0,1-2 0 16,-2-4 0-16,-3-4 0 0,1-2 0 0,0 2 0 16,0-6 0-16,0-2 0 15,-2-3 0-15,3 0 0 0,-2-4 0 0,-1 2 0 16,2-4 0-16,0-1 0 0,-2-7 0 16,6 4-223-16,-6-4-605 0,0 0-147 0,9-18 92 15,-5 6-913-15,4-6-1226 0</inkml:trace>
  <inkml:trace contextRef="#ctx0" brushRef="#br0" timeOffset="75285.37">21861 13058 5240 0,'-9'-18'9'0,"6"4"23"0,-3 5-5 0,-1 4 49 16,7 5 67-16,0 0 57 0,-14 26 15 0,8-4 25 0,2 16 8 15,0 7-12-15,4 13-17 0,2 4-22 16,2 1-17-16,4-2-18 0,-3 2-17 16,4-5-15-16,2-3-11 0,-6-2-12 0,3-14-11 15,-3-1-9-15,-3-7-13 0,3-8-65 16,-5-1-9-16,1-3-34 0,-1-2-87 0,2-4-73 16,0-1-77-16,0-2-100 0,4-1-132 15,-5-4-150-15,7-3-211 0,-8-2 81 0,19-2 86 16,-6-3-561-16,3-2-720 15</inkml:trace>
  <inkml:trace contextRef="#ctx0" brushRef="#br0" timeOffset="75618.83">22233 13505 3303 0,'0'-12'26'16,"-4"1"32"-16,0 5 24 0,4 6 22 0,-9-6 39 16,9 6 45-16,0 0 29 0,-28 16 20 15,12-1 2-15,-3 9 21 0,4 3-3 16,0 1 3-16,3 3-13 0,3-1-17 0,3-1-20 15,4-4-1-15,4 1-22 0,4 6-20 16,3-3-14-16,7-2-12 0,-2 0-13 0,9-7-15 16,2-1-8-16,2-2-9 15,7-7-10-15,-1-1-9 0,3-4-7 0,-8-2-3 16,-3-3-9-16,0-2 0 0,-2-4-4 16,-2-1-4-16,5-7-9 0,-2-5-1 0,-5-3-8 15,-2-2 3-15,-6-5-9 0,-3-5-7 16,-2-7 1-16,-5-1-5 0,-4-2-4 0,-3 3 0 15,-2 1-5-15,0 8-6 0,-4 4-1 16,-4 10-31-16,1 7-35 0,-4 3-37 0,-1 6-57 16,4 4-73-16,-6 5-100 0,-4 5-128 15,2 8-154-15,2-1-253 0,10-2 81 0,7-2 85 16,7-1-578-16,8 3-739 16</inkml:trace>
  <inkml:trace contextRef="#ctx0" brushRef="#br0" timeOffset="76085.41">22925 13636 3788 0,'-11'-11'90'0,"-3"2"30"0,3 2 38 0,-2 3 44 15,1 1 28-15,1 3 23 0,-3 2 13 16,-3 3 4-16,1 3-2 0,0 4-11 0,-5 5-18 16,1 7-18-16,11-5-22 0,0-2-21 15,3 3-17-15,4-1-14 0,2 0-17 0,0-3-11 16,6 2-14-16,1-1-7 15,4-2-10-15,1-1 1 0,3-4-4 0,5 1-8 16,-4-5-9-16,4-6-9 0,3 0-2 16,2 0-4-16,9-10-5 0,-4 0-5 0,-1-4-18 15,0-5-25-15,-5 1 0 0,-3-6 0 16,0 1 0-16,-4 3 0 0,-3 3 0 0,-5 5 0 16,-4 3 0-16,4 1 0 0,-7 4 0 15,-2 4 0-15,0 0 0 0,0 0 0 16,0 0 0-16,-11 33 0 0,6-10 0 0,-3 10 0 15,3 0 0-15,-5 6 0 0,0 0 0 16,1 11 0-16,-3-2 0 0,7-8 0 16,-5-2 0-16,5-1 0 0,-1-3 0 0,0-8 0 15,0-5 0-15,1-3 0 0,-1-1 0 0,4-8 0 16,-1 3 0-16,-6-4 0 16,4 1 0-16,-4-1 0 0,-5-2 0 0,-3-2 0 15,1-2 0-15,-4-2 0 0,-1-2 0 16,-4-4 0-16,-9-2 0 0,1-3 0 0,5-1 0 15,-3-2 0-15,4 1 0 0,4 3 0 16,7 1 0-16,-2 1 0 0,3 1 0 0,2 3 0 16,2-1-766-16,1 2-239 0,6 1 107 15,4 2-980-15,0 0-1302 0</inkml:trace>
  <inkml:trace contextRef="#ctx0" brushRef="#br0" timeOffset="76952.75">23486 14168 5334 0,'0'-14'-102'0,"1"1"73"0,3 1 59 0,3 0 37 0,7-2 44 0,10-3 55 16,9 2 13-16,4 3 35 0,2 3-8 15,7 4-10-15,-6 5-10 0,2 2-14 0,-4 6-10 16,-3 6-13-16,-7 1-7 0,-4 8-2 15,-8 2 3-15,-5 4 11 0,-7-3 8 0,-8-1 13 16,-7 9 14-16,-8 7-144 16,-6-4-45-16,-6-2 0 0,-3-3 0 0,0-3 0 15,5-5 0-15,4-3 0 0,9-7 0 16,2-3 0-16,7-1 0 0,3 2 0 0,4-5 0 16,5 3 0-16,9 0 0 0,8-2 0 15,13 0 0-15,5-1 0 0,4-1 0 16,0-4 0-16,3 0 0 0,-1-2 0 0,-4-2 0 15,-1 2 0-15,-4 0 0 0,1 0 0 16,-5-2 0-16,-5 0 0 0,-3 0-628 0,-4-1-389 16,-6 0 97-16,3-1-993 15,-7 0-1336-15</inkml:trace>
  <inkml:trace contextRef="#ctx0" brushRef="#br0" timeOffset="77486.45">24515 13186 5095 0,'-25'-10'-149'0,"4"-2"68"16,-1 5 60-16,7 0 58 0,2 0 63 0,2 1 47 0,-1 2 40 0,2-1 18 0,7-1-5 0,3 6-21 15,3-14-15-15,13 7-14 0,14-3-17 16,12 2-10-16,13 0-21 0,6 5-11 16,-11 3-8-16,-3 3-7 0,0 1-8 0,-8 6-10 15,-6 1-6-15,-5 7-5 0,-8 5 1 16,-11 8-2-16,-7-2-4 0,-10 7 16 0,-9 14 16 16,-5-3 20-16,-7 6 14 0,0-5-1 15,-1 1-12-15,0-3-3 0,1-1-13 0,2-1-7 16,2-3-9-16,4 0-7 0,4-8-1 15,1 2-9-15,4-6-36 0,0 0-10 0,2-4 0 16,7-4-24-16,-5-2-112 0,6-2-82 16,1 0-98-16,-1-2-114 0,4-6-104 15,-1 1-129-15,3-2-179 0,3-1 73 0,-1-5-680 16,-6-2-897-16</inkml:trace>
  <inkml:trace contextRef="#ctx0" brushRef="#br0" timeOffset="77670.19">24463 13750 4152 0,'-23'-16'84'0,"3"6"72"16,8 2 74-16,0 0 75 0,4 4 60 0,3-3 20 16,3-1-25-16,2 8-31 0,9-12-32 15,7 7-28-15,9 1-28 0,16-2-28 0,11 6-20 16,11 0-73-16,1 6-74 0,-3 1-120 16,0 1-115-16,-1 2-124 0,-9 1-146 15,-11-1-183-15,-13-3-215 0,-8 0 84 16,-4-2 74-16,-10 1-573 0,-3 0-731 0</inkml:trace>
  <inkml:trace contextRef="#ctx0" brushRef="#br0" timeOffset="90615.5">25358 14374 7188 0,'-11'3'175'0,"4"0"-84"0,7-3 60 0,-10 0 47 0,10 0-5 0,0 0-15 16,0 0-161-16,30 4-17 0,-9-4 0 15,24-4 0-15,2 1 0 0,12-2 0 0,2-2 0 16,-6 1 0-16,-8 2 0 0,-4-1 0 16,-5 0 0-16,-8 2-44 0,-5-1-459 0,-4 4-153 15,-8-2-213-15,-2 4 10 0,-2 0 78 16,-9-2-742-16,3 7-969 0</inkml:trace>
  <inkml:trace contextRef="#ctx0" brushRef="#br0" timeOffset="90765.32">25610 14461 4583 0,'0'0'164'0,"-15"0"28"16,15 0 47-16,0 0 44 0,0 0 8 16,-13-3-7-16,13 3-7 0,0 0-29 15,20-12-23-15,1 5-23 0,15-3-17 0,7-1-29 16,8 0-106-16,0-3-137 0,-1-2-139 16,-8 4-167-16,-6-2-199 0,0 3-218 0,-6-5 34 15,4 1 86-15,-9 1-604 0,0-5-753 16</inkml:trace>
  <inkml:trace contextRef="#ctx0" brushRef="#br0" timeOffset="91018.69">26155 14016 3958 0,'-1'-9'190'16,"1"9"16"-16,0-7 14 0,0 7 12 16,0 0 11-16,0 0 12 0,34 18-12 15,-14 4-21-15,3 2-14 0,6 10-25 0,-2 2-16 16,-6 5-9-16,-4 1-20 0,-4 5-10 15,-5-7 1-15,-8 1-10 0,-2 0 0 0,-4-2 0 16,-7 7 5-16,-4-1 9 0,-4-6-10 16,-2-1-11-16,1-9-9 0,-2-3-12 0,-1-2-9 15,0-2-9-15,-5-1-16 16,-2-4-76-16,-1-3-125 0,3-2-167 0,-3-2-232 16,10-3-297-16,2-3-34 0,6-3 91 15,6-1-789-15,9 0-1013 0</inkml:trace>
  <inkml:trace contextRef="#ctx0" brushRef="#br0" timeOffset="91549.2">27052 14388 4640 0,'2'-16'72'0,"4"3"45"0,-1 1 54 16,-4 5 60-16,5 0 14 0,-1 0 26 0,3 3 4 16,2 0 5-16,-10 4 4 0,24 2-1 15,-8 4-11-15,5 4-7 0,5 7-16 0,-1 6-9 16,-2 2-10-16,-4 3-164 15,2 2-66-15,-4 3 0 0,-4 0 0 0,-3 0 0 0,0-2 0 16,-7-4 0-16,-1-1 0 16,-2-3 0-16,-2-4 0 0,-1 4 0 0,-3-5 0 15,0-1 0-15,-2 0 0 0,3-5 0 16,1 0 0-16,2-7 0 0,2-5 0 0,-6 4 0 16,6-4 0-16,0 0 0 0,13-34 0 15,9-5 0-15,10-8 0 0,2 1 0 0,2 0 0 16,-2 5 0-16,3 4 0 15,-4 6 0-15,-8 9 0 0,-1 5 0 0,-3 8 0 0,-4 3 0 16,0 6 0-16,1 3 0 0,0 7 0 16,3 11 0-16,2 3 0 0,-6 5 0 15,1 2 0-15,-5 4 0 0,0-1 0 16,-3 0 0-16,-3-1 0 0,-3-6 0 0,-1-3 0 16,-2 0 0-16,-1-5 0 0,-1-1 0 15,-2-1 0-15,-1-1 0 0,-2 0 0 16,5-7 0-16,-9 4 0 0,7-5 0 0,-4 0-376 15,2 0-646-15,-1-3 109 0,2-1-1087 16,4-4-1416-16</inkml:trace>
  <inkml:trace contextRef="#ctx0" brushRef="#br0" timeOffset="92098.68">27891 13701 5815 0,'0'-10'-33'0,"6"-2"23"0,1 4 42 0,5 1 44 0,3-2 42 0,6 0 32 0,10-1 4 0,3 3 10 16,-5 3-26-16,-4 4-9 0,0 1-14 0,-1 4-11 15,8 5-22-15,-3 4 2 0,-12 2 6 16,-6 2 6-16,-2 1 9 0,-9 3 18 15,-11 10 25-15,-5 2 26 0,-9 4 24 16,-8 4-59-16,-3-6-139 0,4-2 0 0,7-9 0 16,4-1 0-16,8-7 0 0,1-1 0 0,6-4 0 15,6-1 0-15,6 0 0 0,6 3 0 0,5-2 0 16,2-2 0-16,8 1 0 16,1 2 0-16,-2-6 0 0,8 3 0 0,-9-3 0 15,0-2 0-15,2-2 0 0,-2 1 0 16,0-1 0-16,0-1 0 0,-3-2 0 0,-1 0 0 15,-1 0 0-15,-4 2 0 0,-2-2 0 16,-1 0 0-16,-4 0 0 0,-9 0 0 0,18-4 0 16,-18 4 0-16,7-2-524 15,-7 2-475-15,0 0 111 0,0 0-1078 0,0 0-1384 0</inkml:trace>
  <inkml:trace contextRef="#ctx0" brushRef="#br0" timeOffset="92365.3">28821 13890 5913 0,'-8'-5'187'0,"8"5"14"0,-7-7 31 15,7 7 57-15,0 0 66 0,-6-7 32 16,6 7-10-16,0 0-127 0,0 0-250 0,0 0 0 15,0 0 0-15,0 0 0 16,0 0 0-16,0 0 0 0,0 0 0 0,0 0 0 16,0 0 0-16,0 0 0 0,0 0 0 15,0 0 0-15,0 0 0 0,0 0-25 0,0 0-835 16,33 7-104-16,-33-7 109 0,0 0-1011 16,21 0-1291-16</inkml:trace>
  <inkml:trace contextRef="#ctx0" brushRef="#br0" timeOffset="92782.41">29480 13609 5137 0,'6'-4'-50'0,"-6"4"39"0,10-3 41 16,-10 3 30-16,0 0 34 0,9 14 24 15,-7-7 29-15,-4 5 21 0,-1 3 16 16,-7 3 18-16,-7 11 13 0,-3-4 5 15,0 3 8-15,-3-2-9 0,0 3-22 0,2-4-14 16,2 3-18-16,2-4-14 0,6-4-10 16,1-3-9-16,6-1-10 0,2-1-9 0,4-3-87 15,6 1-26-15,-1-4 0 0,11-2 0 16,-3 1 0-16,2-6 0 0,4 2 0 16,-4-2 0-16,2-4 0 0,-5-2 0 15,-2 3 0-15,-3-4 0 0,-4-3 0 0,-1-2 0 16,-6-1 0-16,-3-3 0 0,-11-12 0 15,-5 0 0-15,-2-1 0 0,-5-6 0 16,-4-2 0-16,1 2 0 0,6 6 0 0,6-2 0 16,2 4 0-16,1 0 0 0,9 0 0 15,5 7 0-15,2-1 0 0,6 0 0 0,3 0 0 16,5 4 0-16,9-2 0 0,6 1 0 16,-4 3 0-16,10 6 0 0,-7 2 0 0,5 5 0 15,5 0 0-15,4 5 0 0,-1 2-842 16,-4 3-134-16,-1 0-1191 0,0 2-1575 0</inkml:trace>
  <inkml:trace contextRef="#ctx0" brushRef="#br0" timeOffset="92981.21">30065 13472 6025 0,'0'0'-8'16,"7"-6"36"-16,-7 6 83 0,0 0 127 15,9 18 74-15,-9-6 45 0,2 5 30 0,0 7 5 16,-4 12-43-16,-2 3-349 0,-1 4 0 15,-4 6 0-15,4-6 0 0,-5-1 0 0,5 9 0 16,-5-9 0-16,-1-5 0 0,0 2 0 16,-5 4 0-16,5-4 0 0,-9 3 0 0,-23 35-1020 15,25-48 79 1,4 4 101-16,-8 6-993 0,1 2-1260 0</inkml:trace>
  <inkml:trace contextRef="#ctx0" brushRef="#br0" timeOffset="95398.53">29360 14771 1405 0,'0'0'465'0,"-11"2"-168"0,11-2-82 0,0 0-10 16,0 0-3-16,0 0 16 0,0 0-3 0,0 0-4 16,0 0-19-16,0 0-11 0,0 0-20 15,0 0-15-15,0 0 7 0,33-12-5 0,-19 8 7 16,2-1-4-16,1 3 6 0,-2-2-16 16,3 2-13-16,-1 0 3 0,0 2 13 15,2 0-15-15,2 0-14 0,4 2-10 0,2-2-8 16,-1 4-10-16,12-1-13 15,-2 0-4-15,-3 1-8 0,-7-1-8 0,5 1 1 16,-2-3-7-16,-5 3-5 0,3-1-3 16,-3 1-6-16,-1-2-3 0,-1 2-3 0,-1-4-3 15,-5 3-2-15,4-2-3 0,-5-1 0 16,0 0-5-16,2 1-4 0,-3-1-14 0,-3 0-91 16,-11 0-112-16,18 0-150 0,-18 0-200 15,11 2-229-15,-11-2 48 0,0 5 89 16,0-5-448-16,-17 17-566 0</inkml:trace>
  <inkml:trace contextRef="#ctx0" brushRef="#br0" timeOffset="95681.5">29479 15013 3281 0,'-17'-5'91'0,"3"4"12"0,7-1 20 16,7 2 25-16,-10-4 25 0,10 4 7 15,0 0-17-15,0 0-19 0,0 0-14 0,36-5-12 16,-7 3-12-16,11 1-8 0,1-1-14 16,4-1-7-16,-2 1-6 0,2-1-7 0,-4 6-9 15,-1-5-3-15,-8 2-8 0,-3-1-2 16,-4-3-7-16,0 2 1 0,-6 1-5 0,0-3-4 16,-6 3-4-16,2 1-4 15,1-2-4-15,-5 0-42 0,3 0-89 0,-3 0-131 16,0-2-174-16,3 2-263 0,-1 0 6 15,1-1 76-15,-1 1-336 0,-1 0-418 16</inkml:trace>
  <inkml:trace contextRef="#ctx0" brushRef="#br0" timeOffset="97264.28">14038 11834 1340 0,'-3'-25'71'0,"-5"-1"-11"0,-5-6-30 0,-2-1-2 0,-10-5-7 0,-4-2 8 16,-7 6 15-16,-7 5-6 0,-7 7 2 0,-6 6 0 15,-5 10 4-15,-7 8-3 16,-8 11 7-16,-24 16 3 0,-6 15 7 0,-7 14 11 16,-35 32 11-16,-7 18 0 0,3 14 18 15,9 10-7-15,10 9 4 0,11-2 4 0,13 1 8 16,40-32 18-16,10 8 21 0,16 2 26 15,14-2-16-15,24-1 7 0,16-2 5 0,23-9-16 16,21-10-9-16,21-6-17 0,24-6-8 16,40 8-16-16,-20-32-7 0,11-6-10 15,5-15-8-15,6-11-5 0,2-12-12 0,5-11-2 16,-4-12-8-16,-4-11-5 16,-4-9-3-16,-3-9 0 0,-9-12-7 0,-3-8-7 15,25-26 0-15,-41 12-5 0,27-29-1 16,-16-9-7-16,-35 19 2 0,-3-8-5 0,-11-9 2 15,-11-11-4-15,-10-3-2 0,-10-4 0 16,-15-7-4-16,-11 0 3 0,-18 2-1 0,-15 5-4 16,-21 5-2-16,-18 7-4 0,-14 13 7 15,-13 19-3-15,-15 18-2 0,-13 21 3 0,-10 21-20 16,-17 20-51-16,-7 19-61 0,-47 24-73 16,10 17-81-16,14 10-125 0,16 5-216 0,47-14 25 15,5-6 73-15,17-3-242 16,16-6-258-16</inkml:trace>
  <inkml:trace contextRef="#ctx0" brushRef="#br0" timeOffset="98614.39">31121 14890 2478 0,'0'0'204'0,"0"0"-37"0,-15-3 0 0,15 3 1 0,-5-5-28 0,5 5 10 16,-9-7-15-16,8 0-9 0,1 7 10 15,0-15 1-15,0 3-1 0,1 0-9 16,8-5 10-16,-2-1-13 0,8-8-12 16,4 2-10-16,3 0-9 0,-2 0-7 0,1 5-5 15,-1 6-8-15,-4 0-10 0,4 5-9 16,-4 3-1-16,4 1-9 0,-1 6-2 0,1 4-5 16,0 5-3-16,7 8-4 0,-4 5-2 15,-3 5-1-15,-4 4 0 0,-3-1-5 16,-6 7 1-16,0-2 8 0,-7-2 2 0,-2 2 2 15,-5-3 7-15,0 1 2 0,-1-5-5 16,-1-6-7-16,1-5 4 0,0-2-7 0,5-2 17 16,-1-3 19-16,0-3 31 15,3-4 8-15,1-5-9 0,0 0-13 0,0 0-9 0,0 0-3 16,34-34-26-16,-11 7-6 0,4-8-2 16,7 4-3-16,-7-1-6 0,-2 10-2 15,0 1-1-15,-3 3-3 0,-8 5-2 16,0 5-8-16,-1 2-1 0,-4 2-4 15,3 4 0-15,-12 0 4 0,19 10-8 0,-7-2-1 16,-3 5-2-16,0 3-4 0,0-2-36 16,-6 1-82-16,-1 5-86 0,-2-2-93 0,-2 3-105 15,1-3-137-15,-5 0-242 16,-2-3 58-16,4-2 85 0,0-7-391 0,2-1-507 16</inkml:trace>
  <inkml:trace contextRef="#ctx0" brushRef="#br0" timeOffset="98882.28">32073 14434 2996 0,'3'-17'-7'0,"3"3"7"0,-2 4-4 0,-1 3 4 0,1 1 1 0,-4 6 25 0,0 0 23 0,0 0 38 16,0 0 4-16,0 0 29 0,14 23 25 0,-16-9 25 16,-3 1 19-16,-4 4 11 0,-6 7 10 15,-2-3-6-15,4-6-7 0,1-1-4 0,3-4 4 16,1 1 9-16,5-3 32 15,1 0 25-15,4-4 8 0,5 3-15 0,11 2-26 16,18 1-22-16,16 1-23 0,7-2-18 16,6 0-19-16,1 2-13 0,-4-3-21 15,-2 2-19-15,-6-2-54 0,-10 1-117 0,-4-1-108 16,-4 2-101-16,-4 1-106 0,-7 3-113 16,-9-1-175-16,-12-1-151 0,-8 3 89 0,-12 8-596 15,-10-1-793-15</inkml:trace>
  <inkml:trace contextRef="#ctx0" brushRef="#br0" timeOffset="99847.35">26271 15979 3652 0,'0'0'-66'0,"0"0"41"0,-13-13 40 0,13 13 19 0,2-14 33 0,-2 14 18 16,5-19-5-16,4 6 25 15,-2-2-3-15,13-4-5 0,-4 2 16 0,9-2-10 16,0 2-9-16,1 2-13 0,-3 4-8 15,0 6-7-15,-2 2-8 0,0 1-5 16,4 6-3-16,5 6-4 0,2 5-5 0,-5 2-1 16,0 7 1-16,-8 3 9 0,-2-1 5 15,-5 6 13-15,-6-1 3 0,-5-2 4 0,-1-3 2 16,-3 9-4-16,-6-2-5 16,2-1-4-16,0 1-1 0,-3-9 14 0,4-6-1 15,0-2 10-15,3-3 33 0,-1-1 37 16,0-4 31-16,2-1 19 0,2-7-24 0,0 0-18 15,0 0-16-15,0 0-13 0,13-34-15 16,3 5-16-16,9-12-9 0,4 2-10 0,1 5-6 16,3 1-12-16,-10 10-4 0,4 2-7 15,2 4-13-15,0 5 1 0,-6 3-7 0,-2 7-7 16,-4 2-2-16,2 4-4 0,-1 4 0 16,2 5-1-16,-1 3-3 0,3 5-3 15,-4 1-2-15,-2 2-3 0,-3 2-12 0,-2-4 0 16,-3-1 0-16,-2-2 0 0,-1 1 0 15,-1 0-16-15,-1-2-108 0,-1-3-69 16,2 3-69-16,-2-6-93 0,1 1-109 16,-3-2-98-16,0-2-185 0,0-1-72 0,0-3 81 0,0-5-592 15,0 0-787-15</inkml:trace>
  <inkml:trace contextRef="#ctx0" brushRef="#br0" timeOffset="100564.25">27285 15712 3630 0,'-2'-6'-74'0,"2"6"18"0,-1-11 11 0,-1 7 5 0,2 4 9 0,-4-8 8 0,4 8-1 16,-5-8 6-16,5 8 2 0,0 0-3 16,0-9 2-16,0 9 2 0,0 0 1 0,0 0 2 15,0 0 1-15,0 0 2 0,0 0-2 16,0 0 0-16,0 0 2 0,0 0-1 0,0 0 6 16,0 0 2-16,0 0-1 0,0 0 19 15,0 0 25-15,0 0 28 0,0 0 30 0,0 0 6 16,-1-6 15-16,1 6-17 0,0 0-9 15,1-10-2-15,-1 10 7 0,7-9-17 16,-3 2 14-16,-1 0-6 0,7-1-8 16,2 0-12-16,2-4-7 0,8 4-8 15,-4 1 1-15,0 2-5 0,1 3-9 0,-2 1-3 16,-2 4-6-16,4 2-3 16,-3 6 6-16,-2 1 1 0,0 4 0 0,-5 1 14 0,-7-3 13 15,0 5 5-15,-4 1 5 0,-1-1 4 16,-7 10 4-16,-4-2-1 0,3-5-2 0,1-3 16 15,1 0-3-15,0-4 7 0,1-1-7 16,2-2 10-16,-2-4 8 0,7 1 28 16,-3-1 11-16,2-2 5 0,2-6 3 0,-2 8-7 15,2-8-10-15,9 9-18 16,1-6-12-16,2 0-14 0,1-1-4 0,2-2-17 16,4 2-5-16,0 0-13 0,3 0-12 15,-4-2-48-15,1 0-69 0,1 0-56 0,-4-2-59 16,2 2-66-16,-5 0-84 0,1-4-105 15,-3 4-123-15,2-5-212 0,-3 0 28 0,-4 3 82 16,-6 2-502-16,11-7-634 0</inkml:trace>
  <inkml:trace contextRef="#ctx0" brushRef="#br0" timeOffset="100765.58">27863 15869 3460 0,'0'0'52'0,"0"0"27"0,3-8 16 0,-3 8-17 0,8-8-7 0,-8 8-2 0,10-5-8 0,-10 5-4 15,15-3-16-15,-15 3-5 0,17-2-38 16,-6 2-105-16,-11 0-117 0,18 2-159 0,-18-2-217 16,15 0 50-16,-15 0-210 0,7 3-249 15</inkml:trace>
  <inkml:trace contextRef="#ctx0" brushRef="#br0" timeOffset="101464.58">28055 15738 2003 0,'-2'-8'-56'0,"2"8"9"0,6-10 7 0,-6 10 24 0,13-8 28 16,-1 2 24-16,1 0 19 0,0 1 20 15,-2 1 8-15,7-1 12 0,-3-1 5 0,-1 3 11 16,-1 1-4-16,0 0-9 15,-13 2-5-15,24 6 6 0,-15-2 14 0,0 6 16 16,-4-1 3-16,-1 5 19 0,-1 2-4 16,-8 3 8-16,2 3-11 0,-7 7 15 0,-1 0-4 15,-3 1-11-15,3-1 3 0,-1-7-6 16,7-5-6-16,-1 0-8 0,4-1 10 16,2-3 2-16,2 3-4 0,4-4-11 0,4 0-6 15,1-2-11-15,6-1-13 0,2-2-7 16,1-4-9-16,-2-2-6 0,0 1-7 15,-4-2-15-15,0-3 17 0,-3 0 3 0,-1-2 15 16,-4-4-6-16,-4-2-4 0,-4-1-6 16,-5-5 14-16,-9-7 2 0,-4 1-7 15,-4-4-9-15,0 2 10 0,-3-1-4 0,2 2 11 16,4 2 2-16,2 3 5 0,3 4 0 16,9 1 7-16,0 5 5 0,3-1-9 15,2 2-12-15,6-1-6 0,5 2-9 0,4-2-8 16,10 2-16-16,0 0-11 0,2 3-91 15,13 1-104-15,-4 1-96 0,-5 0-97 0,10 4-110 16,2 0-115-16,-3 3-231 0,0-1 22 16,-10 0 76-16,-3 0-566 0,-7-1-737 15</inkml:trace>
  <inkml:trace contextRef="#ctx0" brushRef="#br0" timeOffset="101663.68">28703 15673 3466 0,'6'-11'-44'0,"-2"1"46"0,-1 0 46 0,1 4 47 0,-4 6 24 0,2-7 7 15,-2 7-8-15,0 0-10 0,0 0 12 16,0 0 1-16,0 0-9 0,14 25-11 0,-14-13-9 16,2 8-9-16,-1 0-5 0,3 4-5 15,0 0-14-15,-6 4-8 0,2-5-7 16,0-2-66-16,-4 5-84 0,2-2-82 16,-3 2-91-16,-5 3-127 0,2-8-185 15,-3-4-18-15,-1-3 66 0,-1-2-215 0,6-1-248 16</inkml:trace>
  <inkml:trace contextRef="#ctx0" brushRef="#br0" timeOffset="102046.51">27841 15852 2100 0,'0'0'56'16,"0"0"31"-16,0 0 21 0,0 0 38 0,0 0 16 16,8-9-9-16,-8 9-27 0,0 0 12 15,10-5-24-15,-10 5-15 0,0 0-9 0,7-5-13 16,-7 5 4-16,0 0-7 0,0 0-14 15,0 0 2-15,4-5-14 0,-4 5-6 16,0 0-11-16,0 0 14 0,0 0-8 0,0 0-6 16,0 0 25-16,0 0-1 15,0 0-11-15,0 0 2 0,0 0 2 0,0 0 4 0,0 0-4 16,0 0 3-16,-23 12 3 16,23-12 2-16,0 0 3 0,0 0-8 0,16 12-11 15,-9-7-8-15,4-1-4 0,-1 0-48 16,1 0-103-16,5 1-139 0,-1 2-204 15,1-4-173-15,-2 4 66 0,0 0-313 0,7 1-368 16</inkml:trace>
  <inkml:trace contextRef="#ctx0" brushRef="#br0" timeOffset="102430.87">29340 16097 2668 0,'-8'-7'100'0,"0"4"42"0,3-2 48 0,5 5 42 0,-9-7 29 0,9 7 19 0,0 0 7 16,-7-7 2-16,7 7-15 15,0 0-20-15,0 0-32 0,23-10-19 0,2 8-24 16,15-1-12-16,6 1-21 0,7 2-17 16,-2 0-8-16,-1 0-23 0,-5 0-15 0,-2 2-87 15,-12-2-64-15,-8 0-68 0,-3 0-71 16,-4 1-70-16,-3-1-65 0,-4 2-79 15,-9-2-147-15,10 0-136 0,-10 0 67 0,0 0-370 16,0 0-483-16</inkml:trace>
  <inkml:trace contextRef="#ctx0" brushRef="#br0" timeOffset="102729.82">30108 15933 3072 0,'-4'-14'142'16,"-3"3"22"-16,6 5 17 0,-1-1 20 15,2 7 11-15,-8-11-11 0,1 10-5 0,7 1-9 16,-34 5 4-16,3 5-7 16,-1 4-5-16,0 5-17 0,-7 4-11 0,5 6-8 15,3 3-8-15,8-6-5 0,5 1-10 16,4 2-9-16,6-5-1 0,3-2-8 0,5 0-11 15,2-1-3-15,1 1-11 0,7-1-6 16,5 4-10-16,5-4-24 0,0-3-71 16,1-6-110-16,2-5-119 0,2-3-127 0,-1-2-163 15,5-4-227-15,-2 2 62 0,-8-4 83 16,-2 2-447-16,-5-1-554 0</inkml:trace>
  <inkml:trace contextRef="#ctx0" brushRef="#br0" timeOffset="102897.29">29871 16211 3190 0,'-15'-7'141'0,"3"-1"64"0,7 3 52 16,1 2 2-16,4 3 24 0,-4-11 29 0,4 11-26 16,8-10-22-16,1 8-24 15,5-2-25-15,3 2-22 0,4 0-28 0,2 2-15 16,4 2-52-16,1-2-136 0,0 3-137 16,1 0-155-16,-3-2-203 0,-2 0-251 0,-5 3 75 15,-4-1 87-15,-3 0-421 0,-1 1-517 16</inkml:trace>
  <inkml:trace contextRef="#ctx0" brushRef="#br0" timeOffset="103981.48">29103 16790 3094 0,'-40'-9'51'0,"0"1"19"0,4 0 35 0,7 4 43 0,10-2 38 0,2 3 23 15,5 0 22-15,7-1-13 0,5 4-22 16,5-12-20-16,28 0-17 0,24 0-14 0,14 4-18 16,10-1-12-16,34 0-12 15,1 4-12-15,4 0-9 0,-1 4-10 0,-5-1-13 16,-22 0-80-16,-15 2-87 0,-8-2-76 15,-19 2-66-15,-16 0-42 0,-13 2 11 0,-14 2 24 16,-8 1 31-16,1-5 20 0,-65 18 17 16,-3-4 21-16,-36 1 18 0,-11-1 20 0,-10 0 18 15,-3-1 27-15,6-4 34 0,13-4 33 16,32 0 34-16,10 1 33 0,25-2 44 16,9-4 23-16,17 0-6 0,8 0-9 0,8 0-19 15,0 0-6-15,61-8-2 0,2 3 37 16,13 3 5-16,12-4-4 0,24 2 13 0,-20 0-11 15,-2 1-1-15,-3 0 1 16,-9-1-10-16,-8 2 13 0,-24-1 10 0,-6 2 8 16,-13 0 10-16,-6-2 14 0,-6 2 18 15,-7-3-12-15,-8 4-14 0,0 0-13 16,0 0-11-16,-27-10-15 0,6 6-16 0,0 2-2 16,2 1-8-16,4 1-9 0,2-2-11 15,13 2-3-15,-16 0-16 0,16 0 1 0,0 0-11 16,-9 7 2-16,9-7-10 0,0 0-9 15,11 16-48-15,-3-10-49 0,0-1-53 0,-8-5-49 16,7 10-49-16,-3-6-34 0,-4-4-23 16,0 10-45-16,0-10-59 0,-10 9-87 15,-1-3-173-15,-1-2 1 0,-1 0 63 16,-10 2-274-16,2-2-342 0</inkml:trace>
  <inkml:trace contextRef="#ctx0" brushRef="#br0" timeOffset="107596.3">18650 16683 2343 0,'0'0'-30'0,"0"0"15"0,-4-8 18 0,4 8 15 16,-5-5 22-16,5 5 16 0,-6-5 11 0,6 5 3 15,-5-4-6-15,5 4-2 0,0 0-9 16,0 0 13-16,-10-7 3 0,10 7-1 15,-8-5-3-15,8 5-5 0,0 0 1 0,-16 0 6 16,16 0 8-16,-27 10 12 16,-4 6 5-16,-6 10 13 0,-1 9 6 0,-1 6 14 15,-3 6 18-15,-10 16-6 0,4 6 8 16,1 3-12-16,8 0-11 0,12-12-12 0,6 0-8 16,3-2-2-16,9-3-2 0,5-11-4 15,10-3-2-15,3-4-2 0,7-4-1 16,2-4-4-16,9-7-3 0,3-3-6 0,7-7-4 15,5-7-7-15,5-5-7 16,14-10-2-16,5-6-7 0,-2-7-2 0,1-8-3 0,9-5-4 16,-23 0 7-16,-1-4 7 0,-12-1 11 15,-4-6 0-15,-9 0 0 0,-14-6-4 0,-5-5-7 16,-10-2-1-16,-7-1-10 16,-6 1 2-16,-7-1-9 0,-5 6-3 0,-3 1-9 15,-5 6-17-15,-1 9 0 0,-4 6-3 16,2 11-3-16,2 12-2 0,-6 8-10 15,4 7-20-15,-9 9-41 0,-1 8-30 0,5 7-31 16,4 5-51-16,7 4-48 0,5 5-68 16,11 2-75-16,7-9-112 0,8-2-244 0,5 0 49 15,8-1 95-15,3-2-313 0,10-4-383 16</inkml:trace>
  <inkml:trace contextRef="#ctx0" brushRef="#br0" timeOffset="107862.48">19415 16488 2787 0,'-27'-14'153'0,"-1"9"30"0,-3 5 34 0,-13 10 37 0,-12 11 19 0,4 10 3 0,-13 17 6 16,10 9-16-16,5 9-13 0,6 9-35 15,10 2-19-15,15-13-20 0,8 6-21 0,6 4-16 16,12-3-12-16,2 1-12 15,7-4-12-15,6-1-16 0,-1-5-10 0,6-7-12 16,-1-4-39-16,1-6-71 0,4-6-83 16,-7-12-87-16,-1-6-95 0,4-5-94 15,-6-7-96-15,-5-1-156 0,2-4-43 0,-1-4 47 16,-2-4-330-16,4-4-457 0</inkml:trace>
  <inkml:trace contextRef="#ctx0" brushRef="#br0" timeOffset="108245.37">19498 17094 2961 0,'4'-17'122'0,"-4"5"70"16,0 0 12-16,3 4-9 0,-3 3 5 16,0 5-16-16,0 0 31 0,0 0 55 15,0 0 23-15,0 0-25 0,16 27-19 16,-5-7-21-16,3 7-26 0,-3 2-21 0,3 0-20 16,-1 4-14-16,-1-2-13 0,-3-1-5 15,-1-1 7-15,-5-3 1 0,-3-2-2 16,-3 0-9-16,-3-2-14 0,1 1-1 0,-6-6-10 15,6-1 4-15,-1-6-6 0,3-3-18 16,3-7-4-16,0 0-4 0,0 0-12 0,3-40-6 16,13-3-3-16,10-2-7 0,3-1-2 15,1 7-3-15,1 3-3 0,-8 12-7 16,-2 2-30-16,-3 7 0 0,-2 8 0 16,2 1 0-16,-5 5 0 0,1 1 0 15,2 7 0-15,5 0 0 0,3 9 0 0,-6 0 0 16,1 6 0-16,0-1 0 0,-3 1 0 15,-4-3 0-15,-1 1 0 0,-6-8 0 0,3 5 0 16,-3-5 0-16,1 2 0 0,-3-5 0 16,0 2-64-16,-1-3-218 0,0-2-92 0,0 2-106 15,-2-8-143-15,0 0-256 0,0 0 46 16,0 0 96-16,0 0-596 0,0 0-789 16</inkml:trace>
  <inkml:trace contextRef="#ctx0" brushRef="#br0" timeOffset="108497.58">20149 16365 3863 0,'-20'-28'52'0,"9"7"51"0,3 6 43 0,0 3 25 0,5 4-1 0,-3 4 27 0,6 4 76 0,0 0 10 0,-17 30-3 15,11 2-15-15,2 6-4 0,6 4-23 16,4 13-24-16,6-2-23 0,1 1-18 15,2-1-18-15,6-5-14 0,-4-2-15 16,0-1-17-16,-3-10-11 0,-5-3-13 0,-2-8-28 0,0-4-85 16,-3-5-100-16,-3-1-90 15,3-3-88-15,0 1-91 0,-1-5-116 0,-1-4-174 16,-2-3-123-16,0 0 70 0,0 0-561 0,25-19-758 16</inkml:trace>
  <inkml:trace contextRef="#ctx0" brushRef="#br0" timeOffset="108813.65">20549 16540 3683 0,'-10'-11'16'0,"4"7"16"16,6 4 51-16,-19 0 41 0,19 0 49 0,-24 12 43 15,0 5 33-15,-1 3 28 0,3 4 3 16,-1 5-10-16,0 9-13 0,2 1-16 16,8-3-19-16,6 3-15 0,5-1-9 15,4-1-13-15,5 2-12 0,6-5-17 16,3-2-13-16,5-3-12 0,-1-4-13 0,9-5-8 15,-4-3-12-15,3-5-8 0,-3-5-8 16,-2-5-9-16,-4-2-8 0,0-4-5 0,3-1 0 16,2-9-9-16,0-8-2 0,0-3-30 15,-3-4-19-15,-5-14 0 0,4-2 0 16,-5-2 0-16,-3-2 0 0,-7 9 0 0,-1 1 0 16,-2 8 0-16,-4 7 0 0,-2 4 0 15,1 2 0-15,-5 7 0 0,0 1 0 0,-7 4-18 16,1 4-228-16,-1 4-90 15,-4 4-106-15,1 4-125 0,-7 5-213 0,5-3-77 0,9 0 84 16,6-5-646-16,3 1-870 16</inkml:trace>
  <inkml:trace contextRef="#ctx0" brushRef="#br0" timeOffset="109281.66">21011 16654 3800 0,'0'0'16'0,"-1"-8"28"16,1 8 17-16,0 0 36 0,0 0 54 0,0 0 63 15,0 0 41-15,-38 22-5 16,24-8 5-16,1 3-4 0,-5 5-19 0,2 2-24 16,2 2-17-16,7-3-12 0,1-3-14 0,2-1-10 15,6-3-11-15,2 1-12 16,0 1-9-16,1-4-8 0,3 0-14 0,2-2-8 16,3-4-5-16,-1-1-11 0,0-3-2 15,1-4-13-15,-1 0-7 0,1-6-3 0,3-1-7 16,2-5 0-16,-2-8-9 0,4-4-3 15,-4-1-2-15,0-4-4 0,-1 3-3 0,-8 6-2 16,2 7-7-16,-6 2 3 0,3 1-9 16,-4 6 1-16,-2 4-1 0,0 0-1 15,0 0-4-15,0 0 4 0,-10 23 0 0,9-3-1 16,-10 13 8-16,6 4-2 0,-3 0 5 16,1 14 28-16,1 4 24 0,-2-11-41 0,3-1-29 15,-3-2 0-15,5 1 0 16,-6-1 0-16,5-7 0 0,-3-1 0 0,3-9 0 15,-3-5 0-15,2-6 0 0,3 1 0 16,-7-4 0-16,-2 1 0 0,-1-3 0 0,-3-4 0 16,-2 0 0-16,-3-4 0 0,-5-4 0 15,0-2 0-15,-9-2 0 0,1-3 0 16,5-6 0-16,1 1 0 0,4-2 0 0,0-1 0 16,8 4 0-16,2 1 0 0,3 4 0 15,0 0-86-15,7 1-545 0,1 2-207 0,-2 1-96 16,4 6 89-16,4-12-807 0,-4 12-1089 15</inkml:trace>
  <inkml:trace contextRef="#ctx0" brushRef="#br0" timeOffset="109828.59">21476 16927 4483 0,'0'0'-46'0,"5"-10"58"0,-5 10 44 0,0-7 41 0,0 7 19 0,0 0 11 0,0 0 4 15,0 0 10-15,0 0 50 0,0 0 40 0,0 0-12 16,-9 34-19-16,6-17-15 0,-3 6-18 15,4 0-18-15,-3 12-11 0,-3-3-15 0,4 2-11 16,-2-9-10-16,3-4-5 0,-1 1-14 16,-2-5-11-16,5-2-2 0,-3-3 0 15,-1-2 4-15,3-1-4 0,0 0 5 16,1-2 2-16,1-3 5 0,0-4 5 0,0 0-12 16,0 0-8-16,0 0-5 0,0 0-3 0,0 0-9 15,17-27-5-15,-6 17-3 16,1 0-42-16,-1 1 0 0,0 1 0 0,0 1 0 15,-2 2 0-15,-2 1 0 0,-7 4 0 16,16 0 0-16,-16 0 0 0,17 10 0 0,-9 0 0 16,-3 1 0-16,1 3 0 0,-2 4 0 15,-2 5 0-15,-2 2 0 0,-2 0 0 16,-6 5 0-16,-1 2 0 0,-5-3 0 0,-1-2 0 16,0-1 0-16,-5-4 0 0,4-2 0 15,-2-2 0-15,3-7 0 0,1-2 0 0,3-2 0 16,-1-4 0-16,-2-1 0 15,4-4 0-15,-2-3-200 0,5-3-360 0,1-4-155 16,5-7-200-16,2-3 64 0,9-12 94 0,2-1-669 16,6-6-877-16</inkml:trace>
  <inkml:trace contextRef="#ctx0" brushRef="#br0" timeOffset="110231.04">21838 16663 4252 0,'-2'-16'114'0,"2"5"55"0,0 2 18 0,0 2 0 0,0 7-18 0,0-10-15 0,0 10 10 15,0 0 2-15,0 0-25 0,24 14-7 16,-11 1-15-16,6 7-6 0,-2 2-15 16,-2 2-10-16,-1 1-3 0,-7-4 4 15,-3-2 10-15,-4 5 2 0,-4-3 5 0,-7 8 0 16,-4-2-11-16,-5-3-12 0,0-4-5 15,-3-3-6-15,3-5-6 0,0-6-7 16,4-2-7-16,0-5-3 0,-2-4-9 0,1-6 0 16,2-5-7-16,-3-13-4 15,7-4-5-15,8-6-7 0,4-5 2 0,3 0-5 0,3 8 1 16,2 1 2-16,-4 8-6 16,1 7-2-16,-1 4-7 0,-1 7 5 0,5 2 1 0,-9 5 6 15,18 3 1-15,-9 4 11 16,5 3-6-16,1 4 4 0,6 7-5 0,0 2-3 15,2 5 2-15,0-1-3 0,0 2-6 16,2 4 4-16,-4-4-10 0,-3-1-25 16,0-2-104-16,-1-1-107 0,-7-2-117 0,1-5-121 15,-6 1-146-15,3-4-227 0,-4-1 50 16,2-4 88-16,-2-3-556 0,-1-3-721 0</inkml:trace>
  <inkml:trace contextRef="#ctx0" brushRef="#br0" timeOffset="110479.76">22347 16307 3836 0,'-3'-24'171'0,"1"5"68"16,-4 3 47-16,4 5 11 0,-1-1 1 15,1 7-26-15,2 5 35 0,0 0 19 0,0 0-4 16,-5 55-23-16,10-10-27 0,0 18-25 16,-1 9-28-16,0 10-16 0,-6 22-21 0,-2 4-24 15,1-3-8-15,-11 4-43 0,-1-1-107 16,-6-5 0-16,-2-4 0 0,-2-7 0 15,-1-8 0-15,-1-3 0 0,6-24 0 0,-6-2 0 16,2-8 0-16,5-6-338 0,4-14-154 16,1-3-168-16,1-10-257 0,7-8 71 0,3-6 91 15,4 0-668-15,0 0-873 16</inkml:trace>
  <inkml:trace contextRef="#ctx0" brushRef="#br0" timeOffset="110678.26">22867 17354 4399 0,'-12'-10'282'0,"-2"2"64"16,4 0 37-16,5-1 18 0,-1 5 7 15,6 4-28-15,-5-9-15 0,5 9-35 16,0 0-31-16,16-7-39 0,8 7-35 0,2 2-112 16,20 1-113-16,-4 0-82 15,0 3-207-15,-3 4-141 0,-2 3-159 0,-2-1-253 16,-10 5-20-16,-3 5 99 0,-8-5-711 15,-5-1-922-15</inkml:trace>
  <inkml:trace contextRef="#ctx0" brushRef="#br0" timeOffset="110844.88">22713 17667 4400 0,'-41'6'158'0,"6"-5"85"0,11 2 78 16,4-3 42-16,7 2 27 0,4 0 9 16,9-2-7-16,0 0-31 0,0 0-16 0,0 0-32 15,0 0-30-15,54-4-60 0,-11 4-223 16,2 0 0-16,1 0 0 0,-2 0 0 15,-2 0 0-15,-2 2 0 0,-11 2-331 16,-3-2-213-16,-1 2-177 0,-6-2-190 16,-3 2 82-16,-3-1 98 0,-4 3-672 0,-1-2-854 15</inkml:trace>
  <inkml:trace contextRef="#ctx0" brushRef="#br0" timeOffset="111810.91">24425 17604 4016 0,'-10'-14'64'0,"3"1"31"0,5-1 27 0,4 2 26 0,3-3 15 0,13-8 21 16,2 5 14-16,3 7 9 0,2 6 15 15,2 4-1-15,12 6-2 0,0 7-9 16,5 10-16-16,-1 5-15 0,-4 6-19 0,-7 3-13 15,-3-1-11-15,-7 8-13 0,-8-10 11 16,-7 4 16-16,-3 0 5 0,-8 1 9 0,3-2 9 16,-9-1 6-16,-2-2 11 0,-3-2-152 15,3-3-38-15,-4-4 0 0,7-7 0 16,-2-3 0-16,6-4 0 0,-1-4 0 16,3-2 0-16,3-4 0 0,0 0 0 0,-2-25 0 15,9-12 0-15,14-13 0 0,6-6 0 16,15-14 0-16,-1 3 0 0,-2 18 0 15,-1 3 0-15,-4 8 0 0,2 6 0 0,-7 12 0 16,1 6 0-16,-8 7 0 0,-2 9 0 16,1 6 0-16,8 9 0 0,-6 4 0 0,-5 6 0 15,0 4 0-15,-5 4 0 0,-1-2 0 16,6 13 0-16,-6-9 0 0,-1 1 0 16,-5-4 0-16,1 1 0 0,-6-8 0 0,1-4 0 15,2-5 0-15,-2-1 0 0,0-1 0 16,-1-4 0-16,1-3 0 0,2 3 0 15,-2-6 0-15,0-1-337 0,-2-5-700 0,8 4 63 16,-8-4 110-16,0 0-829 0,17-9-1129 16</inkml:trace>
  <inkml:trace contextRef="#ctx0" brushRef="#br0" timeOffset="112744.51">25458 17120 4526 0,'-7'-8'-120'0,"7"8"53"0,-9-8 53 0,7 2 51 0,2 6 46 0,-9-10 36 15,5 5 27-15,4 5 14 0,-8-10 3 16,4 6-13-16,4 4-9 0,-1-10-16 16,1 10-11-16,3-14-8 0,7 5-13 0,2 1-7 15,7-4 6-15,10-3 5 0,-1 4-11 16,-2 3 1-16,-5 3-5 0,-1 3 4 0,-4 2 4 15,-4 3 17-15,1 3 26 0,-2 4 27 16,-2 3 10-16,-7 3 8 0,-4 9 12 0,-7 6 4 16,-4 4-1-16,-1 0 3 0,-9 2-2 15,1-6-186-15,8-2-8 0,-4 0 0 16,3-5 0-16,7-4 0 0,1-6 0 16,5-2 0-16,2-1 0 0,3-2 0 0,8-1 0 15,7-2 0-15,7-2 0 0,13 2 0 16,0-4 0-16,-6-2 0 0,-3 3 0 15,-3-3 0-15,1 0 0 0,-4 0 0 0,-3 2 0 16,-4-2 0-16,-3 2 0 0,3-2 0 16,-3 2 0-16,-1 0 0 0,-5-2 0 0,-7 0 0 15,20 4 0-15,-13-4-644 0,-7 0-173 16,0 0-135-16,15-2 97 0,-15 2-819 16,0 0-1111-16</inkml:trace>
  <inkml:trace contextRef="#ctx0" brushRef="#br0" timeOffset="112927.43">25974 17242 5070 0,'-8'-10'234'0,"4"5"47"0,-1-2 44 15,3 2 16-15,2 5 5 0,-6-12 0 16,6 12-37-16,-1-8-30 0,1 8-39 0,0 0-21 16,0-7-70-16,0 7-98 0,0 0-134 15,16-4-164-15,-6 4-153 0,-10 0-176 16,27 5-267-16,-10-3-43 0,0 2 101 0,2-1-701 15,0-2-934-15</inkml:trace>
  <inkml:trace contextRef="#ctx0" brushRef="#br0" timeOffset="113294.75">26477 17108 4285 0,'4'-4'98'0,"-4"4"40"0,3-8 22 15,-3 8 32-15,0 0 19 0,0 0-3 0,0 0-17 16,0 0-1-16,0 0 27 0,0 0 1 15,0 0-2-15,7 29-4 0,-14-11-2 0,2 5-1 16,-8 6-6-16,-5 3-18 16,5 0-11-16,-1-1-17 0,0-2-12 0,5 0-17 15,-2-6-9-15,8-3-14 0,1-5-85 0,0 3-20 16,4-5 0-16,0-1 0 0,3-2 0 16,4-3 0-16,-2 1 0 0,0-4 0 0,1-1 0 15,-8-3 0-15,0 0 0 0,21-9 0 16,-17-1 0-16,-3-3 0 0,-1-3 0 15,-5-9 0-15,-16-14 0 0,8 3 0 16,-9-7 0-16,-1-3 0 0,1 3 0 0,1-2 0 16,0 5 0-16,8 7 0 0,2 2 0 15,2 7 0-15,8 2 0 0,2 4 0 16,5-2 0-16,6 1 0 0,6-1 0 0,7 1 0 16,6 4 0-16,-6 7 0 0,11 4 0 15,-6 2 0-15,6 7 0 0,-1 4 0 0,1 4-144 16,6 9-733-16,-11-3-120 0,-7 2 113 15,-2 4-915-15,-6 3-1227 0</inkml:trace>
  <inkml:trace contextRef="#ctx0" brushRef="#br0" timeOffset="113577.46">26834 17030 5322 0,'9'-15'105'0,"-4"2"65"0,2 1 70 0,-5 6 34 0,1-3 28 0,-3 4-9 0,0 5-28 0,0 0-22 0,0 0 1 0,0 0-3 15,11 17-22-15,-9 0-18 0,2 7-129 16,-4 5-72-16,0 8 0 0,-2 6 0 0,4-2 0 16,-6 0 0-16,2-1 0 0,2-2 0 15,-1-2 0-15,-1-7 0 0,2-2 0 16,-2-5 0-16,0-4 0 0,2-2-214 15,0-2-295-15,0-3-166 0,4 0-268 16,1-2 64-16,4-4 105 0,-2 3-653 0,0-4-879 16</inkml:trace>
  <inkml:trace contextRef="#ctx0" brushRef="#br0" timeOffset="113879.87">27678 16781 4465 0,'-6'-2'236'0,"6"2"-29"0,-12-2-5 16,12 2 62-16,0 0 43 0,-1 19 20 0,1-1 11 16,7 17-14-16,3 11-25 0,5 10-24 15,-1 6-29-15,-3 6-24 0,-6 11-25 16,-3 3-16-16,-9 21-80 0,-8 1-101 15,-4 0 0-15,-12 3 0 0,-5-5 0 16,-5-3 0-16,-6-6 0 0,-4-6 0 0,-9-2 0 16,-2-7 0-16,-7-5 0 0,1-3 0 15,-12-12 0-15,-1-7 0 0,-7-8-80 0,3-9-486 16,-6-7-158-16,11-14-242 0,-6-9 99 16,2-8 98-16,-19-9-666 0,2-8-885 15</inkml:trace>
  <inkml:trace contextRef="#ctx0" brushRef="#br0" timeOffset="114211.46">24876 16546 4105 0,'-47'2'-99'0,"-22"16"11"15,-30 23 48-15,-8 20 48 0,-36 38 41 0,3 18 44 16,-2 15 25-16,11 10 17 0,15 2 10 16,14-1 5-16,39-32 4 0,16 0-6 15,17-4-10-15,16-4-11 0,18-20-9 0,13 19-15 16,17-6-10-16,14-4-10 15,13-4-12-15,13-7-61 0,14-13-82 0,5-7-120 16,6-10-127-16,8-6-183 0,0-13-226 16,4-6 68-16,-9-9 72 0,-22-12-283 0,5-5-354 15</inkml:trace>
  <inkml:trace contextRef="#ctx0" brushRef="#br0" timeOffset="114445.76">24287 18417 2891 0,'-37'-5'345'16,"4"3"-15"-16,8 0-7 0,8 2-15 0,4-1-16 16,4-1-28-16,9 2-16 15,0 0-33-15,32-8-4 0,34 6-17 0,26 4-21 0,35 2-9 16,13 0-46-16,4 3-114 15,3 0-138-15,-6-2-175 0,-4 0-210 0,-12-3-258 16,-39 1 62-16,-9-1 89 0,-27 0-394 16,-21-2-496-16</inkml:trace>
  <inkml:trace contextRef="#ctx0" brushRef="#br0" timeOffset="114629.95">24322 18744 2798 0,'-74'4'126'0,"15"-3"65"0,16 1 27 0,11-2 13 16,10 2 16-16,0-2 7 0,8-2 12 15,7 0-17-15,7 2-2 0,0 0 2 16,48-29 1-16,11 10-15 0,33-9-16 0,14 4-20 16,9 3-23-16,6 2-21 0,5 5-16 15,-2-1-76-15,-2 3-106 0,-11 4-138 0,-27 6-153 16,-14 2-165-16,-4-2-285 0,-16 2 32 16,-8 2 95-16,-12-2-453 0,-6 2-578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8T03:40:06.5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5232 2486 1147 0,'0'0'304'0,"0"-5"-59"0,0 5-30 0,0 0-14 0,0 0-8 0,0 0-10 16,0 0 3-16,0 0 6 0,0 0 9 0,0 0-1 16,0-11 4-16,0 11 2 0,0 0 3 15,0 0 4-15,0 0 7 0,0 0 1 16,0 0 4-16,0 0 14 0,0 0-17 15,0 0-2-15,0 0 9 0,0 0-15 16,0 0-2-16,0 0-10 0,0 0-3 0,0 0-10 16,0 0-6-16,0 0-5 0,0 0-10 15,0 0-13-15,0 0-7 0,0 0-11 0,0 0-12 16,-15-1-9-16,15 1-11 0,0 0-4 16,0 0-17-16,0 0-84 0,0 0 0 15,0 0 0-15,0 0 0 0,0 0 0 0,0 0 0 16,0 0 0-16,0 0 0 15,0 0 0-15,0 0 0 0,0 0 0 0,0 0 0 16,0 0 0-16,-5 22 0 0,5-10 0 16,0 7 0-16,0 3 0 0,-2 5 0 0,0 15 0 15,2-1 0-15,-3 0 0 0,1 4 0 0,-1-3 0 16,-1 3 0-16,0-3 0 16,-1-5 0-16,-1 0 0 0,5-3 0 0,-6-7 0 15,5-3 0-15,-2-2 0 0,3-5 0 16,-3-2 0-16,4-2 0 0,-4-1 0 0,2-2 0 15,2-2 0-15,-3 1 0 0,3-9 0 16,-2 12 0-16,2-12 0 0,-2 9 0 0,2-9 0 16,-6 1 0-16,6-1 0 0,0 0 0 15,-12-17-391-15,9 5-244 0,1-2-125 16,-4-3-138-16,3-7 71 0,0-3-765 16,-1-9-1032-16</inkml:trace>
  <inkml:trace contextRef="#ctx0" brushRef="#br0" timeOffset="287.23">5031 2401 4686 0,'-14'-4'60'0,"5"2"39"0,9 2 45 0,-13-3 41 0,13 3 43 0,-10-3 14 0,10 3 2 0,0 0-4 0,0 0-14 0,-8-4-17 15,8 4-15-15,0 0-12 0,0 0-12 16,42-10-16-16,-5 4-15 0,1 0-16 0,5-1-13 15,5 2-10-15,9-4-12 16,-10 1-6-16,-2 5-15 0,-5-1-9 0,-12 0-12 16,-5 2-29-16,-4-2-28 0,-4 4-34 15,-2-3-46-15,-4 2-43 0,0-1-52 16,-9 2-70-16,17-2-78 0,-17 2-74 0,12 2-80 16,-9 4-98-16,-3-6-204 0,4 8 40 15,-4 1 86-15,2-3-475 0,-2 2-608 0</inkml:trace>
  <inkml:trace contextRef="#ctx0" brushRef="#br0" timeOffset="551.01">6166 2081 3450 0,'-5'-6'181'0,"5"6"9"0,-11 0 16 16,11 0 30-16,-20 14 22 0,4-1 35 0,-2 15 26 15,-5 9 12-15,0 6 3 0,2 2-24 16,0 1-33-16,5 1-27 0,5 2-22 16,0 1-23-16,5-9-21 0,0 1-15 15,3-1-21-15,-1-1-17 0,2-3-10 0,2-5-41 16,2-6-56-16,-2-2-71 0,4-2-83 16,-1-2-84-16,1-3-90 0,4-3-96 15,0-4-85-15,-3 1-130 0,4-8-159 0,4 0 10 16,-6-1 79-16,-7-2-508 0,23-5-657 15</inkml:trace>
  <inkml:trace contextRef="#ctx0" brushRef="#br0" timeOffset="899.99">6206 2536 3642 0,'6'-10'189'0,"-2"2"25"0,-2 2 8 16,-2 6 13-16,2-9 0 0,-2 9 20 16,0 0 22-16,0 0 15 0,0 0-2 0,0 0-26 15,30 14-24-15,-21-7-22 16,4 3-24-16,-2 0-18 0,1 1-17 0,1-1-16 15,-4 1-10-15,-2 3-12 0,2-2-13 16,-4 0-11-16,2 1-6 0,-5-1-10 16,0 0-7-16,0-3-6 0,-2 3-6 0,0-7-3 15,0-5-7-15,0 15-52 0,0-15 0 16,0 0 0-16,0 0 0 0,19-34 0 0,-6 6 0 16,3 0 0-16,1 2 0 0,2 1 0 15,-4 6 0-15,-1 5 0 0,0 2 0 0,0 4 0 16,-1 3 0-16,1 1 0 0,-1 4 0 15,3 2 0-15,-2 3 0 0,0 4 0 16,-3-1 0-16,2 6 0 0,1-2 0 16,-3 2 0-16,1 2 0 0,-1-5 0 15,-5 3 0-15,-1-1-149 0,2-3-113 0,-5 4-52 16,0-1-64-16,-2 1-81 0,-2 0-94 16,-2-1-144-16,-4-1-106 0,0 0 85 0,3-5-594 15,-1-2-770-15</inkml:trace>
  <inkml:trace contextRef="#ctx0" brushRef="#br0" timeOffset="1118.16">6790 2155 3914 0,'3'-12'123'0,"1"4"24"15,-2 3 18-15,2 1 34 0,-4 4 84 16,0 0 53-16,0 0 26 0,21 15 5 0,-14-1-4 0,6 10-11 16,1 5-16-16,-1 5-27 15,1 4-30-15,-3 13-30 0,-4-2-14 0,0 4-63 16,-5-7-172-16,-4 1 0 0,-3 7 0 15,0-3 0-15,-5 1 0 0,-1-4 0 16,1-8 0-16,-1-3 0 0,-5-3 0 0,4-5 0 16,-1 0 0-16,1-8-401 15,2-8-180-15,5-4-172 0,-2-6-150 0,7-3 80 0,0 0-786 16,0 0-1048-16</inkml:trace>
  <inkml:trace contextRef="#ctx0" brushRef="#br0" timeOffset="1316.96">7362 2689 4996 0,'0'0'339'0,"0"0"26"0,0 0 15 0,0 0 8 15,0 0 2-15,0 0 4 0,0 0-33 16,0 0-29-16,0 0-86 0,0 0-246 0,0 0 0 16,0 0 0-16,38-14 0 0,-14 11 0 15,13-9 0-15,-3 8 0 0,0-4 0 0,2 4-594 16,-9 2-281-16,-6 2-66 15,-4 4 96-15,-5 2-834 0,-7 2-1114 0</inkml:trace>
  <inkml:trace contextRef="#ctx0" brushRef="#br0" timeOffset="1500.86">7441 2980 4809 0,'-9'7'171'0,"1"-2"91"0,0 0 50 0,3-1 47 15,5-4 30-15,-10 5 15 0,10-5 12 16,0 0-10-16,0 0-29 0,0 0-91 15,0 0-286-15,0 0 0 0,0 0 0 0,0 0 0 16,52-9 0-16,-33 4 0 0,-2 0 0 16,2-1 0-16,-2 0 0 0,3-1-269 15,-6 2-508-15,-1 0-198 0,-1-1 94 16,-1 0 93-16,-3 3-743 0,0-1-975 0</inkml:trace>
  <inkml:trace contextRef="#ctx0" brushRef="#br0" timeOffset="2050.23">8777 2627 4556 0,'-6'-8'107'0,"1"3"24"0,1-2 31 0,4 7 17 0,4-11 22 0,3 3 28 0,2-2 15 16,11 1 1-16,9-5-16 0,1 5-16 0,8 1-3 16,2 4-22-16,2 2-17 15,0 6-15-15,-2 4-13 0,-2 7-11 0,-5 2-12 16,-7 5-3-16,-5 5 3 0,-7 2 4 16,-13 6 9-16,-6 2-52 0,-13 8-81 0,-2-3 0 15,-10 4 0-15,-7-3 0 0,-7 1 0 16,4-2 0-16,2 0 0 0,0-6 0 0,5-6 0 15,10-6 0-15,5-5 0 0,2-3 0 16,7-2 0-16,2-4 0 0,0-1 0 0,3-1 0 16,6-2 0-16,-2-6 0 15,14 12 0-15,3-5 0 0,0-3 0 0,6-2 0 16,6 0 0-16,13-4 0 0,-3-4 0 16,6-1 0-16,-2 3 0 0,1-6 0 0,9-5 0 15,-5 3 0-15,-12 1 0 0,0-2-639 16,-4 2-391-16,-1-2 119 0,-10 4-997 15,-1 2-1331-15</inkml:trace>
  <inkml:trace contextRef="#ctx0" brushRef="#br0" timeOffset="2333.21">9745 2567 5672 0,'0'-8'151'0,"0"0"42"0,-2 3 33 0,2 5 28 15,0 0 22-15,0 0 6 16,0 0 11-16,0 0 24 0,0 0 10 0,0 0-127 16,13 42-200-16,-11-17 0 0,1 13 0 15,-1 3 0-15,0 4 0 0,-6-1 0 0,-1 13 0 16,2-13 0-16,-1 13 0 0,-2-4 0 16,3-12 0-16,-5-2 0 0,0-1 0 15,2-4 0-15,-1-3 0 0,1-8 0 0,1-4 0 16,0-5 0-16,2-3 0 0,-1-5-533 15,4-2-124-15,0-4-125 0,0 0-95 0,0 0 75 16,5-25-742-16,7-6-988 16</inkml:trace>
  <inkml:trace contextRef="#ctx0" brushRef="#br0" timeOffset="2516.25">9584 2493 4068 0,'-24'-7'108'0,"10"0"98"0,3 4 60 16,2-1 49-16,9 4 14 0,-12-5 11 15,12 5 16-15,-4-7 8 0,4 7 2 16,0 0-18-16,18-5-35 0,0 3-32 0,7 2-28 16,16 0-28-16,4 0-172 0,5 2-53 15,1 0 0-15,1-4 0 0,-4 4 0 16,1 0-306-16,-3-1-267 0,-3 1-247 16,-8 0-99-16,-10 0 104 0,-2 4-803 0,-10 1-1058 15</inkml:trace>
  <inkml:trace contextRef="#ctx0" brushRef="#br0" timeOffset="2816.29">10780 2410 4959 0,'-8'-8'218'15,"-1"0"-24"-15,1 1 1 0,2 5 19 0,6 2 31 16,-25 10 39-16,3 9 23 0,-6 15 17 16,-1 7-3-16,4 9-15 0,4 3-31 0,4 6-36 15,5-4-129-15,7 6-110 0,1-3 0 16,4-10 0-16,2 9 0 0,1-12 0 0,-1-2 0 16,6-4 0-16,-2-7 0 0,2-1 0 15,-3-7 0-15,4-6 0 0,3-3-46 0,-1-7-477 16,0-1-141-16,5-3-164 15,2-4-45-15,0-2 80 0,5-4-725 0,-1-3-964 16</inkml:trace>
  <inkml:trace contextRef="#ctx0" brushRef="#br0" timeOffset="3182.68">10955 2876 4262 0,'0'-5'98'16,"0"5"60"-16,-5-12 40 0,5 12 59 0,-4-4 43 15,4 4 30-15,0 0 17 0,0 0 0 16,0 0 0-16,0 0-8 0,0 0-27 0,0 0-26 15,0 0-26-15,-4 25-23 0,4-17-124 16,2 4-113-16,0 1 0 0,0 1 0 16,2-2 0-16,-2-1 0 0,-1 2 0 0,1-1 0 15,0 0 0-15,-4-2 0 0,0 0 0 16,2-1 0-16,0-1 0 0,0-8 0 16,2 11 0-16,-2-11 0 0,9 2 0 15,-9-2 0-15,36-28 0 0,-9 7 0 0,10-4 0 16,1 1 0-16,-7 6 0 0,-3 3 0 15,-3 5 0-15,-6 4 0 0,-2 1 0 0,-2 2 0 16,3 5 0-16,-6-1 0 0,4 2 0 16,-1 5 0-16,-1 1 0 0,1 3 0 0,0 1 0 15,-4 1 0-15,0 1 0 0,2-2 0 16,-8 0 0-16,4 4 0 0,0-5 0 0,-6-2 0 16,1-1 0-16,0 1 0 0,-1-5-396 15,-1 0-140-15,-2-5-124 0,8 4-215 0,-8-4 40 16,0 0 95-16,15-15-671 15,-9 3-863-15</inkml:trace>
  <inkml:trace contextRef="#ctx0" brushRef="#br0" timeOffset="3399.05">11719 2360 4133 0,'-1'-9'151'0,"-3"4"19"0,4 5 0 0,-4-8-7 15,4 8 16-15,0 0 60 0,0 0 70 16,0 30 28-16,2-9 15 0,4 20-9 15,-5 3-29-15,1 14-28 0,0 4-29 16,-4 0-24-16,-3 1-19 0,-1 0-24 0,-6-1-39 16,3 0-151-16,-4 2 0 0,1-6 0 15,1-2 0-15,-3-2 0 0,3-8 0 16,2-11-147-16,-1 0-106 0,0-6-76 0,3-8-94 16,1-6-107-16,5-6-144 0,1-2-161 15,0-7 79-15,0 0-687 0,0 0-894 0</inkml:trace>
  <inkml:trace contextRef="#ctx0" brushRef="#br0" timeOffset="3732.48">12250 2712 4410 0,'-5'-6'202'0,"3"1"0"0,2 5-12 15,0 0 18-15,0 0 48 0,0 0 29 16,0 0 18-16,25 22 1 0,-13-5-16 0,3 7-16 16,3 3-13-16,-6 4-12 0,-2 2-5 15,-4 0-5-15,-4 4-7 0,-4-8-174 0,-2 11-56 16,-6-4 0-16,-1 0 0 0,1-4 0 16,3 0 0-16,-3-9 0 0,9-3 0 15,-5-2 0-15,6-4 0 0,0-2 0 0,2 0 0 16,5-4 0-16,3 1 0 0,3-3 0 15,0 0 0-15,9-5 0 0,-2 0 0 16,7-2 0-16,1 0 0 0,13-5 0 16,1 2 0-16,-3-3-555 0,2-4-467 0,-3-2 104 15,-4 1-1019-15,-2-5-1358 0</inkml:trace>
  <inkml:trace contextRef="#ctx0" brushRef="#br0" timeOffset="3986.15">12908 2133 5426 0,'0'0'40'15,"-3"14"63"-15,6-2 100 0,11 15 96 0,8 11 32 16,9 3-6-16,-1 1-10 0,9 9 9 16,3 21-10-16,-3 3-3 0,0 2-111 0,-17 5-200 15,-9-11 0-15,-13 2 0 0,-13 24 0 16,-15-7 0-16,-6 3 0 0,-12-2 0 0,-2-4 0 15,-7 0 0-15,-8-6 0 0,-3-3 0 16,-5-8 0-16,-2-3 0 0,9-6 0 0,3-6 0 16,10-14-101-16,5-5-705 15,2-5-163-15,4-5 95 0,11-13 95 0,11-7-807 16,2-8-1026-16</inkml:trace>
  <inkml:trace contextRef="#ctx0" brushRef="#br0" timeOffset="5116.33">13500 2929 4708 0,'-9'1'265'0,"9"-1"-46"0,0 0-26 0,0 0 4 0,0 0-3 0,0 0 5 0,35 1-3 15,-16-2-31-15,4-2-28 16,4-3-15-16,7-1-8 0,2 1-18 0,0-2-17 15,1 0-34-15,-3 0-62 0,0-3-62 16,1 3-71-16,-5-2-72 0,2-1-79 0,-7 3-93 16,-3-3-95-16,-4 1-118 0,0 0-120 15,-7 1 64-15,-4 2-453 0,-3 0-584 16</inkml:trace>
  <inkml:trace contextRef="#ctx0" brushRef="#br0" timeOffset="5350.17">13801 2609 3279 0,'-8'-7'143'0,"0"3"38"15,8 4 28-15,-7-6 29 0,7 6 27 16,0 0 18-16,-8-4 4 0,8 4 21 16,0 0 62-16,0 23-3 0,2-5-13 15,4 5-22-15,1 14-24 0,2 2-25 0,5 10-20 16,-1 1-26-16,-1-1-26 0,1 2-22 16,-4-12-105-16,0-1-84 0,-4 1 0 0,1-4 0 15,-3-8 0-15,-1-2 0 0,0-6 0 16,-2 1 0-16,0-7 0 0,0 1 0 15,-2-4 0-15,2-2 0 0,-2-1-285 16,2-7-218-16,0 0-154 0,0 0-200 0,0 0 1 16,16-15 91-16,-5 1-687 0,3-1-900 15</inkml:trace>
  <inkml:trace contextRef="#ctx0" brushRef="#br0" timeOffset="5767.1">14468 3057 4428 0,'-7'-12'216'0,"7"12"16"0,0 0 3 0,-3-8 11 0,3 8-3 15,0 0 4-15,0 0 24 0,0 0 24 16,0 0 7-16,14 20-15 0,-5-8-22 16,0 6-24-16,9 5-23 0,-7-3-18 15,4 5-11-15,-5-3-113 0,-5-5-76 0,4-1 0 16,-8-1 0-16,5-1 0 0,-2-3 0 15,-3-1 0-15,3 2 0 0,-2-4 0 16,2 0 0-16,-3-2 0 0,-1-6 0 0,4 8 0 16,-4-8 0-16,0 0 0 0,27-17 0 15,-2-9 0-15,9-8 0 0,3-6 0 0,3 4 0 16,-2 4 0-16,-2 6 0 0,-8 6 0 16,-3 4 0-16,-3 6 0 0,-4 3 0 0,-2 6 0 15,-2 2 0-15,0 3 0 16,3 6 0-16,1 4 0 0,-4 9 0 0,-2 4 0 15,-1-1 0-15,-3 5 0 0,-4-4 0 16,-2-4 0-16,0 2 0 0,0 0 0 0,-4-1 0 16,0-2 0-16,0 1 0 0,1-5 0 15,-2 2 0-15,-3-5 0 0,4 0 0 0,-3-1 0 16,1-4 0-16,2-2-778 0,-1 0-228 16,3-8 108-16,-2 3 87 0,2-3-787 15,0 0-1038-15</inkml:trace>
  <inkml:trace contextRef="#ctx0" brushRef="#br0" timeOffset="6015.39">15313 2675 4742 0,'-5'-11'108'0,"-1"3"37"0,2 0 27 0,4 2 15 0,0 6 11 0,-5-5-3 0,5 5 33 0,0 0 56 0,-2 26 25 16,2-6 0-16,2 18-21 0,0 7-31 0,-6 9-20 15,2 8-27-15,0 2-18 0,-4-3-62 16,-2 1-130-16,-1-4 0 0,0-1 0 16,-3-4 0-16,-1-5 0 0,5-9 0 15,-2-3-75-15,3-1-207 0,3-8-80 0,3-7-101 16,-1-7-110-16,4-3-154 0,1-2-101 16,5-4 80-16,-1-4-658 0,-7 0-857 0</inkml:trace>
  <inkml:trace contextRef="#ctx0" brushRef="#br0" timeOffset="6333.29">15706 3156 4172 0,'-19'6'87'0,"4"3"42"16,0 0 48-16,-3 3 45 0,4 1 50 16,-2-1 29-16,-1 2 21 0,5 3 0 0,1-2-8 15,6 0-17-15,-1-1-18 16,3 0-19-16,6-3-24 0,3 3-23 0,3-2-21 15,0-2-18-15,10 1-18 0,3-4-90 16,2-2-66-16,2-1 0 0,1-3 0 0,2-1 0 16,0-1 0-16,-3-1 0 0,-3-2 0 15,2 0 0-15,-6-2 0 0,0-1 0 0,-4-3 0 16,1-2 0-16,-7 0 0 0,0-4 0 16,-2 1 0-16,-4 0 0 0,-3-3 0 15,-1 5 0-15,-1 1 0 0,-7-3 0 0,2 4 0 16,-4 3 0-16,-3 6 0 0,-3 0 0 15,-2 4 0-15,-2 2 0 0,0 6-450 16,-2-3-292-16,6 4-214 0,6-4 84 0,1 0 103 16,9-1-728-16,1-6-944 0</inkml:trace>
  <inkml:trace contextRef="#ctx0" brushRef="#br0" timeOffset="6800.71">16122 3162 4457 0,'0'0'128'15,"0"0"40"-15,1-9 35 0,-1 9 42 16,0 0 58-16,0 0 47 0,0 0 11 0,0 0 3 16,0 0-11-16,-1 29-16 15,1-20-29-15,0 0-28 0,0 4-27 0,1-3-172 16,-1 2-81-16,2 1 0 0,2-2 0 16,2 0 0-16,-2-3 0 0,4-1 0 0,1 0 0 15,3-2 0-15,-1-3 0 0,2-2 0 16,-13 0 0-16,28-2 0 0,-14-1 0 0,-1-4 0 15,3 0 0-15,-1-3 0 0,-1-2 0 16,-2-2 0-16,-2 1 0 0,0 1 0 16,-3 1 0-16,1 3 0 0,-3 2 0 0,4 0 0 15,-6 0 0-15,-3 6 0 0,0 0 0 0,0 0 0 16,0 0 0-16,-2 26 0 0,-1-11 0 16,-4 8 0-16,-4 9 0 0,-4 3 0 15,1 7 0-15,-5 3 0 0,1 0 0 0,-4 1 0 16,6 0 0-16,-7-1 0 15,1-1 0-15,-1-4 0 0,-1-1 0 0,3-8 0 16,0-2 0-16,-2-3 0 0,2-4 0 16,0-1 0-16,5-6 0 0,2-5 0 0,-3 1 0 15,3-3 0-15,-1-4 0 0,1-1 0 16,3-4 0-16,11 1 0 0,-25-13 0 0,14-2 0 16,1-6 0-16,5-12 0 0,5-2 0 15,3-5 0-15,11-6 0 0,5 0-40 0,2-2-1020 16,6 4 82-16,1 6 109 15,-1 1-914-15,6 3-1214 0</inkml:trace>
  <inkml:trace contextRef="#ctx0" brushRef="#br0" timeOffset="7201.14">16659 3239 4933 0,'0'0'69'0,"9"-8"54"0,-9 8 32 0,0 0 38 0,0 0 63 0,0 0 56 16,0 0 34-16,0 0 20 0,14 11-1 0,-10-5-2 15,-4-6-18-15,6 12-24 0,-5 0-277 16,3-4-44-16,2 1 0 0,-5 1 0 0,1 0 0 16,2-3 0-16,1 1 0 15,-3-2 0-15,-1 1 0 0,-1-7 0 0,8 6 0 16,-8-6 0-16,5 6 0 0,-5-6 0 16,23-11 0-16,-3-1 0 0,10-7 0 15,10-8 0-15,3-3 0 0,-4 5 0 0,-10 6 0 16,-3 1 0-16,-7 9 0 0,-1 1 0 15,-4 8 0-15,-2 0 0 0,-12 0 0 0,17 13 0 16,-10-1 0-16,-1 0 0 0,1 3 0 16,-4 1 0-16,-1-3 0 0,2 1 0 0,-1 0 0 15,1 0 0-15,2-2 0 0,0-2 0 16,2-2 0-16,3 3 0 0,-1-5 0 0,3-4 0 16,1 2 0-16,0-4 0 0,3-4 0 15,2-1 0-15,3-2 0 0,4-7 0 16,-2-4 0-16,1-6 0 0,2-9 0 0,-6 5 0 15,1 2 0-15,-6-3 0 0,6 0 0 16,-11 4-656-16,-1 7-353 0,-6 3-1210 16,-3 5-1624-16</inkml:trace>
  <inkml:trace contextRef="#ctx0" brushRef="#br0" timeOffset="12286.24">8764 4725 1783 0,'0'0'283'0,"0"0"-45"0,0 0-30 0,0 0-7 0,0 0 0 0,-16 2 8 0,16-2-3 0,0 0-6 16,0 0 13-16,0 0 12 0,0 0 12 15,0 0 15-15,0 0 15 0,0 0 18 16,0 0 3-16,0 0 11 0,0 0 9 0,0 0 4 16,-7-9 1-16,7 9-7 0,0 0-15 15,0 0-35-15,5-16-24 0,1 5-26 16,2-1-21-16,0 0-17 0,-1-1-149 0,4-1-19 15,3 4 0-15,-1-3 0 0,5 7 0 16,-2 2 0-16,5 2 0 0,4 6 0 0,10 4 0 16,-3 8 0-16,0 3 0 0,2 8 0 15,-3 4 0-15,-12-2 0 0,-4 3 0 0,-7 3 0 16,-4 2 0-16,-8 0 0 16,-1 2 0-16,-9 11 0 0,-3-6 0 0,-8 1 0 15,0-4 0-15,1-4 0 0,2-10 0 16,-2-2 0-16,1-2 0 0,0-5 0 0,4-7 0 15,2-6 0-15,1-4 0 0,3-4 0 16,1-9 0-16,-10-13 0 0,8-11 0 0,3-16 0 16,9-8 0-16,4-7 0 0,7 1 0 15,5 0 0-15,3 6 0 0,4 9 0 0,2 6 0 16,0 6 0-16,0 13 0 0,0 9 0 16,0 7 0-16,2 6 0 0,1 8 0 15,7 6 0-15,1 7 0 0,8 9 0 16,-6 5 0-16,-4 1 0 0,-2 4 0 15,1 2 0-15,-2-1 0 0,-3-1 0 0,-2 3 0 16,-5-10 0-16,-2 0 0 0,-4-4 0 16,2 1 0-16,-4-7 0 0,-1-4 0 0,1-3 0 15,-5 0 0-15,2-5 0 0,-4 1 0 16,2-6 0-16,-6-2 0 0,0 0 0 0,16-6 0 16,-7-2 0-16,-4 0 0 0,2 1-243 15,-3 0-726-15,0 2 35 0,2 0 98 16,-6 5-936-16,10-15-1201 0</inkml:trace>
  <inkml:trace contextRef="#ctx0" brushRef="#br0" timeOffset="12481.96">9717 4814 5344 0,'-17'-2'206'0,"3"1"42"0,14 1 42 0,-19 0 32 0,19 0 19 0,-11-4 9 0,11 4-10 0,0 0-39 16,0 0-27-16,0 0-99 0,0 0-175 0,25-12 0 15,-6 6 0-15,17-1 0 0,-2 2 0 16,4-1-189-16,-8 5-316 0,-5 1-187 0,-3 0-214 16,-4 3 66-16,2 4 95 15,-8-2-722-15,2 5-916 0</inkml:trace>
  <inkml:trace contextRef="#ctx0" brushRef="#br0" timeOffset="12633.09">9852 5013 4176 0,'-19'11'129'0,"3"-4"57"16,5-1 43-16,2-1 39 0,1-1 45 15,0-2 32-15,8-2 11 0,-11 5-12 0,11-5-31 16,0 0-31-16,0 0-34 0,0 0-56 16,0 0-99-16,32-12-137 0,-8 5-144 0,6-5-142 15,4 0-172-15,0-2-238 16,-1 1-65-16,1-4 81 0,4 1-684 0,6-6-861 0</inkml:trace>
  <inkml:trace contextRef="#ctx0" brushRef="#br0" timeOffset="12915.17">10433 4761 4172 0,'0'0'210'0,"0"0"48"0,0 0 30 0,-8-10 3 16,8 10 15-16,0 0 0 0,7-9 3 15,-7 9-4-15,11-3-20 0,-11 3-21 0,0 0-14 16,28 4-33-16,-15 6-19 0,3 0-18 16,-3 4-19-16,1 4-14 0,-3 7-103 0,-6 0-44 15,-3 0 0-15,-4 11 0 0,-5 0 0 16,-8 8 0-16,-1 1 0 0,4-10 0 15,-2-6 0-15,3 1 0 0,0-8 0 16,6-2 0-16,3-8 0 0,2 1 0 0,4-1 0 16,2-3 0-16,3 3 0 0,1-4 0 15,2-3 0-15,1-1 0 0,0-3 0 16,2 1 0-16,5-2 0 0,0-3 0 0,5-1 0 16,7-3 0-16,2-7 0 0,-3-1 0 15,-1-1-500-15,-1 0-455 0,0-1 42 0,-4-2 90 16,1-1-877-16,5 3-1136 0</inkml:trace>
  <inkml:trace contextRef="#ctx0" brushRef="#br0" timeOffset="13481.14">12756 4578 5132 0,'-4'-23'153'0,"2"4"-1"0,2 7 13 0,-1 0 13 0,1 2 8 0,0 4-16 0,0 6 30 0,0 0 54 0,0 0 35 15,12 29 4-15,1 5-11 0,-1 16-16 16,4 7-23-16,-5 4-15 0,5 3-228 15,-7 0 0-15,-1 4 0 0,-3-2 0 0,-1-2 0 16,-8-5 0-16,4-10 0 0,-4-4 0 16,1-6 0-16,-5-3 0 0,-1-2 0 0,1-10 0 15,0-5 0-15,3-3 0 0,1-5 0 16,1-1 0-16,-4-4 0 0,7-6 0 16,0 0 0-16,0 0 0 0,0 0 0 0,16-35 0 15,0 10 0-15,11-11 0 0,4 0 0 0,-1 2 0 16,-5 8 0-16,4 5 0 15,-4 4 0-15,0 1 0 0,-2 10 0 0,-7 2 0 16,0 4 0-16,1 5 0 0,-2 2 0 0,-2 7 0 16,-2 1 0-16,1 7 0 0,-8-2 0 15,-4 4 0-15,-4 10 0 0,-5 2 0 16,-5 0 0-16,-7 9 0 0,1-2 0 0,-7-5 0 16,2-5 0-16,6-5 0 0,-2-6 0 15,7-5 0-15,1-3 0 0,1-5 0 0,3-4 0 16,2-1 0-16,-1-6 0 0,8 2 0 15,-15-19 0-15,9 2 0 0,2-7 0 0,4-1 0 16,4-10 0-16,5-4-84 0,2 2-954 16,2-9 83-16,-1 11 117 0,12-4-956 0,2 1-1224 15</inkml:trace>
  <inkml:trace contextRef="#ctx0" brushRef="#br0" timeOffset="13650.27">13448 5068 4704 0,'4'6'99'0,"-4"-6"74"0,0 0 41 0,0 0 46 0,0 0 46 0,5 4 46 0,-5-4 32 0,0 0-5 16,23 0-29-16,-9 0-38 0,5-3-35 15,0 2-77-15,6-1-101 0,1 0-120 0,1-2-138 16,-1 4-143-16,-1-3-175 0,-2 3-192 16,-2 3-198-16,-4 1 67 0,-1 1 78 0,-1 2-670 15,-4 3-844-15</inkml:trace>
  <inkml:trace contextRef="#ctx0" brushRef="#br0" timeOffset="13814.07">13583 5368 4129 0,'-17'10'182'0,"8"-5"50"15,1 3 40-15,-2-4 48 0,3-2 38 16,7-2 12-16,-6 4 0 0,6-4-18 0,0 0-37 16,0 0-31-16,0 0-49 0,0 0-96 15,0 0-122-15,38-6-134 0,-23 0-140 0,6-3-168 16,1-1-215-16,4-2-186 15,-2 2 57-15,1-6 78 0,-2 8-618 0,1 1-768 0</inkml:trace>
  <inkml:trace contextRef="#ctx0" brushRef="#br0" timeOffset="14149.91">14581 5104 4154 0,'-12'-19'372'0,"1"6"30"0,0 2 14 16,6 3-3-16,-1 1-11 0,4 0-25 0,2 7-27 16,6-10-21-16,-6 10-23 15,18-4-30-15,-18 4-25 0,34 14-108 0,-12 1-143 16,-1 9 0-16,-3 5 0 0,-11 2 0 16,-3-2 0-16,-8 8 0 0,-12 9 0 0,2-1 0 15,-10-3 0-15,-1 1 0 0,3-3 0 16,5-10 0-16,-1-1 0 0,5-2 0 0,4-8 0 15,4-2 0-15,2-5 0 0,6 1 0 16,6-2 0-16,6-3 0 0,8-1 0 0,13 2 0 16,2-8 0-16,8-1 0 0,-5-1 0 15,4-5 0-15,-6 1 0 0,4 0 0 0,-5-2 0 16,0 1 0-16,-6-5 0 0,-3 6 0 16,-8-2 0-16,-3 2-815 0,-2 0-137 15,-5 0 69-15,-3 3-1001 0,-8 2-1309 16</inkml:trace>
  <inkml:trace contextRef="#ctx0" brushRef="#br0" timeOffset="15081.26">16950 5120 5388 0,'0'0'-86'0,"0"0"15"0,-3-4 14 0,3 4 6 0,0 0 27 0,0 0 51 16,-12 22 36-16,9-7 25 0,-3 5 23 16,2 1 15-16,0 4-3 0,-2 8 2 0,3 1-5 15,-1 0-3-15,0-6-12 0,2-6 5 16,2 3 5-16,-1-9 6 0,-1-3 4 0,2 1 20 15,0-3 35-15,0-3 28 0,0 2 22 16,0-10 8-16,2 6-17 0,-2-6-25 16,0 0-21-16,0 0-152 0,9-39-23 15,-2 4 0-15,11-16 0 0,0-6 0 0,17-21 0 16,3-3 0-16,4-5 0 0,4-3 0 16,-1-1 0-16,5 5 0 0,2 6 0 0,-7 14 0 15,-9 19 0-15,-4 4 0 0,3 10 0 16,-18 9 0-16,6 5 0 0,-4 9-167 15,-5 4-249-15,-1 8-102 0,-13-3-107 0,15 14-195 16,-11 1 11-16,0 4 90 0,-8 16-681 16,-5 0-853-16</inkml:trace>
  <inkml:trace contextRef="#ctx0" brushRef="#br0" timeOffset="15264.41">16891 5154 3743 0,'-20'5'102'0,"2"-3"36"0,5 0 12 16,1-2 19-16,12 0 37 0,-14 2 38 15,14-2 41-15,0 0-15 0,-13-6-18 16,13 6-29-16,0 0-24 0,25-21-20 16,4 9-29-16,7-2-67 0,16-1-91 15,3 3-98-15,3-5-125 0,3 5-138 0,1 2-156 16,7-2-211-16,-1 0 51 0,1-2 83 16,0-1-463-16,-5-1-537 0</inkml:trace>
  <inkml:trace contextRef="#ctx0" brushRef="#br0" timeOffset="15481.09">17906 4703 3236 0,'-20'0'136'0,"3"2"10"15,-4 5 35-15,2 1 46 0,-8 6 25 0,3 3 19 16,-5 2 3-16,6 3 14 0,2 0-3 16,4 7-10-16,-27 152 1760 15,48-157-1877 1,2-4-178-16,0-5 42 0,-3-1-2 15,1-2-53-15,5-1 90 0,-2-3-65 16,-2-2 3-16,1-2 12 0,-6-4-5 16,15 0 6-16,-3-10 37 0,1 3-58 0,6-15-29 15,6-3 59-15,-3-1-30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8T03:40:28.4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5034 2459 629 0,'0'0'273'0,"0"-9"-60"0,0 9-9 0,4-11-7 0,-4 11 1 0,2-9-2 0,-2 2 11 0,0 7-2 0,2-11 26 15,-2 11 25-15,0-8 10 0,0 8 8 16,2-7-4-16,-2 7-14 0,0 0-19 0,0 0-25 16,0-8-26-16,0 8-26 0,0 0-16 15,0 0 18-15,0 0-8 0,-4 25-5 0,2-4-12 16,0 3-5-16,-1 13 11 15,-5 6 7-15,4-2 18 0,0 0-26 0,-2-2-8 16,1 2-15-16,1-4-6 0,0-3-13 16,1-5-12-16,-2-5-7 0,3-5 2 15,0 0-17-15,-3-4-12 0,3 1-25 0,0-4-51 16,0-1-49-16,2-1-52 0,-1-3-87 16,-3-2-107-16,4-5-110 0,-9 4-128 0,9-4-217 15,0 0 44-15,-11-18 75 0,4 3-415 16,3-7-540-16</inkml:trace>
  <inkml:trace contextRef="#ctx0" brushRef="#br0" timeOffset="215.88">4735 2380 3182 0,'-17'-5'127'0,"4"1"13"0,2 1 15 15,11 3 16-15,-14-4 21 0,14 4 5 16,-8-1 1-16,8 1-17 0,0 0-2 0,0 0 0 15,23-12-18-15,10 5-13 0,8-3-18 16,18 1-15-16,4-3-16 0,0 1-50 16,2 3-62-16,-2 2-82 0,-14 3-92 0,1 3-86 15,-8 0-93-15,-2 5-121 16,-15 1-200-16,-6 3 53 0,-4 3-339 0,-9 2-451 0</inkml:trace>
  <inkml:trace contextRef="#ctx0" brushRef="#br0" timeOffset="483.01">5703 2261 3077 0,'-7'-5'220'0,"-1"5"-22"15,8 0-6-15,-17 7 13 0,10 0 12 0,-7 7 1 16,1 2-6-16,-1 9-16 0,1 4-15 15,8 2-21-15,-4 2-11 0,7 2-12 16,4 3-11-16,5-2-13 0,0 2-15 16,4-3-6-16,3-1-8 0,-1-2-10 15,1-3-36-15,-3-8-51 0,-2-2-58 0,-2-1-77 16,5-2-83-16,1 1-88 0,-1-3-97 16,0-6-130-16,-5-3-150 0,1-1 67 0,1-3-364 15,-9-1-468-15</inkml:trace>
  <inkml:trace contextRef="#ctx0" brushRef="#br0" timeOffset="833.01">5881 2534 2629 0,'2'-14'94'0,"-2"0"67"0,0 6 22 0,0 1-4 15,0 7-1-15,1-9-16 0,-1 9-19 16,0 0 28-16,0 0 22 0,0 0 1 0,0 0-13 16,0 0-20-16,36 21-14 0,-23-7-11 15,10 7-16-15,-3 0-11 0,-2 0-14 16,-2-3-7-16,-5-2-7 0,-1 1-8 0,0 3-5 15,-7-5-6-15,-1 2-8 0,0-1-2 16,0-5-1-16,-2 0-1 0,3-4 0 0,-3 0 4 16,0-7-3-16,0 0 1 0,0 0-8 15,0 0-7-15,24-31 0 0,-9 7 7 16,0 2 10-16,4-1 2 0,-6 7-5 0,1 2-8 16,-5 7-2-16,3-1-16 0,0 6 0 15,-3-1 0-15,-9 3 1 0,21 9-4 16,-6 2 2-16,1 3-1 0,-2 9-8 0,0 1 4 15,-1 4 4-15,-1-1-7 16,-4-3-18-16,-3-3-34 0,1-1-47 0,-1 1-58 16,-1-1-58-16,1-5-67 0,-4-1-64 15,1 1-67-15,0-6-96 0,0-1-156 0,0-4-34 16,-2-4 65-16,0 0-326 0,14 0-423 16</inkml:trace>
  <inkml:trace contextRef="#ctx0" brushRef="#br0" timeOffset="1099.48">6566 2042 2624 0,'-7'-21'219'15,"-1"5"46"-15,5 3 19 0,-4 3-5 0,5 4-22 16,-3-2-29-16,5 8-27 0,-2-5-19 16,2 5 17-16,0 0 8 0,18 29-5 0,0 10-33 15,5 10-9-15,0 4-24 0,0 5-10 16,-1 2-9-16,0 3-13 0,-5 0-10 15,-4 1-3-15,-4 0-10 0,0-6-8 0,-5-2-2 16,-10-2-10-16,-1-11-7 16,-2-4-20-16,0 1-40 0,-3-5-36 0,1-3-47 0,5-6-68 15,-3-8-70-15,4-5-77 0,2-2-97 16,-1-6-145-16,2-1-194 0,2-4 67 16,0 0-461-16,0 0-601 0</inkml:trace>
  <inkml:trace contextRef="#ctx0" brushRef="#br0" timeOffset="1299.27">7073 2549 3737 0,'0'0'415'16,"0"0"-18"-16,0 0-16 0,-3-10-7 0,3 10-17 16,0 0-19-16,0 0-21 0,0 0-34 15,7-9-28-15,9 5-28 0,8 2-28 16,4 0-62-16,15 2-84 0,-9-2-131 0,8 4-129 15,-2 0-134-15,-4 4-145 0,-9-2-192 16,-7 4-167-16,-2 5 78 0,-7 1-617 16,-4-1-836-16</inkml:trace>
  <inkml:trace contextRef="#ctx0" brushRef="#br0" timeOffset="1499">7193 2851 3658 0,'-17'8'127'15,"4"-2"92"-15,4 0 52 0,0-2 46 0,2-1 30 16,7-3 28-16,-11 6 16 0,11-6-2 15,0 0-14-15,-10 4-30 0,10-4-33 0,0 0-35 16,0 0-23-16,0 0-30 16,40-3-24-16,-13 0-90 0,7-3-110 0,-3 1 0 15,-4 5 0-15,-5-6-5 0,3 4-204 16,-6-2-68-16,-4 4-63 0,1-3-62 0,-3 3-63 16,-3-1-71-16,-10 1-109 0,15 0-134 15,-15 0 50-15,0 0-565 0,0 0-752 16</inkml:trace>
  <inkml:trace contextRef="#ctx0" brushRef="#br0" timeOffset="2383.98">8339 2900 3503 0,'-2'-12'44'0,"0"-3"55"0,2 4 27 0,0-2 10 0,4 2 6 0,3-2 8 0,5-2 16 16,1 1 5-16,4 2-8 0,2 0-14 0,-1 4-8 16,4 1-17-16,-1 3-10 0,-1 4-14 15,0 2-7-15,1 5-9 0,1 2-7 16,-6 4-5-16,-2 3 3 0,-5 4 22 0,-7 2-2 16,-4 3 21-16,-11 8 12 15,-10 8 27-15,-3-2 23 0,-3-1 1 0,2-4 13 16,6-12 9-16,6-3 2 0,6-3 0 15,-1-5 5-15,2-1 0 0,3-1-5 0,-1-4-107 16,4 2-96-16,-2-2 0 0,4-5 0 16,0 0 0-16,8 11 0 0,3-9 0 15,5 0 0-15,4-4 0 0,7 0 0 0,11-3 0 16,1-1 0-16,-1 3 0 0,-1-1 0 16,1 1 0-16,-9-1 0 0,0 4 0 0,-5-4-44 15,-4 4-550-15,-4 0-140 0,0-2-218 16,-3 0 93-16,-1 2 92 0,-3 2-675 0,-9-2-893 15</inkml:trace>
  <inkml:trace contextRef="#ctx0" brushRef="#br0" timeOffset="2649.32">9261 2596 4280 0,'2'-12'166'0,"-4"1"21"0,2 5-10 15,0 6-15-15,-2-8-21 0,2 8-13 16,0 0 23-16,0 0 108 0,0 0-2 0,0 46-11 16,-2-9-23-16,4 2-21 15,2 3-20-15,1 1-18 0,2-1-14 0,-2-1-12 16,1-2-16-16,1 2-9 0,-1-6-31 0,0 2-49 16,-2-12-47-16,-4-3-57 0,2-4-59 15,-4-5-60-15,2 1-63 0,0-2-56 16,-2-4-90-16,0-1-91 0,0-3-133 15,2-4-145-15,0 0 70 0,0 0-533 0,-11-19-692 16</inkml:trace>
  <inkml:trace contextRef="#ctx0" brushRef="#br0" timeOffset="2832.87">9000 2527 3705 0,'-21'-7'159'15,"7"2"59"-15,2 2 46 16,0-1 33-16,4 1 9 0,8 3 5 0,-11-4-13 0,11 4-29 15,-9-3-31-15,9 3-27 16,0 0-19-16,0 0-21 0,40-10-21 0,5 8-35 16,20 0-85-16,7 0-117 0,7 4-129 15,-1 2-141-15,-4-3-184 0,0-4-309 0,-7 5 75 16,-17-2 82-16,-9 1-469 0,-3 3-627 16</inkml:trace>
  <inkml:trace contextRef="#ctx0" brushRef="#br0" timeOffset="3115.83">10178 2360 3206 0,'-8'-6'207'0,"8"6"49"0,-13-8-16 16,13 8-27-16,0 0-20 0,-17 10 30 15,7 2 44-15,-7 12-3 0,0 7 5 16,3 3-15-16,-2 12-15 0,0 2-21 0,9 2-19 15,3-7-16-15,2 2-15 0,2-4-18 16,2 0-12-16,3 0-14 0,3-4-9 0,1-2-14 16,1-2-32-16,1-4-57 0,-3-5-52 15,0-6-56-15,1-2-65 0,2-4-76 0,0-5-84 16,-2-2-93-16,2-2-95 0,3-4-102 16,-1-1-147-16,2-3 65 0,0-6-487 15,-1 0-644-15</inkml:trace>
  <inkml:trace contextRef="#ctx0" brushRef="#br0" timeOffset="3468.02">10407 2675 3563 0,'3'-15'153'16,"-1"6"58"-16,-2 2 36 0,2 0 37 0,-2 7 35 15,2-8-6-15,-2 8-19 16,0 0-25-16,2-8-27 0,-2 8 3 0,0 0 2 16,15 18-3-16,-3-3-19 0,-1 4-16 15,2 7-20-15,0-1-17 0,-1 3-20 16,-2-4-16-16,-5-4-12 0,3 1-11 0,-6-2-10 15,0-2-9-15,-2 1-51 0,2-4-43 16,-2-1 0-16,2-1 0 0,-2-5 0 0,2 1 0 16,0-2 0-16,-2-6 0 0,3 10 0 15,-3-10 0-15,0 0 0 0,22-16 0 0,-4-3 0 16,3 1 0-16,2 1 0 16,2-3 0-16,-1 5 0 0,-2 3 0 0,-7 3 0 0,0 2 0 15,-2 6 0-15,3 1 0 0,-3 0 0 16,2 5 0-16,0 0 0 0,-1 3 0 15,-1 1 0-15,-1 1 0 0,3 2 0 0,-5 1 0 16,1-4 0-16,-2 3 0 16,3-2 0-16,-4 1 0 0,-1 1 0 0,-2-5 0 15,1 0 0-15,1 0-196 0,-4-3-416 16,1 0-152-16,-4-4-163 0,0 0 92 0,0 0-817 16,0 0-1089-16</inkml:trace>
  <inkml:trace contextRef="#ctx0" brushRef="#br0" timeOffset="3716.11">11142 2242 5038 0,'-2'-12'221'15,"-2"6"-5"-15,3-1-6 0,1 7 6 0,-4-7-13 16,4 7-20-16,0 0-5 0,0 0 55 16,5 25 16-16,8 7-1 0,1 12-16 15,1 5-23-15,-1 10-18 0,3 1-18 16,-7 5-15-16,-3 2-125 0,-3 3-33 0,-2 1 0 15,-2-1 0-15,-2 0 0 0,-2 1 0 16,0-6 0-16,3-5 0 0,-8-6 0 0,4-11 0 16,-3-5 0-16,1-5 0 0,3-6-114 15,1-8-271-15,-2-4-109 0,1-8-149 16,4-1-227-16,0-6 34 0,0 0 88 0,0 0-647 16,0 0-847-16</inkml:trace>
  <inkml:trace contextRef="#ctx0" brushRef="#br0" timeOffset="4052.83">11573 2796 4254 0,'1'-8'191'0,"3"1"-15"16,4 2-12-16,2 1 0 0,3 4 19 15,-13 0 31-15,33 0-3 0,-17 5 9 16,4 4-1-16,0 1 5 0,-4 2 5 0,5 10 21 16,-6 3 36-16,-6-2 7 0,-4-1 9 15,-8-3 24-15,1 6-41 0,-7 6-285 16,3-5 0-16,3-6 0 0,-3 2 0 0,1-5 0 16,4 1 0-16,1-5 0 0,1-1 0 15,1 1 0-15,7 1 0 0,2-5 0 0,4-1 0 16,2 0 0-16,10-4 0 0,2-4 0 15,8-4 0-15,4-5 0 0,-1-3 0 0,10-6 0 16,-5-3 0-16,1-3-285 0,-6-4-777 16,-2-1 108-16,-8-2-1049 0,-3-4-1420 15</inkml:trace>
  <inkml:trace contextRef="#ctx0" brushRef="#br0" timeOffset="4315.68">12168 2267 5541 0,'-6'-16'7'0,"1"4"30"0,3 5 7 16,2 2 11-16,0 5 56 0,0 0 62 0,36 8 52 16,-2 8 22-16,13 11 10 0,5 6-3 15,12 19-8-15,-1 6 3 0,-4 3-27 0,-5 4-20 16,-13 2-21-16,-16-9-41 16,-11 3-140-16,-6 7 0 0,-14 2 0 0,-8 5 0 15,-9 10 0-15,-6-3 0 0,-3-7 0 16,3-15 0-16,-1-1 0 0,-2-6 0 15,-3-3 0-15,1-5 0 0,6-4 0 0,-3-10 0 16,8-7 0-16,5-4-163 0,0-7-358 16,3-9-166-16,3-3-241 0,3-3 74 0,9 2 98 15,-7-14-700-15,7 4-906 0</inkml:trace>
  <inkml:trace contextRef="#ctx0" brushRef="#br0" timeOffset="4601.13">13116 2892 4446 0,'-21'4'234'0,"4"0"18"0,5-4 10 15,1 2 21-15,11-2 39 0,-13 6 35 16,13-6 20-16,0 0 14 0,-6 3 20 15,6-3-20-15,21 6-33 0,17 0-251 0,6 0-107 16,5-1 0-16,10-2 0 0,-7-3 0 16,-2 2 0-16,-3-2 0 0,1 0 0 0,-4 0 0 15,-10 0 0-15,-6-2 0 16,-1 0-80-16,-4 2-468 0,-5-4-109 0,0 3-125 16,-6 0-95-16,-2-5 83 0,-7 0-721 15,1 0-959-15</inkml:trace>
  <inkml:trace contextRef="#ctx0" brushRef="#br0" timeOffset="4849.3">13368 2561 4516 0,'-12'-10'113'0,"3"3"28"15,4 2 29-15,-2 0 28 0,7 5 19 0,-9-4 2 16,9 4 27-16,0 0 62 16,-9 21 44-16,5 1 23 0,-1 14-4 0,4 6-7 15,-1 4-14-15,-2 12-99 0,2 5-251 0,0 1 0 16,1 0 0-16,-1-1 0 0,0-5 0 15,0 0 0-15,0-10 0 0,0-4 0 16,0-2 0-16,-2-4 0 0,0-2 0 16,2-7 0-16,-1-7 0 0,1-3 0 0,-4-2 0 15,6-1 0-15,-2-4 0 0,2-1-302 16,-2-5-414-16,4 0-212 0,-2-6 40 0,0 0 91 16,0 0-754-16,0 0-994 0</inkml:trace>
  <inkml:trace contextRef="#ctx0" brushRef="#br0" timeOffset="5967">13923 3153 4193 0,'4'-7'-46'0,"-4"7"50"0,1-12 36 0,-1 2 47 0,2 2 29 0,4-5 33 15,-3 3 30-15,3-2 28 0,0-2 22 0,0 6 1 16,1-1-17-16,-3 2-27 0,3 2-23 16,-7 5-15-16,16-1-13 0,-16 1 4 0,25 10-7 15,-8 2-5-15,2 7-11 0,2 3-7 16,-4 2-8-16,2-2-8 0,-4 1-10 16,-1-4-6-16,-7-5 9 0,1 1 8 15,-3 2 5-15,0-5 8 0,-3 0 12 16,0 2 16-16,-2-6 3 0,0 0-3 0,2 1-67 15,-2-9-68-15,0 12 0 0,0-12 0 16,0 0 0-16,0 0 0 0,0 0 0 0,0 0 0 16,16-53 0-16,4 22 0 0,5-9 0 15,-2 14 0-15,-3-3 0 0,3 8 0 0,-5 5 0 16,-5 2 0-16,-2 4 0 0,1 3 0 16,-5 2 0-16,2 1 0 0,1 6 0 0,3 3 0 15,0 4 0-15,7 3 0 0,-1 7 0 16,0 1 0-16,-2 4 0 0,0-1 0 15,-2-2 0-15,-2 1 0 0,-1-3 0 0,-2-2 0 16,-3-4 0-16,1 1 0 0,0-2 0 16,-5-2 0-16,1-1 0 0,0-1 0 15,-1-1 0-15,-1 2 0 0,-2-2-133 0,0-1-588 16,0-6-195-16,-7 8 2 0,7-8 91 16,0 0-770-16,0 0-1034 0</inkml:trace>
  <inkml:trace contextRef="#ctx0" brushRef="#br0" timeOffset="6216.33">14872 2532 4422 0,'0'-27'13'0,"0"6"41"0,-2 4 33 0,2 5 15 0,0 2-5 0,0 3-11 0,0 7 21 16,0 0 82-16,0 0 53 16,-22 24-3-16,11 3 15 0,-2 8 16 0,-4 10-11 15,3-1-21-15,5-3-21 0,1 9-19 16,-4 1-13-16,11-10-19 0,-3 1-18 0,2 2-14 15,4-1-12-15,0 2-13 0,1-3-10 16,-1-2-44-16,1-3-51 0,1 1-70 16,-2-9-86-16,-1-3-95 0,1-3-86 0,0-7-103 15,0 2-92-15,0-5-102 16,2 1-144-16,-3-3 9 0,7-8 77 0,0 0-495 0,3-4-647 16</inkml:trace>
  <inkml:trace contextRef="#ctx0" brushRef="#br0" timeOffset="6547.8">15164 2950 3164 0,'5'-16'34'0,"-3"1"53"0,0 6 33 16,-2-1 21-16,0 4 2 0,0 6 12 15,0 0 8-15,-6-6 25 0,6 6 28 0,-21 14 13 16,2 5 3-16,-4 4-13 0,0-1-14 16,2 4-17-16,4 0-6 0,-2 1-16 15,5-1-11-15,5-4-14 0,3-2-8 0,3-3-9 16,3-1-13-16,3 1-5 15,7-1-14-15,4-1-4 0,10 1-10 0,9-3-6 0,1-5-9 16,6 0-5-16,1-6-2 16,0-2-7-16,-1-4-5 0,-4-3 3 0,-2-2-9 15,-4-4-2-15,1-7-3 0,-6-1 6 16,-6-4-7-16,-2-1 12 0,-5-2-13 0,-9 0-8 16,1 5 0-16,-6 0-9 0,0 1-3 15,-5 2-7-15,-1 2 2 0,-3 1-6 0,-7 3-1 16,2 4-12-16,-9 3-48 0,-2 6-56 15,2 1-74-15,-11 6-97 0,7 0-100 0,7 2-111 16,3 1-123-16,3-4-191 16,8 0 81-16,3-1-580 0,5-4-770 15</inkml:trace>
  <inkml:trace contextRef="#ctx0" brushRef="#br0" timeOffset="7014.79">15647 2884 3722 0,'0'0'58'0,"0"0"22"0,0 0 32 16,-36 16 36-16,17-6 31 0,2 1 26 16,-3-1 25-16,4 3-3 0,-2 1-7 0,5 1-15 15,-1-1-24-15,5 3-8 0,5-3-20 16,2-2-7-16,2 3-14 0,4 0-13 16,5 3-8-16,3-5-11 0,3-1-6 15,6-5-11-15,1 0-8 0,2-4-2 0,2-5-9 16,-1 1-7-16,-1-3 1 0,-1 0-4 0,5-10-4 15,-2 1 5-15,-3 2-14 0,-3 2 14 16,-7 2 15-16,-3 2-3 0,-1 0-6 16,-2 2-17-16,1 1-11 0,-8 2 0 0,0 0 6 15,8 13 6-15,-10-2-4 0,0 7 8 16,2 5 0-16,-2 2 19 0,-4 14 8 16,2 2 12-16,1-1 2 0,-3 4-12 0,2-1-78 15,1 1 0-15,1-1 0 0,-3-2 0 16,3-4 0-16,-1-2 0 0,-1-6 0 0,0-7 0 15,3-3 0-15,-5-2 0 0,0 0 0 16,0-3 0-16,0-2 0 0,-5 1 0 16,-3-4 0-16,0 2 0 0,-6-4 0 15,-3-1 0-15,-1-3 0 0,-3-3 0 0,-9-7 0 16,-2-3 0-16,-4-11 0 0,4-7 0 16,8-6 0-16,1-4 0 0,11 6 0 0,7-1 0 15,8 8-248-15,1 0-465 0,5 1-183 16,3 2 1-16,3 3 84 0,3-7-763 15,3 7-1016-15</inkml:trace>
  <inkml:trace contextRef="#ctx0" brushRef="#br0" timeOffset="7464.75">16105 3064 4722 0,'5'-5'163'0,"-5"5"27"0,6-9 2 0,-6 9 11 0,6-5 3 0,-6 5-10 15,0 0-19-15,0 0-4 0,0 0 2 16,0 0 1-16,23 19-9 0,-16-7-20 0,2 3-15 16,1 4-14-16,0 1-8 0,-3-4-17 15,-1 0-7-15,0-1-8 0,-2-1-5 0,-1-3-10 16,-1 1-3-16,0 1-6 0,0-5-5 16,0 1 5-16,0-5-4 0,-2-4 5 15,3 12 34-15,-3-12-1 0,9 3-36 16,-9-3-52-16,0 0 0 0,28-26 0 0,-7 2 0 15,2 2 0-15,4 4 0 0,-11 4 0 16,2 2 0-16,-9 4 0 0,-1 3 0 16,2 5 0-16,-10 0 0 0,12 8 0 0,-1 1 0 15,-6 3 0-15,4 2 0 0,-3 1 0 16,2 5 0-16,2-3 0 0,1-2 0 0,-6-1 0 16,5-2 0-16,0 0 0 0,1-2 0 15,1-3 0-15,-3 0 0 0,5-4 0 0,1 0 0 16,2-8 0-16,5-1 0 15,13-10 0-15,3-9 0 0,6-4 0 0,-4-6 0 16,0-2 0-16,-2-6 0 0,-4-1 0 16,-2 0 0-16,-5 1 0 0,-7 10 0 0,-6 10 0 15,-5 5 0-15,-7 7 0 0,-9 1-704 16,0 8-315-16,-6-1 117 0,13 3-991 0,-33 5-1316 16</inkml:trace>
  <inkml:trace contextRef="#ctx0" brushRef="#br0" timeOffset="11413.7">6980 4413 3420 0,'0'0'252'16,"0"0"-58"-16,0 0-22 0,-17-10-11 0,17 10-14 0,-4-8-1 0,4 8 3 0,5-12-6 0,-5 12-3 0,9-15 4 16,-6 7-5-16,3 3-12 15,-1 0-13-15,1 0-9 0,-6 5-7 0,18-3-4 16,-18 3-3-16,26 6 4 0,-13 5 2 0,10 7-5 16,-3 8-7-16,-2 3-1 15,-2 5-5-15,-5 0 3 0,-4 7 12 0,-5-2 16 16,-4 0 12-16,-5 2 8 0,-6 5 1 15,-4-3 12-15,-5-1 8 0,8-12 4 0,-8-1-2 16,2-5-10-16,1-2-8 0,-3-9-5 16,9-3-3-16,-4-4-110 0,4-6-17 0,-3-2 0 15,1-5 0-15,2-7 0 0,-6-12 0 16,7-5 0-16,1-18 0 0,5-6 0 16,6-9 0-16,4 0 0 0,5 4 0 0,3 3 0 15,3 7 0-15,1 4 0 16,-1 17 0-16,0 4 0 0,0 7 0 0,1 7 0 15,0 7 0-15,6 2 0 0,1 4 0 16,9 6 0-16,2 5 0 0,4 12 0 0,0 2 0 16,1 0 0-16,-3 3 0 0,-6 4 0 15,1 0 0-15,-11-4 0 0,1-4 0 0,-3 0 0 16,-3 2 0-16,-3-7 0 0,-5-4 0 16,1-5 0-16,-5 1 0 0,1-1 0 0,2-3 0 15,0-2 0-15,0-1 0 16,-5 1 0-16,3-3 0 0,2 1 0 0,-6-5-259 15,6 2-287-15,-6-2-117 0,0 0-180 16,20-11-9-16,-8 4 93 0,0-6-693 16,7-8-901-16</inkml:trace>
  <inkml:trace contextRef="#ctx0" brushRef="#br0" timeOffset="11597.36">7710 4398 4105 0,'0'0'105'0,"-9"-5"47"0,9 5 22 0,0 0 26 0,0 0 30 0,-14-2 24 0,14 2-11 0,0 0-12 0,0 0-10 16,0 0-16-16,0 0-16 0,0 0-20 0,0 0-29 16,52 4-61-16,-29-8-102 0,3 1-114 15,7-4-132-15,1 0-150 0,2 0-185 0,-6 4-170 16,-5 4 64-16,-1 1-569 16,-6 2-739-16</inkml:trace>
  <inkml:trace contextRef="#ctx0" brushRef="#br0" timeOffset="11763.91">7855 4696 3996 0,'-14'6'264'0,"3"-2"29"0,4 0 33 15,0-2 17-15,7-2 3 0,0 0-13 16,-11 5-26-16,11-5-28 0,0 0-32 16,0 0-24-16,0 0-69 0,36-11-125 0,-4 0-141 15,7-3-160-15,10-7-172 0,7 1-195 16,-3-1-173-16,5 2 59 0,-1 1-644 0,-3 3-850 15</inkml:trace>
  <inkml:trace contextRef="#ctx0" brushRef="#br0" timeOffset="12080.84">8685 4432 4329 0,'-12'-7'259'0,"12"7"-2"0,0 0-5 15,-7-7-17-15,7 7 8 0,0 0-7 0,19-8 6 16,-5 6-25-16,1 0-11 0,5 4-16 15,-4 2-17-15,7 2-16 0,4 7-14 16,-4 5-15-16,-3 6-12 0,-7 3-10 16,-8 7-6-16,-3 2 13 0,-6 5 26 0,-13 7 24 15,-4 1 24-15,-5 1-187 0,-7-3 0 16,5-3 0-16,-1-3 0 0,8-12 0 0,3-2 0 16,7-6 0-16,5-5 0 0,1-4 0 15,5-4 0-15,7-1 0 0,3-2 0 0,3-3 0 16,2-4 0-16,6-1 0 0,3-1 0 15,-2-1 0-15,1 0 0 0,0-2 0 0,0 0 0 16,-3 0 0-16,-2 4 0 0,-1-2 0 16,-5 3-349-16,0-1-217 0,-1-1-38 15,-4 3-49-15,-7 1-64 0,11-5-59 16,-11 5 73-16,10-2-597 0,-4-2-759 16</inkml:trace>
  <inkml:trace contextRef="#ctx0" brushRef="#br0" timeOffset="12846.75">10715 4572 3915 0,'-7'-17'151'0,"-2"3"10"0,6 1 17 0,-1 5 17 16,0-1 18-16,3 2 24 0,1 7 14 0,-6-8-12 15,6 8 12-15,0 0 48 0,0 0 30 16,7 34-3-16,-3-1-23 0,2 5-31 0,-2 6-22 16,-2 0-24-16,0 13-21 0,-2-11-15 15,-2 0-190-15,0 0 0 0,-1 0 0 0,-2-3 0 16,-1-4 0-16,3-3 0 0,-3-9 0 16,4-7 0-16,-1-3 0 0,-2-1 0 15,3-3 0-15,0-5 0 0,2-3 0 16,0-5 0-16,0 0 0 0,0 0 0 0,14-33 0 15,-1 7 0-15,5-3 0 0,0 0 0 16,7 2 0-16,-2 3 0 0,0 2 0 0,4 4 0 16,2 9 0-16,-3 2 0 0,-2 5 0 15,1 5 0-15,10 8 0 0,-5 6 0 16,1 1 0-16,-8 7 0 0,-6 5 0 0,-4 4 0 16,-4-3 0-16,-5 4 0 0,-4-6 0 15,-4 4 0-15,-1-6 0 0,-2 4 0 0,-7-2 0 16,-1-5 0-16,-3 0 0 15,5-7 0-15,-2-2 0 0,0-2 0 0,4-5 0 16,-5-1 0-16,5-4 0 0,-3-3 0 16,-1-1 0-16,1-5 0 0,-2-1 0 0,-4-17 0 15,4 1 0-15,2-8 0 0,7 0 0 16,1-1-630-16,10 3-273 0,3-2-15 0,4-1 96 16,7 5-851-16,3 0-1108 0</inkml:trace>
  <inkml:trace contextRef="#ctx0" brushRef="#br0" timeOffset="13013.68">11318 4966 4928 0,'16'-2'75'0,"0"2"52"0,-5 0 55 0,-11 0 79 0,19-2 36 0,-19 2 41 0,15-2 17 0,-15 2-2 15,21-3-25-15,-10 0-26 0,5 3-39 0,4-2-24 16,0 0-96-16,5 0-143 16,3 2 0-16,1 0 0 0,2 2 0 0,6 0 0 15,1 0-364-15,-1 4-191 0,-1 1-192 16,-7 5-155-16,-6-2 96 0,-8 3-832 0,-6-3-1077 15</inkml:trace>
  <inkml:trace contextRef="#ctx0" brushRef="#br0" timeOffset="13184.8">11633 5281 4972 0,'-23'5'233'16,"1"-3"56"-16,3 1 44 0,-1-1 47 16,7-2 36-16,1 2 8 0,12-2-16 0,-22 1-29 15,22-1-43-15,-14-1-315 0,14 1-21 16,0 0 0-16,24-14 0 0,6 2 0 15,8-3 0-15,14-2 0 0,3-4 0 0,6-3-250 16,0-1-564-16,2 1-134 0,-2 2 89 16,-6 0-950-16,-1-2-1238 0</inkml:trace>
  <inkml:trace contextRef="#ctx0" brushRef="#br0" timeOffset="13515.66">12198 4919 5184 0,'-14'-10'93'0,"3"0"36"16,2-1 36-16,0 3 34 0,4-2 10 0,3 1 11 15,4 1 11-15,3-2 15 0,9 5 5 16,8-3-1-16,3 4-16 0,0 3-19 16,14 6-21-16,1 6-14 0,-4 3-16 15,5 9-137-15,-16-1-27 0,-1 8 0 0,-12 2 0 16,-10 6 0-16,-4 1 0 0,-12 9 0 16,-8 1 0-16,-4-6 0 0,-3 1 0 0,0-7 0 15,5-1 0-15,5-14 0 0,6-3 0 16,5-5 0-16,0-2 0 0,6-5 0 15,6 1 0-15,5-6 0 0,11 1 0 16,7-3 0-16,1 0 0 0,17-5 0 0,-2-1 0 16,2 0 0-16,-2-2 0 0,-3 1 0 15,-3 1 0-15,-8-2 0 0,-6 3 0 0,-2 0 0 16,-4 2 0-16,-3-1 0 0,-3 1 0 16,-4-1 0-16,4 3 0 0,-4-1 0 0,-7 2 0 15,15-3 0-15,-9-1 0 0,0 1-234 16,-3-2-799-16,-1-1 86 0,2 1 115 0,-4 5-918 15,0 0-1181-15</inkml:trace>
  <inkml:trace contextRef="#ctx0" brushRef="#br0" timeOffset="14383.04">14126 4975 4940 0,'-6'-4'44'0,"6"4"31"0,-1-9 22 0,1 9 24 0,0-12 25 0,0 12 45 0,7-13 38 0,3 6 10 15,-1 2-1-15,4-1-3 16,-1 4 0-16,10 2-3 0,-2 6-2 0,10 6-13 16,5 5-18-16,2 6-17 0,-1 7-18 15,-6 1-11-15,-8-7-129 0,0 3-24 0,-5 0 0 16,-6 1 0-16,-2-3 0 0,0-6 0 15,-6 1 0-15,-3-3 0 0,2 0 0 0,-2-3 0 16,0-1 0-16,0-1 0 0,0-3 0 16,0-1 0-16,0-1 0 0,0-7 0 0,2 9 0 15,-2-9 0-15,0 0 0 0,0 0 0 16,0 0 0-16,17-52 0 0,-2 20 0 16,7-12 0-16,6 1 0 0,3 3 0 15,1 2 0-15,2 7 0 0,-7 7 0 0,2 7 0 0,-1 3 0 16,-5 8 0-16,-2 2 0 0,-2 6 0 15,2 3 0-15,0 2 0 0,-4 5 0 16,5 7 0-16,2 5 0 0,-9-2 0 16,2 3 0-16,-5-1 0 0,-3 3 0 0,0 2 0 15,1-8 0-15,-6 3 0 0,0-4 0 16,0-3 0-16,-1-2 0 0,-1-1 0 0,0 0 0 16,2-6 0-16,-4 1 0 0,0-4-330 15,0-5-441-15,0 0-162 0,0 0 68 0,0 0 102 16,0 0-777-16,14-22-985 0</inkml:trace>
  <inkml:trace contextRef="#ctx0" brushRef="#br0" timeOffset="14646.51">15298 4521 4585 0,'0'-12'166'0,"-1"3"7"0,1 4 6 0,0 5-9 0,-2-10 1 16,2 10 40-16,0 0 59 0,5 26 40 0,3 6 21 15,0 9-6-15,5 10-28 0,0 5-24 16,-3 4-30-16,-3 0-17 0,3 0-41 0,-7 0-109 16,2-2-76-16,0-3 0 15,-3-12 0-15,0-4 0 0,0 2 0 0,-2-12 0 16,2-4 0-16,-2-4 0 0,0-3 0 0,2 0 0 16,-2-3-165-16,2-3-157 0,-2-4-98 15,1-1-92-15,-1-3-109 0,0-4-215 16,16 1 53-16,-16-1 94 0,22-10-618 0,-2 2-765 15</inkml:trace>
  <inkml:trace contextRef="#ctx0" brushRef="#br0" timeOffset="14948.93">15849 4967 3762 0,'0'-7'117'0,"0"7"19"0,0 0 26 16,0 0 28-16,0 0 35 15,0 0 28-15,-27 36 37 0,14-10 22 0,-1 1 3 0,3 1-10 16,4-4-16-16,3-1-19 0,0 0-27 15,4-3-25-15,0-1-17 0,4 3-21 16,4-5-17-16,1 1-18 0,5-2-17 16,1-6-11-16,2 0-15 0,0-5-34 0,0 0-68 15,5-3 0-15,-2-2 0 0,1-2 0 16,0-1 0-16,-2-4 0 0,-2 2 0 0,-2 0 0 16,-1-4 0-16,-3-1 0 0,-2-2 0 15,0-1 0-15,-2-6 0 0,-1-3-2 16,-5 5-8-16,1-7-1 0,-2 5 2 0,-2-1 5 15,2 3-4-15,-1-2-13 0,-3 4-29 16,-2-1-41-16,-4 6-52 0,3 0-63 16,-2 6-79-16,-5 1-101 0,3 5-119 15,-2 1-164-15,-3 0-139 0,5 3 70 0,4-1-706 16,7-5-893-16</inkml:trace>
  <inkml:trace contextRef="#ctx0" brushRef="#br0" timeOffset="15279.99">16401 4925 3859 0,'0'0'135'16,"-1"-9"56"-16,1 9 10 0,0 0 11 15,0 0 20-15,-27 19 29 0,18-2 24 16,-9 6 6-16,7 5 0 0,2 3-12 0,0 1-24 16,0-3-21-16,5-3-21 0,4-2-22 15,0-4-16-15,2-1-19 0,4-3-19 16,0 1-16-16,5-5-11 0,-1 1-10 15,2-7-15-15,2 0-23 0,2-1-28 0,1-4-23 16,0-4-25-16,2 0-25 0,-3-3 5 16,0-4-9-16,13-5 7 0,-6-6 5 0,-2 3-8 15,-8-3 4-15,5-4-6 0,-5-1 1 16,-1-1 2-16,-3 5-3 0,-6 3-21 0,1 4-28 16,-2 3-40-16,-2 2-40 0,-4 3-50 15,1 3-53-15,-7 1-66 0,0 1-60 0,10 2-62 16,-32 4-69-16,15-1-95 15,2 2-47-15,4-3 50 0,1 0-431 0,10-2-527 16</inkml:trace>
  <inkml:trace contextRef="#ctx0" brushRef="#br0" timeOffset="15549.5">16530 4996 2675 0,'15'-1'-62'0,"-2"-3"63"15,0 2 49-15,-1 2 41 0,0 0 40 16,-12 0 34-16,14-1 42 0,-14 1 39 0,16 5 42 16,-9 0 29-16,1 0 26 0,-4 5 13 15,-1 4-6-15,2 5-10 0,-3 3-19 16,-9 17-16-16,2 3-18 0,-6 13-15 15,-7 5-14-15,1 5-26 0,-4 1-16 16,-7 16-21-16,4-17-13 0,4-2-31 0,3-2-4 16,0-3-20-16,1-3-127 0,3-5 0 15,-1-5 0-15,3-11 0 0,-1-5 0 0,5-5 0 16,1-5 0-16,3-4 0 0,-3-6 0 16,1 2 0-16,2-5 0 0,-3-3 0 0,-1-1 0 15,7-2 0-15,-20-2 0 0,9-7 0 16,-1-3 0-16,-10-9 0 0,3-5 0 0,2-5 0 15,3-3 0-15,5-7-16 0,0-9-524 16,4 5-104-16,3 1-185 0,2-1-20 0,4-1 88 16,3 5-787-16,2 0-992 0</inkml:trace>
  <inkml:trace contextRef="#ctx0" brushRef="#br0" timeOffset="15997.19">16830 5063 4472 0,'0'0'134'16,"0"0"42"-16,0 0 41 0,0 0 56 0,20 7 42 16,-17-2 32-16,5 2 14 0,-2 2-7 15,1-3-11-15,3 1-27 0,-3 3-35 16,3 1-24-16,1-2-28 0,-1 0-113 0,0 1-116 16,-3-2 0-16,2-2 0 0,0 2 0 15,-4-1 0-15,3-3 0 0,-8-4 0 16,7 10 0-16,-3-6 0 0,-4-4 0 15,8 6 0-15,-8-6 0 0,0 0 0 0,0 0 0 16,9-18 0-16,1 1 0 0,3-12 0 16,4 1 0-16,2 3 0 0,3 2 0 0,-8 8 0 15,0 3 0-15,-1 4 0 0,0 4 0 16,-1 4 0-16,-12 0 0 0,25 5 0 0,-14 4 0 16,0 3 0-16,-1 1 0 15,2 3 0-15,-3 1 0 0,-1 0 0 0,1-1 0 0,1-3 0 16,0-1 0-16,-3 1 0 15,2-5 0-15,1-2 0 0,0 0 0 0,1-4 0 0,5-2 0 16,-2-4 0-16,8-2 0 16,4-9 0-16,-1 1 0 0,-1-3 0 0,-1-3 0 15,-1-1 0-15,1 0 0 16,-10 1 0-16,-2 3 0 0,-1-2 0 0,-1 3 0 0,-1 2 0 16,-5 3 0-16,-3 3-411 0,0 1-597 15,-3-1 81-15,-5 6 113 0,8 2-897 0,-25-2-1145 16</inkml:trace>
  <inkml:trace contextRef="#ctx0" brushRef="#br0" timeOffset="17280.86">6073 7841 4014 0,'-8'-9'416'0,"3"4"-127"0,5 5-28 0,-8-10-12 0,4 3 9 16,0 0 25-16,4 0-18 0,0 7-14 0,2-14-6 16,0 7-16-16,-2 7-18 0,14-6-9 15,-5 6-6-15,-9 0 0 0,38 10-16 0,-8 7-10 16,1 2-17-16,3 10-30 0,1 2-123 15,-7 0 0-15,-1 3 0 0,-8-2 0 0,-6-1 0 16,-3-2 0-16,-4-3 0 0,-4 1 0 16,-1-4 0-16,-2 1 0 0,-5-2 0 15,2-1 0-15,1-6 0 0,-2 1 0 16,1-4 0-16,2-4 0 0,1-1 0 0,1-7 0 16,0 0 0-16,0 0 0 0,0 0 0 15,-2-27 0-15,5 3 0 0,10-15 0 0,1-6 0 16,8 4 0-16,-8 10 0 0,4 5 0 15,3 3 0-15,-4 6 0 0,0 4 0 0,0 6 0 16,6 2 0-16,-4 5 0 0,-2 4 0 16,6 4 0-16,6 6 0 0,-1 7 0 15,-3 0 0-15,-1 5 0 0,-1 2 0 16,-5 1 0-16,-3 0 0 0,1 2 0 0,-4 0 0 16,-4-2 0-16,0-3 0 0,-4-5 0 15,1-4 0-15,-1-4 0 0,3 1 0 0,-5-2 0 16,3-1 0-16,-3-5 0 0,1-2-36 0,-3-4-703 15,0 0-205-15,0 0 50 16,0 0 110-16,0 0-846 0,15-15-1070 0</inkml:trace>
  <inkml:trace contextRef="#ctx0" brushRef="#br0" timeOffset="17596.73">6946 7097 4905 0,'-6'-16'150'0,"3"5"8"15,-2 2-3-15,5 2-9 0,0 7 5 0,0 0 41 0,0 0 43 0,0 0 23 0,16 29 5 0,-5 5-11 0,1 14-18 0,-1 6-23 16,2 1-21-16,-1 3-18 0,-3-1-18 0,0-2-13 15,0-7-14-15,-2-7-30 0,0-2-97 16,-3-5 0-16,3-5 0 0,-6-7 0 0,1-2 0 16,-2-7 0-16,2 0-169 15,2-1-111-15,-4-3-95 0,2-1-132 0,0-4-128 0,-2-4-193 16,0 0 51-16,0 0 90 0,19-10-651 16,-6-5-793-16</inkml:trace>
  <inkml:trace contextRef="#ctx0" brushRef="#br0" timeOffset="17913.21">7424 7232 4061 0,'0'0'154'0,"0"0"17"0,0 0 20 15,0 0 42-15,-23 18 41 0,16 2 45 16,-3 7 13-16,2 7-9 0,3-1-11 16,1 6-25-16,2 0-28 0,2-3-18 0,4 3-31 15,2-6-18-15,1 0-22 0,7-2-14 0,2-5-15 16,0 0-16-16,4-7-85 15,-2-5-40-15,1-4 0 0,4-1 0 0,-2-5 0 16,0-2 0-16,-1-4 0 0,4 0 0 16,-1-3 0-16,-4-4 0 0,-1-2 0 0,-4-1 0 15,1-3 0-15,-6-3 0 0,2-1 0 16,-10-6 0-16,-1 1 0 0,-5-13 0 16,-5-4 0-16,-1 4 0 0,-11-4 0 0,8 10 0 15,-8 6 0-15,1 5-122 0,3 9-74 16,-2 5-50-16,4 5-72 0,-6 2-75 15,-1 6-119-15,2 0-160 0,-8 8-138 16,3 4 78-16,3 3-693 0,4 1-876 0</inkml:trace>
  <inkml:trace contextRef="#ctx0" brushRef="#br0" timeOffset="18248.06">7887 7232 3812 0,'2'-5'72'16,"-2"5"64"-16,0 0 41 0,0 0 37 0,0 0 30 16,-14 38 37-16,12-16 24 0,-5 12 0 15,2 2-2-15,1 4-17 0,0-2-23 16,2 1-24-16,4-3-27 0,0-1-18 0,5-5-20 16,3-6-19-16,-2-5-11 0,3-2-15 15,2-3-15-15,4-3-23 0,3-3-16 16,-2-5-21-16,-2-3-9 0,3-1-13 15,2-7-18-15,7-4-13 0,-3-3-12 0,-1-4-18 16,-6-1-21-16,0-2-6 0,-6-4-11 16,0-2-21-16,-6 3-31 0,0 1-24 0,-5-2-29 15,-1 1-27-15,-1 8-34 0,-7-3-44 16,-2 7-51-16,-1 4-49 0,-5 5-44 16,0 4-71-16,-8 5-95 0,-6 7-93 15,-1 3 65-15,3 3-449 0,8-1-535 0</inkml:trace>
  <inkml:trace contextRef="#ctx0" brushRef="#br0" timeOffset="18495.77">8015 7500 3052 0,'16'3'87'0,"-5"2"55"16,0 2 43-16,3 2 47 0,-3 0 41 15,3 6 39-15,-2-2 34 0,-1 5 13 0,3 7 1 16,1 2-1-16,1-1-14 0,-5 2-19 16,1 0-10-16,-1-1-23 0,-2-2-14 0,-3-4-16 15,0 0-17-15,-2-1-14 0,2 3-48 16,-5-6-184-16,-1-1 0 0,0 3 0 0,0-2 0 15,-1-1 0-15,-3 0 0 16,0-3 0-16,0-3 0 0,0-1 0 0,-2-1 0 0,-1 1 0 16,-1-3 0-16,-2-1 0 15,1-1 0-15,9-4 0 0,-21 0 0 0,21 0 0 16,-24-4 0-16,10 4 0 0,3-4 0 16,-1 0 0-16,3 4 0 0,-2-3 0 0,0 2-53 15,11 1-795-15,-20 0-116 0,8 0 97 16,1 1-990-16,11-1-1281 0</inkml:trace>
  <inkml:trace contextRef="#ctx0" brushRef="#br0" timeOffset="19745.71">6546 8049 5319 0,'-18'26'-110'0,"4"3"10"0,2 5 41 0,4-2 28 0,8-5 27 16,4-2 17-16,12 4 22 0,4-2 5 0,16-2 1 16,6-2-5-16,7-9-4 0,-1-9-3 15,4-3-9-15,17-9-32 0,-3-3-45 0,-1-9-39 16,-3-3-38-16,-4-10-30 0,11-11-7 15,-22 1 5-15,-2-5 14 0,-2-17 17 0,-14 6 20 16,-10-2 34-16,-6-8 34 16,-11 0 35-16,-10-1 29 0,-11 5 22 0,-17-8 15 15,-10 9 10-15,-3 26 19 0,-8 10-1 16,-10 13 4-16,-4 14 4 0,-3 14 11 0,-23 22 17 16,4 7 9-16,3 9 6 0,8 6 9 15,15 4 5-15,12-2 1 0,23-7-4 0,8 2-4 16,13 0 3-16,11-11-6 0,17 7-1 15,20-9-10-15,14-4-8 0,27-2-11 0,12-10-13 16,12-15-13-16,-12-9-38 0,23-11-37 16,-1-8-28-16,-2-6-26 0,1-13-23 15,-3-4-24-15,-8-2-22 0,-7-7-8 0,-8-1 12 16,-17-2 14-16,-13-2 36 16,-19 6 32-16,-13-5 28 0,-11-5 19 0,-16-2 11 15,-12-2 6-15,-9 0 4 0,-20-12 7 16,-11 11 1-16,-5 13-4 0,2 21-4 0,-3 15 0 15,-16 13-5-15,-20 16 1 0,-3 19-2 16,4 11-8-16,4 11-4 0,9 2 3 0,16 1-4 16,12 0-1-16,26-11-6 0,8-1 5 15,21-10-2-15,4-2-7 0,15-3-21 0,16 2-41 16,11-8-57-16,5-10-94 16,9-3-128-16,-9-10-138 0,15-5-195 0,-2-5-35 15,-2-4 89-15,-2-3-483 0,-6-5-567 0</inkml:trace>
  <inkml:trace contextRef="#ctx0" brushRef="#br0" timeOffset="20412.56">9675 7903 3505 0,'0'-9'280'0,"2"4"-20"0,-2 5-22 0,2-7-10 0,-2 7 15 0,0 0 22 0,0 0 28 0,30 15 4 16,-17-1 1-16,8 7-23 0,2 3-12 16,0 0-23-16,-2-1-17 0,-2 3-9 0,-2 2-15 15,-3 1-14-15,-5 0-15 0,-2-5-14 16,-3-3-12-16,-1-4-12 0,-3-2-49 16,0 1-83-16,0-4 0 0,0 0 0 15,0-1 0-15,0-5 0 0,0-6 0 0,5 5 0 0,-5-5 0 16,0 0 0-16,25-40 0 15,-10 7 0-15,8-15 0 0,6 3 0 0,1 4 0 16,-1 5 0-16,1 5 0 0,-3 11 0 16,-3 3 0-16,-1 7 0 0,0 8 0 0,-3 3 0 15,4 4 0-15,8 10 0 0,0 7 0 16,4 4 0-16,-11 6 0 0,0-3 0 0,-5 0 0 16,-4 3 0-16,-2 0 0 15,-3-1 0-15,-2-1 0 0,-4-5 0 0,-1-4 0 0,0-4 0 16,-2 0 0-16,-2-3 0 15,0-3 0-15,0-3-486 0,-2-4-136 0,2-4-135 16,-6 4-106-16,6-4 84 0,0 0-814 16,0 0-1034-16</inkml:trace>
  <inkml:trace contextRef="#ctx0" brushRef="#br0" timeOffset="20646.09">10652 7321 4806 0,'0'-13'178'15,"-1"7"12"-15,1-4-4 0,0 10-4 16,0 0-8-16,0 0 48 0,0 0 33 0,0 0 24 16,12 33 1-16,-6 2-19 0,2 2-25 15,-2 6-22-15,3 7-21 0,-2-7-23 16,0-1-19-16,-1-1-52 0,-3-3-65 0,1-2-78 16,0-6-75-16,-4-5-82 0,0-5-71 15,0-1-89-15,-2-1-87 0,0-5-73 16,0-3-113-16,0-4-138 0,2-6 63 0,0 0-661 15,0 0-825-15</inkml:trace>
  <inkml:trace contextRef="#ctx0" brushRef="#br0" timeOffset="20961.74">11062 7403 3495 0,'8'-3'-34'0,"-8"3"94"16,0 0 59-16,0 0 46 0,2 17 48 0,-6-5 34 15,-2 8 41-15,-2 0 17 0,-3 11 16 16,1 2 4-16,1 4-3 0,0 1-17 0,-1-3-25 15,6 0-21-15,2-6-44 0,2-1-14 16,2-2-23-16,6 3-18 0,1-2-15 0,4-6-19 16,-1-6-20-16,3-3-28 0,1-3-35 15,-2-4-30-15,6-2-26 0,-4-3 0 16,4-1-14-16,5-6-9 0,-4-2 2 0,1-6 12 16,-1-6-2-16,-5-4 2 0,-5-4 1 15,-3-2 2-15,-5-6 7 0,-1-2-10 0,-2-1 1 16,-4-1 4-16,-3 2 1 0,-2 6 10 15,1 8-2-15,-2 8-9 0,-1 1-11 16,-1 5-15-16,-3 7-21 0,0 2-41 16,0 4-41-16,-3 2-69 0,0 7-98 0,-9 6-114 15,4-1-117-15,10 2-179 0,5-5-20 16,8-1 85-16,3 0-558 0,8-7-680 0</inkml:trace>
  <inkml:trace contextRef="#ctx0" brushRef="#br0" timeOffset="21414.99">11515 7527 3646 0,'9'-3'133'0,"-9"3"32"0,0 0 32 0,0 0 32 16,0 0 22-16,0 0 22 0,-22 29 15 15,11-12-2-15,-1 9-6 0,1-6-15 0,6 1-27 16,-4-2-21-16,6 2-22 16,-1-3-20-16,2 0-17 0,4-3-13 0,2 2-10 15,1-4-21-15,7 2-33 0,-1-6-31 16,3-1-30-16,5-3-24 0,-4-4-8 0,2-1-12 15,2-3-4-15,4-4 9 0,-2 0-4 16,4-8 4-16,-4 0 9 0,-3-2 12 0,4-4 5 16,-10 3 20-16,-5 3 21 0,0 1 15 15,-1 4 4-15,-1 1-4 0,-3 1-7 0,3 4-4 16,-5 4 5-16,0 0 12 16,0 0 15-16,0 0 2 0,-5 35-1 0,3-13-62 15,2 3-23-15,-5 9 0 0,3 3 0 0,-2 1 0 16,3-1 0-16,-1 1 0 0,0-2 0 15,0 1 0-15,0-9 0 0,2-4 0 16,-2-4 0-16,2-3 0 0,-1 0 0 0,-6-5 0 16,3 2 0-16,-1-3 0 0,-1-1 0 15,-1-2 0-15,-7-2 0 0,-1-1 0 0,-4-3 0 16,-4 0 0-16,-6-6 0 0,-11 1 0 16,2-5 0-16,-1 0 0 0,0 2 0 0,7-1 0 15,3 2 0-15,9 1 0 0,2 1 0 16,5 1 0-16,1 0 0 0,5 2-460 15,7 0-330-15,0 0-130 0,-9-3 85 0,9 3-929 16,0 0-1194-16</inkml:trace>
  <inkml:trace contextRef="#ctx0" brushRef="#br0" timeOffset="26943.77">12013 7203 1957 0,'0'0'129'0,"-8"0"45"0,8 0 42 0,0 0 37 0,-15 1 35 0,15-1 29 15,0 0 23-15,0 0 20 0,0 0 4 16,-16-2-28-16,16 2-28 0,0 0-34 0,0 0-30 16,16-18-25-16,-5 12-29 0,5 1-14 15,0-3-18-15,2 4-11 0,0 0-18 0,-2 0-18 16,0 4-13-16,-1 0-10 16,-1 4-5-16,-1 0-13 0,-2 8-18 0,-3-1 16 15,-2 5-3-15,-6 1-10 0,-2 4 4 16,-9 9 12-16,-1-2 14 0,-8 1 9 0,0 0 18 15,-3-2 5-15,1-2 5 0,4-3 0 16,2-5-8-16,7-4-88 0,-1 0-26 0,4-3 0 16,1-3 0-16,1 1 0 0,4-1 0 15,0-7 0-15,13 14 0 0,1-10 0 0,7 4 0 16,3-1 0-16,10-2 0 0,1 2 0 16,-4-5 0-16,-7 4 0 0,-1-2 0 0,4-1 0 15,-8 1 0-15,2-3 0 0,-4 3 0 16,-4-2 0-16,1-2 0 0,-3 1 0 15,-1 1 0-15,-1-2 0 0,-9 0 0 0,17 2 0 16,-17-2 0-16,12 0 0 0,-12 0 0 16,11 0-235-16,-11 0-364 0,0 0-138 15,7-5-167-15,-7 5 98 0,5-6-864 16,-5 6-1106-16</inkml:trace>
  <inkml:trace contextRef="#ctx0" brushRef="#br0" timeOffset="27279.68">13252 7928 5087 0,'-12'0'222'0,"12"0"27"0,-15-1 17 0,15 1 23 0,0 0 11 0,0 0 13 0,0 0 0 0,0 0-27 16,0 0-26-16,29-9-28 0,-11 7-27 16,2 2-43-16,1 0-155 0,5-2-7 15,1-1-43-15,1 2-210 0,1-3-149 0,7 1-171 16,-6 2-231-16,-3-2-44 0,-4 1 89 15,-3 2-775-15,-5 5-977 0</inkml:trace>
  <inkml:trace contextRef="#ctx0" brushRef="#br0" timeOffset="27477.24">13186 8201 4689 0,'-14'5'263'0,"0"-3"48"15,6 0 23-15,3 3 31 0,5-5 30 16,0 0 7-16,0 0-5 0,21 7-39 0,-4-7-34 15,6 0-37-15,7-2-221 0,12 0-66 16,0-1 0-16,6-1 0 0,0 1 0 16,-5-1 0-16,1 3 0 0,-8-1 0 15,-3 0-41-15,-8 0-368 0,-6 1-101 0,1-3-72 16,-4 1-129-16,1-4-118 0,-3 4 82 16,-3-3-737-16,-6 0-930 0</inkml:trace>
  <inkml:trace contextRef="#ctx0" brushRef="#br0" timeOffset="28413.99">14660 8272 4090 0,'-5'2'19'0,"5"-2"50"0,0 0 42 0,-20-6 37 0,20 6 23 0,-9-8 31 15,5 2 19-15,0-3 6 0,3 1-22 16,-2-1 9-16,3-4-9 0,3-1-9 0,0-2-18 16,7-4-15-16,-3 1-3 0,5 2-13 15,5-4-2-15,-2 3-13 0,-2 6-10 16,1-2-14-16,-1 3-4 0,0 5-15 16,3 1-6-16,-2 1-7 0,0 4-3 0,5 6-14 15,-2 2-3-15,6 9-9 0,1 4-1 16,-4 3-2-16,-1 5-6 0,0-2-1 0,-5 2-3 15,-3 0-1-15,1 0 8 0,-7-4 9 16,-1-4-2-16,0-4-48 0,-4-1 0 0,0-2 0 16,0 0 0-16,-2-2 0 0,2-2 0 15,-2 0 0-15,0-3 0 0,2 2 0 0,0-9 0 16,2 10 0-16,-2-10 0 0,0 0 0 16,0 0 0-16,0 0 0 0,0 0 0 15,25-36 0-15,-9 8 0 0,9 2 0 16,2-7 0-16,-4 8 0 0,-1 2 0 0,-2 4 0 15,-3 5 0-15,-4 4 0 0,1 5 0 16,-5 1 0-16,3 4 0 0,-12 0 0 0,23 9 0 16,-9 5 0-16,-3-3 0 0,-2 5 0 15,1 3 0-15,-1 8 0 0,2-4 0 0,0 6 0 16,-2 0 0-16,2 0 0 0,-6-7 0 16,4-1 0-16,-6-4 0 0,1 0 0 0,2-2 0 15,-3-2 0-15,3-1 0 0,0-3 0 16,-4 0 0-16,0 0 0 0,4-1-337 0,-5-3-155 15,1 1-121-15,-2-6-186 0,6 6-33 16,-6-6 100-16,0 0-760 0,0 0-938 16</inkml:trace>
  <inkml:trace contextRef="#ctx0" brushRef="#br0" timeOffset="28776.7">15528 7513 4488 0,'-7'-10'151'0,"3"-1"20"0,3 7 7 0,-3-2 1 0,4 6 3 0,-2-8 8 0,2 8-9 0,0 0 30 16,0 0 33-16,0 0 20 0,-6 24 3 15,5-5-14-15,1 5-16 0,-2 14-13 16,-3 4-28-16,3-1-9 0,0 0-10 0,1 2-8 15,-1-1-127-15,-2-3-42 0,4 1 0 16,0-11 0-16,-2-4 0 0,2-3 0 0,-2-4 0 16,2-2 0-16,0-4 0 0,0 2 0 15,0-4 0-15,0-1 0 0,0 1 0 0,0-4 0 16,2 3 0-16,-2-9 0 0,0 11 0 16,0-5 0-16,0-6 0 0,0 9 0 15,0-9 0-15,0 8 0 0,0-8 0 16,0 0 0-16,-2 5 0 0,2-5-334 0,0 0-619 15,0 0 30-15,0 0 95 0,0 0-925 16,0 0-1183-16</inkml:trace>
  <inkml:trace contextRef="#ctx0" brushRef="#br0" timeOffset="32176.69">16812 8369 1011 0,'-8'5'332'0,"8"-5"-119"0,0 0-62 0,-4 4-30 0,4-4-3 0,0 0 13 16,0 0 15-16,0 0 23 0,-8 5 38 15,8-5 24-15,0 0 22 0,0 0 22 0,0 0 18 16,0 0 12-16,0 0-4 0,0 0-18 16,0 0-28-16,-7-14-26 0,7 14-7 15,0-12-13-15,0 12-15 0,2-12-25 16,0 5-21-16,1 1-14 0,5-3-11 0,-2 1-19 16,3 4-6-16,4-4-15 0,1 4-11 15,3 2-3-15,-2 0-10 0,5 4-9 0,0 0-3 16,3 2 4-16,2 0-11 15,9 4-4-15,-9 0 1 0,0-1-5 0,-3-1-5 16,2 2 7-16,-5-2 19 0,5 1 16 0,-1-3 11 16,2 0 8-16,2 0-5 0,1 0-6 15,1-4-4-15,13-2-23 0,2-4 1 0,-1 2-10 16,-1-5-1-16,-1-1-6 0,-3 0-4 16,-4-1-4-16,-4-1 3 0,1-2-7 0,-14 2-9 15,0 3-15-15,0-3-26 16,-5 3-21-16,-2 1-47 0,-3 0-45 0,0 2-53 15,1 1-63-15,-4 2-92 0,-4 3-92 16,0 0-88-16,0 0-140 0,0 0-92 0,0 0 74 16,0 0-578-16,-15 17-724 0</inkml:trace>
  <inkml:trace contextRef="#ctx0" brushRef="#br0" timeOffset="32560.05">16867 8770 3715 0,'-5'-5'53'0,"5"5"34"0,0-12 23 0,0 12 18 0,9-9 15 0,-6 4 2 0,3 0 0 0,1 2 0 15,2 1-2-15,2 0-1 0,2 2-1 0,2 4-15 16,7-4-7-16,-4 3-8 0,5-3-10 15,2 4-2-15,2-1 3 0,-3 0 3 16,3-1 8-16,-2 2 11 0,-4-4 14 0,2 0 8 16,-1 0 8-16,5-4-7 0,2 1-13 0,5-2-11 15,5-4-8-15,-3 1-16 16,3-3-25-16,10-4-10 0,-12 3-11 0,-1-2 3 16,2 2-6-16,3 0-8 0,-9 2-4 15,-7 2-4-15,-3 1-9 0,-6 2-6 0,1-1-8 16,-2 3-18-16,-4 0-24 0,2 1-18 15,-4-2-32-15,-2 2-34 0,-7 2-56 0,18 0-62 16,-18 0-93-16,11 4-91 0,-11-4-109 16,3 4-199-16,-3-4-8 0,2 8 78 15,0-4-552-15,-2-4-672 0</inkml:trace>
  <inkml:trace contextRef="#ctx0" brushRef="#br0" timeOffset="35958.81">18813 8444 3219 0,'0'0'-35'0,"0"0"30"0,-6 6 21 0,6-6 24 0,0 0 21 0,0 0 29 0,0 0 31 0,0 0 26 0,0 0 20 16,0 0 24-16,0 0 14 0,0 0 19 16,0 0 16-16,0 0 14 0,0 0 7 15,0 0 7-15,0 0-3 0,0 0-2 16,0 0-4-16,0 0-10 0,0 0-7 0,0 0-11 16,0 0-10-16,0 0-6 0,0 0-12 15,0 0-24-15,-16-14-18 0,16 14-36 0,6-15-14 16,1 2-108-16,4 1-3 15,0-3 0-15,4 1 0 0,-2 1 0 0,5-1 0 16,-3 2 0-16,0-1 0 0,2 4 0 0,1 0 0 16,-4 2 0-16,0 3 0 0,1 4 0 15,-1 0 0-15,2 3 0 0,0 7 0 0,3 2 0 16,4 7 0-16,-4 7 0 0,1 1 0 16,-2 5 0-16,1 9 0 0,-6-8 0 15,-2 4 0-15,0-2 0 0,-6-1 0 0,1 1 0 16,-5-6 0-16,1-7 0 0,0 2 0 15,-2-5 0-15,2-4 0 0,-2 2 0 0,0-6 0 16,2 1 0-16,-2-4 0 0,0 2 0 16,3-3 0-16,-3-7 0 0,2 11 0 0,-2-11 0 15,0 0 0-15,0 0 0 0,0 0 0 16,0 0 0-16,12-26 0 0,-1-3 0 16,11-10 0-16,1 1 0 0,6 0 0 0,-3 2 0 15,5 5 0-15,-9 8 0 0,1 1 0 16,-5 7 0-16,-5 3 0 0,-1 3 0 15,-3 3 0-15,2 4 0 0,-1 0 0 0,-10 2 0 16,20 9 0-16,-6-1 0 0,-1 6 0 16,5 8 0-16,-5 4 0 0,1 0 0 0,-5 3 0 15,-2 0 0-15,0-5 0 0,4 9 0 16,-8-1 0-16,5 1 0 0,-5-1 0 16,5-5 0-16,-3-5 0 0,-2-1 0 0,1-3 0 15,1 3 0-15,-1-6 0 0,0-1 0 16,-1-2 0-16,2-2 0 0,-1 0 0 0,-2-3 0 15,0 0 0-15,-1 0 0 0,-1 0 0 16,2-2 0-16,-2-5 0 0,2 10 0 16,-2-10 0-16,0 7 0 0,0-7 0 0,0 0-601 15,0 0-183-15,0 0-128 0,0 0 87 16,0 0-899-16,0 0-1157 0</inkml:trace>
  <inkml:trace contextRef="#ctx0" brushRef="#br0" timeOffset="37075.92">19702 7788 4478 0,'-1'-9'-150'0,"-1"1"57"0,2-2 63 0,0 6 55 0,-2-4 51 0,2 8 39 16,2-13 36-16,-2 9 31 0,0 4 24 15,0-12 24-15,0 12 14 0,2-13 11 0,-2 13-10 16,0-8-20-16,0 8-22 0,0 0-26 15,0 0-5-15,0 0 36 0,0 0 6 0,0 27-15 16,-2-4 0-16,-6 18 4 0,2 12-14 16,-2 1 4-16,-1 5-118 0,2 0-75 15,-2-3 0-15,8-2 0 0,-3-7 0 0,4-3 0 16,0 0 0-16,2-3 0 0,0-4 0 16,-1-2 0-16,1-6 0 0,-2-9 0 15,3-3 0-15,-3 0 0 0,2-6 0 0,-2 1 0 16,0-2 0-16,2-3 0 0,-2 1 0 15,0-1 0-15,2-2 0 0,-2-5 0 0,2 6 0 16,-2-6 0-16,0 0 0 0,0 0 0 16,0 0 0-16,0 0-246 0,0 0-437 15,7-18-179-15,-7 10-16 0,0 1 86 0,0-1-817 16,2-1-1048-16</inkml:trace>
  <inkml:trace contextRef="#ctx0" brushRef="#br0" timeOffset="37409.91">20029 8170 4893 0,'0'0'235'0,"1"-9"68"0,-1 9 54 0,0 0 43 0,0 0 58 0,0-10 31 16,0 10 2-16,2-8-11 0,-2 8-395 16,6-7-85-16,-6 7 0 0,3-7 0 0,-3 7 0 15,0 0 0-15,2-8 0 0,-2 8 0 16,2-7 0-16,-2 7 0 0,0 0 0 0,0 0 0 16,4-6 0-16,-4 6 0 0,0 0 0 15,0 0 0-15,0 0 0 0,0 0 0 0,0 0 0 16,0 0 0-16,0 0 0 0,0 0 0 15,0 0-679-15,0 0-313 0,-15 17 104 0,15-17-1027 16,0 0-1338-16</inkml:trace>
  <inkml:trace contextRef="#ctx0" brushRef="#br0" timeOffset="38976.81">20514 7997 4785 0,'-12'-4'-218'0,"7"2"74"0,5 2 75 0,-15-5 89 0,11 2 75 0,4 3 58 0,0 0 45 0,-10-9 12 15,10 9-1-15,0 0 10 16,14-12 24-16,-3 7 14 0,7 0 11 0,-2 2 6 16,6-1-21-16,-8 4-7 0,6 0-8 15,-3 0-9-15,-2 6-9 0,3 3-5 0,-4 3-13 16,0 5-114-16,-4 0-88 0,-5 3 0 16,2 3 0-16,-5 1 0 0,1-7 0 0,-3 3 0 15,-3 2 0-15,1-3 0 0,1-3 0 16,-3 2 0-16,-2-4 0 0,3 1 0 0,-5-4 0 15,0 1 0-15,1-2 0 0,-3-1 0 16,-3-1 0-16,-4 0 0 0,-4-4 0 0,-1-2 0 16,2 0 0-16,-3 0 0 15,-4-4 0-15,2-2 0 0,3 0 0 0,5-4-159 16,4 1-455-16,6-1-56 0,9-4-54 16,8-2-106-16,10-8 62 0,17-7-737 0,5 7-952 15</inkml:trace>
  <inkml:trace contextRef="#ctx0" brushRef="#br0" timeOffset="39175.08">20825 8009 4040 0,'16'-6'7'15,"-7"2"86"-15,-4 0 43 0,-5 4 37 16,0 0 59-16,0 0 59 0,0 0 33 16,-28 25 15-16,1-7 3 0,0 5 1 0,-2-1-12 15,5-1-11-15,3 0-17 0,4 2-24 16,6-3-25-16,7-2-21 0,4-1-82 0,4-2-151 16,5 2 0-16,12 4 0 0,4-5 0 15,6-2 0-15,-3-3 0 0,4-2 0 16,-3-4 0-16,-2-1 0 0,-7 2 0 15,5-3 0-15,-5 3-40 0,-4-1-433 0,0 0-76 16,-3 4-88-16,-6 0-185 0,0 0 15 16,-7 3 93-16,-7 2-697 0,4 1-863 15</inkml:trace>
  <inkml:trace contextRef="#ctx0" brushRef="#br0" timeOffset="39424.97">19993 8919 4449 0,'-11'4'319'0,"6"-2"5"0,5-2-1 16,-9 3 6-16,9-3 7 0,0 0 1 0,0 0-16 16,26 2-25-16,16 0-27 0,19-6-30 15,11 3-29-15,6-1-53 0,10 0-59 0,23-3-84 16,-19 0-104-16,-6 1-122 0,-3 2-112 15,-9-2-122-15,-9 4-117 0,-16 0-178 0,-5-2-59 16,-15 2 77-16,-9-2-679 0,-2 2-854 16</inkml:trace>
  <inkml:trace contextRef="#ctx0" brushRef="#br0" timeOffset="43308.04">19180 6759 4022 0,'2'-12'-42'0,"0"0"56"0,2 4 47 15,-2 1 26-15,-1 0 22 0,-1 7-6 0,2-7 5 0,-2 7-6 0,0 0-10 0,0 0 54 16,0 0 24-16,0 0 10 0,0 0-4 16,0 29 18-16,-2-12 0 0,2 0-12 0,-1 2-17 15,-1 0-13-15,0 2-16 16,-2 0-5-16,2-3-11 0,1-3-3 0,-5 1-6 15,1 1-7-15,4-5-11 0,-1-1-2 16,-2 0 16-16,2-2 31 0,0-2 27 0,2-7 18 16,-3 6-8-16,3-6-21 0,0 0-9 15,0 0-139-15,-10-18-6 0,10 1 0 0,6-15 0 16,5-5 0-16,10-15 0 0,6-2 0 16,13-22 0-16,4 4 0 0,7 0 0 0,1 3 0 15,-1 5 0-15,2 6 0 0,-10 15 0 16,-4 4 0-16,-1 7 0 0,-1 6-119 15,-6 11-158-15,-9 8-60 0,-3 5-76 16,-2 7-76-16,-3 2-95 0,-1 7-228 0,-3 3 38 16,-7 0 84-16,-3 5-567 0,-10 9-718 15</inkml:trace>
  <inkml:trace contextRef="#ctx0" brushRef="#br0" timeOffset="43492.99">19186 6716 3749 0,'-27'4'87'0,"11"-3"22"15,0 1 15-15,1 0 37 0,5 0 44 0,2-2 39 16,8 0 29-16,0 0 0 16,-19-2-22-16,19 2-26 0,0 0-30 0,0 0-17 15,31-12-36-15,1 5-68 0,9 3-82 0,0 2-99 16,5 1-121-16,7-1-139 0,1 1-143 16,10-4-249-16,6-1 70 0,-8-6 75 15,-1-3-409-15,-3-7-498 0</inkml:trace>
  <inkml:trace contextRef="#ctx0" brushRef="#br0" timeOffset="44061.03">20165 6220 2989 0,'-18'0'30'16,"-2"4"45"-16,-1 1 46 0,3 2 41 0,-4 3 24 16,-4 4 19-16,1 1 6 0,3 5 3 15,2 2-9-15,2 2-15 0,4 2-13 16,5 6-18-16,4-3-11 0,3-3-13 0,2-1-15 15,2 1-10-15,1-2-13 0,-1-2-10 16,-1-5-8-16,3-1-8 0,0-2-5 0,-2-3-5 16,-1 0-3-16,1-4 0 0,4-2-10 15,-1-1-6-15,-5-4-1 0,25-7-7 0,2-7-4 16,5-3-5-16,6-7-4 0,-1-1 2 16,-4 8-5-16,-10 5-3 0,-7 6-4 0,0-1-7 15,-5 3 0-15,0 6 4 0,1 3 1 16,-3 5 23-16,3 7 12 0,-4 3 5 0,-3 1 7 15,-1 4-2-15,2-1-9 16,-5-1 2-16,1 4-6 0,-2-4-2 0,2 2-4 16,-2-7-3-16,0 0-12 0,2-5 3 15,0 3-5-15,-2-4-5 0,3-2-16 0,-1-2-29 16,1-4-44-16,5-2-53 0,-8-2-47 16,21-11-47-16,-1-7-37 0,3-7-24 0,8-9-19 15,-1-5 4-15,4-7 12 0,-3-3 26 16,1-4 26-16,2 4 29 0,-3-1 39 15,-2 7 44-15,-5 7 48 0,-2 7 45 16,-6 6 40-16,-4 5 30 0,-1 5 19 16,0 1 16-16,0 6 30 0,0 0 42 0,3 6 14 15,0 0 17-15,8 8 8 0,4 10 19 16,5 15 26-16,-2 7 1 0,-4 8 2 0,-5 1-8 16,-6 4-27-16,-3 0-11 0,-8 3-17 15,-3-13-5-15,-3 13-19 0,-8-5-12 0,-9-1-24 16,-3-2-13-16,-4-1-10 0,-1-4-9 15,-6-3-11-15,-2-7-47 0,-4-4-64 0,2-3-78 16,6-8-96-16,-7-4-134 0,5-4-131 16,1-6-191-16,7-8-116 0,-9-4 84 0,-1-9-623 15,0-9-785-15</inkml:trace>
  <inkml:trace contextRef="#ctx0" brushRef="#br0" timeOffset="44407.41">18576 4820 3819 0,'-16'-6'-23'0,"5"3"56"0,2-2 36 0,4 2 19 0,-2-1 3 0,7 4-8 0,0-8-1 16,0 8-8-16,10-13-3 0,5 6-8 0,16-3-11 16,6 0-2-16,8 2-3 0,12 2-10 15,8 3-18-15,1 1-46 0,3 4-61 0,0 1-79 16,-1 3-78-16,-7 4-108 15,-2 0-218-15,-19-3-22 0,-8 3 58 0,-10-3-171 0,-15 1-200 16</inkml:trace>
  <inkml:trace contextRef="#ctx0" brushRef="#br0" timeOffset="44591.99">18706 5058 2206 0,'-15'5'161'15,"3"0"25"-15,3-1 9 0,1-2 17 16,8-2-2-16,0 0-13 0,0 0-20 0,0 0-17 15,0 0-19-15,32-18-15 0,4 11-10 16,8 2-14-16,13-2-30 0,13 6-53 16,-2-4-84-16,0 3-85 0,2 2-91 0,-4 0-129 15,-3-2-233-15,-18-1 52 0,-1-3 58 16,-7 0-122-16,-7-3-113 0</inkml:trace>
  <inkml:trace contextRef="#ctx0" brushRef="#br0" timeOffset="45107.4">20617 4964 1918 0,'2'-16'103'15,"0"1"37"-15,0-1 14 0,-1 3 12 0,6-1 29 16,-2 0 18-16,1 1 6 0,-1 0 8 16,-1 4-14-16,5 2-23 0,-4 1-18 0,2 2-18 15,3 1-14-15,-10 3-7 0,25 7-3 16,-10 3 1-16,9 5-10 0,1 4-10 0,-2 1-6 16,0 1-9-16,-2 3-9 0,-4-1-6 15,-4 3-3-15,-3-5-3 0,-2-3 5 16,-6-1 4-16,0 1 1 0,-2-4 5 0,-4 1 1 15,-2 0 20-15,1-1 6 0,-2-6 10 16,2 4 6-16,-1-7 10 0,4 1-5 0,2-6-15 16,0 0-14-16,0 0-10 0,0 0-12 15,11-33-10-15,11 8-8 0,12-10-10 16,4 3-7-16,2 1-1 0,0 4-16 16,3 3-6-16,-9 10-3 0,-2 2-5 0,-3 5-5 15,-7 4 2-15,-1 4-10 0,0 5-2 16,0 4 7-16,-4 2 4 0,6 7-7 0,-8 8 4 15,1-1 10-15,-7 3-5 16,2 1-7-16,-2 1-1 0,-2 0 2 0,0-2-1 0,-1-2-4 16,0-7-12-16,-4 1-37 0,4 0-41 15,-1-1-45-15,1-3-67 0,-3-2-67 16,1-1-86-16,5-2-74 0,-6-4-99 16,6-3-148-16,-1-3-88 0,-8-2 75 0,0 0-505 15,21-15-651-15</inkml:trace>
  <inkml:trace contextRef="#ctx0" brushRef="#br0" timeOffset="45358.11">21730 4345 3044 0,'4'-15'-53'0,"-2"4"49"0,0 3 34 0,-2 0 17 0,0 4-9 0,0 4-7 0,0 0 2 0,0 0 11 0,0 0 29 16,0 0 28-16,0 0-3 0,0 0 3 15,-8 29-3-15,6-15-7 0,2 4-5 16,2 6-5-16,2 2-6 0,1 6-4 16,-1 3-7-16,6-3-5 0,-4 0-3 15,-1-2-11-15,6 0-42 0,-7-6-47 0,5-4-81 16,-6 1-78-16,3-6-98 0,-4-3-138 16,-1 0-153-16,1-4 56 0,-2-1-169 0,2-2-198 15</inkml:trace>
  <inkml:trace contextRef="#ctx0" brushRef="#br0" timeOffset="45692.54">22075 4571 2157 0,'5'-10'123'15,"-5"10"27"-15,2-6 14 0,-2 6 5 0,0 0 3 16,0 0-12-16,5-6-13 0,-5 6-22 15,0 0-8-15,0 0-14 0,0 0-13 16,0 0-7-16,0 0-5 0,16 8-13 0,-10-4-21 16,-6-4-18-16,12 6-38 0,-5-2-26 15,1-1-14-15,-1 1-16 0,2-2-14 0,-9-2-11 16,14 4-8-16,-4-4 4 16,-10 0 1-16,17-4 5 0,-10 2 11 0,4 0 7 15,-11 2 11-15,11-2 7 0,-11 2 10 16,9-2 4-16,-9 2 6 0,0 0 9 0,12-2 5 15,-12 2 3-15,7-3 3 0,-7 3-2 16,0 0 2-16,0 0-17 0,18 0-41 0,-18 0-60 16,13 0-84-16,-13 0-128 0,21 0-315 15,-12-2-156-15</inkml:trace>
  <inkml:trace contextRef="#ctx0" brushRef="#br0" timeOffset="46592.05">20680 5574 2024 0,'-34'-10'117'0,"-1"0"22"0,7 1 27 0,3 1 40 0,6 2 20 0,6 0 20 0,3 0-2 0,5 0-20 15,1-1-21-15,4 7-23 0,19-12-15 16,13 2-20-16,10 3-12 0,19 0-14 15,8 4-10-15,5 1-15 0,0 4-31 0,6 1-39 16,0 2-41-16,-1-1-52 0,-9 3-51 0,-7 3-31 16,-10 0-23-16,-15-3-14 15,-11 1 6-15,-12-1 16 0,-9-2 16 0,-7 0 19 16,1-5 13-16,-25 11 31 0,-2-8 26 16,-16-1 24-16,-4-2 23 0,-5-2 26 0,-10-3 24 15,1 0 21-15,3-2 35 0,17 1 22 16,5 2 16-16,7 0 16 0,10 0-4 15,4 3-3-15,3-2-16 0,3 1-10 0,3 0-13 16,6 2-19-16,0 0-3 0,0 0-6 16,20-7-15-16,-2 5-34 0,3 2-45 0,8 2-63 15,11 2-71-15,-3-1-66 16,3 4-81-16,5-2-117 0,-6-1-186 0,0 0 57 0,-3 2-238 16,-4-3-276-16</inkml:trace>
  <inkml:trace contextRef="#ctx0" brushRef="#br0" timeOffset="50839.35">20524 7904 559 0,'-11'0'68'15,"11"0"27"-15,0 0-5 0,-16-1 6 0,16 1 10 0,0 0-1 0,-9-1-10 0,9 1-5 0,-8-5 5 16,8 5 3-16,0 0 3 0,-3-8 0 0,3 8 5 16,0 0 5-16,-5-7 11 15,5 7-4-15,0 0 0 0,-6-5 6 0,6 5 3 16,0 0 0-16,-1-5 2 0,1 5 5 16,0 0 6-16,0 0-1 0,0 0-12 0,0 0-8 15,0 0-12-15,13-7-15 0,-13 7-12 16,29 2-7-16,-10 1-4 0,4 1-9 0,-2 3-7 15,-3-1-2-15,2 4-8 0,-5 3-5 16,0-2-3-16,-4 5 0 0,1-1-5 0,-4 5 1 16,-3-1 4-16,-3 1 0 0,0-3 8 15,-4 0 3-15,0-1 1 0,-3 4 3 16,-3-1-1-16,-4-2 2 0,1-1 2 0,-1 1-4 16,-1-4-1-16,2-1-1 0,-3-1-7 15,3 0-3-15,-1-2-3 0,1 1-3 16,0 0-3-16,-3-1-1 0,5 1-3 15,0-4-1-15,-1 0-2 0,0 1-5 0,1 1 0 16,1-2-2-16,0-1-17 0,-1 1-30 16,4 0-30-16,-1-2-38 0,0 0-50 0,6-4-44 15,-8 6-51-15,8-6-73 0,0 0-79 16,0 0-156-16,0 0-10 0,0 0 65 0,0 0-173 16,36-6-167-16</inkml:trace>
  <inkml:trace contextRef="#ctx0" brushRef="#br0" timeOffset="51110.14">20895 8024 1957 0,'0'0'25'0,"0"0"9"0,-11-4 14 0,11 4 16 0,-29 6 14 15,8 3 23-15,-9 5 27 0,-3 2 18 16,5 2 15-16,-1 2 8 0,3 1-4 0,5-1 3 15,1 1-7-15,11-1-10 0,4-2-8 16,5-1-7-16,0 0-10 0,5 3-7 0,8 5-13 16,5-1-9-16,-4 0-8 15,8-4-12-15,-3-1-6 0,-2-2-28 0,-1-5-50 16,-5-2-58-16,1-1-75 0,-1-1-70 16,-2-2-90-16,3-1-105 0,-1-2-181 0,2-3 51 15,-3 0-253-15,1-3-275 0</inkml:trace>
  <inkml:trace contextRef="#ctx0" brushRef="#br0" timeOffset="51639.45">20743 7690 2105 0,'-23'0'-54'0,"0"3"31"16,-11 4 30-16,-5 8 24 0,-11 5 21 0,-2 9 18 15,-2 3 22-15,3 5 25 0,-8 13 22 16,4 6 9-16,14-9 22 0,7 2 1 16,5 1-6-16,9-3-9 0,4 3-10 15,9-7-7-15,7 0-9 0,7-2-14 0,9 7-2 16,11-2-7-16,7-3-11 0,9-3-4 16,7-2-12-16,4-7-9 0,5-4-4 0,6-6-8 15,3-4-2-15,2-7-8 0,1-4-6 16,-2-6-5-16,-4-6-2 0,-5-6-1 0,-4-9-3 15,-11-6-6-15,0-8-4 0,-11-6-3 16,-7-5-3-16,-7-6-5 0,-6-9-3 16,-9-2-11-16,-7-1 3 0,-5 2-8 15,-9 2 0-15,-7 6 0 0,-3 5-3 0,-6 5-1 16,-9 7 0-16,0 5 0 0,-4 6-14 16,-2 9-15-16,11 5-28 0,-1 5-28 0,11 3-38 15,5 3-43-15,5 5-52 0,5-1-57 16,2 4-99-16,7-3-194 0,4 6 39 0,4-2-245 15,7 3-275-15</inkml:trace>
  <inkml:trace contextRef="#ctx0" brushRef="#br0" timeOffset="51905.77">21627 8074 2418 0,'-17'-10'152'0,"8"-1"33"0,1 2 17 0,4 0-4 0,4 0-13 0,5-2-13 0,7-1-3 0,15-2-13 0,9-1-15 0,18 1-14 16,7 1-13-16,5 6-11 0,5 2-10 16,3 2-8-16,0 3-17 0,0 0-40 0,-5 1-39 15,-8 3-65-15,-15-1-59 0,-7 2-51 16,-12-1-38-16,-6-1-44 0,-7 2-56 15,-4-1-119-15,-7-1-103 0,1 3 58 0,-4-6-157 16,0 0-141-16</inkml:trace>
  <inkml:trace contextRef="#ctx0" brushRef="#br0" timeOffset="52272.66">22973 7868 2070 0,'4'-10'149'0,"-3"0"29"16,-1 5 2-16,2-2-19 0,-2 7-21 16,0 0 2-16,0 0 20 0,0 0 5 15,0 0 1-15,0 0-8 0,-28 17-16 16,16-2-10-16,-1 0-11 0,2 1-9 0,-1 1-10 16,-1 10-8-16,2-6-9 0,0-3-9 15,6-5-7-15,-1 1-9 0,3-3-7 0,-1-2 1 16,-2 0 19-16,5-2 50 0,-4-2 35 15,5-5 3-15,0 0-14 0,0 0-24 0,0 0-8 16,-2-22-12-16,6 7-14 0,8-15-9 16,1-1-9-16,10-11-6 0,4-5-11 0,7-6-8 15,14-15-28-15,-1 0-25 0,5 4-20 16,-1 4-28-16,-9 18-23 0,-4 5-32 0,0 6-32 16,-10 11-53-16,-1 3-42 0,-4 9-33 15,-3 4-30-15,-6 6-41 0,-2 4-69 16,-1 2-189-16,-1 2-3 0,-7 5 61 15,4-1-268-15,-3 4-295 0</inkml:trace>
  <inkml:trace contextRef="#ctx0" brushRef="#br0" timeOffset="52439.72">22963 7850 2237 0,'-21'6'-2'16,"6"-1"30"-16,4 1 40 0,3-5 49 0,8-1 51 15,-10 6 14-15,10-6-13 16,0 0-17-16,0 0-22 0,0 0-14 0,0 0-13 0,52-4-6 15,-31 2-40-15,6 2-56 16,-1-1-65-16,2 1-65 0,15-2-71 0,-5-2-81 16,1-1-103-16,0-1-128 0,3-3 46 15,-6 0-74-15,0-3-43 0</inkml:trace>
  <inkml:trace contextRef="#ctx0" brushRef="#br0" timeOffset="52589.26">23516 7775 1525 0,'7'0'2'15,"-7"0"14"-15,0 0 44 0,6 9 39 0,-6-3 24 16,0-6 11-16,-7 18 3 0,1-5 2 15,-2 4-3-15,0-1-5 0,-1 4-15 0,-3 8-9 16,1 1-11-16,2 0-12 16,-3 0-8-16,1-3-9 0,1-3-36 0,2-3-49 15,1 0-55-15,-3-2-93 0,1-2-111 16,3-6-214-16,0-1 40 0,3-2-95 0,1-2-47 0</inkml:trace>
  <inkml:trace contextRef="#ctx0" brushRef="#br0" timeOffset="52722.73">23780 7645 1514 0,'-2'-12'50'15,"1"4"2"-15,-5 3-5 0,0-1-8 0,6 6-15 16,-11 0-37-16,11 0-69 0,0 0-138 16,-25 7-260-16,20-1 13 0</inkml:trace>
  <inkml:trace contextRef="#ctx0" brushRef="#br0" timeOffset="52988.88">23887 7831 1607 0,'11'-7'160'0,"-11"7"43"16,11-7 45-16,-8 4 12 0,-3 3-2 0,11-6-10 16,-11 6-8-16,0 0-2 0,22 9-7 15,-11-1-16-15,1 5-18 0,-3 2-23 0,0 0-16 16,-1 6-13-16,-4-4-11 0,-4 0-12 15,0 3-7-15,-6-2-5 0,-2 1-8 16,-3 0-10-16,-6 4-9 0,-5-1-5 16,0-5-5-16,3-4-14 0,2-2-16 0,3-3-39 15,2 1-35-15,1-1-44 0,4-3-76 16,1-1-109-16,6-4-94 0,0 0-90 0,0 0-129 16,24-12-50-16,2-5 59 0,10-12-294 15,6 0-342-15</inkml:trace>
  <inkml:trace contextRef="#ctx0" brushRef="#br0" timeOffset="53157.45">24246 7856 2561 0,'-6'-6'77'0,"-6"6"48"16,1-2 45-16,-6 0 43 0,-6 6 31 16,-3-1 24-16,-9 4 8 0,0 0-2 15,10 1-17-15,3 0-14 0,5 3-5 16,4 3 19-16,3-3-13 0,8 5-17 0,4 0-17 16,4 3-24-16,5 0-13 0,10 5-20 15,2-1 3-15,3-1-61 0,-1-2-80 0,6 0-96 16,-3-1-126-16,3 0-146 0,-2-2-125 15,-3-2-196-15,-6-2-64 0,-7-4 76 16,0 0-518-16,-1 2-645 0</inkml:trace>
  <inkml:trace contextRef="#ctx0" brushRef="#br0" timeOffset="53554.56">26254 8168 3396 0,'-14'-12'-33'0,"-6"2"43"0,-3 5 45 0,-15 0 25 16,-6 7 26-16,-14 4 39 0,4 6 21 15,-1 5 20-15,5 6 6 0,4 6 0 16,9 6 11-16,10 2 0 0,2 6-9 0,7 2-11 16,15-5-16-16,1 3-13 0,5 0-11 15,8 7-16-15,3-4-12 0,3-1-12 0,2-4-8 16,-1-8-34-16,2-3-44 0,2-1-53 15,1-6-68-15,2-3-83 0,-1-4-96 0,-1-3-93 16,-4-7-106-16,0-3-213 0,2-1 35 16,-2-4 74-16,1-3-384 0,7-7-447 15</inkml:trace>
  <inkml:trace contextRef="#ctx0" brushRef="#br0" timeOffset="53722.88">26057 8584 2666 0,'-16'-10'90'16,"-2"2"72"-16,7 2 52 0,4 1 40 15,0 1 33-15,7 4 24 0,-11-6 5 16,11 6-23-16,0 0-38 0,0-8-27 0,0 8-20 16,0 0-24-16,33-2-35 0,-33 2-66 15,39 10-74-15,-16-2-107 0,8 0-132 0,1 5-149 16,2-5-177-16,-7-4-136 0,-4 2 65 16,-1-4-437-16,-2-2-535 0</inkml:trace>
  <inkml:trace contextRef="#ctx0" brushRef="#br0" timeOffset="54123.02">26348 7729 3135 0,'-35'-30'37'0,"-4"1"46"0,-13 4 31 16,-9 7 12-16,-12 9 27 0,-8 9 25 15,-26 10 26-15,-3 12 13 0,-7 9-2 0,3 8-1 16,1 14-5-16,10 7-16 0,8 15-1 16,17 7-7-16,15 6-8 0,19 6 2 15,20 4-23-15,11 3-7 0,26-5-14 0,13 1-12 16,20-2-11-16,15-4-15 0,13-4-10 16,6-9-7-16,9-8-6 0,17-11-5 0,-4-10-11 15,6-14-4-15,-4-14-6 0,3-9-2 16,-17-12-4-16,16-8-1 0,-4-14-4 0,0-12-8 15,-5-12-5-15,-4-5 0 0,-1-17-4 16,-6-7-3-16,-12-10-20 0,-12-9-12 0,-8-10-13 16,-23-2-12-16,-19-4 3 15,-24 6-4-15,-21 6 5 0,-19 11-17 0,-18 8-20 16,-17 10-18-16,-16 15-32 0,-12 12-60 16,-7 13-96-16,-5 14-114 0,-2 8-172 0,2 11-220 15,7 4 79-15,8 6 75 0,11 10-475 16,27-5-575-16</inkml:trace>
  <inkml:trace contextRef="#ctx0" brushRef="#br0" timeOffset="55104.83">22851 8321 3205 0,'-56'-14'-31'0,"-5"0"32"0,0 3 23 0,6-3 25 0,15 6 20 0,4 1 43 0,11 1 29 15,6 4 8-15,6-4-9 0,8 2-12 0,5 4-12 16,0 0-15-16,45-2-7 16,5 6-11-16,20 2-7 0,8 2-11 0,27 5-14 15,-5 1-39-15,4-2-50 0,-25 1-52 16,0-1-37-16,-7-1-19 0,-13-1-6 0,-15-2 11 16,-13-3 11-16,-13-2 22 0,-9-1 30 15,-9-2 42-15,0 0 36 0,-33-9 35 0,-9 0 37 16,-21-4 39-16,-3-3 26 0,1 4 29 15,2-1 17-15,9-1 9 0,17 6 6 0,4-1-7 16,8 3-15-16,8 4-18 0,4-2-16 16,5 2-14-16,8 2-11 0,0 0-16 0,0 0-19 15,55 20-41-15,-3-3-57 16,7 0-77-16,5 1-104 0,5 3-115 0,0-4-124 16,3-3-208-16,-2-1-11 0,-2-1 65 15,-5-3-371-15,-4-2-440 0</inkml:trace>
  <inkml:trace contextRef="#ctx0" brushRef="#br0" timeOffset="58688.3">14486 10533 2426 0,'0'0'-70'0,"0"0"48"0,0 0 41 0,0 0 39 0,0 0 33 0,0 0 28 0,-9-15 42 0,9 15 34 0,-2-8 29 0,2 8 15 0,-2-12 6 16,1 7 3-16,1 5-2 0,-2-12-8 15,2 12-17-15,-2-12-10 16,4 5-15-16,1-1-24 0,3-4-13 0,9-2-17 0,8-3-13 16,5 0-5-16,8 2-20 0,5 1-13 15,1 4-3-15,-1 1-14 0,4 7-7 16,-6 4-6-16,2 5-4 0,-5 7-9 0,-4 1-1 15,-3 9-9-15,-4 2-5 0,-5 3-2 16,-4 3 7-16,-5-1-11 0,-5 3 1 0,-5-6 12 16,-4-3 1-16,-5 10 1 0,-1-2 4 15,-5-2-1-15,3-2-11 0,-3-4-1 16,3-4 2-16,0-4 0 0,1-5 2 0,4-4 23 16,1 3 14-16,-1-2 23 0,3-4 22 15,-1-1-10-15,4-4-14 0,0 0-6 16,0 0-12-16,2-33-16 0,13 2-10 0,10-12-13 15,3-2-17-15,6 1-7 0,2 3-4 16,0 1-7-16,1 8 1 0,-1 4-1 0,-3 9-18 16,-1 4 12-16,0 6-8 0,-7 6 0 15,0 4 1-15,-3 5 10 0,5 9-12 0,-2 5 2 16,-2 1 2-16,0 6 1 16,-4 0 0-16,-2-1 1 0,0 3 3 0,1 0-4 15,-5 0 5-15,-1-2 5 0,-3-5-5 16,-2-2-2-16,2-2 4 0,-4-1-4 0,1-3-8 15,-5-3-42-15,1 1-53 16,0 0-65-16,0-2-72 0,0-3-100 0,-4-1-115 0,2-6-146 16,-4 6-203-16,4-6 59 0,0 0 80 15,0 0-547-15,-13-19-678 0</inkml:trace>
  <inkml:trace contextRef="#ctx0" brushRef="#br0" timeOffset="60355.89">15716 9939 3446 0,'4'-13'-78'0,"-2"-1"47"0,-1 4 46 0,-1 0 37 0,0 1 41 0,0 2 27 16,0 0 21-16,0 7 4 0,0-8-17 15,0 8-14-15,-1-7-11 0,1 7 4 0,0 0 27 16,-12 15 7-16,4 1 3 16,1 3-2-16,-2 13-4 0,-5 2-5 0,6 1-8 15,3 0-2-15,-3 0 4 0,4 0-14 16,-4-1-9-16,6-7-7 0,2-3-8 0,-1 0-9 15,-1 0-13-15,0-7 1 0,2 3-11 16,-2-6-4-16,0 1-9 0,0-2-1 0,2-3-5 16,-1 1-3-16,-1-2-11 0,0-1-26 15,0-1-32-15,-1-2-38 0,1 0-50 0,2-5-76 16,-9 5-88-16,4-3-72 0,5-2-76 16,0 0-98-16,-20-2-161 0,20 2 65 0,-2-7-432 15,2 7-531-15</inkml:trace>
  <inkml:trace contextRef="#ctx0" brushRef="#br0" timeOffset="60572.79">16023 10173 3137 0,'0'0'76'0,"0"0"47"16,-23-7 40-16,23 7 35 0,-6-5 21 15,6 5 17-15,-4-5 1 0,4 5-19 0,0 0-27 16,25-10-17-16,-3 4-19 0,5 5-17 15,14-5-11-15,-3 1-29 0,0 2-48 0,-8 3-63 16,-5-2-70-16,-4 2-95 0,-4 0-83 16,-1 0-67-16,-9 0-63 0,-7 0-143 0,7 5-91 15,-7-5 63-15,0 0-311 16,-16 11-355-16</inkml:trace>
  <inkml:trace contextRef="#ctx0" brushRef="#br0" timeOffset="60805.65">16118 10001 2407 0,'-6'-7'72'0,"3"2"44"16,-1 1 28-16,4 4 7 0,-7-7-17 15,7 7-20-15,0 0 33 0,0 0 36 0,0 0 9 16,-12 19-7-16,10-5-16 0,-2 3-13 16,2 4-15-16,-2 4-15 0,2-1-10 0,2 3-12 15,-2-1-9-15,-2-1-10 16,4 3-8-16,-2-3-7 0,0 2-9 0,2-1-31 15,-1 1-37-15,-1-4-42 0,-2 0-70 16,4-4-94-16,0-1-84 0,2-4-94 0,2-3-148 16,5-1-61-16,3-4 65 0,1 0-256 15,2-8-279-15</inkml:trace>
  <inkml:trace contextRef="#ctx0" brushRef="#br0" timeOffset="61039.86">16645 10018 2426 0,'0'-7'135'0,"0"-1"32"16,0 8 15-16,-1-6-1 0,1 6 12 0,0 0 19 16,0 0 10-16,0 0-2 0,-25 18-7 0,17-7-9 15,3 3-15-15,-3 2-14 16,3 3-16-16,-2 2-12 0,5-2-15 0,2-1-8 16,-1 3-17-16,1-2-7 0,1 3-9 15,-1-3-17-15,2 0-51 0,3-1-71 0,-1-1-93 16,-3 0-106-16,3-5-108 0,-2 2-113 15,0-5-208-15,0-1 54 0,-1 0 71 0,1-4-323 16,-2-4-356-16</inkml:trace>
  <inkml:trace contextRef="#ctx0" brushRef="#br0" timeOffset="61203.84">16591 10247 2759 0,'-8'-8'246'0,"8"8"41"0,-12-4 28 0,12 4 35 16,-5-6 8-16,5 6-17 0,0 0-28 15,0 0-33-15,15-13-27 0,0 7-27 16,2 2-26-16,4-2-52 0,1 3-80 0,-2 1-96 16,-1 0-111-16,3 2-146 0,-8 0-146 15,2 2-194-15,-3 1-84 0,-6-1 71 0,0 4-481 16,-5-2-587-16</inkml:trace>
  <inkml:trace contextRef="#ctx0" brushRef="#br0" timeOffset="62323.72">16898 9939 2858 0,'9'-12'-138'0,"-4"6"42"0,-1-3 40 0,2 4 35 0,-2 0 35 0,2 1 35 0,-3-2 9 0,-3 6 8 0,2-7 6 16,-2 7 3-16,0-4-10 0,0 4-4 16,0 0-6-16,-5-10 0 0,5 10-1 15,-18-2-2-15,7 2 9 0,-5 4 3 0,2 1 16 16,-9 2 7-16,-8 6 17 0,2 3 14 15,-10 9-3-15,-2 1 3 0,3 6 5 16,0-1 4-16,0 1 10 0,4 0-4 0,4 1-13 16,9-6-3-16,-1 2 4 0,6 0-7 15,4-4-4-15,4-2-3 0,6-1-7 0,2-5-5 16,4 5-2-16,10 5-6 0,3-4-12 16,8 0-1-16,3 2-11 0,4-5-6 0,1-1-5 15,-1-4-3-15,0-1-9 0,3-2-1 16,-5-4-1-16,-3-1-6 0,-8-1-5 0,-2-2-18 15,-1-2-27-15,-5-2-38 16,1 2-44-16,-12-2-55 0,16-4-66 0,-16 4-65 16,8-3-67-16,-8 3-76 0,-4-9-121 15,4 9-94-15,-11-13 64 0,4 6-344 0,-4 0-405 16</inkml:trace>
  <inkml:trace contextRef="#ctx0" brushRef="#br0" timeOffset="62555.83">16710 10268 2789 0,'-6'-8'115'16,"-3"1"45"-16,6 1 38 0,-1 0 21 0,0 1 5 16,4 5-6-16,-2-7-20 0,2 7-20 15,6-10-17-15,-1 7-20 0,6-1-13 0,5 2-14 16,3-2-12-16,2 0-32 0,0 6-54 15,6-2-70-15,0 2-95 0,-3 2-87 0,1 0-85 16,-6 3-97-16,-2-2-216 0,-2 4 59 16,-5-5 66-16,-5 4-217 0,2-2-219 0</inkml:trace>
  <inkml:trace contextRef="#ctx0" brushRef="#br0" timeOffset="63086.94">17907 10611 2224 0,'-23'-8'110'0,"18"4"24"0,-3 2 47 0,3-4 22 0,-2 0 19 0,4 1 15 0,1-3 8 0,-2 0-5 0,4-1-18 0,6 1-19 0,4 0-18 16,6-5-16-16,13 1-18 0,9 2-13 15,6 1-14-15,15-1-13 0,4 1-10 0,4 2-10 16,-3 2-8-16,-1 2-10 0,2-1-6 16,-6 1-7-16,-7 1-4 0,-4-1-7 15,-7 1-4-15,1 1-6 0,-10-1-4 0,-7 0-2 16,-2 2-4-16,-1-2-2 0,-8 1-5 15,2 1-1-15,-1 0-5 0,-4 0-2 16,-11 0-4-16,21 0-27 0,-12 0-38 0,2 1-61 16,-2 3-83-16,-4-1-80 0,4 1-72 15,-6 2-96-15,-3 1-180 0,0 4-2 16,-1-1 62-16,-8 5-346 0,-2 3-393 16</inkml:trace>
  <inkml:trace contextRef="#ctx0" brushRef="#br0" timeOffset="63355.63">18209 10886 2474 0,'-18'4'127'15,"5"-2"36"-15,6-2 38 0,7 0 30 0,-16 0 29 16,16 0-7-16,0 0-17 16,-2-10-25-16,2 10-17 0,21-14-24 0,1 8-15 15,15-5-18-15,9 5-12 0,15-3-13 0,0 0-9 16,0 4-14-16,-10 2-9 0,7-4-8 15,-11 5-5-15,-5-3-7 0,2 2-6 16,-6-1-6-16,-10 3-6 0,-5 0-13 16,-3-2-15-16,-6 3-25 0,0 0-29 0,-3 0-48 15,-1 0-72-15,-10 0-87 0,17 0-90 16,-17 0-126-16,9 0-215 0,-9 0 67 0,11-4 62 16,-11 4-309-16,16-4-343 15</inkml:trace>
  <inkml:trace contextRef="#ctx0" brushRef="#br0" timeOffset="63903.93">19834 10812 2602 0,'-4'-12'98'0,"2"-1"19"0,2-1 23 0,2 2 20 16,3-3 12-16,4-3 17 0,6-4 10 15,2-2 2-15,6 2 2 0,-1 2-5 0,7 3-15 16,1-1-10-16,3 6-16 16,-1 5-16-16,-1 1-12 0,-6 6-12 0,1 6-12 15,10 5-7-15,-3 3-6 0,4 11-9 16,-10-3-2-16,-4 6-4 0,-3-1-4 0,-4 4-6 15,-3 1-7-15,-6-1 7 0,-3-3-2 16,-4-4 1-16,0 2-1 0,-4-2 4 0,-2-3 2 16,3 1 0-16,-6-5-4 0,6 1 2 15,-1-6 4-15,-2 0 3 0,5-1 11 0,-3-1 16 16,0-3 23-16,2 0 15 0,2-7-4 16,-1 5-18-16,1-5-13 0,0 0-10 15,11-19-13-15,3-3-12 0,11-6-20 16,9-6-21-16,5-3-14 0,3 2-7 0,-1 4-6 15,-2 5 2-15,-5 7-4 0,-3 2 2 16,-1 7 0-16,-5 5-8 0,-3 4 2 0,-2 3-7 16,-4 4 9-16,-2 4 3 0,2 3-4 15,-5 3-1-15,0 1 0 0,1 11 4 0,-1 1 1 16,-5-3 14-16,-1-4-20 0,0 2 2 16,-1 0 4-16,-1 0-2 0,-1-2 0 15,0-2-4-15,-2-2-42 0,0-1-68 0,0-2-77 16,-2 3-93-16,0-3-110 0,-3-1-112 15,-2 2-181-15,-4-3-119 0,2-1 81 0,-1-3-668 16,1-3-847-16</inkml:trace>
  <inkml:trace contextRef="#ctx0" brushRef="#br0" timeOffset="66569.34">21078 10069 3564 0,'0'0'-161'0,"0"0"35"0,0 0 28 0,0 0 26 0,0 0 26 16,0 0 29-16,0 0 22 0,0 0 20 16,0 0 14-16,0 0 8 0,0 0 9 0,0 0 2 15,0 0 8-15,0 0 13 0,0 0 5 16,0 0-4-16,5-6-2 0,-5 6 0 0,0 0-5 15,0 0-1-15,0 0 6 0,0 0 2 16,0 0 3-16,0 0 0 0,0 0 0 0,0 0-1 16,0 0-6-16,0 0-4 15,0 0-8-15,0 0-5 0,0 0-1 0,0 0-6 16,0 0-4-16,0 0-4 0,0 0-5 0,0 0-5 16,0 0-1-16,0 0-4 0,0 0-2 15,0 0-4-15,0 0-2 0,0 0 0 16,0 0 11-16,0 0 1 0,0 0-2 0,0 0-4 15,11-2 0-15,-11 2-2 0,11-5-4 16,-11 5-1-16,12-3-1 0,-7 1-1 16,-5 2-1-16,8-3-2 0,-8 3 1 0,0 0-1 15,11-4-1-15,-11 4-1 0,0 0-2 16,8-4 0-16,-8 4 2 0,0 0 7 0,8 0 0 16,-8 0 9-16,0 0-3 0,0 0 2 15,9-4-4-15,-9 4-1 0,0 0-3 16,0 0-2-16,8-2-4 0,-8 2-1 15,0 0-7-15,0 0 0 0,6 9 0 0,-6-1 0 16,-2 4 12-16,0 2 9 0,-3 1 3 16,3 3 12-16,-1 0 11 0,-1 5 2 0,2-1 2 15,0 2-5-15,1 0-8 0,-1-6 0 16,2 3-5-16,0-1 1 0,-2-3-4 0,4-3-1 16,-2 1-4-16,0-3 0 0,2-2-4 15,-2 2-2-15,0-3-2 0,0-3-1 0,0 1 10 16,0-7 15-16,0 10 0 15,0-4 5-15,0-6 1 0,-2 8-11 0,2-8-2 16,-4 7-5-16,4-7-3 0,-7 7 4 16,0-2-4-16,0-2-12 0,-1 1 10 0,1 1 2 15,0-3 5-15,2 3-7 0,5-5 0 16,-9 3 5-16,9-3 4 0,-8 5 5 0,8-5-2 16,-2 5 2-16,2-5 4 0,0 0-8 15,8 10-8-15,1-8-1 0,2 2-1 0,5 1-4 16,0-2-3-16,-2 1-11 0,4 0-24 15,-5-1-40-15,0-2-45 0,-1 1-48 0,1 0-58 16,-1-2-75-16,-1 0-93 0,-11 0-91 16,17-4-124-16,-13 0-187 0,0 0 77 15,-4 4 70-15,2-9-467 0,-2 9-563 0</inkml:trace>
  <inkml:trace contextRef="#ctx0" brushRef="#br0" timeOffset="66736.88">21530 10322 3126 0,'0'0'-82'0,"-6"-8"5"0,6 8-7 0,-3-5-14 0,3 5-24 0,0 0-64 0,-4-8-109 0,4 8-168 15,0 0-122-15,0 0-85 16</inkml:trace>
  <inkml:trace contextRef="#ctx0" brushRef="#br0" timeOffset="67069.47">21789 10235 1892 0,'0'0'162'0,"2"-11"-15"0,-2 11-17 0,8-6-7 15,-1 4-19-15,-7 2-6 16,19 3-4-16,-8 2-7 0,3 4-7 0,3 1-12 16,-1 3-1-16,5 11-8 0,-4-5-11 15,-4 1 0-15,-3-3-1 0,-1 0-4 0,-4-1-3 16,-3-3-8-16,-2-1 2 0,0 2-4 15,-2-2-2-15,-5 1 1 0,0 0-6 16,-4-2-4-16,-3 1-30 0,-4-1-35 0,5-2-42 16,2-1-42-16,1-1-53 0,3-4-74 15,3 0-109-15,4-3-133 0,0 0-165 0,0 0-160 16</inkml:trace>
  <inkml:trace contextRef="#ctx0" brushRef="#br0" timeOffset="67252.59">22331 10374 2083 0,'0'0'153'15,"0"0"40"-15,0 0 27 0,-45 1 23 16,22 5 14-16,1-3 9 0,-1 2-4 0,4-4-14 16,2 5-18-16,1 1-19 15,3 0-19-15,3 1-15 0,5 2-12 0,3 1-17 0,2 1-17 16,3 1-16-16,10 3-29 0,-1 1-67 16,8 4-86-16,0-3-111 0,5-1-123 0,-4 2-150 15,2-1-236-15,1 1 68 0,-10-4 67 16,-3 0-313-16,1 3-350 0</inkml:trace>
  <inkml:trace contextRef="#ctx0" brushRef="#br0" timeOffset="67486.97">21174 10899 2889 0,'-12'-7'328'0,"7"1"-23"0,6 0-27 16,-1 6-29-16,23-4-21 0,15 0-25 16,25 0-20-16,9 4-19 0,10 3-14 15,4 0-22-15,8-1-49 0,17 2-66 0,-26-2-79 16,4 2-91-16,-1 2-84 0,-2-1-85 16,-2-3-119-16,-10 2-183 0,-3 2 49 0,-24-5-358 15,-6 3-417-15</inkml:trace>
  <inkml:trace contextRef="#ctx0" brushRef="#br0" timeOffset="69552.47">15983 11810 2294 0,'7'-3'-162'0,"-7"3"33"0,10-3 14 0,-10 3 15 0,14-7 4 0,-9 2 18 0,6-1 15 0,-2 0 24 15,3 1 31-15,-2-1 26 0,-3 1 35 16,1 0 33-16,0 1 30 0,-5 0 16 0,-3 4 10 16,11-3 8-16,-11 3-5 15,0 0 22-15,0 0 28 0,-18 17 16 0,-7 6 0 16,-11 8-8-16,-3 7-13 0,3 3-10 16,4 0-16-16,3 0-14 0,6 1-11 0,10-5-16 15,6 1-10-15,5-2-8 0,6 0-9 16,7-1-12-16,4-2-9 0,10 6-13 0,1-4-62 15,5-4-88-15,-3-10-106 0,3-2-114 16,1-8-144-16,7-2-174 0,-9-6 65 16,-1-3-318-16,0-3-363 0</inkml:trace>
  <inkml:trace contextRef="#ctx0" brushRef="#br0" timeOffset="70140.05">16776 11921 2723 0,'7'-8'158'15,"0"3"-2"-15,-1 2-20 0,-1 2-16 0,-5 1 20 16,0 0 18-16,0 0 8 0,13 12-8 16,-12-1-1-16,-1 3-7 0,0 3-13 0,-1 1-7 15,-1-1-7-15,-4 1-5 0,-2 3-3 16,-7 6-4-16,-3 0-7 0,-4 1-10 0,-3-2-14 16,-9 1-5-16,6-5-6 15,-3-5-10-15,2-2 1 0,4-6-8 0,6-4-10 0,6-5-23 16,1-5-33-16,3-9-32 15,5-2-16-15,6-21-4 0,5-12 3 0,9-1 4 16,3 0 8-16,0 9 4 0,-1 11 7 16,-6 3 4-16,0 9 7 0,-4 6 2 15,1 3 24-15,0 4 26 0,3 2 17 0,-1 5 9 16,-11-2 9-16,25 8 10 0,-5 0 0 16,-2 3-3-16,9 4-7 0,4 5 0 0,-1-6-5 15,2-1-1-15,1-3-11 0,-1-1-1 16,-1-5 0-16,-7-2-7 0,0-2-2 0,2-4-5 15,7-7-2-15,-5-1-9 16,-1-5-5-16,-3-3-2 0,-1-5-2 0,0-2-2 0,-8-4 3 16,-1 2-5-16,-5 5 4 15,-1 7-3-15,-7 0 0 0,2 8-3 0,-6 4-1 16,-2 0 6-16,5 5 12 0,-13 2 5 16,13-2 6-16,-18 11 3 0,15-2 9 0,-5 2-5 15,7 7 1-15,1-1-3 0,1 5-3 16,9 9 2-16,0 0 0 0,3 6 0 0,4 4 3 15,4-2 14-15,0 2 17 0,-5 0-4 16,0-10 3-16,-3 1-9 0,-3-6 2 0,-2-2 14 16,-7-5 10-16,-1-1 14 0,0-4 8 15,-5 3-6-15,-2-5-4 0,-7 5-7 16,-5-5-12-16,-8 0-10 0,-7-3-8 16,4-1-44-16,-4-7-69 0,9-1-88 0,0-3-98 15,-8-7-132-15,8-7-140 0,4-9-182 16,10-3-108-16,7-6 84 0,4-3-645 15,10 1-820-15</inkml:trace>
  <inkml:trace contextRef="#ctx0" brushRef="#br0" timeOffset="70469">17711 12092 3931 0,'8'5'99'0,"-3"0"19"0,-1-3 18 0,-4-2 21 0,0 0 26 0,7 5 19 0,-7-5 4 0,0 0 1 16,0 0-18-16,0 0-17 0,6 5-19 15,-6-5-17-15,0 0-10 0,0 0-13 16,23-3-9-16,-9-1-19 0,3 1-21 16,0-7-21-16,2 4-13 0,-2-2-8 0,1-3-22 15,-5-1 0-15,-4 6-1 0,-1 1-3 16,-4-1-2-16,-4 6-1 0,0 0 0 0,0 0-1 16,-43 11 4-16,11 6 0 0,-9 5 18 15,-4 2 13-15,5 3 15 0,4 1 11 16,4 3-4-16,9-6 10 0,8 4 13 15,7-3 1-15,4-3-4 0,6-1 2 16,5 0-10-16,4 6-5 0,3-5-3 0,8 1-4 0,-1-3-6 16,1-4-37-16,7-2-77 15,-3-4-99-15,-1-3-112 0,10 2-156 0,-9-8-169 16,3 0-188-16,0-2 68 0,-1-2 76 16,10 0-536-16,2-2-653 0</inkml:trace>
  <inkml:trace contextRef="#ctx0" brushRef="#br0" timeOffset="70636.67">18429 12481 3844 0,'-28'-12'391'15,"18"6"20"-15,3 3 12 0,1 0-6 0,0-1-30 16,6 4-37-16,-6-7-38 0,6 7-34 16,0 0-76-16,18-12-98 0,6 7-135 15,13 2-146-15,6-1-183 0,2 3-205 16,-2-3-269-16,2 1 76 0,2-4 81 15,-6 2-587-15,2-2-725 0</inkml:trace>
  <inkml:trace contextRef="#ctx0" brushRef="#br0" timeOffset="70986.1">19106 12192 3867 0,'-12'-8'184'0,"3"1"21"0,4 2-4 15,5 5-11-15,-7-7-21 0,7 7-20 0,0 0-17 16,0 0-13-16,0 0-12 0,27-2-13 15,-11 6-24-15,0 4-23 0,4-1-11 0,-5 3-9 16,0 4-2-16,-4 1-4 0,0 1 1 16,-10 1 0-16,1 2 11 0,-4 7 23 0,-4 7 33 15,-3-1 35-15,-2 2 48 0,3-4 16 16,2-3 2-16,0-5 8 0,4 2 0 16,4 0-7-16,2 2-18 0,4 7-14 0,5 1-16 15,2 1-16-15,4 4-11 0,-1-7-14 16,-3 1-9-16,-1-1-13 0,-2-3-8 0,-2 0-72 15,-4-6 0-15,-2-2 0 16,-8-4 0-16,-6 1 0 0,-8 9 0 0,-11-7 0 16,-14 0 0-16,-4-1 0 0,-6-3 0 15,-6-4 0-15,-4-2 0 0,-2-2 0 0,0-6-221 16,1 0-243-16,10-2-169 0,-7-8-269 16,0-8 69-16,2-1 82 0,0-6-741 0,0 1-939 15</inkml:trace>
  <inkml:trace contextRef="#ctx0" brushRef="#br0" timeOffset="71269.22">14938 13186 4572 0,'-77'-4'196'0,"16"1"-21"0,14 0-11 16,13 3-13-16,11 0-4 0,8-2-2 15,13 0-6-15,2 2 17 0,96-8 5 16,46-1 11-16,94 1 12 0,44 0-2 0,39 2-7 15,36 8-2-15,25 8-12 0,6 0-9 16,6 5-13-16,-1 1-17 0,-12 3-10 0,-15 1-11 16,-29-3-11-16,-28-8-5 15,-46-4-15-15,-83-3-18 0,-31-4-11 0,-28-1-2 0,-39-1 0 16,-15-3-4-16,-23-1-12 16,-13-4-31-16,-14 1-52 0,-12-1-59 0,-12 4-63 0,-7-4-63 15,-12-1-81-15,-14 6-99 16,-6 1-110-16,-15 4-172 0,-3 6-92 0,-1 3 86 15,6 3-659-15,2 2-826 0</inkml:trace>
  <inkml:trace contextRef="#ctx0" brushRef="#br0" timeOffset="75134.92">21422 12704 1191 0,'0'0'487'0,"0"0"-149"0,0 0-67 16,2-21-55-16,3 11-29 0,4-6-13 0,11-2 6 0,5-4-10 15,1-2 5-15,12-1-2 0,-7 7-4 16,-1 3-16-16,3 3-11 0,-7 7-16 0,-5 1-19 16,-2 6-7-16,2 5-2 0,6 11-2 15,-5 3-3-15,0 6-1 0,-7 6 1 16,-2-1-8-16,-4 6-2 0,-7 3-5 15,-2 1-1-15,-2 1 3 0,-5-2 13 0,-2 1-8 16,-1-6-1-16,-3 0 7 0,2-5 3 0,0-9-3 16,6-5 6-16,-1-2 23 15,3-4 37-15,-1-1 31 0,0-5-8 0,4-5-20 16,0 0-22-16,0 0-11 0,11-32-16 16,9 1-7-16,12-12-14 0,10-5-11 0,8-14-9 15,5 4-5-15,1 2-9 0,-11 16-4 16,-6 8-13-16,1 3-4 0,-9 10-10 0,-5 7-2 15,-1 7 0-15,-5 6-7 0,-4 3 0 16,0 8-2-16,1 3-4 0,-2 9-1 0,-3 1 5 16,-4 1 0-16,-1 7-4 0,1-1-2 15,-6 3-1-15,1-1-1 0,-3-4-23 0,0-5-30 16,2-6-44-16,-2 0-44 16,2 1-50-16,-2-3-58 0,2-3-64 0,-2-2-45 15,3-3-46-15,-2-4-80 0,-1-5-93 16,11-2-166-16,-11 2 50 0,29-29-533 0,-6 0-683 15</inkml:trace>
  <inkml:trace contextRef="#ctx0" brushRef="#br0" timeOffset="75319.52">22881 12296 3405 0,'8'-14'-5'0,"-5"5"44"16,-1 2 23-16,2 1 15 0,-4 6-2 0,0 0-9 16,0 0 60-16,0 0 34 0,0 0 7 15,-17 33-4-15,5-4-14 0,-1 8-12 16,1 9-13-16,-2 4-10 0,3-1-13 15,-2 0-6-15,2 1-10 0,-1-2-14 0,-1 1-47 16,2-11-59-16,-2 8-78 0,1-6-113 16,5-5-93-16,-1-1-121 0,0-10-202 0,8-7 37 15,2 0 62-15,4-7-244 0,4-2-274 16</inkml:trace>
  <inkml:trace contextRef="#ctx0" brushRef="#br0" timeOffset="75890.74">23407 12663 2489 0,'7'-4'174'0,"0"2"-19"16,-7 2 39-16,0 0 28 0,0 0 16 0,0 0 5 16,-21 23-1-16,11-11-20 0,-2 3-20 15,-1 2-16-15,-2 7-19 0,4-3-18 0,3-1-15 16,2 1-15-16,4-2-6 0,4-1-13 16,2-3 5-16,2-1-11 0,1 3-26 0,4-5-19 15,3-2-18-15,5-2-18 0,-2-3-6 16,5-5-4-16,2-2-3 0,-1-4 1 0,9-6 1 15,-2-5-2-15,-3-6-1 0,6-6 4 16,-7-6-2-16,-2-2 2 0,-10 4-1 0,-2 1 11 16,-1 3 12-16,-5 7 0 0,-4 5-6 15,0 3-5-15,-6 5-2 0,-2 3-3 16,-5 6 0-16,-1 0-1 0,-2 4-3 0,-8 7 2 16,-3 6-3-16,1 3 1 0,3 1-15 15,5-1-34-15,9-4-25 0,1-2-28 16,6-4-54-16,8 0-56 0,4-3-45 15,4 0-22-15,4-6-1 0,2 1 30 0,-1-2 22 16,4-3 33-16,-2-1 44 0,-4 1 54 16,-2-2 54-16,3 1 53 0,-9 4 28 0,0-5 12 15,-1 5-10-15,-10 0 5 0,13 2 67 16,-11 3 35-16,-2 4 6 0,-2 3 2 0,-5 8 9 16,-7 7 6-16,-1 7-1 0,-6 12 8 15,-1 2-4-15,0 1 7 0,-1 4 4 0,2 1-13 16,1-1-10-16,-2 2-10 15,-1 0-15-15,5-4-14 0,-2-1-6 0,1-6-7 0,1-1-8 16,0-12-6-16,3-2-9 16,-1-6-9-16,-3 2 1 0,2-9-5 0,2-3-4 15,-4-4-1-15,0-4-8 0,-2-3-8 16,-2-2-6-16,-9-8-6 0,2-8-17 0,-7-10-50 16,6-6-55-16,9-4-71 0,8-3-85 15,10-4-107-15,14-11-104 0,5-4-92 16,14 0-95-16,13-10-134 0,9 6 67 15,9 6-547-15,6 10-705 0</inkml:trace>
  <inkml:trace contextRef="#ctx0" brushRef="#br0" timeOffset="76220.7">24045 12777 3581 0,'40'-15'-7'0,"-9"3"67"0,-6 3 51 0,-6 2 26 0,-2 4 11 16,-5 0 1-16,-1 1 18 0,-1 2 25 16,-10 0 5-16,20 8 0 0,-10-1-10 0,-2 4-8 15,-1 0-12-15,-1 3-9 0,-3 1 2 16,4-1-13-16,-5 1-15 0,1-2-13 0,-1 0-14 15,2 2-7-15,-4-5-14 0,2 0-4 16,0-1 0-16,-1-3-6 0,-1 2 5 0,0-8-8 16,0 0-5-16,0 0-5 15,25-8-6-15,0-9-10 0,0-1-6 0,3-1-2 0,-1 1 1 16,-2 3 11-16,-8 3 11 16,-4 5-4-16,-1 3-11 0,-3 0-9 0,3 4 21 15,-12 0 25-15,17 6 4 0,-8 1-3 16,2 3-4-16,1 2-6 0,1 3-4 0,1-1-7 15,5 5-5-15,2 1 2 0,4-1-14 16,2 1-45-16,5-3 0 0,2-1 0 16,2-5 0-16,2 2 0 0,-3-7-82 0,-2-2-144 15,-8-1-122-15,-2-3-143 0,1-3-176 16,-1-2-210-16,-7-2 71 0,0 0 85 0,-3-2-630 16,-3-1-807-16</inkml:trace>
  <inkml:trace contextRef="#ctx0" brushRef="#br0" timeOffset="76651.5">24415 11426 3758 0,'-122'-53'-178'0,"-65"-5"42"0,-12 15 41 0,-17 21 42 0,33 22 31 0,-74 19 33 0,-17 29 32 0,-15 22 33 0,-9 23 30 0,-17 20 21 16,3 26 14-16,-97 73 19 0,139-45-2 15,16 11-8-15,34 0 2 0,39 4-8 16,55-2-1-16,59-5 22 0,66-40 29 0,63 35 10 16,62-11-12-16,49-6-9 0,54-15-7 15,28-10-24-15,30-10-19 0,16-15-9 0,7-17-6 16,7-14-27-16,7-18-38 0,1-21-36 15,-2-15-33-15,-7-22-34 0,-3-16-47 0,-18-22-48 16,-15-30-38-16,-18-24-27 0,-29-25-3 16,-21-24 15-16,-20-18 13 0,-28-11 21 0,-28-5 25 15,-26 4 18-15,-35-3 12 16,-36 40 21-16,-25-4 2 0,-36-1 8 0,-44-27 7 0,-31 15 4 16,-26 24 5-16,-33 24 13 15,-24 20 6-15,-23 21-3 0,-15 22-19 0,-14 19-43 16,-6 21-61-16,-2 19-88 0,9 21-88 15,8 21-201-15,14 17 30 0,8 17 65 16,9 13-97-16,12 20-50 0</inkml:trace>
  <inkml:trace contextRef="#ctx0" brushRef="#br0" timeOffset="76853.62">21673 14723 2118 0,'2'7'494'16,"7"-5"-42"-16,12-4-32 0,27-1-41 0,35-4-32 15,57-1-34-15,34-3-33 0,70-1-32 16,9 7-16-16,2 4-28 0,-9 5-18 0,-63 2-23 16,-4 4-18-16,-13 0-43 0,-16 4-57 15,-11 0-58-15,-12-1-79 0,-16 1-84 0,-9 1-89 16,-26-6-63-16,-8-1-76 0,-7-2-106 16,-17-4-187-16,-11 2 67 0,-12-7-395 0,-8 0-499 15</inkml:trace>
  <inkml:trace contextRef="#ctx0" brushRef="#br0" timeOffset="78317.84">22780 13486 3018 0,'-46'-20'86'0,"18"7"46"0,5 5 20 0,8 2 1 16,5 0-3-16,4 1-9 0,6 5-15 0,20-7-7 16,6 4-1-16,23-1 5 0,24 0-1 15,11 2-11-15,5 2-10 0,29 2-11 0,1 0-8 16,-7 4-12-16,-22-2-33 15,-8 2-40-15,-8-1-42 0,-7-3-57 0,-19 4-53 16,-7-2-47-16,-10-2-41 0,-14 1-13 16,-8-3-43-16,-9 0-57 0,0 0-127 0,0 0-52 15,-53 0 50-15,4 0-116 0,-19-3-101 16</inkml:trace>
  <inkml:trace contextRef="#ctx0" brushRef="#br0" timeOffset="79352.92">14751 10053 1846 0,'4'-27'109'0,"0"8"2"0,-6 6-20 0,-5 13-6 0,7 0 7 0,-54 49 24 0,-7 21 8 15,-15 21 9-15,-35 45 2 0,-16 11 16 0,-13 16 4 16,-19 18 8-16,-11 18-5 0,-1 0-13 16,1-2-15-16,8-6-12 0,10-14-8 0,12-15-9 15,13-18-7-15,10-15-13 0,33-41-8 16,7-13-7-16,5-9-8 0,8-10 0 0,17-20-7 16,0-7-1-16,11-15-6 15,0-10-4-15,0-10-20 0,-2-19-27 0,0-14-21 16,-6-26-15-16,5-21-21 0,7-14-16 15,3-16-18-15,4-18-10 0,-4-12-10 0,2-51 8 16,10-1 12-16,7 48 11 0,10 12 12 16,10 14 40-16,5 19 24 0,2 36 6 15,8 21 2-15,5 28 33 0,5 20 22 0,20 22 16 16,25 42 3-16,30 54 11 0,5 29-3 16,-1 17 6-16,8 16-3 0,4 13 3 0,7 6-4 15,8 2-6-15,6-7 2 16,13-3 25-16,0-12 16 0,4-15 21 0,-9-19 4 0,-17-19 5 15,-13-17-13-15,-42-32-19 16,-12-16-11-16,-12-8-10 0,-21-18-6 0,-11-12-11 16,-5-3-14-16,-2-3-31 0,-9-10-48 15,-3-7-66-15,-8 0-83 0,6-17-82 0,-8-4-77 16,-6-11-73-16,-7-14-66 0,-5 0-166 16,0-3 8-16,-3 3 69 0,-6 10-294 15,-1 5-330-15</inkml:trace>
  <inkml:trace contextRef="#ctx0" brushRef="#br0" timeOffset="81399.62">16959 9765 2154 0,'-2'-14'-104'0,"-3"7"17"0,1-1 31 0,1-2 14 0,-7-2 20 0,5-1 27 0,-3 1 14 0,-2-5 15 15,1 1 14-15,-3 1 14 0,3 0 8 16,1 3 4-16,-4 0 8 0,3 0 0 16,2 1 1-16,-2 3-4 0,-2-2-9 15,0 3-9-15,2 0 1 0,-3 4-10 0,-1-2-2 16,-1 3-8-16,1 2-2 0,-1 0-4 15,0 2 0-15,-4-1-4 0,2 3 3 16,-6 2-4-16,-1 1 2 0,1 2 1 0,-7 1-1 16,-5 4-6-16,2 2 3 0,-1-1-1 15,0 3-1-15,1-1 2 0,0-1-1 0,-1 3 2 16,3 1-3-16,-1-3 4 0,6 2-8 16,1 1 3-16,-1-1-4 0,4-1-3 0,6-3 1 15,3 1-1-15,1 1-5 16,4 0-2-16,-1 0 7 0,0 3-1 0,5-2 1 0,-1 5 4 15,-2-6-1-15,4 4 1 16,0-3-4-16,-4 3 10 0,2-1-1 0,-1 1 4 16,1-4-5-16,0 2-8 0,1-2 4 15,-2 0-2-15,3 0 6 0,0 0-12 0,2 0 6 16,-1 1-5-16,1-1 1 0,1 1 6 16,-1 3-2-16,4 1-6 0,3 1-1 15,-4 0 11-15,5 10-5 0,-1-2 0 16,3-2-6-16,1 1 11 0,0-1-4 0,1-2-6 15,0 1 7-15,1-3-1 0,-2-5 8 0,4 7 10 16,-3-8-6-16,1-1 1 0,5 5 2 16,0-4 10-16,3 1-1 0,-5-3-2 15,6 0 0-15,3 1-3 0,0-3-3 16,-2-3-6-16,-2-1 2 0,5 0-3 0,-1-2-4 16,10-1-1-16,-9-5 0 0,3 1-2 15,1-2-5-15,8 0-2 0,5-4 2 0,-2 0-3 16,-3-2 4-16,1 1 17 0,-1-3 13 15,-4 0 13-15,0-2 4 0,-1-3 5 0,-5-1-2 16,5-1-6-16,-5-4-1 0,1 1-4 16,0-6-1-16,-3 1-4 0,-1-6-6 0,6-6-3 15,-4-2-4-15,-3-2-4 0,-7 6-3 16,6-8-3-16,-4 6-5 0,-5 1-3 0,-1-1 0 16,0-2-2-16,-3 4-2 15,-3-2-3-15,1 0-3 0,-2 0 2 0,-1-1-3 16,-5 5 0-16,2-7-1 0,-2 6 1 15,0 1-3-15,-2-4 2 0,-1-4-3 0,-3 3-3 16,0 2-1-16,-4-1 1 0,1 1 1 16,-3 3-5-16,-3 1 2 0,0 1-3 15,-4 0-1-15,0 6 1 0,-4-4-1 0,-1 7 0 16,-7-1 1-16,1 1-2 0,-4 3-1 16,0 1 1-16,0 2 2 0,2 3-1 0,-2-2-2 15,-1 4 0-15,11 0 0 16,-1 2 1-16,0 2 1 0,4-1-2 0,0 4 1 15,0 0-1-15,1 2-2 0,-5 2 1 16,1 0 4-16,-12 7-3 0,11-3 2 0,-3 4-1 16,-1 2 0-16,2 1 3 0,-1 2-1 15,2-1 1-15,1-1-2 0,0 5 0 0,2-3 1 16,2-1-1-16,0 4-1 0,4-3 0 16,2-2 3-16,-3 6-2 0,4-2-1 0,-4 3 1 15,3 0 0-15,1-1-1 0,0 3 1 16,-2 0 1-16,1 3 3 0,1-2-2 0,1 2 0 15,1 0 1-15,1 1-3 16,2-6 2-16,3 0 1 0,0-1-3 0,1 10 1 16,-3-6 0-16,6-3 1 0,-1 1-2 15,1 0 3-15,2-4-3 0,-5 3 4 0,5-3-3 16,0 1 2-16,0 1 1 0,0-3-2 16,0 1 0-16,0 0 2 0,5 2-1 15,-3-5 1-15,1 7 3 0,1-3 5 0,2 1-2 16,-3-4 2-16,3 2-3 0,0-1 6 15,3-1-3-15,-1 1 4 0,1-3 8 0,3 1 12 16,5-2 7-16,4 5 7 16,4-4-12-16,-4-3 2 0,10 0-3 0,-9-2-5 0,-3-1-3 15,3-2 4-15,-4 1-7 0,1 0-3 16,3-1-5-16,-4-3 2 0,3 3-3 16,-6-2 0-16,6 2-3 0,2 0-5 15,-8-2 5-15,6 3-3 0,3-4 1 0,-3 1-3 16,-1 0 0-16,3-2-2 0,0 3 0 15,-1-3 0-15,3 0 2 0,0 0 2 0,4-2-3 16,0 1-3-16,-3-2 4 0,3 0-5 16,-2 0-1-16,0 0 4 0,-3 0-2 0,1-3 3 15,-6 0 3-15,2 3-2 0,-2-3 25 16,-2 0 17-16,-2-1 0 0,3-3-1 0,-2 1-2 16,4-5-5-16,-3-1-7 15,5-6-1-15,0-3-9 0,-1-6 2 0,4-13-3 16,-3-1-7-16,-1-6 2 0,2-1-4 15,-2-5-11-15,-2-3 0 0,-3-2-4 0,-1-6-6 16,-6 0 23-16,1 3-1 0,-6-2 0 16,-2 0 0-16,-4 16-7 0,-6-5-3 15,-4 3-2-15,-2 4-5 0,-8 6 5 0,-3 5-10 16,0 8-1-16,-1 4-9 0,-7 5-30 16,1 5-31-16,-2 2-39 0,1 8-38 0,5 4-55 15,-8 4-72-15,0 4-77 0,2 2-59 16,3 4-95-16,6-1-263 0,9-1 66 0,5-2 83 15,8 0-418-15,1 0-516 16</inkml:trace>
  <inkml:trace contextRef="#ctx0" brushRef="#br0" timeOffset="81816.89">17615 10015 2752 0,'-11'-8'-68'0,"0"2"41"0,1-1 39 0,3 2 24 0,-1-3 15 0,6 1 19 16,-1-2 21-16,-2 0 11 0,5 0-2 16,7-2-9-16,-2-3-6 0,10 2-10 0,12-10-8 15,5 3 1-15,18-1-12 0,4 3-7 16,7 0-5-16,3 1-5 0,6 3-2 0,-1 4-1 16,-5 1-6-16,-3 0 0 15,-3 2-4-15,-16 0-4 0,-6 1-4 0,-7 4 1 0,-8-2 1 16,-4 1-4-16,-3 0-5 0,-5 2-1 15,-9 0-4-15,11 0-21 0,-11 0-25 16,0 0-41-16,0 0-54 0,-9 11-65 16,-1-5-110-16,0-2-256 0,3 0 41 0,-1 4 61 15,1-5-93-15,2 0-60 0</inkml:trace>
  <inkml:trace contextRef="#ctx0" brushRef="#br0" timeOffset="82183.02">18641 9679 1655 0,'0'-7'134'15,"0"7"14"-15,0 0-15 0,0 0-19 0,0 0-1 16,0 0 18-16,0 0 1 0,-15 22 7 16,10-5 6-16,4 0-12 0,-1 8-9 0,-2 1-17 15,0 8-6-15,4-3-11 0,0-4-9 16,-1 8-1-16,-7-2-3 0,4-10-14 0,1-3-3 15,-4-5-8-15,5-1 21 0,-1-3 19 16,-1-2 25-16,2-2 2 0,-1-2-10 16,3-5-11-16,0 0-10 0,0 0-7 0,-16-17-7 15,10 2-8-15,6-2-9 0,-2-9-9 16,4-11-5-16,7-13-3 0,2-8-6 16,2-2-2-16,4-4-7 0,3 0-13 0,0 2-13 15,1 4-10-15,4 3-3 0,-1 3-12 16,5 6-10-16,-1 8-22 0,3 4-28 0,-3 12-32 15,1 6-29-15,3 2-31 0,-1 6-42 16,-4 3-38-16,-4 7-53 0,0 1-90 0,-5 2-173 16,-4 2 51-16,-3 5-177 0,-1 0-194 15</inkml:trace>
  <inkml:trace contextRef="#ctx0" brushRef="#br0" timeOffset="82499.92">18767 9583 1817 0,'-25'9'-48'0,"4"-3"25"16,4 0 26-16,4-3 19 15,3 0 17-15,0-1 7 0,3 1 10 0,1-1 2 16,6-2-2-16,-10 4-6 0,10-4-4 16,0 0-4-16,0 0-2 0,22 6-11 0,-10-6-20 15,4 2-23-15,4 0-27 0,-2 0-28 16,1 1-26-16,3 0-17 0,-6-3-15 0,6 2 1 16,-8 1 15-16,2-3 7 0,-1 0 21 15,-1 0 20-15,-1 0 16 0,1-1 32 0,-14 1 16 16,20 0 23-16,-12 0 12 15,-8 0 2-15,17 0 2 0,-17 0 13 0,14 3 9 16,-9 2 28-16,3 2 9 0,-5 3 13 16,1 3 9-16,0 3-3 0,-3 1-10 15,1 1-9-15,1 5-10 0,-3 1-4 0,2 1-12 16,-4 1-1-16,2 0-9 0,-3 1-3 16,1 0-23-16,2-2-30 0,-1-2-41 0,-3 0-57 15,0-7-86-15,2-2-89 0,-1-3-198 16,-1-5-111-16,0 0-76 0</inkml:trace>
  <inkml:trace contextRef="#ctx0" brushRef="#br0" timeOffset="82650.55">19051 9564 1690 0,'-5'-8'31'15,"0"1"1"-15,1 2-1 0,1 0-3 0,3 5-1 16,0 0-6-16,-8-4-24 0,8 4-48 15,0 0-96-15,0 0-235 0,-5 17-53 0,6-10 57 16</inkml:trace>
  <inkml:trace contextRef="#ctx0" brushRef="#br0" timeOffset="83051.8">19182 9651 1388 0,'-2'-5'124'0,"2"5"25"0,2-7-5 0,-2 7-12 15,0 0 7-15,0 0 30 0,0 0 11 16,22 12-4-16,-15 1-8 0,2 5-15 16,-2 3-7-16,6 8-21 0,-4 2-10 15,-4-4-9-15,-1-2-8 0,-2 0-13 0,-2 1-9 16,-4 0 0-16,-1 4-5 0,-5 1-13 16,-2-4 3-16,-1-8-24 0,1-3-31 0,-4-5-35 15,-1 3-21-15,1-5-29 0,2-3-24 16,2-5-35-16,1 0-23 0,11-1-11 15,-20-9-10-15,15 1 8 0,-1-6 7 16,2-1 14-16,4-3 25 0,2-1 33 0,4-2 63 16,-3 4 48-16,1 3 38 0,2 2 26 15,0 0 22-15,0 4 42 0,-1 1 40 0,5 5 24 16,2-4 8-16,0 4-2 0,1 2-5 16,7 3-15-16,1 2-18 0,6-1-15 0,5 4-15 15,2 1-13-15,-7-1-14 0,-5-3-15 16,1 4-38-16,-1-2-46 0,-8 1-66 0,0 0-92 15,-4 1-97-15,-7 0-117 0,4 4-164 16,-7-6-97-16,-3 2 64 0,1 0-273 16,0-1-308-16</inkml:trace>
  <inkml:trace contextRef="#ctx0" brushRef="#br0" timeOffset="83283.62">19654 9711 2460 0,'-18'-2'81'0,"-2"4"51"0,0 1 35 0,-1 3 37 0,0 5 17 0,-4 3 15 0,4 4 17 0,6 1 0 15,5-2-4-15,5 3-11 0,3 1-16 16,8 3-21-16,1 7-20 0,6-2-26 0,1-2-10 16,1 2-12-16,-3-10-26 0,-1 0-48 15,-2-3-49-15,3 3-66 0,-5-3-97 0,1-3-107 16,-2 1-94-16,0-6-118 15,-3 1-204-15,-3-1 47 0,2-1 69 0,-2-2-306 16,0-5-351-16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23T04:54:17.0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15437 13307 464 0</inkml:trace>
  <inkml:trace contextRef="#ctx0" brushRef="#br0" timeOffset="233.32">15527 12868 1924 0,'-6'-9'1009'0,"3"3"-313"0,-1 1-200 0,4 5-109 15,0 0-65-15,0 0-28 0,0 0-15 16,0 0-8-16,0 0-19 0,20-2-26 0,-20 2-21 16,20 9-21-16,-11-3-19 0,1-1-19 15,-2 2-18-15,1 4-29 0,-4-4-34 0,2-2-36 16,-4 3-45-16,1-1-67 0,2-2-60 16,-3 1-62-16,-1 0-72 0,-2-6-73 15,4 9-61-15,-4-9-84 0,0 0-134 16,-6 7-53-16,6-7 66 0,0 0-496 0,0 0-582 15</inkml:trace>
  <inkml:trace contextRef="#ctx0" brushRef="#br0" timeOffset="32042.59">4217 1119 2197 0,'-4'-6'198'16,"2"-3"-11"-16,2 9 11 0,-4-14-9 0,3 6-14 15,-2 0 24-15,-1 0 9 0,4 8-6 16,-4-12-1-16,4 12-13 0,-3-7-19 15,3 7-16-15,0 0-17 0,0 0-7 16,0 0-1-16,-22 35 6 0,11-2 4 0,0 14 8 16,1 6 2-16,1 4-1 0,3 3-8 0,1-2-12 15,1-1-12-15,4-12-6 16,-2 1-13-16,2-7-6 0,0-1-10 16,-2-7-7-16,4-7-8 0,-4-5-1 0,2-2-10 15,0-3 0-15,0-3-2 0,0 0-16 16,-2-2 1-16,0-2-6 0,2-7-6 0,0 7-13 15,0-7-111-15,0 0-113 0,0 0-103 16,-19-23-105-16,7-6-95 0,7-9-171 16,-1-3-39-16,-1-12 58 0,1-5-418 0,-4 2-556 15</inkml:trace>
  <inkml:trace contextRef="#ctx0" brushRef="#br0" timeOffset="32243.35">3831 1058 3032 0,'-18'-7'-9'0,"2"2"34"0,3 3 34 0,-1 0 35 15,3 1 41-15,11 1 23 0,-14 0 12 16,14 0-4-16,0 0-7 0,-16-2-5 16,16 2 7-16,0 0 28 0,0 0 27 0,0 0-8 15,43 3-16-15,0-3-15 0,4-1-17 16,16-5-19-16,2 5-14 0,4-6-15 16,-1 3-12-16,-5-1-15 0,-15 2-53 0,-8 1-90 15,-10 2-106-15,-7-1-79 16,-6 2-71-16,0 4-97 0,-7-3-169 0,-3 1-118 15,-7-3 82-15,12 5-391 0,-12-5-481 16</inkml:trace>
  <inkml:trace contextRef="#ctx0" brushRef="#br0" timeOffset="32519.7">4902 886 3091 0,'-27'9'147'0,"27"-9"-2"0,-14 5 3 0,3 2 10 16,0 3 12-16,-10 13 17 0,1 0 0 15,0 6 4-15,-1 11-7 0,5 5-6 16,0 1-8-16,3 2-13 0,2 1-13 0,4-6-12 16,2 1-6-16,3 0-13 0,0-1-15 15,2-2-6-15,2-1-14 0,3-3-7 0,4-4-11 16,0-2-28-16,0-10-72 0,3-1-104 15,-1-7-112-15,7-1-114 0,-3-3-116 16,2-7-169-16,-2-2-9 0,3-4 68 0,-4-3-373 16,2-1-446-16</inkml:trace>
  <inkml:trace contextRef="#ctx0" brushRef="#br0" timeOffset="32892.64">4990 1408 2616 0,'0'-16'24'0,"2"2"50"15,-2 4 52-15,2 0 51 0,-1 1 46 0,-1 2 16 16,0 7 2-16,2-10-17 0,-2 10-24 15,2-8-21-15,-2 8-16 0,0 0-8 16,0 0-2-16,16 0-15 0,-16 0-3 0,18 13-12 16,-6-4-10-16,-1 1-15 0,0-2-7 15,-2 2-8-15,-2-2-9 0,1 0-3 0,-3-1 0 16,2 0 9-16,-4-3 17 0,-3-4 17 16,11 8 37-16,-11-8 30 0,6 2 26 15,-6-2 18-15,0 0-4 0,0 0-24 0,16-21-24 16,-11 8-19-16,3 0-15 15,-3-2-14-15,3 3-15 0,0 0-11 0,-3 3-15 16,1 1-41-16,0 3-43 0,5 2 0 16,-11 3 0-16,22 1 0 0,-7 3 0 15,0 4 0-15,4 4 0 0,2 5 0 0,2 2 0 16,-8-2 0-16,4 4 0 0,-4-2 0 16,-1-4 0-16,-5 0 0 0,2-1 0 0,1 0 0 15,-3-6 0-15,-3 1-76 0,1-4-264 16,2 0-84-16,-2-5-114 0,-7 0-133 15,0 0-195-15,25-14 85 0,-12 1 85 16,6-11-596-16,-4-4-751 0</inkml:trace>
  <inkml:trace contextRef="#ctx0" brushRef="#br0" timeOffset="33109.36">5659 867 3806 0,'-2'-14'64'0,"0"5"26"0,2 0 14 15,0 9-5-15,-2-9 0 0,2 9-8 16,0 0 37-16,0 0 22 0,22 26 1 15,-4-2-5-15,0 7 1 0,6 8-6 0,-5 4-1 16,-2 2-2-16,-4 1-12 0,-3-5-3 16,-5 0-7-16,-5 2-21 0,0-2-11 0,-2-2-1 15,-3 3-13-15,-3-5-6 16,-4-2-12-16,1-3-8 0,-2-4-57 0,1 0-83 16,1-12-103-16,-3-2-92 0,5-5-102 15,2-4-137-15,-1-3-197 0,8-2 62 16,0 0 74-16,-10-18-377 0,14 3-446 0</inkml:trace>
  <inkml:trace contextRef="#ctx0" brushRef="#br0" timeOffset="33292.28">6030 1210 2940 0,'6'-3'226'16,"-6"3"43"-16,9-4 34 0,-9 4 43 16,0 0 30-16,0 0 1 0,12-3-21 0,-12 3-27 15,0 0-29-15,18-2-30 16,-2-1-29-16,3-1-23 0,4 1-23 0,2-2-22 15,9-2-29-15,-6 0-49 0,-4 2-88 16,-4 0-110-16,-1 1-108 0,-3 1-118 0,-3 0-105 16,-6 1-125-16,1 2-247 0,-8 0 76 15,0 0 82-15,0 0-490 0,0 0-605 16</inkml:trace>
  <inkml:trace contextRef="#ctx0" brushRef="#br0" timeOffset="33508.68">6055 1440 3551 0,'-12'12'241'0,"5"-2"15"0,-1-3 57 16,3-1 64-16,2-1 31 0,3-5 10 0,0 0 0 16,0 0-22-16,23 7-50 0,-2-7-41 15,8-4-21-15,13 1-34 0,-3-2-24 16,0-1-18-16,-7 1-26 0,-7 3-170 0,-6-1-12 16,-3 1 0-16,-4 2 0 0,2-2 0 15,-14 2 0-15,19 0 0 0,-19 0 0 0,7 2-194 16,-7-2-262-16,0 0-207 0,0 0-267 15,-16 12 73-15,6-6 100 0,-4 0-717 16,2 2-922-16</inkml:trace>
  <inkml:trace contextRef="#ctx0" brushRef="#br0" timeOffset="34724.14">7150 1188 2779 0,'-8'-8'192'0,"1"-5"-9"0,3 5-1 15,0-2 17-15,2 0-10 0,0 1-34 16,6-2-12-16,0 0-17 0,2-2-30 0,5-2-8 15,5 1-10-15,-2 2-7 16,11-5-13-16,-1 8-4 0,-8 2-8 0,5 4-2 16,-4 1-4-16,6 6-2 0,2 3-2 15,4 3-3-15,-4 7 1 0,0 6-2 16,-11 4 6-16,-3 4 21 0,-4 8 31 0,-10 2 36 16,-4 14 27-16,-8-1 14 0,-4 6 22 15,-6-2 0-15,-2-2-3 0,1-1-18 0,1-5-7 16,6-4-10-16,4-10-10 0,6-3-3 15,6-6-14-15,5-5-1 0,4-2-8 16,3-4-6-16,8-2-12 0,2-5-11 0,6-2-10 16,2-2-10-16,2-5-3 15,-1-2-6-15,-2-1-8 0,-3-4 4 0,0 0-2 0,-3-3 4 16,-7-3 1-16,-4 2 14 16,-1-5 1-16,-8 1-53 0,-8-8-18 0,-9-7 0 15,-13-7 0-15,-9 5 0 0,-8-1 0 16,-7 1 0-16,-1 3 0 0,2 1 0 15,3 1 0-15,5 3 0 0,6 0 0 0,9 7 0 16,6-2 0-16,6-3 0 0,4-2 0 16,5-1 0-16,7 4 0 0,6-3 0 0,10-9 0 15,4 3 0-15,18-1 0 0,0 6 0 16,7 5 0-16,-5 6 0 0,15 3 0 16,-5 9-451-16,19 6-194 0,1 1-245 15,1 9-15-15,-5 1 111 0,-3 4-739 16,-3-1-976-16</inkml:trace>
  <inkml:trace contextRef="#ctx0" brushRef="#br0" timeOffset="35008.43">7901 1085 3915 0,'-3'-20'-103'0,"-1"2"63"0,4 3 62 16,0 3 55-16,-1 4 23 0,1 1-2 0,0 7-8 15,-2-11-13-15,2 11 0 0,0 0 3 16,0 0 47-16,3 27 28 0,1 6 7 0,1 7-4 16,-2 3 4-16,1 12-1 15,0 3-7-15,1 0-12 0,-3-2-10 16,2-11-3-16,0 0-19 0,-2-3-14 0,0-4-10 16,-2-9-10-16,2-4-8 0,0-6-10 15,0-1-10-15,-2-4-36 0,0-2-76 0,-2-4-82 16,4-1-109-16,-2-7-111 0,0 0-139 15,0 0-228-15,0 0 23 0,0 0 70 16,5-38-384-16,-5 13-498 0</inkml:trace>
  <inkml:trace contextRef="#ctx0" brushRef="#br0" timeOffset="35197.35">7727 1030 2727 0,'-28'-14'33'15,"-5"1"57"-15,5-1 52 0,4 7 68 0,10 2 42 16,0 0 11-16,6 0-12 0,1 3-15 15,7 2-20-15,-12-7-5 0,12 7-10 16,0 0-18-16,0 0-14 0,21-7-23 0,8 7-14 16,19-2-14-16,6 2-24 0,12-2-87 15,2 1-110-15,-5 1-102 0,2 0-78 0,-11 0-75 16,-9 0-119-16,-6 0-200 0,-8 3 31 16,-8 3-351-16,-5-1-474 0</inkml:trace>
  <inkml:trace contextRef="#ctx0" brushRef="#br0" timeOffset="35524.75">8525 831 2716 0,'-12'-8'18'0,"3"2"27"0,2 5 19 16,7 1 9-16,0 0 27 0,-29 12 36 16,10 8 31-16,0 6 21 0,2 7 14 0,-2 13 24 15,3 4 9-15,4 3 3 16,1 4 0-16,10-1 1 0,1 2-13 16,3-2-17-16,6-4-15 0,3 0-12 0,4-8-15 15,1 1-9-15,0-12-12 0,2-4-23 16,2-2-11-16,-1-4-31 0,-6-6-56 0,0-3-82 15,-5-6-82-15,1-3-98 0,-3 0-94 16,3-3-103-16,-1-2-165 0,-9 0-131 16,11-7 62-16,-7 2-459 0,1-3-595 15</inkml:trace>
  <inkml:trace contextRef="#ctx0" brushRef="#br0" timeOffset="35940.75">8719 1145 3398 0,'-5'-6'135'0,"1"2"1"0,4 4-7 16,0 0 0-16,0 0-16 0,0 0-9 15,0 0-8-15,0 0 43 0,0 0 26 16,0 0 2-16,31 29-13 0,-13-10-16 0,3 3-13 16,-1-1-9-16,-2 3-9 0,2 0-5 15,-7-6-1-15,0 9 5 0,-3-9 0 16,-5-1 18-16,-1 0 0 0,1-1-6 0,-2-2 4 15,-3-2 12-15,2-4 3 16,0 1 9-16,0-2 12 0,-2-7 17 0,3 8 20 16,-3-8-11-16,0 0-22 0,0 0-17 15,20-29-19-15,-5 1-14 0,2-1-8 0,5-9-13 16,0 13-23-16,-3-1-68 0,1 6 0 16,-2 3 0-16,-3 6 0 0,-1 3 0 15,-2 1 0-15,4 7 0 0,1 3 0 16,-2 4 0-16,2 3 0 0,1 2 0 0,-5 4 0 15,0-2 0-15,0 2 0 0,-1 0 0 16,-1 2 0-16,-1-2 0 0,-2-2 0 16,-1 0 0-16,-3-4 0 0,2 1 0 15,-3-3 0-15,1-1-199 0,1-2-257 0,-2 0-93 16,-3-5-156-16,2 7-181 0,-2-7 66 16,0 0-736-16,0 0-1000 0</inkml:trace>
  <inkml:trace contextRef="#ctx0" brushRef="#br0" timeOffset="36810.97">9659 855 4016 0,'-5'-18'-149'15,"2"0"57"-15,-1 5 42 0,2 1 43 0,0 1 38 16,0 5 33-16,0-1 6 0,2 7-10 16,-3-7-7-16,3 7-14 0,0 0 34 15,0 0 70-15,-8 38 28 0,2 1 23 0,-3 13 21 16,-1 7 3-16,1 5 10 0,1 1 7 16,2 2 5-16,-3 0-11 0,5-1-23 15,-2-2-17-15,2-4-15 0,1-4-20 0,1-11-14 16,2-2-10-16,2-7-14 15,-2-7-13-15,0-5-12 0,0-4-8 0,0-4-8 16,0-2-11-16,0 0-5 0,1-2-13 16,-1-4-10-16,0-3-73 0,0-5-95 0,2 9-118 15,-2-9-139-15,0 0-112 0,0 0-138 16,0 0-182-16,0 0 62 0,18-17-642 16,-13 8-853-16</inkml:trace>
  <inkml:trace contextRef="#ctx0" brushRef="#br0" timeOffset="36977.46">9767 1257 3496 0,'0'0'-258'0,"0"0"11"0,-7-5 12 15,7 5-1-15,0 0-10 0,0 0-37 16,-8-2-394-16,8 2-173 0</inkml:trace>
  <inkml:trace contextRef="#ctx0" brushRef="#br0" timeOffset="38489.07">9688 1363 2146 0,'0'0'193'0,"-12"0"31"15,12 0-3-15,0 0 8 16,0 0 5-16,-6-10-4 0,6 10 1 0,11-18-14 15,3 6-10-15,9-6-24 0,3 0-13 16,4 1-20-16,3 5-15 0,-1 0-12 0,-3 8-8 16,-4 4-13-16,-4 4-6 0,2 5-5 15,1 10-11-15,-1 3 5 0,-5 5 10 16,-11 4 29-16,-5 7 30 0,-8 3 35 0,-9 11 15 16,-6-3 9-16,-4-2 2 0,-5-4 1 15,1-7-2-15,8-5-7 0,4-6-13 16,3-8-6-16,7-2-10 0,2-4-5 0,-1-3-8 15,4 0-165-15,0-2 0 16,2-6 0-16,0 0 0 0,6 11 0 0,5-8 0 16,3-3 0-16,4 0 0 0,5-3 0 15,0-1 0-15,1 3 0 0,3-3 0 0,-2-1 0 16,2 0 0-16,-4 1 0 0,-1-1 0 16,0 1 0-16,-7 2 0 0,0-2 0 0,-3 1 0 15,-1-3 0-15,0 1-364 0,-1 0-311 16,-4-2-191-16,-1-1-32 0,-1-2 91 15,0-1-751-15,-2-1-1001 0</inkml:trace>
  <inkml:trace contextRef="#ctx0" brushRef="#br0" timeOffset="39004.85">10232 583 4097 0,'-10'-21'-131'0,"5"7"51"0,1 3 50 16,1 0 56-16,-2 2 49 0,1 2 28 0,0 3 24 16,4 4 5-16,-5-9 2 0,5 9-8 15,-4-8-2-15,4 8-2 0,-2-6-1 16,2 6-1-16,0 0-1 0,-3-9-10 15,3 9-11-15,0 0-11 0,0 0-14 16,0 0-2-16,0 0-3 0,-4 25-3 0,11 5 14 16,4 20 12-16,7 5 0 0,6 7 12 15,11 19-8-15,10 2 3 0,0 4-14 16,0 0-9-16,-7-2 0 0,-2 3-8 16,-7 2-2-16,-8-2-6 0,-12-16 2 0,-5 1 13 15,-6-6 10-15,-6 0 16 0,-3-5 20 16,-1-3 21-16,-4-6 19 0,-2-5 15 0,5-12 6 15,1-3 15-15,1-6-35 16,2-5-161-16,3-5 0 0,-2-5 0 0,4-1 0 0,3-1 0 16,-3-4 0-16,0 3 0 15,2-3 0-15,2-6 0 0,-2 10 0 0,2-10 0 16,-1 10 0-16,1-10 0 0,0 0 0 16,0 0 0-16,0 8 0 0,0-8 0 0,0 0 0 15,0 0 0-15,0 0 0 0,0 0-594 16,0 0-440-16,0 0 115 15,0 0 109-15,-12-25-834 0,6 18-1082 0</inkml:trace>
  <inkml:trace contextRef="#ctx0" brushRef="#br0" timeOffset="40757.58">11277 1394 4413 0,'-20'3'-96'0,"3"-3"30"0,1 2 26 0,3 0 29 15,13-2 43-15,-20 1 40 0,20-1 30 16,-11 2 28-16,11-2 13 0,0 0-3 0,-11 2 1 16,11-2-6-16,0 0 5 0,0 0 6 15,0 0 7-15,0 0-18 0,0 0-7 16,0 0-13-16,49-9-13 0,-10 6-9 0,5-4-8 16,-1 2-8-16,1 0-9 0,2 1-9 15,-6 1-26-15,-6 1-57 0,-7 0-83 16,-7 2-90-16,2 0-83 0,-3 0-74 15,-2 2-83-15,-2-4-128 0,-3 6-145 16,-5-4 59-16,-7 0-405 0,0 0-528 0</inkml:trace>
  <inkml:trace contextRef="#ctx0" brushRef="#br0" timeOffset="41088.65">11365 1202 2933 0,'-15'-11'4'15,"0"0"32"-15,4 2 19 0,0 0 13 16,8 2 33-16,-1 2 43 0,0-1 30 16,4 6-4-16,-5-7-15 0,5 7-15 0,0 0-19 15,0 0-10-15,0 0 27 0,0 0 40 16,-4 30 24-16,10 6 32 0,-1 18 14 16,4 2 9-16,0 8-7 0,-2 1-13 15,2-2-15-15,-1-3-14 0,0-3-21 0,-1-4-15 16,1-12-16-16,-1-1-14 0,0-6-16 15,-4-7-15-15,1-6-10 0,0-2-8 0,-1-4-10 16,-3-1-12-16,2-2-1 0,0-2-9 16,0-1-7-16,0 0-13 0,-2-9-1 15,0 9-10-15,0-9-73 0,0 7-110 0,0-7-111 16,0 0-122-16,0 0-121 16,0 0-137-16,0 0-204 0,-13-23 70 0,11 14 88 15,0 0-538-15,2 0-691 0</inkml:trace>
  <inkml:trace contextRef="#ctx0" brushRef="#br0" timeOffset="42521.44">12418 1101 3034 0,'0'0'-179'0,"0"0"51"0,-7-7 54 16,7 7 55-16,-6-5 41 0,6 5 47 0,0 0 26 15,-14-6 9-15,14 6 8 0,0 0-7 16,-25 11-4-16,-4 10 14 0,-10 11-1 0,-1 13 29 16,-9 20 26-16,0 6 20 0,-3 9-4 15,9-1 1-15,0-3 0 0,9 0-4 16,14-17-8-16,4-3 3 0,8-5-4 0,8-8 0 16,4-3-7-16,7-4-6 15,10 3-21-15,8-6-16 0,3-13-13 0,3-3-8 16,2-6-6-16,4-4-6 0,4-6-11 15,5-5-5-15,9-7-14 0,2-5-9 16,-4-3 1-16,-4-5-9 0,1-1-1 0,-7-6-3 16,-3-5-10-16,-4-4 3 0,-6-8-10 15,-3-2 1-15,-6-11-7 0,-8 1-1 0,-6-4-3 16,-3-4-4-16,-8-1-4 0,-8 5 1 16,-5 3 3-16,-2 10-6 0,-12 6-5 0,-5 9 4 15,-6 12-6-15,0 14-5 0,-7 6 6 16,-12 12 2-16,1 8-2 15,0 9 0-15,5 7 2 0,5 6 6 0,8 3-2 16,9 3 8-16,9 1-3 0,8 3 3 16,12-7 1-16,1-1 2 0,11-3 0 0,12 5 6 0,1-6-2 15,11-3-4-15,-2-6-2 16,-2-9 0-16,0-2-5 0,3-4 3 0,-7-2-1 16,-1-2 9-16,-7-5-9 0,0 0-6 15,-6-3 7-15,2 0-17 0,-3-2-31 16,1-1-59-16,-3-1-60 0,1-1-87 0,-3 0-84 15,2 0-104-15,-5-2-144 0,0-2-190 16,4-1 36-16,-7 0 89 0,5 0-429 16,-2-3-544-16</inkml:trace>
  <inkml:trace contextRef="#ctx0" brushRef="#br0" timeOffset="43103.28">13243 1013 3247 0,'-13'-5'141'0,"-1"7"3"16,-2 6 9-16,-2 4 28 0,-5 16 31 15,-5 15 25-15,2 6 24 0,-3 10 7 0,8 1-16 16,3 6-7-16,7 1-15 0,6-2-16 16,1-1-29-16,8-6-19 0,-1-5-19 0,5-10-12 15,-1-5-15-15,5-2-14 16,1-5-15-16,-1-4-36 0,-3-6-64 15,1-6-59-15,-7-3-53 0,6-1-58 0,-6-4-51 16,1-4-52-16,1-1-35 0,-5-2-14 16,0 0 0-16,15-11 1 0,-6-3 14 0,4-13 19 15,0-6 18-15,2-10 40 0,3-1 70 16,-4 1 57-16,-1 9 75 0,-2 5 73 16,-6 5 66-16,2 5 61 0,-3 5 39 0,3 2 2 15,-4 4-15-15,1-1-15 0,2 4-5 16,-6 5 14-16,11 0 18 0,-11 0-3 0,15 8-9 15,-4 3-8-15,0 1-8 16,2 1-17-16,-2 4-3 0,-1-3-1 0,-1 4-14 16,-2-5 3-16,2 1-8 0,-4 0 3 0,1-4-5 15,-2 0-1-15,-3 1-2 16,3-1-10-16,-2-3 0 0,2-2-3 0,-4-5 0 16,4 8 6-16,-4-8-8 0,0 0-12 15,15-22-12-15,1-4-10 0,0-5-5 0,2 4-10 16,0 2-8-16,-2 2-5 0,-1 8-7 15,-3 3-16-15,1 5-28 0,-2 4 0 16,-1 3 0-16,-10 0 0 0,22 13 0 0,-10 1 0 16,-1 5 0-16,1 0 0 0,-1 8 0 15,-1-5 0-15,-5-1 0 0,4-2 0 0,-4-1 0 16,1 0 0-16,-3-5 0 16,3-1-15-16,0-1-271 0,-4-2-97 0,4-2-95 15,-1-3-109-15,-5-4-151 0,11-2-81 16,-11 2 65-16,14-13-651 0,-5-6-857 15</inkml:trace>
  <inkml:trace contextRef="#ctx0" brushRef="#br0" timeOffset="43352.32">13880 1214 3760 0,'-7'-25'76'15,"4"7"77"-15,1 4 54 0,-2 2 67 16,2 2 54-16,0 1 29 0,2 2-7 16,0 7-20-16,0-13-29 0,0 13-31 0,6-7-23 15,-6 7-22-15,0 0-19 16,30 14-16-16,-8 4-13 0,-3 4-19 0,-4 6-2 15,-2 1-1-15,-3 3-3 0,-3 0-33 16,-3-3-119-16,-4-5 0 0,0 2 0 16,0-5 0-16,0-1 0 0,0-2 0 0,2-5 0 15,-2 0 0-15,4-4 0 0,-3-1 0 16,4-3 0-16,2-1 0 0,-7-4 0 0,0 0 0 16,27-15-341-16,-3-6-342 0,7-10-211 15,-3-7 5-15,7-6 89 0,-5-8-759 16,2-1-1002-16</inkml:trace>
  <inkml:trace contextRef="#ctx0" brushRef="#br0" timeOffset="43552.17">14350 842 4121 0,'-9'-5'120'0,"0"-1"72"15,2 1 64-15,7 5 70 0,-9-9 17 0,9 9-4 16,-4-3-29-16,4 3-29 0,0 0-29 16,0 0-4-16,13 23 11 0,6 7-5 15,6 15-1-15,1 8-16 0,-3 10 34 0,-1 24-142 16,-8 1-129-16,-5-11 0 0,-7 2 0 15,-14 21 0-15,-7-2 0 0,-8-6 0 0,-1-4 0 16,-14 0 0-16,0-10 0 0,-6 1 0 16,-1-5 0-16,-5-7 0 0,16-23-108 15,-2-1-946-15,4-9 107 0,8-11 109 0,1-8-945 16,8-6-1214-16</inkml:trace>
  <inkml:trace contextRef="#ctx0" brushRef="#br0" timeOffset="59992.34">4911 3456 968 0,'0'0'378'16,"-9"6"-95"-16,9-6-54 0,-5 5-28 16,5-5-18-16,0 0-5 0,-10 5-20 15,10-5-11-15,0 0 13 0,-10 3-21 0,10-3 0 16,0 0-10-16,0 0-6 15,0 0-7-15,0 0-3 0,-9 3-12 0,9-3-3 16,0 0-7-16,0 0 3 0,0 0-1 16,0 0-8-16,0 0 0 0,0 0-2 0,-6 6-6 15,6-6-3-15,0 0-2 0,0 0 7 16,0 0-1-16,0 0 10 0,0 0 14 16,0 0 11-16,0 0 6 0,0 0-10 0,0 0-6 15,0 0-12-15,0 0-11 0,-9-12-6 16,9 12-7-16,-3-10-7 0,3 10-6 15,0-11-9-15,0 11 4 0,0-15-4 16,3 6-11-16,-1 1 1 0,0 0-1 16,0-2-5-16,1 0-4 0,1 3-4 0,2-3-3 0,-3 2 0 15,1 1-4-15,-1-1 1 16,2 3-3-16,-5 5 1 0,6-9-1 0,-2 3 1 16,-4 6-7-16,7-7 1 0,0 4 4 15,-7 3-5-15,0 0 0 0,18-4 1 16,-18 4 2-16,19 0-3 0,-19 0 0 0,24 7 1 15,-12-3-2-15,-1 2 0 0,3 0 3 16,-3 0 0-16,2 3 1 0,-1 0 0 0,-2 1 3 16,-1 2 0-16,-1 2 4 15,1 0 8-15,-3 3 2 0,1-2 3 0,-2 1 12 16,1 0 1-16,-5 2 7 0,1-1 2 16,-2 2 8-16,0-2-15 0,-2 2 14 15,-1 3 10-15,-6-1 3 0,0 8 13 0,-2-3 2 16,-5-1 13-16,3 0-8 0,-6-3 1 15,4-4-5-15,1-4-5 0,1-2 2 0,1-2-1 16,-1-1 0-16,1 0 3 0,-1-5-5 16,2-1-6-16,-1-2-11 0,12-1-13 15,-24-6-51-15,11-3 0 0,-2-5 0 0,-3-12 0 16,3-5 0-16,3-5 0 0,5-1 0 16,1-4 0-16,5-2 0 0,1 0 0 0,1 4 0 15,7-1 0-15,-1 4 0 16,5 3 0-16,-1-1 0 0,3 3 0 0,3 6 0 15,0 2 0-15,-4 6 0 0,1 6 0 16,-3 0 0-16,4 6 0 0,-3 1 0 16,1 8 0-16,3 3 0 0,0 3 0 0,0 3 0 15,1 12 0-15,-2 2 0 0,0 2-8 16,-1 0 6-16,-1 0-4 0,1 2 2 0,-3-2 0 16,-2 0 5-16,3-2-4 0,-1-5 3 15,2-5 2-15,-1 0 10 0,-1-1-13 0,3-4 3 16,1 1 1-16,1-3-1 15,0-1 4-15,2-3-6 0,-2-3 0 0,4-2 0 16,-1-1 0-16,2-3 0 0,0-2 0 16,0-4 0-16,-1-1 0 0,0-1 0 15,-4-1 0-15,0 2-2 0,-3 0-14 0,-3-1-16 16,-1 5-29-16,-3-1-47 0,-1 0-56 16,-3 2-59-16,-2 5-74 0,7-9-84 0,-3 5-83 15,-4 4-108-15,1-6-146 0,-1 6-57 16,0 0 72-16,2-5-547 0,4 0-711 15</inkml:trace>
  <inkml:trace contextRef="#ctx0" brushRef="#br0" timeOffset="60272.12">5723 3366 3363 0,'-12'1'-25'15,"12"-1"46"-15,-16 2 43 0,16-2 23 16,0 0 21-16,-11 4 19 0,11-4 9 0,0 0-1 16,0 0-5-16,0 0 2 0,0 0-7 15,0 0-4-15,0 0-17 0,0 0-8 16,0 0-10-16,47 1-16 0,-26-2-44 15,4-1-68-15,-1-2-99 0,3 1-106 16,7-4-112-16,-4 1-148 0,-5 1-111 0,0 3 44 16,-7-2-249-16,-3 2-308 0</inkml:trace>
  <inkml:trace contextRef="#ctx0" brushRef="#br0" timeOffset="60492.04">5754 3508 2282 0,'-19'9'63'16,"6"-3"40"-16,2-2 21 0,2 1 31 16,4-3 17-16,5-2 6 0,-10 5 3 15,10-5 1-15,0 0 1 0,0 0-14 0,0 0-14 16,0 0-14-16,29 7-16 0,-9-9-16 16,7 1-27-16,0-3-68 0,11-1-92 0,3-2-88 15,-4-1-89-15,-1 1-105 0,-3-4-113 16,-3 3-88-16,-3 2 39 0,-9 0-160 15,0 2-175-15</inkml:trace>
  <inkml:trace contextRef="#ctx0" brushRef="#br0" timeOffset="61008.8">6461 3189 1769 0,'2'-15'-14'0,"1"1"18"0,6 3 16 16,3 3 6-16,1-1 7 0,0-1 15 0,3 1 1 16,0 3 0-16,-2 0 0 0,4 1 10 15,-7 4 10-15,2 2 1 0,-3 3-8 16,1 1-2-16,0 6 10 0,-4 1 20 15,-3 5 28-15,-4 1 27 0,-4 6 7 0,-6 7 16 16,-5 3 13-16,1 2-8 0,-6 6-4 16,-2-5-11-16,5-3-13 0,2-3-15 15,6-1-11-15,2-8-11 0,2-1-13 0,3-7-12 16,2 1-5-16,2-3-6 0,3-4-10 16,4-1-3-16,0-2-8 0,2-3-1 15,3-1-6-15,-14-1-1 0,23 0-10 0,-23 0 2 16,20-3 3-16,-12 0 19 0,-8 3 18 15,10-10 24-15,-8 3 3 0,-2 0 8 16,-2-4 6-16,-4-1 7 0,-6-5-5 0,-8-5-8 16,-3-2-5-16,0-4-9 0,-6-2-7 15,8 4-5-15,3-1-10 0,2-1-5 16,1 4-10-16,8 2 4 0,-2 4-11 0,7 3-9 16,1 3-7-16,-1-1-8 0,4 1-5 15,-1-1-9-15,5 3-20 0,4 1-54 0,-1-1-78 16,7 2-105-16,6 1-117 0,-2 4-149 15,5 1-266-15,1 5 39 0,9 6 93 16,-1 1-478-16,-2 4-591 0</inkml:trace>
  <inkml:trace contextRef="#ctx0" brushRef="#br0" timeOffset="62756.7">4997 4384 3230 0,'-2'-12'-18'0,"1"4"36"0,-1-3 24 15,2 3 26-15,0 8 31 0,0-14 26 16,0 7 28-16,0 7 10 0,0-10 1 15,0 10-15-15,0 0-17 0,0 0-1 16,0 0 17-16,0 0 9 0,0 29-5 0,2-4 2 16,-1 17-1-16,-1 3-4 0,0 0-9 0,4 12-14 15,0-2-16-15,2-8-10 16,-4-3-6-16,4-3-8 0,-3-3-7 0,-1-9-8 16,2-5-3-16,-2-5-8 0,-2 0-9 15,2-6 0-15,-2 0-3 0,0-3 8 0,0-2 19 16,-2-1 11-16,2-7-3 0,-4 8-11 15,4-8-12-15,0 0-3 0,0 0-12 16,0 0-11-16,-16-23-11 0,14 11-3 0,-1-4-1 16,3 3-7-16,0-5-4 15,5 2-3-15,-4 0 0 0,1 1 0 0,4 1-5 0,-3 2-1 16,5-1 0-16,2 4 3 16,3 2-6-16,-2 3 0 0,5 2 8 0,2 2-8 15,3 6 4-15,1 2-4 0,4 6 3 16,-1 3-3-16,-2 3 2 0,-4 3 1 15,-4 1 2-15,-5-4 5 0,-5 1 35 0,-1 1 10 16,-6 2 30-16,-3 9 21 0,-4-2 0 16,-5 0 5-16,-1-4 2 0,-5-3-4 0,1-3-6 15,2 1-8-15,-2-7-7 0,6-3-9 16,-1-3-36-16,3-2-39 0,-3-2 0 0,1-4 0 16,0-2 0-16,-2-4 0 0,-5-2-33 15,4-2-165-15,0-3-67 0,1 1-85 16,1-5-110-16,5 4-115 0,4-3-185 15,1 1-63-15,6-3 111 0,3-2-654 16,9-8-819-16</inkml:trace>
  <inkml:trace contextRef="#ctx0" brushRef="#br0" timeOffset="62961.18">5647 4660 3974 0,'0'0'135'0,"0"0"27"0,0 0 4 15,0 0 7-15,0 0 2 0,0 0-6 16,0 0-13-16,15-3-2 0,-5 1-14 0,4-1-25 16,2-1-6-16,7-1-15 0,0-1-14 15,1 0-16-15,12-4-35 0,-11 3-63 16,6-5-77-16,-3 0-86 0,1 0-91 0,-4 2-96 16,-4 1-126-16,-6-1-172 0,-1 3 48 15,-3 3-405-15,-4 1-513 0</inkml:trace>
  <inkml:trace contextRef="#ctx0" brushRef="#br0" timeOffset="63189.84">5763 4789 3246 0,'-13'9'262'0,"3"-2"42"16,5-1 37-16,-5-1 54 0,7-1 17 0,3-4 0 16,-11 7-13-16,11-7-24 0,-3 5-29 15,3-5-33-15,0 0-26 0,0 0-28 0,27 3-29 16,-8-4-23-16,4-1-26 0,1-1-30 15,1-3-80-15,0 3-71 0,-2-1 0 0,-5-1 0 16,-2 1 0-16,-3 2-125 0,-1-1-73 16,-1-3-71-16,-5 4-80 0,-6 2-108 15,7-7-100-15,-7 7-143 0,0 0-117 0,0 0 91 16,-13-7-632-16,13 7-813 0</inkml:trace>
  <inkml:trace contextRef="#ctx0" brushRef="#br0" timeOffset="64075.75">6423 4527 3769 0,'0'0'18'16,"-43"-8"41"-16,40 2 28 0,-3-1 21 0,4 0 21 16,2-3 19-16,0 1 12 0,4-2-2 15,1-2-4-15,3 1-12 0,8-1-17 16,-2 0-13-16,13-2-12 0,-4 5-4 0,0 3-12 16,4 3-11-16,-5 4-2 0,3 5-5 15,8 6 0-15,-9 2 16 0,1 7 21 0,-8 2 26 16,-5 5 33-16,-6 0 26 0,-6 1 19 15,-8 6 10-15,-6 2 2 0,-9 7 0 0,1-5-4 16,-3 0-9-16,2-10-10 16,5-3-11-16,2-8-47 0,7-2-138 0,0-3 0 15,4-3 0-15,-1-1 0 0,3-1 0 16,-1 0 0-16,4-7 0 0,7 9 0 16,4-6 0-16,11-1 0 0,6-4 0 0,17 2 0 15,2-3 0-15,3-1 0 0,-5-1 0 16,1 2 0-16,-3-1 0 0,-12 1 0 0,-6 1 0 15,-9 0 0-15,4 1 0 0,-7-1 0 16,-3 2 0-16,-1-1 0 0,-9 1 0 0,16-2 0 16,-16 2 0-16,7-2 0 15,-7 2 0-15,0 0 0 0,0 0 0 0,0 0 0 16,0 0-60-16,0 0-649 0,0 0-188 16,0 0-18-16,-38 5 94 0,38-5-808 0,-12 2-1067 15</inkml:trace>
  <inkml:trace contextRef="#ctx0" brushRef="#br0" timeOffset="64908.89">8066 3864 4181 0,'0'0'-58'0,"0"-11"83"0,0 4 55 16,0 7 53-16,-2-11 37 0,2 11 50 0,2-10 37 15,-2 10-11-15,-2-8-6 0,2 8-29 16,0 0-23-16,0 0 30 0,0 0 20 16,0 0 0-16,10 25-10 0,-9-6-14 0,3 4-10 15,0 2-8-15,1 11-13 16,-4 0-16-16,-1 0-11 0,2-7-14 0,-2-5-28 15,0-3-114-15,0-2 0 0,0-2 0 16,0-3 0-16,0-2 0 0,-2-2 0 0,2-2 0 16,0 0 0-16,0-8 0 0,0 0 0 15,-8 5 0-15,8-5 0 0,0 0 0 0,-11-24 0 16,7 3 0-16,2-15 0 0,2-5 0 16,4-16 0-16,3-5 0 0,7-2 0 0,3-1 0 15,2 4 0-15,3 4 0 16,-2 10 0-16,3 5 0 0,-4 12 0 0,0 4 0 15,2 3 0-15,-2 12 0 0,0 4 0 16,-1 3 0-16,-4 4-317 0,6 4-381 16,-2 4-196-16,3 2-10 0,3 10 91 0,-6-2-740 0,-4 1-995 15</inkml:trace>
  <inkml:trace contextRef="#ctx0" brushRef="#br0" timeOffset="65083.84">7957 3891 4542 0,'-18'1'22'16,"0"2"36"-16,9-3 24 0,9 0 24 0,-16 1 24 16,16-1 7-16,0 0 0 0,0 0-22 15,0 0-15-15,0 0-10 0,0 0-34 16,50-5-73-16,-5-1-87 0,16 1-109 16,3 0-133-16,3-1-163 0,-5-4-181 15,1 0 53-15,-4 0-404 0,-4 0-513 0</inkml:trace>
  <inkml:trace contextRef="#ctx0" brushRef="#br0" timeOffset="65704.95">8875 3420 3095 0,'-12'-6'139'0,"1"3"28"0,4-1 12 15,7 4-6-15,0 0 20 0,-18 7 29 16,7 4 24-16,0 5 2 0,-3 13 23 15,1 6-2-15,2 3-7 0,-4 7-22 0,5-5-10 16,9-1-21-16,-3 3-21 0,4-5-16 16,5-1-11-16,3 0-16 0,-1-5-13 0,3-1-15 15,-2-7-18-15,-1-4-36 0,-1-3-51 16,-3-7-51-16,2 2-42 0,1-2-41 0,-3-2-42 16,1-2-59-16,2-2-58 0,-6-3-50 15,0 0-37-15,0 0-27 0,17-10-19 16,-11 1-8-16,-3-7 12 0,7 0 47 0,-4-3 41 15,1 0 71-15,3 0 75 0,-7 3 78 16,1 1 65-16,4 2 66 0,-4-2 59 0,2 2 52 16,-3 1 31-16,3 2 26 15,-1-1 15-15,6 5 16 0,-4 0 23 0,4 3 28 16,1 1 28-16,-12 2 3 0,22 2-3 16,-8 1-8-16,-1 3-14 0,5 0-20 15,-6 3-13-15,2 2-19 0,-1-1-17 0,-4 2-14 16,4 0-20-16,-6 0-11 0,0 0-14 15,-3-2-10-15,1 0-11 0,-4 1-7 0,1-3-7 16,-2 0-93-16,2-1-33 0,-2-7 0 16,2 11 0-16,-2-11 0 0,0 0 0 15,0 0 0-15,0 0 0 0,0 0 0 16,0 0 0-16,23-29 0 0,-12 15 0 16,2 2 0-16,-1 2 0 0,1 1 0 0,1 2 0 15,1 0 0-15,-1 6 0 0,-2-1 0 16,-12 2 0-16,29 7 0 0,-14-2 0 0,1 4 0 15,-2 1 0-15,4 3 0 0,-3 0 0 16,4 6 0-16,-3-2 0 0,-3-2 0 0,-4 0 0 16,3-1 0-16,-5-2 0 0,1 0 0 15,-3-1 0-15,2-3 0 0,-2-1-76 16,-3-2-470-16,0-1-112 0,-2-4-161 0,0 0-56 16,0 0 90-16,0 0-722 0,7-18-954 15</inkml:trace>
  <inkml:trace contextRef="#ctx0" brushRef="#br0" timeOffset="65938.84">9506 3438 4425 0,'-1'-16'71'0,"-1"5"53"15,4 1 36-15,-2 4 31 0,0 6 12 0,1-9 4 16,-1 9 5-16,0 0-3 0,0 0-3 16,42 21-4-16,-21 0-10 0,8 14 5 0,-5 1-11 15,-1 6-16-15,-4 1-11 0,-7-6-12 16,-5 3-10-16,-1-1-17 0,-6 2-8 15,-4-1-9-15,-2 1-10 0,-1-2-12 0,-2-5-21 16,-3-1-33-16,2 0-53 0,1-9-68 16,4-6-60-16,-2 0-71 0,3-5-88 15,3-1-116-15,-3-5-158 0,2-5-283 16,2-2 73-16,0 0 92 0,0 0-585 0,21-17-750 16</inkml:trace>
  <inkml:trace contextRef="#ctx0" brushRef="#br0" timeOffset="66131.39">10176 3743 4113 0,'-26'-2'368'0,"26"2"15"0,0 0 18 0,0 0 11 16,-12-3-9-16,12 3-23 0,0 0-31 16,0 0-39-16,0 0-27 0,25-9-34 0,-7 4-41 15,4 0-69-15,3 0-87 0,0 0-105 16,0-1-118-16,7-1-118 0,-3 4-121 15,-7-1-137-15,-1 4-173 0,-5 0-125 0,-3 4 77 16,-8-1-676-16,-5-3-895 0</inkml:trace>
  <inkml:trace contextRef="#ctx0" brushRef="#br0" timeOffset="66304.59">10152 3987 4314 0,'-14'8'115'0,"7"-1"52"0,1-2 58 15,-1 0 69-15,2 0 42 16,5-5 14-16,-7 6-4 0,7-6-18 0,0 0-18 15,0 0-29-15,0 0-28 0,19 8-33 16,-4-10-71-16,6 0-88 0,3-2-126 0,1 0-133 16,7-3-163-16,2 0-193 0,-2-2-243 15,-3 5-41-15,3-7 94 0,1 1-682 16,-8 3-876-16</inkml:trace>
  <inkml:trace contextRef="#ctx0" brushRef="#br0" timeOffset="66743.34">10851 3691 4240 0,'-8'-11'114'0,"5"2"48"16,1 2 38-16,-2 2 41 0,4 5 22 0,-4-9-5 15,4 9-20-15,0 0-22 0,0 0-16 16,0 0 2-16,0 0-10 0,0 0-11 0,46 19-14 15,-33-4-8-15,6 2-14 0,0 6-4 16,-4 1-12-16,4-2-9 0,-7-1-13 16,-4-4-6-16,-1-2-3 0,1 1-4 0,-7-2-1 15,3-1 0-15,0 0-56 0,-4-3-37 16,2-3 0-16,0 1 0 0,-2-1 0 16,0-7 0-16,2 8 0 0,-2-8 0 15,0 0 0-15,0 0 0 0,0 0 0 0,0 0 0 16,15-28 0-16,-2 14 0 0,1-2 0 15,1 3 0-15,-1 0 0 0,-2 1 0 0,4 3 0 16,-3 3 0-16,3 1 0 0,-3 3 0 16,3 2 0-16,0 0 0 0,2 4 0 0,-2-1 0 15,2 2 0-15,-3 0 0 0,0 2 0 16,0 0 0-16,-1 0 0 0,-1-2 0 16,-1 2 0-16,-5-3 0 0,3 0 0 0,-3-2 0 15,-1 1-310-15,-6-3-271 0,10 4-144 16,-10-4-190-16,0 0 89 0,0 0 90 15,0 0-658-15,1-15-846 0</inkml:trace>
  <inkml:trace contextRef="#ctx0" brushRef="#br0" timeOffset="67020.89">11500 3395 3598 0,'7'-22'-12'0,"-4"8"73"0,-1 0 46 0,2 4 23 16,-1 3 24-16,-1 0 25 0,4 3 23 15,-6 4 19-15,17-3 16 0,-17 3-4 0,24 5 11 16,-13 2 4-16,1 4 13 0,1 2 31 15,-2 4 19-15,-6 0 8 0,2 4 15 16,-7-2-1-16,-5 3 10 0,-1 0 2 0,1 1-294 16,-4-4-51-16,0 1 0 15,4-2 0-15,-1-3 0 0,4-1 0 0,2-3 0 16,-1 0 0-16,1-3 0 0,3 3 0 16,3-5 0-16,8 1 0 0,0-1 0 0,11-3 0 15,0-1 0-15,2-1 0 0,0-1 0 16,3-3 0-16,-6 1 0 0,5-1 0 0,-4-2 0 15,-2-1 0-15,-6 1-847 0,-2 0-155 16,-4-2 111-16,-3 2-963 0,-3-2-1279 16</inkml:trace>
  <inkml:trace contextRef="#ctx0" brushRef="#br0" timeOffset="84260.11">3336 7786 1527 0,'0'0'411'0,"0"0"-79"15,0 0-38-15,-9 3-24 0,9-3-15 0,0 0-13 16,0 0-14-16,-11 4-11 0,11-4 1 16,0 0-10-16,0 0-2 0,0 0-14 0,-10 3-7 15,10-3-11-15,0 0-10 0,0 0-8 16,0 0-16-16,0 0-5 0,0 0-9 0,0 0-1 16,0 0 1-16,-8 4 4 0,8-4-3 15,0 0-13-15,0 0-15 0,0 0-11 16,0-19-8-16,2 9-3 0,2-3-13 0,-2-2-10 15,4-4-9-15,2 1-3 16,-1-2 4-16,0 2-15 0,5 1-1 0,-4 1-7 16,3 1 1-16,1 6-8 0,1-1 3 15,1 5-3-15,-1 1-6 0,1 6-6 0,4 1 10 16,1 6-8-16,5 6 4 0,0 6-8 16,-5 0-2-16,-1 2 8 0,-2 4-2 15,-5-2 11-15,-1-3 27 0,-4 0 24 0,-2 0 31 16,-3-2 20-16,-1-1 13 0,0-1 0 15,2-2-5-15,-4-3-10 0,2 1-4 16,0-3-6-16,2-2-107 0,-2-1 0 0,0-8 0 16,0 12 0-16,0-12 0 0,0 0 0 0,0 0 0 15,0 0 0-15,6-27 0 16,1-5 0-16,3-2 0 0,7-10 0 0,2 1 0 16,-2 10 0-16,2 4 0 0,-1 2 0 15,0 6 0-15,4 2 0 0,-6 5 0 0,0 9 0 16,-3 2 0-16,1 4 0 0,-1 6 0 15,2 2-67-15,-2 7-19 0,3 4 5 16,1 5 11-16,-5 1 4 0,-1 4 13 0,0 1 4 16,-3-1 8-16,0 1 21 0,-5-3 24 15,1-5 8-15,0 2 8 0,-1-4 0 0,-3-1-1 16,2-2-1-16,3-4-2 0,-3 0 2 16,0-2-1-16,-1-4-15 0,-1 1-26 0,0-4-60 15,0-5-69-15,4 6-80 0,-4-6-80 16,0 0-119-16,0 0-116 0,0 0-156 15,13-18-72-15,-9 12 73 0,0-3-601 16,0-1-762-16</inkml:trace>
  <inkml:trace contextRef="#ctx0" brushRef="#br0" timeOffset="84575.65">4110 6918 3891 0,'-4'-15'123'0,"2"5"35"0,0 1 14 0,0 2-3 15,2 7 15-15,0 0 30 0,0 0 29 16,0 0 22-16,0 0 8 0,18 38-3 0,-9-4-21 16,0 16-2-16,3 3-10 0,-4 1-12 15,-1-1-13-15,0-1-17 0,0 2-14 16,0-13-16-16,-3 0-17 0,0-3-16 0,-1-5-5 15,-1-5-18-15,2-6-107 0,-4-2-2 16,2-5 0-16,2-3 0 0,-4 0 0 0,2-3 0 16,0 0 0-16,0-5 0 0,-2-4 0 15,0 0 0-15,0 0-212 0,0 0-190 16,15-13-122-16,-10-1-132 0,6 0-191 16,-4-3 51-16,4 0 91 0,1 0-672 0,-1 0-831 15</inkml:trace>
  <inkml:trace contextRef="#ctx0" brushRef="#br0" timeOffset="84928.67">4500 7061 3579 0,'-13'-4'-25'0,"13"4"71"16,0 0 58-16,0 0 50 0,-21 7 45 15,16 1 32-15,-1 5 34 0,-2 4 20 16,0 3 11-16,3 1 6 0,-3 11-17 15,5-1-16-15,-2 1-24 0,3-3-24 16,4-4-20-16,1 1-23 0,4 5-12 0,2-1-19 16,-1-7-17-16,2-7-21 0,3 1-22 15,1-6-16-15,1-4-18 0,2-2-5 0,2-3-14 16,0-4 0-16,4-3-4 0,-1-2-2 16,-2-1 2-16,7-6 10 0,-11-1 12 0,4-6 3 15,-6-1 10-15,0-5-6 16,-3-1-6-16,-5 0-8 0,-3 4-25 0,-2 1-20 15,-2 2 0-15,-2 2 0 0,-3 2 0 16,1 3 0-16,-5 2-72 0,-2 2-74 0,1 5-52 16,0 2-64-16,-3-1-80 0,2 4-104 15,-1 4-117-15,1-1-170 0,1 0-58 16,-2 2 91-16,6 1-639 0,2-2-796 0</inkml:trace>
  <inkml:trace contextRef="#ctx0" brushRef="#br0" timeOffset="85542.51">5015 7083 3547 0,'-6'-4'6'16,"6"4"58"-16,-12-3 41 16,12 3 27-16,0 0 32 0,0 0 22 0,-16 15 11 15,7-2 6-15,4 0-4 0,-1 3-9 16,1 4-10-16,-1 1-14 0,3 0-17 0,1-1-15 15,2-1-8-15,3 3-8 0,1-1-17 16,2-2-6-16,1-1-9 0,3 0-11 0,1-7-4 16,-2 0-11-16,2-2 1 0,2-4-8 15,-2-2-5-15,1-3-6 0,-12 0-2 16,26-5-5-16,-13-2-12 0,2-5 2 0,-1-2-11 16,3-8-3-16,-2-4-5 15,-2-1-2-15,-3-2-17 0,-4 3-10 0,1 2-11 0,-5 2-12 16,0 6-13-16,-2 3-14 15,0-1-10-15,-2 6-11 0,0 1-7 0,-1 1-5 16,3 6 6-16,-10-3-8 0,10 3 0 16,0 0 5-16,0 0 7 0,0 0 12 0,0 0 3 15,-21 9 9-15,21-9 26 0,0 0 23 16,4 10 20-16,-4-10 21 0,7 9 24 0,0 1 25 16,-2 1 19-16,1 6 10 0,-1-2 17 15,1 3 8-15,0 4 4 0,0 11 24 16,-2 0 41-16,-1 4 25 0,-1 1 11 15,2 5 5-15,0 0 3 0,-3-2-4 16,3 2-10-16,-1-4-15 0,1 1 11 0,-3-5-69 16,1-7-147-16,-2-4 0 0,2-5 0 15,-2-4 0-15,-2-1 0 0,2-2 0 0,0 0 0 16,-2-1 0-16,-1-4 0 0,-2-3 0 16,-2 2 0-16,7-6 0 0,-15 4 0 0,15-4 0 15,-27-4 0-15,11-2 0 0,-6-2 0 16,3-2 0-16,-4 0 0 0,2 3 0 0,0 0 0 15,0 0 0-15,3 0 0 0,-4 0 0 16,5 5 0-16,0-1 0 0,3 2 0 0,1-1-436 16,4-2-439-16,-1 1-58 0,6-2 102 15,4 5-909-15,0 0-1172 0</inkml:trace>
  <inkml:trace contextRef="#ctx0" brushRef="#br0" timeOffset="86028.1">5458 7306 5067 0,'-2'-9'36'16,"2"2"56"-16,-1 2 37 0,1 5 15 0,0 0 17 16,0 0 38-16,0 0 26 0,0 0 6 15,7 19-6-15,-2-3-10 0,-2 0-11 16,1 7-16-16,2 1-13 0,-1 10-18 15,-1 1-9-15,-1-8-13 0,-1 0-16 0,3-4-12 16,-3-1-9-16,0-3-6 0,1-3-48 16,-3-1-44-16,0-2 0 0,2 0 0 15,-2-5 0-15,2 1 0 0,-2-2 0 0,0-7 0 16,2 6 0-16,-2-6 0 0,0 0 0 16,0 0 0-16,0 0 0 0,11-22 0 0,-5 12 0 15,-2-1 0-15,2 1 0 0,-1-4 0 16,3 3 0-16,0 1 0 0,-3 0 0 15,5 4 0-15,-1 0 0 0,-1 2 0 16,3 4 0-16,-11 0 0 0,18 2 0 0,-7 2 0 16,0 3 0-16,1 2 0 0,-3 3 0 15,1 1 0-15,-5 5 0 0,3 1 0 0,-4-2 0 16,-2 0 0-16,-2 2 0 0,-2 0 0 16,0-3 0-16,-3 2 0 0,-4 1 0 0,2-6 0 15,-2 4 0-15,-1-4 0 0,0-4 0 16,-3 1 0-16,-4-4 0 0,4 1 0 0,-5-3 0 15,5-4 0-15,-2-2 0 0,0-2 0 16,-3-4 0-16,6-1-195 0,-4-6-700 0,5 0-47 16,3-5 99-16,2 0-965 0,4 3-1236 15</inkml:trace>
  <inkml:trace contextRef="#ctx0" brushRef="#br0" timeOffset="86808.4">5960 6953 4671 0,'-7'-6'-142'15,"7"6"83"-15,-7-8 60 0,7 8 51 16,-4-6 29-16,4 6 26 0,0 0 11 16,2-11 13-16,-2 11 9 0,0 0 1 0,18-5 12 15,-18 5-1-15,18 3 0 0,-2 4 4 16,-1 2-25-16,6 13 9 0,-3 0-8 0,2 2-4 15,-6 4-3-15,-1-1 8 0,-4 4 20 16,-4-4 22-16,-2-3 9 0,-6 0 7 0,0 0 12 16,-5 7 10-16,-3-2-3 15,-4-1-3-15,0-6-195 0,-3 0-12 0,2-7 0 0,0-2 0 16,3-6 0-16,-1-2 0 16,1-3 0-16,-1-4 0 0,1-5 0 0,0-7 0 15,-4-8 0-15,6-11 0 0,2-8 0 16,9-5 0-16,2-11 0 0,10 4 0 0,-1 5 0 15,1 14 0-15,1 5 0 0,-2 8 0 16,3 9 0-16,-3 4 0 0,3 5 0 16,-1 4 0-16,0 5 0 0,3 5 0 0,3 9 0 15,-4 5 0-15,4 0 0 0,-6 5 0 16,5-3 0-16,-5 2 0 0,1 0 0 0,0-1 0 16,-1-1 0-16,3-3 0 15,-5-5 0-15,1-4 0 0,-3-3 0 0,3 1 0 16,0-5 0-16,0-1 0 0,4-2 0 15,-3-3 0-15,3-2 0 0,0-2 0 0,2-2 0 16,4-4 0-16,9-4 0 0,-5-2 0 16,5 0 0-16,-2-1 0 0,-3-1-415 0,3 1-217 15,-4 0-171-15,-5 2-66 0,-2 5 92 16,-1 1-820-16,-4 2-1037 0</inkml:trace>
  <inkml:trace contextRef="#ctx0" brushRef="#br0" timeOffset="87019.4">6820 7424 4909 0,'-9'2'290'0,"3"0"39"16,6-2 36-16,0 0 32 0,-9 5 27 16,9-5 1-16,0 0-21 0,0 0-38 0,0 0-84 15,0 0-282-15,24 7 0 0,-6-6 0 16,-3-1 0-16,6-1 0 0,5 1 0 0,1-2 0 15,11-1 0-15,-2-3-357 0,-5 3-324 16,6-2-169-16,-12-1-14 0,-5 6 102 0,-5 0-829 16,-7 0-1031-16</inkml:trace>
  <inkml:trace contextRef="#ctx0" brushRef="#br0" timeOffset="87274.53">6687 7711 4981 0,'-11'6'383'15,"4"-1"50"-15,-2-1 66 0,4-1 18 0,5-3 17 16,-8 6-3-16,8-6-218 0,0 0-313 16,0 0 0-16,34 7 0 0,-9-6 0 0,2-1 0 15,4 0 0-15,8-1 0 0,3-1 0 16,-10 0 0-16,9 0 0 0,-9 1 0 0,-10 1 0 16,-2-2 0-16,-3 2 0 15,-4 0 0-15,0-2 0 0,-3 2 0 0,-10 0 0 0,15 0 0 16,-15 0 0-16,0 0 0 15,0 0 0-15,0 0 0 0,0 0-608 0,-25 11-374 16,9-3 97-16,-4 0 94 0,-7 8-884 16,3 2-1111-16</inkml:trace>
  <inkml:trace contextRef="#ctx0" brushRef="#br0" timeOffset="88735.75">7944 7545 4300 0,'-11'1'-118'15,"11"-1"75"-15,0 0 43 0,0 0 39 0,0 0 26 16,0 0 20-16,-14-7 12 0,14 7 10 16,-3-7 10-16,3 7-2 0,-2-12-8 15,2 12-5-15,0-12-9 0,3 4-9 0,-3-1-4 16,4 2-7-16,0-3-6 0,2 1-8 15,0 0-8-15,1-1-3 0,3 2-7 16,2-1-6-16,-3 2-1 0,2 2-7 16,1 2 0-16,3 1-4 0,-15 2-4 0,28 9-1 0,-10-1-3 15,4 9 1-15,-3 5-4 16,-1 3 4-16,-5 1 3 0,-6-2 10 0,2-2 18 16,-6 2 16-16,-1-2 25 0,-2 0 27 15,-2-3 16-15,0-1 15 0,1-2 10 0,-4 0 4 16,3-3 6-16,2-2 5 0,-2-2 12 15,2-1 9-15,0 1 17 0,0-9-12 0,-2 6-7 16,2-6-72-16,0 0-118 0,0 0 0 16,0 0 0-16,2-29 0 0,8 1 0 15,5-7 0-15,6-4 0 0,4 1 0 0,-6 10 0 16,6 3 0-16,0 0 0 16,2 9 0-16,-2 0 0 0,-3 8 0 0,-3 4 0 15,0 4 0-15,-4 5 0 0,7 4 0 16,0 8 0-16,-3 5 0 0,1 4 0 0,-4 0 0 15,0 5 0-15,-5-2 0 0,-2 3 0 16,1-3 0-16,-4-3 0 0,-1-3 0 0,1-1 0 16,-1-2 0-16,-1-2 0 0,-1-3 0 15,1-3 0-15,-1-2 0 0,-1 1 0 16,0-3 0-16,0-1 0 0,3-3 0 16,-5-4 0-16,6 6 0 0,-6-6 0 0,0 0 0 15,12 0 0-15,-12 0-103 0,0 0-533 0,0 0-169 16,11-8-92-16,-11 8 98 0,0 0-885 15,2-9-1119-15</inkml:trace>
  <inkml:trace contextRef="#ctx0" brushRef="#br0" timeOffset="91938.85">8664 6889 4282 0,'0'0'-142'0,"0"0"75"0,0 0 57 16,0 0 44-16,0 0 40 0,0 0 26 15,0 0 19-15,0 0 0 0,-22 4-4 0,22-4-7 16,2-9-11-16,-2 9-11 0,9-16-10 16,2 10-8-16,1-4-6 0,1 3-7 15,4-3-6-15,0 3-5 0,2 0-8 16,-4 3-3-16,3 1-2 0,3 1-4 0,-6 2-3 15,4 2-2-15,-2-1-3 0,-1 6-1 16,-2 0 1-16,-2 2-2 0,-1-1 2 0,-5 3 11 16,-1-1 11-16,-1 6 11 0,-4-4 15 15,-2 1 9-15,-1 2 10 0,-7 2 11 0,1 1-7 16,-5-2 4-16,-2 6-6 0,0-7-1 16,3-1 7-16,1-4 10 0,5 0 5 0,-1-3 14 15,1 0 8-15,0 0 2 0,6-2 7 16,1-5-3-16,0 0-12 0,-6 8-17 15,6-8-9-15,0 0-12 0,0 0-10 16,12 4-9-16,-12-4-9 0,15 0-7 0,-6 2-6 16,1 1-4-16,1 0-5 0,0 3-3 15,0 1-9-15,-4-2-6 0,0 1-19 16,4 1 0-16,-8 2 0 0,1-2 0 0,-2 1 0 16,-4-1 0-16,-2 4 0 0,-4-3 0 15,0 3 0-15,-3-3 0 0,-4 3 0 16,-2-4 0-16,0 2 0 0,-2 0 0 15,0-3 0-15,1-1 0 0,5-4 0 0,-3 0 0 0,5-1 0 16,-2-1 0-16,1 0 0 16,-1-3 0-16,4 1-34 0,1-1-301 0,-1-1-102 0,1 0-112 15,1 1-141-15,0 0-151 16,7 4 70-16,-11-2-771 0,11 2-986 0</inkml:trace>
  <inkml:trace contextRef="#ctx0" brushRef="#br0" timeOffset="93578.83">9912 7554 3964 0,'0'0'-136'0,"-12"2"52"16,12-2 38-16,-13 3 40 0,8-3 35 15,5 0 38-15,-14 4 32 0,14-4 19 16,-10 0 17-16,10 0 6 0,-9 2 3 0,9-2-5 16,0 0-8-16,0 0-7 0,-10 4-1 15,10-4 6-15,0 0 9 0,19 10 7 0,-3-6-6 16,16 3-10-16,6 2-7 0,4-2-12 15,15 0-7-15,2-2-15 0,2 2-7 0,-2-4-7 16,-9-1-6-16,-3-2-2 0,-2 0-15 16,-11-2-9-16,-5 2-13 0,-11-1-25 15,3 1-29-15,-6-2-34 0,1 2-39 16,-3-1-57-16,-3 1-90 0,-10 0-91 0,11-4-117 16,-11 4-131-16,0 0-101 0,0 0 69 15,0 0-474-15,0 0-560 0</inkml:trace>
  <inkml:trace contextRef="#ctx0" brushRef="#br0" timeOffset="93871.51">9889 7789 3005 0,'-20'6'137'0,"8"-1"38"0,1-2 11 0,0-2 20 15,8 2 24-15,3-3 16 0,0 0 21 16,-15 3 2-16,15-3 11 0,0 0 4 15,0 0-11-15,0 0-21 0,52 5-21 16,-5-3-22-16,4 0-22 0,14-2-18 0,2 3-19 16,-5-1-14-16,1-2-22 0,-13 1-10 15,-8 1-25-15,-10-2-26 0,-7 0-25 0,-7 2-20 16,-2-2-18-16,-3 2-14 0,-1-2-10 16,-1 0-19-16,-11 0-19 0,16 3-23 15,-11-3-35-15,-5 0-52 0,10 2-69 0,-10-2-84 16,0 0-81-16,0 0-108 0,0 0-175 15,14 2 12-15,-14-2 88 0,0 0-478 16,12-9-549-16</inkml:trace>
  <inkml:trace contextRef="#ctx0" brushRef="#br0" timeOffset="94439.93">11175 7534 3068 0,'0'0'60'0,"0"0"48"16,-4-5 33-16,4 5 21 15,0 0 22-15,-2-9 8 0,2 9-3 0,-1-10-4 16,1 10-13-16,0-10-8 0,1 3-11 15,3-2-10-15,3 1-7 0,3-1-10 0,2 0-10 16,-1 1-5-16,3 3-15 0,0-2-4 16,2 5 0-16,-1 2-14 0,2 4 4 0,4 6-1 15,4 7-3-15,0 4-10 0,-4 1 6 16,-3 7 3-16,-2-3 3 0,-3 3 4 0,-2-2 8 16,-3-2 8-16,-4-5 6 0,-2-1 2 15,0-2 10-15,0 0 3 0,-2-3 2 16,0-2 4-16,-2 0 5 0,2-2 5 15,-2-1 4-15,2-1 5 0,0-8 10 0,0 11-6 16,0-11-108-16,0 0-42 0,0 0 0 16,0 0 0-16,0 0 0 0,5-28 0 15,7 9 0-15,1-7 0 0,2 3 0 0,-1 5 0 16,-1 3 0-16,1 1 0 0,-3 4 0 16,5 3 0-16,-5 4 0 0,2 3 0 0,-13 0 0 15,30 8 0-15,-12 1 0 0,-4 5 0 16,2 0 0-16,4 8 0 0,-4 0 0 0,0 0 0 15,-3-1 0-15,-2-4 0 16,-1 2 0-16,-1-2 0 0,2 0 0 0,-4-3 0 16,-2-1 0-16,1 0 0 0,1-5 0 15,-5 0 0-15,4-1-43 0,-3-1-500 0,-3-6-134 16,0 0-147-16,0 0-22 0,0 0 88 16,0 0-772-16,11-21-976 0</inkml:trace>
  <inkml:trace contextRef="#ctx0" brushRef="#br0" timeOffset="94743.39">11923 7167 4504 0,'-4'-15'77'15,"3"2"50"-15,1 5 34 16,0-1 21-16,1 1 8 0,3 3 9 0,-4 5-5 16,14-5 0-16,-14 5-10 0,26 8-16 15,-9 4-6-15,7 7-9 0,-8 5-5 0,4 4-1 16,-8 1 10-16,-3 3 11 0,-4 2 18 15,-5-3 17-15,-1 4 17 0,-8 0 21 0,0 0-15 16,0-4-226-16,1-7 0 0,5-3 0 16,-4-6 0-16,3 2 0 0,4-5 0 0,2 0 0 15,2-1 0-15,8-3 0 0,1-3 0 16,6-2 0-16,2-5 0 0,14-2 0 16,3-6 0-16,0 0 0 0,-1-2 0 15,-1 4 0-15,1 0 0 0,-4-3-184 0,-8 6-387 16,-9 0-88-16,0 3-61 0,-7 1-93 15,-1 1 57-15,-8 0-770 0,0 0-972 0</inkml:trace>
  <inkml:trace contextRef="#ctx0" brushRef="#br0" timeOffset="96252.55">9401 6934 3761 0,'-13'-3'-205'15,"13"3"53"-15,-16-2 40 0,7 2 40 0,9 0 37 16,-19 0 36-16,19 0 31 0,-20 0 31 16,20 0 29-16,-20 0 19 0,20 0 9 0,-13 0 14 15,13 0 5-15,-14 2-12 16,14-2-4-16,0 0-2 0,0 0 1 0,0 0-8 16,0 0-14-16,0 0-8 0,0 0-10 15,48 0-7-15,-33 0-3 0,5 0-11 16,-4-2-8-16,4 2-11 0,-8-2-4 0,2 2-5 15,-1-2-1-15,-13 2-7 0,18-2-4 16,-18 2-5-16,13 0-4 0,-13 0-1 0,0 0 1 16,0 0-4-16,0 0 1 0,0 0-2 15,0 0 1-15,-40 8-2 0,22-5-1 0,2-1 2 16,-4 1 1-16,4-2 0 0,2 1 0 16,-1 2 5-16,3-4-1 0,-1 1 9 15,13-1 5-15,-19 4 14 0,19-4 7 16,-9 2 5-16,9-2-4 0,0 0 0 0,0 0-2 15,0 0-9-15,0 0 2 0,0 0-8 16,0 0-3-16,34-13-11 0,-18 12-4 16,-4-2-8-16,2 1-2 0,-4 2-2 0,-10 0-3 15,14-3-6-15,-14 3 9 0,12-2-3 16,-12 2-2-16,0 0 1 0,0 0 3 0,0 0-5 16,0 0 8-16,0 0 2 0,0 0 3 15,-40 5 0-15,21-3 2 0,2 2 1 0,0 0 4 16,3-2 1-16,3-1 1 0,11-1 5 15,-17 4-1-15,17-4 4 0,-13 2 0 16,13-2 1-16,0 0-3 0,0 0-1 16,0 0-2-16,0 0 0 0,0 0-5 0,51-9-2 15,-34 5-1-15,2 0-3 0,-4 4 0 16,-1-2-5-16,-3-1 1 0,-2 1-5 16,-9 2 0-16,16-2-3 0,-16 2 4 0,0 0-1 15,0 0-4-15,0 0 6 0,0 0 0 16,0 0 3-16,0 0-5 0,0 0 2 0,0 0 1 15,-30 12 0-15,30-12-2 0,-10 3-5 16,10-3 6-16,-10 4 0 0,10-4-6 0,0 0 5 16,0 0-2-16,-9 5-2 0,9-5 6 15,0 0-3-15,0 0-1 0,0 0-6 16,0 0-5-16,0 0-9 0,0 0-5 16,41-9-11-16,-28 7-1 0,-1 1 0 0,-1-2 1 15,2 3 3-15,-6 0 4 0,-7 0 6 16,0 0-2-16,19-2 3 0,-19 2 3 15,0 0 1-15,0 0 5 0,0 0 5 0,0 0 5 16,0 0 4-16,0 0 2 0,0 0 3 16,0 0 0-16,-36 8 9 0,36-8 2 0,-14 2 3 15,14-2 4-15,0 0 7 0,-12 2 3 16,12-2 3-16,0 0 1 0,-13 1-2 0,13-1 1 16,0 0-7-16,0 0-5 15,0 0-29-15,0 0-35 0,0 0-55 0,0 0-70 16,0 0-124-16,31-13-145 0,-19 8-208 15,-1-1-46-15,0 3 74 0,1-2-462 0,1 0-547 16</inkml:trace>
  <inkml:trace contextRef="#ctx0" brushRef="#br0" timeOffset="96706.72">9882 6817 2937 0,'0'0'9'0,"3"-5"49"0,-3 5 22 16,0 0 29-16,8-5 19 0,-8 5 13 15,3-5 21-15,-3 5 1 0,4-5 1 0,-4 5-2 16,0 0-4-16,6-7 3 16,-6 7-5-16,0 0-2 0,0-5 0 0,0 5-5 15,0 0-13-15,0 0-15 0,0 0-7 16,0 0-4-16,-44 14 5 0,19-1 6 15,-1 6 3-15,-4 2 3 0,3 2 0 0,4 2-7 16,4-2 1-16,0 7-14 0,11-8-4 16,2 2-15-16,6-7-3 0,4 1-12 0,6 0-26 15,9 4-50-15,-4-6-69 0,12-2-77 16,2-3-91-16,-5-2-103 0,-1-7-121 0,-2-2-138 16,0-2-129-16,0 0 57 0,-8-2-553 15,0 1-688-15</inkml:trace>
  <inkml:trace contextRef="#ctx0" brushRef="#br0" timeOffset="97968.14">9837 6958 3155 0,'0'0'-76'15,"-13"2"58"-15,13-2 49 0,-7 1 40 16,7-1 51-16,0 0 40 0,0 0 19 0,0 0 15 16,-10 2 9-16,10-2 2 0,0 0-12 15,0 0-16-15,0 0-14 0,0 0-16 16,0 0-14-16,0 0-21 0,23 5-66 16,-11-5-84-16,-12 0-132 0,27-1-153 0,-3-1-197 15,-3-2-137-15,-2 1 75 0,2-2-421 16,-8 1-477-16</inkml:trace>
  <inkml:trace contextRef="#ctx0" brushRef="#br0" timeOffset="99235.12">9433 8738 1510 0,'0'-6'558'0,"0"6"-169"0,-9-10-75 15,9 10-41-15,-16-3-16 0,4 3-9 16,-12 5-3-16,-8 5-9 0,-4 4 9 0,-9 8 10 15,4 2 0-15,0 4-14 0,6 1 4 16,12-5-14-16,0 5-15 0,9 2-16 0,1-2-6 16,10-3-14-16,5-2-4 0,2-4-8 15,9 8-18-15,5-2-16 0,2-6-10 16,3-1-11-16,6-2-21 0,-1-5-46 0,-3-3-76 16,6-3-73-16,-1 1-80 0,-6-5-99 15,-1 0-114-15,2-4-105 0,2 0-105 16,0-4-131-16,5-3 60 0,-3-1-609 15,-9-1-744-15</inkml:trace>
  <inkml:trace contextRef="#ctx0" brushRef="#br0" timeOffset="99868.18">9652 8906 3608 0,'0'-6'78'0,"0"6"32"0,2-6 20 16,-2 6 8-16,0 0 10 0,0 0 29 15,0 0 26-15,0 0 11 0,29 17 3 0,-17-7-7 16,-1 4-3-16,1 5 9 0,5 4-14 15,-8-3 5-15,1-2 2 0,-3 1-8 16,-5-2-10-16,-2 0-9 0,0-1-11 0,-2 1-14 16,-1-1-14-16,-6 1-17 0,-4 0-16 15,1-1-12-15,-12 2-21 0,1 0-24 16,3-7-25-16,2-3-13 0,6-4-4 16,0-4-23-16,0-4-21 0,-1-5-3 0,3-9-12 15,5-5-4-15,3 6 10 0,4-4 3 16,3 0 1-16,1 2 2 0,2 6 5 0,1 2-3 15,4 1 4-15,-1 5 7 0,1 1-1 16,0 4 8-16,3 0 6 0,-1 4 3 0,0 1 24 16,0 2 15-16,1 0-13 0,-1 0 30 15,0 0 5-15,-4-2-1 0,2 0 2 0,-4 0-1 16,0-2 0-16,1 1-3 16,3-3-6-16,0-1 4 0,5-3-21 0,-3-4-16 15,11-6-32-15,-1-3-30 0,2-5-21 16,2-3-16-16,1-4-15 0,2-7-6 0,1-1-9 15,-5 0-1-15,-1 2 1 0,-6 8 16 16,-8 7 8-16,-2 3 7 0,0 7 4 0,-8 0 8 16,-3 4 6-16,0 5 9 0,0 0 8 15,0 0 8-15,0 0 11 0,-30 14 6 0,18-6 2 16,2 2 7-16,1 1 6 0,4-4 13 16,-2 1 9-16,5 2 9 0,1-3 12 0,2 2 0 15,1-2 10-15,5 3 2 16,-2 0-8-16,4 4 6 0,5 1 29 0,7 6 32 15,0 1-5-15,0 6 3 0,-1-1 4 16,4 0 4-16,-7-1 0 0,-2 2 7 0,-8-8 12 16,2 1 10-16,-7-4 3 0,-4 0 10 15,-3 0 3-15,-2 1-89 0,-3-2-65 0,-4 2 0 16,-2-5 0-16,0 0 0 0,0-5 0 16,-4 2 0-16,5-6 0 0,-4 1 0 15,4-5 0-15,-2-2 0 0,0-5 0 0,-1-3-243 16,-3-12-318-16,6-6-198 0,8-6-137 15,2-2 88-15,12 0-867 0,10-11-1110 16</inkml:trace>
  <inkml:trace contextRef="#ctx0" brushRef="#br0" timeOffset="100235.64">10708 8876 4336 0,'-1'6'24'0,"-3"-3"70"0,4-3 46 16,-5 7 44-16,5-7 42 0,0 0 29 15,-4 5 7-15,4-5-7 0,0 0-27 0,0 0-18 16,0 0-19-16,0 0-18 0,0 0-18 16,24-2-15-16,-24 2-13 0,26-6-14 0,-13-1-13 15,7 0-19-15,-7 0-12 0,2-1-12 16,-4-3-6-16,0 2-8 0,-6 1-9 16,-1 1-7-16,-2 2-11 0,-2 5-8 15,-10-7 2-15,10 7-3 0,-24 4-1 0,0 1 0 16,-2 6-1-16,-1 3-2 0,5 4-2 15,-1-1-5-15,5 0 1 0,9 0 6 0,1 2-4 16,3-2 8-16,2 0 7 0,1 2 18 16,4-2 2-16,3 0 6 0,2 3 5 15,12 2-3-15,2 0-2 0,4-2-8 0,2-2-4 16,-3-2-16-16,5-1-27 0,-7-7-47 16,1-2-41-16,0 0-60 0,-4-3-72 0,-2-3-98 15,3-2-110-15,-2-3-116 16,2-3-170-16,-5 1-35 0,4-4 80 0,2-9-632 0,1 3-772 15</inkml:trace>
  <inkml:trace contextRef="#ctx0" brushRef="#br0" timeOffset="100466.64">11068 8977 3857 0,'-10'4'179'0,"3"0"42"15,7-4 26-15,0 0 18 0,-9 3 13 16,9-3 11-16,0 0 32 0,0 0 3 15,0 0-11-15,16 11-26 0,-4-10-30 0,3 2-25 16,5-1-25-16,-2 0-15 0,3-1-19 16,1-1-40-16,-4 2-38 0,3-2-43 15,-2 0-48-15,-3 0-71 0,-4 0-69 0,4 0-74 16,-3 0-92-16,-13 0-129 0,18 0-152 16,-18 0-255-16,13 0 71 0,-13 0 80 15,0 0-641-15,0 0-785 0</inkml:trace>
  <inkml:trace contextRef="#ctx0" brushRef="#br0" timeOffset="101167.79">11683 8801 3537 0,'-7'-7'85'0,"-1"1"68"0,5 0 40 16,3 6 35-16,-11-10 40 0,8 3 38 15,3 7 22-15,-6-11 13 0,4 7-1 0,2 4-10 16,-2-8-13-16,2 8-15 0,-3-8-23 16,3 8-21-16,0 0-25 0,-4-8-22 0,4 8-19 15,0 0-17-15,0 0-60 0,-2-11-115 16,2 11 0-16,0 0 0 0,0 0 0 0,0 0 0 16,0 0 0-16,0 0 0 0,0 0 0 15,0 0 0-15,0 0 0 0,0 0 0 0,13 30 0 16,-7-10 0-16,-1 3 0 15,5 11 0-15,0 2 0 0,-3 0 0 0,1 2 0 0,2-4 0 16,-3 1 0-16,0-3 0 0,3-1 0 16,-4-6 0-16,1-6 0 0,-5-3 0 0,2-1 0 15,0-5 0-15,-2 1 0 16,0-3 0-16,0-1 0 0,0 0 0 0,-2 0 0 16,0-7 0-16,-2 10 0 0,-2-6 0 15,-4 0 0-15,-3 2 0 0,-7-1 0 0,0 2 0 16,-7-2 0-16,2 0 0 0,3 0 0 15,0 0 0-15,4 0 0 0,5-3 0 16,0 2 0-16,1-3 0 0,3 3 0 16,7-4 0-16,-13 2 0 0,13-2 0 0,0 0 0 0,0 0 0 15,0 0 0-15,0 0 0 16,59-2 0-16,-30 1 0 0,9-3 0 0,-8 2 0 16,-1 2 0-16,-3-2 0 0,-5 2 0 15,-2 0 0-15,-2 0 0 0,-2 0 0 0,0 2 0 16,-3-4 0-16,-1 2 0 0,-11 0 0 15,18 0 0-15,-18 0 0 0,15-2 0 0,-15 2 0 16,9-1 0-16,-9 1 0 0,0 0 0 16,0 0 0-16,0 0 0 0,0 0-354 0,0 0-650 15,-31 7-1320-15,20-2-1721 0</inkml:trace>
  <inkml:trace contextRef="#ctx0" brushRef="#br0" timeOffset="102487.64">6877 10692 3657 0,'-2'-16'396'0,"1"5"-114"16,-3 1 3-16,0 1 0 0,2 4-7 15,2 5-3-15,-3-12-26 0,3 12-23 0,-6-4 7 16,6 4 28-16,0 0 15 0,-5 32 8 15,5-5-5-15,-1 13-8 0,2 4-20 16,-1 14-14-16,3-1-71 0,-1 1-166 16,2-5 0-16,-2-8 0 0,0-4 0 0,1-3 0 0,-3-8 0 15,2-4 0-15,0-7 0 16,-2-2 0-16,2 1 0 0,0-7 0 0,-2-1 0 16,0-1 0-16,0-2 0 0,0-7 0 15,0 0 0-15,0 0-111 0,0 0-467 0,0 0-124 16,-6-29-172-16,8 5 43 0,2-14 94 15,-3-6-745-15,-1-1-930 0</inkml:trace>
  <inkml:trace contextRef="#ctx0" brushRef="#br0" timeOffset="102660.57">6640 10625 4362 0,'-20'-6'57'0,"9"-1"51"16,-1 3 48-16,3 1 26 0,9 3 21 0,-11-5 26 15,6 3-12-15,5 2-4 0,0 0 3 16,0 0-18-16,0 0-21 0,47 2-17 0,-17-1-23 15,15-2-77-15,7 1-63 0,15 0-78 16,-3-4-93-16,-1 1-77 0,-13 0-108 0,-2-1-86 16,-5 3-144-16,-10-1-125 0,-6 2 70 15,-9 2-518-15,-2 3-627 0</inkml:trace>
  <inkml:trace contextRef="#ctx0" brushRef="#br0" timeOffset="102901.16">7365 10563 3499 0,'0'0'185'0,"-11"-5"30"0,11 5 19 0,-18 2 24 15,18-2 18-15,-20 14 22 0,6-2 7 16,-1 10 2-16,-2 6-9 0,2 1-13 0,3 5-21 16,1 2-20-16,6 0-24 0,-2 1-21 15,7 2-19-15,5-1-22 0,2-2-14 16,4-2-38-16,3-5-58 0,3-2-72 0,-2-5-76 15,6-1-114-15,-4-7-131 0,3-6-140 16,-6-3-144-16,6-5-190 0,-5 2 72 0,2-7 85 16,2-2-596-16,0-3-718 15</inkml:trace>
  <inkml:trace contextRef="#ctx0" brushRef="#br0" timeOffset="103248.27">7544 10799 3830 0,'-3'-8'205'16,"1"0"62"-16,2 8 33 0,-4-8 33 0,4 8-4 15,-4-6-11-15,4 6-16 0,0 0 20 16,0 0 0-16,0 0-9 0,0 0-21 0,26 23-27 16,-14-15-21-16,-1 4-16 0,1-3-31 15,-4 1-73-15,-1-1-124 0,-1 0 0 16,-1-1 0-16,0 0 0 0,-1 1 0 16,-3-2 0-16,1 0 0 0,-2-2 0 0,0-5 0 15,0 0 0-15,0 0 0 0,0 0 0 16,0 0 0-16,9-28 0 0,-3 13 0 0,-1-4 0 15,4 2 0-15,0 3 0 0,-2 1 0 16,4 4 0-16,-2 0 0 0,2 6 0 16,-1 1 0-16,3 2 0 0,2 4 0 0,2 3 0 15,-1 3 0-15,-1 4 0 0,6 5 0 16,-1-1 0-16,0 1 0 0,1 0 0 0,-6-3 0 16,1-1 0-16,-4 1 0 0,2-5 0 15,-3 3 0-15,-1 0 0 0,0-4 0 16,-3 0-755-16,-1-3-221 0,-1 0 96 15,-1-2-1018-15,-4-5-1320 0</inkml:trace>
  <inkml:trace contextRef="#ctx0" brushRef="#br0" timeOffset="103452.47">8108 10505 5653 0,'0'-13'166'16,"0"4"77"-16,0 2 49 0,0 7 31 15,0-10 0-15,0 10-23 0,0 0 17 0,0 0 12 16,32 30-84-16,-9-5-245 0,8 11 0 15,1 5 0-15,0 4 0 0,-1 3 0 16,-1 2 0-16,-7 1 0 0,1 0 0 16,-10 2 0-16,-3-5 0 0,-4-6 0 0,-5-3 0 15,1 0 0-15,-3-7 0 0,-1-7 0 16,2-3 0-16,-1-4 0 0,2-6-207 0,0-6-753 16,4-4 24-16,-6-2 100 0,0 0-950 15,30-23-1216-15</inkml:trace>
  <inkml:trace contextRef="#ctx0" brushRef="#br0" timeOffset="103636.9">8748 10785 5458 0,'0'0'286'0,"0"0"34"15,-19-5 49-15,19 5 48 0,0 0 13 16,0 0 5-16,0 0-21 0,0 0-352 16,0 0-62-16,0 0 0 0,28 17 0 0,-10-15 0 15,1 1 0-15,3-3 0 0,1 2 0 16,4-2 0-16,-4 0 0 0,1 1 0 0,-2-1 0 15,-5 2-349-15,2 2-501 0,-7-3-76 16,-5 1 97-16,0 2-952 0,-7-4-1211 0</inkml:trace>
  <inkml:trace contextRef="#ctx0" brushRef="#br0" timeOffset="103797.67">8877 11024 5043 0,'-11'13'97'0,"0"-3"95"0,3-1 59 15,0-1 40-15,7-3 12 0,-5 1-7 16,6-6-17-16,0 8-22 0,0-8-26 0,11 8-26 15,-11-8-49-15,21 1-65 0,-10 1-83 16,3-2-98-16,-1 0-121 0,0-2-150 16,3-1-182-16,2-1-204 0,-6 0-52 0,1 3 74 15,-1-1-712-15,-2-1-886 0</inkml:trace>
  <inkml:trace contextRef="#ctx0" brushRef="#br0" timeOffset="104497.4">10269 10704 3991 0,'-9'-15'27'16,"0"1"33"-16,-5 4 30 0,3 5 24 0,-2 3 19 15,-4 5 24-15,-16 11 23 0,-5 12 21 16,-6 12 16-16,4 8 37 0,-10 24 7 16,7 4 2-16,7 1 4 0,13-11 6 0,8-1 0 15,9-1-3-15,7-2-7 0,13-3-8 16,11-2-18-16,10-8-11 0,2-4-47 0,13-8-179 16,1-8 0-16,4-6 0 15,6-8 0-15,-11-9 0 0,-3-4 0 0,0-6 0 0,3-7 0 16,0-4 0-16,-3-8 0 15,-8 0 0-15,-1-8 0 0,-6 0 0 0,-5-5 0 16,0-5 0-16,-8-6 0 0,-6-3 0 16,-3-5 0-16,-9-3 0 0,-4 0 0 0,-8 3 0 15,-5 2 0-15,-6 9 0 0,-5 6 0 16,-7 8 0-16,-7 5 0 0,3 13 0 0,-1 7 0 16,-8 5 0-16,2 7 0 0,-7 7 0 15,2 4 0-15,7 5 0 0,13-1 0 0,1 3 0 16,11 2 0-16,2 3 0 0,8 2 0 15,7-4 0-15,2-3 0 0,12 6 0 0,12-2 0 16,13-1 0-16,10-3 0 16,3-5 0-16,3-4 0 0,-12-4 0 0,0-4 0 15,-4-2 0-15,-10 0 0 0,-5-4 0 16,-4 0 0-16,-4-2 0 0,-2 2 0 0,-1 0 0 16,-12 0 0-16,21-2 0 0,-21 2 0 15,14 0 0-15,-14 0-135 0,0 0-440 0,7 4-152 16,-7-4-172-16,4 7 87 0,-3-2 86 15,-1-5-742-15,4 10-917 0</inkml:trace>
  <inkml:trace contextRef="#ctx0" brushRef="#br0" timeOffset="104763.47">11227 10538 4443 0,'-14'-15'161'0,"3"6"12"15,-1 6 16-15,-1 4 27 0,-3 11 45 16,-6 13 20-16,-9 12 16 0,5 9 7 0,-3 9-1 16,8 4-10-16,2 6-21 0,3 3 5 15,13-1-16-15,1 1-16 0,7-2-30 0,9-4-215 16,-1-5 0-16,5-3 0 0,0-3 0 16,5-6 0-16,1-3 0 0,-8-12 0 0,4-7 0 15,-4 1 0-15,0-7 0 16,-3-8 0-16,1 1 0 0,-5-7-24 0,2-1-507 15,1-2-168-15,-3-5-221 0,2-2 85 16,1-4 90-16,-1-1-764 0,1 2-955 0</inkml:trace>
  <inkml:trace contextRef="#ctx0" brushRef="#br0" timeOffset="105167.5">11396 11068 4562 0,'-2'-14'192'0,"4"2"45"0,-1 1 45 15,1 5 31-15,2-1 21 0,2 3 4 0,-6 4-3 16,13-8-10-16,-13 8-12 16,27 5-25-16,-14 2-23 0,5 6-11 0,2 9-101 15,-1 1-153-15,-1 3 0 0,-3 5 0 16,-1 0 0-16,-5 3 0 0,-4 1 0 0,-1 0 0 16,-6-5 0-16,2-6 0 0,-2 0 0 15,-1-5 0-15,-1-4 0 0,2-1 0 0,0-3 0 16,2-4 0-16,-1-1 0 0,1-6 0 15,0 0 0-15,0 0 0 0,3-27 0 0,10-4 0 16,7-12 0-16,0 2 0 0,3 1 0 16,0 3 0-16,-4 12 0 0,0 1 0 0,2 5 0 15,-6 7 0-15,1 4 0 0,-2 4 0 16,-2 2 0-16,3 5 0 0,1 1 0 0,2 7 0 16,-2 1 0-16,-1 3 0 15,4 8 0-15,1 2 0 0,-4-1 0 0,2 2 0 16,-2-1 0-16,-3-2 0 0,-6-5 0 15,2 0 0-15,0-1 0 0,-2-1 0 0,-2-5 0 16,1 2 0-16,-1-3 0 0,-1 0 0 16,-2-3 0-16,3 0-464 0,-5-2-526 0,0-5 92 15,0 0 90-15,0 0-903 0,0 0-1145 16</inkml:trace>
  <inkml:trace contextRef="#ctx0" brushRef="#br0" timeOffset="105448.66">12247 10600 5165 0,'-17'-22'170'0,"2"2"56"0,3 5 50 15,7 5 43-15,-5-2 16 0,5 3-10 16,-2 1-37-16,4 1-36 0,3 7-24 0,0 0-9 16,0 0-11-16,0 0-28 0,12 29-180 15,-1-3 0-15,2 7 0 0,2 3 0 0,2 8 0 16,0 2 0-16,-1 1 0 0,-1-1 0 15,-4-8 0-15,1-1 0 0,-3-1 0 0,1-3 0 16,-6-7 0-16,4-6 0 16,-7-3 0-16,5-2 0 0,-1 0 0 0,-1-5 0 15,3-3-456-15,0-4-284 0,2-3-182 16,-9 0 83-16,23-12 89 0,-8 0-775 0,8-7-970 16</inkml:trace>
  <inkml:trace contextRef="#ctx0" brushRef="#br0" timeOffset="105747.99">12641 10720 4311 0,'0'0'70'0,"-6"-5"42"0,6 5 40 16,0 0 50-16,0 0 41 0,0 0 35 15,-28 10 22-15,20 0 11 0,1 6 3 16,-2 2 0-16,-1 10-5 0,0 3 0 0,3-7-36 16,3 0-10-16,0-2-20 0,5-1-56 15,-1-4-187-15,5 2 0 0,1-6 0 16,1 3 0-16,6-3 0 0,3-6 0 0,-2-1 0 15,4-6 0-15,1-2 0 0,4-3 0 16,5-7 0-16,1-4 0 0,-4 1 0 0,-2-6 0 16,-3-1 0-16,1-5 0 0,-5-6 0 15,-1 1 0-15,-3-1 0 0,-3 2 0 0,-5 7 0 16,0 5 0-16,-3 4 0 0,-4 1 0 16,-1 4 0-16,-3 3 0 0,-4 0 0 15,0 3 0-15,-1 1 0 0,-2 2 0 16,1 1-95-16,-1 0-687 0,1 1-179 0,4 2 94 15,-2-1 89-15,11-2-823 0,-11 7-1042 16</inkml:trace>
  <inkml:trace contextRef="#ctx0" brushRef="#br0" timeOffset="106279.01">12963 10658 4168 0,'0'0'20'0,"-1"-10"77"0,1 10 53 0,-2-7 50 16,2 7 48-16,0 0 53 0,0 0 13 15,0 0 6-15,-20 14-3 0,15-4-8 0,-1 5-19 16,3 2-25-16,-6 6-24 0,5-1-22 16,4 2-18-16,-1-1-24 0,4 0-17 0,-1-4-11 15,7 4-104-15,-4-4-45 16,2-6 0-16,3 1 0 0,2-4 0 0,-1-3 0 16,-2-3 0-16,3-2 0 0,-12-2 0 15,25-8 0-15,-10 1 0 0,-1-3 0 0,8-7 0 16,-8-2 0-16,-3 3 0 0,4-14 0 15,-4-1 0-15,1-3 0 0,-6 5 0 0,1 4 0 16,-3 4 0-16,-4 6 0 16,4 4 0-16,-4 0 0 0,-2 2 0 0,0 4 0 0,2 5 0 15,-7-6 0-15,7 6 0 16,-9-4 0-16,9 4 0 0,0 0 0 0,0 0 0 16,-1 15 0-16,1-15 0 0,13 21 0 15,-7-4 0-15,9 7 0 0,-1 4 0 0,-1 5 0 16,0-1 0-16,0 6 0 0,1 10 0 15,-3 4 0-15,-2-1 0 0,-2-10 0 0,-5 0 0 16,-2-1 0-16,-5-3 0 0,1-3 0 16,-1-2 0-16,1-7 0 0,1-6 0 15,-3-2 0-15,1-4 0 0,-4 1 0 0,0-3 0 16,0-3 0-16,-3-3 0 0,2-1 0 0,-5-4 0 16,0-1 0-16,-1-5 0 0,0-1 0 15,-4-5 0-15,-2-7 0 0,6 4 0 0,3-1 0 16,0 1 0-16,1 5 0 15,3-1 0-15,-3 1 0 0,7 2 0 0,-3-1 0 16,5 0 0-16,-4-1-357 0,7 1-663 16,2-3 110-16,10-3-1098 0,9-6-1424 0</inkml:trace>
  <inkml:trace contextRef="#ctx0" brushRef="#br0" timeOffset="106729.27">13544 10857 5507 0,'2'-7'15'15,"-2"7"67"-15,2-8 59 0,-2 8 51 16,0-9 37-16,0 9 33 0,0 0 33 16,0 0 13-16,0 0 5 0,2 28-28 0,-4-13-24 15,-2 9-24-15,3 2-173 0,-10 8-64 16,6 2 0-16,-1-2 0 0,4 0 0 16,-3-6 0-16,3-6 0 0,0-5 0 0,2-1 0 15,-2-5 0-15,2 2 0 0,-1-5 0 16,1 1 0-16,0-9 0 0,0 10 0 0,0-10 0 15,0 0 0-15,0 0 0 0,0 0 0 16,0 0 0-16,0 0 0 0,12-24 0 0,-10 17 0 16,2-2 0-16,2 1 0 0,-3 0 0 15,6-1 0-15,-6 1 0 0,5 1 0 0,-1 0 0 16,1 1 0-16,2 3 0 16,-10 3 0-16,16-2 0 0,-16 2 0 0,20 8 0 15,-11 3 0-15,1 1 0 0,-3 0 0 16,3 3 0-16,-7 1 0 0,4 0 0 0,-5 1 0 15,0 0 0-15,-2-4 0 0,0 1 0 16,0 0 0-16,0-3 0 0,-2 0 0 0,0 0 0 16,-3-3 0-16,2 0 0 0,-5-4 0 15,3 1 0-15,5-5 0 0,-22 2 0 0,9-4 0 16,1 1 0-16,-6-4 0 0,4-2 0 16,-3-4 0-16,2-1 0 0,2-3-571 15,-5-8-422-15,11 5 110 0,3-1-1070 16,6 3-1374-16</inkml:trace>
  <inkml:trace contextRef="#ctx0" brushRef="#br0" timeOffset="107179.54">13929 10500 5042 0,'3'-13'-39'15,"2"1"72"-15,2-1 50 0,-1 5 44 0,1 0 46 16,5 1 47-16,-2 1 23 0,-3 4 11 15,-7 2 4-15,23 2 6 0,-8 5-5 0,-1 7 1 16,-1 3-11-16,-1 9-7 16,-5-2-33-16,-1 1-11 0,-3-2-82 0,-3 1-116 0,-2 0 0 15,-1 0 0-15,-6 7 0 16,-2-7 0-16,-5 2 0 0,-4-1 0 0,2-6 0 16,-2-5 0-16,5 0 0 0,-4-4 0 15,2-2 0-15,0-4 0 0,3-2 0 0,3-6 0 16,0-5 0-16,3-4 0 0,2-8 0 15,4-17 0-15,13-13 0 0,5-3 0 16,5 4 0-16,2 7 0 0,-4 12 0 16,-1 5 0-16,-4 9 0 0,2 5 0 0,-3 7 0 0,0 5 0 15,3 5 0-15,-2 7 0 16,2 10 0-16,1 2 0 0,-2 4 0 0,-2 0 0 16,-1 0 0-16,1 0 0 0,-1-1 0 15,-1-6 0-15,-5-4 0 0,3-2 0 0,1-3 0 16,-2-1 0-16,1-5 0 0,3-1 0 15,-1-3 0-15,0-4 0 0,5-3 0 0,-1-3 0 16,2-4 0-16,4-9 0 0,0 1 0 16,-2-6 0-16,2-5 0 0,-6-1 0 0,8-8 0 15,-4 10-244-15,-4 2-782 0,-9 9 110 16,1 7-1126-16,-8 5-1457 0</inkml:trace>
  <inkml:trace contextRef="#ctx0" brushRef="#br0" timeOffset="107662.42">14603 10164 5264 0,'12'-24'-112'0,"-3"7"92"0,1 4 50 16,-5-1 28-16,5 5 26 0,1 3 31 0,0 3 45 15,7 6 56-15,11 8 33 0,9 16 31 16,-1 11 23-16,4 11 6 0,6 26 6 0,-4 9-3 16,-9 4-5-16,-7 5-19 0,-13 9-255 15,-10-1-33-15,-8 2 0 0,-8 0 0 0,-12 0 0 16,-4 0 0-16,-12-4 0 16,-1-8 0-16,4-7 0 0,-5-7 0 0,1-9 0 15,15-19 0-15,0-6 0 0,4-12 0 16,3-6 0-16,8-5 0 0,4-4 0 0,-1-9 0 15,3-2 0-15,2-5 0 0,3 0 0 16,0 0 0-16,0 0 0 0,17-33-583 0,0 7-280 16,10-9-44-16,3-6 96 0,6-2-899 15,3-4-1143-15</inkml:trace>
  <inkml:trace contextRef="#ctx0" brushRef="#br0" timeOffset="107860.39">15289 11157 5253 0,'0'0'325'0,"0"0"18"16,0 0 15-16,0 0 14 0,0 0 31 16,0 0 1-16,19-2-20 0,-3 1-35 15,0-3-349-15,7 4 0 0,2-3 0 0,2-1 0 16,1 1 0-16,-1-1 0 0,-1 1 0 16,1 1 0-16,-5 2 0 0,-2 0 0 0,-3-1-117 15,1-1-507-15,-5 4-108 0,-4-1-155 16,-2 1 82-16,-7-2 79 0,-3 14-736 0,-5-4-912 15</inkml:trace>
  <inkml:trace contextRef="#ctx0" brushRef="#br0" timeOffset="108023.52">15348 11391 4266 0,'-17'12'197'0,"5"-3"78"0,5-3 62 0,-3-1 47 16,7 0 55-16,3-5 36 0,-9 7 24 16,9-7-20-16,0 0-39 0,0 0-46 15,36-4-388-15,-14-2-6 0,10-5 0 0,7 0 0 16,-3 2 0-16,-2-4 0 0,0 5 0 15,-7 3 0-15,-8 2 0 0,-2 2 0 0,-3-3 0 16,-3 2-626-16,-2 4-199 0,-9-2-80 16,9 7 94-16,-9-7-898 0,0 9-1142 15</inkml:trace>
  <inkml:trace contextRef="#ctx0" brushRef="#br0" timeOffset="108794.36">17072 10454 4912 0,'-10'-14'-58'0,"-1"5"22"0,-3 8 15 16,-2 2 22-16,-15 10 36 0,-9 13 44 16,-4 12 38-16,1 9 34 0,-14 20 27 15,-1 7 46-15,5 6 27 0,6 9 9 0,2 1 17 16,9 1 8-16,8 1 1 0,6-3-7 16,13-17-7-16,7-2-9 0,10-4-17 0,7-5-88 15,10-6-160-15,9-5 0 0,10-7 0 16,6-5 0-16,7-10 0 0,8-9 0 15,-1-5 0-15,1-10 0 0,0-7 0 0,-4-6 0 16,-2-5 0-16,-6-7 0 0,-4-4 0 16,-1-6 0-16,-12-5 0 0,-3-3 0 15,-5-7 0-15,-6-8 0 0,-8-6 0 0,-3-10 0 0,-11-5 0 16,-1-6 0-16,-10-16 0 16,-5-1 0-16,-8 4 0 0,-9 8 0 0,-5 8 0 15,-8 12 0-15,7 21 0 0,-9 11 0 16,-8 9 0-16,-3 7 0 0,-4 13 0 0,0 10 0 15,-1 8 0-15,3 7 0 0,-4 11 0 16,12 6 0-16,4 4 0 0,4 2 0 0,9 4 0 16,8 8 0-16,13 2 0 0,6-4 0 15,14-8 0-15,14 9 0 0,11-6 0 0,14-2 0 16,9-7 0-16,27-2 0 0,6-4 0 16,-14-17 0-16,0-2 0 0,-2-5 0 0,-9-1 0 15,-14-6 0-15,-5-3 0 0,-7 2 0 16,-12-5 0-16,1 0 0 0,-7-3 0 15,-4 0 0-15,3 2 0 0,-11 0 0 16,-1 3 0-16,-2-1 0 0,-2 5 0 0,-4-9 0 16,4 9-420-16,0 0-443 0,-14-2-44 15,14 2 84-15,0 0-938 0,0 0-1192 0</inkml:trace>
  <inkml:trace contextRef="#ctx0" brushRef="#br0" timeOffset="109061.21">17945 10526 5242 0,'-16'-7'111'0,"-3"4"18"0,2 6 20 16,-14 9 63-16,5 9 48 0,-10 13 40 16,1 8 23-16,-3 6-3 0,6 7-3 0,7 10 4 15,0 15-11-15,12-15-113 0,5 0-197 16,10 0 0-16,2-1 0 0,4 0 0 0,1-3 0 15,4-4 0-15,-1-5 0 0,-1-14 0 16,1-3 0-16,-1-5 0 0,-2-5 0 16,-3-8 0-16,0-5 0 0,2-2 0 15,-3-5-400-15,5-3-194 0,-10-2-100 0,17-7-152 0,-6-1 47 16,5-6 83-16,2-8-693 16,0-2-860-16</inkml:trace>
  <inkml:trace contextRef="#ctx0" brushRef="#br0" timeOffset="109404.87">17988 11179 3928 0,'2'-13'98'15,"-2"-1"66"-15,2 5 52 0,0-1 41 16,-2 3 47-16,0 7 26 0,1-10 3 0,-1 10 2 16,4-5 15-16,-4 5-4 0,0 0-8 15,23 15-17-15,-14-5-20 0,3 6-23 0,-1 3-16 16,3 7-232-16,-4-4-30 0,-5-4 0 16,1 3 0-16,-5 1 0 0,-1-4 0 15,0 1 0-15,-3 3 0 0,-6-1 0 16,-2 4 0-16,-3-5 0 0,3-4 0 0,0-4 0 15,6-3 0-15,-3-4 0 0,7-4 0 16,1-1 0-16,0 0 0 0,7-23 0 0,12-3 0 16,5 0 0-16,8-6 0 0,0 6 0 15,-1 5 0-15,-3 2 0 0,-2 6 0 0,-5 2 0 16,1 6 0-16,-8 2 0 0,2 1 0 16,1 5 0-16,-2 2 0 0,-2 3 0 0,1 3 0 15,-3 0 0-15,0 3 0 0,1-3 0 16,-2 3 0-16,-3 2 0 0,3-1 0 15,-1 0 0-15,-5-4 0 0,4-1 0 16,-4-1 0-16,2-2 0 0,-4-3-223 0,-2-4-742 16,0 0 38-16,0 0 95 0,0 0-951 15,0 0-1214-15</inkml:trace>
  <inkml:trace contextRef="#ctx0" brushRef="#br0" timeOffset="109793.61">18673 10715 5060 0,'-1'-11'106'15,"1"3"56"-15,-4-1 60 0,4 9 28 0,-2-11 34 16,2 11 11-16,0-6-21 0,0 6-20 16,9-9-20-16,0 6-20 0,-9 3-19 15,16-1-22-15,-16 1-18 0,21 3-14 0,-11 0-13 16,-3 4-84-16,1 3-44 0,-6 2 0 16,0 0 0-16,-6 4 0 0,-6 1 0 15,1 0 0-15,-8 7 0 0,-4-2 0 0,5-4 0 16,4-8 0-16,0 2 0 0,4-5 0 15,3 0 0-15,1-3 0 0,2 3 0 0,2-7 0 16,4 11 0-16,-2-4 0 0,3 0 0 16,3-1 0-16,-4 5 0 0,5-1 0 0,-1 2 0 15,-3 0 0-15,4 2 0 0,-4 1 0 16,3 1 0-16,-5-3 0 0,3 2 0 0,-2-3 0 16,-2 1 0-16,0-3 0 0,2 1 0 15,-4-3 0-15,0 0 0 0,-4 1 0 0,2-2 0 16,-2-2 0-16,-2 2 0 15,1-3 0-15,-1 0 0 0,-3 0 0 0,0-2 0 16,9-2 0-16,-18 0 0 0,18 0 0 16,-18-11 0-16,11 0 0 0,3-4-704 0,3-2-272 15,2-8 101-15,9-11-1042 0,7-14-1338 16</inkml:trace>
  <inkml:trace contextRef="#ctx0" brushRef="#br0" timeOffset="110030.97">19206 10180 4923 0,'7'-12'-17'0,"-2"2"76"0,-1 4 36 16,2 3 19-16,-6 3 55 16,0 0 74-16,15 9 60 0,-3 8 36 0,3 10 12 0,4 6 10 15,4 11-9-15,-4 6-27 16,2 5-15-16,-4 3-46 0,-2 5-264 0,-5 6 0 16,-4 1 0-16,-8 10 0 0,-10 10 0 15,-9 3 0-15,-7-6 0 0,-6-3 0 0,-9-1 0 16,-2-5 0-16,-5-6 0 0,-1-2 0 15,-1-4 0-15,13-20 0 0,-4-6 0 0,5-6 0 16,11-10-159-16,1-7-680 0,5-8-100 16,4-4 93-16,6-4-993 0,2-2-1266 15</inkml:trace>
  <inkml:trace contextRef="#ctx0" brushRef="#br0" timeOffset="110380.93">19816 11716 5256 0,'0'0'135'16,"0"0"48"-16,0 0 26 0,-24 10 22 0,1-4 52 16,-18 4 33-16,-20 2 27 15,-16 3 15-15,-36 2-18 0,-11 4-16 0,-14 4-111 16,-68 15-213-16,-9 2 0 0,-23 8 0 15,-8 7 0-15,-10 1 0 0,-2 3 0 0,-4-2 0 16,15 3 0-16,24-2 0 0,29-6 0 16,70-17 0-16,19-6 0 0,37-10 0 0,10-3 0 15,21-6 0-15,2-1 0 0,10-4 0 16,11-2 0-16,2-2 0 0,6-1 0 0,6-2 0 16,0 0 0-16,0 0 0 0,0 0 0 15,0 0 0-15,0 0 0 0,0 0 0 0,0 0 0 16,0 0 0-16,36-8 0 15,-26 8 0-15,3-2-222 0,5 0-801 0,2 1 103 16,5-1-1129-16,6 0-1464 0</inkml:trace>
  <inkml:trace contextRef="#ctx0" brushRef="#br0" timeOffset="120220.9">19692 826 2604 0,'-5'-14'172'0,"1"3"-29"0,2 0 0 15,0 2-18-15,2 2 2 0,-1-1 29 0,1 8 3 16,-2-14 0-16,0 9-21 0,2 5-7 15,-2-8-13-15,2 8-14 0,-2-7-17 0,2 7-12 16,0 0-14-16,0 0-4 0,0 0-1 16,0 0-3-16,0 0 6 0,4 34-3 15,-2-10 8-15,0 14 9 0,-2 5 7 16,1 16 4-16,1 7 65 0,-2 3-2 16,4 3-23-16,0 0-10 0,-1 2-6 0,-1 1-15 15,5-2-6-15,-4 1-9 0,3-3-7 16,-1-1-10-16,3-2-2 0,-2 1 1 15,2 0-7-15,-5 1-5 0,-1-1-19 0,0 3-1 16,2-4 2-16,-2 4 7 0,-2-2 8 16,0 2 0-16,0-1-3 0,2-1 8 0,-1 0-4 15,8-3 0-15,-6-2 1 0,-1-2-7 16,4 3-1-16,-1-5 5 0,1 2-5 0,-1-4-4 16,-2-2-6-16,-1-13 4 0,0 4-8 15,0-3 0-15,-2 2-6 0,0-3 6 16,0 1-4-16,0-2 4 0,2 0-8 0,-1-1-1 15,1-1-1-15,0 3-1 16,4-5 5-16,-5 2-8 0,6-3-3 0,-3 2 4 16,-2 0-2-16,-1 0 4 0,-1-3 0 15,0 2-17-15,0 0-5 0,0 2 1 0,-3 0 4 16,1 0-2-16,-3-1-4 0,8-1 4 16,-1-3 2-16,0-1 0 0,1 2-1 0,-1-8 1 15,2 5 1-15,0-5 0 0,-1 4-3 16,3 0 7-16,0 1 8 0,0-1-11 0,-2 2 1 15,-3-1-1-15,1-2 5 0,0 4 2 16,-4-4-2-16,2 5 0 0,-2 1 0 16,1 0-1-16,-1 1 2 0,-4 0-3 0,3-1 2 15,0-1-1-15,-3 2 19 0,1-1 0 16,3 1 0-16,4 1-7 0,-2 1 2 16,0 0-5-16,1 0 3 0,1 0 0 15,0 2-4-15,2 2-4 0,1-1 3 0,-4 12 0 16,1-10 1-16,2 0-3 0,0 8 3 15,-4-8-7-15,1 0 3 0,-1 0-1 0,0 4 2 16,0-3-5-16,0 0 2 0,-1 11 4 16,-1-1 0-16,2 1-5 0,-2-13-1 0,2 1 3 15,0-1 0-15,2-2-3 0,-2-1 4 16,2 0-1-16,-1-1-4 0,1-2 2 16,0 1 6-16,2-1-1 0,-2 0-8 15,-1 3 1-15,-1-3 2 0,-1 1-3 0,-1 1 2 0,-2 0 2 16,-3 9-4-16,-2 1 5 15,-2-1-3-15,2 1 5 0,0 1-17 0,-3 2 6 16,3-2 13-16,-1 0-21 0,4-10 5 16,2 1-1-16,2 2 3 0,2-2-10 0,0 0 10 15,4 3 6-15,-2-2-4 0,3 3 4 16,-4-3-8-16,-1 1 0 0,4 0 8 0,-2-1-4 16,-2 1-2-16,0-1 5 0,2-1-1 15,-2 0 2-15,0 0 3 0,2-1-5 0,-2-1-4 16,-2 3-4-16,2-5 5 0,2 1 10 15,-1-1-1-15,-1-1-5 0,8 0 8 0,-5-3-19 16,6-1 11-16,-4 4-3 16,1-2 2-16,-2-1 1 0,1 1-3 0,-1 0 4 0,1 0-1 15,-4 2 0-15,1-4 7 16,2 4-6-16,-2-9 3 0,-2-3-4 0,0 2-1 16,2-2 4-16,1 10 0 0,3-2-8 15,-1-3 3-15,6 0 6 0,-6-5-1 0,2 3 0 16,1-3-3-16,-2 3-1 0,4 2-3 15,-5-5 5-15,2 5-2 0,-3-6 0 0,4 8 6 16,-4-5 0-16,0-5-4 0,0 1 0 16,-1 9 5-16,1-4-9 0,0-5 7 0,0 0-4 15,0-1 2-15,0 2-7 16,1-3 3-16,-1 2 0 0,1-2 1 0,-1 2-3 16,3-1 4-16,-4-1 0 0,1 0-4 15,0 1 1-15,-2-1 1 0,-2 2 8 0,0 0-1 16,-2-1-6-16,0 4-1 0,-4 5 4 15,3-3 6-15,-6 4 1 0,2 0 2 0,0-2-8 16,3-6-4-16,0-1 7 0,4 0-2 16,0 2 5-16,4-2 6 0,1 0-12 0,1 8 8 15,1 3-6-15,3-3 4 0,-2 2-6 16,-1-1 2-16,1 0 1 0,-2 1 2 16,-2 0-2-16,-1 1 5 0,-3-6-3 15,0-2 1-15,-3 10 2 0,-1-1-3 0,-1-2 6 16,4 3-2-16,-3-3-2 0,-2-1-8 15,5-5 3-15,-1-6-3 0,-4 4 0 0,4-4 2 16,2 3-4-16,-2-4-7 0,2 0 13 16,0 1-5-16,0-2 2 0,0 5 0 15,0-1-1-15,-1-2 9 0,-1 2-11 0,-3 2 2 16,-2 4-1-16,-1 3 1 0,7-7 0 16,-5-4 0-16,-1 1-5 0,4-1 2 0,-3 0-4 15,4 0 6-15,-3-1 0 0,3 3-2 16,0-5-2-16,0 1 11 0,0 3-10 15,2-3 3-15,0 4 0 0,0 0 2 0,0 2-6 16,-3 8 1-16,3-3 1 0,-5 7-3 16,1-4 4-16,3 3 0 0,-9-2 3 15,10 0-5-15,-3-6 1 0,1-2 2 0,2-1-9 16,-2 1 15-16,2 0-8 0,2 0 12 16,-2-6-12-16,4 5 0 0,-3 9 3 0,5-1 1 15,-2 0-4-15,1 0 2 0,0-4-2 16,-2 4 5-16,-1 3-2 0,0 3-2 0,2-1 7 15,-2 2-6-15,0-2 2 0,-2 2 1 16,0 1-3-16,1 0 1 0,-1 1-1 0,0 1 0 16,0-1 3-16,0-1-5 0,0 0 0 15,0 1 4-15,4-4 0 0,-2-1-8 0,2 0 8 16,-3-1 4-16,2-2-4 16,1 1-4-16,0-7 3 0,-2 7-1 0,-1 0 2 15,1 2-4-15,4-2 1 0,-3 3 3 16,1 0-6-16,3 0 8 0,-2-2-4 0,3 1-2 15,-1-2 3-15,5 0-5 0,-3-3-7 16,2 5 1-16,1-6-1 0,-1 2 0 0,2-3 3 16,3 1 2-16,-3 1 1 0,1-1-1 15,-3-1 11-15,1 5-8 0,-5-1-2 0,2 1 3 16,-3-1 0-16,1 3 4 0,-6 0-6 16,5-2 1-16,-4-1 0 0,1 1 6 15,-1-2-4-15,4-6-2 0,-4-1 4 16,-1-2-1-16,1 2 0 0,0 6-2 0,3 7 4 15,-3-6 0-15,1 2-2 0,-1-2-4 16,0 2 2-16,2 4 1 0,-4-1 1 0,2-1-4 16,-2 1 2-16,-2 2 2 0,-2 3-7 15,0-2 7-15,3 1 2 0,-3-2-1 0,-3-1 1 16,4-3-2-16,-5 1 1 0,5-2-8 16,-1 0-2-16,-2 1 2 0,5-5-7 0,-4-3-2 15,-1 5 4-15,3-1-3 0,-3 1 6 16,2-7-8-16,1 8 7 0,-6-3 1 0,4 3-2 15,-1-1-7-15,1-3 5 16,-1-2-1-16,4-5 1 0,-2 0 4 0,0 0-7 16,0 0 7-16,1 0-3 0,1 0-8 15,-2-2 10-15,0 2 0 0,3-1 8 0,-1-1-11 16,-2 2 5-16,1 0-2 0,1 0 6 16,2 0-3-16,-1 1 1 0,1 0-2 0,-2 0 5 15,2 1 0-15,-2 0 0 0,0 0-5 16,0-1-1-16,2 1-3 0,-2-2 3 0,2-4-1 15,-2 7-4-15,2-4 3 0,0-4-2 16,-1 0 0-16,1-2-5 0,0-1-3 0,0-1 6 16,0 3-7-16,0-4 3 0,0 2 6 15,0 1 1-15,0 2 0 0,0 0 10 16,0-1 0-16,0 2-1 0,-2 0 0 16,2 1 13-16,-2-1 8 0,-2 2 2 0,2-3 7 15,2-2 1-15,-1 3 3 0,-1-4-3 16,2 2 1-16,-3-5-3 0,3 1-4 0,-2-1-7 15,2 0 5-15,2 1-5 0,-4-4-4 16,2 2 6-16,0 0-8 0,0 0 2 0,0 0-4 16,0 0 5-16,0 0-14 0,-2 0-15 15,2 0-25-15,-2-2-31 0,1 0-52 0,-1-1-65 16,-4-4-63-16,2-1-76 16,4-4-102-16,0 0-122 0,0 0-180 0,-26-18-38 15,16 5 80-15,4-1-606 0,0-5-754 16</inkml:trace>
  <inkml:trace contextRef="#ctx0" brushRef="#br0" timeOffset="123568.46">21123 1112 1830 0,'4'-10'431'16,"0"3"-52"-16,-1-1-17 0,-1-2-25 0,0 1-14 15,3 3-8-15,-3-2 3 0,-2 8-9 16,3-17 15-16,-3 10 4 0,0 7-10 16,2-10-21-16,-2 10-32 0,4-7-30 0,-4 7-21 15,0 0 6-15,0 0 6 16,-2 34-14-16,2-7-5 0,-2 16-9 0,0 16-13 16,1-1-11-16,-1 5-7 0,2-2-150 15,-2 1-17-15,4-6 0 0,0-11 0 0,-2-6 0 16,1-2 0-16,-1-7 0 0,0-8 0 15,2-5 0-15,-2-3 0 0,0 0 0 16,2-4 0-16,-2-1 0 0,-2-2 0 16,2-7 0-16,0 0 0 0,0 0 0 15,0 0 0-15,0 0-489 0,-27-19-141 0,18 5-152 16,-3-2-97-16,3-2 78 0,-5-8-767 16,-1-4-1010-16</inkml:trace>
  <inkml:trace contextRef="#ctx0" brushRef="#br0" timeOffset="123818.99">20950 982 4055 0,'-21'-1'23'0,"6"1"78"0,-2 0 40 16,3 0 34-16,14 0 37 0,-16 0 49 16,16 0 35-16,-16-1-6 0,16 1-17 15,0 0-24-15,0 0-22 0,0 0-15 0,0 0-21 16,0 0-18-16,65-10-19 15,-4 7-19-15,7-1-45 0,10-2-47 0,2 0-68 16,-2 1-70-16,-6 0-62 0,-4 0-79 16,-25 0-52-16,-3 1-24 0,-10 3-5 0,-8 1-5 15,-8 0-12-15,-3 1-40 0,-11-1-68 16,3 7-142-16,-3-7-66 0,-15 17 57 16,0-5-282-16,-12 6-358 0</inkml:trace>
  <inkml:trace contextRef="#ctx0" brushRef="#br0" timeOffset="124128.45">21723 910 2764 0,'0'0'235'0,"0"0"18"16,0 0 8-16,0 0 14 0,0 0 11 0,0 0 12 15,0 0 5-15,-22 17 4 0,6 11 6 16,1 4-4-16,0 11-13 0,0 7-13 16,-1-2-11-16,3 5-21 0,3-1-21 0,4-9-19 15,5 0-20-15,1-3-17 16,1 0-21-16,3-4-11 0,3-2-14 0,-4-8-15 16,5-4-11-16,-5-1-61 0,5-2-41 15,-5-6 0-15,6 1 0 0,-4-4-9 0,3-3-215 16,-1-1-112-16,1-3-113 0,2-1-105 15,-10-2-146-15,18-7-137 0,-2-1 77 16,-3 0-710-16,1 0-918 0</inkml:trace>
  <inkml:trace contextRef="#ctx0" brushRef="#br0" timeOffset="124543.17">21920 1202 4121 0,'-9'-13'69'0,"8"5"60"0,-3 1 43 16,4 7 35-16,-4-9 12 0,4 9-8 0,0 0-7 16,0 0 22-16,0 0 3 0,0 0-10 15,27 19-17-15,-8 2-14 0,-2 1-16 0,2 3-19 16,-6 3-12-16,3-3-7 0,-3 4-14 16,-6-4-6-16,2-2-13 0,-6-4 4 15,-1-2-4-15,2 0-5 0,-2-1 8 0,-2-3-4 16,2-1 5-16,-2-3 5 0,0-3 7 15,0-6-95-15,0 12-22 0,0-12 0 0,0 0 0 16,0 0 0-16,7-23 0 16,-1 3 0-16,9-7 0 0,-2-2 0 0,5-1 0 15,-3 7 0-15,-2 2 0 0,-2 6 0 16,1 3 0-16,-2 3 0 0,-1 6 0 16,3 3 0-16,-12 0 0 0,22 10 0 0,-10 1 0 15,-3 0 0-15,5 5 0 0,-3 1 0 16,0 1 0-16,1 0 0 0,-1-1 0 0,-1 0 0 15,0-1 0-15,-1-3 0 16,-1-4 0-16,-3 0 0 0,3-1 0 0,-2-2-382 16,-1-5-197-16,-5-1-159 0,0 0-161 0,22-10 90 15,-13-1-818-15,0-4-1066 16</inkml:trace>
  <inkml:trace contextRef="#ctx0" brushRef="#br0" timeOffset="124784.55">22603 768 4878 0,'-3'-9'187'16,"-1"2"49"-16,4 7 10 0,-7-7-1 0,7 7-17 16,0 0 21-16,0 0 25 0,13 33 22 15,-1-2-22-15,8 12-12 0,-1 7-18 16,0 5-21-16,-2-2-25 0,-4 3-47 0,-4 4-151 16,0 0 0-16,-6 2 0 0,-3 0 0 15,-1-8 0-15,-1 3 0 0,-8-7 0 0,-2-2 0 16,3-14 0-16,1-1 0 15,1-9 0-15,-1-7 0 0,3-3 0 0,-1-7-170 16,1-2-373-16,0-5-174 0,5 0-205 16,0 0 86-16,-4-26 91 0,8 7-703 15,4-12-898-15</inkml:trace>
  <inkml:trace contextRef="#ctx0" brushRef="#br0" timeOffset="124969.17">23089 1186 4530 0,'0'0'381'0,"0"0"24"0,0 0 25 0,0 0 40 16,0 0 4-16,0 0-23 0,0 0-36 16,0 0-46-16,0 0-103 0,0 0-266 15,17 0 0-15,0-2 0 0,8-1 0 16,-1 2 0-16,3-3 0 0,0 4 0 0,-4-3-190 16,0 3-348-16,-3-2-111 0,5 4-188 15,-7 3-11-15,-1 0 81 0,-5 1-717 16,-5 1-930-16</inkml:trace>
  <inkml:trace contextRef="#ctx0" brushRef="#br0" timeOffset="125172.18">23123 1426 3935 0,'-21'12'53'0,"6"-3"109"15,3-2 82-15,1-2 89 0,6-2 60 16,5-3 34-16,-10 5 19 0,10-5 17 16,0 0-27-16,-10 2-20 0,10-2-36 15,0 0-35-15,0 0-187 0,50-4-158 0,-29 3 0 16,4-3 0-16,-1 1 0 0,1 1 0 15,-1 2 0-15,-4-1 0 0,-4 1 0 16,-4 0 0-16,1 0-175 0,-2 0-184 0,-11 0-41 16,14 0-63-16,-14 0-99 0,0 0-176 15,11-2-61-15,-11 2 78 0,1-8-631 0,-1 8-806 16</inkml:trace>
  <inkml:trace contextRef="#ctx0" brushRef="#br0" timeOffset="125783.36">24117 963 3614 0,'-16'-5'110'0,"-2"0"72"16,4 1 41-16,0 1 50 0,-1-1 47 16,1 2 61-16,1 2 18 0,1-4 11 15,12 4-12-15,-18-3-23 0,7 1-26 0,11 2-24 16,0 0-32-16,-11-5-25 0,11 5-30 16,0 0-205-16,22-9-33 0,0 4 0 15,17-2 0-15,4 0 0 0,-1 0 0 0,-2 4 0 16,-7-1 0-16,-10 4 0 0,-3 2 0 15,-1 7 0-15,0 3 0 0,-7 5 0 16,-1 8 0-16,-6 8 0 0,-6 5 0 0,-3-2 0 16,-3 17 0-16,-9 0 0 0,8 4 0 15,-3-2 0-15,2-2 0 0,1 0 0 16,2-10 0-16,3-2 0 0,-1-3 0 0,0-9 0 16,2-3 0-16,2-7 0 0,-1-3 0 15,-1-3 0-15,0-1 0 0,-1-1 0 16,3-4 0-16,0 2 0 0,0-4 0 0,0-5 0 15,0 0 0-15,0 0 0 0,0 0 0 16,0 0-376-16,16-15-507 0,-13 5-56 16,3-1 102-16,-1-1-917 0,8-3-1184 0</inkml:trace>
  <inkml:trace contextRef="#ctx0" brushRef="#br0" timeOffset="126055.13">24781 1052 5214 0,'2'-18'147'16,"-1"4"64"-16,-2 1 61 0,1 2 55 16,0 4 31-16,0 7 6 0,1-12-25 0,-1 12-31 15,0-7-42-15,0 7-16 16,0 0-115-16,0 0-135 0,8 37 0 0,-3-3 0 16,-3-5 0-16,2 10 0 0,1 1 0 15,-4-1 0-15,-1 0 0 0,2 3 0 0,-2-4 0 16,0-3 0-16,0-7 0 0,-2-6 0 15,2-2 0-15,0-4 0 0,0-2 0 16,0-2 0-16,0-1 0 0,0 0 0 0,0-4 0 16,0-2 0-16,0-5 0 0,0 0-634 15,0 0-370-15,0 0 105 0,0 0-1024 16,0-36-1344-16</inkml:trace>
  <inkml:trace contextRef="#ctx0" brushRef="#br0" timeOffset="126250.59">24614 987 5722 0,'-24'-10'157'0,"3"2"72"16,5 2 71-16,7 0 57 0,2 2 43 15,-1 0-26-15,8 4-29 0,-10-7-38 0,10 7-307 16,0 0 0-16,23-12 0 0,13 4 0 16,9 3 0-16,4 1 0 0,12 0 0 0,-11 0 0 15,0 1-222-15,0 3-356 16,-4 0-97-16,-2 1-151 0,-14 3-17 15,-5 1 71-15,-12 3-682 0,-4 5-903 0</inkml:trace>
  <inkml:trace contextRef="#ctx0" brushRef="#br0" timeOffset="126555.13">25463 789 4450 0,'-12'-4'189'0,"2"2"8"16,10 2 20-16,-19 9 44 15,2 5 19-15,-2 9 23 0,-5 17 6 16,-3 4 5-16,4 8-11 0,0 1-9 0,6 2 13 16,5-2-15-16,3 5-19 0,3 0-71 15,6-9-202-15,6-5 0 0,0 1 0 0,3 3 0 16,3-12 0-16,1-5 0 0,1-3 0 15,0-3 0-15,4-8 0 0,-5-6 0 0,1-3 0 16,-3-4 0-16,0-3 0 0,1-1 0 16,-12 0-269-16,22-6-248 0,-8-3-75 15,-1-5-72-15,-1-1-62 0,1-11-58 16,-4 3 73-16,-1 3-625 0,2-9-792 0</inkml:trace>
  <inkml:trace contextRef="#ctx0" brushRef="#br0" timeOffset="126900.07">25540 1315 3508 0,'7'-21'-47'0,"-4"4"76"0,3 0 90 16,-1 5 68-16,-3 0 66 0,4 2 57 15,-3 1 35-15,-1 1 3 0,3 1-13 0,-1 1-10 16,-4 6 8-16,13-1 1 0,-13 1-12 16,21 10-28-16,-10 0-19 0,-2 2-25 0,5 3-19 15,-5 3-19-15,1-1-18 0,0 0-160 16,-7-1-34-16,3-2 0 0,-4 3 0 16,1-5 0-16,-3 1 0 0,2-5 0 0,-2 3 0 15,2-4 0-15,1 0 0 16,-3-7 0-16,0 9 0 0,0-9 0 0,0 0 0 15,0 0 0-15,13-23 0 0,-2 8 0 16,3-2 0-16,2-4 0 0,2 6 0 0,-7 1 0 16,1 3 0-16,-3 2 0 0,2 6 0 15,-2-1 0-15,-9 4 0 0,16 4 0 16,-6 1 0-16,-2 2 0 0,-3 8 0 0,3-2 0 16,-3 4 0-16,1 0 0 0,-1 0 0 15,-2 2 0-15,3 3 0 0,-3-1 0 0,3-2 0 16,-1-2 0-16,-1-3 0 0,1-1 0 15,-1-2-101-15,-1-3-581 0,5-4-227 16,-7-2 15-16,-1-2 95 0,0 0-836 16,22-9-1072-16</inkml:trace>
  <inkml:trace contextRef="#ctx0" brushRef="#br0" timeOffset="127107.99">26106 845 5027 0,'-10'-16'298'0,"3"6"30"0,1 3 22 15,3 1 24-15,-1 1-5 0,4 5-18 0,0 0-4 16,0 0 34-16,-10 32-15 0,10-6-366 16,0 13 0-16,-2 5 0 0,2 13 0 15,2 3 0-15,1 0 0 0,2 2 0 0,3-4 0 16,-1-3 0-16,-3 0 0 16,3-3 0-16,-2-13 0 0,-2-3 0 0,1-10 0 15,-2-4-171-15,0-5-482 0,0-5-87 16,-2-5-98-16,1-4 19 0,-1-3-871 0,0 0-1126 15</inkml:trace>
  <inkml:trace contextRef="#ctx0" brushRef="#br0" timeOffset="127349.67">26264 1347 4511 0,'11'-23'-37'0,"0"6"107"0,-4 2 92 15,0 6 97-15,-1-4 68 0,-2 3 27 16,-1 3 16-16,-3 0-7 0,0 0-15 0,0 7 0 16,5-8-28-16,-5 8-12 0,0 0-12 15,0 0-104-15,18 15-192 0,-10-6 0 16,0 8 0-16,0 2 0 0,-7 3 0 15,1 2 0-15,-2 1 0 0,0 0 0 16,-2 0 0-16,-1-2 0 0,1 1 0 0,0-5 0 16,0-2 0-16,4-3 0 0,-2 0 0 15,4-3 0-15,1-4 0 0,3 0 0 0,4-3 0 16,-1-4 0-16,6-4 0 0,5-5 0 16,13-4 0-16,5-10 0 0,6-4 0 15,0-2-511-15,3-2-499 0,2 0 100 0,3 2-1049 16,-5 0-1378-16</inkml:trace>
  <inkml:trace contextRef="#ctx0" brushRef="#br0" timeOffset="127594.72">26860 785 5935 0,'-16'-19'232'16,"4"7"65"-16,2 0 49 0,3 2 47 0,3 2 16 15,0 4-19-15,4 4-201 0,0 0-189 16,0 0 0-16,40 34 0 0,-5 6 0 15,-5 6 0-15,2 5 0 0,1 25 0 0,-8 4 0 16,-14-8 0-16,-8 5 0 0,-3 3 0 16,-11 15 0-16,-4-4 0 0,-8-8 0 15,0-20 0-15,0-1 0 0,-4-2 0 0,2-7 0 16,3-6 0-16,-1-7 0 0,4-9 0 0,0-5 0 16,5-9 0-16,3-6 0 15,4-6-433-15,-1-3-583 0,2-2 99 0,6 0-1064 16,0 0-1399-16</inkml:trace>
  <inkml:trace contextRef="#ctx0" brushRef="#br0" timeOffset="128079.79">28009 1283 5502 0,'-6'-3'274'16,"6"3"38"-16,-13-6 43 0,13 6 50 0,-9-7 18 15,2 2 8-15,7 5-2 0,0 0-369 16,-3-7-60-16,3 7 0 0,0 0 0 16,14-13 0-16,4 10 0 0,18-5 0 15,12 1 0-15,9 0 0 0,4 4 0 0,0-4 0 16,-10 5 0-16,-1 0 0 0,-2 1-169 16,-5-3-677-16,-8 4-127 0,-10 2 103 15,-11-2-944-15,-3 0-1241 0</inkml:trace>
  <inkml:trace contextRef="#ctx0" brushRef="#br0" timeOffset="128332.7">28209 896 5102 0,'-16'-10'301'0,"9"0"28"0,0 5 23 16,1 1 20-16,6 4-6 0,0 0-26 15,0 0 29-15,-18 21 21 0,11 11-120 16,0 10-270-16,1 12 0 0,1 1 0 15,5 4 0-15,5-1 0 0,1 2 0 0,1 0 0 16,2-4 0-16,7 1 0 0,-3-5 0 16,-3-15 0-16,-2-2 0 0,-1-4 0 15,-2-8 0-15,1-3 0 0,-1-5 0 0,-2 0 0 16,-1-5 0-16,0 1 0 0,0-1 0 16,-4-5-551-16,0 2-450 0,-2-1 98 0,4-6-1048 15,0 0-1370-15</inkml:trace>
  <inkml:trace contextRef="#ctx0" brushRef="#br0" timeOffset="129243.22">29266 816 4858 0,'-13'-8'-181'0,"4"1"98"0,-3 1 60 15,2 5 53-15,10 1 60 0,-30 8 56 0,-2 11 41 16,-6 15 32-16,-3 9 16 0,1 5 0 16,-10 19 22-16,7 5-8 0,20-8-12 15,0 1-14-15,8 2-14 0,10 1-12 16,5 1-21-16,5-6-15 0,8-3-17 16,12-7-11-16,5-6-15 0,6-8-12 0,2-5-21 15,-2-8-20-15,-4-8-16 0,-2-9-20 16,6-3-19-16,-3-8-26 0,5-5-28 15,-1-6-29-15,8-13-33 0,-2-5-10 16,-4-4-4-16,-3-5 2 0,-4-7 4 0,-1-10 3 16,-6-1 8-16,-9-9 8 0,-5-4 11 15,0-6 9-15,-8 4 9 0,-8 3 12 16,-4 6 18-16,-2 6 13 0,-3 8 4 0,-8 7 0 16,-4 11 3-16,-1 9-3 0,-7 10 4 15,-4 9 12-15,-7 4 7 0,-5 12 19 0,0 8 23 16,3 5 17-16,0 1 0 0,13 5 9 15,4 3 7-15,8-5 8 0,10 3 6 16,4 1-3-16,8-4 8 0,8 5-3 0,8-2 2 16,11 2-6-16,3-2-13 0,9-2-7 15,-6-12-3-15,1-1-11 0,0-6-18 0,2-1-27 16,-9-3-23-16,-2-3-31 0,-5-4-46 16,-1 0-54-16,1-4-48 15,-4 1-58-15,-2-1-63 0,-3 0-63 0,0-1-73 16,-2 2-94-16,-9 3-173 0,9-2-20 15,-9 2 64-15,0 0-531 0,0 0-664 0</inkml:trace>
  <inkml:trace contextRef="#ctx0" brushRef="#br0" timeOffset="129517.68">30035 850 3717 0,'-14'-6'202'0,"2"4"21"0,12 2 33 16,-26 13 29-16,5 6 10 0,-3 10 0 15,-1 10-8-15,7 10-14 0,0 7 7 16,6-1-13-16,-1 7-23 0,8 1-24 0,5-1-22 16,0 0-19-16,4-4-12 0,-1-2-21 15,4-12-29-15,0-3-33 0,-1-5-44 0,1-2-54 16,-1-12-88-16,-2-4-94 0,2-3-93 15,-1-5-102-15,5-3-105 0,2-1-138 16,-3-6-183-16,-9 0 79 0,27-9-656 0,-13-3-846 16</inkml:trace>
  <inkml:trace contextRef="#ctx0" brushRef="#br0" timeOffset="129878.99">30169 1310 3649 0,'0'-9'131'0,"-1"0"102"0,-4 2 58 0,5 7 31 16,-2-8 34-16,2 8 4 0,0 0-14 15,0 0-5-15,0 0-5 0,0 0-23 16,0 0-31-16,27 17-20 0,-17-4-27 0,3 0-28 16,-2 2-17-16,1 1-21 0,-3 1-14 15,0 0-142-15,-2-1-13 0,-1-3 0 0,-3 1 0 16,-1 0 0-16,-2-4 0 0,2 0 0 16,-2-1 0-16,-2 1 0 0,-2-3 0 15,4-7 0-15,0 10 0 0,0-10 0 0,0 0 0 16,0 0 0-16,0 0 0 15,17-31 0-15,-5 16 0 0,1-2 0 0,6-4 0 16,2 2 0-16,-6 8 0 0,0 1 0 16,-1 7 0-16,-3 0 0 0,1 3 0 15,-12 0 0-15,22 6 0 0,-10 2 0 0,-1 2 0 16,-1 2 0-16,2 4 0 0,-1-1 0 16,-2 1 0-16,1-2 0 0,-2 1 0 0,-1-3 0 15,-2 3 0-15,4-3 0 0,-6-1 0 16,1-3 0-16,0 0-231 0,-2-1-456 15,0-5-228-15,-2-2 42 0,0 0 86 0,0 0-811 16,0 0-1038-16</inkml:trace>
  <inkml:trace contextRef="#ctx0" brushRef="#br0" timeOffset="130170.74">30620 972 4891 0,'-13'-10'271'0,"4"1"31"0,1 2 37 15,4 2 21-15,4 5-7 0,-7-10-22 16,7 10-29-16,0 0-33 0,0 0-32 16,0 0-21-16,0 0-18 0,34 11-76 0,-23 0-122 15,1 1 0-15,-3 4 0 16,0 2 0-16,-5-1 0 0,-1 2 0 0,-3-2 0 16,0 2 0-16,-3-1 0 0,3 1 0 15,-2-4 0-15,0-3 0 0,2-2 0 0,0-2 0 16,0 1 0-16,0 0 0 0,0-9 0 15,4 12 0-15,-1-6 0 0,-3-6 0 16,9 11 0-16,-2-8 0 0,6-1 0 0,-13-2 0 16,29-5 0-16,-6 0 0 0,9-4 0 15,-1-1-686-15,-1-2-320 0,1-2-1204 0,-4 1-1615 16</inkml:trace>
  <inkml:trace contextRef="#ctx0" brushRef="#br0" timeOffset="130383.47">31102 694 6516 0,'-9'-18'104'16,"1"4"82"-16,0 1 50 0,7 6 34 16,-3 1 15-16,4 6-1 0,0 0 22 15,0 0-302-15,15 34-4 0,8 9 0 0,4 9 0 16,1 4 0-16,-3 4 0 0,-5 1 0 16,-6 9 0-16,-8 1 0 0,-6 8 0 0,-11 21 0 15,-9-4 0-15,-6-3 0 0,-5-6 0 16,-5-5 0-16,-7-7 0 0,-3-6 0 15,-2-6 0-15,4-16-689 0,-3-8-299 16,4-1 95-16,4-7-1019 0,3-4-1333 16</inkml:trace>
  <inkml:trace contextRef="#ctx0" brushRef="#br0" timeOffset="133982.17">22083 3030 4028 0,'-5'-7'-54'0,"-3"0"51"0,5 0 48 16,-2 0 42-16,1-1 36 0,4-1 29 0,0 9 14 15,2-15 10-15,2 4-5 16,2 2 4-16,5 0-12 0,4-4-8 0,5 5-9 16,1 1-11-16,4 2-5 0,3 5-6 15,-2 2-10-15,13 2 2 0,-1 7-9 0,-6 5 18 16,1 2 7-16,-5 4 5 0,1 9 9 15,0 5 11-15,-11-3 7 0,-2 2 1 0,-3 0 0 16,-1 1 5-16,-5 0 2 0,-3 0 4 16,-6-7-3-16,-4 6-120 0,-4-5-53 15,1 1 0-15,-6-4 0 0,-2 0 0 0,-5-5 0 16,0 0 0-16,-5-5 0 0,-1 1 0 16,-5-7 0-16,1 0 0 0,3-6 0 0,5-5 0 15,-3-1 0-15,-7-7 0 16,-1-4 0-16,9-10 0 0,-9-11 0 0,9-10 0 15,4-8 0-15,9-2 0 0,10 2 0 16,1 8 0-16,6 1 0 0,3 5 0 0,5 1 0 16,5 5 0-16,0 1 0 0,3 7 0 15,5 4 0-15,0 5 0 0,0 9 0 0,0 3 0 16,-1 8 0-16,10 7 0 0,9 10 0 16,-5 8 0-16,-4 4 0 0,-2 5 0 0,-1 2 0 15,-4 0 0-15,-2 1 0 0,-4-4 0 16,-5-6 0-16,0-2 0 0,1-2 0 0,-3-2 0 15,-1-8 0-15,-2-2 0 16,-1-5 0-16,-3 0 0 0,4-3 0 0,1-2 0 16,-1-2 0-16,3-3 0 0,1-4 0 15,1 0 0-15,-2-3 0 0,4-4 0 0,1-1 0 16,4-11 0-16,-4-1 0 0,1 0 0 16,0-2 0-16,-4 2-297 0,-2 5-446 15,-3 2-208-15,0 2 71 0,-4 3 106 0,-2 1-772 16,1 2-990-16</inkml:trace>
  <inkml:trace contextRef="#ctx0" brushRef="#br0" timeOffset="134181.09">23125 3191 4519 0,'0'0'403'15,"-11"-4"47"-15,11 4 26 0,0 0 21 0,-10-3-21 16,10 3-33-16,0 0-47 0,0 0-41 15,19-14-179-15,-4 11-176 0,5 2 0 0,5-2 0 16,1 0 0-16,0 5 0 0,1-2 0 16,2 1 0-16,-3 3-283 0,1-1-294 15,-2 1-136-15,0-1-181 0,-5 0 60 0,0-1 100 16,-5 5-680-16,-5-2-864 0</inkml:trace>
  <inkml:trace contextRef="#ctx0" brushRef="#br0" timeOffset="134362.37">23209 3468 4160 0,'-12'6'408'0,"9"-2"34"0,-5-1 29 16,8-3 20-16,-7 4-2 0,7-4-31 15,0 0-45-15,0 0-38 0,0 0-40 16,0 0-186-16,18 6-149 0,2-8 0 0,5 0 0 16,3 0 0-16,14-2-373 0,-2-3-205 15,2 0-257-15,2-2-58 0,-5-1 98 0,2 0-809 16,-5 0-1045-16</inkml:trace>
  <inkml:trace contextRef="#ctx0" brushRef="#br0" timeOffset="134645.21">24096 2878 4786 0,'-13'-4'139'0,"2"0"63"0,5 0 60 16,6 4 37-16,-10-4-1 0,10 4-7 0,-7-6-20 15,7 6-27-15,0 0-21 0,0 0-15 16,0 0-20-16,40 6-18 0,-15-1-19 0,7 2-14 16,0 2-17-16,-1 4-11 0,-2 1-16 15,-6 6-93-15,-1 2 0 0,-5 4 0 0,-6 3 0 16,0 4 0-16,-6 5 0 0,-3-4 0 16,-4 2 0-16,0 1 0 0,1-1 0 15,-5 2 0-15,-1-2 0 0,6-1 0 16,-3-1 0-16,0-5 0 0,2-3 0 15,2-2 0-15,-1 0-350 0,-3-9-344 0,4-1-162 16,-2-4-24-16,2 0 92 0,0-8-784 16,0-2-1015-16</inkml:trace>
  <inkml:trace contextRef="#ctx0" brushRef="#br0" timeOffset="134817.54">24234 3349 4441 0,'-14'-4'167'0,"5"3"103"15,9 1 93-15,-13-4 62 0,13 4 55 16,-10-2 32-16,10 2-9 0,0 0-20 15,0 0-34-15,0 0-351 0,0 0-98 16,39-10 0-16,-16 5 0 0,4 1 0 0,9-4 0 16,3 1 0-16,-3 2 0 0,-5 1 0 15,-5 3 0-15,3-3 0 0,-7 4 0 0,-1 0-536 16,1 0-240-16,-8 0-149 0,0 2 75 16,-4 1-886-16,-7 1-1168 0</inkml:trace>
  <inkml:trace contextRef="#ctx0" brushRef="#br0" timeOffset="135447.64">22129 4209 5140 0,'-8'-14'119'0,"3"3"65"0,1 2 34 15,-2 2 31-15,6 7 16 0,-3-6-14 16,3 6 0-16,0 0 19 0,0 0 14 0,-2 37-6 16,2-11-20-16,0 13-19 0,0 2-54 15,2 6-185-15,1 6 0 0,1-9 0 0,2-1 0 16,-3-3 0-16,1-3 0 0,2-4 0 16,-4-7 0-16,0-6 0 0,0-4 0 15,0-3 0-15,0-3 0 0,-2 0 0 16,2-4 0-16,-2-1 0 0,0-5 0 0,0 0 0 15,0 0 0-15,0 0 0 0,0 0 0 16,0-26 0-16,3 14 0 0,3-1 0 0,-3-1 0 16,6 2 0-16,-2 2 0 0,2-1 0 15,5 4 0-15,-1 6 0 0,3-1 0 0,1 5 0 16,4 4 0-16,-3 4 0 0,7 4 0 16,-2 2 0-16,0 4 0 0,-8 2 0 15,-1-2 0-15,-7-2 0 0,-1 4 0 0,-4-1 0 16,-6 2 0-16,-1 8 0 0,-7-2 0 15,-3-1 0-15,-5-2 0 0,-2-1 0 0,1-2 0 16,-8-3 0-16,4-6 0 16,-1-3 0-16,3-5 0 0,4-4 0 0,3-4 0 15,2-6 0-15,0-6 0 0,4-5-629 16,9-5-350-16,1-4 81 0,7-7-1035 0,11 1-1355 16</inkml:trace>
  <inkml:trace contextRef="#ctx0" brushRef="#br0" timeOffset="135610.62">22625 4645 5756 0,'9'-2'229'0,"-9"2"94"16,13 0 72-16,-13 0 58 0,0 0 4 16,0 0-15-16,0 0-306 0,15 2-136 15,-15-2 0-15,22 3 0 0,-6-1 0 0,6-2 0 16,6 0 0-16,1 2 0 0,0-4 0 16,8 0 0-16,-2 2 0 0,-5 0 0 15,-1-1 0-15,1 1-45 0,-1 1-831 16,-11 1-82-16,2 1 93 0,-9 1-987 0,-1-2-1279 15</inkml:trace>
  <inkml:trace contextRef="#ctx0" brushRef="#br0" timeOffset="135778.65">22797 4837 5196 0,'-9'3'301'0,"2"2"43"0,-2-3 34 16,9-2 18-16,-9 3-9 0,9-3-34 15,0 0-36-15,0 0-32 0,0 0-51 0,0 0-234 16,32 4 0-16,-14-4 0 0,4-2 0 15,5 0-316-15,7-1-263 0,3-2-242 16,-1-2-53-16,4 1 89 0,-4 0-853 16,0 1-1076-16</inkml:trace>
  <inkml:trace contextRef="#ctx0" brushRef="#br0" timeOffset="136095.57">23382 4616 5020 0,'-4'-16'279'16,"4"4"43"-16,0 2 11 0,6 0 7 15,-2 3-7-15,6-2-12 0,1 2-21 16,5 2-29-16,0 3-23 0,4 4-26 16,5 1-20-16,2 8-202 0,2 4 0 0,-4 6 0 15,-4 5 0-15,-6 1 0 0,-3 5 0 16,-10 3 0-16,-4 1 0 0,-8 3 0 16,-11 5 0-16,-2 0 0 0,-2-1 0 0,2-2 0 15,10-11 0-15,2-7 0 0,6-4 0 16,0-4 0-16,10-3 0 0,-2-4 0 0,10 2 0 15,7-7 0-15,2-1 0 0,3-4 0 16,2 0 0-16,-1 1 0 0,-1-3 0 0,0 1 0 16,-3 0 0-16,-2 0 0 0,-2 2 0 15,-6 1 0-15,1-4 0 0,-1 2 0 0,-2 2 0 16,-10 0 0-16,15-2 0 16,-15 2 0-16,10-4 0 0,-10 4 0 0,3-6-472 15,-3 6-536-15,4-10 105 0,-6 3-1072 16,2 7-1394-16</inkml:trace>
  <inkml:trace contextRef="#ctx0" brushRef="#br0" timeOffset="136693.21">26125 4098 5528 0,'-6'-7'42'0,"6"0"46"0,0 7 28 0,0 0 44 16,0 0 72-16,0 0 51 0,-7 33 33 15,1-11 9-15,3 10-5 0,-6 4-16 16,8 3-24-16,-7 0-83 0,3-3-197 0,-3-2 0 16,4-2 0-16,-2-6 0 0,2-5 0 15,3-3 0-15,-1-6 0 0,0 1 0 0,0-3 0 16,2-1 0-16,0-9 0 16,0 0 0-16,0 0 0 0,0 0 0 0,0 0 0 15,0-36 0-15,2 10 0 0,5-26 0 16,2-7 0-16,5-7 0 0,6-22 0 0,4-2 0 15,1-1 0-15,2 7 0 0,-4 22 0 16,0 9 0-16,-1 7 0 0,-5 14 0 0,7 6 0 16,-4 3 0-16,-1 11 0 0,3 5 0 15,-2 6-82-15,-3 4-645 0,4 6-166 0,2 8-5 16,0 3 97-16,-7 6-828 0,-2 7-1068 16</inkml:trace>
  <inkml:trace contextRef="#ctx0" brushRef="#br0" timeOffset="136860.57">26072 4227 4985 0,'-12'-14'247'0,"3"1"26"0,3 4 31 15,1-2 11-15,-2 2-14 0,6 2-32 16,1-1-28-16,1 0-37 0,8-1-65 0,6-1-101 16,4-1-122-16,15-2-134 0,8 2-158 15,15-1-173-15,8-2-191 0,3 1-40 0,-2-1 87 16,6 0-625-16,-4 1-776 15</inkml:trace>
  <inkml:trace contextRef="#ctx0" brushRef="#br0" timeOffset="137327.94">26923 3767 3978 0,'-18'0'151'0,"0"1"39"16,0 5 44-16,0 2 58 0,-11 8 32 0,4 3 10 15,2 3-1-15,1 7-18 0,-3 5-22 16,6-1-24-16,0 10-32 0,7-9-26 0,1 4-15 15,6-4-25-15,3-6-19 0,2-3-15 16,0-2-12-16,0-3-13 0,2-4-9 16,0 1-69-16,-1-3-34 0,-1-5 0 0,2 0 0 15,2 0 0-15,-4-9 0 0,4 7 0 16,-4-7 0-16,0 0 0 0,0 0 0 16,26-16 0-16,-13 2 0 0,7-8 0 15,-1 0 0-15,1 1 0 0,2 1 0 0,-5 6 0 16,-4 4 0-16,0 1 0 15,-1 6 0-15,-1 1 0 0,-11 2 0 0,23 4 0 0,-12 4 0 16,1 2 0-16,-2 2 0 0,-1 4 0 16,1-1 0-16,-1 1 0 0,-1-1 0 0,1 2 0 15,-3-3 0-15,2-3 0 0,-4 2 0 16,1-5 0-16,-1 1 0 0,-1-1 0 0,2-2 0 16,-5-6 0-16,7 5 0 0,-7-5 0 15,0 0 0-15,25-15 0 0,-10 2 0 16,3 0 0-16,-3 2 0 0,0-1 0 15,2 0 0-15,-5 6 0 0,-1 2 0 0,2 2 0 16,-13 2 0-16,23 4 0 0,-11 1 0 16,-3 2 0-16,0 1 0 0,1 3 0 15,-2-1 0-15,-1 2 0 0,3 0 0 0,0 0-67 16,-3 2-455-16,2-2-109 0,-1-2-141 16,0-3-83-16,0-1 85 0,1-2-786 0,-6-2-998 15</inkml:trace>
  <inkml:trace contextRef="#ctx0" brushRef="#br0" timeOffset="137543.65">27405 3918 4678 0,'4'-25'195'0,"-2"9"74"15,2 2 48-15,-3 4 36 0,5 1 18 16,-1 6 4-16,2-1 8 0,-7 4-14 0,27 9-19 16,0 4 1-16,-3 7-171 0,0 3-180 15,7 13 0-15,-4 2 0 0,-4 9 0 0,-8-3 0 16,-3-3 0-16,-9 3 0 0,-3 0 0 15,-5 9 0-15,-4-4 0 0,-3-1 0 0,-4-1 0 16,-3-6 0-16,4-7 0 0,4-3 0 16,1-9 0-16,2-5-733 0,2-8-222 0,5-6 68 15,1-3 99-15,0 0-854 0,0 0-1080 16</inkml:trace>
  <inkml:trace contextRef="#ctx0" brushRef="#br0" timeOffset="137725.97">28094 4091 5124 0,'0'0'406'0,"6"-7"57"16,-6 7 64-16,0 0 12 0,0 0-9 0,0 0-29 16,0 0-400-16,0 0-101 0,5-7 0 15,-5 7 0-15,14-2 0 0,-14 2 0 0,25-1 0 16,-12-1 0-16,3 0 0 0,-1 0 0 16,4 1 0-16,4-3 0 0,-2 3-713 0,0 0-269 15,-5-1 91-15,-2 2-1015 0,-14 0-1329 16</inkml:trace>
  <inkml:trace contextRef="#ctx0" brushRef="#br0" timeOffset="137892.7">28125 4337 5815 0,'-9'9'307'0,"0"-2"55"16,-2-3 38-16,6-1 32 0,5-3-2 0,-9 7-29 16,9-7-357-16,-4 3-44 0,4-3 0 15,0 0 0-15,0 0 0 0,11 11 0 0,-6-10 0 16,-5-1 0-16,22 0 0 15,-13 0-576-15,7-3-401 0,-2-2 71 0,2-1 106 16,1 0-877-16,2 1-1114 0</inkml:trace>
  <inkml:trace contextRef="#ctx0" brushRef="#br0" timeOffset="138259.47">28600 4129 4487 0,'2'-15'150'16,"0"6"97"-16,-1 0 68 0,-1 0 36 0,4 3 21 15,-4 6 14-15,7-9 1 0,-7 9-4 16,12-4-16-16,-12 4-23 0,21 9-23 0,-9-2-240 16,1 3-81-16,-2 4 0 0,3 3 0 15,-3 0 0-15,-4 3 0 0,1 0 0 16,-6 0 0-16,2-1 0 0,-2 0 0 16,-4 0 0-16,-2 0 0 0,-1-1 0 0,0-2 0 15,1 0 0-15,1-7 0 0,-1 2 0 16,2-2 0-16,0-2 0 0,2-7 0 0,0 0 0 15,0 0 0-15,0 0 0 0,36-21 0 16,-16 9 0-16,-4 2 0 0,6 3 0 16,-8 2 0-16,4-1 0 0,-4 5 0 0,-1 1 0 15,2 3 0-15,-2 3 0 0,-2 0 0 16,2 1 0-16,-4 3 0 0,0 1 0 0,-2 1 0 16,4-1 0-16,-4 2 0 0,-2-3 0 15,3 1 0-15,-3-2 0 0,0 0 0 16,1-2 0-16,-1 1 0 0,-1-1 0 15,-1-3-78-15,-3-4-947 0,11 2 67 0,-11-2 117 16,0 0-958-16,13-14-1227 0</inkml:trace>
  <inkml:trace contextRef="#ctx0" brushRef="#br0" timeOffset="138512.82">29081 3861 5399 0,'-5'-13'258'15,"-1"0"72"-15,2 7 53 0,3-1 22 16,1 7 6-16,0-10-6 0,0 10-20 15,11-4-170-15,-11 4-215 0,23 9 0 16,-5-1 0-16,3 9 0 0,1 0 0 0,-6 8 0 16,-2 2 0-16,-5 0 0 0,-1 6 0 15,-8-2 0-15,-2 5 0 0,-5-4 0 0,-3 1 0 16,3-9 0-16,0-3 0 0,4-5 0 16,3-3 0-16,2-1 0 0,6-2 0 0,3-5 0 15,7-3 0-15,9-4 0 0,23-11 0 16,7-10 0-16,4-4 0 0,15-11 0 0,14 3 0 15,10 8 0-15,4 5 0 0,4 6-490 16,-24 9-511-16,-10 6-1277 0,-8 2-1680 16</inkml:trace>
  <inkml:trace contextRef="#ctx0" brushRef="#br0" timeOffset="149635.74">21244 7464 2676 0,'0'0'401'0,"-11"4"-100"0,11-4-82 16,-3 4-12-16,3-4-2 0,0 0-5 16,-10 4-5-16,10-4-5 0,0 0 11 15,0 0 4-15,0 0 0 0,0 0 3 16,0 0 14-16,0 0 11 0,0 0 7 0,0 0-22 15,0 0-22-15,-9-19-18 0,11 5-18 16,2-1-18-16,-1-4-14 0,3-4-14 16,-1 3-9-16,9-10-2 0,-3 5-14 0,3-1-8 15,-3 8-8-15,0 4-9 0,1 3-9 16,3 3-4-16,1 5-8 0,2-1-3 0,2 4-5 16,5 4-1-16,7 5-4 0,0 7-1 15,1 3-6-15,-5 3 1 0,-3 5-4 0,-1-4 4 16,-1 6 0-16,-5-1-24 0,-3 1 0 15,-1-2 0-15,-7-3 0 0,-1-5 0 16,-3-2 0-16,1-1 0 0,1-5 0 0,-4 1 0 16,-1-2 0-16,2-4 0 0,0 1 0 15,-2-7 0-15,0 0 0 0,0 0 0 16,0 0 0-16,0 0 0 0,-14-28 0 0,12 3 0 16,4-15 0-16,2-3 0 0,4-8 0 15,3 3 0-15,0 10 0 0,5 3 0 0,-1 5 0 16,3 4 0-16,1 4 0 0,-2 9 0 15,0 2 0-15,0 7 0 0,0 7 0 0,5 3 0 16,5 10 0-16,0 0 0 0,-4 8 0 16,-2-1 0-16,-4 4 0 0,-1 3 0 0,-2-1 0 15,0 4 0-15,-3-2 0 0,0-1 0 16,3-1 0-16,-4-5 0 0,-3-5 0 16,-2-2 0-16,0-3 0 0,-1-4 0 15,1 0 0-15,-3 1 0 0,4-2 0 0,-3-5 0 16,-1 2 0-16,-2-6-12 0,0 0-491 15,0 0-119-15,18-12-162 0,-14 2-75 0,-3-4 83 16,3-3-800-16,0-6-1019 0</inkml:trace>
  <inkml:trace contextRef="#ctx0" brushRef="#br0" timeOffset="149924.2">22070 6564 4164 0,'-6'-21'25'0,"-2"6"66"0,7 2 30 0,-3 4 3 16,2 1-1-16,0 5 4 0,2 3 32 15,0 0 36-15,0 0 30 0,11 22 10 0,-2-1-1 16,2 11 8-16,-2 4 3 0,0 4-7 16,5 8-5-16,-1-1-8 0,-5-7-12 0,2-3-17 15,-1 2-17-15,-2-3-17 0,1-4-16 16,2 1-10-16,-5-7-15 0,1-6-89 0,-2-3-32 15,0-2 0-15,0-2 0 16,-2-3 0-16,-1-1 0 0,1-3 0 0,0 1-48 0,2-2-261 16,-4-5-147-16,0 0-155 15,0 0-180-15,0 0-47 0,0 0 98 0,16-22-756 16,-11 9-942-16</inkml:trace>
  <inkml:trace contextRef="#ctx0" brushRef="#br0" timeOffset="150273.43">22525 6647 4129 0,'-8'-5'35'15,"8"5"34"-15,-5-3 17 0,5 3 13 16,0 0 44-16,0 0 30 0,-20 14 23 16,15-4 1-16,-2 5 8 0,-1 4 6 15,0 4-9-15,2-2 17 0,3 4-12 0,1-1-12 16,2-4-19-16,2 5-13 0,3-4-13 15,4-2-10-15,0 1-11 0,4-4-14 0,4 6-10 16,0-9 1-16,-1-5-15 0,-2-2-11 16,0-3-9-16,3-5-6 0,2 1-8 0,-1-5-5 15,0-2-1-15,0-4-5 0,-2-2-5 16,2-8-6-16,-5-6 0 0,-8 4-5 0,0 0-1 16,-3-3-7-16,-6-9-7 0,-2 2-3 15,-4 3-16-15,-1 5-20 0,-6 4-31 16,0 8-35-16,2 4-41 0,-3 8-52 15,1 2-65-15,-2 3-97 0,0 6-110 0,-9 1-118 16,8 4-190-16,4-2-6 0,2-2 83 16,5 2-626-16,1-2-768 0</inkml:trace>
  <inkml:trace contextRef="#ctx0" brushRef="#br0" timeOffset="150835.03">22989 6618 3820 0,'-11'0'27'16,"11"0"30"-16,-16 2 28 0,7 3 31 0,4 2 28 15,-2 5 15-15,-3 2 8 0,4 3-7 16,-2 4-7-16,5-1-11 0,-3 0-11 16,4 0-11-16,2-2-6 0,4 1-10 0,2 2-6 15,-1-2-3-15,3-2-11 0,4-2-6 16,0 1-7-16,2-6-3 0,-1-3-5 15,3-2-6-15,-5-4-6 0,2 1 2 0,-13-2-3 16,25-6-5-16,-11 1-2 0,-3-4-1 16,0-7 2-16,-3 3-9 0,0-5-4 0,-3-3-1 15,3-12-2-15,-4 5-5 0,0 4-5 16,-2 0-1-16,0 7 1 0,-2 0-9 16,1 5 6-16,-1-1-9 0,0 3-5 15,0 4 0-15,0 6 0 0,-1-5-1 0,1 5 0 16,0 0-2-16,0 0 1 0,0 0 1 15,-6 25 3-15,8-13 9 0,0 7 12 0,1 2 8 16,5 11-1-16,-3 2 27 0,6 1 16 16,-4 1 17-16,0 4 28 0,4 0 15 0,-2 0 0 15,-2-2 10-15,0 1 8 0,1-1 1 16,0-4 7-16,-4-7 7 0,0-2-135 0,-1-5-32 16,-3-2 0-16,0-7 0 0,-2 1 0 15,2-1 0-15,0-1 0 0,-1 0 0 16,-5 1 0-16,-2-4 0 0,-2-1 0 15,-2-1 0-15,-4-1 0 0,-3-1 0 0,2-3 0 16,-4-2 0-16,-3 1 0 0,-1-5 0 16,3 5 0-16,-3-4 0 0,7 2 0 0,0 1 0 15,2 2 0-15,-2 0 0 0,3 2 0 16,0-1 0-16,2 1-1 0,1-1-842 0,12-1-120 16,-17-1 95-16,17 1-1008 0,0 0-1300 15</inkml:trace>
  <inkml:trace contextRef="#ctx0" brushRef="#br0" timeOffset="151334.59">23502 6970 4729 0,'-5'-16'-117'16,"-3"2"105"-16,5 5 77 0,-2 0 68 15,-1 2 57-15,5 0 47 0,-1 2 26 0,0-2-2 16,2 7-17-16,-4-7-30 0,4 7-23 16,0 0-6-16,0 0 1 0,0 0 0 15,0 0-9-15,9 26-5 0,-3-10-6 0,0 2-16 16,4 4-7-16,-1 8-12 0,1-1-14 16,-3-5-10-16,1-4-34 0,-3-1-73 15,1-3 0-15,0-1 0 0,-4-3 0 16,2-2 0-16,-2 0 0 0,1-2 0 0,-3-1 0 15,0-7 0-15,4 10 0 0,-4-10 0 16,0 0 0-16,0 0 0 0,0 0 0 16,0 0 0-16,0 0 0 0,6-29 0 0,-3 16 0 15,-1 2 0-15,5 0 0 0,-4 0 0 0,3 2 0 16,0 0 0-16,-1 0 0 0,3 4 0 16,0 2 0-16,-8 3 0 0,16-1 0 0,-16 1 0 15,23 8 0-15,-10-1 0 0,-2 1 0 16,1 6 0-16,1 0 0 0,-6 0 0 15,2 3 0-15,-3-2 0 0,-2-1 0 16,2 1 0-16,-4-2 0 0,-2 2 0 0,-2-5 0 16,-2 2 0-16,1 0 0 0,-4 0 0 15,-4-2 0-15,0-1 0 0,-9 1 0 0,8-3 0 16,-6-5 0-16,0-1-154 0,4-6-821 16,0-3 26-16,1-8 113 0,5-3-959 0,8-6-1223 15</inkml:trace>
  <inkml:trace contextRef="#ctx0" brushRef="#br0" timeOffset="151800.84">23866 6539 4961 0,'0'-10'32'16,"2"3"54"-16,0 0 26 0,-2 7 11 0,4-6 14 15,-4 6 21-15,0 0 5 0,13-2-1 16,-13 2-3-16,21 10 1 0,-6 4-14 15,-2 0 2-15,-1 3-11 0,0 2-1 0,-3 0-1 16,-1 3 1-16,-2-2 0 0,-5-1 1 16,-1 0 1-16,0 1-4 0,-1 0-6 15,-8-2-6-15,4 1-10 0,-6-2-9 16,-9 4-13-16,4-6-90 0,0-3 0 0,-3-3 0 16,2-4 0-16,4-3 0 0,-3-2 0 15,3-7 0-15,-1-3 0 0,5-9 0 0,-2-16 0 16,6-4 0-16,5 0 0 0,5-1 0 15,1 6 0-15,-1 8 0 0,1 5 0 0,-1 6 0 16,4 3 0-16,-2 5 0 0,0 4 0 16,-7 3 0-16,22 10 0 0,-11 5 0 0,1-1 0 15,3 11 0-15,-1 0 0 0,4 1 0 16,-1 1 0-16,2-3 0 0,0-1 0 0,3-2 0 16,-10-5 0-16,1-2 0 0,-1-6 0 15,-1 1 0-15,2-2 0 0,-2-1 0 16,0-5 0-16,1-1 0 0,1-1 0 15,2-5 0-15,-2-1 0 0,-2-2 0 0,3-6 0 16,-3 0 0-16,7-13 0 0,-5-3 0 16,1 1 0-16,-5-5 0 0,-4 6-324 0,1 5-703 15,-2 5 105-15,-4 7 101 0,-2 4-912 16,-4 3-1167-16</inkml:trace>
  <inkml:trace contextRef="#ctx0" brushRef="#br0" timeOffset="152296.27">24675 7368 5190 0,'-11'-4'168'0,"6"1"48"0,-4-1 45 16,9 4 51-16,0 0 46 0,-9-5 35 15,9 5 3-15,0 0-22 0,0 0-34 0,0 0-157 16,25-16-183-16,-8 12 0 0,6-1 0 15,0-1 0-15,2 1 0 0,0 0 0 16,1 2 0-16,-1-1 0 0,0 3 0 0,-4-1 0 16,-3 2-478-16,4-2-148 0,-7 2-133 15,-4 2-97-15,-1 1 77 0,-5 1-817 16,-3 2-1037-16</inkml:trace>
  <inkml:trace contextRef="#ctx0" brushRef="#br0" timeOffset="152500.57">24641 7524 4283 0,'-14'7'150'15,"0"-2"87"-15,4-2 67 0,3 1 66 16,7-4 67-16,-10 4 70 0,10-4 10 16,0 0 5-16,-9 4-23 0,9-4-134 0,0 0-365 15,0 0 0-15,0 0 0 0,51-8 0 16,-15 3 0-16,4-1 0 0,0 1 0 0,-1-2 0 16,-3 4 0-16,-4-1 0 0,-5 2 0 15,-7 4 0-15,-1-2 0 0,-3 0 0 16,-1 4-347-16,-6-1-402 0,0 1-179 0,-4-1 85 15,-5-3 85-15,6 7-795 0,-6-7-996 0</inkml:trace>
  <inkml:trace contextRef="#ctx0" brushRef="#br0" timeOffset="153216.97">25339 7525 4356 0,'-12'-10'56'0,"8"2"41"0,0-3 44 15,1 1 45-15,-1-2 42 0,2 0 44 16,0 0 26-16,2-2 7 0,0-1-7 0,4 1-13 16,2 0-18-16,1 2-19 0,1 1-20 15,3 4-16-15,7 1-16 0,-2 5-13 16,4 1-11-16,2 5-9 0,9 9-163 16,-3 2 0-16,-1 7 0 0,-2 1 0 0,-4 3 0 15,-4 4 0-15,-3-2 0 0,-5 2 0 16,-2-1 0-16,-3-5 0 0,-2-3 0 0,0-3 0 15,-2-1 0-15,-2-5 0 0,2 1 0 16,0-4 0-16,0-2 0 0,0-1 0 0,0-7 0 16,0 0 0-16,0 0 0 0,0 0 0 15,0 0 0-15,6-36 0 0,4 4 0 16,2-6 0-16,4-8 0 0,5 7 0 16,-4 8 0-16,2 3 0 0,0 4 0 0,-3 7 0 15,-2 3 0-15,0 6 0 0,1 3 0 16,1 3 0-16,0 6 0 0,4 2 0 0,-4 4 0 15,7 9 0-15,-5 2 0 0,0 3 0 16,0 1 0-16,-3 2 0 0,-1-2 0 0,-3-3 0 16,-4-3 0-16,0-2 0 0,-4-2 0 15,3 0 0-15,-2-3 0 0,-3-1 0 0,5-2 0 16,-6-2 0-16,2-2 0 0,-2-5 0 16,0 0-159-16,0 0-766 0,0 0-18 0,0 0 99 15,-4-21-965-15,0-1-1238 0</inkml:trace>
  <inkml:trace contextRef="#ctx0" brushRef="#br0" timeOffset="153450.72">26091 6572 5360 0,'-9'-4'69'16,"-1"6"27"-16,10-2 47 0,-15 13 67 15,7-5 56-15,3 5 42 0,-4 5 13 0,4 2 5 16,1 3-8-16,0 1-2 0,4 0-28 15,4 1-118-15,0 0-170 0,1 7 0 16,5-1 0-16,2 0 0 0,-5-9 0 0,5 5 0 16,-3-4 0-16,-1-5 0 0,-3 2 0 15,0-5 0-15,0 4 0 0,-3 0 0 16,0-1 0-16,-4 1 0 0,-2 0-472 0,3 2-377 16,-4-8-72-16,1-1 96 0,4-3-918 15,4-4-1174-15</inkml:trace>
  <inkml:trace contextRef="#ctx0" brushRef="#br0" timeOffset="153769.13">26350 6913 4521 0,'0'-10'15'0,"-1"2"70"15,-2 1 46-15,3 7 37 0,-2-7 27 0,2 7 47 16,-9-2 42-16,9 2 29 0,-13 12 15 0,3-1 0 16,-2 4-6-16,1 2-14 15,-3 9-13-15,9-2-20 0,-1-2-16 0,3-1-137 16,3-1-122-16,3 1 0 0,3-3 0 15,-1 3 0-15,6-4 0 0,2-2 0 0,0-2 0 16,0-5 0-16,0-1 0 0,3-2 0 16,-1-5 0-16,2-1 0 0,0-3 0 0,2-3 0 15,1-1 0-15,-5-5 0 0,-3-2 0 16,4-8 0-16,-7 1 0 0,-3-1 0 0,0-9 0 16,-6 2 0-16,0 4 0 0,-1 2 0 15,-1 3 0-15,-1 6 0 0,-3 0 0 16,1 3 0-16,-4 1 0 0,-3 5 0 15,1 4 0-15,-2 2-220 0,-3 3-361 0,1 2-145 16,-1 2-170-16,5 0 92 0,4 0 82 16,0-2-721-16,6 1-892 0</inkml:trace>
  <inkml:trace contextRef="#ctx0" brushRef="#br0" timeOffset="154511.4">26710 6967 4273 0,'0'0'79'0,"0"0"43"15,0 0 39-15,0 0 37 0,0 0 21 16,0 0 10-16,0 0-5 0,0 0-6 16,-25 4-10-16,17 5-15 0,5 1-17 0,-1 3-20 15,0 2-14-15,2-3-13 0,2 1-8 16,0 0-12-16,4-3-12 0,0 2-7 16,1-4-5-16,6-3-12 0,0 1-4 0,0-2-10 15,1-4 0-15,1-2-7 0,2-2 0 16,-2-5 2-16,3 1-1 0,-3-4-1 0,0-2-2 15,-1-3-3-15,-1-11-5 16,0 1-3-16,-3 1-3 0,-2 8-5 0,-2-1-2 16,-3 2 1-16,1 3-2 0,0 1-5 0,0 5-7 15,-2 0-6-15,0 1-2 0,0 7 2 0,-4-5-6 16,4 5-3-16,0 0 0 16,0 0 1-16,0 0-1 0,0 0 2 0,-14 14 2 15,12-9-3-15,2-5 3 0,-2 6 1 16,2-6 4-16,0 7-10 0,0-7 0 0,0 0 0 15,-3 9 0-15,3-9 0 0,0 0 0 16,-4 5 0-16,4-5 0 0,0 0 0 0,0 0 0 16,-2 7 0-16,2-7 0 0,0 0 0 15,0 0 0-15,0 0 0 0,0 0 0 0,0 0 0 16,0 0 0-16,0 0 0 0,-5 5 0 16,5-5 0-16,0 0 0 0,0 0 0 0,0 0 0 15,0 0 0-15,0 0 0 0,0 0 0 16,0 0 0-16,0 0 0 0,0 0 0 15,0 0 0-15,0 0 0 0,0 0 0 16,0 0 0-16,0 0 0 0,0 0 0 0,0 0 0 16,-13-14 0-16,13 14 0 0,0 0 0 15,0 0 0-15,0 0 0 0,-4-6 0 16,4 6 0-16,0 0 0 0,0 0 0 0,0 0 0 16,-6-10 0-16,6 10 0 0,0 0 0 15,-4-6 0-15,4 6 0 0,0 0 0 0,0 0 0 16,-4-7 0-16,4 7 0 0,0 0 0 15,0 0 0-15,0 0 0 0,0 0 0 0,0 0 0 16,-3-7 0-16,3 7 0 16,0 0 0-16,0 0 0 0,0 0 0 0,0 0 0 15,0 0 0-15,-13-3 0 0,13 3 0 16,0 0 0-16,-18 0 0 0,18 0 0 0,0 0 0 16,-17-2 0-16,17 2 0 0,-10 0 0 15,10 0 0-15,-11-2 0 0,11 2 0 0,0 0 0 16,-17 2 0-16,17-2 0 0,-13 0 0 15,13 0 0-15,-10 4-266 0,10-4-556 0,0 0-113 16,0 0 79-16,0 0-951 16,0 0-1234-16</inkml:trace>
  <inkml:trace contextRef="#ctx0" brushRef="#br0" timeOffset="154899.27">26868 7025 4699 0,'0'0'-38'0,"0"-7"81"0,0 7 59 16,0 0 51-16,0-12 46 0,0 12 51 15,0 0 16-15,1-10 1 0,-1 10-15 0,0 0-16 16,0 0-15-16,0 0 7 0,0 0 16 16,0 0 0-16,0 0-10 0,20 25-5 0,-15-5-1 15,-1 3-94-15,1 1-134 16,0 12 0-16,-1 0 0 0,0 2 0 0,-1-2 0 15,1 2 0-15,0-2 0 0,-1-9 0 16,0-1 0-16,3-4 0 0,-4-1 0 0,0-4 0 16,-2-3 0-16,1-1 0 0,-1-1 0 15,2-4 0-15,-2 2 0 0,2-2 0 0,-2-8 0 16,-5 10 0-16,5-10 0 0,-13 2 0 16,13-2 0-16,-24-5 0 0,9 0 0 0,0-2 0 15,-4-2 0-15,-1 2 0 0,5 0 0 16,0 2 0-16,2 2 0 0,0-1 0 0,-1 3 0 15,5-1 0-15,-3 2 0 0,12 0-51 16,-17-2-777-16,17 2-138 0,-7-1 101 16,7 1-999-16,0 0-1289 0</inkml:trace>
  <inkml:trace contextRef="#ctx0" brushRef="#br0" timeOffset="155216.31">27316 7306 5520 0,'2'-12'92'0,"-1"0"17"15,3 2 23-15,0 3 33 0,-1-2 18 16,4 4 6-16,-1 0-10 0,1-1-21 16,-7 6-12-16,14-2-17 0,-14 2-7 15,15 0-6-15,-15 0 0 0,11 11 3 0,-8-2 7 16,0 3 4-16,-3 1 15 0,-3 1 11 15,3 3 3-15,-2 1-159 0,1-3 0 0,1 1 0 16,0-3 0-16,1 1 0 0,4 0 0 16,1-3 0-16,5 0 0 0,0-2 0 0,6-4 0 15,1-2 0-15,6 0 0 0,-3-3 0 16,8 2 0-16,-4-4 0 0,0 2-491 0,-5 0-282 16,-1 0-138-16,-2 0 74 15,-5 0-924-15,-3 0-1193 0</inkml:trace>
  <inkml:trace contextRef="#ctx0" brushRef="#br0" timeOffset="156397.96">27906 6650 4603 0,'-15'-6'-129'15,"1"1"52"-15,1 0 56 0,1 0 51 0,1-1 47 16,-2 3 44-16,3 0 35 0,1-1 20 16,0 1 1-16,9 3-2 0,-14-6-9 0,14 6-9 15,-9-4-8-15,9 4-2 0,0 0 5 16,-10-4 8-16,10 4-3 0,0 0-6 16,-10-3-8-16,10 3-4 0,0 0-1 15,0 0-7-15,0 0-8 0,31-4-10 16,-15 3-12-16,-4-1-9 0,10 2-11 0,-3 0-10 15,-2 2-5-15,0 1-7 0,0 2-5 16,-1 2 5-16,-2 5 7 0,-2 2 14 0,-2 4 18 16,-3 3-48-16,0 11-50 0,-3-2 0 15,-1 4 0-15,-1 3 0 0,0-7 0 0,-2 7 0 16,1-7 0-16,-1 6 0 0,4 0 0 16,-2-7 0-16,0-3 0 0,0-2 0 0,-1-1 0 15,1 0 0-15,2-6 0 0,-2 0 0 16,-2-3 0-16,4-1 0 0,-2-2-470 0,4-3-98 15,-4 0-117-15,1-3-179 16,-3-5 67-16,11 0 88 0,-11 0-685 0,20-13-846 16</inkml:trace>
  <inkml:trace contextRef="#ctx0" brushRef="#br0" timeOffset="157220.29">24724 9187 3746 0,'-27'0'192'0,"4"2"54"0,6-4 23 15,1 0 31-15,5 0 16 0,11 2 30 16,-16-1 19-16,16 1-3 0,-5-4-14 0,5 4-21 16,0 0-32-16,27-18-32 0,3 9-27 15,10 0-28-15,14-2-23 0,3 2-46 0,2 2-91 16,2 0-48-16,-7-1-29 0,7 4-186 16,-13 1-130-16,-6 2-143 0,-12-2-156 0,-5 3-204 15,-5 4 59-15,-5 1 93 16,-7 0-711-16,-6 0-859 0</inkml:trace>
  <inkml:trace contextRef="#ctx0" brushRef="#br0" timeOffset="157464.75">24727 9579 4452 0,'-5'8'348'0,"-1"-3"14"0,1-2 26 0,5-3 25 15,0 0 21-15,0 0-14 0,0 0-22 16,0 0-31-16,0 0-40 0,41-14-45 0,-7 1-282 15,2 1 0-15,14-4 0 0,-1-2 0 16,-8 7 0-16,-7-1 0 0,-3 2 0 0,-9 1 0 16,-7 5 0-16,-2 0 0 0,-1 2 0 15,-4 0 0-15,-8 2 0 0,0 0-98 16,0 0-412-16,0 0-123 0,0 0-181 16,0 0-19-16,-9 17 86 0,-2-12-803 0,6 2-992 15</inkml:trace>
  <inkml:trace contextRef="#ctx0" brushRef="#br0" timeOffset="158430.82">25985 9266 4221 0,'-6'3'-4'0,"6"-3"57"0,-8 3 34 0,8-3 49 15,0 0 43-15,0 0 33 0,0 0 22 16,-19-1 8-16,19 1 3 0,0 0 8 0,-12-5-8 15,12 5-4-15,-4-6-10 0,1-2-5 16,3 8-12-16,-4-14-12 0,6 6-18 0,0-4-16 16,0 0-14-16,3-4-10 0,5-3-29 15,0 4-12-15,-1-2-8 0,3 2-84 16,1 1-11-16,0 5 0 0,1 2 0 16,0 2 0-16,2 2 0 0,1 6 0 0,-2 2 0 15,5 6 0-15,4 9 0 0,-1 6 0 16,-6 3 0-16,2 1 0 0,-2 3 0 0,-4 2 0 15,-2 1 0-15,-4 0 0 0,-2 0 0 16,-1-2 0-16,0-7 0 0,-4-4 0 0,0-4 0 16,0-3 0-16,0-3 0 0,0-1 0 15,0-2 0-15,0-1 0 0,0-1 0 0,0-8 0 16,0 0 0-16,0 0 0 0,0 0 0 16,0 0 0-16,0 0 0 0,-4-38 0 0,12 6 0 15,2-8 0-15,4-6 0 16,4 3 0-16,1 2 0 0,0 9 0 0,0 4 0 15,0 3 0-15,-2 4 0 0,-4 5 0 16,3 6 0-16,-3 3 0 0,-1 5 0 0,-1 2 0 16,2 6 0-16,3 4 0 0,-2 5 0 15,2 6 0-15,-1 8 0 0,-3 1 0 0,-3 4 0 16,0 2 0-16,0 0 0 0,-6 2 0 16,5-1 0-16,-3 1 0 0,1-2 0 0,-2-7 0 15,-3-5 0-15,4-2 0 0,-1-2 0 16,-2-6 0-16,1-2 0 0,1 1 0 15,-2-3 0-15,0 0 0 0,0-3 0 0,-1 0 0 16,-1-2 0-16,0-5 0 0,2 7 0 16,-2-7 0-16,0 0 0 0,0 0-60 15,0 0-752-15,0 0-141 0,0 0 91 0,0 0 87 16,-5-29-833-16,3 17-1049 0</inkml:trace>
  <inkml:trace contextRef="#ctx0" brushRef="#br0" timeOffset="159355.63">26801 8797 4014 0,'0'0'-224'0,"-5"4"60"0,5-4 42 0,0 0 47 15,0 0 44-15,-6 3 46 0,6-3 38 16,0 0 46-16,0 0 26 0,0 0 20 15,0 0 14-15,0 0 15 0,0 0 16 0,0 0 16 16,0 0 4-16,-18-7-3 0,18 7 2 16,0 0-3-16,0 0 0 0,-9-5-9 0,9 5-8 15,0 0-11-15,-5-6-7 16,5 6-18-16,0 0-8 0,-8-9-13 0,8 9-13 16,-4-7-10-16,2 4-7 0,2 3-8 15,-6-9-10-15,6 9-5 0,-5-7-8 0,5 7-10 16,-4-6-1-16,4 6-11 0,-4-6-4 15,4 6-7-15,0 0-1 0,-1-7-2 0,1 7-6 16,0 0-2-16,0 0 1 0,-6-5 5 16,6 5 9-16,0 0 11 0,0 0 8 0,0 0 0 15,2-8-9-15,-2 8-5 0,5-7-39 16,-5 7-8-16,8-9 0 0,-5 6 0 16,5-1 0-16,-8 4 0 0,16-6 0 15,-7 3 0-15,3 1 0 0,1 0 0 0,0 0 0 16,2 2 0-16,5 0 0 0,-2 4 0 15,5 3 0-15,-1-1 0 0,-4 4 0 0,5 6 0 16,-5 2 0-16,-7-3 0 0,-6 0 0 16,-1 6 0-16,-4-1 0 0,-5 12 0 0,-7 1 0 15,-1 0 0-15,-4-1 0 16,-1 1 0-16,4-6 0 0,-2 1 0 0,5-6 0 0,2-5 0 16,4-3 0-16,-1-2 0 15,6 0 0-15,-1-2 0 0,2 1 0 0,5-3 0 16,2 0 0-16,3 0 0 0,4-1 0 15,3-4 0-15,-1 1 0 0,4-3 0 0,-2-1 0 16,-1-3 0-16,4 1 0 0,-3 2 0 16,-4 0 0-16,1-3 0 0,-2 3 0 0,-3-2 0 15,-11 2 0-15,18-2 0 0,-18 2 0 16,12 0 0-16,-12 0 0 0,9 0 0 0,-9 0 0 16,0 0 0-16,11 4 0 0,-11-4 0 15,0 0 0-15,2 7-428 0,-2-7-534 16,0 0 58-16,0 0 94 0,0 0-920 0,0 0-1163 15</inkml:trace>
  <inkml:trace contextRef="#ctx0" brushRef="#br0" timeOffset="159633.57">27411 8977 5244 0,'-8'-6'210'0,"5"2"34"16,3 4 46-16,0 0 40 0,-9-10 31 16,9 10 21-16,0-10-9 0,0 10-20 0,0-10-38 15,2 5-226-15,-2 5-89 16,5-10 0-16,-5 10 0 0,2-6 0 0,-2 6 0 16,2-6 0-16,-2 6 0 0,1-8 0 15,-1 8 0-15,0 0 0 0,0 0 0 0,0 0 0 16,0 0 0-16,0 0 0 0,0 0 0 15,0 0-656-15,-15 16-268 0,9-12 38 0,4 4 91 16,-1-3-882-16,3-5-1112 0</inkml:trace>
  <inkml:trace contextRef="#ctx0" brushRef="#br0" timeOffset="160096.19">27793 8712 4627 0,'7'-17'-17'0,"-2"3"15"0,5-2 9 16,-1 5 10-16,7-3 20 0,-4 0 23 0,6 2 8 15,-3 2-3-15,-1 3-7 0,-1 0-4 16,-1 4-2-16,-3 1 1 0,-9 2 6 16,11 7 13-16,-6 3 7 0,-5 2 8 0,-3 7 7 15,-8 10 7-15,-4 4 4 0,-3-1 7 16,1 10 4-16,-4-3 9 0,6-5-1 0,2-1-3 15,4-2-2-15,-2 0 4 16,10-5-8-16,1-8-3 0,0-2-12 0,5-1-7 16,2-3-5-16,4 0-8 0,3-5-9 0,4-2-24 15,0-3-15-15,0-4-19 0,1-2 7 16,2-1-11-16,-6-1 0 0,0-1 21 16,-3-2 15-16,-3-1 23 0,-3 0 14 0,-6-2 18 15,-6-4 21-15,-5 1 11 0,-12-9 3 16,-11-2-2-16,-4 0-93 0,-2 2-40 0,-2 2 0 15,8 5 0-15,0 1 0 0,3 1 0 16,4 0 0-16,8 3 0 0,2 3 0 0,5-1 0 16,5 1 0-16,1-1 0 15,6 1 0-15,0 0 0 0,8 0 0 0,1 0 0 0,5 0 0 16,1 4 0-16,6 0-102 16,2 3-495-16,4 2-171 0,1 2-130 0,9 3 96 15,0 3-907-15,-1 0-1142 0</inkml:trace>
  <inkml:trace contextRef="#ctx0" brushRef="#br0" timeOffset="160278.9">28190 8602 5055 0,'-2'-12'103'0,"2"4"39"0,0 8 37 0,2-11 43 16,-2 11 23-16,1-5 20 0,-1 5 23 15,0 0 5-15,16 26-19 0,-7-7-28 0,2 13-22 16,0 6-18-16,-4 3-20 15,0 11-31-15,5 3-55 0,-4 5-92 0,-3-2-123 16,3 2-195-16,-2-2-224 0,2-1-264 16,-3-3-69-16,-1 0 87 0,5-3-848 0,-4-10-1067 15</inkml:trace>
  <inkml:trace contextRef="#ctx0" brushRef="#br0" timeOffset="162150.87">28308 9845 3867 0,'0'0'113'16,"0"0"-56"-16,0 0-31 0,0 0-17 16,0 0 39-16,0 0 16 0,40-17 9 15,-7 8-15-15,7 1-3 0,-1 0-9 16,8 0-4-16,-2 3-6 0,-4 0-9 0,4 2-25 15,-13 3-46-15,-5-2-58 0,-7 4-81 16,0 1-95-16,-5 1-111 0,-6-1-212 0,-1 2 63 16,-6 1 58-16,-2 1-169 0,0-7-146 15</inkml:trace>
  <inkml:trace contextRef="#ctx0" brushRef="#br0" timeOffset="162340.19">28480 10074 2040 0,'-9'5'147'0,"6"-2"-3"0,3-3 13 16,-8 5 35-16,8-5 18 0,0 0 7 16,0 0 13-16,0 0-14 0,33 2-23 0,-10-1-20 15,5-1-17-15,16 2-14 0,2 0-18 16,1 0-40-16,3-1-52 0,-3-1-70 0,-3 4-91 16,-4 0-84-16,-8-1-107 0,-7 0-120 15,-7-1-133-15,-5 2 54 0,-6-2-238 0,-1 2-247 16</inkml:trace>
  <inkml:trace contextRef="#ctx0" brushRef="#br0" timeOffset="163302.57">29664 9772 2331 0,'-4'-16'135'15,"-1"3"31"-15,1 1 26 0,0-1 16 0,3 2 28 16,-1-2 18-16,2 5 8 0,0-2 3 16,-3 1-22-16,3 2-32 0,5 0-20 0,-5 7-19 15,7-3-7-15,-7 3-10 0,0 0-14 16,29 15-9-16,-15-1-17 0,0 1-9 16,5 6 5-16,0 1-16 0,-1 1-2 15,-5-3-3-15,-4-5-2 0,-4 1 3 0,2-1 11 16,-3-1 16-16,-3 0 13 0,-1-2 8 15,-1 0 9-15,-1-2 3 0,-2 1 5 16,-1-4 18-16,2-1 17 0,3-6-7 0,-4 5-17 16,4-5-17-16,0 0-18 0,0 0-132 15,4-34 0-15,10 5 0 0,4 0 0 0,9-7 0 16,-4 8 0-16,4 4 0 0,0 2 0 16,-1 3 0-16,0 5 0 0,-5 8 0 0,3 2 0 15,-6 4 0-15,1 4 0 16,3 2 0-16,4 8 0 0,-2 1 0 0,-2 5 0 15,-7-6 0-15,-2 2 0 0,-2 2 0 16,1-2 0-16,-4 1 0 0,-3-3 0 0,1 2 0 16,-1-2-172-16,-4-2-275 0,3-2-98 15,-4-2-115-15,0-1-177 0,2-1 37 0,-2-6 89 16,0 0-656-16,0 0-821 0</inkml:trace>
  <inkml:trace contextRef="#ctx0" brushRef="#br0" timeOffset="163577.03">30358 9304 3807 0,'0'-28'-19'0,"-2"12"67"0,2-1 39 16,0 4 43-16,0 2 41 16,0 3 16-16,2 0-4 0,2-1-15 0,3 2-16 0,4 2-7 15,3 5-16-15,-14 0-8 16,36 12-7-16,-9 5-6 0,-4 5 2 0,-3 8 1 16,-4 2 4-16,-7 6 5 0,-2 3 14 15,-7-2 30-15,0 1 14 0,-1-4 13 0,-1-9 3 16,0-4-4-16,2-5-3 0,0-3 10 15,4 1 19-15,2-2 1 0,5-4-18 0,4-3-62 16,8-2-137-16,6-1 0 0,1-6 0 16,10-2 0-16,2-1 0 0,0-2 0 15,-4-4 0-15,2 0-300 0,-4-2-165 0,1 0-112 16,-5-2-136-16,-2-2-155 0,-7 6 88 16,-6 0-746-16,-1-2-972 0</inkml:trace>
  <inkml:trace contextRef="#ctx0" brushRef="#br0" timeOffset="164476.29">28641 8878 4141 0,'0'0'-77'0,"-11"-7"39"0,8 5 18 0,3 2 36 16,-11-4 55-16,11 4 41 15,-7-4 21-15,7 4 7 0,-4-7-4 0,4 7-8 0,-1-7-15 16,1 7-10-16,11-10-10 15,-2 5-9-15,7-2-12 0,-2 2-8 0,4 0-5 16,-1 1-7-16,2 1-6 0,-2-1-6 16,-4 3-5-16,1 1-4 0,-5 0-4 0,-9 0-3 15,13 3-4-15,-13-3 0 0,0 9-1 16,0-9 0-16,-24 16-2 0,5-7-1 0,-13 5-3 16,-2-2 2-16,-3 0-4 0,2 2 5 15,11-6 5-15,7-1 8 0,2-1 7 16,-1-1 14-16,7-2 20 0,-1-2 26 15,10-1 0-15,0 0-5 0,0 0-15 0,0 0-2 16,0 0-8-16,28-11-6 0,5 2-4 16,4-1-10-16,1 3-10 0,1-3 2 15,-1 3-26-15,-3 0-17 0,-4 2-22 0,-13 2-25 16,2 1-29-16,-7 0-30 0,-1 0-23 16,-12 2-37-16,11 2-72 0,-11-2-81 0,0 0-94 15,0 0-120-15,0 0-171 0,-21 14 73 16,13-12-471-16,8-2-577 0</inkml:trace>
  <inkml:trace contextRef="#ctx0" brushRef="#br0" timeOffset="164755.67">29447 8508 3258 0,'-7'-5'17'0,"-3"3"12"16,10 2 38-16,-26 3 49 0,2 4 29 16,-4 7 24-16,-1 3 6 0,2 2 5 0,2 3-3 15,9 1-1-15,2 2-8 0,5-4 3 16,7-2-5-16,2 0-11 0,4-2-8 0,3 2-15 16,3 0-7-16,7 3-18 0,2-1-9 15,2-3-35-15,2 0-42 0,-2-5-59 16,-4-3-92-16,0 1-113 0,-1-3-104 15,-5-3-111-15,0 0-167 0,1-1-23 0,-7-1 71 16,3-1-374-16,-8-2-430 0</inkml:trace>
  <inkml:trace contextRef="#ctx0" brushRef="#br0" timeOffset="164959.91">29332 8746 2871 0,'0'0'114'0,"-13"0"28"16,13 0 22-16,0 0 39 0,-9-1 23 0,9 1 1 16,0 0-18-16,0 0-21 0,0 0-19 15,0 0-22-15,0 0-43 0,31-9-69 0,-18 5-115 16,6 4-171-16,-1-1-226 0,4-1-164 16,-6 2 69-16,-2 0-373 0,-14 0-424 0</inkml:trace>
  <inkml:trace contextRef="#ctx0" brushRef="#br0" timeOffset="166425.11">25291 10787 1709 0,'3'-9'130'0,"1"2"-34"0,1 0-33 0,-2 1 11 15,1 1 29-15,-2-2 18 0,2 2 17 16,-2-3 11-16,-1 1 22 0,-1 7 1 0,0 0-15 16,-7-9-3-16,7 9 15 0,-29 7 19 15,-3 10 5-15,-11 8 3 0,-5 9 1 0,-1 6-5 16,4 3-6-16,4 3-5 0,2-3-5 16,8 0-7-16,9 0 3 0,8-10-6 0,9 1 5 15,5-7 8-15,5-5-1 0,13 5-8 16,7 0-12-16,4-7-11 0,18 0-20 15,4-2-9-15,4-5-42 0,0-4-61 16,1-2-74-16,-8-4-113 0,-1-1-157 16,-1-4-152-16,-3-1-174 0,-5-2-93 0,-9-2 80 15,-11 0-573-15,-6-3-703 0</inkml:trace>
  <inkml:trace contextRef="#ctx0" brushRef="#br0" timeOffset="167024.84">25592 10996 3571 0,'2'-5'-57'0,"0"0"5"0,-2 5 8 0,3-6 33 16,-3 6 45-16,0 0 28 0,16 9 30 16,-9-1 14-16,6 6 5 0,-1 4-4 15,-1 0-2-15,1 6-4 0,1 5 1 0,-7-4 10 16,-2-3-1-16,-4-3 1 0,-4 3-1 16,-3 2-2-16,-1-3 2 0,-2-3-3 15,1-1-1-15,-2-1 0 0,-1-4 2 0,2-4-5 16,-1-2-6-16,3-5-11 0,8-1-4 15,-15-7-11-15,10-1-10 0,-2-8-6 16,3 0-10-16,4-11-3 0,0 4-6 0,0-1-4 16,2 0-4-16,-2 6-5 0,5 6-6 15,-3 1-9-15,0 4 0 0,1 1 0 16,-3 6-3-16,0 0 5 0,0 0-1 16,21 9-5-16,-11 1-1 0,1 2 1 0,3 2 7 0,4 7-8 15,4-2 3-15,2-1 1 16,0 0 0-16,1-5-2 0,6 1 1 0,-8-6 4 15,0-3-3-15,-3-2-8 0,3 0-18 16,2-7-16-16,11-4-19 0,-1-4-15 0,-1-4-10 16,-4-4-4-16,4-7-7 0,2-4 3 15,-8-4 8-15,-4 1 0 0,-4 3 0 0,-7-1 6 16,0 0 7-16,-1 2 8 0,-5 7 7 16,-2 5 6-16,-4 6 9 0,-2 1 0 0,-1 4 14 15,-7-1 10-15,4 5 8 0,-4 1 9 16,9 2 6-16,-20 5 5 0,11 0 6 0,0 3 4 15,-1 3 6-15,6 1 4 0,2 0 7 16,2 1 11-16,4 5 8 0,1 1 3 16,9 10 6-16,3 0-4 0,0 0 2 15,0 3-3-15,0-1 2 0,3-1 1 0,-4 0 5 16,-2-4 0-16,-3 0 3 0,1-4 0 16,-9-3 0-16,2-4-4 0,-1-1 1 15,-6-2-2-15,2 0-1 0,-7 0-12 0,0 1 1 16,-2-4-14-16,-2 0-31 0,-3-3-40 15,-1 0-59-15,-3 0-79 0,4-4-118 0,-2-2-141 16,1-4-169-16,-1-3-170 0,3-7 66 16,3-2-587-16,8-2-741 0</inkml:trace>
  <inkml:trace contextRef="#ctx0" brushRef="#br0" timeOffset="167390.82">26681 11022 3337 0,'8'-2'4'16,"-8"2"14"-16,11 0-1 15,-11 0 2-15,0 0 34 0,0 0 64 0,13 0 31 16,-13 0 19-16,0 0-1 0,12 4-6 16,-12-4-9-16,11 5-11 0,-11-5-6 0,14 4-8 15,-3 0-12-15,-1 0-8 0,4-3-16 16,-2 1-3-16,6-2-11 0,-3-2-5 16,2-1-8-16,0-1-4 0,-1-1-4 0,-3-1-4 15,-1-3-6-15,-3-2-6 0,-4 0-3 16,1-3-6-16,-4 2-1 0,-4 0-5 15,-5 0-4-15,-5 1-3 0,-1 5-3 16,-8 3 1-16,0 3-2 0,-13 5 3 0,-2 4 7 16,-1 7 10-16,6 1 15 0,-1 12 16 15,10-4 12-15,2 2 17 0,8 2 15 0,3-4 6 16,6-4 4-16,3 0 13 0,1 1 1 16,10 7-3-16,1-1-14 0,8-5-9 0,2 0-13 15,5-2-9-15,3-6-13 0,4 0-37 16,-1-3-56-16,1-3-72 0,-1 1-102 0,-2-6-149 15,-5-2-163-15,0-2-195 0,1-2-92 16,2 0 86-16,9-1-661 0,-6-1-823 0</inkml:trace>
  <inkml:trace contextRef="#ctx0" brushRef="#br0" timeOffset="167566.94">27483 11299 4042 0,'-36'5'106'0,"36"-5"13"16,-19-1 22-16,19 1 69 0,-17-4 90 15,17 4 59-15,-13-1 6 0,13 1-18 0,0 0-32 16,-8-5-32-16,8 5-31 0,0 0-25 16,21-9-26-16,-4 1-57 0,6 4-68 0,9-4-105 15,5-1-137-15,-3 2-171 0,2 0-195 16,-2-1-226-16,0-1-49 0,-9 2 86 16,-1 0-686-16,-8 2-859 0</inkml:trace>
  <inkml:trace contextRef="#ctx0" brushRef="#br0" timeOffset="167975.29">27971 11056 3681 0,'-4'-14'26'15,"0"11"67"-15,4 3 18 0,-2-8 50 0,2 8 62 16,0 0 48-16,-3-11 40 0,3 11 0 16,2-6-29-16,-2 6-22 0,0 0-18 0,7-11-29 15,-7 11-25-15,9-2-17 16,-9 2-18-16,0 0-6 0,23 19-9 0,-13-2-9 15,-2 2-5-15,-1 10-10 0,2 2-11 16,0 1-7-16,-5 1-9 0,1 1-7 0,1-1-8 16,-3-6-8-16,3-4-3 0,-2-1-8 15,0-1-2-15,0-6-5 0,0-3-3 0,-3 0 4 16,-1-1-8-16,2-3-39 0,0 0 0 16,-2-8 0-16,-4 12 0 0,3-5 0 0,-10 0 0 15,-3 2 0-15,-6-1 0 0,4-1 0 16,0 2 0-16,3-3 0 0,-1 1 0 0,5-1 0 15,0-3 0-15,3 2 0 0,-2-1 0 16,8-4 0-16,-6 7 0 0,6-7 0 16,0 0 0-16,16 10 0 0,-5-9 0 15,5-1 0-15,-2 0 0 0,6-1 0 0,0 1 0 16,1-2 0-16,1 0 0 0,-6 1 0 16,4-1-229-16,-6 0-545 0,0 2-183 15,-3 0 90-15,-11 0 93 0,14 4-787 0,-14-4-1004 16</inkml:trace>
  <inkml:trace contextRef="#ctx0" brushRef="#br0" timeOffset="168257.34">25864 12046 4669 0,'-68'-6'98'0,"13"5"-8"0,8 1-10 0,4 1-5 16,1-1 25-16,18 0 64 0,6 0 55 15,9-1-2-15,9 1-14 0,0 0-21 0,86-6-15 16,3 5-20-16,55-1-15 0,24-3-26 16,75-3-25-16,10 5-26 0,11-3-23 15,5-1-36-15,12 2-36 0,-12 1-28 0,-12-1-22 16,-74 1-16-16,-17 1-7 0,-22-4-4 16,-22-1 11-16,-39 3 14 0,-19-2 11 15,-18 1 6-15,-11 0 7 0,-17-1 6 0,-6-1 2 16,-10 5-30-16,-8-4-92 0,6 7-127 15,-28-9-187-15,5 3-213 0,-17-2 77 0,-3 1 66 16,-2 1-370-16,-1 5-415 0</inkml:trace>
  <inkml:trace contextRef="#ctx0" brushRef="#br0" timeOffset="168756.37">22906 13261 2955 0,'0'-10'212'15,"0"3"-30"-15,0 7-18 0,-1-4-9 16,1 4 25-16,0 0 41 0,-2 33 28 0,-5 3 17 16,5 8 1-16,-1 11 8 0,-1 3-9 15,-2 3-5-15,1 2-9 0,-2-1-19 0,0 4-17 16,0-4-18-16,-1-2-20 0,5-3-20 16,-3-4-15-16,1-12-17 0,0 1-13 15,1-15-39-15,0-5-61 0,1 1-61 0,1-5-69 16,2-5-87-16,0-5-158 0,-2-5-180 15,2-3-208-15,0 0-29 0,0 0 88 16,15-36-623-16,-10 4-772 0</inkml:trace>
  <inkml:trace contextRef="#ctx0" brushRef="#br0" timeOffset="168922.98">22544 13391 3965 0,'-30'-14'132'0,"1"-1"25"0,8 5 46 0,4 1 59 16,5 2 0-16,5 1-18 0,5-3-16 15,6-1-24-15,11-3-26 0,12-2-12 0,13 3-17 16,10 2-22-16,13 0-21 0,5 5-68 16,8 3-78-16,0 4-138 0,0 2-188 0,-1-1-241 15,-9 2-156-15,-3-2 84 16,-17 4-609-16,-8 2-748 0</inkml:trace>
  <inkml:trace contextRef="#ctx0" brushRef="#br0" timeOffset="169190.96">23378 13074 4033 0,'-3'-3'237'0,"-5"0"-31"0,8 3-17 16,-19 16-1-16,1 5 19 0,-6 8 40 15,-1 10 12-15,0 6-4 0,4 6-18 16,5 3-17-16,2-1-18 0,4 1-18 0,7-9-21 15,5 0-15-15,-1-4-13 0,7 0-14 16,0-3-16-16,3-4-30 0,0-1-48 0,3-3-70 16,-3-2-84-16,3-8-114 0,-5-2-143 15,2-3-138-15,0-4-132 0,-2-1-134 0,-4-3 80 16,3-2-643-16,-3-2-805 0</inkml:trace>
  <inkml:trace contextRef="#ctx0" brushRef="#br0" timeOffset="169508.33">23464 13645 3556 0,'6'-12'49'0,"-2"2"57"0,-3 3 7 16,-1 2 4-16,0 5 28 0,2-8 33 0,-2 8 22 16,4-3 2-16,-4 3-7 0,0 0-12 15,0 0-5-15,0 0-1 0,0 0-14 16,0 0-14-16,0 0-12 0,18 13-15 0,-18-13-6 16,3 6-14-16,-3-6-7 0,8 9-13 15,-8-9-3-15,1 7-3 0,-1-7-2 0,5 5-10 16,-5-5 24-16,0 0 10 0,0 0 18 15,0 0-6-15,0 0-13 0,17-14-8 16,-12 2-10-16,5 0-9 0,0 2 6 16,-5 0-14-16,3 4-12 0,0-1-4 0,-1 4-5 0,-7 3 2 15,19 2 7-15,-19-2-5 16,23 10-5-16,-9-3-1 0,-3 2-6 0,5 0-2 16,-4 4-3-16,3-1-7 0,3-2-31 15,-7-1-49-15,1-1-52 0,-1 0-71 0,-4-2-91 16,4-1-107-16,-4 0-121 0,-2-1-161 15,-5-4-159-15,0 0 90 0,0 0-725 16,20-15-904-16</inkml:trace>
  <inkml:trace contextRef="#ctx0" brushRef="#br0" timeOffset="169704.48">23931 13096 4185 0,'0'0'63'0,"0"-6"-8"15,0 6 43-15,0 0 57 0,0 0 39 16,0 0 41-16,9 28 32 0,-1-11-7 0,2 10-13 15,3 11-21-15,2 6-22 0,4 9-16 16,-2 5-18-16,6 1-23 0,1 2-11 0,0 1-11 16,-1 1-17-16,-6-6-30 0,2 1-43 15,-7-1-46-15,-3-7-57 0,-5-7-76 0,-6-4-95 16,-4-3-130-16,1-10-137 0,-6-12-176 16,8-3-73-16,-3-7 83 0,6-4-597 15,0 0-728-15</inkml:trace>
  <inkml:trace contextRef="#ctx0" brushRef="#br0" timeOffset="169879.42">24503 13334 4076 0,'0'0'357'0,"0"0"-12"15,0 0 18-15,0 0 33 0,3-6 13 16,-3 6-18-16,0 0-32 0,8-3-40 0,-8 3-32 16,23-6-30-16,-7 5-59 0,9-5-71 15,0 3-88-15,2-1-126 0,0 1-116 0,-1 1-112 16,1 4-118-16,-2 1-117 0,-2 1-162 15,-9 1-93-15,-2 4 92 0,-4 1-683 0,-10 4-849 16</inkml:trace>
  <inkml:trace contextRef="#ctx0" brushRef="#br0" timeOffset="170039.79">24588 13641 4160 0,'-13'12'118'0,"0"-1"53"16,3-1 65-16,2-4 79 0,3 0 54 0,1-1 49 15,4-5 15-15,-6 9-4 0,6-9-31 16,0 0-27-16,0 0-44 0,23 2-44 0,2-7-120 15,11-8-163-15,1 3 0 0,2-3 0 16,-1-1-13-16,-2 0-340 0,-2 2-164 16,-9 4-170-16,-3-2-198 0,-8 7 73 15,2-3 84-15,-3 2-699 0,-6 3-878 0</inkml:trace>
  <inkml:trace contextRef="#ctx0" brushRef="#br0" timeOffset="170824.26">26009 12915 4097 0,'-17'5'-58'0,"-3"5"41"16,-16 21 68-16,-5 13 52 0,-16 19 56 0,-1 10 44 15,3 9 35-15,0 6 34 0,6 1 16 16,9 0 5-16,6-2-20 0,9-2-11 16,11-17-15-16,10-2-14 0,6-3-17 0,10-3-15 15,6-7-20-15,7-2-16 0,8-9-14 16,3-6-13-16,4-6-16 0,2-8-14 16,-4-9-32-16,2-10-34 0,4-5-33 15,5-10-43-15,3-8-24 0,-2-9-47 0,-2-7-14 16,-5-4-9-16,-1-6 8 0,-8-7 6 15,0-19 11-15,-13 7 9 0,-8-6 9 0,-5-3 7 16,-8-1 12-16,-8-2 5 0,-3 3 5 16,-14-8 5-16,0 31 5 0,-5 2 1 0,-8 12 5 15,-9 7 4-15,-7 12 13 0,-5 9 9 16,9 8 13-16,3 4 12 0,1 6 7 16,6 2 15-16,6 3 12 0,3 4 20 0,6-2 6 15,9 8 14-15,6-3 9 0,6 1 6 0,4-3-7 16,5 4-3-16,13 7-6 15,3-2-14-15,13-1-1 0,-1-7-5 0,1-4-11 16,4-4-4-16,0-2-16 0,2-5-26 0,-5-1-42 16,-7-4-48-16,-1-2-51 0,1 0-74 15,-5-1-101-15,0-1-136 0,-2 0-163 16,-4-3-211-16,-2 2 73 0,-5 1 81 16,-1 4-579-16,-9 0-706 0</inkml:trace>
  <inkml:trace contextRef="#ctx0" brushRef="#br0" timeOffset="171088.87">26810 12915 3898 0,'-16'-9'218'0,"-2"9"-20"15,0 9 7-15,-15 11 34 0,-7 14 46 16,2 11 41-16,2 9 8 0,-2 17-1 0,7 6-10 15,12-8-16-15,8 1-17 0,5 1-19 16,8-1-18-16,6-1-25 0,3 1-19 0,8-2-24 16,8 13-96-16,-2-21-89 15,4-6 0-15,1 0 0 0,1-8 0 0,1-4 0 0,-3-6 0 16,3-3-4-16,-8-6-373 16,1-7-166-16,0-5-179 0,-4-4-171 0,-3-3 85 15,-4-4 74-15,5-1-664 0,-2-5-850 16</inkml:trace>
  <inkml:trace contextRef="#ctx0" brushRef="#br0" timeOffset="172557.34">27108 13633 3526 0,'-4'3'-81'15,"4"-3"48"-15,0 0 24 0,0 0 13 0,-9 7 29 16,9-7 40-16,0 0 25 0,0 0 13 15,0 0-1-15,0 0-6 0,0 0-11 0,0 0-5 16,0 0-9-16,0 0-11 0,0 0-3 16,-6 5-8-16,6-5-6 0,0 0-8 15,0 0-4-15,0 0-3 0,0 0-1 0,0 0 6 16,0 0 3-16,0 0 19 16,0 0 16-16,0 0 13 0,0 0 10 0,0 0 12 15,0 0 10-15,0 0 1 0,0 0 2 16,0 0-3-16,0 0-1 0,0 0-7 0,0 0 0 15,0 0-13-15,0 0-5 0,0 0-7 16,0 0-6-16,0 0-19 0,0 0-2 0,0 0-7 16,0 0-2-16,0 0-11 0,0 0-3 15,0 0-4-15,0 0-5 0,0 0 4 0,0 0 18 16,0 0 22-16,0 0 24 0,0 0 18 16,0 0-17-16,0 0-9 0,-4-18-11 15,4 18-4-15,4-16-9 0,2 7 1 16,-2 1-12-16,-1 0-8 0,5-1-3 15,-3 0-9-15,5 4-1 0,-2-2-7 0,1 2-7 16,3 3 0-16,-12 2-5 0,29 4-22 16,-11 3 3-16,2 3 4 0,6 7-3 0,1 2-1 15,-5 4 2-15,1-2 1 0,1 3-1 16,-6 2 4-16,0-2 0 0,-7-3 9 0,-1-4 7 16,-3 0 4-16,-1-3 7 0,-3-4 3 15,1 0 8-15,-2-1 4 0,0-2-6 0,1 0-40 16,-2 0 0-16,-1-7 0 0,2 6 0 15,-2-6 0-15,0 0 0 0,0 0 0 16,0 0 0-16,-2-36 0 0,10 4 0 16,1-2 0-16,5-1 0 0,-1 3 0 0,4 2 0 15,-4 5 0-15,3 6 0 0,-7 4 0 16,0 4 0-16,4 6 0 0,-2 2 0 16,0 4 0-16,3 5 0 0,0 6 0 0,2 3 0 15,2 8 0-15,2 2 0 0,-3 2 0 16,0-1 0-16,1 3 0 0,-4 0 0 0,-3-8 0 15,2-2 0-15,-2-2 0 0,-4-3 0 16,-1 1 0-16,0-4 0 0,-2-1-76 0,1 1-201 16,-1-5-91-16,0 3-113 15,-3-3-126-15,1-2-225 0,-2-4 34 0,0 0 84 16,0 0-659-16,0 0-828 0</inkml:trace>
  <inkml:trace contextRef="#ctx0" brushRef="#br0" timeOffset="172837.86">27818 12930 4094 0,'-9'-14'80'0,"2"6"3"0,3 0-3 16,-3 2 5-16,6 3 5 15,1 3 45-15,0 0 45 0,0 0 17 0,-10 24 4 0,10-6-2 16,0 8-4-16,2 13-13 15,4-1-1-15,-3 2-13 0,8 2-13 0,-4-3-19 16,0 0-14-16,4-2-15 0,-2-1-5 16,0 0-14-16,-2-3-23 0,2-9-45 0,-6-3-48 15,3-4-51-15,-2-2-71 0,-1-1-86 16,3-4-100-16,0 1-115 0,0-8-153 0,-1-1-150 16,-5-2 74-16,20-7-554 0,-5-6-695 15</inkml:trace>
  <inkml:trace contextRef="#ctx0" brushRef="#br0" timeOffset="173137.55">28132 13119 3280 0,'0'0'55'0,"-2"-12"30"0,2 12 17 0,0 0 9 15,-3-7 38-15,3 7 45 0,0 0 27 16,0 0 23-16,0 0 11 0,-20 28 1 16,11-15 4-16,4 3-6 0,-5 0-9 0,7 4-16 15,-3-4-21-15,3 2-22 0,2-1-14 16,2 1-17-16,2-2-16 0,3 0-15 15,3 1-11-15,2-7-16 0,5 1-23 0,-2-5-24 16,4-3-22-16,0-3-17 0,0-1-12 16,2-3-3-16,-4 0 0 0,2-7-4 0,-2-1 10 15,4-8-25-15,-5-7 1 0,-2 0-1 16,-3-5 8-16,-5-3 0 0,2-1 17 16,-6 9-17-16,-1 2-2 0,-1 9 0 15,-3 0-9-15,-4 2-15 0,-2 7-16 0,-3-1-33 16,1 5-50-16,-1 3-64 0,0 0-87 15,0 5-97-15,-3 2-107 0,3 1-187 0,4-1-33 16,0 0 78-16,8 0-510 0,1-7-613 16</inkml:trace>
  <inkml:trace contextRef="#ctx0" brushRef="#br0" timeOffset="173593.19">28439 13033 3281 0,'0'0'47'16,"0"0"9"-16,0 0 13 0,12 7 44 0,-12-7 38 15,0 0 31-15,-9 14 14 0,2-4 0 16,0 2-10-16,0 0-18 0,1 3-7 0,0 1-23 16,0-3-12-16,2 3-13 0,2-4-10 15,2 1-10-15,0-2-5 0,0-2-9 0,4 1-6 16,2-4-4-16,0 1-12 0,3-3-6 16,1-2-12-16,-10-2-4 0,19 0-4 15,-6-4-4-15,-6-3 3 0,5-1-8 0,-1-2-3 16,0-8 1-16,-2 0-6 0,-4-2 6 15,5 1-6-15,-4-1 3 0,0 5 7 16,-3 1-1-16,1 4-8 0,0-1-6 16,-2 6-2-16,-2 5 6 0,0 0 22 0,0 0 2 15,0 0 9-15,1 26 11 0,-2-5 18 16,1 3 33-16,-2 1 11 0,2 13 1 0,0 1 4 16,-2 4 12-16,2-2 1 0,2 2 7 15,0-2 10-15,-1 1-9 0,1-4-5 0,2-4-10 16,1-7-7-16,-5-5-11 0,0-4-38 15,2-5-74-15,-2 1 0 0,-2-4 0 0,2-1 0 16,-3-1 0-16,-5-1 0 0,1-1 0 16,-11-2 0-16,2 0 0 0,-4-3 0 15,-3-1 0-15,-1-3 0 0,1-2 0 16,0 0 0-16,3 0-1 0,0-2-316 0,5 0-74 16,2 0-103-16,-3-5-110 0,7 2-166 15,2-1-42-15,1 3 83 0,4-2-656 16,4 1-839-16</inkml:trace>
  <inkml:trace contextRef="#ctx0" brushRef="#br0" timeOffset="174020.62">28815 13247 3681 0,'-10'-12'123'15,"6"10"43"-15,4 2 5 0,0 0-4 0,-7-6 1 16,7 6 8-16,0 0 26 0,0 0 16 15,-9 23-21-15,5-11-11 0,-1 6-19 0,2 4-9 16,1 3-10-16,0-4-8 16,2 5-16-16,0 0-11 0,0-2-9 0,2-3-9 15,-2-2-10-15,0-3-4 0,0-1-6 16,0-2 9-16,0-3-2 0,2 1 3 0,-4-3 4 16,2-1-2-16,0-7 0 0,0 8-11 15,0-8-8-15,0 0-7 0,0 0-8 0,0 0-10 16,17-25-3-16,-9 13-9 0,1-1-1 15,-1 4-5-15,0 0 0 0,-1 2-13 0,-1 0 0 16,2 2-1-16,-8 5-2 0,13-3 2 16,-13 3 8-16,16 8 1 0,-7-1 4 15,-2 5 9-15,0 1-7 0,1 3 3 16,-2 0-3-16,0 1 0 0,-2-2 2 16,-3 2-6-16,3-3-1 0,-6 3 3 0,0-3-1 15,1-2-5-15,-7 0-1 0,0-1-12 16,-1-2-27-16,-2-2-38 0,-1-2-45 0,0-3-60 15,1-2-83-15,11 0-113 0,-25-10-147 16,13-3-176-16,1-5-147 0,4-2 74 0,5-5-735 16,6-14-938-16</inkml:trace>
  <inkml:trace contextRef="#ctx0" brushRef="#br0" timeOffset="174425.26">29120 12884 4452 0,'0'0'77'16,"0"0"-3"-16,0 0 40 0,0 0 43 0,0 0 37 15,0 0 9-15,9 22-3 0,-3-10-10 16,1 3-28-16,-1 3-11 0,0 0-5 0,0 3-13 16,1 0 0-16,-3-4 8 15,-2 0-1-15,-1 0 1 0,-1-1-5 0,-1-1-2 0,-3 0 2 16,-2 1-9-16,-7-1-11 15,0-3-12-15,-7-1-8 0,4-1-8 0,-4-2-10 16,2-4-7-16,2-3-4 0,-2-2-14 16,2-6-18-16,3-8-16 0,-3-15-23 0,11-7-3 15,6-4-22-15,7-1 2 0,4 3 9 16,1 6-8-16,-2 4 10 0,-3 7-9 16,0 6 7-16,-1 4-6 0,-2 6 12 0,6 2 6 15,-2 4 12-15,-9 0-2 0,21 8 1 16,-10 5 10-16,2 2-6 0,5 7-3 0,-3 4 4 15,2 1 0-15,-1 3-8 0,0-1-24 16,-2 0-45-16,1 0-58 0,-2 0-67 16,1-2-85-16,-3-5-120 0,1-6-133 0,-5-4-182 15,3 0-99-15,-3-5 90 0,5 0-663 16,-5-3-837-16</inkml:trace>
  <inkml:trace contextRef="#ctx0" brushRef="#br0" timeOffset="174703.17">29556 12422 3851 0,'0'-10'172'0,"2"2"-3"0,3 6 18 16,8 2 26-16,5 5 23 0,9 14 23 16,5 12 6-16,-2 12-10 0,1 8-15 15,-1 26-13-15,-6 11 2 0,-10 15-16 0,-6 5-23 16,-3 8-20-16,-5 6-13 0,-5 0-17 15,-1 1-14-15,-9-1-11 0,1-2-11 0,-4-4-10 16,-3-9-7-16,-2-9-12 0,-2-7-8 16,1-7-22-16,2-19-25 0,-2-5-44 15,-5-7-56-15,-2-5-83 0,-1-8-105 0,-4-6-152 16,-4-3-208-16,-2-6-226 0,-3-6 68 0,-2 0 80 16,0 0-647-16,-1-2-807 15</inkml:trace>
  <inkml:trace contextRef="#ctx0" brushRef="#br0" timeOffset="175120.08">24649 15944 3721 0,'-24'10'229'16,"2"-4"49"-16,7-1 3 0,2-1-12 16,4-1 16-16,2-2 16 0,7-1 2 0,-9 4-12 15,9-4-30-15,0 0-25 0,0 0-23 16,36-7-24-16,-2 0-19 0,7 0-38 16,-2 1-63-16,3 0-78 0,0 1-103 15,2 2-117-15,-14 0-129 0,-1 4-144 0,-10 1-174 16,-2 3-104-16,-9 2 77 0,-2 1-610 15,-8 5-769-15</inkml:trace>
  <inkml:trace contextRef="#ctx0" brushRef="#br0" timeOffset="175303.2">24444 16466 4027 0,'-11'8'199'0,"6"-3"8"0,-1 0 28 16,6-5 63-16,-5 7 40 0,5-7 26 0,0 0-3 15,0 0-15-15,0 0-19 16,0 0-36-16,18 6-26 0,0-6-26 0,7-2-27 15,14-2-38-15,3-1-45 0,4 0-52 16,10-3-66-16,-4-3-94 0,2 1-104 0,-12 3-95 16,-4-5-102-16,0 2-115 0,-4-2-158 15,-1 0-193-15,-3 0 78 0,1-2 85 16,-10 4-571-16,-5-1-719 0</inkml:trace>
  <inkml:trace contextRef="#ctx0" brushRef="#br0" timeOffset="175885.89">26275 15514 3729 0,'-9'-41'47'15,"0"6"5"-15,-5 8-2 0,-1 2 11 16,2 7 12-16,0 7 18 0,-1 2 7 0,-5 7 1 15,-2 6 8-15,-9 12 10 0,-5 17 12 16,-3 10 12-16,-6 22 16 0,6 5 12 0,2 7 16 16,8 3 18-16,-1 4 17 0,11-14 17 15,9 4 5-15,4-2-1 0,6 0-13 0,7-2-10 16,9-6-13-16,7-4-15 16,3-6-18-16,10-6-16 0,7-5-18 0,0-7-11 15,9-8-11-15,2-6-15 0,0-8-25 0,-9-10-60 16,4-5-16-16,1-11 0 0,4-7 0 15,-3-7-3-15,-4-8-58 0,-3-5-17 16,-4-7-15-16,-4-6-1 0,-1-18 4 0,-12 8 6 16,-12-7-3-16,-2-8 5 0,-8-28 0 15,-8-6 5-15,-7 0 2 0,-6 0 3 16,-6 9 9-16,-8 15 7 0,5 29 3 0,-10 9 3 16,-7 17 16-16,-5 13 2 15,2 16 13-15,-10 12 17 0,-2 12 23 0,7 11 15 16,1 9 25-16,-3 11 23 0,15-5 19 15,9 1 15-15,8-2 9 0,9-1 2 0,10-9 1 16,8 1-5-16,5-3-6 0,6-2-10 16,14 7-11-16,5-8-71 0,6-4-27 0,-2-4 0 15,-4-7 0-15,5-3 0 0,-3-3 0 16,-4-1 0-16,-1-5 0 0,-6 0 0 16,-7-1 0-16,2-1 0 0,-6 2 0 0,-2-3 0 15,-1 1 0-15,-1-2 0 0,-10 0-20 16,15 5-316-16,-7-3-124 0,-3 2-122 0,2-1-159 15,-5 4-112-15,-1 0 89 0,1-2-744 16,-2-5-955-16</inkml:trace>
  <inkml:trace contextRef="#ctx0" brushRef="#br0" timeOffset="176168.98">27232 15077 4530 0,'1'-19'90'0,"-1"7"-19"16,0 9-7-16,0 3 17 0,0 0 39 0,-34 46 38 15,9 5 27-15,-9 28 14 0,-2 14 15 16,2 8 18-16,3 4 17 0,8 4 14 16,10 4 16-16,12 2-9 0,2 0-9 15,12-2-24-15,5-6-19 0,2-7-26 0,7-12-18 16,0-9-70-16,-6-19-104 0,8-5 0 15,-4-7 0-15,3-7 0 0,-7-12 0 0,-2-6 0 16,-1-10 0-16,-2-6-345 0,4-7-168 16,-2-5-181-16,9-10-209 0,-4-10 74 0,4-9 90 15,-7-7-679-15,1-3-868 0</inkml:trace>
  <inkml:trace contextRef="#ctx0" brushRef="#br0" timeOffset="176603.29">27527 15859 4422 0,'-7'-16'253'15,"0"4"-22"-15,6 3-12 0,-1 1 5 0,-2 1 17 16,4 7 0-16,0 0-19 0,6-8-21 16,-6 8-18-16,0 0-20 0,38 17-14 0,-15 1-14 15,0 5-9-15,0 6-14 0,2 5-6 16,-5-3-14-16,-1 0 0 0,-6 0 2 15,-1 0 5-15,-1-2 11 0,-7-7 3 16,0-1 4-16,-2-6-6 0,-2-1-4 0,0-2-79 16,1-3-28-16,-1-1 0 0,-1-3 0 15,1-5 0-15,0 0 0 0,0 0 0 16,-10-22 0-16,9-5 0 0,2-15 0 0,7-10 0 16,2 3 0-16,-3 10 0 0,4 6 0 15,0 4 0-15,-4 9 0 0,-1 4 0 0,-1 5 0 16,2 6 0-16,4 7 0 0,-11-2 0 15,25 16 0-15,-11 8 0 0,6 4 0 0,-4 2 0 16,7 9 0-16,1 5 0 0,-4-4 0 16,-1 0 0-16,-1-7 0 0,-2-2 0 0,-2-2 0 15,-3-7 0-15,-3-7 0 16,-3-1 0-16,4-3 0 0,-6-1-157 0,1 0-222 16,0-3-91-16,-4-2-137 0,0-5-209 15,0 0-17-15,0 0 87 0,0 0-677 16,0 0-873-16</inkml:trace>
  <inkml:trace contextRef="#ctx0" brushRef="#br0" timeOffset="177486.03">27917 15463 4046 0,'-18'-4'-87'0,"8"3"41"15,10 1 50-15,-12-6 73 0,12 6 54 0,0 0 43 16,-9-3 20-16,9 3 2 0,0 0-16 16,2-12-11-16,-2 12-18 0,19-17-16 15,-2 5-15-15,1 3-10 0,2-1-7 0,3 3-16 16,-4 2-10-16,0 3-6 0,-3 2-9 16,-4 4-6-16,1 3 15 0,-6 6 32 0,-2 4 23 15,-6 7 2-15,-9 11 18 0,-2-1 15 16,-2 0 16-16,-4-3 13 0,1-1 9 0,2-5 2 15,5-6-8-15,3-4-12 0,-1-1-13 16,4-5-31-16,0 1-137 0,4-2 0 16,0-1 0-16,6 2 0 0,4-2 0 15,-3-2 0-15,8 0 0 0,1-2 0 16,3 1 0-16,3-3 0 0,-2 1 0 0,1-2 0 16,-1 0 0-16,4-2 0 0,-5 1 0 15,-1-3-118-15,2 2-346 0,-4-2-120 0,4 1-167 16,-3-3-123-16,-4 3 74 0,5-3-764 15,-3-1-1008-15</inkml:trace>
  <inkml:trace contextRef="#ctx0" brushRef="#br0" timeOffset="177659.3">28455 15604 4615 0,'-4'-13'161'0,"4"13"31"15,-5-7 33-15,5 7 53 0,-7-7 19 16,7 7-10-16,-4-7-30 0,4 7-40 0,0 0-58 15,-1-9-82-15,1 9-94 0,3-7-105 16,-3 7-112-16,10-7-118 0,-2 3-161 16,3-1-227-16,1 0 14 0,1-2 77 0,1 3-512 15,-1-2-626-15</inkml:trace>
  <inkml:trace contextRef="#ctx0" brushRef="#br0" timeOffset="178052.55">28815 15286 3282 0,'6'-7'10'0,"1"2"18"0,-1 0 19 16,-6 5 35-16,8-7 20 0,-8 7 16 0,0 0 13 16,13 1 14-16,-13-1 9 0,9 18 15 15,-5-3 8-15,-4 4 10 0,-2 9 7 0,-4 8-4 16,-1 0 1-16,-2 3-13 0,-3-1-10 16,2-2-10-16,-2-2-10 0,5-3-17 0,2-5-4 15,3-8-10-15,2 0-12 0,2-7-13 16,3 4-8-16,2-5-33 0,5-1-41 15,5-5-45-15,1-1-37 0,3-1-43 0,-3-2-24 16,-2 0-5-16,-1 0 15 16,-1-2 22-16,-14 2 22 0,13-6 27 0,-12 1 23 15,-1 5 34-15,-11-15 26 0,-2 0 26 16,-10-1 18-16,-3-3 11 0,-3 1 7 0,-2-2 11 16,-1 1 15-16,3 0 23 0,5 2 11 15,0 1 6-15,8-1-6 0,2 2-5 16,3 0-14-16,5-1-15 0,5-1-14 0,2-2-8 15,5-3-11-15,7-6-29 0,4 1-36 16,3 0-60-16,2 4-73 0,3 3-58 0,2 1-58 16,1 5-78-16,6 4-84 15,-5 4-116-15,-2 4-196 0,2 3-42 0,-4 0 71 16,-5 6-529-16,1 2-671 0</inkml:trace>
  <inkml:trace contextRef="#ctx0" brushRef="#br0" timeOffset="178643.04">29066 15205 3281 0,'0'-10'157'0,"-1"3"34"0,1 7 6 0,0-10-1 15,0 10 8-15,0 0 4 0,0 0 5 16,0 0 24-16,0 0 20 0,12 24-5 16,-4-1-23-16,2 7-22 0,-3 4-20 15,4 4-25-15,0-2-10 0,0 2-29 0,-2-1-48 16,1 3-64-16,3 8-62 0,-4-9-88 15,1-3-106-15,3 2-115 0,-3-5-146 16,3-3-234-16,-3-9 38 0,2-6 73 0,-3-2-448 16,2-7-549-16</inkml:trace>
  <inkml:trace contextRef="#ctx0" brushRef="#br0" timeOffset="178967.3">29580 14736 3420 0,'-7'-32'234'0,"1"7"-6"0,1 6 6 16,3 4 0-16,0 3-8 0,2 3-13 15,2 7-5-15,-2 2-3 0,23 19 7 0,4 17-19 16,7 14-16-16,4 27-11 0,-2 14-17 15,-2 12-19-15,-6 12-9 0,-1 11-13 0,-8 8-12 16,-5 5-14-16,-9 3 0 16,-3-4-20-16,-8-1-22 0,-5-9-19 0,-10-8-6 0,-8-10-7 15,-3-10-14-15,-8-6-13 16,-6-10-26-16,-3-8-51 0,-6-8-97 0,-2-9-102 16,8-22-135-16,-1-4-192 0,-8-11-144 15,5-7 82-15,9-7-577 0,2-8-722 16</inkml:trace>
  <inkml:trace contextRef="#ctx0" brushRef="#br0" timeOffset="179300.36">27183 17460 3907 0,'-16'10'195'0,"5"-3"-15"15,7-5-14-15,4-2 8 0,0 0-2 0,69-25-10 16,18-10-15-16,25-6-16 0,22-4-14 16,51-13-14-16,1 5-10 0,5 0-20 15,-44 15-21-15,-1-2-31 0,-1 7-32 0,-4-2-26 16,-8 4-27-16,-9 6-7 15,-13 1-4-15,-12 3-24 0,-33 5-43 0,-11 4-53 16,-17 4-48-16,-9 5-34 0,-10 1-29 16,-8 0-63-16,-5 4-98 0,-6-2-113 0,0 9 47 15,0-9-224-15,-17 15-246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23T04:57:59.1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4154 2145 3186 0,'2'-9'321'0,"-2"3"-34"16,3-1-46-16,-3 7 14 0,2-13 4 15,0 8 13-15,-2 5-2 0,2-10-9 0,-2 10-16 16,2-10 1-16,-2 10-8 0,2-9-17 15,-2 9-27-15,0 0-17 0,0 0-22 16,0 0-6-16,0 0 23 0,10 22-8 0,-6 1-14 16,-3 15-8-16,3 2 6 0,-2 7-3 15,0 11-6-15,1 1-4 0,1-3-116 16,0-1-19-16,-1-9 0 0,-3 0 0 16,1-7 0-16,-1-4 0 0,0-5 0 0,2-8 0 15,-2-5 0-15,0-1 0 0,0-4 0 16,0-3 0-16,0 0 0 0,-2 0 0 15,2-9 0-15,-1 7 0 0,1-7 0 0,0 0-494 16,0 0-132-16,-14-36-175 0,12 11-93 16,-2-14 80-16,1-4-738 0,1 0-994 0</inkml:trace>
  <inkml:trace contextRef="#ctx0" brushRef="#br0" timeOffset="187.62">3929 2051 4453 0,'-13'0'-63'15,"1"-3"61"-15,12 3 63 0,-15-3 66 16,15 3 46-16,0 0 36 0,0 0 24 16,0 0 20-16,0 0 4 0,0 0-14 0,0 0-23 15,44-15-20-15,-6 5-24 0,5 0-40 16,9-2-75-16,5 1-89 0,4 1-93 0,0-1-104 16,-2 5-121-16,-10 1-121 0,-4 3-126 15,-15 4-172-15,-5 1 65 0,-3 3-488 16,-10 1-652-16</inkml:trace>
  <inkml:trace contextRef="#ctx0" brushRef="#br0" timeOffset="783.92">4672 2059 3192 0,'0'0'54'0,"-4"-10"33"15,4 10 15-15,-6-5 3 0,6 5 36 16,0 0 51-16,0 0 28 0,-22 25 14 0,10 4 26 16,3 5-3-16,-1 4 6 0,0 2 1 15,6 1-3-15,1 2-18 0,3-2-21 0,3-1-19 16,1-3-15-16,6 1-22 0,-2-4-12 16,3-5-17-16,-1-1-8 0,1-9-31 15,-2-2-33-15,1-5-38 0,2-2-58 16,-5-4-47-16,2-2-34 0,1-3-27 15,0 2-21-15,-10-3-5 0,15-6-10 0,-9 0 2 16,-1-2 9-16,-1-3 14 0,0-4 14 16,-1-1 18-16,-3-1 33 0,4-1 29 0,1 2 32 15,-2 0 40-15,-1 4 40 0,2 0 32 16,2 4 22-16,-5-3 11 0,5 3-2 16,2 3 13-16,1 0 22 0,-3 1-3 0,5 2-11 15,1 2-7-15,-12 0-11 16,27 8-6-16,-9 0-14 0,2 0-5 0,-4 3-10 15,7 7-9-15,-5-2-11 0,-5 0-2 16,-1-1-7-16,-3-1-7 0,-3-2-2 0,-1-4-6 16,4-1 6-16,-6-2 8 0,3-1 13 0,-6-4-9 15,0 0-8-15,16-14-7 16,-7-1-7-16,4-13-6 0,2 2-4 0,-2 2-5 16,0 3-7-16,-1 8-2 0,-1 1-5 15,-3 3-7-15,4 5-7 0,-1 2 5 0,-11 2 1 16,25 4-2-16,-12 5 2 0,2 5 3 15,5 6-2-15,-2 3 1 0,-2 1-13 0,-3 2-23 16,3 1-33-16,-5-6-54 16,-2-3-77-16,5 6-84 0,-7-3-99 0,3-6-108 15,-5-1-127-15,2-5-195 0,0-2 33 16,-2-2 64-16,7-4-544 0,-12-1-718 16</inkml:trace>
  <inkml:trace contextRef="#ctx0" brushRef="#br0" timeOffset="994.05">5535 2031 3704 0,'-10'-21'208'0,"4"7"89"16,4 1 61-16,-3 3 18 0,3 1-12 0,0 5-34 15,2 4-21-15,0 0-6 0,0 0-12 16,36 22-26-16,-11 3-31 0,2 17-16 16,3 7-21-16,-3 3-16 0,-3 3-16 15,-3 3-18-15,-1 2-14 0,-9 0-22 16,-2 0-111-16,-5-1 0 0,-4-13 0 0,-2-1 0 15,-2-6 0-15,-3-3 0 0,1-5-233 16,-1-9-146-16,5-5-144 0,-1-9-211 0,3-3-159 16,0-5 89-16,0 0-769 0,0 0-1015 15</inkml:trace>
  <inkml:trace contextRef="#ctx0" brushRef="#br0" timeOffset="1174.11">6161 2369 4821 0,'0'0'287'0,"-9"4"41"0,9-4 48 16,0 0 52-16,0 0 18 0,0 0-21 16,0 0-36-16,0 0-42 0,0 0-34 15,0 0-282-15,22-14-31 0,-4 9 0 0,3-4 0 16,11 1-123-16,-7 1-364 0,-3 2-182 16,0 1-182-16,-1 3-31 0,-1-1 89 0,-4 5-699 15,-3 1-938-15</inkml:trace>
  <inkml:trace contextRef="#ctx0" brushRef="#br0" timeOffset="1354.93">6114 2731 4549 0,'-10'9'253'15,"1"-3"84"-15,1-1 73 0,5-3 78 16,3-2 29-16,0 0-32 0,0 0-33 16,0 0-48-16,0 0-108 0,0 0-296 0,47-7 0 15,-26-1 0-15,11-4 0 0,1 0 0 16,3-2 0-16,-6 2-29 0,-1-1-474 0,-6 4-110 15,-5-1-131-15,-4 3-153 0,-4 2 86 16,-5 1-751-16,-5 4-1006 0</inkml:trace>
  <inkml:trace contextRef="#ctx0" brushRef="#br0" timeOffset="1953.35">7409 2392 4560 0,'-6'-14'45'15,"4"2"58"-15,4 2 38 0,3-2 36 16,0-4 24-16,2-2 12 0,13-3-7 0,0 0-15 16,5 1-15-16,6 5-16 15,1 2-15-15,2 5-18 0,4 4-13 0,-1 8-10 16,-3 6-10-16,-1 7-9 0,-7 6-1 16,-5 4 20-16,-6 4 25 0,-7 3 24 15,-6 6 28-15,-10 1 28 0,-9 10 13 0,-10 1 29 16,-1-5-235-16,-1-5-16 0,1-3 0 15,7-11 0-15,-1-5 0 0,9-3 0 16,2-6 0-16,3-3 0 0,2-2 0 0,1-2 0 16,1 1 0-16,1-3 0 0,3-5 0 15,0 0 0-15,5 10 0 0,8-8 0 0,1-2 0 16,16-2 0-16,10-4 0 16,17-3 0-16,2-2 0 0,1-2 0 0,1-3 0 15,-7 0 0-15,1-2-12 0,-6 0-1075 16,-13 2 91-16,-6 1 114 0,-3 0-891 0,-11-1-1204 15</inkml:trace>
  <inkml:trace contextRef="#ctx0" brushRef="#br0" timeOffset="2195.11">8327 2105 5165 0,'-2'-11'62'0,"2"0"82"15,-2 4 67-15,2 7 3 0,-2-11-11 16,2 11-15-16,0 0 8 0,0 0 30 15,4 27 8-15,0-2 11 0,0 15-11 16,0 4-11-16,3 11-9 0,-1 2-16 0,1-1-8 16,2 0-146-16,-6-14-44 0,3 3 0 15,-1-4 0-15,3-5 0 0,-5-2 0 0,0-6 0 16,1-8 0-16,0-3 0 0,-4-5 0 16,1 0 0-16,-1-3-78 0,2-4-435 15,-2-5-167-15,-3 5-212 0,3-5 21 0,0 0 73 16,-11-25-685-16,6 2-929 0</inkml:trace>
  <inkml:trace contextRef="#ctx0" brushRef="#br0" timeOffset="2381.91">8022 2193 4323 0,'-19'-7'165'0,"6"2"85"0,0 0 85 16,3-2 49-16,2 2 28 0,8 5 2 0,-11-5-16 15,11 5-47-15,-2-7-33 0,2 7-37 16,21-14-31-16,2 7-64 0,15-3-90 15,9 3-124-15,13-4-162 0,-14 6-168 0,3 2-132 16,1 6-92-16,-1-3-182 0,-5 0-92 16,-3 7 90-16,-6 2-638 0,-9 7-857 0</inkml:trace>
  <inkml:trace contextRef="#ctx0" brushRef="#br0" timeOffset="2630.77">8938 1968 3784 0,'-11'-11'139'0,"-1"2"40"16,5 3 15-16,-1 3 10 0,8 3 30 15,0 0 53-15,-32 14 30 0,11 10-2 16,2 6 6-16,-6 15 1 0,6 12 4 0,4 3-16 16,0 1-11-16,5 2-24 15,3 0-25-15,5-2-21 0,6-1-25 0,1-5-202 16,6-5-2-16,1-11 0 0,-1-4 0 15,5-4 0-15,-3-4 0 0,-2-6 0 0,1-8 0 16,-3-1 0-16,4-5-286 0,-1-3-200 16,-2-2-100-16,2-4-117 0,-12 2-173 15,18-12 77-15,-9 1-716 0,3-6-961 0</inkml:trace>
  <inkml:trace contextRef="#ctx0" brushRef="#br0" timeOffset="2981.48">9021 2419 3873 0,'0'-17'14'0,"0"2"129"16,1 4 81-16,1 1 82 0,-2 3 64 15,0 7 18-15,2-14 5 0,-2 9-23 0,0 5-35 16,2-7-28-16,-2 7-21 0,0 0-29 16,17 2-21-16,-17-2-23 0,24 14-20 0,-10-6-22 15,-3 3-59-15,1 2-112 16,0 1 0-16,-5 0 0 0,1 0 0 0,-2-1 0 16,-3-3 0-16,-1 1 0 0,2-2 0 15,0-1 0-15,-1-4 0 0,-3-4 0 16,2 11 0-16,-2-11 0 0,0 0 0 0,0 0 0 15,0 0 0-15,12-29 0 0,-6 15 0 16,-3 4 0-16,5-1 0 0,-3 2 0 0,6 2 0 16,-6 0 0-16,3 3 0 0,-1 0 0 15,-7 4 0-15,0 0 0 0,30 8 0 16,-16 0 0-16,-3 3 0 0,1 3 0 16,1 1 0-16,-2 1 0 0,1-1 0 15,-2 0 0-15,-1 2 0 0,-3-3 0 0,2 0 0 16,-3-6 0-16,1 1 0 0,-3 0 0 15,4-3-578-15,-5-4-155 0,-2-2-217 0,0 0 80 16,0 0 99-16,16-15-688 0,-10-1-907 16</inkml:trace>
  <inkml:trace contextRef="#ctx0" brushRef="#br0" timeOffset="3214.78">9566 1803 4404 0,'-5'-11'183'0,"1"4"55"16,2 2 30-16,2 5-1 15,0 0-29-15,0 0-3 0,0 0 28 0,-1 25 5 16,2 11-9-16,1 12-18 0,-2 16-7 16,2 8 7-16,-4 6-15 0,0 5-14 0,-1 18-20 15,3-19-18-15,-2-1-126 0,-2-5-48 16,2-6 0-16,0-3 0 0,1-9 0 16,-3-13 0-16,0-6 0 0,1-10-181 0,2-10-203 15,2-3-138-15,-1-10-160 0,3-4-210 16,-3-2 72-16,0 0 88 0,11-24-621 0,0-5-808 15</inkml:trace>
  <inkml:trace contextRef="#ctx0" brushRef="#br0" timeOffset="3464.75">9712 2407 4093 0,'0'0'167'0,"0"0"40"0,-2-12 49 0,2 12 43 16,3-8 11-16,-3 8 7 0,12-7-18 15,-4 5-21-15,-8 2-25 0,21-2-25 16,-21 2-19-16,29 9-22 0,-13 4-9 0,7 6-20 15,-8 3-14-15,1 5-7 0,-5 2-7 16,-3 2 5-16,-2-4 1 0,-6-2-66 0,-2 2-70 16,2-4 0-16,0 1 0 0,0-5 0 15,-2-2 0-15,2-3 0 0,2 0 0 0,0-4 0 16,0-1 0-16,1-6 0 16,-3-3 0-16,17 2 0 0,-1-7 0 0,1-7 0 15,5-7 0-15,7-5-525 0,7-8-265 16,-2-6-164-16,5 3 88 0,4-1-854 15,7-1-1152-15</inkml:trace>
  <inkml:trace contextRef="#ctx0" brushRef="#br0" timeOffset="3696.88">10464 1928 4549 0,'-17'-9'127'0,"4"2"77"0,1 0 37 0,5 1 26 15,1 3 12-15,6 3-5 0,-7-5-25 16,7 5 20-16,0 0 13 0,14 28-20 15,2 1-5-15,4 12-3 0,5 8-4 16,-3 11-11-16,-3 4-51 0,-4 5-188 16,-6 1 0-16,-1 2 0 0,-8 1 0 0,-4-2 0 15,-6-3 0-15,-1-1 0 0,-8-3 0 16,1-7 0-16,-6-2 0 0,1-5 0 0,-2-5 0 16,5-5 0-16,3-11-52 0,-1-12-726 15,5-5-203-15,6-7 92 0,3-7 97 16,4 2-806-16,0 0-1039 0</inkml:trace>
  <inkml:trace contextRef="#ctx0" brushRef="#br0" timeOffset="3897.56">11209 2376 5023 0,'-16'4'367'15,"16"-4"41"-15,0 0 49 0,0 0 13 0,-13 0-14 16,13 0-26-16,0 0-34 0,0 0-212 15,0 0-184-15,38-11 0 0,-13 8 0 0,15 0 0 16,-3-4 0-16,-7 3 0 0,-2 1 0 16,-3-1 0-16,4 1 0 0,-4-1-203 0,1 3-628 15,-9-4-152-15,1 0 100 0,-6 3-916 16,-3 0-1229-16</inkml:trace>
  <inkml:trace contextRef="#ctx0" brushRef="#br0" timeOffset="4127.72">11270 2155 5652 0,'-16'-5'417'0,"5"0"18"16,2 1-8-16,2 1 9 0,7 3-13 15,-12-4-34-15,12 4-377 0,-6 12-12 16,6 2 0-16,4 8 0 0,1 15 0 16,7 0 0-16,1 11 0 0,1 0 0 15,-7-10 0-15,6-2 0 0,-1 0 0 0,1-2 0 16,-2-3 0-16,0 0 0 0,-4-9 0 15,-1-4 0-15,-3-3 0 0,1-3 0 0,0-4 0 16,-2 4 0-16,0-5 0 0,0-2 0 16,0 1-749-16,-2-6-260 0,0 0 102 0,0 0-972 15,0 0-1304-15</inkml:trace>
  <inkml:trace contextRef="#ctx0" brushRef="#br0" timeOffset="4863.72">11944 2130 5396 0,'0'-27'-58'0,"-1"5"72"0,1 4 61 0,0 3 38 16,0-3 58-16,-2 4 52 0,2 0 26 15,0 3 16-15,-2-2-11 0,2 5-20 0,0 1-29 16,0 7-31-16,0 0-19 0,0 0-3 15,0 0-1-15,15 22 10 0,-8 13 0 16,5 16-65-16,-1 3-96 0,-2 3 0 16,0 4 0-16,-4-3 0 0,3 1 0 15,-7-10 0-15,-1-3 0 0,0-3 0 0,0-3 0 16,0-5 0-16,-1-7 0 0,1-8 0 16,-2-1 0-16,0-5 0 0,0-2 0 0,2-2 0 15,0-1 0-15,-2 0 0 0,2-9 0 16,0 10 0-16,0-10 0 0,-2 6 0 0,2-6 0 15,0 0 0-15,0 0 0 0,0 0-486 16,0 0-537-16,0 0 83 0,-26-11 103 16,18 6-831-16,0 1-1105 0</inkml:trace>
  <inkml:trace contextRef="#ctx0" brushRef="#br0" timeOffset="5379.71">11790 2702 5017 0,'0'0'176'0,"0"0"32"0,-16-2 35 15,16 2 10-15,0 0-6 0,0 0-15 16,0 0-4-16,0 0 22 0,0 0 4 0,22 12 0 16,-9-5-17-16,2 0-20 0,3-2-18 15,0 1-23-15,4 0-176 0,1-3 0 0,-5 1 0 16,2-1 0-16,-4-1 0 0,0-2 0 16,0 0 0-16,-2-4 0 0,-1 1 0 15,1-5 0-15,-3-1 0 0,2-6 0 16,1-11 0-16,-3-4 0 0,-3-2 0 15,2-7 0-15,-7-14 0 0,1-7 0 0,-4-4 0 16,2 0 0-16,-4-1 0 0,0 2 0 16,-3 2 0-16,-3 2 0 0,-2 4 0 0,-3 6 0 15,4 10 0-15,-5 2 0 0,3 5 0 16,-3-1 0-16,-1 4 0 0,1 3 0 0,2 6 0 16,2 2 0-16,2 7 0 0,1 0 0 15,-1 2 0-15,3 1 0 0,1 3 0 16,-1 1 0-16,5 4 0 0,0 0 0 0,0 0 0 15,0 0 0-15,36 11 0 16,0-3 0-16,9 1 0 0,19-3 0 0,13 0 0 0,11-4 0 16,3-2 0-16,3-4 0 15,16 0 0-15,-26-6 0 0,-12 2 0 0,-8 1 0 16,-16 0 0-16,-8 4 0 0,-9-1 0 16,-8 1 0-16,-6-1 0 0,-4 3 0 0,0 1 0 15,-3-2 0-15,-10 2 0 0,19 0 0 16,-19 0 0-16,10-1 0 0,-10 1 0 15,0 0 0-15,4 6 0 0,-4-6 0 0,-18 17 0 16,5-3-89-16,-10 9-864 0,-2 0-28 16,-2-1 94-16,3 5-909 0,-2-5-1225 0</inkml:trace>
  <inkml:trace contextRef="#ctx0" brushRef="#br0" timeOffset="5846.5">12737 2268 5521 0,'-12'-12'256'15,"5"2"41"-15,1-1 26 0,2 0 19 0,3 0 12 16,1 1 6-16,0 2-24 0,1-3-33 16,1 4-204-16,2 0-99 0,1 2 0 15,-5 5 0-15,18-3 0 0,-18 3 0 16,31 8 0-16,-17 3 0 0,9 6 0 15,-2 4 0-15,-4-1 0 0,-4 4 0 0,-3 0 0 16,-4-2 0-16,-1 11 0 0,-6 1 0 16,-5 4 0-16,1-6 0 0,-4-4 0 0,5-7 0 15,1-8 0-15,-1 1 0 0,2-4 0 16,2-3 0-16,0-7 0 0,0 0 0 0,0 0 0 16,0 0 0-16,33-44 0 0,-8 8 0 15,7 2 0-15,-11 8 0 0,11-4 0 16,-13 5 0-16,4 8 0 0,2 0 0 0,-7 9 0 15,0 5 0-15,1 3 0 0,2 3 0 16,0 4 0-16,9 5 0 0,-1 0 0 16,0 4 0-16,-2-1 0 0,-1-1 0 0,-5-4 0 15,-4 0 0-15,-2-5 0 0,-1 1 0 16,-5-3 0-16,2 1 0 0,-3-3 0 16,-8-1 0-16,19-5 0 0,-5-4 0 0,-1-4 0 15,-4-6 0-15,5-10 0 0,-1-9 0 16,2-8 0-16,6-4 0 0,-11 1 0 0,-5 15-955 15,-10 9-29-15,-2 8-1142 0,-7 5-1536 16</inkml:trace>
  <inkml:trace contextRef="#ctx0" brushRef="#br0" timeOffset="8328.13">6548 4057 1150 0,'0'0'398'0,"0"0"-69"16,0 0-53-16,-15-2-21 0,15 2 2 0,0 0-20 15,-10-7-5-15,10 7-13 0,-5-5 1 16,5 5-10-16,-5-11 4 0,5 11-1 0,0-9-4 16,0 9-13-16,5-16-16 15,0 9-11-15,1 0-20 0,1 1-9 0,2 0-13 16,2 1-13-16,0 3-11 0,-11 2-9 15,25 2-3-15,-8 6-10 0,-2 1-6 16,6 12 4-16,-2 1 3 0,-2 5 10 0,-4 4 5 16,-1 2 8-16,-6 2 16 0,-4-6 8 15,-4 9-1-15,-2-1 5 0,-5-1 1 0,-3-1 1 16,-6 7 0-16,0-10 2 16,-11 5-2-16,3-5-10 0,1-6-9 0,1-3-6 15,-1-3-7-15,2-5-6 0,1-3-37 16,4-6-60-16,2-2 0 0,1-5 0 0,0-3 0 15,-2-8 0-15,-2-10 0 0,1-7 0 16,3-18 0-16,8-6 0 0,3-6 0 16,8-4 0-16,3 5 0 0,4 2 0 0,3 4 0 15,1 8 0-15,3 11 0 0,-6 6 0 16,6 3 0-16,-3 7 0 0,2 5 0 0,-2 6 0 16,5 5 0-16,-1 2 0 0,1 6 0 15,7 9 0-15,2 6 0 0,1 7 0 0,-3 5 0 16,0 3 0-16,0-1 0 0,-2 1 0 15,-2-3 0-15,1-4 0 0,-5-3 0 16,3-1 0-16,-1-4 0 0,4 0 0 16,-8-8 0-16,2-2 0 0,-1-2 0 15,-1-5 0-15,0-1 0 0,2-2 0 0,0-2 0 16,0-4 0-16,0 1 0 0,0-6 0 16,3 0 0-16,-8-2 0 0,4-1-154 0,-2-1-211 15,2 2-99-15,-3-1-114 0,1-1-142 16,-7 9-122-16,-2-2 76 0,-1 4-697 0,-6 2-912 15</inkml:trace>
  <inkml:trace contextRef="#ctx0" brushRef="#br0" timeOffset="8522.85">7311 4162 4074 0,'0'0'67'0,"0"0"58"16,-7-13 42-16,7 13 24 0,0 0 14 15,2-8 3-15,-2 8-10 0,7-9-18 16,0 4-25-16,0 2-17 0,2-3-37 0,5 1-55 16,-1 4-73-16,1-3-102 0,1 4-119 15,1 2-120-15,-4 0-146 0,1 4-196 0,-1 1 57 16,0 0-438-16,-7 2-560 0</inkml:trace>
  <inkml:trace contextRef="#ctx0" brushRef="#br0" timeOffset="8711.34">7361 4303 2890 0,'-13'8'80'0,"3"-5"58"16,1 2 42-16,9-5 37 0,-7 5 41 0,7-5 28 15,-6 6 28-15,6-6 9 0,0 0-15 16,0 0-25-16,0 0-30 0,0 0-23 16,0 0-51-16,40-9-79 0,-22 5-98 0,2 1-120 15,3-2-150-15,0-2-170 0,-1 0-190 16,1 0-90-16,9-1 68 0,-1-5-446 0,-1 3-565 15</inkml:trace>
  <inkml:trace contextRef="#ctx0" brushRef="#br0" timeOffset="9086.65">7967 3946 3323 0,'-17'-11'152'15,"4"1"38"-15,3-1 25 0,2 3 18 0,6-2 1 16,-1 5-12-16,3 5-15 0,7-18-27 16,3 11-18-16,1-2-11 0,6 5-22 15,2 0-16-15,5 4-11 0,1 2-14 16,7 4-6-16,-2 6-7 0,-1 4-12 16,-5 3 1-16,-5 5-9 0,-8 5 1 0,-7-2 2 15,-6 10 23-15,-7 1 26 0,-6 5 33 16,-4-1 26-16,4-9 19 0,-2-3 8 0,4-1 5 15,1-8-3-15,2-4-10 0,5-3-6 16,1-2-9-16,-1-3-8 0,5-1-86 16,0-8-76-16,9 9 0 0,2-7 0 0,10-2 0 15,-1-2 0-15,7-1 0 0,9-3 0 16,1 1 0-16,-3-2 0 0,-5 4 0 0,-7-3 0 16,1 2 0-16,-1 0 0 0,-8 1-301 15,0 2-112-15,-3-2-59 0,0 2-63 16,0-1-91-16,-11 2-155 0,0 0 19 15,0 0 71-15,0 0-537 0,0 0-690 16</inkml:trace>
  <inkml:trace contextRef="#ctx0" brushRef="#br0" timeOffset="9795.15">6780 5317 3650 0,'-7'-22'111'0,"3"3"62"0,2 2 47 0,-1 5 37 15,1 1 44-15,-1 1-19 16,1 1-20-16,2 2-43 0,0 7-20 0,0 0 17 15,0 0 3-15,10 33 0 0,0 2-13 16,2 11-11-16,1 4-16 0,-1 3-16 16,2-2-13-16,-3 2-17 0,3-5-11 0,-1-2-10 15,-4-11-12-15,0-1-5 0,-2-5-12 16,1-6-8-16,-5-6-4 0,1-3-2 0,0-5 5 16,-3 2-38-16,1-3-36 0,-2-8 0 15,3 8 0-15,-3-8 0 0,0 0 0 16,0 0 0-16,0 0 0 0,-3-28 0 0,3 13 0 15,5-8 0-15,0 1 0 0,1 1 0 16,1 1 0-16,5 1 0 0,0 2 0 16,0 1 0-16,2 6 0 0,5 2 0 0,-2 3 0 15,5 5 0-15,-2 5 0 0,3 1 0 16,7 10 0-16,-5 1 0 0,-5 3 0 16,-2 5 0-16,-2-2 0 0,-7 2 0 0,-5-3 0 15,-2 2 0-15,-4 0 0 0,-5 7 0 16,-7 1 0-16,-3-4 0 0,-2-1 0 0,-2-1 0 15,-4-5 0-15,2-3 0 0,-2 1 0 16,5-7 0-16,2-3 0 0,-1-4 0 16,6-3 0-16,-3-2 0 0,-2-5 0 15,0-1 0-15,0-4 0 0,4-5 0 0,3-1 0 16,5-1-478-16,5-4-435 0,1-3-16 16,5-8 92-16,6-1-875 0,7 1-1146 0</inkml:trace>
  <inkml:trace contextRef="#ctx0" brushRef="#br0" timeOffset="9966.44">7598 5531 5059 0,'0'0'103'0,"0"0"67"0,2-8 55 16,-2 8 27-16,0 0-1 0,0 0-29 16,3-10-27-16,1 6-26 0,5-3-51 15,3 0-73-15,1 0-81 0,9 0-93 0,-4-1-119 16,1 3-134-16,-1 2-131 0,-3 3-182 15,-4 1-45-15,1 3 87 0,-3-1-508 16,-2 2-627-16</inkml:trace>
  <inkml:trace contextRef="#ctx0" brushRef="#br0" timeOffset="10143.72">7519 5843 3394 0,'-13'10'146'0,"1"-1"49"15,5-1 52-15,1-4 59 0,1 0 66 16,5-4 10-16,-6 3 1 0,6-3-21 15,0 0-37-15,0 0-33 0,0 0-31 0,38-15-42 16,-9 2-61-16,3 3-78 0,2-2-109 16,1 2-117-16,1-2-115 0,1 2-127 0,-1-4-152 15,0 2-223-15,2-2 12 0,-4 1 81 16,0-1-546-16,-2 2-678 0</inkml:trace>
  <inkml:trace contextRef="#ctx0" brushRef="#br0" timeOffset="10513.55">8280 5289 3737 0,'-10'-16'213'0,"2"2"29"0,4 0 12 0,4 1 0 16,0 2 1-16,4 0-12 0,4 0-13 16,3 2-24-16,4 4-42 0,5 2-13 0,-1 6-20 15,3 2-10-15,11 5 4 0,-5 6-32 16,-3 4 8-16,-4 4 6 0,-8 3 15 15,-1 3 19-15,-6 3 17 0,-6-1 22 0,-6 6 20 16,-2-3 23-16,-3 2 13 0,0-3 11 16,-1-3-190-16,3-4-57 0,1-6 0 0,5-6 0 15,-4-3 0-15,5-1 0 16,2-4 0-16,2 3 0 0,5-5 0 0,2-2 0 16,4-3 0-16,6 2 0 0,2-4 0 15,3 1 0-15,3-3 0 0,2 1 0 0,-2-1 0 16,-1 2 0-16,1-2 0 0,-2 1 0 15,-5 1 0-15,-2-2 0 0,-5 2 0 0,3 1 0 16,-5-1 0-16,-2 0 0 0,-1 0 0 16,-8 2 0-16,0 0 0 0,11-1-321 0,-11 1-551 15,0 0-58-15,0 0 73 0,0 0-915 16,0 0-1203-16</inkml:trace>
  <inkml:trace contextRef="#ctx0" brushRef="#br0" timeOffset="11294.33">10642 4705 4670 0,'0'0'-114'0,"-3"-12"67"0,3 12 23 16,-2-9 11-16,2 9 8 0,0 0 70 0,0 0 75 15,0 0 43-15,7 40 41 0,-4-16 5 16,-1 10 17-16,2 2-3 0,1 3-10 0,1-1-24 16,-2-1-12-16,0 1-8 0,0-3-11 15,0-9-15-15,-2-5-15 0,-1-5-4 0,1-2 11 16,-2-4 21-16,2 1 34 0,-2-5 30 16,0-6-88-16,-4 7-152 0,4-7 0 15,0 0 0-15,0 0 0 0,-26-29 0 0,13 3 0 16,2-8 0-16,6-6 0 0,-1-16 0 15,5-5 0-15,2-7 0 0,7-5 0 16,4 4 0-16,1 4 0 0,4 5 0 0,-2 5 0 16,3 10 0-16,2 6 0 0,-2 13 0 15,-4 9 0-15,2 9 0 0,-3 2-21 16,5 4-575-16,0 6-102 0,1 5-202 0,10 5 38 16,-10 8 96-16,0 3-713 0,-10 6-926 15</inkml:trace>
  <inkml:trace contextRef="#ctx0" brushRef="#br0" timeOffset="11450.84">10477 4890 4381 0,'-14'0'77'15,"3"0"29"-15,11 0 19 0,-11-2 9 0,11 2-1 0,0 0-9 16,0 0-15-16,0 0-11 0,33-14-12 16,-12 10-40-16,8 0-64 0,10-1-92 15,7-1-121-15,11 0-150 0,2-3-181 16,-4-1-111-16,5 3 75 0,-7-3-370 0,-2-1-446 15</inkml:trace>
  <inkml:trace contextRef="#ctx0" brushRef="#br0" timeOffset="11992.47">11200 4350 2898 0,'-16'-7'146'0,"3"3"30"15,1 4 28-15,12 0 26 0,-22 11 24 16,8 3 19-16,-4 11 8 0,-4 15 4 15,1 2-2-15,5 8-14 0,3 0-10 16,6 3-35-16,3-7-17 0,4-3-19 0,4 11-17 16,3-14-19-16,2 0-14 0,0-5-14 15,2-1-7-15,1-5-13 0,-4-7-10 0,-3-2-13 16,2-7-8-16,-3-3-2 0,3-2-6 16,-2-2-7-16,1-3-15 0,-6-3-7 0,0 0-11 15,0 0-9-15,25-17-6 0,-18 5-11 16,0-5-5-16,7-11-11 0,-1 1 7 15,-4 5-5-15,4 3 10 0,-6 2-2 16,0 3 7-16,-1 2 3 0,0 4 2 0,2-1 5 16,-1 4 11-16,5 1 3 0,-3 4 10 0,-9 0-3 15,25 5 2-15,-10 3 0 16,1-2-2-16,0 4 7 0,-2 0-13 0,-1 3 5 16,-2-3-1-16,-1 0 2 0,0 2 5 15,-7-3 6-15,3 2 10 0,-2-3 6 0,-2 2 3 16,-2-3-8-16,0-7-36 0,-2 12-17 15,2-12 0-15,-4 7 0 0,4-7 0 0,0 0 0 16,0 0 0-16,0 0 0 0,6-36 0 16,0 17 0-16,5 2 0 0,-2-1 0 15,3 3 0-15,-1 5 0 0,0-1 0 0,3 5 0 16,-1-1 0-16,1 7 0 0,-1 0 0 16,3 5 0-16,-2 0 0 0,0 3 0 15,-3 4 0-15,0 3 0 0,2 0 0 16,-6 0 0-16,0-1 0 0,3 4-68 0,-2 2-280 15,-1-1-132-15,1-3-141 0,-3 0-196 16,5-6-9-16,1-1 77 0,0-4-707 0,0-5-906 16</inkml:trace>
  <inkml:trace contextRef="#ctx0" brushRef="#br0" timeOffset="12220.38">11774 4389 4382 0,'-11'-22'178'0,"0"5"84"16,3 4 82-16,2 2 42 15,1 2 8-15,1 4-18 0,0-2-40 0,4 7-39 16,-1-7-29-16,1 7-17 0,0 0-15 16,32 32-18-16,-3 2-24 0,-4 10-125 0,0 6-69 15,2 5 0-15,-6 0 0 0,1 3 0 16,-9 0 0-16,-6 2 0 0,-1-1 0 0,-5-12 0 16,-4 10 0-16,-5-5 0 0,5-13 0 15,-5-1 0-15,3-4 0 0,-6-8 0 0,6-6 0 16,-1-1-103-16,-1-7-570 0,2-7-242 15,4-2 31-15,1-3 84 0,0 0-838 16,0 0-1076-16</inkml:trace>
  <inkml:trace contextRef="#ctx0" brushRef="#br0" timeOffset="12386.37">12314 4736 4307 0,'4'-7'35'15,"-3"2"55"-15,1-2 30 0,6 0 23 16,-2 0 25-16,3-1 8 0,2 0-17 15,3 2-13-15,-1 0-16 0,3 1-22 0,1 2-39 16,0 2-60-16,2-1-83 0,-4 0-116 16,2 2-136-16,2 0-170 0,-4 0-209 15,3-2 62-15,1 2 74 0,1-1-335 16,2-5-385-16</inkml:trace>
  <inkml:trace contextRef="#ctx0" brushRef="#br0" timeOffset="12575.52">12567 4834 2973 0,'-19'11'383'0,"4"-2"47"16,2-2 37-16,5 0 33 0,0-4 13 0,3 0 3 16,5-3-37-16,-10 7-24 0,10-7-40 15,0 0-26-15,15 9-43 0,-2-6-39 0,7-1-289 16,-1-2-18-16,-1 2 0 0,4-2 0 16,-1-2 0-16,-1 0-24 0,3 2-404 0,-1-3-137 15,1-1-182-15,-7 0-146 16,2-2 83-16,-5 1-797 0,-6-2-1046 0</inkml:trace>
  <inkml:trace contextRef="#ctx0" brushRef="#br0" timeOffset="13325.07">13037 4775 4648 0,'0'0'10'0,"-5"-11"62"15,1 3 46-15,0 1 38 0,1-3 44 16,1-2 39-16,0-1 10 0,4 1 2 15,1-4-6-15,3-3-12 0,5 2-15 0,10-3-16 16,1 2-16-16,4 3-14 0,-2 8-17 16,1 3-12-16,0 8-13 0,11 5-9 0,0 6-7 15,5 8-11-15,-5 4-4 0,-4 2-5 16,-9-4-61-16,-4 5-33 0,-3 1 0 0,-3-1 0 16,-8 1 0-16,2-5 0 0,-7-2 0 15,-5 2 0-15,-1 5 0 0,-3-3 0 16,0-1 0-16,2-11 0 0,2 0 0 0,1-4 0 15,2-4 0-15,-1-1 0 0,1-1 0 16,2-6 0-16,0 0 0 0,0 0 0 16,-8-26 0-16,10 2 0 0,8-14 0 15,5-9 0-15,4 1 0 0,2 2 0 0,-1 5 0 16,2 11 0-16,-3 2 0 0,4 8 0 16,1 1 0-16,-3 9 0 0,1 5 0 0,-6 3 0 15,5 7 0-15,1 1 0 0,2 8 0 16,1 5 0-16,-2 3 0 0,-2 0 0 0,-1 2 0 15,0-1 0-15,-4 1 0 16,0-2 0-16,-5-4 0 0,-3-3 0 0,0-1 0 16,-3-2 0-16,-1-3 0 0,2 0 0 15,-5-1 0-15,1 0 0 0,3-3 0 0,-1 0 0 16,-4-7 0-16,1 10 0 0,-1-6 0 16,0-4 0-16,0 0 0 0,0 0 0 0,0 0 0 15,0 0-84-15,0 0-961 0,-15-19 95 16,9 5-1129-16,3-7-1490 0</inkml:trace>
  <inkml:trace contextRef="#ctx0" brushRef="#br0" timeOffset="13675.11">14101 3891 5955 0,'-8'-23'-84'15,"2"4"77"-15,0 4 56 0,2 1 63 0,1 2 66 16,-1 2 42-16,0 1 11 0,3 1-7 16,-1 1-24-16,2 7-26 0,-5-8-22 0,5 8-6 15,0 0 7-15,0 0 0 0,-2 25 10 16,2-6 8-16,0 8-170 0,2 15-1 0,1 2 0 16,-1 2 0-16,0 1 0 0,-1-1 0 15,1-2 0-15,0 2 0 0,2-7 0 16,-2 0 0-16,-1-3 0 0,-1-9 0 15,2-6 0-15,-2-3 0 0,2-4 0 0,-2 0 0 16,2-4 0-16,-2 1 0 0,0-3 0 16,0-1 0-16,0-7 0 0,2 12 0 15,0-10 0-15,-2-2 0 0,0 0 0 0,0 0 0 16,0 0 0-16,0 0 0 0,8-23-347 16,-8 15-684-16,4-4 89 0,-2-3 103 0,-1 2-872 15,7-5-1146-15</inkml:trace>
  <inkml:trace contextRef="#ctx0" brushRef="#br0" timeOffset="13942.38">14365 3741 4965 0,'-6'-16'35'0,"4"5"87"0,1 0 64 16,-1 4 50-16,-2 2 14 0,4 5-23 15,0 0-17-15,0 0 22 0,0 0 25 0,-7 21 4 16,-4 8-7-16,6 11 4 0,-2 13-2 15,-3 2-6-15,0 6-58 0,3 3-192 0,-1-1 0 16,-6-1 0-16,5-1 0 0,-2-2 0 16,6-1 0-16,-6-3 0 0,4-3 0 15,3-13 0-15,4-8 0 0,0-7 0 16,0-6 0-16,0-2 0 0,8-2 0 0,-1-6-276 16,3-4-346-16,1-4-52 0,-11 0-74 15,25-12-89-15,-6-9 73 0,-2-3-688 16,5-5-902-16</inkml:trace>
  <inkml:trace contextRef="#ctx0" brushRef="#br0" timeOffset="14157.93">14472 4276 3852 0,'7'-22'-8'16,"1"3"91"-16,-4 3 66 0,-2 3 60 0,4 1 50 16,-3 2 51-16,1-3 18 0,2 4-4 15,-1-1-15-15,5 0-15 0,-2 3-24 16,1 2-22-16,3 4-21 0,-12 1-13 0,24 8-8 16,-12 1-2-16,1 7-4 0,-1 1 4 15,-5 3-2-15,1 2-95 0,-3 9-107 16,1-5 0-16,0-4 0 0,2-1 0 15,-3-5 0-15,9 2 0 0,5-6 0 0,15-2 0 16,8-6 0-16,19-8 0 0,11-6 0 16,11-2 0-16,23-12 0 0,3 5 0 0,-3 0 0 15,-27 6 0-15,-9-3-266 0,-15 2-773 16,-17 4 93-16,-17 5 109 0,-6 0-899 0,-8 4-1167 16</inkml:trace>
  <inkml:trace contextRef="#ctx0" brushRef="#br0" timeOffset="27632.74">4825 8932 2735 0,'-11'1'480'16,"11"-1"-154"-16,0 0-80 16,0 0-26-16,-22-5-7 0,22 5-17 0,-6-10-12 15,2 3-15-15,2-4-8 0,2 0-8 16,0-3-12-16,2-5-14 0,4-4-14 0,4-7-10 16,3-1-11-16,2 2-11 0,0 1-5 15,5 5-12-15,-2 2-2 0,1 7-7 0,-1 4-5 16,-1 5-5-16,-2 5-3 0,8 5-3 15,5 9-3-15,1 2-6 0,-1 8 3 16,-1 9-3-16,-2 3 4 0,-4 4 3 0,-9-3 2 16,-5 1 21-16,-2 2 30 0,-3-1 5 15,-2-2 15-15,0 0 8 0,-2-10-4 0,2-6 5 16,-1-6 11-16,-1 1 13 16,2-4 21-16,0-4 16 0,0-1-3 0,0-7-12 15,0 0-51-15,0 0-114 0,0 0 0 16,-4-36 0-16,4 0 0 0,4-9 0 0,3-11 0 15,3 3 0-15,1 4 0 0,3 12 0 16,-3 6 0-16,4 5 0 0,-1 8 0 0,1 9 0 16,0 4 0-16,-2 7 0 0,5 3 0 15,7 8 0-15,-1 6 0 0,1 2 0 16,-2 5 0-16,-2-1 0 0,-1 4 0 0,-2 2 0 16,-3-2 0-16,-1 4 0 0,-1-4 0 15,-3-5 0-15,-3-3 0 0,1-6 0 0,-5-1 0 16,3-1 0-16,0-5 0 15,-2-2 0-15,-2 1 0 0,-2-7 0 0,5 5 0 16,-5-5 0-16,0 0 0 0,0 0-424 16,0 0-293-16,6-24-196 0,-4 11 66 0,-4-4 96 15,4-3-793-15,0-3-987 0</inkml:trace>
  <inkml:trace contextRef="#ctx0" brushRef="#br0" timeOffset="27899.15">5710 7933 4591 0,'-17'-16'106'0,"3"2"27"15,5 5 5-15,3 1-5 0,1 5-7 16,5 3 56-16,0 0 46 0,-9 26 15 0,9 0-3 16,3 16 9-16,5 10-16 0,-1 5-17 15,4-1-17-15,3-1-18 0,-1 2-17 16,-1-5-16-16,-1-4-13 0,0-10-14 0,-3-5-13 15,3-1-12-15,-5-8-11 0,1-4-13 16,-4-6-10-16,3-1-60 0,-3-2-2 0,1-3-83 16,0-1-143-16,-1-3-141 0,-3-4-145 15,0 0-161-15,0 0-163 0,22-12 61 0,-7-2 77 16,0-10-670-16,4-2-821 16</inkml:trace>
  <inkml:trace contextRef="#ctx0" brushRef="#br0" timeOffset="28199.27">6111 8136 3902 0,'0'0'112'0,"-9"-5"33"16,9 5 23-16,0 0 45 0,0 0 42 0,-23 23 49 15,14-7 20-15,-2 10 1 16,-1 2-13-16,4-3-22 0,5-3-27 0,-1 2-16 0,2 1-18 16,2-5-22-16,4 2-14 15,0-1-14-15,1-4-15 0,2-2-7 0,2-3-18 0,0-1-76 16,2-3-63-16,1-4 0 15,1-3 0-15,1-2 0 0,-1-4 0 0,3-2 0 16,-2-4 0-16,-1-2 0 0,-1-5 0 16,-1-1 0-16,1-8 0 0,-6 1 0 0,-1-8 0 15,-5 5 0-15,0 3 0 0,0 6 0 16,-5-3 0-16,-1 5 0 0,-4 0 0 16,3 5 0-16,-2 1 0 0,-2 3 0 0,2 2-128 15,2 6-524-15,7 1-224 0,-11 0-15 16,11 0 89-16,0 0-845 0,0 0-1084 0</inkml:trace>
  <inkml:trace contextRef="#ctx0" brushRef="#br0" timeOffset="28682.32">6603 8088 4246 0,'0'0'-38'15,"0"0"77"-15,-31 4 24 0,31-4 17 16,-13 4 13-16,6 1 8 0,2 4 2 15,-4 3-6-15,4 0-7 0,-1 4-7 0,2-1-5 16,1 4-9-16,-1-2-6 0,4 2-6 16,0-3-6-16,2 2-4 0,3-2-9 0,-3-3-4 15,4-3 0-15,-1 1-2 0,-1-2-1 16,1-2 5-16,2-3-2 0,-1-4 0 16,-6 0 0-16,0 0 2 0,16-8 4 15,-11-1 3-15,0-3 3 0,-3-3 7 0,0-4 2 16,0-7 3-16,-2 4 7 0,0 1 6 15,2 6 1-15,-2 3-6 0,-2 0-14 0,2 5-4 16,-2 4-5-16,2 3 3 16,0 0-8-16,0 0-2 0,4 26 1 0,0-7 7 0,-1 2-3 15,6 10 3-15,-4 4 13 16,2-1 11-16,5 2 8 0,-4 2 7 0,3-2 11 16,-2-1 5-16,1-1 13 0,0-2 11 0,-5-5 12 15,1-4 12-15,-3-3 9 0,2-4 17 0,-3-1 17 16,-2-1-175-16,0-2-15 15,-5 1 0-15,-2-2 0 0,-2-1 0 0,-5-1 0 16,-5-3 0-16,4-1 0 0,-8 1 0 16,4-3 0-16,-2-3 0 0,0-2 0 0,-4-2 0 15,2 0 0-15,0-1 0 0,1-2 0 16,1 2 0-16,5-2 0 0,1 0-161 16,1-1-565-16,5-1-216 0,4-1 77 0,3-1 89 15,2-2-830-15,5-8-1045 0</inkml:trace>
  <inkml:trace contextRef="#ctx0" brushRef="#br0" timeOffset="29099.12">6950 8240 4806 0,'0'0'138'0,"0"0"33"0,0 0 31 16,0 0 27-16,0 0 20 0,0 0 23 0,0 0-5 15,-21 21-26-15,21-7-24 0,0 1-19 16,0 4-21-16,2 5-16 0,-2 1-15 0,2 4-15 15,0-4-10-15,-2 1-12 0,1-3-14 16,-1-2-6-16,0-2-10 0,2-5-10 16,-2 1-45-16,0-3-24 0,0-1 0 0,0-3 0 15,2 1 0-15,-2-9 0 0,0 8 0 16,0-8 0-16,0 0 0 0,0 0 0 0,0 0 0 16,10-25 0-16,-4 12 0 15,-1-1 0-15,5 1 0 0,-2 1 0 0,1 3 0 16,2-2 0-16,1 4 0 0,-3 2 0 15,4 3 0-15,-13 2 0 0,25 7 0 0,-11 0 0 16,1 5 0-16,-1 1 0 0,-3 5 0 16,6 5 0-16,-4 2 0 0,-2 2 0 0,-2-1 0 15,-2-4 0-15,-1 0 0 0,-3 1 0 16,-1-7 0-16,-2 0 0 0,0 2 0 0,0-7 0 16,-2 1 0-16,-3-2 0 0,-1-1 0 15,-4-1 0-15,-1-4 0 0,0-3 0 16,11-1 0-16,-29-5-109 0,6-13-910 15,2-5 89-15,4-6 101 0,4-6-975 16,3-7-1232-16</inkml:trace>
  <inkml:trace contextRef="#ctx0" brushRef="#br0" timeOffset="29515.4">7295 7834 5383 0,'-2'-7'136'0,"2"7"32"0,-2-8 48 0,2 8 30 15,0 0 35-15,0 0 19 0,0 0-8 16,33 19-25-16,-21-6-21 0,8 8-19 0,1 3-20 16,-1 4-14-16,-4-1-164 15,-1 4-29-15,-1 0 0 0,-5-1 0 0,-3-2 0 16,-5-4 0-16,-1 0 0 0,-1-1 0 16,-7-2 0-16,-6 6 0 0,3-6 0 0,-2-4 0 15,-1-5 0-15,1-3 0 0,-2-4 0 16,0-5 0-16,-1-7 0 0,3-7 0 0,-10-16 0 15,8-17 0-15,2-9 0 0,5-6 0 16,6-2 0-16,4 3 0 0,7 6 0 16,-1 16 0-16,2 4 0 0,1 13 0 0,1 10 0 15,-1 5 0-15,2 7 0 0,3 7 0 16,9 10 0-16,2 9 0 0,-2 6 0 0,6 6 0 16,-2 2 0-16,-6 1 0 0,2 1 0 15,0-2 0-15,-3-2 0 0,-7-7 0 16,0-2 0-16,1-5 0 0,-3-3 0 15,-3-6 0-15,-1-3 0 0,0-4 0 0,-1-1 0 16,0-3 0-16,1 0 0 0,2-3 0 16,-2-1-630-16,-9 0-339 0,22 0 87 0,-10-1 104 15,-12 1-899-15,30 3-1114 0</inkml:trace>
  <inkml:trace contextRef="#ctx0" brushRef="#br0" timeOffset="29723.6">8447 8425 5336 0,'-19'2'423'15,"7"2"19"-15,5-4 68 0,7 0 33 16,0 0-18-16,-11-6-113 0,11 6-412 0,7-10 0 16,4 2 0-16,5-1 0 0,4-1 0 15,5-4 0-15,6 2 0 0,-1 2 0 0,-5 0 0 16,9 1 0-16,-3 0 0 0,-6 5-200 15,0 0-797-15,-7 2 75 0,0 4 107 16,-9 6-973-16,-3-1-1217 0</inkml:trace>
  <inkml:trace contextRef="#ctx0" brushRef="#br0" timeOffset="29906.4">8369 8844 5711 0,'-10'7'496'0,"6"0"34"0,-3-5 35 16,7-2-16-16,0 0-209 0,0 0-340 15,0 0 0-15,46-25 0 0,-13 12 0 0,-1-3 0 16,4 3 0-16,4-1 0 0,-3 0 0 16,0 6 0-16,-2-4 0 0,-3 5 0 0,-5 3 0 15,-9 2 0-15,-4 2-652 0,-3 0-300 16,-2 2 76-16,-9-2 85 0,9 5-882 0,-9-5-1110 16</inkml:trace>
  <inkml:trace contextRef="#ctx0" brushRef="#br0" timeOffset="30588.54">9740 8546 4792 0,'-11'-16'92'0,"4"-1"58"0,0 3 53 16,4-3 47-16,-1 0 40 15,4 0 30-15,2 0 18 0,0 0-5 0,1 3-18 16,6-1-33-16,0 4-31 0,2 2-20 16,8 4-9-16,1 5-100 0,7 5-122 0,5 7 0 15,2 6 0-15,2 9 0 0,-2 4 0 16,-5 2 0-16,-8-2 0 0,-6 1 0 0,-4 1 0 15,-3-1 0-15,-4 3 0 0,-6-7 0 16,-3 7 0-16,-4-4 0 0,2-7 0 0,1-3 0 16,-1-6 0-16,2-3 0 0,3-3 0 15,-3-4 0-15,-1-3 0 0,6-2 0 16,0 0 0-16,-7-27 0 0,5 0 0 16,6-14 0-16,5-10 0 0,3 1 0 0,3 7 0 15,1 9 0-15,-4 6 0 0,8 2 0 0,-3 11 0 16,0 5 0-16,2 5 0 0,0 6 0 15,6 5 0-15,5 9 0 0,1 4 0 16,3 10 0-16,-2 2 0 0,-1 1 0 16,-8-4 0-16,-1-1 0 0,-1 1 0 0,-3-3 0 15,-1 2 0-15,-4-7 0 0,-3-5 0 16,-5 0 0-16,3-4 0 0,-7-3 0 0,4 1 0 16,-1-2 0-16,-2-2 0 0,-1 0 0 15,-1-5 0-15,0 0 0 0,-7 7 0 16,7-7 0-16,0 0-478 0,-23-9-513 0,11 1 109 15,1-4-1104-15,3 0-1404 0</inkml:trace>
  <inkml:trace contextRef="#ctx0" brushRef="#br0" timeOffset="31130.16">10488 7901 5217 0,'-5'-12'-110'0,"1"-2"95"0,6 0 74 16,-2 3 72-16,0 0 70 0,0 3 62 15,0 1 32-15,0 7 0 0,0-12-9 0,0 12-10 16,0 0 27-16,0 0 47 0,0 0-1 16,19 27-58-16,-13-7-291 0,3 11 0 15,1 4 0-15,-4-3 0 0,1 1 0 16,-1-2 0-16,2 0 0 0,0-6 0 0,-3-4 0 15,-3-4 0-15,4-1 0 0,-3-1 0 16,2-5 0-16,-1 3 0 0,-3-1 0 0,3-3-999 16,-2 0 57-16,0 0 116 0,-2-2-1019 15,0-7-1270-15</inkml:trace>
  <inkml:trace contextRef="#ctx0" brushRef="#br0" timeOffset="35095.35">11620 8492 2623 0,'0'0'450'16,"0"0"-99"-16,0 0-48 0,-13 0-40 16,13 0-6-16,0 0-4 0,0 0-8 0,0 0-11 15,0 0 11-15,0 0 3 16,0 0-21-16,0 0-21 0,-9-8-21 0,9 8-19 16,7-14-16-16,3 5-16 0,2-1-12 15,2-2 3-15,10-5-15 0,2 2-15 0,3 1-6 16,3 2-8-16,2 0-12 0,2 5-4 15,0 1-9-15,4 2-2 0,-6 4-7 16,5 2-5-16,-5 0-2 0,2 2-8 0,0 1 5 16,0 2-12-16,-1 0 3 0,-9-1-5 15,-1-1 1-15,-2 0-6 0,-8-4 0 0,3 3-2 16,-5-3-5-16,-1 2 3 0,1 0-1 16,-13-3-4-16,19-3 2 0,-19 3-8 15,20-3-55-15,-8-2-74 0,-1 2-79 16,0 0-89-16,-6 1-109 0,-5 2-151 0,15-1-184 15,-15 1-33-15,16 3 75 0,-16-3-657 16,5 8-808-16</inkml:trace>
  <inkml:trace contextRef="#ctx0" brushRef="#br0" timeOffset="35394.58">11832 8777 3682 0,'-22'2'126'0,"4"0"47"15,7-4 26-15,1-2 15 0,10 4 15 16,-13-3 20-16,13 3 23 0,-6-5-10 16,6 5-3-16,0 0-17 0,21-9-9 15,-4 8-20-15,10-2-25 0,16 3-16 16,4 0-14-16,1 3-19 0,2 0-15 0,-3 0-11 16,2-1-13-16,-6 2-8 0,1-3-13 15,-10 1-7-15,-5-2-8 0,-9 0-7 0,4 0 2 16,-7 0-12-16,0-2-4 0,-3 1-2 15,-3-1-6-15,1-2-5 0,-12 4-30 0,16-5-54 16,-8 1-72-16,-5 3-89 16,-3 1-116-16,12-5-147 0,-12 5-180 0,11-2-171 15,-11 2 66-15,14 2 96 0,-14-2-641 0,17 3-765 16</inkml:trace>
  <inkml:trace contextRef="#ctx0" brushRef="#br0" timeOffset="36178.21">13640 8590 3550 0,'-2'-8'17'15,"0"-4"62"-15,0 0 43 0,2-4 34 16,0-1 35-16,2-2 35 0,0 1 20 0,1-3 14 15,1 0 29-15,2 4 1 0,-1 0-14 16,5 3-24-16,-4 3-23 0,5 1-7 0,1 5-14 16,1 7-10-16,6 3-6 0,8 9-6 15,-3 7-7-15,-1 7-7 0,4 5-7 16,-4 9-6-16,-6-8-8 0,-3 0-6 16,-3 2-114-16,-4 0-31 0,0-3 0 0,-6-6 0 15,1-5 0-15,-2-3 0 0,0-2 0 16,0-3 0-16,-2-2 0 0,2-3 0 15,-1 0 0-15,1-9 0 0,-3 5 0 0,3-5 0 16,0 0 0-16,-2-23 0 0,7 1 0 16,0-18 0-16,6-11 0 0,5 1 0 0,2 1 0 15,4 2 0-15,-1 8 0 0,-3 8 0 16,5 4 0-16,-1 4 0 0,-2 5 0 0,1 7 0 16,-1 6 0-16,-4 7 0 0,0 1 0 15,2 8 0-15,4 9 0 0,-6 4 0 0,2 3 0 16,-2 2 0-16,-5 2 0 0,0 0 0 15,-3 0 0-15,1 0 0 0,-1-7 0 16,-3-4 0-16,4 1 0 0,-6-4 0 16,3-3 0-16,-2-4 0 0,-3 2 0 0,5-4 0 15,-1 1 0-15,-3-3 0 0,3-1 0 16,-5-5 0-16,7 1-396 0,-7-1-577 0,0 0 70 16,19-22 100-16,-15 3-937 0,7-14-1172 15</inkml:trace>
  <inkml:trace contextRef="#ctx0" brushRef="#br0" timeOffset="36444.11">14447 7614 4719 0,'-15'-22'-26'0,"5"5"67"16,3 5 50-16,-3 0 15 0,5 4-8 15,-2 3-8-15,7-2-10 0,0 7 45 0,0 0 37 16,-3 22 11-16,5-3 7 0,-1 15-6 15,6 4 0-15,-2 4 0 0,1 12-8 0,1-13-15 16,4 12-14-16,-6-2-13 0,2-9-24 16,-1-1-8-16,0-2-12 0,-3-4-8 0,4-3-5 15,-4-6-4-15,-1-7-10 0,0-2-13 16,0-3-9-16,2-3-39 0,-3 0-78 0,1-1-92 16,2-3-104-16,-2-2-140 15,-2-5-150-15,0 0-233 0,0 0 59 0,0 0 82 16,23-19-620-16,-12-6-742 0</inkml:trace>
  <inkml:trace contextRef="#ctx0" brushRef="#br0" timeOffset="36660.38">14805 7508 3605 0,'-3'-13'91'0,"-6"4"57"16,6 4 24-16,-5 0 20 0,8 5 30 0,0 0 51 15,-17 15 35-15,8 2 12 16,-3 13-4-16,-1 2-21 0,0 14-22 0,3-6-27 0,0 11-23 15,1 0-24-15,2 5-19 16,1-1-17-16,1 0-21 0,4-11-21 0,1-1-35 16,0-2-96-16,0-4-102 0,3-1-115 15,0-10-118-15,3-3-119 0,-4-8-90 0,-1-1-76 16,5-4-63-16,-1-4 19 0,1-5-641 16,-6-1-772-16</inkml:trace>
  <inkml:trace contextRef="#ctx0" brushRef="#br0" timeOffset="36878.88">14883 7988 3411 0,'16'-24'-51'0,"-7"7"85"15,-2 3 71-15,2 2 41 0,-6 4 13 0,1 1 11 16,0 2 11-16,-4 5 11 0,5-4 35 16,-5 4 31-16,0 0 40 0,11 20 26 15,-8-9 13-15,-1 5 5 0,0 4-4 16,0-1-27-16,-2 0-16 0,0 0-16 0,0 0-18 16,0-1-13-16,2-2-6 0,1-1-158 15,3-1-84-15,1-2 0 0,5-3 0 0,3-4 0 16,4-3 0-16,3-2 0 0,2 0 0 15,2-6 0-15,14 0 0 0,5-3 0 0,-2 3-21 16,-1 0-529-16,0 3-107 0,-10 1-158 16,-7 4-15-16,-2 3 93 0,-12 3-821 0,1 3-1001 15</inkml:trace>
  <inkml:trace contextRef="#ctx0" brushRef="#br0" timeOffset="37780.15">9948 10932 4033 0,'-7'-13'-31'15,"1"-1"67"-15,1 1 36 0,5 0 15 16,0-1 26-16,5-1 21 0,3 1 22 16,-1 3 17-16,2-2 7 0,3 3 3 0,3 4 2 15,2 4 4-15,2 2-3 0,2 6 5 16,8 8-6-16,-2 5 5 0,-1 3-5 0,-5 2-8 16,-4 5-4-16,-1 0-8 15,-5 4-10-15,-2-2-7 0,-3 1-10 0,-1-5-16 0,-5-4-8 16,0-4-11-16,0-2-11 15,1-3 0-15,-1-1 7 0,0-5 8 0,0-1-48 16,0-7-59-16,0 0 0 0,0 0 0 16,6-26 0-16,1-7 0 0,4-1 0 0,11-8 0 15,-5 12 0-15,3 1 0 0,4 3 0 16,-1 4 0-16,3 4 0 0,-3 9 0 0,-2 3 0 16,0 6 0-16,1 4 0 0,3 2 0 15,6 8 0-15,-3 2 0 0,-1 4 0 0,0 4 0 16,-4 2 0-16,-1-2 0 15,-1 2 0-15,-3-4 0 0,-1 2 0 0,-5-8 0 16,-3 2 0-16,0-6 0 0,-2 0 0 0,0 0 0 16,0-3 0-16,-1-1-305 0,-1-1-131 0,-3 0-97 15,2-3-95-15,1 0-181 16,-5-4 28-16,0 0 79 0,0 0-657 0,0 0-815 16</inkml:trace>
  <inkml:trace contextRef="#ctx0" brushRef="#br0" timeOffset="38798.4">11659 10567 3425 0,'4'-5'-87'0,"-2"0"50"15,-2 5 27-15,1-8 25 0,-1 8 16 16,2-7 16-16,-2 7 8 0,0 0-5 15,0-7 2-15,0 7-10 0,0 0-3 0,0 0-11 16,0 0 5-16,0 0-10 16,0 0-2-16,0 0-9 0,0 0-34 0,0 0-22 15,0 0-7-15,0 0-4 0,0 0 4 16,-5 19 6-16,5-19 2 0,0 0 3 0,0 0 7 16,0 0-1-16,0 0 7 0,0 0 2 15,0 0 4-15,0 0-1 0,0 0 5 16,0 0 2-16,0 0 1 0,0 0 0 0,0 0 3 15,0 0-3-15,0 0 3 0,0 0-3 16,0 0-1-16,0 0 5 0,0 0-4 0,0 0 1 16,0 0 3-16,0 0-1 0,0 0-1 15,0 0 3-15,0 0 5 0,2-21 2 0,-2 21 1 16,0 0-2-16,0 0 3 0,0-7 6 16,0 7 12-16,0 0 13 0,0 0 9 0,-2-8 8 15,2 8 13-15,0 0 6 16,0 0 4-16,-4-6 12 0,4 6 0 0,0 0-9 15,0 0-7-15,-8-4 10 0,8 4 3 16,0 0 11-16,0 0-2 0,-8-3 11 0,8 3 14 16,0 0 14-16,0 0 17 0,-3-3-6 15,3 3-1-15,0 0 13 0,-10-9 17 16,10 9 14-16,-3-6 14 0,3 6 12 0,0 0-1 16,-11-6-8-16,11 6-11 15,0 0-13-15,0 0-8 0,0 0-2 0,0 0 10 16,-9 15 5-16,9-15-2 0,9 20-13 15,-1-7-11-15,6 4-14 0,7 0-12 0,5 1-10 16,2-3-19-16,1 1-13 0,2-3-86 16,-1-2 0-16,2 1 0 0,-1-3 0 0,-4-3 0 15,-4-1 0-15,-2 2 0 0,-4 0 0 16,-3 2 0-16,-2 1 0 0,-6 4 0 0,-2 2 0 16,-8 9 0-16,-9 10 0 0,-8 5 0 15,-6 7 0-15,-4-1 0 0,-6 0 0 0,1-1 0 16,-2-4 0-16,3-3 0 0,2-2 0 15,11-9 0-15,3-3 0 0,6-6 0 0,3-2 0 16,0-3 0-16,7-5 0 16,-5 0 0-16,5-3 0 0,-2 3 0 0,5-8 0 0,-2 7 0 15,2-7 0-15,0 0 0 16,8 4 0-16,-8-4 0 0,0 0 0 0,0 0 0 16,23-8-721-16,-15 6-237 0,-1-1 71 15,-7 3-1026-15,0 0-1335 0</inkml:trace>
  <inkml:trace contextRef="#ctx0" brushRef="#br0" timeOffset="39626.93">13198 10968 5221 0,'0'-10'-18'16,"-3"0"58"-16,3-2 31 0,0 0 22 0,3 0 33 15,1-4 25-15,-1 3 24 0,1 3 8 16,2-1-5-16,-3 4 5 0,8 4 6 0,-4 3 2 15,-7 0 0-15,23 9-4 0,-10 1-11 16,0 5-8-16,4 9-9 0,-6 3-4 16,3 4-6-16,-8 0-8 0,-2-4-59 0,-3 0-82 15,-1-4 0-15,0-2 0 0,-1 0 0 16,2-4 0-16,-2-4 0 0,1 0 0 16,0-5 0-16,1-1 0 0,-1-7 0 15,0 0 0-15,0 0 0 0,0 0 0 0,11-36 0 0,2 3 0 16,1-1 0-16,9-9 0 15,1 4 0-15,-6 10 0 0,3 1 0 0,0 6 0 16,0 3 0-16,-4 5 0 0,1 6 0 16,-3 4 0-16,0 6 0 0,2 3 0 0,1 6 0 15,-4 2 0-15,6 13 0 0,-4-1 0 16,-4 2 0-16,1 3 0 0,-1-1 0 0,-1 0 0 16,-1-6 0-16,-5-5 0 15,4 2 0-15,-6-5 0 0,3-3 0 0,-3-2 0 0,-1 1 0 16,2-5 0-16,0 0 0 15,-3-3 0-15,-1-3 0 0,0 0 0 0,0 0 0 16,0 0 0-16,0 0 0 0,11-17-365 16,-11 7-632-16,-4-8 86 0,0 0 104 0,1-5-931 15,2-1-1171-15</inkml:trace>
  <inkml:trace contextRef="#ctx0" brushRef="#br0" timeOffset="39880.54">13934 10142 5091 0,'-5'-17'59'16,"-1"2"71"-16,3 4 39 0,-1 2 33 16,0 2 10-16,2 2 0 0,2 5-16 0,0 0 21 15,0 0 21-15,0 0-8 16,4 39-16-16,3-7-15 0,1 5-19 0,0 13-17 16,1 0-19-16,1 1-11 0,-1 1-15 15,-3-11-34-15,2-2-84 0,-3-1 0 0,1-3 0 16,-3-8 0-16,-3-6 0 0,2-4 0 15,3-1 0-15,-1-5 0 0,-3-2 0 16,-1-2-188-16,2-2-155 0,-2-5-106 16,0 0-114-16,0 0-140 0,0 0-108 0,11-19 66 15,-7 4-748-15,0-5-939 0</inkml:trace>
  <inkml:trace contextRef="#ctx0" brushRef="#br0" timeOffset="40328.9">14352 10008 4323 0,'-9'-19'134'0,"0"6"67"0,4 2 30 16,-1 3 13-16,4 2-12 0,2 6 42 16,0 0 45-16,0 0 13 0,-13 33-9 0,9 0-24 15,0 8-24-15,2 4-27 0,0 14-20 16,1 2-30-16,-3 3-19 0,2 2-28 15,-2-4-151-15,4-2 0 0,0-14 0 16,-1-2-117-16,2-6-107 0,1-9-69 0,4-6-71 16,-3-10-60-16,3-2-49 0,2-6-37 15,3-5-9-15,2-4 18 0,9-4 33 0,4-13 76 16,10-7 69-16,-1-9 71 0,1-3 69 16,1 2 67-16,-3 6 84 0,-7 9 86 0,-9 1 81 15,0 8 40-15,-7 2 19 0,-2 4 38 16,1 5 49-16,-10 3 49 0,0 0 42 0,17 17 11 15,-16-2 4-15,1 5 9 0,-2 3 3 16,-2 1-3-16,1 1-25 0,-1-1-26 16,2-4-18-16,0-1-36 0,2-2-168 15,1 0-123-15,6-3 0 0,-2-2 0 0,4-3 0 16,5-2 0-16,0-4 0 0,2-3 0 16,5 0 0-16,1-3 0 0,9-6 0 0,0-2 0 15,-1-1-297-15,-1-3-440 0,-3 1-185 16,-8 3 73-16,-2 0 94 0,-7 4-820 15,-2 0-1017-15</inkml:trace>
  <inkml:trace contextRef="#ctx0" brushRef="#br0" timeOffset="41111.53">12790 7129 1254 0,'-46'-19'365'0,"-13"4"-114"0,-5 10-63 16,-9 12-28-16,-26 14-7 0,-6 17 7 0,-4 13 21 16,-1 17 7-16,-33 42 32 0,7 13 15 15,0 15 9-15,17 19-1 0,15 18 7 16,13 14-6-16,12-2 1 0,25-4 7 0,25-41 6 16,23-6 0-16,18-4 1 0,24-9-4 15,25-8-21-15,41 10-11 0,-2-41-22 0,52 0-27 16,-19-36-9-16,22-12-22 0,8-19-17 15,5-15-19-15,-6-21-90 0,36-24-89 16,-27-18-78-16,-16-18-39 0,-51 5 7 0,22-34 18 16,-44 16 21-16,-4-10 23 0,0-41 43 15,-26 28 34-15,-16-9 37 0,-13-11 24 0,-19-6 11 16,-18-7 2-16,-22-43-5 0,-23 12-2 16,-21 11-8-16,-13 20-4 0,-12 23 3 0,9 52-1 15,-8 19-6-15,-11 26-2 16,-5 30-2-16,-5 18-10 0,-6 23-35 0,-27 31-58 0,14 14-80 15,40-12-110-15,11 6-121 16,9 1-154-16,8 0-130 0,15-9 57 0,13-5-516 16,19-17-621-16</inkml:trace>
  <inkml:trace contextRef="#ctx0" brushRef="#br0" timeOffset="43723.67">10196 13448 2882 0,'-4'5'-92'0,"4"-5"53"0,0 7 33 16,0-7 30-16,0 0 33 0,0 0 53 15,0 0 45-15,0 0 30 0,0 0 21 16,0 0-7-16,0 0-5 0,0 0-4 0,0 0 1 16,0 0 3-16,5-34 6 0,1 22-10 15,2-4 0-15,2 1-5 0,1-4-1 0,1 2-9 16,4-3-9-16,0 2-30 0,-3 6-16 16,3 4-3-16,-2 1-6 0,2 5 10 15,3 4-5-15,2 5 13 0,9 6-9 16,-1 8 3-16,-2 4-5 0,1 10-5 0,-2 4 0 15,-5 3-2-15,-5-8 1 0,-1 10-2 16,-6-10-2-16,-2 4-1 0,-4-5-8 0,-1-4-5 16,-2-5-1-16,0-6-5 0,0-2-2 15,0-2-80-15,0 0-6 0,0-5 0 16,0-1 0-16,0-8 0 0,-2 6 0 0,2-6 0 16,0 0 0-16,0 0 0 0,-1-30 0 15,2 4 0-15,9-10 0 0,1 2 0 16,1-2 0-16,2 3 0 0,2 4 0 0,1 3 0 15,0 3 0-15,-2 9 0 0,5 3 0 16,-8 6 0-16,6 5 0 0,0 3 0 16,2 7 0-16,9 3 0 0,-4 8 0 0,-2 1 0 15,-3 2 0-15,1 2 0 0,-1 1 0 16,-4 0 0-16,0 2 0 0,-1-1 0 0,-3 1 0 16,1-1 0-16,-6-10 0 0,-1 0 0 15,-2-5 0-15,-2-2 0 0,4-1 0 16,-3-2 0-16,-1-1-269 0,4-3-302 0,-6-4-143 15,0 0-171-15,0 0 65 0,10-12 90 16,-10 12-699-16,-3-21-880 0</inkml:trace>
  <inkml:trace contextRef="#ctx0" brushRef="#br0" timeOffset="44778.09">10946 12807 3745 0,'0'0'-125'0,"-6"-9"44"0,3 5 30 16,3 4 29-16,-8-11 27 0,6 6 40 0,0-2 35 16,1 1 16-16,1 6 0 15,-7-10 27-15,5 5-5 0,2 5 2 0,-2-9-6 16,2 9-7-16,-1-7-4 0,1 7-9 15,-4-5-10-15,4 5 1 0,0 0 14 16,0 0 23-16,0 0 8 0,-2 26 8 0,4-9 9 16,-2 7 7-16,2 14 10 0,1 0 22 15,1 2-2-15,3 2-6 0,-2 1-8 0,4-4-19 16,-1 1-9-16,0-4-9 0,-1-3-12 16,5-5-4-16,-9-5-12 0,2-8-4 0,0-1-5 15,-3-2 1-15,0-2 1 0,2-1 3 16,-1-3 3-16,-3 1 0 0,2-1-14 0,-2-6-8 15,0 0-11-15,0 0-6 0,0 0-60 16,0 0-5-16,0 0 0 0,0 0 0 16,0 0-120-16,2-19-80 0,-2 19-77 0,0 0-102 15,-4-10-121-15,4 10-130 0,-1-9-212 0,1 9 68 16,0-7 89-16,0 7-602 16,0 0-746-16</inkml:trace>
  <inkml:trace contextRef="#ctx0" brushRef="#br0" timeOffset="45183.08">11313 13005 3586 0,'-5'-1'15'0,"5"1"18"16,-13-6 17-16,13 6 26 0,-10-1 23 0,10 1 31 15,-9-2 20-15,9 2 7 0,0 0-10 16,-12-3-6-16,12 3-14 0,0 0-9 0,0 0-6 16,0 0-6-16,0 0-10 0,0 0-10 15,37-2-7-15,-18 2-8 0,1-3-10 16,7-1-4-16,-2 3-8 0,-4-1-2 15,0-1-7-15,-2 1-3 0,-4 2-6 0,-1-2-3 16,-2 0-1-16,2 0-5 0,-4 2-1 0,-10 0-6 16,12-2 1-16,-12 2-3 15,13 0-20-15,-13 0-20 0,0 0-27 0,12 0-27 16,-12 0-35-16,0 0-53 16,13-1-59-16,-13 1-69 0,0 0-92 0,0 0-133 0,0 0-116 15,3 5 62-15,-3-5-356 0,0 0-411 16</inkml:trace>
  <inkml:trace contextRef="#ctx0" brushRef="#br0" timeOffset="45518.71">12007 12714 2537 0,'-9'-5'27'0,"1"0"17"0,0 1 6 0,8 4 21 15,0 0 37-15,-27 7 37 0,15 2 32 16,-2 3 17-16,-7 10 8 0,6 2 2 16,2 5 4-16,3-2 1 0,0 4-3 15,7-1-1-15,1-6-14 0,4 1-6 0,-1 1-17 16,1-2-11-16,8 5-20 0,0-5-16 15,-3-5-4-15,4-2-16 0,1-1-20 0,-3-4-28 16,1-1-43-16,4-3-50 0,-2-2-62 16,2-4-90-16,1-1-109 0,-3-1-116 15,3-5-148-15,-2 1-95 0,1-4 58 0,-3-2-428 16,1 2-505-16</inkml:trace>
  <inkml:trace contextRef="#ctx0" brushRef="#br0" timeOffset="45718.37">11982 13000 3194 0,'0'0'186'0,"-13"-3"-4"0,13 3 7 0,0 0 4 16,-8-4 3-16,8 4-17 0,0 0-19 16,0 0-12-16,19-8-21 0,-9 5-16 15,5-1-45-15,0 3-60 0,3-3-66 0,-4 2-84 16,0 0-96-16,-1 0-110 0,-1-1-160 15,1 3-95-15,-4-2 63 0,-9 2-304 0,12-1-330 16</inkml:trace>
  <inkml:trace contextRef="#ctx0" brushRef="#br0" timeOffset="46953.9">12695 13268 2151 0,'0'0'-67'0,"-15"0"43"0,15 0 27 16,0 0 27-16,0 0 22 0,0 0 23 0,0 0 23 15,0 0 17-15,0 0 26 0,0 0 40 16,0 0 25-16,0 0 9 0,0 0 5 0,39 3-9 16,-1-6-14-16,5-3-17 0,4 2-20 15,12-1-16-15,0-4-10 0,2 4-16 0,0-4-15 16,-2 4-18-16,-12-2-38 16,0 1-34-16,-10 3-54 0,-6-2-46 0,-8 4-57 15,-5-1-60-15,-2 2-77 0,-7-1-89 16,-9 1-165-16,14 1-33 0,-14-1 58 15,0 0-187-15,0 0-190 0</inkml:trace>
  <inkml:trace contextRef="#ctx0" brushRef="#br0" timeOffset="47252.01">13005 13512 1987 0,'-20'4'241'15,"0"0"40"-15,7-2-2 0,1-1-9 16,3 1 6-16,9-2 22 0,-14 4 21 0,14-4 5 16,0 0-20-16,0 0-37 0,0 0-19 15,0 0-26-15,0 0-44 0,63-14-23 0,-21 8-19 16,0 1-38-16,4-1-37 0,0-1-35 16,0 3-33-16,-5 2-29 0,-1-3-29 0,-8 5-11 15,-5-1-8-15,-4-3-9 0,-3 4-4 16,-6-2 6-16,-3 2 2 0,2 0-6 15,-13 0-6-15,14 0-16 0,-14 0-47 0,0 0-60 16,10 2-72-16,-10-2-100 16,0 0-162-16,0 0-40 0,0 0 70 0,0 0-239 15,0 0-257-15</inkml:trace>
  <inkml:trace contextRef="#ctx0" brushRef="#br0" timeOffset="47895.16">14022 13332 2444 0,'-6'-16'205'16,"1"0"3"-16,1 5 0 0,4-3 16 15,0 0 31-15,2 3 19 0,4-6 10 16,-1 2-20-16,4 1-18 0,2 3-35 15,3-2-6-15,4 6-15 0,5 2-13 0,-3 3 13 16,3 4-12-16,2 3-10 0,10 6-14 16,-7 2-12-16,3 5-11 0,-4 0-8 15,-3 3-15-15,0 3-7 0,-6 0-6 0,-3 1 4 16,-7-4-13-16,-1-1-2 0,-1-5-6 16,-2 2-6-16,-1-3-5 0,-1-2-2 0,0-1-4 15,3-2 1-15,-3 0-3 16,-1-2 14-16,-1-7 5 0,0 0-5 0,0 0-10 0,0 0-10 15,0 0-5-15,6-36-7 0,3 1-10 16,1 1-3-16,5-2-7 0,5-5-7 0,-4 12 2 16,2 3-2-16,-2 2-8 15,0 5 1-15,-1 7-6 0,-3 2-2 0,3 5 2 16,-1 3-2-16,-2 4 1 0,4 1-3 16,3 5 2-16,4 8-1 0,0 3 4 0,-5 0-5 15,4 3 3-15,-5 2 1 0,2 2-3 16,-4-2 4-16,-2 3 0 0,-2-5-5 0,-1-4-6 15,-2-1-14-15,-1-2-22 0,-1-3-36 16,-2-2-43-16,2 1-39 0,-1-2-43 16,-1-2-70-16,-2-1-108 0,4-3-143 0,-6-3-202 15,0 0-70-15,0 0 71 0,13-11-627 16,-9 0-809-16</inkml:trace>
  <inkml:trace contextRef="#ctx0" brushRef="#br0" timeOffset="48163.32">14877 12493 3581 0,'-5'-17'36'0,"1"1"56"0,2 4 16 0,1 4-17 16,-1 1-9-16,2 2-14 15,0 5 22-15,0 0 22 0,0 0 27 0,7 27 8 16,0 3-1-16,5 7-8 0,0 2-9 15,-1 9-3-15,1 2-11 0,-1-2-15 0,-2-8-5 16,1-1-7-16,-2-1-12 0,-3-1-6 16,2-2-6-16,-1-3-10 0,1-7-29 15,-6-5-46-15,3-4-60 0,0-3-85 0,-1-1-107 16,-1-3-119-16,2-4-191 0,0 0-88 16,-4-5 76-16,0 0-422 0,0 0-492 15</inkml:trace>
  <inkml:trace contextRef="#ctx0" brushRef="#br0" timeOffset="48402.67">15154 12350 3082 0,'-2'-4'115'0,"2"4"-9"16,0 0-18-16,0 0 36 0,0 0 37 15,0 0 38-15,2 42 10 0,0-4 6 0,-1 3-9 16,3 2-14-16,0 1-14 0,-2 11-15 15,2 0-23-15,0-8-7 0,2 7-14 0,-1 0-12 16,-1-12-21-16,-1 0-38 0,1-3-53 16,1-1-55-16,-3-9-83 0,-1-5-94 0,3-3-98 15,-4-4-133-15,2-4-200 16,4-4 47-16,-5-2 70 0,7-4-328 0,-8-3-361 16</inkml:trace>
  <inkml:trace contextRef="#ctx0" brushRef="#br0" timeOffset="48703.39">15394 12769 2757 0,'5'-15'185'0,"-1"2"-8"0,5 1-1 15,3 4 16-15,-1-2 33 0,3-1 20 0,-3 4-3 16,4 1-11-16,-1 4-4 0,-1 0-6 16,5 6 4-16,-6 2 7 0,2 5 15 0,-4 6 18 15,-7 0 13-15,1 5 16 0,-6 2 11 16,-2 9 3-16,-5 1 3 0,-3 0-14 15,5-3 4-15,1-5-51 0,4-4-250 16,1-4 0-16,1-3 0 0,3 0 0 0,6-2 0 16,5-5 0-16,9-3 0 0,3-3 0 15,15-4 0-15,2-6 0 0,-1 1 0 0,0 0 0 16,-4-2 0-16,-2 0 0 0,-5 4 0 16,-8 2 0-16,-4 2 0 0,-2-3 0 0,-5 2-398 15,-1 2-251-15,-11 0-82 0,15 2-140 16,-15-2 71-16,6 4-813 0,-6-4-1052 15</inkml:trace>
  <inkml:trace contextRef="#ctx0" brushRef="#br0" timeOffset="50518.41">11689 14825 4526 0,'0'0'35'0,"0"0"20"15,0 0 4-15,0 0 12 0,6-5 28 16,-6 5 38-16,0 0 35 0,0 0 26 0,0 0-5 15,0 0-22-15,0 0-19 0,-2-11-11 16,2 11-12-16,0 0-9 0,0 0 4 0,-5-12-14 16,5 12-7-16,0 0-12 0,-11-2-11 15,11 2-10-15,0 0-6 0,-36 18-1 0,13-3-5 16,-4 5 2-16,7 7 0 0,-1 3 16 16,3 1 7-16,5 3 19 0,2 3 6 15,5 0 3-15,6 1-1 0,6-2-7 16,2-2-8-16,5 0-9 0,4-2-9 15,3-1-5-15,0-6-45 0,5-1-27 0,2-3 0 16,-2-3 0-16,-3-5-166 0,-3-5-100 16,1-4-122-16,0-4-147 0,5-4-184 0,0 0-137 15,5-6 66-15,-1-3-731 0,1-3-965 16</inkml:trace>
  <inkml:trace contextRef="#ctx0" brushRef="#br0" timeOffset="50886.62">12144 14952 3978 0,'-4'-7'71'0,"4"7"60"16,-2-9 15-16,2 9 2 0,0 0 0 16,0 0-8-16,0 0 3 0,0 0 24 15,0 0 5-15,0 0-9 0,14 22-1 0,-8-8-19 16,-2 3-4-16,-1 1 0 0,-1-2-5 16,-2 2-4-16,-2-1 1 0,0 2-10 15,-1-2-5-15,-5 4-7 0,0-4-9 0,-1 0-11 16,-4-4-10-16,-1 1 1 0,3-3-12 15,-3-5 0-15,3-2-10 0,2-4-15 16,-5-9-16-16,3-6-9 0,-5-11-17 0,5-6-1 16,5-4-9-16,6 7 3 0,0 4-2 15,4 4 1-15,0 3 0 0,-1 2 3 16,8 4-3-16,0 4 5 0,-2 3-1 0,7 3 5 16,-3 4 6-16,4 1-6 0,5 4 10 15,9 4-5-15,-3 6 9 0,1-2-11 16,2 0 1-16,-5 1 0 0,1-2-4 0,-6-2 1 15,0-4-3-15,-6 0-23 0,0 0-41 16,-1-3-49-16,-1 0-61 0,1-2-87 0,-3-1-113 16,0-2-128-16,-11 0-163 0,23-7-107 15,-12 4 81-15,1-6-581 0,1-1-731 0</inkml:trace>
  <inkml:trace contextRef="#ctx0" brushRef="#br0" timeOffset="51234.64">12671 14664 3713 0,'-14'-7'1'16,"3"1"26"-16,-3 6 11 0,14 0 38 0,-29 9 37 15,12 0 34-15,-9 8 31 0,1 2 6 16,2 3 8-16,0 2-8 0,2 6-11 0,5-3-16 16,5 1-15-16,2-5-14 0,6-2-12 15,3-4-7-15,1 2-11 0,7-2-7 16,1 0-10-16,10 5-10 0,2-3-7 15,0 0-4-15,0-2-6 0,-1 0-9 16,4 2-4-16,-7-3-4 0,-4-3 4 0,1 3 11 16,-3-1 24-16,-4 2 38 0,-1-1 27 15,0-1 18-15,-4 1 13 0,0-3-1 0,-4 3-2 16,0-3-8-16,-4 3-16 0,0-2-13 16,-3-3-11-16,-2 2-14 0,1-5-8 15,-3-1-88-15,1-4-11 0,-1 0 0 0,0-3 0 16,-3-4-108-16,0-2-133 0,-4-2-89 15,3-1-87-15,0-2-97 0,3 4-141 0,1-5-182 16,2 1 79-16,5 2 84 16,0 1-570-16,4 0-705 0</inkml:trace>
  <inkml:trace contextRef="#ctx0" brushRef="#br0" timeOffset="51678.36">13015 14962 3261 0,'0'0'117'16,"0"0"65"-16,0 0 18 0,0-7 8 0,0 7 2 16,0 0 8-16,0 0 2 0,0 0-14 15,0 0-14-15,6-7-20 0,-6 7-18 0,11-3-12 16,-11 3-17-16,19-9-14 16,-4 2-17-16,2-1-12 0,2-2-11 0,-2-3-11 15,-2 2-9-15,-3 0-6 0,1-1-4 16,-3 2-1-16,0-2-6 0,-7 2 1 15,3-2-3-15,-4 1-9 0,-2 0 3 0,-2 3-7 16,-4 2-1-16,-1 1-2 0,-7 3 4 16,14 2 1-16,-42 7 16 0,8 6 16 0,-10 10 36 15,4 4 31-15,2 6 35 16,6 1 26-16,3 2 17 0,14-3 9 0,0 0 9 0,8 2 9 16,3 0-5-16,8-6-176 0,3 5-44 15,4-3 0-15,8-2 0 0,5-2 0 16,2-3 0-16,10 0 0 0,-2-7 0 15,1-3 0-15,-3-3 0 0,0-3 0 0,-5-3 0 16,-4-3 0-16,-2-2 0 0,-2 0 0 16,0-4 0-16,-2 1 0 0,1-2 0 15,-6 2 0-15,1-1 0 0,-2-2 0 0,-6 5 0 16,2-2 0-16,-7 3 0 0,13-4-436 16,-13 4-296-16,0 0-190 0,0 0 52 0,0 0 101 15,0 0-749-15,0 0-962 0</inkml:trace>
  <inkml:trace contextRef="#ctx0" brushRef="#br0" timeOffset="56574.75">13569 15086 4418 0,'-19'1'-2'0,"6"-1"-2"16,-1 2 2-16,14-2 18 0,-19 2 40 15,19-2 53-15,-11 0 38 0,11 0 8 16,0 0-2-16,0 0-8 0,0 0 0 0,0 0-7 15,39 4-2-15,2-5-17 0,4-2-11 16,5-2-8-16,9 0-9 0,1-1-8 0,-6-3-8 16,-10 4-12-16,0 1-7 0,-5-2-8 15,-14 3-13-15,-2 1-14 0,-5 0-9 16,-5 1-16-16,-2-1-8 0,-1 0-20 16,-10 2-19-16,17-3-36 0,-17 3-45 15,0 0-77-15,0 0-96 0,0 0-108 0,4 7-147 16,-4-7-161-16,0 0 65 0,0 0-446 15,0 0-571-15</inkml:trace>
  <inkml:trace contextRef="#ctx0" brushRef="#br0" timeOffset="57140.68">14339 14895 3365 0,'-5'-6'136'0,"5"6"-7"16,-5-6-18-16,5 6 7 0,-4-7 5 15,4 7 0-15,-4-7 1 0,4 2-11 16,0 5-12-16,0-12-12 0,2 7-9 16,-2 5-8-16,6-11-6 0,-6 7-7 0,0 4-7 15,3-9-4-15,-1 6-4 0,-2 3-4 16,0 0-2-16,5-7-6 0,-5 7 4 15,0 0 23-15,0 0 18 0,0 0 24 0,11 23 14 16,-4-7 13-16,-1 7 7 0,4 4 22 16,1 4-1-16,0 2-5 0,3 2-4 0,-1-4-13 15,3 3-2-15,-1-3-12 16,-2 0-11-16,2-3-11 0,-1-2-5 0,-5-8-14 16,1-2-12-16,-5-3-3 0,2-3-5 15,-4 0-5-15,1-2 6 0,0-2 0 0,-3 0 5 16,-1-1 9-16,0-5 8 0,-1 12 2 15,-7-5 0-15,-2 0-6 0,-1 3 0 0,-6 0 1 16,-2 1-1-16,-10 4-43 0,4-1-35 16,2-4 0-16,10-1 0 0,2-4 0 15,1 0 0-15,3 0 0 0,-3 0 0 0,10-5 0 16,-10 5 0-16,10-5 0 16,0 0 0-16,0 0 0 0,0 0 0 0,34 2 0 15,-12-6 0-15,3-1 0 0,7-1 0 16,-2 2 0-16,-3-1 0 0,0 2 0 0,-4-1 0 15,-3 1 0-15,-2 1 0 0,-3 0 0 16,-1 0 0-16,-5 1 0 0,-2-1 0 0,5 2 0 16,-12 0 0-16,11-1-665 0,-11 1-241 15,0 0-17-15,0 0 115 0,0 0-855 0,0 0-1099 16</inkml:trace>
  <inkml:trace contextRef="#ctx0" brushRef="#br0" timeOffset="57567.16">12312 15987 4820 0,'-41'4'-27'0,"-2"-2"1"16,1-1 11-16,4 1 13 0,7 3 34 15,9-2 73-15,4-3 75 0,7 2 56 0,-1-4 11 16,12 2-15-16,0 0-15 0,0 0-6 16,86-3-15-16,25-5-20 0,24-5-16 15,19-2-18-15,61-11-13 0,4 2-14 16,-3-2-23-16,-52 6-43 0,-4 1-50 15,-6 0-35-15,-5 0-11 0,-12 4-1 0,-19-1 3 16,-36 7 4-16,-12-2 11 0,-12 2-4 16,-19 4 10-16,-6 2 9 0,-12-1 15 0,-4 1 9 15,-4 0-10-15,-5 3 4 16,-8 0-8-16,0 0-11 0,4-3-39 0,-4 3-57 16,0 0-80-16,0 0-100 0,0 0-117 15,-38 7-140-15,27-3-221 0,-1 1 47 0,0 0 91 16,0 0-458-16,5 1-560 0</inkml:trace>
  <inkml:trace contextRef="#ctx0" brushRef="#br0" timeOffset="73706.47">17750 2841 4133 0,'-2'-7'415'0,"2"7"-127"0,-6-9-39 16,6 9-49-16,-2-8-37 0,2 8-32 15,0 0-35-15,0 0 19 0,0 0 35 16,0 0 6-16,-7 39 22 0,7-13-4 15,2 17 7-15,2 15 7 0,-1 1-4 0,5-1-17 16,-2-3-10-16,3 0-17 0,1-8-13 16,-3-8-12-16,-1-5-12 0,-2-7-7 15,2-4-9-15,-3-7-10 0,-1 0-6 0,0-4-21 16,-2-2-50-16,0-1 0 0,0-9 0 16,-4 8-25-16,4-8-122 0,0 0-74 0,0 0-75 15,-25-15-88-15,20-1-107 0,-4-13-124 16,-2-9-153-16,4-2-29 0,2-16 85 0,1-2-558 15,0-3-731-15</inkml:trace>
  <inkml:trace contextRef="#ctx0" brushRef="#br0" timeOffset="73893.37">17567 2759 3384 0,'-13'0'-25'0,"2"0"66"0,11 0 52 0,-16-4 64 16,16 4 45-16,0 0 39 0,-11-2 38 15,11 2 24-15,0 0-2 0,0 0 0 0,-4-7-20 16,4 7-24-16,21-11-21 0,-4 2-27 15,15-5-20-15,1 1-33 0,5 1-55 0,-1 0-66 16,8 1-98-16,-2 4-106 0,2 6-123 16,-4 2-119-16,-3 5-135 0,-6 4-212 15,-5 4 33-15,-9-1 75 0,-7 1-414 0,-6-2-535 16</inkml:trace>
  <inkml:trace contextRef="#ctx0" brushRef="#br0" timeOffset="74403.57">18013 2695 3107 0,'-11'-3'126'0,"11"3"33"0,-18 0 20 0,18 0 26 15,-13 10 37-15,5 2 33 0,-1 7 22 16,0 1 6-16,-2 9-7 0,2 6-14 0,5 3-17 16,3 0-28-16,1-1-17 0,3 3-22 15,5-1-21-15,4 0-11 0,-1-5-19 16,0 0-9-16,-1-7-17 0,-1-7-12 15,-1-5-10-15,-5 0-3 0,6-5-5 16,-6-3-2-16,1-3-6 0,-4-4-15 0,0 0-5 16,0 0-6-16,0 0-6 0,29-27-4 15,-24 7-11-15,4-9-4 0,4 0-4 0,-2 1-2 16,-2 8-6-16,-4 3-2 0,4 4-6 16,-6 3-11-16,1 0-3 0,2 6 4 0,-6 4 11 15,15-1-1-15,-15 1-12 16,22 11 0-16,-9-2 0 0,-1 5 0 0,2-1 0 15,5 8 0-15,-4-2 0 0,-3-1 0 0,0-4 0 16,-3-1 0-16,-2 0 0 16,2-1 0-16,-2-3 0 0,-2-1 0 0,1-1 0 0,-2-3 0 15,-4-4 0-15,0 0 0 16,0 0 0-16,0 0 0 0,21-19 0 0,-16 10 0 16,-1 1 0-16,2 1 0 0,-3 0 0 15,-3 7 0-15,12-7 0 0,-12 7 0 0,13 0 0 16,-13 0 0-16,20 7 0 0,-9-2 0 15,1 2 0-15,3 0 0 0,-4 2 0 16,4-3-59-16,-2 1-116 0,3-2-47 0,1-1-57 16,-3-2-77-16,-2-2-91 0,-12 0-89 15,33-8-109-15,-16 0-145 0,-2-2 57 0,-1-4-610 16,-3-1-799-16</inkml:trace>
  <inkml:trace contextRef="#ctx0" brushRef="#br0" timeOffset="74623.86">18616 2477 3658 0,'-4'-10'15'16,"-1"2"46"-16,1 2 30 0,2 1 11 16,2 5 36-16,0 0 70 0,0 0 48 0,13 24 19 15,5 4-22-15,3 13 0 0,8 3-27 16,-1 11-13-16,12 12 22 0,0 3-11 0,-2 4-16 16,-4 2-19-16,-9-13-16 0,-6-2-17 15,-2 1-14-15,-7-1-12 0,-4-7-16 0,-5-5-12 16,-2-7-37-16,-7 1-52 15,-2-2-65-15,-3-5-81 0,2-3-98 0,-5-6-103 16,7-8-121-16,-1-7-174 0,2-3-181 16,3-7 63-16,5-2 89 0,0 0-516 15,0 0-639-15</inkml:trace>
  <inkml:trace contextRef="#ctx0" brushRef="#br0" timeOffset="74853.53">19405 2961 3186 0,'-13'2'256'15,"1"-1"70"-15,5 1 42 16,7-2 31-16,0 0 28 0,-15 0 9 0,15 0-7 0,0 0-42 16,0 0-37-16,0 0-38 15,0 0-36-15,40-14-70 0,-6 7-84 0,0 1-112 16,0 0-153-16,4 1-166 0,3 2-147 15,-11 1-196-15,-3-1-200 0,2 1 78 0,-11 2 84 16,0 2-539-16,-4-1-692 0</inkml:trace>
  <inkml:trace contextRef="#ctx0" brushRef="#br0" timeOffset="75053.23">19538 3220 3341 0,'-16'14'188'0,"2"-5"95"0,3-2 69 16,1-3 68-16,5 1 46 0,5-5 24 0,-10 5 3 15,10-5-19-15,-6 4-43 0,6-4-37 16,0 0-42-16,0 0-34 0,42-4-129 16,-7-3-189-16,3 2 0 0,-2-1 0 0,0-1 0 15,-8 2-274-15,-3 1-162 0,-2 1-125 16,-6 1-128-16,-1 2-193 0,-5 3 82 0,-4-3 87 16,-7 0-592-16,10 6-762 0</inkml:trace>
  <inkml:trace contextRef="#ctx0" brushRef="#br0" timeOffset="75803.6">20670 2731 3745 0,'-13'-5'-56'0,"1"5"16"0,12 0 32 16,-24 14 34-16,-1 10 65 0,-4 10 54 0,2 12 37 15,-3 11 26-15,-4 22 28 0,1 5 11 16,10 0 32-16,7-14 11 0,6-1-6 16,6 1-7-16,9-3-10 0,9-6-8 0,8-3-16 15,11-9-17-15,4-4-16 0,4-9-22 16,13-8-18-16,1-7-12 0,3-5-18 0,3-9-17 16,-11-6-33-16,0-6-31 0,8-9-18 15,-8-4-17-15,-2-7-3 0,-4-5-7 16,-6-5-6-16,-3-4 0 0,-9-4-2 15,-5-5 2-15,-8-5-8 0,-9-9-2 0,-5-3 2 16,-11-1 2-16,-5-5-9 0,-15-13 5 16,-5 5-2-16,-7 9-1 0,6 18-3 0,-4 9-4 15,-2 9 3-15,-4 10-2 0,9 13-1 16,-5 11 5-16,2 3 5 0,-9 14 7 0,3 5 15 16,8 5 3-16,4 6 5 0,9 3-3 15,8 5-25-15,8-5 0 0,5 2 0 16,6 0 0-16,10-3 0 0,4 2 0 0,11-1 0 15,10-2 0-15,11-7 0 16,1-5 0-16,6-2 0 0,-1-7 0 0,-7-4 0 16,-4-6 0-16,-3 1 0 0,-8-4 0 15,-5 0 0-15,-4-4 0 0,2 1-115 0,-6-2-245 16,-2-1-116-16,1-2-145 0,-3-1-195 16,-2-3-31-16,3 1 99 0,-3-5-683 0,1-2-882 15</inkml:trace>
  <inkml:trace contextRef="#ctx0" brushRef="#br0" timeOffset="76035.8">21691 2402 4254 0,'-21'-7'88'0,"4"10"27"16,-3 4 37-16,-7 13 60 15,-9 14 58-15,2 10 26 0,0 9 17 0,-2 19 8 16,7 6-2-16,13-13-9 0,8 5-17 15,8 3-25-15,10-4-22 0,6-2-23 0,7-1-20 16,12 3-19-16,-3-15-60 0,0-6-124 16,-1-5 0-16,3-6 0 0,-4-4 0 15,-5-11-84-15,0-3-259 0,0-4-153 0,-4-8-173 16,-4 0-189-16,4-5 26 0,-8-2 86 16,7-4-670-16,-5-2-867 0</inkml:trace>
  <inkml:trace contextRef="#ctx0" brushRef="#br0" timeOffset="76419.48">21884 3088 4320 0,'-7'-10'220'0,"4"3"30"0,1 2 31 15,2 5 22-15,-4-9 12 0,4 9-3 16,0 0 9-16,0 0-1 0,0 0-16 0,42 10-28 16,-23-1-28-16,6 8-24 0,2 2-17 15,-5 1-18-15,-3 3-88 0,1-1-101 0,-9-1 0 16,-2-3 0-16,-3 1 0 0,-4-2 0 15,-2 1 0-15,-2-1 0 0,2-4 0 16,-4-2 0-16,0-1 0 0,0-3 0 0,4-7 0 16,-7 6 0-16,7-6 0 0,0 0 0 15,-5-38 0-15,8 15 0 0,5-13 0 16,4 5 0-16,1 2 0 0,-2 7 0 16,3 6 0-16,-2 2 0 0,2 8 0 0,3-1 0 15,-1 7 0-15,-2 0 0 0,4 5 0 16,-1 3 0-16,0 3 0 0,0 1 0 0,-2 2 0 15,9 6 0-15,-4-1 0 0,-3-2 0 16,-4-3 0-16,-1 0 0 0,-1-1 0 0,1-4 0 16,-4 0 0-16,-3-2 0 0,1-1 0 15,-1-1 0-15,-1 0 0 0,0-1 0 0,-4-4 0 16,0 0-684-16,0 0-323 0,0 0 102 16,12-16 98-16,-12 8-821 0,0-9-1068 0</inkml:trace>
  <inkml:trace contextRef="#ctx0" brushRef="#br0" timeOffset="76654.85">22469 2431 4240 0,'-16'-26'21'0,"5"8"100"0,0 4 83 16,2 1 70-16,6 5 44 0,-5 0 10 0,5 1-18 16,-2 2-34-16,5 5 1 0,0 0 28 15,0 0 4-15,-4 31-11 0,13 1-5 0,0 8-20 16,4 7-26-16,2 3-150 15,0 0-97-15,3 1 0 0,-2-3 0 0,2-3 0 16,-3 0 0-16,-3-9 0 0,1-4 0 0,-3-2 0 16,-5-6 0-16,1-7 0 15,-2 0 0-15,-1-5-135 0,1-1-526 0,0-4-228 16,-3-3-20-16,-1-4 97 0,13 0-815 16,-13 0-1067-16</inkml:trace>
  <inkml:trace contextRef="#ctx0" brushRef="#br0" timeOffset="76968.78">22845 2543 4712 0,'0'0'-5'0,"-19"-2"53"15,19 2 70-15,-17 12 58 0,7-2 58 16,3 7 28-16,-2 2 11 0,0 3 7 0,2 9 9 16,1-5-8-16,4 0-11 0,2-5-16 15,2 0-18-15,2 2-21 0,3-4-21 0,2-2-12 16,4-2-25-16,1-1-142 0,-2-5-15 15,1-3 0-15,7-2 0 0,-4-4 0 0,-2 0 0 16,6-4 0-16,0-2 0 0,-1-5 0 16,-1 1 0-16,-3-5 0 0,-1-10 0 0,0-2 0 15,-6-3 0-15,-5-5 0 0,-1-1 0 16,-4 0 0-16,-1 3 0 0,-3 8 0 16,1 4 0-16,-3 2 0 0,2 5 0 15,-5 4 0-15,-4 2 0 0,3 1 0 16,-3 4-90-16,1 6-373 0,14-3-134 0,-23 7-181 15,16-4-128-15,-1 2 96 0,5 1-736 16,3-6-991-16</inkml:trace>
  <inkml:trace contextRef="#ctx0" brushRef="#br0" timeOffset="77468.5">23219 2519 4069 0,'-24'-6'6'0,"15"3"89"16,9 3 58-16,-14-5 35 15,14 5 20-15,-11 0 10 0,11 0 6 0,-13 7 21 16,7 0-5-16,0 1-7 0,3 3-13 16,-1 2-12-16,0-1-17 0,4 5-17 0,2-3-13 15,2 1-20-15,1-1-10 0,4 0-11 16,0-2-13-16,2-2-5 0,3-3-10 0,-1-2-8 16,0-3-11-16,-1-2-3 0,-12 0-8 15,25-7-4-15,-16 1-6 0,0-3-6 16,1-3-2-16,0-2-4 0,-9-4-8 0,3-4-2 15,-2 3-1-15,-6-6-10 0,4 1 1 16,-2 7-14-16,1 3-6 0,-1 2 0 16,0 4 0-16,-2 2 0 0,4 6 0 15,0 0 0-15,0 0 0 0,0 0 0 0,-6 28 0 16,10-11 0-16,2 6 0 0,1 11 0 16,4 0 0-16,1 2 0 0,7 8 0 0,-2-1 0 15,3-2 0-15,-5-5 0 0,-4-4 0 16,3 2 0-16,-7-3 0 0,0-1 0 0,0-5 0 15,-4-5 0-15,-3-1 0 0,0-6 0 16,2 1 0-16,-4-2 0 0,-1-1 0 16,-2-2 0-16,0 0 0 0,-6 2 0 0,-2-4 0 15,2-2 0-15,0-5 0 0,-3 0 0 16,-2 0 0-16,-4-4 0 0,-1-3 0 16,5-3 0-16,-4-2 0 0,4 2 0 15,0-1 0-15,1-1 0 0,5 2 0 0,1 0 0 16,-1 1 0-16,5 1-1051 0,0-1 76 15,5 0 106-15,5 0-932 0,2-6-1230 0</inkml:trace>
  <inkml:trace contextRef="#ctx0" brushRef="#br0" timeOffset="77884.65">23662 2632 5055 0,'-2'-7'67'0,"2"7"75"0,-4-11 65 15,4 11 43-15,-3-5 31 16,3 5-5-16,0 0-18 0,0 0 8 0,0 0 26 15,0 0 21-15,-2 36-10 0,6-13-32 16,-4 1-61-16,1 1-210 0,3 9 0 0,-4-4 0 16,4-4 0-16,-2-1 0 0,1-1 0 15,-2-5 0-15,1 0 0 0,0-3 0 0,0-3 0 16,0-3 0-16,-2 1 0 0,2-3 0 16,-1-3 0-16,-1-5 0 0,0 0 0 0,0 0 0 15,0 0 0-15,0 0 0 0,0 0 0 16,18-24 0-16,-12 14 0 0,-1 0 0 0,2 0 0 15,-1 1 0-15,1 0 0 0,-2 4 0 16,2-1 0-16,-1 2 0 0,-6 4 0 0,18 0 0 16,-18 0 0-16,18 7 0 15,-6 1 0-15,-1 3 0 0,0 1 0 0,-1 3 0 16,0 5 0-16,-7-6 0 0,1 4 0 16,1 2 0-16,-5-1 0 0,0 2 0 0,0-5 0 15,-1 2 0-15,-1-1 0 0,0-2 0 16,-2 0 0-16,2-6 0 0,-1 2 0 15,-1-4 0-15,0-1 0 0,-1-2 0 0,5-4 0 16,0 0 0-16,-20-10 0 0,15-6-991 16,-1-6 23-16,3-17 95 0,8-16-950 0,3-8-1249 15</inkml:trace>
  <inkml:trace contextRef="#ctx0" brushRef="#br0" timeOffset="78284.65">24030 2280 5076 0,'-4'-15'8'16,"4"5"54"-16,-2 1 43 0,4 0 40 0,-2 9 45 16,7-10 34-16,2 9 7 0,-9 1 11 15,24 5 13-15,-3 5-1 0,8 7-6 0,-3 3-10 16,1 4-14-16,-2 2-6 0,-5 3-2 16,-6-1-9-16,-1-1-159 0,-4-4-48 0,-4-1 0 15,-1-2 0-15,-4-1 0 0,-2-2 0 16,-5 1 0-16,4-3 0 0,-5-1 0 15,-3 1 0-15,1-3 0 0,-3-3 0 16,-2-2 0-16,-2-3 0 0,-3-2 0 0,4-5 0 16,-5-7 0-16,-4-11 0 0,4-8 0 15,4-14 0-15,6-7 0 0,2 9 0 0,9 0 0 16,0 10 0-16,2 7 0 0,1 6 0 16,1 2 0-16,-1 5 0 0,5 5 0 15,-1 4 0-15,-7 2 0 0,27 10 0 0,-8 2 0 16,8 4 0-16,2 3 0 0,1 1 0 15,5-1 0-15,-5 0 0 0,0-2 0 0,1 2 0 16,-5-5 0-16,-3-3 0 16,-6 0 0-16,0-2 0 0,2-1 0 0,-6-3 0 0,5 0 0 15,-3-1 0-15,2-1-392 16,-4-5-651-16,-3 2 101 0,-10 0 106 0,15-8-857 16,-5-2-1128-16</inkml:trace>
  <inkml:trace contextRef="#ctx0" brushRef="#br0" timeOffset="78535.15">24929 1680 5190 0,'-12'-10'286'15,"7"0"21"-15,-2 5 5 0,5 1-14 0,2 4-13 16,0 0 22-16,20 31 9 0,9 7-1 16,7 6 2-16,12 31-59 0,-5 14-258 15,-2 8 0-15,-17 10 0 0,-12 7 0 16,-14 4 0-16,-8-1 0 0,-12-5 0 0,-7-1 0 15,-5-7 0-15,-3-4 0 0,3-9 0 16,-2-12 0-16,11-18 0 0,1-9 0 0,2-6 0 16,9-15 0-16,2-5 0 0,1-7 0 15,5-9 0-15,-4-3 0 0,8-6-327 0,1-1-524 16,0 0-100-16,-4-17 94 0,6 3-913 16,-2-2-1201-16</inkml:trace>
  <inkml:trace contextRef="#ctx0" brushRef="#br0" timeOffset="78918.75">19909 5543 5435 0,'-23'6'277'0,"1"-3"23"0,9-2 32 0,1 1 35 16,3 0 31-16,9-2-9 0,-16 3-14 15,16-3-57-15,-9 2-318 0,9-2 0 16,0 0 0-16,0 0 0 0,48-3 0 0,7-6 0 16,14-1 0-16,10-2 0 0,23-5 0 15,1 1 0-15,-26 9 0 0,0-1-806 0,-11 3-168 16,-18 5 96-16,-15 2-1004 0,-19 6-1305 16</inkml:trace>
  <inkml:trace contextRef="#ctx0" brushRef="#br0" timeOffset="79075.5">20007 5939 5697 0,'-13'6'219'0,"3"-1"14"0,5-2 22 0,5-3 43 16,-4 5 79-16,4-5 46 0,0 0-2 15,32 0-153-15,12-6-268 0,17-8 0 0,11-3 0 16,21-8 0-16,0 0 0 0,1-3 0 16,-5 3 0-16,-19 2 0 0,-7 5 0 0,-11 0-297 15,-7 0-448-15,-11 4-196 0,-18 2 89 16,-4 5 83-16,-10 3-791 0,-2 4-1003 15</inkml:trace>
  <inkml:trace contextRef="#ctx0" brushRef="#br0" timeOffset="79899.84">21725 5207 4073 0,'-19'-26'-33'0,"-2"0"64"16,-6 8 23-16,-3 2 21 0,-4 4 33 16,-4 9 25-16,0 6 22 0,-8 15 19 15,-3 14 8-15,-7 21 12 0,1 17-2 0,5 11 9 16,7 10 16-16,8 4 17 15,10 1 13-15,14 0-3 0,10-16 10 0,13 11 6 16,13-9-2-16,19-8-15 0,8-13-14 16,10-9-25-16,-4-17-18 0,4-10-110 0,1-7-76 15,4-10 0-15,-3-5 0 0,-1-8 0 16,-2-4 0-16,-2-9 0 0,-1-6 0 0,-8-5 0 16,-3-4 0-16,-5-6 0 0,-4-3 0 15,-6-4 0-15,-5-2 0 0,-5-7 0 0,-8-5 0 16,-6-7 0-16,-8-3 0 0,-10-5 0 15,-13-22 0-15,-7 5 0 0,-12 10-2 0,-6 8-67 16,-5 16 4-16,4 18 3 0,-5 11 8 16,-3 12 5-16,-4 11 5 0,-2 14 12 0,2 6 10 15,4 6 22-15,6 4 18 16,7 7 22-16,9 3 16 0,10 5 16 0,12 1 20 16,10-1 10-16,6 5-83 0,10 3-19 15,9-2 0-15,4-3 0 0,10-4 0 0,2-5 0 16,9-5 0-16,1-6 0 0,2-5 0 15,-8-5 0-15,0-2 0 0,-4-5 0 0,-5-2 0 16,-7-3 0-16,1-3 0 0,-5 0 0 16,1-2 0-16,-3-4-366 0,-3 0-132 0,-4-4-153 15,-2-1-213-15,3 1 54 0,-3-3 81 16,-1 4-724-16,0 0-903 0</inkml:trace>
  <inkml:trace contextRef="#ctx0" brushRef="#br0" timeOffset="80166.52">22777 4881 4374 0,'-30'9'149'0,"-6"8"23"16,-1 16 35-16,-3 8 61 0,2 9 63 15,-5 17 39-15,17-8 20 0,5 7 0 0,9 2-15 16,10 2-23-16,6-1-19 15,12 0-26-15,5-6-134 0,6-2-173 0,2-2 0 16,7-7 0-16,-2-6 0 0,0-5 0 16,0-3 0-16,-2-6 0 0,-5-9 0 0,0-6 0 15,-5-7 0-15,-1-3 0 0,1-3 0 16,-1-4-614-16,-1-6-166 0,3-1-129 0,-1-1 90 16,-6-3-905-16,0-4-1157 0</inkml:trace>
  <inkml:trace contextRef="#ctx0" brushRef="#br0" timeOffset="80549.59">23014 5411 5106 0,'-3'-15'98'0,"-3"1"38"0,4 4 35 16,2-1 38-16,2 3 28 0,6 1 17 0,-1 0 5 15,7 2-6-15,2 2-5 0,0 3-12 16,5 1-10-16,2 6-11 0,5 4-13 0,1 4-4 15,-4 4-55-15,-2 3-143 0,-5 0 0 16,-6-2 0-16,-2-2 0 0,-5 1 0 0,1 0 0 16,-3-2 0-16,-3-2 0 0,1-2 0 15,-1 0 0-15,2-4 0 0,-2-2 0 0,0-7 0 16,0 0 0-16,0 0 0 16,0 0 0-16,17-33 0 0,-3 3 0 0,0-3 0 15,6 5 0-15,-2 1 0 0,4 4 0 16,1 3 0-16,-7 8 0 0,4 3 0 0,-6 4 0 15,2 3 0-15,2 4 0 0,-3 1 0 16,2 3 0-16,2 2 0 0,-2 1 0 0,0 1 0 16,0-1 0-16,-2-1 0 0,4-1 0 15,-6 0 0-15,5-4 0 0,-3-1 0 16,2-4 0-16,3-1-484 0,-4-2-521 0,6-5 103 16,3-6 97-16,-2-4-894 0,1-1-1133 15</inkml:trace>
  <inkml:trace contextRef="#ctx0" brushRef="#br0" timeOffset="80749.73">23798 4547 5139 0,'-10'-13'249'15,"2"2"45"-15,6 2 27 0,-1 4 16 16,3 5 29-16,0 0 37 0,0 0-1 0,39 26-19 16,2 10-86-16,14 19-297 0,0 1 0 15,-5 10 0-15,-10 6 0 0,-14 12 0 0,-9 7 0 16,-10-14 0-16,-9 3 0 0,-8 20 0 15,-2-2 0-15,-9-6 0 0,6-21 0 16,-2-6 0-16,-3-7-487 0,2-3-496 16,0-8 85-16,7-15 91 0,2-12-899 0,5-5-1140 15</inkml:trace>
  <inkml:trace contextRef="#ctx0" brushRef="#br0" timeOffset="81053.52">21011 6954 5043 0,'-131'49'424'15,"5"-5"-44"-15,13-3-40 0,22-8-23 0,33-11 16 16,24-12 51-16,25-7 16 0,22-9 0 16,44-16-230-16,63-15-170 0,101-20 0 15,44-7 0-15,38-4 0 0,44-5 0 0,20 0 0 16,26-1 0-16,156-27 0 0,-184 38 0 15,-14 8 0-15,-26 5 0 0,-35 8 0 16,-42 3 0-16,-90 15 0 0,-35 5 0 0,-40 5 0 16,-22 0 0-16,-27 3 0 0,-20 4 0 15,-12 2 0-15,-9 1 0 0,-16-1 0 0,-24 3 0 16,-32 4 0-16,-31 2-274 0,-14 9-492 16,-11 4-169-16,-2 6 88 0,-4 6 90 15,-52 16-812-15,3 6-1010 0</inkml:trace>
  <inkml:trace contextRef="#ctx0" brushRef="#br0" timeOffset="81299.3">20734 7729 5051 0,'-30'13'510'0,"13"-5"-56"16,7-4-52-16,15-1-38 0,-5-3-39 15,61-12-27-15,32-11-26 0,35-2-12 0,66-21-5 16,21 4-255-16,7-2 0 0,11 1 0 15,7-1 0-15,3-1 0 0,-1 0 0 0,4-10 0 16,2 2 0-16,-10-2 0 16,-7 1 0-16,-16 1 0 0,-19 3 0 0,-54 12 0 0,-21 0 0 15,-16 2 0-15,-28-2-13 16,-29 9-593-16,-24 5-133 0,-19 4-161 0,-10 3 87 16,-20-8 72-16,-25-2-748 0,-20 5-937 15</inkml:trace>
  <inkml:trace contextRef="#ctx0" brushRef="#br0" timeOffset="82498.55">11403 3689 3908 0,'-32'-9'234'0,"-4"0"-96"16,7 4-57-16,8 0-53 15,2-1-4-15,5 5-14 0,3-3 3 16,4 0 10-16,7 4 35 0,0 0 33 0,27-11 20 15,32-8 7-15,43-9-3 0,22-9-12 16,68-21-10-16,27-10-16 0,22-2-14 0,12 0-9 16,15-7 0-16,14 5-6 0,0 3-5 15,0 6-9-15,-3 7 1 0,-10 6-4 16,-13 8-4-16,-26 8-4 0,-60 15-6 0,-20 5 2 16,-16 2 0-16,-22 6-6 0,-36 4-4 15,-15-1 1-15,-17 1-2 0,-12 0 3 0,-5 2 4 16,-6-2 10-16,-1 2 3 15,-6 0 12-15,-3-1 9 0,3 1 10 0,-14 0 7 16,19 0-2-16,-19 0-9 0,17 0-10 0,-17 0-10 16,15 7 4-16,-3 4-6 0,3 15-1 15,1 10-2-15,-2 21-3 0,0 13 2 16,-1 25 2-16,-4 6 0 0,4 7 12 0,-6 6 20 16,2 0 13-16,5 4 15 0,1 0-7 15,4 3 7-15,4-7-5 0,4-2 0 16,7-1 7-16,2-1 7 0,8-6 6 0,-4-4 10 15,4-7 9-15,-3-8-13 0,-2-9 6 16,-8-16-12-16,-6-6-8 0,-1 0-7 16,-1-3-61-16,-6-5-30 0,4 1 0 15,-8-10 0-15,-2 9 0 0,1 3 0 0,-6-8 0 16,0 1 0-16,-5 5 0 0,-1-1 0 16,0-1 0-16,2 1 0 0,2-1 0 0,0-1 0 15,-1-1 0-15,6-1 0 0,-4-6 0 16,4-2 0-16,1-2 0 0,-2-2 0 0,-1-7 0 15,3-2 0-15,-1-2 0 0,5-4 0 16,7 2 0-16,8-1 0 0,12-8 0 0,16 1 0 16,12-7 0-16,8-2 0 0,32-9 0 15,10-1 0-15,-1-6 0 0,2-1 0 0,-3-2 0 16,-4-1 0-16,-9 1 0 16,-27 4 0-16,-9-1 0 0,-7 2 0 0,-11 3 0 15,-14 4 0-15,-11 0 0 0,-4 1 0 16,-6 3 0-16,-5 0 0 0,-3-1 0 0,-2 1 0 15,-5 3 0-15,1-5-167 0,-1 5-332 16,0 0-124-16,0 0-143 0,-13-11-70 0,5 8 79 16,1-2-788-16,-2 0-989 0</inkml:trace>
  <inkml:trace contextRef="#ctx0" brushRef="#br0" timeOffset="82748.36">17326 5310 4846 0,'-11'-10'300'0,"10"-1"-6"0,-3 4-1 0,6 1 11 16,-2 6 27-16,15-6 30 0,0 3 31 16,8 3-3-16,19 7-1 0,11 6-95 0,7 7-293 15,-3 5 0-15,13 15 0 0,-3 8 0 16,-8 5 0-16,-8 6 0 0,-15-5 0 0,-11 1 0 16,-10 4 0-16,-7 4 0 0,-12 3 0 15,-11 5 0-15,-14 15 0 0,-8-4 0 16,-19 0 0-16,-7-3 0 0,-9-2 0 0,-6-6 0 15,-3-7 0-15,0-5 0 0,3-13-400 0,0-6-586 16,17-16 83-16,2-2 96 0,0-7-926 16,2-2-1165-16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23T05:17:05.7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6034 1481 316 0,'0'-10'136'0,"0"10"-18"15,-2-9-8-15,2 9-18 0,0-8 16 16,0 8 9-16,0-12 25 0,0 12 6 15,0-11 22-15,0 11 18 0,0-10 11 0,0 10 23 16,0-12 26-16,0 12 11 0,0-8 13 16,0 8 6-16,-2-9-1 0,2 9-8 15,-2-7-8-15,2 7-9 0,0 0-17 0,-2-12-15 16,2 12-26-16,0 0-14 0,-1-7-21 16,1 7-15-16,0 0-13 0,0 0-22 0,0 0-10 15,0 0-10-15,0 0-12 0,0 0-7 16,0 0 1-16,-7 33-8 0,7-12-1 15,-4 14 5-15,1 5-1 0,-1 1 10 16,0 4-1-16,3-2 9 0,-5-1 4 16,4 0-2-16,-3-2 0 0,4-3-2 0,-1-8-1 15,0-4-8-15,0-1 0 16,2-4-9-16,0-4-8 0,-2 0 0 0,2-3-2 16,0 0-7-16,0-5 0 0,-2 1-10 0,2-1 3 15,0-8-8-15,0 14-11 0,0-14-53 16,-5 5-90-16,5-5-97 0,-6 4-128 15,6-4-140-15,0 0-162 0,0 0-188 0,-10-19 79 16,8 11-628-16,2-5-837 0</inkml:trace>
  <inkml:trace contextRef="#ctx0" brushRef="#br0" timeOffset="412.91">5876 1269 3428 0,'-14'-7'-169'0,"3"0"58"0,0 2 37 16,-1 1 37-16,3 0 32 0,9 4 24 15,-20-3 27-15,9 3 22 0,11 0 24 16,-17-1 22-16,17 1 7 0,-15 0-3 0,15 0-4 15,0 0-3-15,-18-2-11 0,18 2-12 16,0 0-7-16,0 0-6 0,0 0 2 16,0 0-10-16,0 0-7 0,84-2-5 0,-34-1-8 15,13 2-6-15,-2-3-4 0,-12 0-4 16,-3-1-7-16,-2 2 3 0,-16 3-5 16,-3-4-5-16,-5 4 7 0,-8 0-5 0,1 0 15 15,-13 0 7-15,20 2 14 16,-20-2-4-16,16 0-3 0,-16 0-7 0,0 0-7 15,12 2-26-15,-12-2-40 0,0 0-54 0,6 5-64 16,-6-5-72-16,5 8-88 16,-1-2-119-16,1-3-248 0,-5-3 58 0,11 9 69 15,-4-2-137-15,1-1-178 0</inkml:trace>
  <inkml:trace contextRef="#ctx0" brushRef="#br0" timeOffset="770.65">6762 1121 1775 0,'-5'-9'-1'0,"1"3"44"0,4 6 23 0,-7-9 13 15,7 9 5-15,0 0 18 0,0 0 25 16,-25 19 16-16,14 0 24 0,-7 8 23 16,6 6 16-16,-2 3 11 0,1 13 6 0,4-1 2 15,0 4 4-15,7 3 7 16,1-9 11-16,2-1-20 0,1-4-16 0,7-1-15 16,-4-5-7-16,4 0-22 0,2-4-15 15,-4-8-20-15,0-2-8 0,2-4-14 16,-5-1-10-16,5-3-30 0,-6-2-49 0,3-1-60 15,-3-2-66-15,1-1-84 0,-2 0-66 16,5-3-92-16,-7-4-112 0,0 0-194 0,0 0-23 16,0 0 60-16,12-12-309 15,-6 4-404-15</inkml:trace>
  <inkml:trace contextRef="#ctx0" brushRef="#br0" timeOffset="1178.83">6836 1530 2569 0,'0'0'71'0,"0"0"30"0,-2-11 15 16,2 11 1-16,0 0 8 0,0 0 22 16,0 0 42-16,0 0 21 0,0 0 4 15,19 20-2-15,-9-7-7 0,-1 2-15 16,0 1-13-16,1 0-4 0,-1 0-8 0,2 1-4 16,-4-3-13-16,-2-1-1 0,3-1-2 15,-3-1-10-15,-1-1 7 0,-2-1-8 0,4-2 17 16,-4-1 16-16,-2-6 17 0,4 9-1 15,-4-9 9-15,0 0-17 0,0 0-25 16,0 0-17-16,11-19-15 0,-5 2-15 16,0-2-16-16,3 0-14 0,1 2-10 15,-1 2-9-15,-1 3-16 0,1-1-12 0,2 4-11 16,1 2-6-16,-1 3-10 0,3 2-3 16,-14 2-2-16,28 6-2 0,-12 1-3 15,1 2 3-15,-4 6 6 0,2-2-3 0,-1 2 3 16,-1 1 3-16,-1 1-5 0,-3-1 1 15,0 1 0-15,2-4 2 0,-6-1 0 0,2-1-16 16,-3 0-31-16,0-3-52 0,1 0-42 16,0-1-56-16,-3-2-60 15,-2-5-105-15,5 5-112 0,-5-5-135 0,0 0-214 16,0 0 42-16,11-16 100 0,-5 3-460 16,2-6-609-16</inkml:trace>
  <inkml:trace contextRef="#ctx0" brushRef="#br0" timeOffset="1444.65">7377 1153 3258 0,'-5'-8'80'0,"5"2"35"15,0 6 15-15,-3-9 3 0,3 9-2 0,0 0 10 16,0 0 42-16,0 0 16 0,19 22-1 16,-6 2-4-16,3 5 1 0,-1 5 2 15,-2 1 1-15,0 14 22 0,-1-1 8 0,-2 2-4 16,-3-2-1-16,-1-7-11 15,-5-1-12-15,-1-2-17 0,0-7-15 0,-1 7-18 16,-3-13-13-16,0-3-9 0,2-3-20 16,0-2-5-16,-1-1-51 0,1-5-41 15,0 2-80-15,0-5-77 0,0 0-86 0,2-2-127 16,0-6-98-16,0 0-109 0,0 0-200 16,0 0-15-16,0 0 56 0,2-24-499 15,6 8-686-15</inkml:trace>
  <inkml:trace contextRef="#ctx0" brushRef="#br0" timeOffset="1619.15">7809 1534 3471 0,'0'0'124'0,"0"0"59"0,0 0 48 0,0 0 45 16,0 0 24-16,8-4 8 0,-8 4-22 16,0 0-16-16,13-9-35 0,1 2-24 0,0 2-30 15,6-6-66-15,8 0-103 0,-1-3-94 16,2 0-123-16,0 2-107 0,2 3-99 15,-6 2-120-15,5-4-201 0,-7 7 42 0,-7 1-412 16,-3 3-572-16</inkml:trace>
  <inkml:trace contextRef="#ctx0" brushRef="#br0" timeOffset="1811.66">7905 1680 3185 0,'-16'14'137'0,"5"-6"57"0,3 0 55 16,0 0 55-16,3-5 53 0,1 2 11 15,4-5-19-15,-6 5-31 0,6-5-26 0,0 0-28 16,0 0-22-16,21 2-30 0,-21-2-61 16,30-3-96-16,-11 1-103 0,5-3-109 0,-3 0-111 15,-3 1-64-15,0-1-57 0,-2 0-55 16,0-1-116-16,-5 0-168 0,-2 3 61 16,0-4-382-16,-4 0-522 0</inkml:trace>
  <inkml:trace contextRef="#ctx0" brushRef="#br0" timeOffset="2592.99">8657 1507 2839 0,'0'0'7'0,"-12"-5"56"0,12 5 39 0,-10-10 54 16,7 6 32-16,-1-3 31 0,2 1 11 15,0-4-1-15,2 2-3 0,2-2-16 16,2 0-16-16,-1-4-23 0,9 3-15 0,1-4-19 16,3 3-19-16,3 0-14 0,2 3-9 15,11 1-13-15,-5 6-7 0,2 2-7 0,-3 5-10 16,5 4-4-16,-1 5-7 15,-4 5-4-15,-1 3-4 0,-5 0-1 16,-8 6-4-16,-3-3 10 0,-7 1 31 0,-4-2 23 16,-7 9 25-16,-2 1 25 0,-6-1 13 15,0-6 4-15,0 0 2 0,-2-4 1 0,2 3-3 16,2-12-11-16,3 2-15 0,4-7-8 16,-1-1-7-16,6 1-10 0,-6-2-8 15,6-2-10-15,-1 2-65 0,4-7-31 0,-2 8 0 16,2-8 0-16,0 0 0 0,19 4 0 15,-8-4 0-15,9 0 0 0,2-2 0 0,1 2 0 16,-2-3 0-16,0 3 0 0,-2-2 0 16,1-2 0-16,-8 3 0 0,2 1 0 15,-14 0 0-15,19-1 0 0,-19 1 0 16,15 0 0-16,-15 0 0 0,12-2-68 16,-12 2-226-16,9-4-99 0,-9 4-118 0,8-5-132 15,-8 5-252-15,6-7 60 0,-6 7 96 16,5-7-558-16,1 2-755 0</inkml:trace>
  <inkml:trace contextRef="#ctx0" brushRef="#br0" timeOffset="3994.44">9518 1328 3342 0,'0'-8'-112'16,"0"8"60"-16,0 0 49 0,0-8 46 15,0 8 39-15,0 0 41 0,0 0 29 0,0 0 18 16,-2-11 7-16,2 11-2 0,0 0-5 16,0 0-16-16,0 0-16 0,0 0-9 15,0 0 40-15,0 0 20 0,-2 36 17 0,4-11 2 16,0 1 8-16,-1 17 9 15,3 2-7-15,3 9-9 0,-2-3-11 0,1-8-14 16,-1-3-14-16,3 0-11 0,-5-4-12 16,4-3-10-16,-2-8-11 0,-1-4-13 0,0-4-7 15,-1 0-10-15,-1-5-10 16,0 0-7-16,-2-1-8 0,2-3-3 16,2 1-6-16,-4-2-15 0,0-7-33 0,1 10-35 15,-1-10-101-15,-1 4-103 0,1-4-104 0,0 0-89 16,0 0-99-16,0 0-121 0,0 0-225 15,-15-19 65-15,11 10 82 0,-1-3-489 0,0 2-670 16</inkml:trace>
  <inkml:trace contextRef="#ctx0" brushRef="#br0" timeOffset="4303.04">9390 1215 3144 0,'-19'-3'-13'0,"4"1"37"16,1 1 25-16,5-3 31 0,9 4 26 0,-15-3 32 15,15 3 13-15,0 0-2 0,-16-2-9 16,16 2-18-16,0 0-12 16,0 0-3-16,0 0 6 0,0 0-2 0,0 0-3 15,47-4-14-15,-13-1-9 0,7 0-6 16,1 2-8-16,0-4-11 0,-2 2-2 0,-2-1-11 15,-9 1-9-15,-6 2-6 0,-7 1-6 16,-2-1-17-16,-1 1-20 0,-1 1-34 16,-12 1-35-16,15-2-44 0,-15 2-51 0,0 0-53 15,0 0-69-15,10 6-96 0,-10-6-187 16,-10 11-49-16,4-2 72 0,3-1-164 16,-7 2-213-16</inkml:trace>
  <inkml:trace contextRef="#ctx0" brushRef="#br0" timeOffset="4642.97">10232 1128 2209 0,'-6'-7'131'0,"2"1"14"0,4 6 3 0,-9-7-17 15,9 7 14-15,0 0 28 16,0 0 24-16,-21 29 8 0,14-9 0 0,-4 15 0 16,2 6 1-16,4 2 1 0,-1 9 0 15,2 4-8-15,3 0 0 0,1-11 3 16,1 1-17-16,-1-5-16 0,2-3-11 0,4-2-21 16,-3-4-11-16,1-6-15 0,2-5-8 15,-3-4-10-15,-1-1-7 0,1-3-43 0,3-1-58 16,-5-3-63-16,1 1-70 0,0-3-75 15,-2-7-100-15,7 5-90 0,-7-5-124 16,0 0-185-16,0 0 45 0,20-19-408 0,-11 4-555 16</inkml:trace>
  <inkml:trace contextRef="#ctx0" brushRef="#br0" timeOffset="5046.96">10384 1397 3167 0,'0'0'158'15,"-4"-9"61"-15,4 9 40 0,-1-6 14 16,1 6-9-16,0 0-20 0,-4-9-21 0,4 9-30 16,0 0-19-16,0 0-17 0,0 0-13 15,0 0-14-15,0 0-12 0,28 19-14 16,-16-10-13-16,-5 2 0 0,3 2-13 0,-1-1-9 16,1 2-3-16,-4-3 2 0,1 2 3 15,-3-3 8-15,0 0 11 0,1-2 15 0,-3-1 7 16,2 0 12-16,1-1 19 15,-5-6 16-15,0 0 22 0,5 8 9 16,-5-8-14-16,0 0-19 0,0 0-19 0,13-19-14 16,-6 5-72-16,4-1-52 0,-2-4 0 15,2 4 0-15,1-1 0 0,-3 4 0 0,4-1 0 16,-1 2 0-16,1 2 0 0,-1 3 0 16,-3 1 0-16,4 2 0 0,-3 2 0 15,-10 1 0-15,27 1 0 0,-14 7 0 0,0-2 0 16,-1 5 0-16,-3-4 0 15,0 5 0-15,4 1 0 0,-4 0 0 0,-4-2 0 16,4 1 0-16,-6-1 0 0,3-1-171 0,-1-2-57 16,-1-1-54-16,0 0-79 0,-1-2-62 15,-1 1-78-15,-2-6-134 0,3 6-199 16,-3-6 72-16,0 0-596 0,0 0-814 16</inkml:trace>
  <inkml:trace contextRef="#ctx0" brushRef="#br0" timeOffset="5303.27">11089 1010 4061 0,'-6'-5'131'0,"5"-1"35"0,1 6 17 0,-8-5 3 16,8 5-16-16,0 0-27 0,0 0 7 16,0 0 14-16,-4 22-3 0,5-4-7 15,-1 4-2-15,5 14-15 0,-3 0-7 16,0 3 4-16,1 1-11 0,-1 3 0 15,0-1-24-15,-2 0-8 0,0 1-4 0,0 0-10 16,-2-4-22-16,0-2-38 0,1-2-47 16,-1-6-69-16,0-6-67 0,0-5-75 0,-3 0-92 15,5-3-84-15,0-3-102 0,0-5-176 16,0-1-23-16,0-6 86 0,7 1-403 16,-7-1-510-16</inkml:trace>
  <inkml:trace contextRef="#ctx0" brushRef="#br0" timeOffset="5558.82">11218 1449 3051 0,'0'0'163'0,"2"-11"53"16,-2 11 38-16,0 0 25 0,0-8 13 0,0 8-24 15,0 0-14-15,8-9-26 0,-8 9-20 16,13 2-22-16,-13-2-11 0,18 7-17 16,-7 1-6-16,-2 1-12 0,3 3 0 0,-2 0-2 15,-3 4 16-15,0-1 1 0,-2 0 1 16,0 1 5-16,1-3-4 0,-2 1-3 0,-1 2-4 15,-1-6-9-15,2 5-15 16,2-6-10-16,-4 1-8 0,2-3-8 0,3 1-7 16,-1-1-25-16,1-1-57 0,3-5-87 15,-10-1-152-15,25-3-167 0,-10-2-125 16,12-9-160-16,-2 0-211 0,2 0 75 0,-3-1 88 16,2-2-571-16,7-2-756 0</inkml:trace>
  <inkml:trace contextRef="#ctx0" brushRef="#br0" timeOffset="7740.42">11672 1066 1658 0,'-16'-7'28'0,"16"7"41"0,-13-3 28 16,13 3 16-16,-9-2 25 0,9 2 26 15,-10-3 27-15,10 3 23 0,0 0 2 0,-9-4 3 16,9 4 3-16,0 0-7 0,0 0-4 15,0 0-6-15,-11-5-9 0,11 5-10 16,0 0-15-16,0 0-21 0,0 0-16 16,0 0-18-16,0 0-12 0,0 0-8 0,-11 10-6 15,14 3-10-15,1 2-3 0,1 7-4 16,6 13-3-16,5 9-5 0,3 6 0 16,0 3-5-16,2 2-3 0,0 1-1 0,-2 4 2 15,0-1 8-15,-2-3 6 0,-3-1 6 16,-3-3 5-16,-4-11 14 0,-5-1 1 15,0-10 2-15,-2-4 5 0,0-1-2 0,-2-4 4 16,2-1-4-16,-2-2-6 0,2-4-2 16,-1 0 0-16,1-5-10 0,-2 2-2 15,2-2-7-15,-2-1-5 0,2-8-4 16,-2 12-11-16,2-12-5 0,0 10-2 16,0-10-19-16,0 9-30 0,0-9-47 0,-2 7-61 15,2-7-73-15,0 0-112 0,0 0-136 16,-4 5-181-16,4-5-261 0,0 0 76 0,0 0 95 15,0 0-557-15,12-28-719 0</inkml:trace>
  <inkml:trace contextRef="#ctx0" brushRef="#br0" timeOffset="7991.59">12418 1613 3847 0,'-11'2'178'0,"2"2"8"0,9-4 19 16,-12 3 38-16,12-3 43 0,0 0 18 15,-11 2 4-15,11-2-24 0,0 0-26 16,0 0-26-16,0 0-22 0,0 0-21 0,0 0-17 16,63-5-31-16,-22 1-63 0,7 1-91 15,-1-2-89-15,11-5-95 0,-14 5-107 0,-1 1-85 16,-3-1-71-16,-11 2-97 0,-6-1-185 15,-5 2 27-15,-9 0 73 0,-4 0-378 16,-5 2-496-16</inkml:trace>
  <inkml:trace contextRef="#ctx0" brushRef="#br0" timeOffset="8276.83">12548 1344 3196 0,'-10'-7'228'0,"3"4"8"0,7 3-6 15,-7-6-3-15,7 6-17 0,0 0-23 16,0 0-18-16,0 0 22 0,-11 26 8 0,11-3 2 16,2 16-5-16,0 4 2 0,1 1-9 15,2-1-17-15,-1 3 2 0,4 6-16 16,-3-11-12-16,2-3-14 0,-2-1-14 0,3-5-11 16,-5-3-12-16,1-8-12 0,0 0-3 15,-3-4-4-15,1-2-14 0,0-3-5 16,0 0-35-16,3-3-43 0,-5 0-57 15,1-2-69-15,1 0-77 0,-2-1-81 0,0-6-103 16,0 0-135-16,0 0-272 0,0 0 65 16,0 0 86-16,0 0-487 0,0 0-618 15</inkml:trace>
  <inkml:trace contextRef="#ctx0" brushRef="#br0" timeOffset="9808.54">13462 1488 2921 0,'0'0'-129'0,"0"0"39"16,0 0 36-16,0 0 29 0,-9 4 37 0,9-4 31 16,0 0 20-16,0 0 24 0,0 0 21 15,-6 6 25-15,6-6 16 16,0 0 17-16,0 0 6 0,0 0 17 0,0 0 9 0,0 0 9 15,0 0 7-15,-8 5 13 0,8-5 3 16,0 0 9-16,0 0 8 0,0 0-24 16,0 0-18-16,0 0-19 0,-4-20-23 15,4 20-19-15,2-14-11 0,-2 5-10 16,2 0-14-16,0 0-9 0,3 0-22 0,-4 2-3 16,1-1-15-16,4 2-9 0,-1-2-8 15,5 5-9-15,-10 3-2 0,23-2-4 0,-8 7 8 16,4 4-14-16,8 6 0 0,-1 4-1 15,-1 3 1-15,0 1-7 16,-1 6 5-16,-4-2-2 0,-1-1-8 0,-4 1 2 0,-4-4 3 16,-1-5 1-16,-2-1-5 15,-3-3 10-15,1 0 7 0,-2-2 6 0,-2-2 7 16,4-1 6-16,-4-2 16 0,-1-1 15 16,-1-6 19-16,4 7 13 0,-4-7-3 15,0 0-15-15,0 0-6 0,0 0-33 0,0 0-53 16,-2-37 0-16,4 14 0 0,2 0 0 15,-1-4 0-15,1 4 0 0,3 1 0 0,0-8 0 16,0 8 0-16,4 3 0 0,0 7 0 16,0-1 0-16,3 2 0 0,-1 4 0 15,-1 2 0-15,4 3 0 0,-1 4 0 16,3 5 0-16,-1 3-15 0,3 7-6 16,-4 2-6-16,1 5 7 0,-2 0 4 0,-4 2-2 15,-1-2 3-15,-4-4 16 0,0 2 8 16,-1-1 4-16,-1-4 0 0,0-2-6 15,-1 3 2-15,1-4-1 0,1-2 2 0,-3-2 0 16,-1-1 0-16,1-1-4 0,0-1-22 16,0-3-24-16,-2-4-51 0,4 11-65 0,-4-11-106 15,0 0-113-15,0 0-110 0,0 0-110 16,0 0-233-16,0 0 23 0,0 0 90 16,7-20-573-16,-7 20-747 0</inkml:trace>
  <inkml:trace contextRef="#ctx0" brushRef="#br0" timeOffset="10139.48">14169 1281 3550 0,'-2'-16'-21'0,"-2"3"46"0,1 2 47 15,1 4 35-15,2 0 21 0,0 7-2 16,-2-8-12-16,2 8-17 0,0 0 5 0,0 0 20 15,0 0 15-15,9 33 12 0,0-4 11 16,4 5 11-16,-2 2 5 0,1 12 10 16,2 0 5-16,-1-3-7 0,1 2-5 15,-5-9-14-15,2-2-17 0,0-1-4 16,-4-3-1-16,0-6-16 0,-1-6-9 0,0-1-15 16,-2-2-12-16,0-3-5 0,0-2-13 15,-3-2-8-15,3-1-26 0,0-1-38 0,-2-2-62 16,-2-6-51-16,1 10-85 0,-1-10-114 15,0 0-118-15,0 0-133 0,0 0-206 16,0 0 3-16,14-24 96 0,-10 12-482 0,0-3-618 16</inkml:trace>
  <inkml:trace contextRef="#ctx0" brushRef="#br0" timeOffset="10491.71">14590 1449 3198 0,'0'0'63'16,"-3"-7"40"-16,3 7 37 0,0 0 12 0,-9-5-4 16,9 5-10-16,0 0 2 0,0 0 16 15,0 0 5-15,-11 20 5 0,9-8-3 0,0 6-3 16,1 0-1-16,1 4-2 0,0-1-9 16,1 1-10-16,1 0-8 0,2 1-8 15,3-3-4-15,2 0-5 0,-2-4-10 16,4 0-4-16,3-2 0 0,1-6-4 15,1-1-11-15,-2 0 0 0,6-5-8 0,-4-1 8 0,0-1-2 16,1-1 10-16,-4-4-2 16,2-2-3-16,-3-4 0 0,-1-2-5 15,-1-5-7-15,-5 0-11 0,0-7-7 0,-5 2-7 16,-7-2-3-16,2-9-17 0,-6 5-14 16,0 7-31-16,-7 0-32 0,2 4-48 0,3 8-55 15,-1 5-63-15,-6 0-83 0,4 5-73 16,0 2-88-16,-4 1-133 0,6 1-205 15,-2 1 55-15,5 1 77 0,4-1-400 0,-2 2-536 16</inkml:trace>
  <inkml:trace contextRef="#ctx0" brushRef="#br0" timeOffset="11038.6">14999 1460 3125 0,'0'0'124'0,"-21"-6"22"0,21 6 7 16,0 0-2-16,0 0-7 0,0 0 3 16,0 0 10-16,-16 15 1 0,10-3-2 0,4 3-5 15,-1 3-13-15,3-1-8 0,0 2-14 16,0 1-8-16,3 1-8 0,3 1-7 16,-1-3-9-16,4-2-9 0,2-2-8 15,-4-2-3-15,2-1-3 0,2-3-1 16,1-3-7-16,-4-1-5 0,-1-1-2 0,-7-4-9 15,18 0 1-15,-18 0 0 0,14-11-9 16,-7 1 0-16,0-4-4 0,-3-1-3 16,0-6-3-16,-1-1-3 0,-1-1-2 0,0 3 2 15,0 1 9-15,-2 6 7 0,0-1 3 16,2 0-9-16,-2 6 0 0,3-1-13 0,-3 9-6 16,0-9 1-16,0 9 2 0,0 0-2 15,0 0 3-15,0 0 5 16,5 40 1-16,1-18 6 0,-3 5-1 0,3 6 0 15,1 7 27-15,2-1 18 0,-6 2 21 16,3 1 11-16,-1-3 4 0,-3 2 13 0,0-1 5 16,0-2 8-16,-4-8 9 0,2-2 9 15,-2-1 2-15,0-1 2 0,1-5-3 16,-1 1-3-16,-2-6-43 0,2-2-102 0,0-1 0 16,-1-2 0-16,-4-2 0 0,2 0 0 15,-5-4 0-15,-1 0 0 0,-1-4 0 0,-2-2 0 16,-6-1 0-16,-3-1 0 0,3-2 0 15,-3 1 0-15,-4-1 0 0,-6-4 0 0,7 6 0 16,1-3-1-16,3 2-534 16,-2-3-166-16,11 0-251 0,0-4 76 15,5 2 112-15,5-4-720 0,4-4-930 0</inkml:trace>
  <inkml:trace contextRef="#ctx0" brushRef="#br0" timeOffset="11475.81">15344 1603 4450 0,'-2'-9'164'0,"2"9"40"0,-2-8 29 15,2 8 24-15,0 0-1 0,0 0-23 16,0-9-27-16,0 9-20 16,0 0-14-16,0 0-19 0,0 0-13 0,34 20-11 15,-21-9-16-15,-1 1-13 0,1 2-2 16,-1-4-12-16,-1 3-11 0,0-4-5 0,-4 5-1 15,-1-2-11-15,-5 0-4 0,3 0-3 16,-4 0-3-16,0-3 0 0,0-1 5 16,0-1 28-16,0-7 37 0,0 8 8 0,0-8 0 15,0 0-92-15,0 0-34 16,7-30 0-16,0 8 0 0,6-8 0 0,0 5 0 0,-1 4 0 16,-5 6 0-16,2 3 0 15,-2 3 0-15,0 4 0 0,4 2 0 0,-11 3 0 16,0 0 0-16,33 11 0 0,-19 0 0 15,8 4 0-15,-5-1 0 0,1 0 0 0,4 3 0 16,-3-5 0-16,-4 0 0 0,-5-5 0 16,1 1 0-16,2-1 0 0,-2 0 0 15,-4-2 0-15,0-2 0 0,-1 1 0 0,-6-4 0 16,14 2 0-16,-14-2 0 0,16-12 0 16,-5 1 0-16,-2-5 0 0,0-4 0 15,-1-12 0-15,0-1 0 0,-5 0 0 0,-3 6-159 16,-5 7-926-16,-2 6 108 0,-6 4-1053 15,2 6-1446-15</inkml:trace>
  <inkml:trace contextRef="#ctx0" brushRef="#br0" timeOffset="28844.73">5092 3254 1191 0,'0'0'317'16,"2"-10"-73"-16,-2 10-22 0,2-9-18 15,-2 9-9-15,0 0-1 0,0 0-18 16,-2-10-12-16,2 10-15 0,0 0 28 0,0 0 30 15,-2 27 10-15,2-9 5 0,0 8 4 16,0 13-1-16,0 0 5 0,0 3-7 0,2-2-10 16,3 2-15-16,1-5-15 15,-3 3-17-15,6-4-18 0,-3-5-8 0,4-2-13 16,-2-5-11-16,-3-5-7 0,1-4-8 16,-1-3-27-16,2-2-7 0,-2-1 6 15,1-6-8-15,-6-3-9 0,17 3-4 16,-17-3-5-16,22-13-4 0,-6 1-10 0,-3-4 2 15,6-6-4-15,-4 6-8 0,-3 0 0 0,-3 4-8 16,-1-1 2-16,2 5 0 0,-3 0-17 16,-3 2-3-16,4 3 2 0,-8 3 0 15,12-3-1-15,-12 3 1 0,0 0-2 0,24 5 1 16,-14 0 2-16,1-2 3 16,0 1-4-16,3-1 2 0,-3 1-3 0,5-3 2 15,-4 1 4-15,-12-2 8 0,22 0-9 16,-22 0 2-16,23-5 0 0,-12 0 8 0,-2-2 16 15,3 0-2-15,-3-3 6 0,-1-2 4 16,-1 0-2-16,-2-6-4 0,0 0-4 16,-1-5 1-16,-2-2-3 0,-2 0-10 0,0 2-14 15,0-1-27-15,-2 7-30 0,2 3-53 16,-2 0-69-16,2 8-58 0,-2 0-64 16,2 6-53-16,0 0-69 0,0 0-112 15,0 0-207-15,-19 17 41 0,15-7 72 0,6 1-389 16,-2 1-492-16</inkml:trace>
  <inkml:trace contextRef="#ctx0" brushRef="#br0" timeOffset="29260.62">5998 3489 2656 0,'0'0'-40'0,"2"12"40"0,-2-12 32 15,2 7 38-15,-2-7 32 0,0 0 23 0,3 9 27 16,-3-9-3-16,4 4 14 0,-4-4-2 16,0 0 6-16,9 7 2 15,-9-7-2-15,0 0 0 0,14 2-16 0,-14-2-10 16,0 0-18-16,18-11-9 0,-9 4-10 16,-4-2-13-16,5-3-10 0,-5-2-6 0,3-1-6 15,-6-1-10-15,2 4-3 0,0 2-4 16,-2 0 3-16,-1 1-4 0,-2 2-6 15,1 7-6-15,0 0-3 0,-13-5-4 0,13 5 5 16,-27 16 8-16,9-3 3 0,0 8 3 16,-2 3-5-16,5 3 3 0,2 0 0 0,5-2-4 15,3-3 4-15,3-2 6 0,2-1 4 16,2 0-4-16,3 1 6 0,1 0 0 16,3-1 3-16,5-4-4 0,3-1-7 15,2-3-5-15,-1 0-2 0,2-2-7 16,-3-4-26-16,0-4-33 0,-1 1-55 0,0-2-61 15,2-2-82-15,-1-1-93 0,0 0-118 16,0-4-140-16,-2 1-176 0,5-2 54 0,-2 1-484 16,0-1-639-16</inkml:trace>
  <inkml:trace contextRef="#ctx0" brushRef="#br0" timeOffset="29710.28">6794 3458 3612 0,'0'0'204'0,"-2"-8"11"0,2 8 6 15,0 0 12-15,10-9-3 0,-10 9-8 0,12-2-5 16,-12 2-7-16,24 6-22 0,-12-1-16 16,8 1-6-16,-3 5-34 0,0-1-1 15,-1 2-6-15,-1 2-2 0,-2 0 7 0,-5-1 4 16,-1 1 2-16,-3 1-1 0,0 1 0 15,-6-1-6-15,-2 1-9 0,-1-1-5 0,-3-1-13 16,0 0-6-16,0-2-8 0,-1-6-5 16,0 0-8-16,1-3-5 0,8-3-11 15,-21-9-10-15,11-3-10 0,1-8-16 16,3-2-5-16,1-1-4 0,3-1-4 16,0 6 0-16,0-2-2 0,4 5-4 0,-2 3-6 15,2 0-1-15,4 4-1 0,-3 1 1 16,6 3 7-16,-9 4-9 0,25 4-2 0,-7 0 1 15,2 3 4-15,2 4 2 0,4 5-2 16,1 0 1-16,0 4 3 0,-3-2 1 16,-1 0-1-16,2 0-4 0,-6-4-22 0,-6-2-22 15,2 0-28-15,-5-3-38 16,-1-3-50-16,2 1-48 0,-2 0-59 0,0-3-91 16,0-3-126-16,-9-1-168 0,18-5-181 15,-9 2 74-15,-2-4-655 0,7-3-868 0</inkml:trace>
  <inkml:trace contextRef="#ctx0" brushRef="#br0" timeOffset="30077.06">7535 3300 3719 0,'-4'-13'-81'0,"2"8"65"0,2 5 44 15,-4-9 48-15,4 9 26 0,-6-7 9 0,6 7-3 16,0 0-3-16,-11-5 6 15,11 5 12-15,0 0 4 0,-25 10 8 0,18-3 1 16,0 0-6-16,-4 2-1 0,2-1-2 16,4 1 0-16,-4-1-1 0,6 1 0 15,-1 0 2-15,2 0 2 0,2 0 1 0,6 2-8 16,-5-1-14-16,10 2-8 0,-4 0-3 16,2 0-11-16,3 1-19 0,-1 0-17 0,0-1-1 15,1 0-4-15,-1 0-3 0,-3-2-7 16,2 2-3-16,-3-2 0 0,-3 0 2 15,2-1 2-15,-3 1 6 0,-1-1 2 0,-2-2 0 16,-2 1 4-16,-1 1-9 16,-5 0-6-16,1-2-1 0,-5 1-5 0,1-1-9 15,-5-2-35-15,5-2-47 0,2-1-59 16,-5-4-70-16,-1-1-76 0,3-5-96 0,1-1-97 16,0-5-142-16,4 2-176 0,-4 0 74 15,8-2-537-15,-1 4-703 0</inkml:trace>
  <inkml:trace contextRef="#ctx0" brushRef="#br0" timeOffset="30476.71">8032 3282 3374 0,'-2'-11'-9'0,"2"11"56"0,-2-8 43 15,2 8 26-15,-6-9 9 0,6 9-3 0,-8-4-6 16,8 4-8-16,-12 0-2 0,12 0-10 16,-20 6-4-16,9 1-5 0,-1 0-9 15,3 3-4-15,0-2-9 0,-1 3-7 0,0-1-1 16,6-2 6-16,-1 3 4 0,3-1 8 16,0 1 7-16,6-1 11 0,-2 0 4 0,5 5 4 15,3-6-1-15,0 3-1 16,3 2-3-16,-1-1-6 0,0 0-6 15,0-3 9-15,0 1 10 0,-5-2 6 0,0 0 7 16,4-2 9-16,-8 1-2 0,1-2 6 16,0 1 4-16,-3-1-2 0,-1-6-15 0,-1 12-8 15,-3-5-8-15,-2 2-12 0,-4-2-8 16,1-3-26-16,0 2-35 0,-5-3-66 0,3 0-80 16,-2-3-80-16,13 0-86 0,-29-6-112 15,13-3-130-15,0 1-177 0,8-3-66 16,-4 3 77-16,5-2-548 0,3-1-709 0</inkml:trace>
  <inkml:trace contextRef="#ctx0" brushRef="#br0" timeOffset="30784.4">8138 3306 3424 0,'0'0'36'0,"0"0"36"0,0 0 21 15,0 0 17-15,0 0 21 0,0 0 35 0,12 8 11 16,-12 1-3-16,2-1-6 0,-2 5-5 15,2 0-4-15,-2 4-3 0,4 0-3 16,-2 1-4-16,-1-2-5 0,3 0-4 0,3-1-3 16,0-1-3-16,0-2-2 0,4 0-2 15,0-1-3-15,0-3-15 0,0-2 5 0,1-2-9 16,-1 0-8-16,-2-3-7 16,-9-1-13-16,21-1-4 0,-10-1-7 0,1-4-9 15,-2 3-4-15,-1-8-13 0,-1 0-2 16,3-6-5-16,-1-2-33 0,-7-3-18 15,6 0-18-15,-6-11-29 0,1 3-27 0,-2 7-34 16,0 1-57-16,-2 3-71 0,-2 3-86 16,0 4-100-16,-2 1-127 0,1 2-209 0,-6 2 56 15,6 3 79-15,3 4-399 0,0 0-512 16</inkml:trace>
  <inkml:trace contextRef="#ctx0" brushRef="#br0" timeOffset="31410.23">8536 3259 2962 0,'0'0'105'15,"0"0"46"-15,0-9 29 0,0 9 16 16,0 0 7-16,0 0-17 0,0 0-12 0,0 0 4 16,0 0-1-16,0 0-6 0,14 18-10 15,-8-8-5-15,-2 2-8 0,1 4-3 16,1-3 3-16,-3 5 10 0,2-4 3 0,-3 1 13 15,2 0 5-15,-3-3 4 16,-1 0-3-16,2-3-4 0,0-1-2 0,-2-2 3 0,0-6 5 16,2 13 6-16,-2-8 7 0,0-5 2 15,0 0-12-15,0 0-24 0,0 0-81 16,0 0-80-16,0 0 0 0,21-32 0 16,-12 13 0-16,9-10 0 0,-3 1 0 0,0 4 0 15,-2 5 0-15,-2 6 0 0,3-3 0 16,-3 4 0-16,-1 4 0 0,2 1 0 15,-3 5 0-15,2 2 0 0,-11 0 0 0,23 9 0 16,-11-1 0-16,1 1 0 0,-2 5 0 16,-1-3 0-16,1 5 0 0,-3-3 0 15,-2 1 0-15,2 0 0 0,-5-4 0 0,1 1 0 16,0-3 0-16,-3 2 0 0,1-5 0 16,-2-5 0-16,4 11 0 0,1-6 0 0,-5-5 0 15,0 0 0-15,0 0 0 16,0 0 0-16,0 0 0 0,27-25 0 0,-15 7 0 15,1 2 0-15,-1 0 0 0,1 0 0 16,7-4 0-16,-6 6 0 0,0 2 0 0,-1 3 0 16,-2 4 0-16,1 3 0 0,-12 2 0 15,22 4 0-15,-9 3 0 0,-2 1 0 0,-1 3 0 16,-3 1 0-16,1 1 0 0,-5 1 0 16,5 2 0-16,-4-2 0 0,0 4 0 15,0-3 0-15,-3-1 0 0,3 0 0 16,-2-2 0-16,0 0 0 0,2-2 0 15,-3 0 0-15,-1-3 0 0,2 0 0 0,-2-2 0 16,0-5 0-16,0 7-126 0,0-7-491 16,0 0-211-16,0 0-99 0,0 0 91 0,14-22-816 15,-5 7-1089-15</inkml:trace>
  <inkml:trace contextRef="#ctx0" brushRef="#br0" timeOffset="31844.24">9602 3180 4358 0,'-4'4'-101'0,"4"-4"75"0,0 0 87 0,5 14 65 16,-5-14 42-16,4 7 28 0,-4-7 20 16,8 5 6-16,-8-5-7 0,12 2-18 15,-12-2-7-15,0 0-27 0,0 0-16 0,24-6-15 16,-24 6-11-16,13-8-13 0,-7 3-7 15,1-4-8-15,1-1-15 0,-2-4 4 0,0 0-6 16,-3 2 1-16,-1 0-2 0,-2 1 6 16,0-2-7-16,-2 3-10 0,-1 0-10 0,-3 3-3 15,-2 2-4-15,8 5 2 16,-20 0 9-16,20 0 9 0,-31 12 16 0,15-1 14 16,-4 9 16-16,3 2 10 0,-1 2 10 15,5 1-111-15,6-2-22 0,-1-5 0 16,4 2 0-16,2-4 0 0,2 2 0 0,2-1 0 15,2-2 0-15,4 2 0 0,-1-3 0 16,4 1 0-16,3-4 0 0,1-1 0 0,-1-3 0 16,0 0 0-16,-2-2 0 0,-1 0 0 15,1-2 0-15,0 1 0 0,-5-2 0 0,-7-2 0 16,18 2 0-16,-18-2 0 0,11 0 0 16,-11 0 0-16,0 0-184 0,0 0-873 15,0 0 116-15,-31 10 103 16,15-7-921-16,-6 3-1189 0</inkml:trace>
  <inkml:trace contextRef="#ctx0" brushRef="#br0" timeOffset="33758.55">6605 4897 4364 0,'0'0'-224'0,"-4"3"65"16,4-3 47-16,0 0 35 0,0 0 40 15,-9 7 31-15,9-7 41 0,0 0 29 0,-4 5 18 16,4-5 18-16,0 0 11 0,0 0 11 16,-7 5 8-16,7-5 6 0,0 0 10 0,0 0 8 15,-4 7 10-15,4-7 9 0,0 0 15 16,0 0 22-16,0 0 6 0,0 0 9 16,0 0 4-16,0 0 0 0,0 0-14 0,0 0-17 15,0 0-20-15,0 0-18 16,0 0-19-16,-10-24-14 0,10 16-16 0,0-2-9 15,2-1-10-15,1-1-12 0,2 0-7 0,-1 0-9 16,3 2-6-16,1-2-12 0,-1 2-3 16,3-1-4-16,1 4-38 0,3 2-1 15,1 2 0-15,4 3 0 0,1 2 0 0,2 1 0 16,5 4 0-16,3 7 0 0,1-1 0 16,-3 6 0-16,-3 0 0 0,-5 1 0 15,0 5 0-15,-7-4 0 0,-3-3 0 0,-3 1 0 16,1-1 0-16,-5-2 0 0,1 1 0 15,-2-1 0-15,0-4 0 0,-2 0 0 0,4-4 0 16,-4-1 0-16,0 2 0 16,0-9 0-16,0 0 0 0,0 0 0 0,0 0 0 15,0 0 0-15,0 0 0 0,-4-24 0 16,4 5 0-16,4-3 0 0,2-1 0 0,1 3 0 16,4-8 0-16,1 2 0 0,1 6 0 15,-1 4 0-15,1 1 0 0,3 3 0 16,2 2 0-16,-4 3 0 0,3 2 0 0,2 1 0 15,-4 6 0-15,5 2 0 0,-4 4 0 16,4 4 0-16,5 5 0 0,-7 5 0 0,1 2 0 16,-3 2 0-16,-1 2 0 0,2-1 0 15,-4 2 0-15,-3-1 0 0,-2-4 0 16,1-5 0-16,-3-2 0 0,-1-4 0 16,1 1 0-16,0-4 0 0,-2 0 0 0,0-2 0 15,-1-1 0-15,-1-2 0 0,-2-5 0 16,0 0 0-16,8 3 0 0,-8-3 0 0,0 0 0 15,3-15-466-15,0 4-181 0,-1-4-183 16,2-2-44-16,-3 0 92 0,3-1-780 16,2-3-1004-16</inkml:trace>
  <inkml:trace contextRef="#ctx0" brushRef="#br0" timeOffset="33967.56">7687 4830 4188 0,'0'0'137'0,"0"0"62"0,-12 2 37 16,12-2 31-16,0 0 30 0,0 0 15 16,0 0 4-16,0 0-16 0,0 0-25 15,0 0-28-15,0 0-25 0,0 0-25 0,38-7-47 16,-20 3-72-16,-1 1-92 0,2-1-100 16,0 1-100-16,0 1-112 0,-2-1-119 0,1 0-123 15,0 2-164-15,-6-2-25 0,-1 3 83 16,-11 0-543-16,17 6-679 0</inkml:trace>
  <inkml:trace contextRef="#ctx0" brushRef="#br0" timeOffset="34157.54">7786 4982 3644 0,'-14'9'158'16,"3"-2"48"-16,2 0 48 0,5-2 62 0,-4-2 37 16,8-3 33-16,-5 5 12 0,5-5-10 15,0 0-17-15,-2 9-28 0,2-9-32 0,0 0-32 16,19 2-34-16,-6-2-59 0,5-4-67 15,-2 3-79-15,4-3-95 0,1-2-84 16,-1 2-71-16,1 2-72 0,-6-3-63 16,3 4-80-16,-5-3-77 0,-1 1-120 0,-3-1-170 15,-2 0 74-15,-7 4-611 0,11-3-785 0</inkml:trace>
  <inkml:trace contextRef="#ctx0" brushRef="#br0" timeOffset="34842.61">8493 4792 3628 0,'-12'2'14'16,"12"-2"74"-16,-17 2 49 0,17-2 54 0,0 0 49 15,-19-4 42-15,19 4 55 16,-11-3 15-16,11 3 3 0,-9-7-11 0,2 2-14 16,3-1-21-16,4 6-25 0,-3-13-28 0,3 4-27 15,0 9-20-15,7-17-26 0,0 9-18 16,0 1-18-16,2 0-36 0,2 3-111 16,1 1 0-16,1 0 0 0,3 3 0 0,2 2 0 15,0 1 0-15,1 2 0 0,-2 2 0 16,3 1 0-16,-6 4 0 0,0 4 0 15,-1-1 0-15,-6 4 0 0,-3 1 0 0,-4 2 0 16,-4 12 0-16,-5 3 0 0,-4-2 0 16,-8 7 0-16,0 1 0 0,2-11 0 0,2-2 0 15,0-3 0-15,3-2 0 16,3-7 0-16,3-2 0 0,2-5 0 0,3 0 0 16,-3-1 0-16,6-1 0 0,0-2 0 15,0-7 0-15,11 10 0 0,1-8 0 0,1-1 0 16,8-1 0-16,4-3 0 0,1 0 0 15,11-3 0-15,1-2 0 0,-4 3 0 0,-7 1 0 16,-4 1 0-16,-4-1 0 0,-6 3 0 16,0-3 0-16,-2 4 0 0,1-2 0 15,-4 1 0-15,-8 1 0 0,17-4 0 16,-9 4 0-16,-8 0 0 0,11-3 0 0,-11 3 0 16,8-1 0-16,-8 1 0 0,9-4 0 0,-9 4 0 15,6-3-277-15,-2-3-667 16,-4 6 1-16,3-10 106 0,1 5-928 0,-2-2-1196 15</inkml:trace>
  <inkml:trace contextRef="#ctx0" brushRef="#br0" timeOffset="35722.78">8938 4477 4532 0,'0'0'-177'0,"-3"-9"72"0,3 9 68 0,0 0 60 16,-8-8 60-16,8 8 50 0,0 0 35 16,0 0 22-16,-2-7 27 0,2 7-6 15,0 0-16-15,0 0-15 0,0 0-5 0,0 0 15 16,0 0 4-16,0 0 2 16,0 0-2-16,11 29-2 0,-5-13-1 0,1 2-9 15,-4 2-9-15,5 0-10 0,-5 0-9 16,1-3-5-16,1 0-10 0,-5-1-12 0,4-3-5 15,-1 1-85-15,-1-5-37 0,0-1 0 16,0 1 0-16,-1-1 0 0,-1-8 0 0,0 11 0 16,0-11 0-16,0 0 0 0,0 7 0 15,0-7 0-15,0 0 0 0,0 0 0 16,0 0 0-16,-3-28 0 0,5 13 0 0,-1-2 0 16,1-2 0-16,2 2 0 0,1-4 0 15,-1 4 0-15,4-2 0 0,0 2 0 16,1 1 0-16,-2 6 0 0,5 0 0 15,-2 2 0-15,1 2 0 0,1 3 0 0,-12 3 0 16,22 2 0-16,-4 3 0 0,-6 2 0 16,0 1 0-16,3 4 0 0,-5 1 0 0,3 0 0 15,-2 2 0-15,-2-3 0 0,-2 1 0 16,1 0 0-16,-5-3 0 0,4-1 0 0,-4 0 0 16,1-2 0-16,2-1 0 0,-5-1 0 15,-1-5 0-15,4 7 0 0,-4-7 0 16,0 0 0-16,0 0 0 0,0 0 0 0,14-16 0 15,-7 3 0-15,-3-1 0 0,5-5 0 16,3 1 0-16,-2 0 0 0,-1 2 0 16,3 1 0-16,-1 3 0 0,-2 3 0 15,3 0 0-15,-3 4 0 0,2 3 0 0,2 0 0 16,-13 2 0-16,18 7 0 0,-6 2 0 16,-1-1 0-16,3 6 0 0,-1 0 0 0,-2 1 0 15,1 1 0-15,1-3 0 0,-4 1 0 16,3-1 0-16,-1 0 0 0,-2-6 0 0,2 1 0 15,-4 0 0-15,0-2 0 0,5-1 0 16,-4-3 0-16,-8-2 0 0,19 0 0 16,-19 0 0-16,22-15 0 0,-11 4 0 15,1-5 0-15,1-9 0 0,-1-3 0 0,0-2 0 16,-7-3 0-16,2 3 0 0,-6 8 0 16,-1 4 0-16,0 5 0 0,-1 4 0 0,-6 5 0 15,2 1-337-15,5 3-711 0,-17 0 122 16,17 0-1074-16,-16 7-1416 0</inkml:trace>
  <inkml:trace contextRef="#ctx0" brushRef="#br0" timeOffset="38171.8">4992 6852 1075 0,'0'0'441'0,"-4"-7"-89"0,4 7-47 16,0 0-26-16,0 0-20 0,-4-14-13 15,4 11-9-15,0 3-15 0,-1-10 10 16,1 10 3-16,-4-9-3 0,4 9 0 0,-2-7-4 16,2 7-2-16,0 0-12 0,-2-11-12 15,2 11-5-15,0 0-22 0,-3-8-19 0,3 8-11 16,0 0-19-16,0 0-14 0,0 0-17 16,-1-7-8-16,1 7-5 0,0 0-8 15,0 0-10-15,0 0-9 0,0 0-5 0,0 0-5 16,0 0-3-16,0 0-4 0,0 0-8 15,0 0 5-15,0 0-4 0,0 0-12 16,0 0 14-16,-4 23 2 0,4-13 1 0,0 2 8 16,4 6 8-16,-4 5 4 0,1 4-2 15,-1 13-15-15,5 5 4 0,-5-3 1 16,-2 5 2-16,2-4 1 0,2-1 3 0,-2-2 9 16,0-4 5-16,0-7 4 0,2-4 6 15,-2-6-2-15,0 0-1 0,0-2-4 16,0-1-6-16,2-6-3 0,-2 1-4 0,0-3-5 15,0 0-9-15,0-1-40 0,0-7 0 16,-2 11 0-16,2-11 0 0,0 0-95 0,-7 5-87 16,7-5-80-16,0 0-94 0,0 0-131 15,0 0-136-15,-22-8-212 0,14 4 56 0,0-2 76 16,-1 1-613-16,4-2-773 16</inkml:trace>
  <inkml:trace contextRef="#ctx0" brushRef="#br0" timeOffset="38538.4">4769 6670 3323 0,'-16'-5'-69'0,"5"1"58"16,-2 3 49-16,1-3 47 0,12 4 40 15,-16-3 38-15,16 3 16 0,-14-4 6 16,14 4-12-16,-9-2-13 0,9 2-8 0,0 0-1 16,0 0-3-16,0 0 0 0,0 0 1 15,0 0-6-15,0 0-11 0,38 18-15 0,-1-15-11 16,6 0-7-16,0 1-15 0,4-4-17 16,-4 2-12-16,-1-2-15 0,-10 1-7 15,-5-1-7-15,-6 2-2 0,0-2-1 0,-6 0-2 16,1 0-2-16,-3 0 1 0,-13 0-1 15,19 2-5-15,-19-2 1 0,15 0-5 0,-15 0-24 16,14 2-32-16,-14-2-52 0,0 0-70 16,11 4-92-16,-11-4-115 0,0 8-164 0,-4-2-168 15,0 5 69-15,-1 4-492 16,-2 2-597-16</inkml:trace>
  <inkml:trace contextRef="#ctx0" brushRef="#br0" timeOffset="39221.64">5638 6606 2937 0,'-2'-8'-46'0,"0"1"49"15,2 7 29-15,-2-8 18 0,2 8 16 16,0 0 18-16,0 0 36 0,0 0 19 0,-30 28 13 16,12 1 20-16,3 4 15 0,-4 10 6 15,4 5 5-15,1 3 4 0,3 2-2 0,4 2-12 16,-2 0-8-16,7-9 0 0,2-4-10 15,2 2-9-15,5-2-9 0,0-5-9 16,2-1-13-16,7-2-13 0,-3-1-8 0,3-5-14 16,0-5-13-16,0 2-4 0,-3-8-12 15,-2-1-20-15,-1-7-15 0,-4-1-31 16,1 0-19-16,-1 1-27 0,2-3-33 16,-2-2-52-16,-1-1-63 0,-5-3-76 0,0 0-84 15,0 0-99-15,0 0-159 0,18-12-74 16,-15 5 69-16,1 0-457 0,0 2-544 0</inkml:trace>
  <inkml:trace contextRef="#ctx0" brushRef="#br0" timeOffset="39702.85">5894 7013 3019 0,'-5'-10'34'0,"-1"-1"53"15,4 3 43-15,2-1 25 0,0 1 20 16,2-1-1-16,2 0-4 0,3 0-5 0,4 2-11 16,-2-3-13-16,6 4-9 0,-2 0-7 15,0 5-10-15,5 1-9 0,-2 1-12 16,6 5-8-16,-1 0-9 0,0 4-8 15,5 4-8-15,-5 4 4 0,-3 3 11 16,-5 0 26-16,-8 0 31 0,-3-2 22 0,-4 4 31 16,-3 0 35-16,-6 6 21 0,-3-1 15 15,1-3 9-15,1-4 1 0,1-4-5 0,3-3-14 16,1-2-11-16,1-2-32 0,0 0-205 16,4-2 0-16,0-1 0 0,2-7 0 0,-1 9 0 15,1-9 0-15,7 7 0 0,3-3 0 16,-10-4 0-16,24 2 0 0,-8-2 0 0,0 0 0 15,2 0 0-15,1-2 0 0,-4 2 0 16,1 0 0-16,-1 0 0 0,-15 0 0 16,25 0 0-16,-16 0 0 0,1 0 0 0,-10 0 0 15,17 2 0-15,-10-1 0 0,-7-1 0 16,14 0 0-16,-14 0 0 0,11 2 0 0,-11-2-119 16,0 0-511-16,16-2-164 15,-16 2-114-15,9-8 101 0,-5 1-871 0,-1 2-1113 16</inkml:trace>
  <inkml:trace contextRef="#ctx0" brushRef="#br0" timeOffset="40456.49">6389 6646 4317 0,'0'0'-126'0,"-7"-8"63"15,7 8 44-15,0 0 39 0,-4-9 19 16,4 9 9-16,0 0 3 0,0 0 29 16,0 0 25-16,0 0 12 0,0 0 0 0,8 29 6 15,-2-16 8-15,-2 5 8 0,2 0 8 16,-1 3 3-16,-1 0 4 0,-1-3-12 0,-1 0 4 15,2-1 9-15,-1-1 17 16,-1-1 4-16,-1-3-5 0,-1 2 0 0,0-6 1 16,0 2-9-16,0-1 6 0,0-2-8 15,0-7 5-15,2 10 14 0,-2-10-12 0,0 0-14 16,0 0-17-16,0 0-79 0,0 0-58 16,10-24 0-16,-5 7 0 0,2-4 0 15,2 1 0-15,0-8 0 0,2 3 0 0,-3 9 0 16,0 0 0-16,-1 1 0 0,7 1 0 15,-5 4 0-15,2 2 0 0,1 1 0 0,-1 3 0 16,2 3 0-16,1 1 0 0,-14 0 0 16,27 8 0-16,-14-1 0 0,5 3 0 0,-6 1 0 15,1-3 0-15,-4 4 0 16,2-2 0-16,-1 3 0 0,-3-3 0 0,1-2 0 16,-3 1 0-16,1-1 0 0,-1 0 0 15,-4-4 0-15,-1-4 0 0,8 11 0 0,-8-11 0 16,5 7 0-16,-5-7 0 0,0 0 0 15,0 0 0-15,0 0 0 0,0 0 0 16,15-22 0-16,-8 8 0 0,-2-3 0 0,4 1 0 16,-1 2 0-16,0 1 0 0,1-1 0 15,0 3 0-15,2 1 0 0,-4 4 0 0,2 0 0 16,3 5 0-16,-2 1 0 0,-10 0 0 16,21 7 0-16,-12 1 0 0,0 2 0 0,0 2 0 15,-2 2 0-15,0 1 0 16,-1 5 0-16,-1 0 0 0,3-1 0 0,-2 3 0 15,0-1 0-15,-2-1 0 0,-3-2 0 0,3 1 0 16,-2-4 0-16,2-1 0 0,-3-3 0 16,1 1 0-16,-2-1 0 0,5-5 0 15,-3 1 0-15,-2-7 0 0,2 12 0 0,-2-12 0 16,3 4 0-16,-3-4 0 0,0 0 0 16,0 0 0-16,0 0-40 0,8-17-785 15,-6 8-140-15,-4-1 91 0,4-2-992 0,-1-3-1291 16</inkml:trace>
  <inkml:trace contextRef="#ctx0" brushRef="#br0" timeOffset="40786.62">7089 6463 5079 0,'-8'-13'-73'0,"5"3"43"0,-1-1 48 15,4 3 31-15,0 8 32 0,7-12 25 16,-1 9 13-16,-6 3 8 0,21 3 12 0,-6 6 15 15,-1 4 26-15,4 12 16 0,0 5 29 16,-2 5 20-16,-2 9 0 0,-6-3-3 0,-3 3-9 16,-1 12-13-16,-4-8-12 0,-2 8-11 15,-2-9-20-15,1 11-123 0,-5-5-54 0,3-8 0 16,1-2 0-16,-4-4 0 0,0-1 0 16,3-4 0-16,-1-1 0 0,1-9 0 0,2-4 0 15,-1-5 0-15,2-2 0 16,1-2 0-16,-3 0 0 0,2-2 0 0,2-3 0 15,0-6 0-15,-2 11 0 0,0-7 0 16,2-4 0-16,0 0 0 0,0 0 0 0,0 0 0 16,0 0-226-16,0 0-536 0,0 0-174 15,-13-20 69-15,13 12 94 0,2-2-801 16,0 1-1015-16</inkml:trace>
  <inkml:trace contextRef="#ctx0" brushRef="#br0" timeOffset="41055.58">7613 6975 4590 0,'-13'2'151'0,"3"-2"17"0,0 1 8 0,10-1 38 16,0 0 68-16,0 0 39 0,-16 2 26 15,16-2-14-15,0 0 11 0,0 0 22 0,0 0-20 16,0 0-19-16,0 0-101 0,32 12-226 15,-14-12 0-15,6 0 0 0,2 0 0 0,3-2 0 16,2 1 0-16,-5-2 0 0,3 2 0 16,-3 0 0-16,-1-1 0 0,2 0 0 15,-10 0-142-15,2 1-443 0,-6-1-111 16,0 1-134-16,-5 1-4 0,-8 0 88 0,4 8-736 16,-4-8-930-16</inkml:trace>
  <inkml:trace contextRef="#ctx0" brushRef="#br0" timeOffset="41316.05">7650 7186 4250 0,'-20'3'128'0,"8"3"60"0,1-5 51 0,2 1 82 16,9-2 70-16,-14 4 42 0,14-4 20 15,-11 4-12-15,11-4-9 0,-6 1-24 0,6-1 0 16,0 0-309-16,0 0-99 0,0 0 0 16,42 4 0-16,-12-4 0 0,8-2 0 15,5 0 0-15,-3-2 0 0,-3 3 0 16,-6-5 0-16,-6 5 0 0,-4-1 0 0,-1 0 0 15,-6 2 0-15,-3 0 0 0,1-2 0 16,-12 2 0-16,15 0 0 0,-15 0 0 0,13 0 0 16,-13 0 0-16,0 0 0 0,7 6 0 15,-7-6 0-15,0 0 0 0,0 0 0 0,0 0 0 16,0 0 0-16,0 0-182 0,0 0-848 16,0 0 108-16,0 0-1138 0,-35 3-1473 15</inkml:trace>
  <inkml:trace contextRef="#ctx0" brushRef="#br0" timeOffset="42535.82">8780 6898 5144 0,'0'0'-311'0,"-11"-2"62"0,11 2 63 15,-12 0 55-15,12 0 62 0,0 0 54 0,-13-1 53 16,13 1 33-16,0 0 39 0,0 0 30 15,0 0 30-15,-17 0 34 0,17 0 24 0,0 0 27 16,-9-4-4-16,9 4-11 0,-10-5-10 16,10 5-5-16,-10-9-5 0,6 4-6 0,-3 0-10 15,7 5-11-15,-9-11-7 0,5 5-16 16,2-1-8-16,2 7-15 0,-8-12-16 16,6 5-15-16,2 7-13 0,0-15-103 15,4 8 0-15,2-4 0 0,3 3 0 0,6-1 0 16,7 1 0-16,2 3 0 0,1 1 0 15,4 4 0-15,9 2 0 0,2 6 0 16,-6 3 0-16,-2 2 0 0,-1 6 0 0,-6 2 0 16,-6 4 0-16,-6 2 0 0,-6-2 0 15,-5 0 0-15,-4 10 0 0,-5 1 0 0,-6 0 0 16,-5 5 0-16,-7-4 0 0,3 2 0 16,-4-5 0-16,1-10 0 0,1-1 0 0,1-3 0 15,9-3 0-15,3-7 0 16,0 1 0-16,4-4 0 0,1-1 0 0,1-1 0 15,-2 1 0-15,7-6 0 0,-1 8 0 16,1-8 0-16,10 4 0 0,1-3 0 0,6-1 0 16,7-1 0-16,15-3 0 0,-1 0 0 15,-6 1 0-15,-5 0 0 0,0 1 0 0,-2-1 0 16,-5 3 0-16,-2-2 0 0,-3 0 0 16,-2 2 0-16,-1 0 0 0,-12 0 0 0,15-1 0 15,-15 1 0-15,15 0 0 0,-15 0 0 16,13-2 0-16,-13 2 0 0,0 0 0 0,12 0 0 15,-12 0 0-15,0 0 0 0,0 0 0 16,0 0 0-16,11 2 0 0,-11-2-251 0,0 0-616 16,0 0-81-16,0 0 108 15,0 0-957-15,7 3-1227 0</inkml:trace>
  <inkml:trace contextRef="#ctx0" brushRef="#br0" timeOffset="43011.65">9900 6673 4627 0,'-2'-7'-130'16,"-2"1"84"-16,4 6 72 0,-5-13 49 16,5 13 51-16,-4-8 29 0,4 8 26 15,-2-8-9-15,2 8-14 0,0 0-19 16,0 0-9-16,0 0 15 0,0 0 37 15,8 23 14-15,-5 0 9 0,6 7 9 0,-4 6 12 16,5 4 12-16,-5 1 19 0,5 10 4 16,-4 3-15-16,-1-9-9 0,-1-6-66 0,2 2-171 15,-3-4 0-15,-1-6 0 0,0-7 0 16,-2 2 0-16,3-7 0 0,-1-2 0 0,-2-1 0 16,0-4 0-16,1-1 0 0,-1 0 0 15,0-2 0-15,0-2 0 0,0-1 0 0,0-6 0 16,-1 9 0-16,1-9 0 0,0 0 0 15,0 0 0-15,0 0 0 0,0 0-363 0,0 0-438 16,0 0-134-16,-25-17 93 16,17 10-943-16,2 0-1216 0</inkml:trace>
  <inkml:trace contextRef="#ctx0" brushRef="#br0" timeOffset="43387.67">9679 6613 4678 0,'-16'-5'-138'0,"0"0"66"0,3 1 61 16,1 1 54-16,5 0 57 0,-1 1 39 15,8 2 23-15,-16-3 7 0,16 3 0 16,0 0-1-16,-11-4 11 0,11 4-29 0,0 0 3 15,0 0 15-15,0 0-9 0,35-3-14 16,-7 1-11-16,22 0-14 0,18 0-17 0,3 0-4 16,0 1-14-16,-1 1-8 0,-5 0-12 15,-15 0-3-15,-7 0-9 0,-11 0-6 16,-7 0-6-16,-3 0 1 0,-8 0 4 0,-1 0 1 16,1-2 3-16,-14 2-3 15,21 0-2-15,-21 0-8 0,11 0-2 0,-11 0-4 16,0 0-18-16,0 0-35 0,13 2-48 15,-13-2-58-15,0 0-71 0,2 5-82 0,-2-5-108 16,-2 9-125-16,2-9-177 0,0 0-91 16,-7 10 89-16,5-7-624 0,2-3-773 0</inkml:trace>
  <inkml:trace contextRef="#ctx0" brushRef="#br0" timeOffset="44235.03">11015 6342 3417 0,'-6'-4'-88'0,"-4"-2"46"0,1 1 36 0,0 0 27 15,-1 1 30-15,-1 3 30 16,11 1 8-16,-25 0 18 0,5 8 23 0,-4 13 23 16,-8 11 23-16,0 15 19 0,-2 6 19 15,-4 19 18-15,1 1 13 0,4 4 19 0,12-11 7 16,4 3 5-16,5 0 4 0,9 1-8 15,4-4-12-15,8 0-15 0,4-4-22 0,4-3-19 16,5-4-22-16,3-5-14 0,4-4-15 16,0-6-17-16,-1-6-11 0,-3-8-14 0,-1-4-65 15,-1-3-46-15,-1-6 0 0,-8-2 0 16,-2-5 0-16,0-1 0 0,-5-3 0 16,3 0 0-16,-10-2 0 0,17-2-29 15,-17 2-189-15,10-5-78 0,-5 1-108 16,-1 0-122-16,-4 4-137 0,2-9-163 0,0 4 69 15,-2 5 85-15,2-14-620 0,-2 7-752 16</inkml:trace>
  <inkml:trace contextRef="#ctx0" brushRef="#br0" timeOffset="45350.35">11227 6873 3370 0,'0'0'-43'16,"-11"2"63"-16,11-2 46 0,0 0 44 0,0 0 36 15,-20 0 28-15,20 0 24 0,0 0 14 16,-19-3 7-16,19 3 4 0,-9-4-3 0,9 4 3 16,-11-3-6-16,11 3-3 15,-3-6-14-15,3 6-19 0,-2-13-21 0,2 13-11 16,9-13-19-16,1 4-14 0,3 0-10 16,3 3-11-16,2-2-20 0,5 2-4 15,0 1-7-15,1 5-13 0,-4 1-9 0,3 3-17 16,9 4 2-16,-5 6-5 0,-8 2-11 15,-2 7 5-15,-6-6-2 0,-2 6 5 16,-9 1 9-16,-2 0 26 0,-7 10 21 16,-4-1 18-16,0 1 18 0,-6-3 13 0,2 2 19 0,-2-6 14 15,2 1 14-15,-3-6-79 0,9-2-92 16,0-8 0-16,4 1 0 0,-2-5 0 16,6 0 0-16,-3-1 0 0,2 0 0 15,4-7 0-15,-2 11 0 0,2-11 0 0,10 8 0 16,1-3 0-16,5-4 0 0,5 2 0 15,3-2 0-15,-1-1 0 0,4 0 0 0,-1 0 0 16,-2 0 0-16,-6 2 0 0,0-2 0 16,-4 0 0-16,0 0 0 0,-3 0 0 0,-11 0 0 15,20 2 0-15,-20-2 0 0,14 0 0 16,-14 0 0-16,13-2 0 0,-13 2 0 0,7-2 0 16,-7 2 0-16,0 0 0 0,0 0 0 15,0 0-358-15,5-5-401 0,-5 5-175 16,0 0 79-16,-1-8 93 0,1 8-776 15,-6-12-983-15</inkml:trace>
  <inkml:trace contextRef="#ctx0" brushRef="#br0" timeOffset="46166.47">11689 6620 3931 0,'0'0'-132'0,"-8"-3"62"0,8 3 50 15,0 0 45-15,0 0 36 0,-5-9 30 16,5 9 25-16,-4-8 27 0,4 8 8 0,0 0 18 15,-2-7 13-15,2 7 12 0,0 0 2 16,0 0 4-16,-2-9-7 0,2 9-1 16,0 0-55-16,0 0-14 0,0 0-7 0,0 0 16 15,0 0 19-15,0 0-2 0,4 31-5 16,0-17-4-16,-3 3-13 0,3 2-7 16,3 1-4-16,-6-3-12 0,3 2-5 15,-2-2-8-15,2 1-8 0,-2-7 1 0,-1 1-7 16,1 0 11-16,0-2 14 0,0-2 14 15,-2-2 20-15,0-6-2 0,4 13-134 0,-3-8 0 16,-1-5 0-16,0 0 0 0,0 0 0 16,0 0 0-16,0 0 0 0,0 0 0 0,7-26 0 15,-2 9 0-15,1-5 0 0,1 1 0 16,5-8 0-16,-2 8 0 0,-3 2 0 0,2 2 0 16,1 2 0-16,0 3 0 15,-3 0 0-15,5 3 0 0,-3 4 0 0,2 1 0 16,1 3 0-16,-12 1 0 0,24 5 0 15,-10 4 0-15,-1-3 0 0,-1 5 0 0,-1 1 0 16,0 0 0-16,0 0 0 0,-6 2 0 16,2-2 0-16,-3-2 0 0,0 0 0 15,1-1 0-15,-4-1 0 0,3-1 0 0,-2-2 0 16,-2-5 0-16,5 11 0 0,-5-11 0 16,2 7 0-16,-2-7 0 0,0 0 0 0,0 0 0 15,0 0 0-15,9-20 0 0,-2 7 0 16,0-6 0-16,8-4 0 0,3-2 0 0,-5 4 0 15,1 6 0-15,-3-1 0 16,2 3 0-16,-1 3 0 0,0 1 0 0,0 2 0 0,0 3 0 16,-1 4 0-16,-11 0 0 15,21 11 0-15,-14-1 0 0,3 4 0 0,-2 1 0 16,-3 5 0-16,1 0 0 0,-1 0 0 16,0 2 0-16,1 1 0 0,-5-1 0 0,3-1 0 15,0-4 0-15,0 1 0 0,-3-4 0 16,1 2 0-16,0-6 0 0,0 2 0 0,1-5 0 15,-1 0 0-15,-2-7 0 0,1 12 0 16,-1-7 0-16,0-5 0 0,0 0 0 0,0 0 0 16,0 0 0-16,0 0 0 0,0 0-652 15,0 0-323-15,0 0 79 0,0 0 97 16,0 0-857-16,0 0-1093 0</inkml:trace>
  <inkml:trace contextRef="#ctx0" brushRef="#br0" timeOffset="46783.57">12705 6449 4361 0,'0'-18'-144'15,"0"3"36"-15,0 3 47 0,-3 0 52 16,3 2 43-16,0-1 45 0,-2 3 37 0,2-1 15 16,0 2-3-16,0 7-14 0,-2-9-13 15,2 9-14-15,0 0 0 0,0 0 11 0,0 0 7 16,-13 39 19-16,4-1 16 0,-1 14 36 15,-1 5 33-15,-3 8 27 0,-3 6 23 0,-6 18 11 16,-2 5-6-16,-2-1-1 16,3 5-15-16,-6-6-17 0,5 4-19 0,-2-5-20 0,4-5-12 15,7-20-112-15,-2-6-68 0,3 0 0 16,3-9 0-16,3-9 0 0,2-6 0 16,-1-3 0-16,2-8 0 0,0-8 0 15,2-2 0-15,4-2 0 0,-3-3 0 0,1-1 0 16,0-2 0-16,2-4 0 0,0-3 0 15,0 7 0-15,0-7 0 0,0 0 0 0,0 0 0 16,0 0 0-16,0 0 0 0,0 0 0 16,0 0 0-16,13-15-623 0,-7 6-354 15,-2-3 86-15,4-1 91 0,-3-2-866 0,8-10-1104 16</inkml:trace>
  <inkml:trace contextRef="#ctx0" brushRef="#br0" timeOffset="47182.98">12622 7282 4911 0,'-1'-17'39'15,"1"1"19"-15,1 3 18 0,7 1 25 0,-1-3 20 16,5 2 4-16,1 0-6 0,3 2-16 16,1 3-8-16,-2 1-9 0,0 2-4 0,1 1 2 15,-2 4 23-15,0 5 17 0,-3 4 10 16,1 3 12-16,-2 3 13 0,-7 4 23 15,-1 0 17-15,-2 7 18 0,-5 6 16 16,-4 4 6-16,0-1 18 0,-2-1-63 0,-3-3-194 16,3-2 0-16,2 0 0 0,1-6 0 15,0-6 0-15,4-2 0 0,3-3 0 16,-3-2 0-16,4-1 0 0,2 0 0 0,1-1 0 16,5-1 0-16,2-2 0 0,3-2 0 15,3-1 0-15,0 0 0 0,4-2 0 0,-2 0 0 16,3 0 0-16,1-2 0 0,-4 2 0 15,-4-2 0-15,3 2 0 0,-3-1 0 0,-3-1 0 16,-4 0 0-16,-7 2 0 0,18 0 0 16,-18 0 0-16,11-2 0 0,-11 2 0 0,10-5 0 15,-10 5-320-15,3-6-684 0,-1-1 89 16,0 0 94-16,0-5-924 0,4 0-1177 16</inkml:trace>
  <inkml:trace contextRef="#ctx0" brushRef="#br0" timeOffset="47599.3">13198 6463 4469 0,'-3'-23'-34'0,"1"6"60"0,-1 3 50 16,1 2 34-16,0 4 31 0,2 1 24 15,-2 0 17-15,2 7 8 0,0-10-13 16,0 10-19-16,0 0 0 0,6-4 29 0,-6 4 24 15,21 19 6-15,-2 5 13 0,5 13 23 16,1 10 7-16,0 4-1 0,-2 6-14 16,-6 3-11-16,-1 5-9 0,-9 4-173 0,-1 6-52 15,-6 2 0-15,-2 6 0 0,-6 16 0 16,-1-1 0-16,-3-6 0 0,1-18 0 16,2-4 0-16,-1-6 0 0,-1-4 0 0,1-7 0 15,0-13 0-15,6-4 0 0,-5-4 0 16,7-6 0-16,-1-6 0 0,-1-6 0 0,1 0 0 15,1-2 0-15,2-2 0 0,-2-1 0 16,1-1 0-16,1 1 0 0,-2-2 0 16,2-7 0-16,-2 10 0 0,2-10 0 0,0 10 0 15,0-10 0-15,-2 7 0 0,2-7 0 16,-2 7 0-16,2-7 0 0,0 0 0 16,-2 7 0-16,2-7 0 0,0 0 0 0,0 0 0 15,0 0 0-15,0 0 0 0,0 0-979 16,-19-21 34-16,13 12-1186 0,-3-2-1541 15</inkml:trace>
  <inkml:trace contextRef="#ctx0" brushRef="#br0" timeOffset="48266.25">14007 6967 5589 0,'-14'3'-151'16,"0"1"90"-16,-2-3 69 0,3-1 66 16,2 3 64-16,11-3 69 0,-18 2 35 0,18-2 14 15,-9 0 1-15,9 0-19 16,0 0-21-16,0 0-14 0,0 0-21 0,0 0-16 0,68 6-21 16,-19-3-11-16,3-3-41 15,11 1-46-15,-9-1-50 0,-9 0-57 0,-3 2-70 16,-7-2-64-16,-11 2-71 0,0-2-82 15,-8-2-83-15,2 2-88 0,-7-2-88 0,-2 1-139 16,-9 1 39-16,8-4-648 0,-8 4-808 16</inkml:trace>
  <inkml:trace contextRef="#ctx0" brushRef="#br0" timeOffset="48524.3">14198 6688 3917 0,'-6'-4'130'0,"2"0"33"15,4 4 19-15,0 0 7 0,0 0-1 16,0 0 41-16,0 0 70 0,-14 16 32 0,13 2 8 16,1 8-3-16,-4 12-9 0,2 6-8 15,0 1-27-15,2 13-12 0,-3-1-6 0,3-11-24 16,0 0-104-16,0-2-146 0,0-2 0 16,1-4 0-16,-1-7 0 0,0-7 0 0,0-3 0 15,2-5 0-15,-2-2 0 0,0 0 0 16,0-2 0-16,0-3 0 0,0-3 0 0,2 1 0 15,0-2 0-15,-2-5 0 16,4 6 0-16,-4-6 0 0,0 0 0 0,0 0-622 16,17-12-362-16,-6 1 92 0,-3 4 88 15,4-2-859-15,-3-4-1099 0</inkml:trace>
  <inkml:trace contextRef="#ctx0" brushRef="#br0" timeOffset="49122.23">15035 6859 4232 0,'-1'-11'-126'0,"-1"1"70"0,2 0 58 15,-2-1 70-15,0 3 45 0,4-2 43 16,-2-1 24-16,0 2 16 0,2-3-1 15,1 2-7-15,5 0-14 0,2-1-18 16,3 3-17-16,3 3-13 0,-2 2-13 0,4 1-12 16,0 4-10-16,4 5-12 0,-3 1-8 15,8 9 13-15,-5 3-12 0,-3 7-3 16,-6 0-4-16,-4 4 9 0,-7-2 25 0,-6 5 16 16,-4 2 24-16,-5 0 31 0,-5-1 19 15,0 4 20-15,-4-10 15 0,5-2 9 16,0-4-102-16,5-6-135 0,3-2 0 0,3-4 0 15,-1-3 0-15,3-1 0 0,2-1 0 0,2-6 0 16,6 11 0-16,3-7 0 0,7-3 0 16,2 3 0-16,11-4 0 0,0 0 0 15,-1 0 0-15,-1 2 0 0,-4-2 0 16,-2 0 0-16,-6 2 0 0,0-2 0 0,1 0 0 16,-5-2 0-16,-2 4 0 0,-9-2 0 15,16-2 0-15,-16 2 0 0,13 0 0 0,-13 0 0 16,12 2 0-16,-12-2 0 0,0 0-119 15,0 0-540-15,0 0-171 0,0 0-64 0,0 0 92 16,-16-18-860-16,16 18-1099 0</inkml:trace>
  <inkml:trace contextRef="#ctx0" brushRef="#br0" timeOffset="49830.25">15478 6552 4786 0,'-3'-11'-28'0,"-1"4"47"15,4-1 34-15,-1 3 26 0,1 5 20 16,0-9 1-16,0 9-5 0,0 0-13 16,0 0-4-16,0 0 20 0,0 0 12 0,5 21 9 15,-2-6-1-15,1 2 0 0,-1 6 9 16,-1 0 7-16,0 1 18 0,2 1-12 15,-2-1-6-15,-1-2-8 0,1-1-3 16,0-5-2-16,-2-3 10 0,0-2 21 0,2 0 16 16,-2-4 23-16,5 1 22 0,-5 0 17 15,0-8-107-15,2 8-123 0,-2-8 0 0,0 0 0 16,0 0 0-16,0 0 0 0,0 0 0 16,1-31 0-16,3 14 0 0,3-4 0 0,-1 1 0 15,-1-1 0-15,6 2 0 0,-6 5 0 16,4 1 0-16,-1 0 0 0,0 2 0 0,1 2 0 15,2 4 0-15,1 1 0 16,1 4 0-16,-2 2 0 0,5 2 0 0,2 2 0 16,-5 3 0-16,0-1 0 0,0 5 0 15,0-1 0-15,-1 0 0 0,-2-1 0 0,-1-2 0 16,-4-2 0-16,6 2 0 0,-8-2 0 16,1-2 0-16,2 0 0 0,-6-5 0 0,5 8 0 15,-5-8 0-15,8 5 0 0,-8-5 0 16,0 0 0-16,0 0 0 0,0 0 0 0,21-20 0 15,-15 6 0-15,3-3 0 0,2 3 0 16,0 2 0-16,-4 0 0 0,0 4 0 0,3 2 0 16,0 4 0-16,-3-1 0 15,-7 3 0-15,23 7 0 0,-12 1 0 0,0 3 0 16,3 5 0-16,-3-1 0 0,-1 2 0 16,2 1 0-16,-3 0 0 0,0 0 0 0,1-3 0 15,0-3 0-15,-3 0 0 0,-2-4 0 16,4 0 0-16,-4 0 0 0,1-3 0 0,1-1 0 15,-7-4 0-15,16 0 0 0,-16 0 0 16,23-13 0-16,-12 5 0 0,0-7 0 0,7-8 0 16,-3-2 0-16,-2-3 0 0,0-5 0 15,-1 1 0-15,-2-1 0 0,-3 3 0 16,0 5 0-16,-2 8 0 0,1 3 0 0,-6 3 0 16,0 4 0-16,-2 1-183 0,2 6-722 15,-9-3-46-15,9 3 102 0,0 0-955 16,0 0-1231-16</inkml:trace>
  <inkml:trace contextRef="#ctx0" brushRef="#br0" timeOffset="50447.49">16662 6610 4580 0,'2'-24'-114'15,"-4"3"62"-15,2 6 54 0,0 1 54 0,-2 2 37 16,2 2 31-16,0 2 21 0,0 0 5 16,0 1-8-16,0 7-11 0,0 0 27 0,0 0 36 15,0 0 39-15,-1 43 12 0,-5-5 4 16,2 8 6-16,3 11 12 0,-6 3 12 0,3 4-9 16,1-1-20-16,-3 2-4 0,4-6-13 15,-1 0-178-15,-3-3-55 0,3-12 0 0,1-3 0 16,1-3 0-16,-1-9 0 15,0-5 0-15,0-4 0 0,2-1 0 0,-2-5 0 16,2-2 0-16,-2 0 0 0,2-3 0 16,-2 2 0-16,2-6 0 0,0-5 0 0,0 9 0 15,0-9 0-15,0 0 0 0,0 0 0 16,0 0 0-16,0 0-543 0,0 0-278 0,0-27-101 16,2 13 104-16,2-1-912 0,3-4-1163 15</inkml:trace>
  <inkml:trace contextRef="#ctx0" brushRef="#br0" timeOffset="50798.2">16915 6933 4977 0,'0'0'-48'0,"0"-8"34"16,0 8 18-16,0 0 37 0,0 0 61 0,0 0 46 15,0 0 26-15,-14 24 23 0,6-5 41 16,2 3 5-16,-3 8-5 0,3-5-6 0,0 0-12 15,5-2-17-15,1-2-17 0,0-2-16 16,3 4-11-16,5-5-13 0,-1 1-10 0,3-4-7 16,1-3-13-16,6-1-8 15,1-3-22-15,-4-3-86 0,6-3 0 0,-1-1 0 16,1-2 0-16,-2-3 0 0,0 0 0 16,0-5 0-16,0-2 0 0,-4 0 0 0,0-5 0 15,-5-1 0-15,1 0 0 0,-7-1 0 16,-1 1 0-16,-2 1 0 0,-2 0 0 0,-1 2 0 15,-5 1 0-15,-1-1 0 0,1 5 0 16,-7 1 0-16,-1 1 0 0,0 2 0 16,-2 3-11-16,1 0-294 0,-2 2-121 0,2 2-143 15,-2 0-158-15,1 2-124 0,4 0 90 16,3 0-783-16,0-1-989 0</inkml:trace>
  <inkml:trace contextRef="#ctx0" brushRef="#br0" timeOffset="51147.11">17243 7052 4536 0,'-3'-1'66'0,"3"1"39"16,0 0 32-16,-14-2 31 0,14 2 40 0,-11 12 23 16,5-2 14-16,1 4-1 0,-2 5-13 15,3-1-16-15,3 3-17 0,-1 0-13 0,4-2-16 16,-1 1-11-16,8 1-15 0,-2-3-10 15,2-1-15-15,5-1-8 0,-1-5-11 16,2 0-8-16,1-2-11 0,-3-4-1 16,2-3-12-16,0-2-9 0,-1-2-5 0,3-1-5 15,-2-2-32-15,-2-4-16 0,5-2 0 16,-5-2 0-16,-3-4 0 0,-3-2 0 16,1-4 0-16,-5 1 0 0,1-3-32 0,0 4-16 15,-4 2-10-15,0 5-11 0,-2 3-38 16,-2 0-11-16,1 2-21 0,-3 4-30 0,-1 3-28 15,7 2-50-15,0 0-64 0,-25 7-71 16,15-1-54-16,0 0-43 0,5 0-20 0,-1 1 8 16,6-7 12-16,-2 6 40 15,2-6-748-15</inkml:trace>
  <inkml:trace contextRef="#ctx0" brushRef="#br0" timeOffset="51430.21">17390 7129 2977 0,'11'4'-119'16,"-3"1"76"-16,0 0 62 0,-1 0 60 0,-3 3 60 16,0-4 54-16,1 4 45 0,-1 1 35 15,0 3 20-15,0 2 27 0,-4 3 17 16,2 2 9-16,0 3 4 0,-2 6-3 0,-2 8-12 15,2 5-14-15,-2 0-18 0,1 4-16 16,-4-1-17-16,1 1-14 0,2-3-18 0,-1 2-23 16,-3-5-6-16,2-4-201 0,1-7-8 15,-1-5 0-15,1-6 0 0,0 0 0 0,1-1 0 16,-2-4 0-16,2-2 0 0,0-2 0 16,-1-1 0-16,-3-3 0 0,6-4 0 0,-16 0 0 15,16 0 0-15,-25-7 0 16,7-2 0-16,0 1 0 0,2-3 0 0,-4 3 0 15,1-3 0-15,1 3 0 0,0-1 0 16,3 1 0-16,1 2 0 0,1 0 0 0,2 2 0 16,1-1 0-16,3 0 0 0,-1 2 0 15,0-1 0-15,8 4 0 0,-22-27-913 16,24 18-35-16,5 0 93 0,4 3-1007 16,3-3-1287-16</inkml:trace>
  <inkml:trace contextRef="#ctx0" brushRef="#br0" timeOffset="51829.88">17744 7409 4793 0,'0'-8'-11'15,"0"-2"75"-15,0 2 54 0,4 0 33 16,-1-1 31-16,4-1 30 0,0 1 14 15,3 1-10-15,3-1-13 0,0 3-15 0,0 2-15 16,1 0-19-16,-1 6-14 0,3 1-13 16,-3 4-7-16,1 4-10 0,-5 2 0 0,0 5 1 15,-3 2 7-15,-4 2 17 0,-2 2 20 16,-8 7 26-16,1 0 28 0,-3-2-203 16,-2-7-6-16,5-2 0 0,1-7 0 15,1 1 0-15,-1-2 0 0,5-2 0 0,-4-3 0 16,1 0 0-16,6 0 0 0,-2-7 0 15,8 8 0-15,3-4 0 0,2-1 0 0,3-1 0 16,3-1 0-16,2-1 0 0,-2-1 0 16,4 1 0-16,-2 0 0 0,-2-2 0 0,0 0 0 15,-6 1 0-15,-2-1 0 0,3 2 0 16,-4-2 0-16,-10 2 0 0,14-1 0 16,-5-3 0-16,-9 4-208 0,5-9-812 0,-3 6 89 15,-2-3 99-15,0 6-936 0,0-18-1200 0</inkml:trace>
  <inkml:trace contextRef="#ctx0" brushRef="#br0" timeOffset="52349.41">18386 6895 5090 0,'-5'-11'-26'0,"-3"0"53"15,5 2 50-15,2 1 39 0,-1-2 35 16,4 2 14-16,-1-1 14 0,2 1-5 16,3-1-9-16,-1 0-15 0,6 3-5 0,1-1-15 15,3 3-15-15,3-1-14 0,-4 5-8 16,0 0-14-16,5 4-1 0,-2 1-14 15,2 4-5-15,-2 2-7 0,3 8 0 0,-9 0-3 16,-6 1 7-16,-5 0 8 0,-3 3 23 16,-6 8 22-16,-7 2 5 0,-4 5 20 0,-2-8 14 15,3-2 8-15,0-2-118 16,2-5-38-16,4-3 0 0,5-4 0 0,0-2 0 0,3-3 0 16,1-1 0-16,2 1 0 15,4-1 0-15,2-1 0 0,1 1 0 0,7-1 0 16,5 0 0-16,0-3 0 0,6 1 0 15,1 0 0-15,1-4 0 0,2 1 0 0,-2 0 0 16,-5 0 0-16,2-1 0 0,-3-1 0 16,-4 2 0-16,-1-2 0 0,-3 0 0 0,-11 0 0 15,17 0 0-15,-17 0 0 0,13 0 0 16,-13 0 0-16,11 2 0 0,-11-2 0 0,0 0 0 16,12-2 0-16,-12 2 0 0,0 0-320 15,0 0-631-15,0 0 21 0,2-5 111 16,-2 5-940-16,2-10-1189 0</inkml:trace>
  <inkml:trace contextRef="#ctx0" brushRef="#br0" timeOffset="53145.21">18926 6438 4442 0,'-3'-7'-147'0,"3"-1"82"0,0 1 68 0,0 7 61 16,0-10 51-16,0 4 41 0,0 6 26 15,0 0 16-15,0-12 1 0,0 12-13 0,0 0 1 16,0-10-22-16,0 10 7 0,0 0 34 16,0 0 11-16,0 0 12 0,0 0 3 0,0 0-2 15,8 22 0-15,-6-9-4 16,2-1-6-16,-1 3-13 0,-3 4-17 0,0 0-43 16,2 1-147-16,-4 0 0 0,2 3 0 15,0-2 0-15,-3 1 0 0,1-6 0 0,-2 2 0 16,4-4 0-16,-2-2 0 0,1-2 0 15,1 1 0-15,-2-5 0 0,2 3 0 0,0-9 0 16,-3 10 0-16,3-10 0 0,0 0 0 16,0 0 0-16,0 0 0 0,17-20 0 15,-6 4 0-15,7-7 0 0,3-4 0 0,0 4 0 16,2 2 0-16,-4 0 0 0,-2 6 0 0,-3 5 0 16,-3 2 0-16,0 0 0 0,-1 5 0 15,-1 1 0-15,-9 2 0 0,21 5 0 16,-9 4 0-16,-1-1 0 0,-1 6 0 15,-3-2 0-15,2 3 0 0,-3-3 0 0,0 3 0 16,0 0 0-16,-2-5 0 0,-1 0 0 16,-1 1 0-16,4-5 0 0,-4 1 0 0,-2-7 0 15,4 12 0-15,0-8 0 0,-4-4 0 16,0 0 0-16,0 0 0 0,0 0 0 16,29-24 0-16,-17 8 0 0,8-7 0 15,-2-4 0-15,5 0 0 0,1 4 0 0,-8 3 0 16,2 7 0-16,-5 2 0 0,-3 3 0 0,-3 5 0 15,2 3 0-15,-9 0 0 0,20 9 0 16,-13 4 0-16,2 2 0 0,0 2 0 16,-2 4 0-16,2-2 0 0,-1-1 0 15,0 2 0-15,1-4 0 0,1 0 0 0,-3-4 0 16,1-2 0-16,2-1 0 0,-1-2 0 16,-1-2 0-16,1-4 0 0,2-1 0 0,-11 0 0 15,31-6 0-15,-15-3 0 0,-2-3 0 16,8-7 0-16,-6-6 0 0,2 0 0 0,-2-2 0 15,-7 0 0-15,-4 4 0 0,3 3 0 16,-5 6 0-16,-4 0 0 0,-1 5 0 0,-6-1-623 16,3 2-366-16,-4 3-1248 0,-4 2-1641 15</inkml:trace>
  <inkml:trace contextRef="#ctx0" brushRef="#br0" timeOffset="54488.65">7813 9339 6155 0,'-10'0'324'0,"4"1"-36"0,6-1 10 15,0 0-10-15,0 0-3 0,0 0-31 16,0 0-44-16,0 0-121 0,0 0-89 0,0 0 0 16,0 0 0-16,0 0 0 0,45-1 0 15,-27 0 0-15,3 1-2 0,1-1-357 16,-2-1-125-16,-1 0-121 0,5 2-116 0,-8-4-105 15,2 3 73-15,-5-1-757 0,-1 2-957 16</inkml:trace>
  <inkml:trace contextRef="#ctx0" brushRef="#br0" timeOffset="54761.91">7697 9540 4514 0,'-16'5'142'16,"3"-1"50"-16,6-3 68 0,-2 3 79 0,9-4 53 15,-9 7 23-15,9-7 42 0,-2 8 0 16,2-8-16-16,14 10-27 0,1-6-246 16,6 3-168-16,4-4 0 0,3 1 0 0,0-2 0 15,13-1 0-15,-5-1 0 0,-7 0 0 16,-1-1 0-16,-5 1 0 0,-4 0 0 16,-1 0 0-16,-6-2 0 0,1 2 0 0,-1 0 0 15,-12 0 0-15,15 0 0 0,-15 0 0 16,0 0 0-16,0 0 0 0,10 2 0 15,-10-2 0-15,0 0 0 0,0 0-156 0,0 0-554 16,0 0-242-16,0 0 87 0,0 0 90 16,-26 11-835-16,26-11-1049 0</inkml:trace>
  <inkml:trace contextRef="#ctx0" brushRef="#br0" timeOffset="55910.68">5525 9254 4216 0,'2'-12'-111'0,"-4"0"59"16,2 0 60-16,0 1 51 0,0 3 42 15,0 8 42-15,-2-14 30 0,2 14 14 0,0-9-4 16,0 9-12-16,0 0 33 0,0 0 67 16,-6 27 13-16,1 5 11 0,3 9 4 0,-2 4 6 15,3 9 4-15,-5 3-7 0,6-9-12 16,-3-2-4-16,6-1-18 0,-1-4-268 0,2-3 0 16,-3-2 0-16,1-7 0 0,-2-7 0 15,2-4 0-15,0-1 0 0,0-4 0 0,-2-1 0 16,0-1 0-16,0-3 0 15,0 1 0-15,0-2 0 0,0-7 0 0,-2 8 0 0,2-8 0 16,-4 4 0-16,4-4 0 16,0 0-247-16,0 0-496 0,0 0-211 0,0 0 95 15,-21-14 88-15,15 5-799 0,3-2-1013 16</inkml:trace>
  <inkml:trace contextRef="#ctx0" brushRef="#br0" timeOffset="56213.23">5342 9169 4620 0,'-15'-11'47'15,"-1"0"50"-15,5 3 47 0,0 1 42 0,3 2 64 16,1-2 46-16,1 4-2 0,0-3-13 16,3 1-17-16,3 5-34 0,-4-6-25 0,4 6-20 15,11-8-16-15,7 4-17 0,4 0-12 16,20-3-14-16,2 4-21 0,4-1-35 0,-3 1-34 15,1 1-26-15,-4 1-16 0,-12-1-10 16,-5 0-10-16,-4 2 5 0,-6 0-4 0,0-2 1 16,-1 2-6-16,-14 0 2 0,18 0-8 15,-7 0-18-15,-11 0-20 0,13 2-38 16,-13-2-37-16,7 4-51 0,-4 2-58 16,-3-6-75-16,0 12-89 0,-5-2-109 0,1-1-153 15,-1 3-38-15,1 4 76 0,0-6-548 0,3 0-658 16</inkml:trace>
  <inkml:trace contextRef="#ctx0" brushRef="#br0" timeOffset="56551.84">6232 8981 3130 0,'-10'-5'12'0,"1"3"40"16,9 2 33-16,-25 5 32 16,8 6 39-16,-7 13 44 0,-7 12 35 0,2 8 26 15,1 9 34-15,3 7 29 0,-2 23 22 16,4-1 13-16,10-12 1 0,2 1-14 16,8-1-21-16,6-3-29 0,4-2-28 0,4-2-24 15,5-9-18-15,1-1-25 0,2-7-21 16,-2-14-19-16,0-1-149 0,-2-5-12 0,-1-9 0 15,-5-3 0-15,0-4 0 0,-2-1 0 16,2-4 0-16,-1-1 0 0,-8-4 0 0,10 2-78 16,-10-2-220-16,0 0-97 15,14-11-105-15,-10 2-117 0,0 3-179 0,0-3 15 16,-3-1 80-16,4-1-668 0,-3 1-823 16</inkml:trace>
  <inkml:trace contextRef="#ctx0" brushRef="#br0" timeOffset="57100.18">6276 9478 3512 0,'-7'-6'2'0,"-2"-3"62"0,4 1 55 16,1-2 31-16,2 1 29 0,0-3 30 0,2-1 11 15,4 2 8-15,0-3-8 0,3 0-16 16,5 2-18-16,-1 2-15 0,0 0-11 0,5 5-23 15,2 1-12-15,-2 2-10 16,4 6-15-16,-4 1-11 0,9 8-6 0,-6 3-3 16,-4 6-4-16,-3 7 19 0,-6-3 31 15,-6 0 35-15,-4 9 34 0,-6 0 33 0,1 3 34 16,-9 5 21-16,3-11 23 0,-6-1-200 16,6-2-106-16,0-5 0 0,4-5 0 0,1-5 0 15,2-4 0-15,4-1 0 0,2-1 0 16,2-8 0-16,6 11 0 0,2-9 0 15,3-1 0-15,4 0 0 0,6-2 0 0,1 0 0 16,3-3 0-16,-5 3 0 0,3-3 0 0,-2 2 0 16,-2 0 0-16,-4-1 0 15,-2 1 0-15,-1 2 0 0,-1-2 0 0,-11 2 0 16,15-1 0-16,-6-1 0 0,-9 2 0 16,13-4 0-16,-13 4 0 0,12-1 0 0,-12 1-175 15,3-4-461-15,-3 4-157 0,2-6-94 16,-2 6 80-16,0 0-857 0,0 0-1101 15</inkml:trace>
  <inkml:trace contextRef="#ctx0" brushRef="#br0" timeOffset="57729.56">6762 9093 4852 0,'-5'-9'26'0,"3"4"39"0,2 5 29 16,-2-9 27-16,2 9 18 0,-5-5 0 0,5 5-1 15,0 0 0-15,0 0 17 0,0 0 8 16,-6 27-10-16,6-14-8 0,-1 0-1 0,-3 3 2 16,2 1-11-16,0 0-8 0,0 0-6 15,1-1-8-15,-2-4-2 0,1 0-11 0,0-2 1 16,0-2-3-16,0 1 2 0,2-4 10 15,0-5 9-15,0 11 8 0,0-11 0 0,-2 4-43 16,2-4-84-16,0 0 0 16,0 0 0-16,4-23 0 0,0 7 0 0,1-1 0 15,0 2 0-15,1-1 0 0,-3 0 0 16,3 3 0-16,-1 2 0 0,-1 2 0 0,3 0 0 16,-4 4 0-16,5 1 0 0,-8 4 0 15,12 2 0-15,-12-2 0 0,16 11 0 16,-8-2 0-16,-1 4 0 0,1-1 0 0,-2 1 0 15,-1 3 0-15,1-3 0 0,-2-1 0 16,0-1 0-16,-2-1 0 0,2 0 0 0,0-3 0 16,-3-1 0-16,1-1 0 15,-2-5 0-15,0 0 0 0,8 3 0 0,-8-3 0 16,5-14 0-16,0 2 0 0,0-3 0 16,5-5 0-16,2-8 0 0,0 6 0 0,-4 4 0 15,1 1 0-15,-1 5 0 0,-2 4 0 16,0-1 0-16,-1 6 0 0,2 2 0 0,-7 1 0 15,16 8 0-15,-7 0 0 0,-1 4 0 16,2 0 0-16,-1 3 0 0,0 3 0 0,3-3 0 16,-2 0 0-16,-3 0 0 0,3-4 0 15,-1 0 0-15,-3-3 0 0,3-1 0 16,0-2 0-16,-2-1 0 0,0-3 0 0,3 2 0 16,-10-3 0-16,15-4 0 0,-6-2 0 15,2-2 0-15,-2-2-454 0,2-4-161 16,-1-5-156-16,-1 0-99 0,-3-1 88 0,3-9-816 15,-2 6-1039-15</inkml:trace>
  <inkml:trace contextRef="#ctx0" brushRef="#br0" timeOffset="58054.44">7263 8681 4730 0,'-8'-10'78'0,"3"1"34"16,5 4 16-16,0 5 21 15,-5-7 3-15,5 7 40 0,0 0 29 0,0 0 20 16,18 26 11-16,-4 2-3 0,4 19 26 16,0 5 13-16,-4 10 7 0,-1 6-21 0,-3 7-5 15,-6 6-7-15,-4 20-238 0,-4 4-24 16,-4-2 0-16,1-7 0 0,-4-2 0 0,-2-20 0 16,4-5 0-16,-2-1 0 0,1-6 0 15,1-6 0-15,1-6 0 0,1-14 0 16,0-8 0-16,4-6 0 0,1-5 0 15,-2-5 0-15,2 2 0 0,2-4 0 0,0-1 0 0,-1-1 0 16,1-8 0-16,-4 10 0 16,4-6 0-16,0-4 0 0,-2 7 0 0,2-7 0 15,0 0 0-15,-4 7 0 0,4-7-80 16,0 0-833-16,0 0-37 0,-8 3 101 0,8-3-987 16,0 0-1263-16</inkml:trace>
  <inkml:trace contextRef="#ctx0" brushRef="#br0" timeOffset="62040.36">9028 9379 1838 0,'0'0'608'0,"-4"3"-93"0,4-3-104 0,0 0-55 16,0 0-49-16,0 0-23 0,0 0-18 15,0 0-14-15,0 0 5 0,-28-8 15 0,24 3-9 16,4 5-19-16,-7-9-7 16,3 4-10-16,4 5-12 0,-7-15-18 0,5 8-7 15,2 0-13-15,-1-2-16 0,2-3-13 16,-1 2-17-16,4-4-15 0,5-1-12 0,-2 1-12 15,4 0-12-15,10-6-8 0,0 6-12 16,-4 4-9-16,6 5-7 0,2 1-28 0,4 4-16 16,-1 4 0-16,7 6 0 0,-5 5 0 15,1 4 0-15,-8 5 0 0,-5 6 0 0,-4 0 0 16,-5 6 0-16,-5 1 0 0,-8 5 0 16,-3-2 0-16,-7 6 0 0,-3-2 0 0,-4 0 0 15,5-12 0-15,-2 1 0 16,0-6 0-16,4-1 0 0,2-10 0 0,0-1 0 15,5-3 0-15,3-4 0 0,-2 0 0 16,2-1 0-16,2-2 0 0,2-5 0 16,-5 10 0-16,5-10 0 0,0 0 0 0,11 5 0 15,-11-5 0-15,33-2 0 0,-9-1 0 16,3-3 0-16,9 1 0 0,1 0 0 0,-6 1 0 16,-8 1 0-16,-1 1 0 0,-5 2 0 15,-2-1 0-15,-1 1 0 0,-3-1 0 0,-11 1 0 16,17 1 0-16,-11 0 0 0,-6-1 0 15,9 5 0-15,-9-5 0 0,6 7 0 0,-6-7 0 16,0 7 0-16,0-7 0 0,-6 11-88 16,5-7-552-16,-5 1-158 0,-1 1-97 15,6-1 89-15,1-5-882 0,-6 9-1124 16</inkml:trace>
  <inkml:trace contextRef="#ctx0" brushRef="#br0" timeOffset="62666.33">10081 9264 4282 0,'0'-7'-156'0,"0"-1"70"16,-2 1 72-16,2 7 57 0,0-14 47 0,0 5 45 15,0 4 32-15,0 5 25 0,0-13 11 16,0 13 7-16,-2-11-5 0,2 11-12 0,0-7-17 15,0 7-17-15,0 0-4 0,0 0 19 16,0 0 12-16,0 0 6 0,12 33 2 16,-8-11 2-16,2 16 0 0,-1 1 0 15,-1 4-10-15,1 0-8 0,0 1-11 0,1 0-11 16,-5-3-12-16,3-2-72 0,2-1-72 16,-5-3 0-16,1-8 0 0,0-6 0 0,-2-1 0 15,2-2 0-15,-2-6 0 0,2 3 0 16,-2-5 0-16,2 0 0 0,1-2 0 15,-3 1 0-15,1-2 0 0,-1-7 0 16,0 11 0-16,0-11 0 0,0 8 0 0,0-8 0 16,0 0 0-16,0 0-50 0,0 5-431 0,0-5-125 15,0 0-126-15,0 0-122 16,0 0 77-16,0 0-818 0,0 0-1037 0</inkml:trace>
  <inkml:trace contextRef="#ctx0" brushRef="#br0" timeOffset="63006.21">9927 9233 4454 0,'-21'-12'44'0,"8"2"56"15,-2 2 55-15,5 0 49 0,2 3 39 16,1 2 18-16,7 3 1 0,-11-9-11 0,6 3-26 15,5 6-18-15,2-9-21 16,-2 9-17-16,29-16-19 0,1 8-12 0,13-2-16 16,9 1-34-16,-4 4-35 0,11-4-33 15,-10 9-28-15,-6-1-12 0,-9 1-6 0,-3 0 0 16,-10 0 4-16,-1 0 1 0,1 1 5 16,-5 1 0-16,-3-2 0 0,-4 2 2 0,1-2 3 15,-10 0-3-15,17 1-7 0,-10 1-38 16,-7-2-43-16,11 4-63 0,-11-4-88 0,3 7-113 15,-3-2-125-15,0-5-155 0,-2 11-80 16,2-2 62-16,-1 3-570 0,-3-1-697 16</inkml:trace>
  <inkml:trace contextRef="#ctx0" brushRef="#br0" timeOffset="63542.83">10996 8919 3175 0,'-6'-8'-28'15,"4"3"63"-15,0-1 38 0,2 6 12 0,-8-5 25 16,8 5 36-16,-13 11 46 0,-3 11 30 16,-4 7 22-16,-3 17 13 0,-2 8 27 0,1 4 25 15,1 5 11-15,-6 19 1 0,12-16-9 16,0 1-15-16,7 0-18 0,4-5-24 0,5-1-22 16,2-4-19-16,3-4-22 0,6-14-16 15,0 1-17-15,-1-7-16 0,7-5-13 16,-4 0-74-16,4-6-56 0,-3-3 0 0,1-8 0 15,1-3 0-15,0-1 0 0,-2 0 0 16,5-6 0-16,-7 1-7 0,2 0-205 16,-1-2-76-16,-12 0-96 0,18-2-102 15,-7 2-122-15,-11 0-183 0,14-3 19 0,-8 1 84 16,-6 2-657-16,0 0-801 0</inkml:trace>
  <inkml:trace contextRef="#ctx0" brushRef="#br0" timeOffset="63991.46">11228 9401 4073 0,'0'-12'143'0,"0"2"7"16,2 0 13-16,6 1 15 0,-1 2-1 0,0 0-6 15,5 1-19-15,1 4-17 0,1 1-11 16,-1-1-14-16,3 5-8 0,-1 3-10 0,2 5-7 16,4 8-10-16,-8 0 0 0,-3 1 16 15,-7 5 15-15,-3 0 34 0,-3 11 29 0,-7 2 26 16,-5 6 23-16,-2 1 18 0,-2-4 19 16,1-8 6-16,3-5-12 0,2-1-4 15,1-8-224-15,5-4-21 0,1-3 0 16,1-2 0-16,0-2 0 0,3-1 0 0,2 0 0 15,7 0 0-15,0-2 0 0,6-1 0 16,7-3 0-16,3-1 0 0,3 0 0 0,2-1 0 16,1-1 0-16,1 0 0 0,-3 1 0 15,0-3 0-15,-8 3 0 0,2-1 0 0,-6 0 0 16,0 2 0-16,-3-2 0 0,-1 2 0 16,-11 0 0-16,20 0 0 0,-13 0 0 15,-7 0 0-15,13 0 0 0,-13 0 0 0,0 0 0 16,12 2 0-16,-12-2-146 0,0 0-610 0,0 0-182 15,0 0 71-15,0 0 94 16,0 0-829-16,0 0-1043 0</inkml:trace>
  <inkml:trace contextRef="#ctx0" brushRef="#br0" timeOffset="64692.02">11809 9100 4331 0,'-6'-8'42'15,"4"2"64"-15,0 1 43 0,2 5 41 16,0 0 28-16,-3-9 10 0,3 9-3 16,0 0-18-16,0 0-10 0,0 0 6 0,0 0 8 15,0 0-7-15,9 36-14 0,-4-19-13 16,2 3-9-16,-2 2-9 0,1-2 0 15,0 0-4-15,-1 1-11 0,2-4-4 0,-6-2-1 16,3-3 3-16,0-1-35 0,-1-1-107 16,-1 1 0-16,-2-5 0 0,2 1 0 0,-2-7 0 15,2 9 0-15,-2-9 0 0,0 0 0 16,0 0 0-16,0 0 0 0,0 0 0 0,0-27 0 16,2 9 0-16,2-3 0 0,-3-4 0 15,4 1 0-15,2 2 0 0,-3 1 0 0,2 0 0 16,-1 3 0-16,4 2 0 15,-4 4 0-15,2-1 0 0,3 4 0 0,-2 2 0 0,5 0 0 16,-2 6 0-16,3 2 0 16,-3 2 0-16,5 4 0 0,-2 4 0 0,0 1 0 15,-1 1 0-15,0 1 0 0,-1 1 0 16,-3 0 0-16,-1-3 0 0,-2-1 0 0,2 0 0 16,-5-1 0-16,1-3 0 0,2 0 0 15,-3-1 0-15,-1 0 0 0,3-1 0 0,-5-5 0 16,5 7 0-16,-5-7 0 0,0 0 0 15,0 0 0-15,11-19 0 0,-5 2 0 0,2-4 0 16,3-8 0-16,2 3 0 0,1 1 0 16,-1 6 0-16,-3 2 0 0,1 3 0 0,0 2 0 15,1 3 0-15,-2 2 0 0,1 4 0 16,-1 3 0-16,-10 0 0 0,22 10 0 16,-10 0 0-16,-3 2 0 0,2 4 0 0,0 3 0 15,1 6 0-15,-1-2 0 0,-4-2 0 16,2 4 0-16,0-1 0 0,-2-3 0 15,0-1 0-15,-5-2 0 0,2-3 0 0,0 0 0 16,-3-1 0-16,1-2 0 0,0-2 0 16,2-2 0-16,-2-1 0 0,1-1 0 0,-3-6 0 15,1 8 0-15,-1-8 0 0,0 0 0 16,0 0 0-16,0 0 0 0,0 0-982 16,15-15 31-16,-9 7 101 0,-3 1-989 0,6-4-1266 15</inkml:trace>
  <inkml:trace contextRef="#ctx0" brushRef="#br0" timeOffset="64942.68">12698 9103 5443 0,'-5'-2'104'0,"5"2"57"0,0 0 73 16,-11-5 56-16,11 5 44 0,0 0 1 15,0 0 16-15,0 0-4 0,0 0-17 0,0 0-68 16,30-8-262-16,-17 8 0 0,1 0 0 15,-14 0 0-15,32 0 0 0,-19 0 0 0,5 0 0 16,-5-2 0-16,1 4 0 16,-2-1 0-16,-1-1 0 0,3 4 0 0,-4-3 0 15,-3 1 0-15,-7-2 0 0,16 4-264 16,-9-3-277-16,-7-1-122 0,9 2-207 0,-9-2 66 16,11 2 78-16,-11-2-744 0,0 0-919 15</inkml:trace>
  <inkml:trace contextRef="#ctx0" brushRef="#br0" timeOffset="65244.67">13127 8882 4448 0,'-6'-6'177'0,"4"2"19"15,2 4 29-15,0 0 33 0,-5-6 21 0,5 6 8 16,0 0 25-16,0 0 18 0,0 0-9 15,9 23 8-15,-3-10 7 0,-3 4 7 0,2 4-3 16,-1 2-330-16,1 9-10 0,-1-5 0 16,0-1 0-16,-2-2 0 0,3 9 0 0,-1-6 0 15,-1-4 0-15,-2 0 0 0,1-6 0 16,-2 2 0-16,2-3 0 0,-2-3 0 0,2 1 0 16,0-3 0-16,0-3 0 15,-2-1 0-15,1 0 0 0,-1 0 0 0,0-7 0 16,2 5 0-16,-2-5 0 0,0 0 0 15,0 0-704-15,0 0-272 0,11-15 101 16,-9 7-1042-16,-2 8-1338 0</inkml:trace>
  <inkml:trace contextRef="#ctx0" brushRef="#br0" timeOffset="65838">13415 8701 5582 0,'-5'-18'5'0,"2"4"51"15,1 5 46-15,0-1 59 0,0 3 51 16,0 1 32-16,2 6 10 0,0-11-10 16,0 11-18-16,4-4-11 0,-4 4-2 0,20 15 11 15,1 8 1-15,-1 5-2 0,5 15-218 16,-2 7-5-16,-3 4 0 0,-4 8 0 0,-3 5 0 15,-3 3 0-15,-4 6 0 0,-4 3 0 16,-6 1 0-16,-2 16 0 0,-2-19 0 0,-3-3 0 16,4-2 0-16,-7-5 0 0,3-2 0 15,-3-5 0-15,-1-3 0 0,-1-6 0 16,3-4 0-16,2-13 0 0,-1-2 0 16,3-2 0-16,0-6 0 0,0-5 0 0,0-3 0 15,4 4 0-15,-5-4 0 0,4-2 0 16,0-2 0-16,5 0 0 0,-5-1 0 0,4-5 0 15,2 1 0-15,-2 1 0 0,2-8 0 16,-1 10 0-16,1-10 0 0,0 8 0 16,0-8 0-16,-2 5 0 0,2-5 0 0,0 0 0 15,0 0 0-15,0 0 0 0,0 0 0 0,0 0 0 16,0 0 0-16,0 0 0 16,0 0 0-16,0 0 0 0,0 0 0 0,14-19 0 0,-12 9 0 15,2 0-614-15,-1-4-369 16,-1-3-1259-16,1 0-1646 0</inkml:trace>
  <inkml:trace contextRef="#ctx0" brushRef="#br0" timeOffset="66992.18">14456 9635 3554 0,'-24'-4'571'0,"3"2"-123"0,3 2-81 0,5-1-31 16,2 1-15-16,11 0 1 0,-19-4-7 16,19 4-20-16,-13-3 0 0,13 3-22 15,0 0-19-15,0 0-23 0,0 0-22 0,31-11-17 16,-7 8-24-16,14-2-128 0,2 0-40 16,4 1 0-16,4 1 0 0,-5 1 0 0,0 1 0 15,-4 2-167-15,-5 1-130 0,-11 0-82 16,-2-2-81-16,-2 1-59 0,-3 1-62 0,-3 2-105 15,-4-3-58-15,-1 3 83 16,-8-4-596-16,4 6-719 0</inkml:trace>
  <inkml:trace contextRef="#ctx0" brushRef="#br0" timeOffset="67260.84">14641 9314 3332 0,'-9'-19'109'0,"0"3"76"16,1 5 53-16,2 0 33 0,-2 4 12 0,5-1 7 15,-1 4-30-15,4 4-11 0,0 0 28 16,0 0 25-16,-20 33 8 0,17 1-13 16,-3 7-13-16,1 13-11 0,-1 1-8 0,3 1-15 15,0-1-18-15,-1-9-20 0,2-1-20 16,-2-2-112-16,3-3-80 0,-1 0 0 0,0-9 0 16,0-5 0-16,0-3 0 15,0-3 0-15,2-3 0 0,-1-3 0 0,-1-1 0 16,0 1 0-16,-1-4 0 0,3-1 0 15,0-1-72-15,-2 0-312 0,2-8-107 0,0 8-115 16,0-8-146-16,0 0-63 0,0 0 85 16,0 0-746-16,0 0-925 0</inkml:trace>
  <inkml:trace contextRef="#ctx0" brushRef="#br0" timeOffset="70120.48">15787 9440 4039 0,'0'0'38'0,"1"-8"65"16,-1 8 43-16,2-8 32 0,-2 8 25 15,0 0 21-15,2-7 12 0,-2 7 17 0,0 0-9 16,0 0-11-16,0 0 32 0,0 0 17 15,0 0-2-15,4 32-9 0,-2-13-10 0,-2 5-7 16,1 2-12-16,-1-1-10 0,-1 3-25 16,1-2-207-16,0-2 0 0,0-3 0 0,0-3 0 15,1 0 0-15,-1-6 0 16,0 3 0-16,0-3 0 0,0-4 0 0,0 1 0 16,0 0 0-16,0-9 0 0,2 10 0 15,-2-10 0-15,0 0 0 0,0 0 0 0,0 0 0 16,0 0 0-16,11-33 0 0,-2 11 0 15,2-7 0-15,6-3 0 0,-4 2 0 0,7 2 0 16,-6 3 0-16,4 1 0 0,2 2 0 16,-6 6 0-16,-1 4 0 0,1 4 0 0,-1 1 0 15,1 5 0-15,1 0 0 0,-3 4 0 16,4 3 0-16,4 3 0 0,-6 5 0 0,9 6 0 16,-8-2 0-16,-1-2 0 15,-5 2 0-15,2 1 0 0,-4-5 0 0,-2 1 0 16,-3-1 0-16,2-2 0 0,0-2 0 15,-2-1 0-15,-1-1 0 0,1 0 0 0,-2-7 0 16,7 8 0-16,-7-8 0 0,0 0 0 16,0 0 0-16,11-21 0 0,-8 3 0 0,7-13 0 15,2-2 0-15,2-1 0 0,0 3 0 16,1-1 0-16,1 3 0 0,0 3 0 0,0 2 0 16,1 5 0-16,-3 7 0 0,-3 1 0 15,2 5 0-15,-1 5 0 0,1 1 0 0,1 3 0 16,-2 8 0-16,-1 3 0 0,2 11 0 15,-2 5 0-15,-4 3 0 0,-1 1 0 16,-2 0 0-16,-2 5 0 0,2-6 0 16,-1 3 0-16,-3-7 0 0,0-5 0 0,2 1 0 0,0-7 0 15,-2 0 0-15,2-5 0 16,0-1 0-16,0 0 0 0,-1-2 0 0,-1 1 0 16,0-4 0-16,3-3 0 0,-3-4 0 15,0 0 0-15,2 6 0 0,-2-6 0 0,0 0 0 16,0 0 0-16,0 0 0 15,0 0 0-15,0 0-790 0,0 0-171 0,0 0 89 0,-14-15-1022 16,14 15-1316-16</inkml:trace>
  <inkml:trace contextRef="#ctx0" brushRef="#br0" timeOffset="70714.2">17129 9431 5230 0,'-9'-13'-3'16,"-1"3"64"-16,6 2 47 0,-2-3 41 15,4 3 30-15,2-2 28 0,2-1 13 0,7 1-1 16,0-3-8-16,4 0-13 0,2 3-19 16,4 1-14-16,0 3-15 0,3 2-14 15,-2 6-15-15,5 1-7 0,3 5-11 0,1 6-1 16,-6 4-5-16,-3 6 6 0,-6 1 5 15,-3 6-74-15,-7 2-34 0,-6-3 0 0,-7 8 0 16,-2-2 0-16,-12 7 0 0,-4 0 0 16,-3-2 0-16,-5-3 0 0,5-4 0 15,5-8 0-15,4-3 0 0,4-7 0 16,5-2 0-16,5-4 0 0,-3-1 0 0,7-1 0 16,-1-1 0-16,4-1 0 0,0-6 0 15,13 11 0-15,1-7 0 0,4-2 0 0,7-1 0 16,6-1 0-16,-1 0 0 0,12-1 0 15,-2-1 0-15,-5 0 0 0,-9 2 0 0,0 0 0 16,-3 0 0-16,-3 0 0 0,-5 0 0 16,-3 0 0-16,1 2 0 0,-1-2 0 0,-7 2 0 15,-5-2 0-15,15 3 0 0,-15-3 0 16,9 2 0-16,-9-2 0 0,10 3 0 0,-10-3 0 16,0 0 0-16,0 0 0 0,0 0 0 15,0 0-613-15,0 0-367 0,0 0 99 16,0 0-1063-16,0 0-1365 0</inkml:trace>
  <inkml:trace contextRef="#ctx0" brushRef="#br0" timeOffset="71368.13">17834 9067 5419 0,'-4'-10'36'0,"0"1"61"16,2 3 36-16,2 6 37 0,-1-11 37 16,1 11 40-16,-2-7 14 0,2 7-2 0,0 0-14 15,0 0-19-15,0 0 4 0,0 0 19 16,0 0-4-16,0 0-78 0,0 26-167 0,2-14 0 16,-2 1 0-16,1 0 0 0,-1-1 0 15,2-2 0-15,-2 0 0 0,0-1 0 0,2-1 0 16,-2 0 0-16,2 0 0 0,-2-1 0 15,0-7 0-15,4 9 0 0,-4-6 0 0,0-3 0 16,0 0 0-16,0 0 0 0,0 0 0 16,0 0 0-16,23-23 0 0,-14 10 0 0,0 1 0 15,3-2 0-15,-1 4 0 16,1 2 0-16,-1-3 0 0,-1 5 0 0,2 3 0 16,1-1 0-16,-2 4 0 0,1 4 0 15,1-1 0-15,1 4 0 0,-2 0 0 0,0 2 0 16,1 1 0-16,-2 0 0 0,0 1 0 15,-2-1 0-15,-2-4 0 0,1 2 0 0,-2-1 0 16,2-2 0-16,-5-2 0 0,3 1 0 16,-3 0 0-16,-3-4 0 0,11 6 0 0,-11-6 0 15,0 0 0-15,0 0 0 16,24-14 0-16,-10-1 0 0,2-7 0 0,5 1 0 16,-6 4 0-16,3 3 0 0,-7 3 0 15,1 5 0-15,-3-1 0 0,2 5 0 0,1 0 0 16,-1 4 0-16,1 3 0 0,1 5 0 15,-2 1 0-15,3 3 0 0,-3-1 0 0,1 5 0 16,-1-3 0-16,0-1 0 0,1 0 0 16,-1-3 0-16,-1 0 0 0,0-5 0 0,-1 3 0 15,0-3 0-15,3-3 0 0,-2-2 0 16,-10-1 0-16,23-3 0 0,-9-2 0 0,0-2 0 16,3-5 0-16,2-8 0 0,-4-7 0 0,3 0 0 15,-11-2 0-15,4-2 0 0,-1 2 0 16,-2 4 0-16,-5 7 0 0,-3 4 0 15,0 4 0-15,-3 5-464 0,3 5-530 16,0 0-1296-16,0 0-1689 0</inkml:trace>
  <inkml:trace contextRef="#ctx0" brushRef="#br0" timeOffset="78912.82">7881 11249 2399 0,'0'-3'349'0,"0"3"-82"16,4-7-58-16,-4 7-15 0,2-6-6 15,-2 6 6-15,0 0-4 0,0 0-6 0,0-9 4 16,0 9-3-16,0 0-16 0,0 0-11 15,0 0-18-15,0-9-18 0,0 9-11 16,0 0-6-16,0 0 13 0,0 0 26 0,-2 26 11 16,2-9 10-16,-2 7 6 0,0 12 2 15,1 4 2-15,-5 3-1 0,4-1-4 0,-2 1-8 16,0 0-7-16,0 0-9 0,1-5-11 16,-1-1-9-16,2-1-11 0,2-10-9 0,0-3-12 15,-2-5-11-15,2-1-3 0,0-2-11 16,-2-4-6-16,2 1-4 0,-2-2-58 15,2-1-1-15,0-1 0 0,0-8 0 16,0 14 0-16,0-14 0 0,-3 7-163 0,1-3-120 16,2-4-130-16,0 0-133 0,0 0-148 15,-18-2-142-15,18 2 66 0,-11-7-756 16,11 7-970-16</inkml:trace>
  <inkml:trace contextRef="#ctx0" brushRef="#br0" timeOffset="79262.32">7645 11158 4447 0,'-15'-12'-14'16,"3"-1"3"-16,3 6 23 0,3 0 11 15,-1 4 27-15,1-1 21 0,0 0 7 0,6 4 0 16,0 0 11-16,0 0 11 0,0 0 6 15,0 0 9-15,14 17-2 0,16-7-3 0,6 1-5 16,18-2-8-16,2 0-15 0,5-2-5 16,0-4-9-16,0 2-5 0,-13-1-6 15,-3-2-7-15,-4-1-3 0,-7-1-7 0,-9-1 3 16,-4 1-8-16,-8 0-4 0,2 0-3 16,-1 0-7-16,-3 0-3 0,-11 0-6 0,18 1-14 15,-18-1-13-15,9 2-20 16,-9-2-27-16,2 5-49 0,-2-5-78 0,0 0-88 15,-8 15-91-15,3-6-123 0,-3 0-209 16,0 1 53-16,1 2 74 0,3 0-370 0,0 0-421 16</inkml:trace>
  <inkml:trace contextRef="#ctx0" brushRef="#br0" timeOffset="79646.62">8624 11118 2489 0,'0'-6'-88'0,"0"6"15"16,0-10 11-16,0 10 16 0,-2-6 24 15,2 6 21-15,0 0 17 0,-1-7 10 0,1 7 5 16,0 0 5-16,0 0 7 0,0 0 21 15,0 0 25-15,-29 16 27 0,18 0 37 16,-9 10 33-16,7 5 17 0,-6 12 14 0,1 4 8 16,4 5 7-16,0 1 3 0,6 2 6 15,-1-2-6-15,7-8-6 0,2 0-9 0,4-2-18 16,3-3-17-16,4 0-10 0,3 3-16 16,2-9-10-16,-1-3-16 0,4-4-9 15,0-3-18-15,-2-3 0 0,0-6-17 0,-3-1-5 16,-1-1-22-16,-1-4-24 0,-5-2-39 15,1 0-52-15,-1-2-85 0,-1-3-126 0,2-1-130 16,-8-1-140-16,11 0-199 0,-11 0 48 16,0 0 62-16,0 0-459 0,16-6-553 15</inkml:trace>
  <inkml:trace contextRef="#ctx0" brushRef="#br0" timeOffset="80089.52">8906 11555 3272 0,'-6'-16'130'0,"5"3"13"0,1 1 6 16,0 2 0-16,1-1 1 0,3 3 6 0,3-1-1 15,4 2-15-15,0 2-12 0,5 0-12 16,-4 5-16-16,8 2-4 0,0 5-12 0,1 3-9 15,6 6-8-15,-7 5-3 0,0 2-5 16,-6 3-3-16,-7-3 7 0,-5 1 7 16,-6 1 17-16,-4 7 21 0,-5 1 46 15,-2-1 6-15,-6-1 53 0,2-3 18 16,-4 1 17-16,4-4 9 0,1-7 6 0,7-3 2 16,0-5-7-16,1 0-24 0,5 0 0 15,-3-4-177-15,5 1-57 0,-1-3 0 0,4-4 0 16,2 10 0-16,-2-10 0 15,16 7 0-15,-2-4 0 0,3 0 0 0,2-1 0 16,2 0 0-16,-2-1 0 0,2 1 0 16,-1-2 0-16,2 2 0 0,-3-2 0 0,-6 2 0 0,5-2 0 15,-7 1 0-15,-2 2 0 16,1-3 0-16,-10 0 0 0,15 1 0 0,-15-1 0 16,14 1 0-16,-14-1-99 0,9 2-406 15,-9-2-174-15,0 0-209 0,0 0 49 0,0 0 95 16,0 0-765-16,0 0-955 0</inkml:trace>
  <inkml:trace contextRef="#ctx0" brushRef="#br0" timeOffset="80862.75">9428 11224 4158 0,'-4'-12'-20'0,"1"3"24"0,-1 3 39 0,0 1 22 16,2-1 27-16,2 6 18 15,0 0 6-15,-4-7-10 0,4 7 4 0,0 0 25 16,0 0 10-16,1 20 0 0,-1-5 2 16,3 2 1-16,-1 5 9 0,0 1 0 0,0 2-2 15,2-1 16-15,-3 2-25 0,1-4-12 16,0-1-3-16,0-4-14 0,0 0-11 16,0-2 1-16,-1-1-13 0,-1-3 1 0,0-1 20 15,2-2 5-15,-2-2 21 0,0-6 14 16,2 10-4-16,-2-10-19 0,0 0-12 0,0 0-13 15,0 0-31-15,14-34-76 16,-5 14 0-16,3-5 0 0,-1 3 0 0,0 2 0 16,0 6 0-16,-4 0 0 0,2 2 0 15,0 1 0-15,2 3 0 0,-4 1 0 0,4 2 0 16,1 1 0-16,-12 4 0 0,23 2 0 16,-8 4 0-16,-2 0 0 0,4 3 0 0,1 3 0 15,-3 1 0-15,-2 2 0 0,1-1 0 16,-5 2 0-16,1-4 0 0,-3 0 0 0,-1-4 0 15,-1 3 0-15,-1-3 0 0,2-1 0 16,-2-2 0-16,0 1 0 0,-4-6 0 16,0 0 0-16,0 0 0 0,0 0 0 0,20-21 0 15,-9 2 0-15,1-10 0 0,6-2 0 16,0 2 0-16,-4 1 0 0,-1 10 0 0,-4 0 0 16,0 7 0-16,-2 0 0 15,1 4 0-15,-3 4 0 0,2 1 0 0,-7 2 0 16,14 14 0-16,-6-2 0 0,0 5 0 15,0 3 0-15,-3 1 0 0,2 8 0 0,4 2 0 16,-4-2 0-16,0-3 0 0,-1-5 0 16,-1-3 0-16,2-3 0 0,-2 0 0 0,-1-2 0 15,0-2 0-15,0-3 0 0,-1 0 0 16,-1-2 0-16,5-1 0 0,-4 0 0 0,5-3 0 16,-8-2 0-16,14 0 0 15,-14 0 0-15,16-7 0 0,-7 4 0 0,3-1 0 16,-6-1-365-16,-1 0-437 0,-1 0-136 15,-4 5 92-15,4-9-936 0,-4 9-1212 0</inkml:trace>
  <inkml:trace contextRef="#ctx0" brushRef="#br0" timeOffset="81163.45">10428 10976 5278 0,'0'-6'62'0,"0"0"-6"16,0 6-9-16,0 0 20 0,0 0 58 16,0 0 47-16,13 30 25 0,-9 2 11 15,3 8-2-15,2 13-6 0,-2 6-5 0,-1 2-5 16,-4 4-10-16,-1 2-6 0,-2 0-14 16,-1-1-9-16,-4-1-10 0,-3-5-9 0,2 2-10 15,-2-6-6-15,2-3-104 0,-2-4-12 16,0-12 0-16,0-1 0 0,0-4 0 0,-1-4 0 15,0-7 0-15,3-5 0 0,1-2 0 16,-4 0 0-16,5-6 0 0,-3-1 0 0,1 0-5 16,0-5-466-16,7-2-168 0,0 0-177 15,-12-9-43-15,12 9 76 0,1-15-788 16,3 1-1012-16</inkml:trace>
  <inkml:trace contextRef="#ctx0" brushRef="#br0" timeOffset="81370.02">10748 11701 4752 0,'-4'-10'168'0,"4"10"22"0,0 0 55 15,0 0 70-15,0 0 55 0,0-11 17 16,0 11-20-16,0 0-31 0,8-7-36 0,-8 7-29 16,19-5-33-16,-6 2-52 0,7-1-120 15,-4 3-66-15,5-3 0 0,-1 2-27 0,0 2-238 16,-1 0-151-16,-2 2-163 15,3 0-158-15,-7 1-113 0,-2 1 80 0,-1 1-776 0,-3 3-991 16</inkml:trace>
  <inkml:trace contextRef="#ctx0" brushRef="#br0" timeOffset="81560.83">10754 11960 4441 0,'-11'5'115'0,"0"0"43"15,6-2 50-15,5-3 87 0,-9 3 91 16,9-3 49-16,0 0 11 0,0 0-49 0,0 0-38 15,0 0-35-15,0 0-38 0,0 0-38 16,39-11-155-16,-19 6-93 0,1-1 0 0,3 1 0 16,-3 0 0-16,2 0 0 15,-4 2-88-15,-2 1-218 0,-2-2-97 0,-1 4-106 16,-3 0-120-16,1 0-216 0,-12 0 58 16,17-1 91-16,-17 1-640 0,15 3-792 0</inkml:trace>
  <inkml:trace contextRef="#ctx0" brushRef="#br0" timeOffset="82259.93">12054 11603 3753 0,'-2'-14'51'0,"2"5"59"0,-1 1 25 16,1 3 20-16,0 5 14 0,-4-8 9 16,4 8 5-16,0 0-5 0,0 0 28 15,0 0 48-15,0 0 5 0,-6 39-5 16,3-15-13-16,-3 14-15 0,2 1-19 0,-2 3-15 16,2 0-19-16,2 1-11 0,1-2-16 15,-1-5-13-15,0-5-12 0,2-7-13 0,0-6-11 16,0 2-4-16,0-6-3 0,0-1 27 15,-2-1 41-15,2-3-116 0,0-3-42 16,0-6 0-16,0 0 0 0,0 0 0 0,0 0 0 16,-4-36 0-16,4 12 0 0,2-15 0 15,7-16 0-15,2-6 0 0,0-7 0 16,14-16 0-16,-3 2 0 0,1 20 0 0,2 2 0 16,0 9 0-16,2 3 0 0,-2 5 0 15,0 7 0-15,0 8 0 0,2 8 0 16,4 4 0-16,-5 10 0 0,1 3 0 0,2 4 0 15,5 4 0-15,2 7-559 0,-4 4-238 16,-7 4-128-16,-6 4 93 0,-5 5-895 0,-12 7-1160 16</inkml:trace>
  <inkml:trace contextRef="#ctx0" brushRef="#br0" timeOffset="82451.42">12005 11714 5107 0,'-21'-10'78'0,"6"3"21"0,3 2 36 16,3 0 42-16,2 1 52 0,7 4 22 0,-12-5-1 16,12 5-23-16,-8-5-24 0,8 5-21 15,0 0-18-15,0 0-30 0,42 0-49 16,-14 2-77-16,15 1-91 0,4 4-114 0,-1-1-135 16,13 0-152-16,-10-2-159 0,-2 2-156 15,-6-1 77-15,-1 2-662 0,-3 0-837 0</inkml:trace>
  <inkml:trace contextRef="#ctx0" brushRef="#br0" timeOffset="82986.57">12960 11282 3626 0,'0'0'-113'0,"0"0"38"0,2-7 23 15,-2 7 27-15,0 0 26 0,0 0 51 16,-22 12 56-16,9 2 31 0,-12 14 32 15,-3 10 19-15,-1 7 18 0,-1 4 14 0,-5 2 16 16,9 2 6-16,1-1 5 0,4-1-3 16,6 0-2-16,4-1-23 0,3-7-16 15,5-6-6-15,3 1-20 0,3-9-14 0,5 4-16 16,-1-2-13-16,4-1-14 0,1-10-17 16,-3-2-28-16,2-2-44 0,1-5-42 0,-1-1-63 15,2-2-72-15,-2-1-104 0,0-3-142 16,-3-3-175-16,1-1-220 0,-9 0 33 15,17 0 87-15,-17 0-571 0,16-5-698 16</inkml:trace>
  <inkml:trace contextRef="#ctx0" brushRef="#br0" timeOffset="83609.48">13132 11833 3658 0,'-7'-9'297'0,"3"2"-7"16,1 2 0-16,3 5 6 0,-6-7-9 0,6 7-7 16,0 0-37-16,0 0-22 0,0 0-8 15,0 0-2-15,0 0-5 0,0 0-18 16,6 28-7-16,-5-20-4 0,3 4-2 0,2-3-9 16,-4 1-8-16,-1 2-7 0,1-2-11 15,1-1-7-15,-1-2-10 0,0 1-16 16,-2-8-107-16,2 11 0 0,-2-11 0 15,1 8 0-15,-1-8 0 0,2 7 0 0,-2-7 0 16,0 0 0-16,0 0 0 0,0 0 0 16,23-19 0-16,-13 8 0 0,1-2 0 0,1 3 0 15,-1-1 0-15,2 2 0 0,-1 0 0 16,-1 0 0-16,3 4 0 0,-5 0 0 0,4 3 0 16,-1 4 0-16,-1-1 0 0,5 4 0 15,-3 3 0-15,2 4 0 0,-2-1 0 0,0 3 0 16,-1 1 0-16,-3-4 0 15,1 1 0-15,-2 2 0 0,-1-4 0 0,-3 0 0 16,3-1 0-16,-3-2 0 0,1-2 0 16,-2 0 0-16,-3-5 0 0,6 7 0 0,-6-7 0 15,0 0 0-15,0 0 0 0,17-19 0 16,-7 0 0-16,5-8 0 0,4-4 0 0,-1 2 0 16,0 3 0-16,-3 7 0 0,-5 4 0 15,-1 3 0-15,0 0 0 0,-2 5 0 0,-2 2 0 16,3 3 0-16,-8 2 0 0,0 0 0 15,23 12 0-15,-16-3 0 0,4 1 0 0,0 4 0 16,-2 1 0-16,0 0 0 16,3 1 0-16,-5-4 0 0,4 0 0 0,-2 0 0 15,-2-1 0-15,2-3 0 0,-3-1 0 16,-1-2 0-16,6-2 0 0,-4-1 0 0,-7-2 0 16,20 0 0-16,-11-3 0 0,2-4 0 15,3-2 0-15,-3-4 0 0,6-10 0 0,-2-1 0 16,3-7 0-16,-2-10-923 0,6-5-43 15,-1-7 102-15,-1 0-985 0,1-7-1276 0</inkml:trace>
  <inkml:trace contextRef="#ctx0" brushRef="#br0" timeOffset="83860">14066 11135 4794 0,'0'0'31'15,"-15"-2"26"-15,15 2-2 0,0 0-4 0,-10 3 32 16,10-3 75-16,6 19 60 0,0-3 35 15,6 18 24-15,0 12 13 0,0 9 4 16,-2 4 0-16,-7 4-4 0,-1 3-2 0,-4 2-10 16,1 4-14-16,-5 0-48 0,-2 1-216 15,0-3 0-15,1-3 0 0,0-1 0 0,-4-6 0 16,0-2 0-16,-3-5 0 0,-4-1 0 16,0-6 0-16,-2 0 0 0,-1-6 0 15,1-8 0-15,-4-4 0 0,-1-8-587 0,-3-2-402 16,-1-3 94-16,6-10 103 0,7-7-884 15,2-1-1112-15</inkml:trace>
  <inkml:trace contextRef="#ctx0" brushRef="#br0" timeOffset="88162.01">5430 13594 2888 0,'-4'-12'313'15,"2"6"-86"-15,2 6-69 0,-4-8-58 16,4 8 18-16,0 0 60 0,0 0 44 0,-5 24 21 16,1-3 30-16,1 14 19 0,-6 8 5 15,5 2-28-15,-3 10-9 0,-2 2-8 0,2 1-4 16,-2-5-8-16,5-10-14 0,1-4-14 15,-3-1-10-15,3-6-15 0,-2-6-10 16,3-7-8-16,0-4 5 0,0-3 19 0,2-3-120 16,-1 0-73-16,1-9 0 0,0 0 0 15,0 0 0-15,0 0 0 0,-17-28 0 16,15 6 0-16,-3-18 0 0,8-2 0 16,6-17 0-16,4-4 0 0,5-4 0 0,12-22 0 15,6 1 0-15,2 10 0 0,3 4 0 16,-7 21 0-16,2 5 0 0,-2 6 0 0,4 8 0 15,-4 5 0-15,-5 11 0 0,2 3 0 16,-7 8 0-16,0 5 0 0,-6 6 0 0,3 1-464 16,-1 6-251-16,-6 2-232 0,-1 4 86 15,-10 6 96-15,-3 1-745 0,-3 10-955 0</inkml:trace>
  <inkml:trace contextRef="#ctx0" brushRef="#br0" timeOffset="88355.73">5331 13751 4496 0,'-11'0'64'0,"11"0"-5"15,-10 2-5-15,10-2 20 0,0 0 23 16,0 0 23-16,0 0 1 0,0 0-9 0,0 0-13 16,32 9-18-16,-5-6-35 0,13 0-58 15,-2 1-85-15,2-1-108 0,-2 1-135 16,-6-1-163-16,-5-1-176 0,-2-1 67 15,-6 1-400-15,0 2-487 0</inkml:trace>
  <inkml:trace contextRef="#ctx0" brushRef="#br0" timeOffset="88639.74">6135 13393 3218 0,'-6'-14'238'0,"2"7"-21"0,2 0-14 0,-3 4 25 16,5 3 46-16,0 0 62 16,-39 14 28-16,10 8-1 0,-7 10-16 0,2 10-17 15,0 2-23-15,2 5-18 0,3-1-28 16,6 2-23-16,6 2-28 0,0 1-24 0,8-1-15 16,3-9-16-16,6 0-14 0,2-4-26 15,3-4-115-15,1 0 0 0,3-4 0 0,3-3 0 16,-3-7 0-16,-3-5-191 0,6 0-84 15,-5-4-70-15,1-3-84 0,-1 2-87 0,2-5-112 16,-4-3-144-16,1-1 22 0,-6-2 75 16,0 0-553-16,15-9-690 0</inkml:trace>
  <inkml:trace contextRef="#ctx0" brushRef="#br0" timeOffset="89190.68">6047 13957 3228 0,'6'-17'26'0,"0"2"71"0,-3 3 55 15,-1 0 43-15,2 3 42 0,0 0 36 16,-1 2 36-16,1 3 7 0,-4 4-4 0,8-11-15 15,-2 9-27-15,-6 2-19 0,17 0-18 16,-17 0-22-16,19 7-18 0,-6 0-18 16,-1 3-14-16,-1 4-11 0,3 2-24 0,-5 1-6 15,0 0-1-15,-3-1-1 0,0-2-9 16,-2 2-2-16,0-4-2 0,-1 1 1 0,-3-2-1 16,4 0-15-16,-2-5-90 0,0 1 0 15,2 0 0-15,-4-7 0 0,3 9 0 0,-3-9 0 16,0 0 0-16,0 0 0 15,14-19 0-15,-5 7 0 0,3-4 0 0,-1 1 0 0,2 1 0 16,1 0 0-16,-1 1 0 16,3 0 0-16,-3 5 0 0,-1 2 0 0,3-1 0 15,-3 5 0-15,1 0 0 16,-13 2 0-16,21 2 0 0,-10 1 0 0,-2 4 0 0,1 0 0 16,1 1 0-16,-1 3 0 0,-3-1 0 15,1 2 0-15,-2-3 0 0,-1 1 0 16,1-3 0-16,-1 0 0 0,0-1 0 0,-1 0 0 15,-4-6 0-15,3 8 0 0,-3-8 0 16,6 5 0-16,-6-5 0 0,0 0 0 16,0 0 0-16,0 0 0 0,13-20 0 15,-7 8 0-15,2 0 0 0,-1-2 0 0,2 2 0 16,3 2 0-16,-4-1 0 0,-1 4 0 16,5-1 0-16,-3 4 0 0,3 1 0 0,-12 3 0 15,19 3 0-15,-10 0 0 0,5 3 0 16,-5 4 0-16,2 4 0 0,1 1 0 0,-1 1 0 15,-3 2 0-15,0 0 0 0,0-1 0 16,-3-1 0-16,-1-1 0 0,1-1 0 0,-1-3 0 16,-1 0 0-16,1-2 0 0,-4-1 0 15,-2 0 0-15,0-1 0 0,-5-1 0 0,2-3-1002 16,-1 1 33-16,6-4 105 16,0 0-958-16,0 0-1248 0</inkml:trace>
  <inkml:trace contextRef="#ctx0" brushRef="#br0" timeOffset="89456.26">6900 13455 5407 0,'-1'-14'109'15,"-3"3"3"-15,2 3-9 0,0 4-5 16,2 4 24-16,0 0 66 0,0 0 45 0,9 28 7 16,-3 3-5-16,4 7-16 0,-3 13-17 15,1 2-12-15,-4 4-20 0,-6 1-2 16,0 3 7-16,0-2-5 0,-2 0-120 0,-1-3-50 15,1-3 0-15,-1-11 0 0,0-3 0 16,1-3 0-16,2-9 0 0,2-3 0 16,-1-6 0-16,-3-3 0 0,4-1 0 15,-2-3 0-15,2-2 0 0,-2 0 0 0,0-2 0 16,2-7 0-16,-2 6-261 0,2-6-461 16,0 0-224-16,0 0 75 0,0 0 94 0,0 0-792 15,-1-26-1012-15</inkml:trace>
  <inkml:trace contextRef="#ctx0" brushRef="#br0" timeOffset="89656.37">7277 14003 4637 0,'-3'-6'415'0,"3"6"9"16,-6-9 27-16,6 9 44 0,-2-8 10 15,2 8-29-15,0 0-45 0,15-9-74 0,1 4-357 16,0 0 0-16,7-1 0 0,1 1 0 15,0 3 0-15,1-1 0 0,-2-1 0 0,-2 4 0 16,0 0 0-16,-2 0 0 0,0 0-357 16,2 0-458-16,-4 2-132 0,0 2 90 0,-6 1-917 15,-5 0-1203-15</inkml:trace>
  <inkml:trace contextRef="#ctx0" brushRef="#br0" timeOffset="89878.24">7354 14213 5008 0,'-12'5'289'0,"5"-2"39"0,7-3 53 16,-10 4 53-16,10-4 44 0,-7 3-1 0,7-3-24 16,0 0-110-16,0 0-343 0,0 0 0 15,18 14 0-15,-2-11 0 0,1 0 0 0,0-1 0 16,5 0 0-16,-4-1 0 0,1 1 0 16,-4-2 0-16,-1 0 0 0,-1 0 0 0,-2 2 0 15,-11-2 0-15,19 0 0 16,-19 0 0-16,12 0 0 0,-12 0 0 0,8 2 0 15,-8-2 0-15,0 0-527 0,0 0-455 16,0 0 66-16,0 0 95 0,0 0-861 0,0 0-1117 16</inkml:trace>
  <inkml:trace contextRef="#ctx0" brushRef="#br0" timeOffset="90690.26">8630 13868 4350 0,'-13'-9'-58'0,"5"-2"77"15,-2 3 55-15,3 2 51 0,1-1 43 16,3 2 55-16,-1-2 44 0,1-2 14 16,1 3 12-16,2-5-8 0,5 2-18 15,2-2-21-15,4 0-21 0,7 1-20 0,4 3-22 16,3 2-20-16,6 3-15 0,-5 4-16 16,12 8-9-16,-4 4-16 0,2 5-15 0,-11 3-6 15,-2 6-8-15,-7 2-5 0,-7 7-37 16,-3-1-36-16,-12 1 0 0,-5 2 0 15,-8 6 0-15,-4-5 0 0,-6-1 0 0,-3-5 0 16,7-8 0-16,5-4 0 16,2-4 0-16,5-5 0 0,1-3 0 0,3 1 0 15,3-4 0-15,1-1 0 0,-1-1 0 16,6-5 0-16,-2 11 0 0,2-11 0 0,13 8 0 16,7-4 0-16,6 0 0 0,14-1 0 15,6 2 0-15,-2 0 0 0,1-2 0 0,1 1 0 16,-4-1 0-16,-2 1 0 0,-12-1 0 15,-5 1 0-15,-1-2 0 0,-9 1 0 0,-1-2 0 16,0-1 0-16,0 2 0 0,-5 0 0 16,-7-2 0-16,12 2 0 0,-12-2 0 0,11 1 0 15,-11-1 0-15,0 0 0 0,0 7 0 16,0-7 0-16,0 0-542 0,-11 14-472 16,7-9 113-16,2-2-1049 0,2-3-1370 15</inkml:trace>
  <inkml:trace contextRef="#ctx0" brushRef="#br0" timeOffset="91656.07">9468 13993 4707 0,'0'0'-453'0,"0"-10"-1"0,0 10-30 15,0-9-38-15,0 9-428 0,0-6-430 16</inkml:trace>
  <inkml:trace contextRef="#ctx0" brushRef="#br0" timeOffset="92271.56">9446 13993 2303 0,'0'0'-180'0,"0"0"48"15,0 0 37-15,5 4 29 0,-5-4 37 0,0 0 30 16,0 0 26-16,0 0 15 15,0 0 17-15,0 0 8 0,0 0 8 0,0 0 2 16,0 0 6-16,0 0 2 0,0 0 7 16,0 0 7-16,0 0 9 0,0 0 9 15,0 0 10-15,0 0 9 0,0 0 14 0,0 0 11 16,0 0 8-16,0 0 5 0,0 0 1 16,0 0 2-16,0 0-1 0,0 0 0 0,0 0-7 15,0 0-9-15,0 0-11 0,0 0-12 16,0 0-11-16,0 0-17 0,0 0-11 0,0 0-11 15,0 0-8-15,0 0-14 16,0 0-5-16,0 0-8 0,0 0-10 0,0 0-5 16,13 1 3-16,-13-1-1 0,0 12 3 15,0-3 2-15,2 2-1 0,-2 4 5 16,0 0 1-16,0 2 5 0,0 2 4 0,-2 0-2 16,2 2-6-16,-2 1 6 0,2-3-5 15,-2 1-7-15,0-3 3 0,1 1-4 0,-3-3 1 16,4-1 12-16,-2-4 6 0,0-1 20 15,2 1 32-15,-2-3 29 0,2-1 31 0,0-6 23 16,0 0-9-16,0 0-18 0,0 0-18 16,0 0-16-16,6-30-13 0,3-4-61 15,9-16-62-15,-2-7 0 0,9-3 0 16,9-14 0-16,-7 16 0 0,2 1 0 0,-1 10 0 16,-1 0 0-16,0 8 0 0,4 4 0 15,-11 11 0-15,3 4 0 0,-4 6 0 16,-2 5 0-16,1 6-130 0,-6 1-121 0,6 6-49 15,-5 1-64-15,-1 6-72 0,-3 2-75 16,0 1-110-16,-7 3-175 0,-4 6 69 0,-7 12-652 16,-7 8-833-16</inkml:trace>
  <inkml:trace contextRef="#ctx0" brushRef="#br0" timeOffset="92454.42">9422 14156 4067 0,'-14'-8'137'0,"3"4"29"0,4 1 16 0,7 3 29 16,-11-5 54-16,11 5 27 16,-7-6 1-16,7 6-21 0,0 0-32 0,0 0-27 15,0 0-32-15,29-7-56 0,-8 5-79 16,3 2-106-16,2 2-115 0,12 0-148 0,2 0-157 16,0 0-213-16,-8-1-58 0,-2-1 85 15,1-1-539-15,-2-1-668 0</inkml:trace>
  <inkml:trace contextRef="#ctx0" brushRef="#br0" timeOffset="92737.4">10390 13721 3606 0,'-2'-14'157'0,"-2"4"19"0,2 1-10 16,-1 4-11-16,3 5-2 0,-13-4 27 0,13 4 41 15,-45 23 43-15,11 4 16 0,-4 9 1 16,0 5 13-16,1 4 0 0,5 8 9 16,3 0-7-16,5 0-8 0,1 1-10 0,8-5-15 15,3 1-24-15,5-11-18 0,3-1-145 16,4-2-76-16,0-5 0 0,6 2 0 0,-1-8 0 16,3-4 0-16,-1 0 0 15,3-3 0-15,2-2 0 0,1-3 0 0,0-1-174 16,3-3-383-16,-3-2-194 0,0-2-168 15,3-2 88-15,-3 1-856 0,0-1-1121 0</inkml:trace>
  <inkml:trace contextRef="#ctx0" brushRef="#br0" timeOffset="93506.43">10515 14161 4620 0,'0'-7'6'0,"-2"0"39"16,2 7 42-16,0-10 34 0,0 10 32 15,2-8 24-15,-2 8 19 0,0-9-15 0,0 9-21 16,0 0-4-16,0 0 11 0,0 0 22 16,0 0 6-16,0 0-5 0,10 28-7 15,-10-13-8-15,0-1 1 0,-1 3-4 16,-1 0-3-16,0 0-10 0,0-1-3 0,-1-5-5 16,1 3-10-16,2-4-75 0,-1 1-66 15,-1-3 0-15,0 1 0 0,0-3 0 0,2-6 0 16,-2 9 0-16,2-9 0 0,0 0 0 15,0 0 0-15,0 0 0 0,0 0 0 0,0 0 0 16,-4-38 0-16,6 17 0 0,9-14 0 16,1 4 0-16,-1 2 0 0,3 2 0 15,-1 6 0-15,-2 6 0 0,1-1 0 0,-1 6 0 16,1 2 0-16,1 2 0 0,0 3 0 16,-13 3 0-16,27 9 0 0,-7 0 0 15,-6 6 0-15,8 3 0 0,-10 1 0 16,2-3 0-16,-1 9 0 0,-1-4 0 0,-1-2 0 15,-5 1 0-15,1-3 0 0,4 2 0 16,-8-5 0-16,1-2 0 0,0-2 0 0,-3-1 0 16,1-1 0-16,2-1 0 0,1-2 0 15,-5-5 0-15,3 9 0 0,-3-9 0 16,0 0 0-16,0 0 0 0,13-21 0 0,-4 4 0 16,9-12 0-16,7-7 0 0,5-2 0 15,-1 6 0-15,-5 5 0 0,1 4 0 16,-2 3 0-16,0 0 0 0,-4 5 0 0,-4 7 0 15,-4 2 0-15,3 3 0 0,-1 1 0 0,-13 2 0 16,27 9 0-16,-16 1 0 0,-1 2 0 16,0 6 0-16,-7 0 0 0,5 3 0 15,-7 1 0-15,1 2 0 0,1 2 0 0,-3 0 0 16,0-1 0-16,-3 1 0 0,1-2 0 16,2-2 0-16,0-3 0 0,-1-2 0 0,-1-1 0 15,2-4 0-15,-2-2 0 0,2-1 0 16,0-1 0-16,-2-3 0 0,2 2 0 0,0-7 0 15,-2 9 0-15,2-9 0 0,0 0-225 16,0 0-821-16,0 0 111 0,0 0-1100 16,0 0-1451-16</inkml:trace>
  <inkml:trace contextRef="#ctx0" brushRef="#br0" timeOffset="93776.6">11434 14230 6008 0,'-8'-5'80'0,"8"5"15"15,0 0 32-15,-9-4 32 0,9 4 48 16,0 0 27-16,0 0 7 0,0 0-13 16,0 0-35-16,0 0-17 0,0 0-14 15,0 0-13-15,0 0-21 0,30 2-124 0,-13 1-4 16,1-1 0-16,-6 2 0 0,6 0 0 15,-3-1 0-15,2 0 0 0,-4 2-225 16,3 0-87-16,-5-2-102 0,1 1-93 0,-3 0-117 16,4-3-200-16,-3 1 48 0,0-2 83 15,-10 0-605-15,16 2-756 0</inkml:trace>
  <inkml:trace contextRef="#ctx0" brushRef="#br0" timeOffset="94069.12">11889 14043 3950 0,'4'-14'170'0,"-1"3"6"16,-1 1 17-16,7 4 25 0,-8-1 50 15,5 0 40-15,-6 7 15 0,5-11-7 16,-1 7-25-16,-4 4-12 0,0 0 9 0,0 0 2 16,16 15-13-16,-11 0-9 0,-5 3-5 15,2 6-4-15,-4 2-205 0,1 8-54 0,-7 0 0 16,4 2 0-16,-4 0 0 0,3-2 0 15,-3 0 0-15,5 0 0 0,-2-7 0 0,1-5 0 16,2-3 0-16,0 0 0 0,2-4 0 16,-1-1 0-16,1-2 0 0,0-2 0 15,0-2 0-15,-2 1 0 0,2 0 0 16,0-4 0-16,0-5 0 0,3 8 0 0,-3-8-326 16,0 0-702-16,0 0 89 0,0 0 111 15,0 0-896-15,27-13-1158 0</inkml:trace>
  <inkml:trace contextRef="#ctx0" brushRef="#br0" timeOffset="94441">12302 13805 5126 0,'0'-23'97'0,"5"5"12"15,-4 4 21-15,3 1 33 0,-2 3 35 16,3 1 25-16,1 1 1 0,1 1-6 0,4 6-8 15,-11 1-7-15,26 8-3 0,-4 11-10 16,-2 7-18-16,-1 14-5 0,-4 5 5 0,-8 11 7 16,-7 1-2-16,-1 8-144 0,-9 6-33 15,-9 22 0-15,-5 0 0 0,-3-3 0 0,-3 1 0 16,1-5 0-16,0-4 0 16,3-2 0-16,4-23 0 0,0-5 0 0,5-4 0 15,2-11 0-15,3-6 0 0,6-6 0 16,-3-7 0-16,5-4 0 0,-2-2 0 0,2-2 0 15,1-2 0-15,1-1 0 0,-2 1 0 16,4-8 0-16,-4 10 0 0,4-10 0 16,-2 10 0-16,2-10 0 0,-3 8 0 0,1-4 0 15,2-4 0-15,-5 7 0 0,5-7 0 16,-5 3 0-16,-1 1 0 0,6-4-400 0,-15 2-618 16,15-2 99-16,-15 0-1072 0,15 0-1408 15</inkml:trace>
  <inkml:trace contextRef="#ctx0" brushRef="#br0" timeOffset="95602.66">13198 14250 5167 0,'-16'-2'-195'0,"2"2"45"0,0-1 42 15,14 1 33-15,-25 0 56 0,14 0 48 16,11 0 40-16,-16 0 23 0,16 0 7 0,0 0 2 15,-15 1 4-15,15-1 14 0,0 0 30 16,0 0 15-16,0 0 11 0,38 16-27 16,-4-9-13-16,9-2-10 0,2 2-10 15,14 0-15-15,4-2-13 0,0 2-11 0,-13-4-34 16,-3-1-30-16,-3 2-38 0,-10-4-32 16,-7 2-39-16,-5-2-41 0,-2 0-59 15,-6 0-90-15,-5 0-94 0,-9 0-107 0,5-8-177 16,-5 8-15-16,0 0 67 0,-21-12-384 15,6 5-474-15</inkml:trace>
  <inkml:trace contextRef="#ctx0" brushRef="#br0" timeOffset="95890.32">13464 14040 3093 0,'0'-11'199'0,"4"3"24"15,-4 1 14-15,0 7 0 16,2-11 8-16,-2 11-7 0,0 0-10 0,0 0 56 15,0 0 18-15,3 30 13 0,0-6 4 16,-1 14-11-16,2 4-6 0,-3 4 2 0,1 11-5 16,0-9-13-16,2 9-16 0,0-13-12 15,-4-1-15-15,1 0-242 0,1-5-1 0,-2-1 0 16,0-9 0-16,2-4 0 0,-2-4 0 16,0-2 0-16,0-3 0 0,0-1 0 0,0-2 0 15,0-2 0-15,0-3 0 16,0 2 0-16,2-2 0 0,-2-7 0 0,-2 9 0 15,2-3 0-15,0-6 0 0,0 0 0 16,0 0 0-16,0 0-449 0,0 0-365 16,0 0-130-16,0 0 94 0,-18-4-896 0,18 4-1178 15</inkml:trace>
  <inkml:trace contextRef="#ctx0" brushRef="#br0" timeOffset="99900.11">14348 14320 5007 0,'0'0'-73'0,"0"-7"16"0,0 7 13 16,0 0 5-16,0 0 12 0,0 0 48 16,0 0 62-16,0 0 26 0,0 0 14 15,0 37-1-15,2-11-6 0,4 8-7 0,-5 0-10 16,1-3-6-16,7 2-1 0,-8-5-1 16,1-7 1-16,2 0 1 0,0-4 1 0,-3-3-3 15,1-1 5-15,-2-4 23 0,0 1 26 16,2-3 32-16,0 2 28 0,0-2 20 0,-2-7-1 15,0 5-18-15,0-5-21 0,0 0-20 16,0 0-17-16,0 0-47 0,-2-40-101 0,8 18 0 16,-5-1 0-16,8 0 0 0,-2-6 0 15,2 5 0-15,3 5 0 0,-1 1 0 16,1 3 0-16,0 0 0 0,0 3 0 16,4 4 0-16,-1 2 0 0,4 3 0 15,0 1 0-15,0 2 0 0,4 4 0 0,-2 0 0 16,2 3 0-16,-6 2 0 0,4 0 0 15,-7-1 0-15,-3 0 0 0,-2 1 0 0,1 2 0 16,-3-4 0-16,1-1 0 0,-3 0 0 16,2-2 0-16,-4 2 0 0,1-3 0 0,-4-3 0 15,0 0 0-15,0 0 0 16,0 0 0-16,21-14 0 0,-15-2 0 0,9-14 0 0,0-1 0 16,2 2 0-16,2 2 0 15,-2 3 0-15,4 2 0 0,-5 4 0 0,-3 6 0 16,3 3 0-16,-3 3 0 0,1 4 0 15,0 2 0-15,8 7 0 0,2 8 0 0,-1 6 0 16,-6 5 0-16,2 4 0 0,-4 3 0 16,-2 3 0-16,-1-2 0 0,-2 2 0 15,-1-3 0-15,-4-2 0 0,2-6 0 0,-2-3 0 16,-3-4 0-16,0-1 0 0,0-3 0 16,2-2 0-16,-3 0 0 0,-1-4 0 0,2 1 0 15,-2-3 0-15,2 1 0 0,-2-7 0 16,6 11 0-16,-6-11 0 0,2 9 0 15,-2-6 0-15,0-3 0 0,2 8 0 16,-2-8 0-16,2 9-51 0,0-6-738 0,-2-3-192 16,4 9 94-16,-4-9 92 0,3 7-799 15,-3-7-1036-15</inkml:trace>
  <inkml:trace contextRef="#ctx0" brushRef="#br0" timeOffset="100394.46">15607 14391 4441 0,'-10'-14'29'0,"6"2"42"16,1 2 26-16,3 2 17 0,0-3 34 16,3 2 25-16,1 1 14 0,4 0 0 0,4 0-13 15,-1 3-8-15,4 4-19 0,0 1-14 16,6 3-12-16,2 4-13 0,6 8-15 0,0 4-9 16,-9 4-3-16,-1 4-1 15,-7 2 0-15,-11-1 9 0,-1-3 22 0,-9 11 21 16,-4 0 15-16,-4-1 23 0,-6 4 19 15,4-8 7-15,-2-5 12 0,1-2 1 0,9-5-183 16,0-6-26-16,4-1 0 0,0-2 0 16,0-1 0-16,3-1 0 0,3 0 0 15,1-8 0-15,5 13 0 0,6-7 0 0,7 2 0 16,3-3 0-16,1 0 0 0,3 0 0 16,0-1 0-16,2-3 0 0,-4 3 0 0,-3-2 0 15,1-1 0-15,-6 2 0 0,-1-3 0 16,-1 1 0-16,-1-1 0 0,-12 0 0 0,18 2 0 15,-7-2 0-15,-11 0 0 16,0 0 0-16,14-3 0 0,-14 3-524 0,0-6-476 16,0 6 80-16,0 0 100 0,0 0-856 15,0 0-1111-15</inkml:trace>
  <inkml:trace contextRef="#ctx0" brushRef="#br0" timeOffset="101067.83">16205 14108 4903 0,'6'-12'37'16,"-6"2"23"-16,0 1 11 0,1 3 20 15,-1 6 30-15,0-9 19 0,0 9 1 0,0 0-3 16,0 0 27-16,0 0 29 0,0 0 8 15,12 18 4-15,-8-5 2 0,-2 2 0 0,2 0 1 16,-3 5-8-16,-1-4-2 0,0 3-9 16,0-2-8-16,0-3-9 0,0 0-21 0,0-1-152 15,0-4 0-15,0-1 0 16,0 2 0-16,0-10 0 0,-1 13 0 0,2-9 0 16,-1-4 0-16,0 0 0 0,0 0 0 15,0 0 0-15,0 0 0 0,18-21 0 0,-7 4 0 16,3 0 0-16,3-6 0 0,-2 4 0 15,-2 6 0-15,-4 2 0 0,4 0 0 0,-4 2 0 16,-4 4 0-16,3 0 0 0,-8 5 0 16,15 0 0-16,-15 0 0 0,24 8 0 0,-15-1 0 15,2 3 0-15,-1 2 0 16,-1 0 0-16,-1 0 0 0,2 2 0 0,-7-2 0 0,3-2 0 16,0 0 0-16,-3-2 0 0,-1-2 0 15,4 1 0-15,-5-1 0 0,4-1 0 16,1-2 0-16,-6-3 0 0,0 0 0 15,14-2 0-15,-3-6 0 0,3-8 0 0,8-6 0 16,3-3 0-16,0 4 0 0,-1 0 0 16,-1 1 0-16,-7 5 0 0,-2 3 0 0,-3 8 0 15,-1 0 0-15,1 4 0 0,-11 0 0 16,25 8 0-16,-14 3 0 0,2 5 0 0,-2-1 0 16,-2 4 0-16,3 0 0 0,-5 0 0 15,4-2 0-15,-2 0 0 0,0-4 0 16,-2 1 0-16,2-4 0 0,0-1 0 0,-4-2 0 15,6-2 0-15,0-2 0 0,3-3 0 16,3-1 0-16,2-6 0 0,10-8 0 16,2 1 0-16,-5-8 0 0,8-8 0 0,-5-2 0 15,3-6 0-15,-7-3 0 0,2 3 0 16,-8 7 0-16,-2 4 0 0,-6 4 0 0,-3 8 0 16,-7 3-579-16,-1 3-426 0,0 9-1242 15,-9-3-1649-15</inkml:trace>
  <inkml:trace contextRef="#ctx0" brushRef="#br0" timeOffset="116650.5">4256 13973 3733 0,'-20'-2'67'16,"4"-3"-51"-16,3 5 25 0,1-3 82 0,3 3 52 16,9 0 31-16,-16-4 1 15,16 4-23-15,0 0-29 0,0 0-6 0,-11-2 0 16,11 2 19-16,0 0 8 0,0 0-6 16,56 0-10-16,-15 0-33 0,9-2-10 0,4 2-13 15,12-2-2-15,1 1-18 0,-1-1-15 16,-14 2-25-16,-3-3-32 0,-3 4-27 0,-10-1-35 15,-11-1-31-15,-2 1-36 0,-8 0-47 16,-2 0-65-16,-3 0-98 0,-10 0-110 0,0 0-159 16,0 0-119-16,0 0 67 0,0 0-427 15,0 0-545-15</inkml:trace>
  <inkml:trace contextRef="#ctx0" brushRef="#br0" timeOffset="116972.46">4645 13808 3114 0,'-3'-7'79'16,"3"7"21"-16,-9-8 5 0,9 8 8 15,-5-6 8-15,5 6 8 0,0 0 6 0,0 0 17 16,0 0 28-16,0 0 11 0,21 19-3 16,4 0-9-16,9 7-3 0,8 3-17 0,6 5-11 15,-1-3-12-15,1 3-15 0,-3-1-11 16,-6 0-14-16,-3-2-11 0,-11-6-4 15,-7-1-6-15,-6-5-6 0,-4 0 7 16,-6-4 14-16,-8 1 9 0,-10 8-2 16,-14-2-11-16,-13 2-11 0,-11 0-4 0,-5-1-1 15,-4-1-17-15,2-5-14 0,2 1-36 16,0-5-37-16,10 0-43 0,12-4-58 0,6 0-67 16,7-3-99-16,5 1-112 0,4 0-128 15,3-2-216-15,5 2 54 0,-2 0 78 0,0-2-400 16,6 4-499-16</inkml:trace>
  <inkml:trace contextRef="#ctx0" brushRef="#br0" timeOffset="117677.05">4529 15922 3123 0,'-18'0'143'0,"7"0"0"0,11 0 5 15,-16 0 28-15,16 0 40 0,0 0 47 16,0 0 34-16,-16-2-4 0,16 2-16 0,0 0-34 15,0 0-17-15,0 0-23 0,36-5-16 16,-15 5-26-16,10-2-45 0,-1 2-63 16,12 0-71-16,2 0-87 0,-4 2-119 0,1 0-129 15,-8 0-156-15,-6-1-237 0,-8 1 26 16,-1-2 89-16,-4 2-377 0,-3 0-482 0</inkml:trace>
  <inkml:trace contextRef="#ctx0" brushRef="#br0" timeOffset="117862.88">4672 16106 2802 0,'-25'6'168'0,"4"0"52"16,4-1 22-16,3 0 30 0,5-2 54 15,0 0 61-15,1 0 18 0,8-3-2 0,-13 3-25 16,13-3-35-16,0 0-37 0,0 0-31 16,0 0-29-16,0 0-60 0,64-6-77 15,-22 2-111-15,8-1-141 0,5-2-135 0,3-2-160 16,-4 2-171-16,-10-1-220 0,8-3 70 15,-18 3 90-15,-12-2-467 0,-2-1-605 16</inkml:trace>
  <inkml:trace contextRef="#ctx0" brushRef="#br0" timeOffset="118105.27">4877 15812 3124 0,'-16'-10'106'0,"2"3"60"0,5 2 18 0,-1-1 22 15,5 3 21-15,5 3 13 0,-5-5-3 16,5 5-4-16,0 0-15 0,0 0-13 15,46 5-29-15,-8 8-9 0,8 5-19 0,1 6-15 16,2 4-17-16,-8 5-24 0,-3 1-6 16,-8 2-7-16,-5 1-8 0,-11-5-7 0,-8 0 3 15,-8-5-6-15,-8 8-12 16,-3-4-9-16,-7-1-9 0,-8 5-21 0,-5-6-27 16,-1-2-36-16,6-8-51 0,-1-2-81 15,0-3-101-15,9-3-129 0,4-9-231 16,3 0-111-16,4-2 80 0,9 0-478 0,0 0-622 15</inkml:trace>
  <inkml:trace contextRef="#ctx0" brushRef="#br0" timeOffset="118689.25">5618 15955 3460 0,'-4'-11'124'0,"-1"4"21"16,3 3 4-16,2 4 11 0,-4-9 9 0,4 9-6 15,0 0 19-15,0 0 51 0,0 0 0 16,-5 30-1-16,5-12-11 0,0 6 0 15,2 12-23-15,1 2-11 0,1 1-14 16,0 1-18-16,1-3-12 0,0-3-19 16,0 1-7-16,-3-8-11 0,2-7-9 0,-4-2 5 15,2-4 24-15,-2-3 40 0,2-2 42 16,-2-2 43-16,0-7 7 0,-4 9-170 0,4-9-88 16,0 0 0-16,-23-18 0 0,6-4 0 15,2-6 0-15,-2-12 0 0,-1-12 0 0,5-4 0 16,3-4 0-16,10 2 0 0,4-3 0 15,6 6 0-15,-1 5 0 0,6 8 0 16,1 9 0-16,3 4 0 0,3 8 0 0,5 3 0 16,2 4 0-16,-1 7 0 0,1 5 0 15,0 2 0-15,12 7-610 0,-3 2-128 16,-1 3-210-16,-3 1 80 0,-11 5 92 0,-4 3-670 16,-10 0-895-16</inkml:trace>
  <inkml:trace contextRef="#ctx0" brushRef="#br0" timeOffset="118860.47">5613 16030 4042 0,'-19'-3'43'0,"3"-2"51"0,3 1 38 0,5 3 58 15,8 1 35-15,-11-6 13 0,11 6 8 16,-2-7-19-16,2 7-17 0,16-10-24 0,-1 5-17 16,8 2-20-16,5-1-43 0,8-3-69 15,6 7-67-15,-1 0-92 0,-2 2-124 16,1 1-140-16,-8 1-168 0,-5-1-197 0,-4 1 51 15,-4-1-492-15,-2 4-657 16</inkml:trace>
  <inkml:trace contextRef="#ctx0" brushRef="#br0" timeOffset="119121.05">6114 15766 3577 0,'-6'-10'95'0,"6"10"-2"15,0 0-6-15,0 0 30 0,0 0 46 16,-21 20 32-16,11-2 18 0,1 11 15 16,0 5-6-16,0 0-8 0,2 4-12 15,3-2-11-15,4 3-24 0,2-6-11 0,0 2-16 16,5-3-9-16,2-3-16 0,0-5-12 16,0-5-13-16,1-2-42 0,-2-5-55 0,1 2-56 15,1-4-66-15,-1-3-112 0,3 0-132 16,-5-4-156-16,3-1-226 0,-1-4 31 15,-9 2 81-15,20-6-406 0,-9-1-521 0</inkml:trace>
  <inkml:trace contextRef="#ctx0" brushRef="#br0" timeOffset="119670.31">6341 16000 3262 0,'0'0'202'0,"-6"-11"4"15,6 11 8-15,0 0 10 0,0 0 8 16,0 0 26-16,0 0 17 0,0 0-4 0,0 0-19 15,13 24-25-15,-6-10-21 0,0-1-10 16,-2 1-19-16,1 2-7 0,-1-2-10 0,-1 1-9 16,0 0-7-16,-1-3-9 0,0-1-7 15,-1-1 6-15,0-2 13 0,2-1 20 0,-4-7 17 16,3 10 18-16,-3-10-4 0,0 0-129 16,0 0-69-16,0 0 0 0,10-22 0 15,-7 9 0-15,7-8 0 0,2-8 0 0,0 1 0 16,2 3 0-16,-3 4 0 0,1 6 0 15,-4 3 0-15,1 1 0 0,0 5 0 16,1 0 0-16,0 5 0 0,-10 1 0 16,21 5 0-16,-10 1 0 0,1 5 0 0,-1-1 0 15,-2 3 0-15,2 3 0 0,-6-1 0 16,2-1 0-16,-3 2 0 0,2-4 0 0,-3 0 0 16,-1-3 0-16,3 1 0 0,-3-3 0 15,1 0 0-15,-3-7 0 0,4 8 0 0,-4-8 0 16,0 0 0-16,0 0 0 0,0 0 0 15,0 0 0-15,21-19 0 0,-15 7 0 16,1-2 0-16,2 2 0 0,2 1 0 16,-2 0 0-16,0 2 0 0,1 4 0 15,1 1 0-15,0 2 0 0,-11 2 0 0,24 4 0 16,-13 3 0-16,3 2 0 0,-2 5 0 16,1 2 0-16,-2 2 0 0,1 6 0 0,2 2 0 15,-4-4 0-15,-3-1 0 0,1-3 0 16,0 2 0-16,-3-5 0 0,1-1 0 0,-3-2 0 15,2-2 0-15,-1-1 0 0,-1-2 0 16,-1-1 0-16,0-1 0 0,-2-5 0 0,6 6-23 16,-6-6-565-16,0 0-175 0,0 0-187 15,0 0 94-15,0 0-848 0,-2-24-1139 16</inkml:trace>
  <inkml:trace contextRef="#ctx0" brushRef="#br0" timeOffset="119987.16">7028 15723 5003 0,'-4'-14'63'0,"2"3"29"16,0 2 10-16,2 2 14 0,0 7 18 16,2-9 5-16,-2 9 11 0,0 0 23 0,22 4-13 15,-6 5-1-15,7 9-5 0,2 7-3 16,4 9-7-16,-2 2 5 0,-5 4-9 15,-1 5-1-15,-3 4-6 0,-4-2-11 16,-6 3-12-16,0-7-9 0,-4-2-6 16,-2 0-6-16,-4-1-6 0,2-2-10 0,-2-9-3 15,-3-4-8-15,3-1-3 0,-1-1-33 16,-1-3-26-16,0-2 0 0,3-6 0 0,-3 1 0 16,0-1 0-16,1-3-59 0,-4-3-165 15,1 0-112-15,6-6-131 0,-9 0-182 0,9 0-258 16,-5-11 84-16,5 3 95 0,0 8-632 15,3-21-814-15</inkml:trace>
  <inkml:trace contextRef="#ctx0" brushRef="#br0" timeOffset="120195.29">7657 16191 4274 0,'-18'-7'343'0,"18"7"12"15,-9-5 10-15,9 5 30 0,0 0 28 16,-5-5-11-16,5 5-19 0,0 0-37 16,0 0-39-16,16-13-29 0,2 7-59 0,-2 1-188 15,8 0-41-15,-3 1 0 0,1 0 0 16,3 0-241-16,-2 1-180 0,-2 1-176 16,0 0-182-16,-4 2-110 0,-2-1 94 15,-3 2-725-15,-3 1-965 0</inkml:trace>
  <inkml:trace contextRef="#ctx0" brushRef="#br0" timeOffset="120402.76">7738 16318 4514 0,'-13'9'121'15,"4"-6"65"-15,4 1 72 0,-2-1 63 16,7-3 66-16,0 0 42 0,-7 6 14 0,7-6-24 16,0 0-37-16,0 0-39 0,0 0-33 0,0 0-232 15,19 4-78-15,-19-4 0 16,31 2 0-16,-17 0 0 0,2-1 0 0,-1 1 0 15,1-2 0-15,-3 2 0 0,-2-1 0 16,-1 1-8-16,-3 0-420 0,2 0-80 0,-9-2-136 16,0 0-245-16,0 0 48 0,0 0 87 15,0 0-647-15,0 0-853 0</inkml:trace>
  <inkml:trace contextRef="#ctx0" brushRef="#br0" timeOffset="121126.31">8730 16059 4056 0,'-11'-10'15'0,"2"1"55"0,0 1 65 16,2 1 65-16,2 0 58 0,1 0 51 15,0 0 24-15,4 7-8 0,-3-11-16 0,3 4-24 16,0 7-28-16,5-13-27 0,1 7-22 15,8-1-22-15,2 3-17 0,2 3-19 0,2 1-17 16,5 5-12-16,9 7-16 16,-5 5-13-16,0 3-10 0,-6 7-13 0,-9 2-3 15,-1 3-38-15,-12 4-28 0,-4 0 0 16,-8 3 0-16,-7 5 0 0,-5-2 0 16,-2-4 0-16,-2-3 0 0,7-10 0 15,0-5 0-15,8-2 0 0,0-6 0 0,2 0 0 16,3-5 0-16,0 1 0 0,4-3 0 0,-1 0 0 15,4-5 0-15,0 0 0 0,18 14 0 16,-2-10 0-16,11-2 0 0,16-1 0 16,-2 1 0-16,6-4 0 0,3 4 0 0,-2-2 0 15,-3-2 0-15,-9 2 0 0,-9 0 0 16,-4 0 0-16,-1 0 0 0,-10 2 0 16,1-2 0-16,-13 0 0 0,22 0 0 0,-22 0 0 15,14 0 0-15,-14 0 0 0,0 0 0 16,7 0 0-16,-7 0 0 0,0 0 0 0,0 0 0 15,0 0-270-15,0 0-785 0,0 0 100 16,0 0 111-16,0 0-879 0,0 0-1157 16</inkml:trace>
  <inkml:trace contextRef="#ctx0" brushRef="#br0" timeOffset="122119.38">9702 15670 4856 0,'2'-10'-155'16,"0"1"30"-16,0 2 20 0,-2 7 35 0,4-10 32 16,-4 10 31-16,3-8 24 0,-3 8 1 15,0 0 4-15,3-7-3 0,-3 7-10 0,0 0 1 16,4-7 7-16,-4 7 10 0,0 0 11 15,0 0 13-15,0 0 19 0,0 0 6 16,0 0 5-16,0 0 1 0,-2-8-8 16,2 8-4-16,0 0-9 0,0 0-5 15,0 0-5-15,-25 1-8 0,25-1-2 0,-23 7-1 16,8-3 3-16,-3 2-3 0,4-1 3 16,-4 2 4-16,2-2-1 0,0 2-3 0,0 1-3 15,3 0-3-15,0-4 0 0,3 3-3 16,1 1-2-16,0 0-4 0,-2 1 6 15,0 0-7-15,4 0 1 0,-1 4 2 0,2-2 2 16,1 3-1-16,1-2 5 0,2 3-4 16,0-1 2-16,4 2-2 0,2 1 0 0,1 4 0 15,3-2 4-15,0-1 4 16,3-2 4-16,0 1-1 0,3 0-7 0,1-3 3 16,-1-1-1-16,-3 1 1 0,-2-2 3 15,1 0 5-15,-1-2 14 0,-1 2 5 16,0 1 15-16,-1-4 5 0,-1 5 17 0,0 0-6 15,-3 0-1-15,1 1-2 0,1 1-9 16,-4-1-1-16,1 2-11 0,-2 1-6 0,0 0-7 16,0 0-2-16,-2-2 0 0,-4 5-7 15,0 0 0-15,-7 7-2 0,-6-3 5 0,1-3-1 16,-6 2 5-16,1-2-7 16,-3-3 1-16,-1 1-32 0,1-4-20 0,7-4 0 15,3-1 0-15,5-4 0 0,2-1 0 16,-2-1 0-16,8 0 0 0,3-5 0 15,0 0 0-15,0 0 0 0,0 0 0 0,21 9 0 0,-2-7 0 16,0 0 0-16,4 1 0 16,0 2 0-16,7 5 0 0,-1 4 0 0,-5 3 0 15,1 4 0-15,-4 3 0 0,-4 5 0 16,-5 7 0-16,-7 2 0 0,-3 1 0 0,-4 4 0 16,-9 10 0-16,-1-1 0 0,-1-3 0 15,1 0 0-15,-4-5 0 0,7-9 0 0,-2-3 0 16,4-6 0-16,1-7 0 15,1-2 0-15,1-2 0 0,1-3 0 0,3-1 0 16,5-2 0-16,2-2 0 0,5 0 0 16,1-1 0-16,4-3 0 0,4 0 0 15,4-1 0-15,2 0 0 0,-1-1 0 0,-3-1 0 16,-2 0 0-16,-4 2 0 0,2-2 0 16,-6 2 0-16,3-2 0 0,-16 0 0 0,18 2 0 15,-11-1 0-15,-7-1 0 0,9 3 0 16,-9-3 0-16,0 0 0 0,-29 11-839 15,20-10-159-15,9-1 106 0,0 0-966 16,-23-6-1282-16</inkml:trace>
  <inkml:trace contextRef="#ctx0" brushRef="#br0" timeOffset="125039.92">10106 16184 4720 0,'-23'2'-219'16,"23"-2"66"-16,-9-5 52 0,9 5 57 0,-11-5 53 15,7 1 43-15,4 4 41 16,-7-13 22-16,6 8 4 0,1 5 3 0,1-16 2 15,6 6-6-15,0 0 0 0,4-1-8 16,7-2-4-16,2 3-11 0,9-1-11 0,-2 5-8 16,-2 2-9-16,-4 2-6 0,-1 2-9 15,5 4-2-15,-2 3-6 0,4 4-5 16,-9 3-6-16,-4 1 2 0,-3 6-2 0,-5 0 5 16,-6 4 10-16,-6 9 16 15,-5 3 22-15,-10 6 13 0,-2-2 21 0,-1-3 1 0,-1-4 15 16,6-7 7-16,-2-3 0 15,9-7-3-15,1-1-2 0,4-6-11 0,0-1-6 16,2-1-9-16,1-1-6 0,0 0 4 16,6 0 21-16,2 0 7 0,8-1-26 15,5-1-112-15,13 2 0 0,8-1 0 0,3 0 0 16,0-4 0-16,3 1 0 0,-4 1 0 16,-6-4 0-16,-7 2 0 0,-5-1 0 0,-2-1 0 15,-4 0 0-15,-4 3 0 0,0-3 0 16,-12 0 0-16,19 1 0 0,-19-1 0 15,13 2 0-15,-13-2 0 0,0 0 0 0,10 1 0 16,-10-1 0-16,0 0 0 0,0 0 0 16,0 0 0-16,-6 8-388 0,6-8-296 0,0 0-288 15,-17 8 88-15,17-8 102 16,-7 3-742-16,7-3-969 0</inkml:trace>
  <inkml:trace contextRef="#ctx0" brushRef="#br0" timeOffset="125950.92">10971 16217 4340 0,'0'-10'-83'0,"0"10"39"0,0 0 53 15,-2-8 28-15,2 8 24 0,0 0 3 16,0 0-4-16,0 0 20 0,0 0 54 15,0 0 20-15,2 34 7 0,-2-12 1 0,0 3 3 16,3 12 6-16,1-3 3 0,3 2-7 16,-4-9-8-16,-1-3-9 0,0-1-5 0,2-5-14 15,-3 0-3-15,1-3-5 0,0-2 3 16,0-2 12-16,-2 1 17 0,0-5 24 16,0-7 18-16,-2 12 18 0,2-12-14 0,-5 3-20 15,5-3-30-15,0 0-151 16,-20-18 0-16,11 2 0 0,-2-15 0 0,5-5 0 15,2-7 0-15,2-2 0 0,8-9 0 16,4 1 0-16,3 5 0 0,2 3 0 0,-2 7 0 16,8 1 0-16,-1 7 0 0,0 5 0 15,1 4 0-15,4 6 0 0,-3 4 0 0,2 7 0 16,-5 2-103-16,-1 4-353 0,6 2-106 16,-5 3-117-16,-1 4-215 0,-2 1 70 15,-3 3 93-15,-5 1-610 0,-6 2-796 0</inkml:trace>
  <inkml:trace contextRef="#ctx0" brushRef="#br0" timeOffset="126152.9">10927 16345 3991 0,'0'0'90'0,"-17"-2"16"16,17 2 22-16,0 0 28 0,-11 0 25 0,11 0 10 15,0 0-6-15,0 0-19 0,0 0-17 16,0 0-14-16,0 0-30 0,57-3-48 0,-28 4-66 15,8 2-84-15,1-2-121 0,2 3-147 16,3-1-195-16,-13-1-159 0,-1 1 79 0,-3-1-404 16,-7 2-512-16</inkml:trace>
  <inkml:trace contextRef="#ctx0" brushRef="#br0" timeOffset="126416.48">11628 15979 3082 0,'-6'-10'99'0,"0"3"-3"0,1 3-12 15,5 4-1-15,0 0 36 0,-25 9 47 0,12 4 40 16,-5 11 21-16,0 4 11 0,2 5 5 16,3 1 12-16,3 4 6 0,1-1 3 0,3 4-6 15,6-4-14-15,0 4-12 16,2-4-20-16,4-2-23 0,1-3-14 0,3-3-16 0,3-1-19 15,1-3-31-15,-3-5-48 16,-2-7-67-16,2-1-84 0,-2 0-91 0,0-3-105 16,-2-3-106-16,2-1-134 0,-2-1-191 15,1-2-49-15,-8-2 79 0,0 0-521 16,0 0-671-16</inkml:trace>
  <inkml:trace contextRef="#ctx0" brushRef="#br0" timeOffset="126974.31">11737 16305 3455 0,'0'0'87'16,"0"-12"65"-16,0 12 40 0,0 0 25 16,1-9 15-16,-1 9 1 0,0 0-13 15,0 0-22-15,0 0-14 0,0 0-2 0,0 0-12 16,0 0-12-16,23 24-3 0,-17-12-16 16,1 2 8-16,0 1-7 0,-2 1-4 0,1-1-4 15,0-1-7-15,-3 1-10 0,-1-2-6 16,2-2-6-16,-1 0 0 0,-3-5 10 15,5 3 14-15,-3-4 16 0,2 3 15 0,-4-8 17 16,0 0 2-16,0 0-1 0,0 0-138 16,0 0-38-16,13-23 0 0,-8 7 0 0,3-3 0 15,5-7 0-15,-2 10 0 0,0 0 0 16,-4 4 0-16,-2-2 0 0,3 7 0 16,-2 1 0-16,2 2 0 0,-8 4 0 15,16 2 0-15,-16-2 0 0,18 8 0 0,-7 1 0 16,-1 2 0-16,1 2 0 0,3 3 0 15,-5-1 0-15,2-1 0 0,-5-1 0 16,0 1 0-16,0 0 0 0,0-6 0 0,-3 3 0 16,1-4 0-16,1-1 0 0,-3-1 0 15,-2-5 0-15,9 11 0 0,-9-11 0 16,0 0 0-16,0 0 0 0,14-16 0 16,-4 4 0-16,5-12 0 0,7 0 0 0,-6 2 0 0,-2 5 0 15,-1 1 0-15,-4 6 0 16,3 2 0-16,-1 3 0 0,-1 1 0 0,-10 4 0 15,19 4 0-15,-8 1 0 0,1 5 0 16,-1 4 0-16,-2-1 0 0,3 4 0 16,-2-1 0-16,-3 3 0 0,1-2 0 0,-2-2 0 15,-1-1 0-15,-1 1 0 0,2-2 0 16,-3-2 0-16,0-1 0 0,1 1 0 0,0-4 0 16,-3-1 0-16,-1-6 0 0,0 11 0 15,2-6 0-15,-2-5-339 0,0 7-443 16,0-7-180-16,0 0 83 0,0 0 98 0,0 0-732 15,0 0-958-15</inkml:trace>
  <inkml:trace contextRef="#ctx0" brushRef="#br0" timeOffset="127199.43">12529 16469 4338 0,'-14'-1'104'15,"5"-1"54"-15,9 2 28 0,0 0 39 16,-13-4 47-16,13 4 28 0,0 0 8 15,0 0-21-15,0 0-19 0,0 0-27 0,0 0-22 16,31-8-23-16,-15 6-22 0,6 0-41 16,-1 1-36-16,5 1-49 0,-1-4-75 0,0 1-106 15,-1-1-100-15,1 0-114 0,-2 1-110 16,0-2-148-16,-6 1-224 0,5-2 67 16,-4 1 83-16,-3 0-505 0,0 1-650 15</inkml:trace>
  <inkml:trace contextRef="#ctx0" brushRef="#br0" timeOffset="127469.9">12902 16212 3511 0,'-7'-12'146'0,"3"2"60"16,1 1 26-16,6 1 28 0,-3 8 53 16,0-12 20-16,0 12 4 0,2-11-21 15,-2 11-21-15,8-3-25 0,-8 3-12 0,0 0-15 16,21 15-10-16,-12-3-10 15,0 7-11-15,0 8-9 0,4 5-16 0,-4 2-12 16,-6-2-15-16,6 2-82 0,-7-6-78 16,3 4 0-16,-1-6 0 0,0-3 0 0,-3-5 0 15,1 2 0-15,2-4 0 0,-4-2 0 16,4-2 0-16,-3-1 0 0,2 0 0 0,-1 0 0 16,0-5 0-16,2 1 0 0,-3-1-343 15,-1-6-250-15,2 5-236 0,-2-5-83 16,0 0 101-16,0 0-789 0,0 0-1039 0</inkml:trace>
  <inkml:trace contextRef="#ctx0" brushRef="#br0" timeOffset="128367.74">13118 15967 4238 0,'-10'-12'-139'15,"-2"1"51"-15,5 3 51 0,1-1 59 0,5 4 41 16,-5-2 38-16,4 4 34 0,2 3 11 16,-4-8 1-16,4 8-9 0,0 0-5 15,0 0 0-15,0 0 6 0,35 4 10 0,-11 12-2 16,4 6-2-16,7 11 12 0,-7 6 8 16,1 8 6-16,-4 2 2 0,-4 10 5 15,-4 2-1-15,-5 5-3 0,-7 2 0 16,-1 1-1-16,-6-1 5 0,0-3 7 0,0-3 6 15,-6-6 3-15,2-2 2 0,1-15-63 16,1-3-133-16,1-8 0 0,-1-8 0 0,2-2 0 16,0-3 0-16,0-1 0 0,1-4 0 15,-2 0 0-15,3-1 0 0,0-1 0 16,0-8 0-16,0 12 0 0,0-12 0 0,-2 9 0 16,2-9 0-16,0 9 0 0,0-9 0 15,0 0 0-15,2 5 0 0,-2-5 0 16,0 0 0-16,0 0 0 0,0 0-79 15,0 0-783-15,0 0-130 0,12-16 99 0,-12 16-932 0,2-9-1251 16</inkml:trace>
  <inkml:trace contextRef="#ctx0" brushRef="#br0" timeOffset="129124.25">13883 16419 4622 0,'0'0'-168'0,"-15"-1"56"0,15 1 46 16,-15 1 24-16,15-1 50 0,0 0 63 15,0 0 49-15,-14 3 47 0,14-3 33 0,0 0 25 16,0 0 11-16,0 0 21 0,0 0 3 16,0 0-1-16,50-6-18 0,-7 2-23 15,4 1-17-15,15 0-18 0,-10 1-22 16,11 0-14-16,-12 4-15 0,-5 0-22 0,-3-1-34 16,-10 1-31-16,-8 1-46 0,-6-1-28 15,0 2-30-15,-6-3-34 0,-1 3-36 0,-7-1-59 16,-5-3-67-16,4 8-95 0,-4-8-101 15,-13 11-126-15,4-6-227 0,-9 0 62 16,-3 1 93-16,0-3-448 0,2 1-566 0</inkml:trace>
  <inkml:trace contextRef="#ctx0" brushRef="#br0" timeOffset="129465.65">14176 16224 3316 0,'-2'-14'135'0,"1"4"37"0,1 1 37 16,0 9 30-16,0-10 30 0,0 10-13 16,0-8-11-16,0 8-37 0,0 0-8 0,0 0 26 15,0 0 28-15,5 37 14 0,0-1 1 16,-1 5 9-16,-1 15 7 0,1-2 4 16,1 3 2-16,3-2-4 0,-5-1-6 0,-1-9-67 15,1-1-214-15,-1-2 0 16,2-3 0-16,-2-3 0 0,-1-8 0 0,1-5 0 15,0-3 0-15,0-4 0 0,0-2 0 16,0-3 0-16,-2-1 0 0,1-2 0 0,-1-1 0 16,0 2 0-16,0-9 0 0,0 12 0 15,0-12 0-15,0 10 0 0,0-10 0 0,2 7 0 16,-2-2 0-16,0-5 0 0,0 0 0 16,0 7 0-16,0-7 0 0,0 0-361 0,0 0-680 15,-3 5 93-15,3-5 106 0,0 0-858 16,-11 9-1135-16</inkml:trace>
  <inkml:trace contextRef="#ctx0" brushRef="#br0" timeOffset="132401.01">12815 16238 4298 0,'0'0'-200'0,"-11"-5"52"0,11 5 41 15,-11-2 25-15,11 2 41 0,0 0 39 16,-13-5 43-16,13 5 33 0,0 0 26 0,-9-4 13 16,9 4 4-16,0 0 3 0,0 0 2 15,0 0 3-15,-8-5 4 0,8 5 5 16,0 0-2-16,0 0 2 0,0 0 1 16,0 0 0-16,0 0 7 0,0 0-4 0,0 0 5 15,0 0-5-15,0 0-4 0,0 0-7 16,0 0-2-16,-9-4-4 0,9 4-9 0,0 0-5 15,0 0-3-15,0 0-3 0,0 0-6 16,0 0-8-16,0 0-3 0,0 0 0 16,0 0 0-16,0 0-8 0,0 0 0 0,0 0-21 15,0 0 4-15,1-9-3 0,-1 9-10 16,0 0-6-16,0 0-2 0,6-11-7 0,-6 11-9 16,7-7 3-16,-7 7-4 15,5-5-5-15,-5 5-2 0,0 0-6 0,7-7 3 16,-7 7-3-16,0 0-3 0,4-5 3 15,-4 5-10-15,0 0 4 0,0 0-5 16,0 0 3-16,0 0 0 0,0 0 2 0,0 0-3 16,0 0-1-16,0 0 0 0,21 8 3 15,-21-8 0-15,4 7-4 0,-4-7 6 0,7 7 4 16,-7-7-6-16,6 9 2 0,-2-4 1 16,-4-5-2-16,8 8-3 0,-2-4 1 0,-6-4 1 15,5 9 1-15,1-4-4 0,-6-5 5 16,3 7-6-16,-3-7 7 0,5 5-4 15,-5-5-1-15,6 7-1 0,-6-7 0 16,1 6 1-16,-1-6 0 0,0 0-1 0,6 9 2 16,-6-9 1-16,5 7 0 0,-5-7 0 0,2 7-4 15,-2-7 5-15,4 8-2 16,-4-8-2-16,4 9 4 0,-4-9-2 0,1 6 0 16,-1-6 4-16,5 11-2 0,-5-11-2 15,2 9 0-15,-2-9 5 0,4 8-1 0,-4-8-2 16,2 10-6-16,-2-10 3 0,3 7-1 15,-3-7 6-15,2 10-1 0,-2-10-4 16,2 10 0-16,2-4 2 0,-4-6 1 0,1 10 0 16,-1-10 4-16,0 12-2 15,0-6-1-15,0-6 3 0,0 13 0 0,0-8 2 16,0-5 1-16,0 14 0 0,0-14 4 16,-1 14-3-16,1-9-3 0,0-5-3 0,-2 10 0 15,2-10 0-15,-2 11 6 0,2-11-8 16,0 10 2-16,0-10 3 0,0 12-1 0,0-12-2 15,-2 10 2-15,2-4 3 0,0-6-2 16,-2 11 8-16,0-4-2 0,2-7 5 16,-5 14-1-16,3-9-3 0,2-5-1 0,-4 12-4 15,1-5 3-15,0-2-5 0,3-5 5 16,-6 10-2-16,6-10-7 0,-3 11-3 16,1-6 0-16,2-5 0 0,-4 10 0 0,0-5 0 15,4-5 0-15,-3 10 0 0,-1-4 0 16,4-6 0-16,-7 11 0 0,6-7 0 15,1-4 0-15,-8 10 0 0,5-5 0 0,3-5 0 16,-6 11 0-16,2-6 0 0,4-5 0 16,-8 8 0-16,6-3 0 0,2-5 0 15,-5 9 0-15,-1-4 0 0,6-5 0 0,-5 9 0 16,3-4 0-16,2-5 0 0,-10 10 0 16,6-5 0-16,0 1 0 0,4-6 0 0,-7 8 0 15,7-8 0-15,-6 7 0 0,6-7 0 16,-8 10 0-16,4-6 0 0,4-4 0 0,-5 7 0 15,5-7 0-15,-6 7 0 16,6-7 0-16,-5 8 0 0,5-8 0 0,-6 7 0 16,6-7 0-16,-6 7 0 0,6-7 0 15,-6 7 0-15,6-7 0 0,-6 5 0 16,6-5 0-16,0 0 0 0,-5 6 0 0,5-6 0 16,0 0 0-16,0 0 0 0,0 0 0 15,-6 4 0-15,6-4 0 0,0 0 0 0,0 0 0 16,0 0 0-16,0 0 0 0,0 0 0 15,0 0 0-15,23-17 0 0,-15 12 0 0,1 0 0 16,2-1 0-16,3 0 0 0,-3 1 0 16,5-1 0-16,-5 1 0 0,4 0 0 15,0 2 0-15,-2-3 0 0,1 3 0 0,-3-2 0 16,3 2 0-16,1-1 0 16,3 1 0-16,-4-1 0 0,0 1 0 0,5-1 0 15,-6 2 0-15,0 1 0 0,1 1 0 16,-14 0 0-16,26-1 0 0,-10 1 0 0,-1 0 0 15,-2 0 0-15,-13 0 0 0,31 0 0 16,-14 0 0-16,0 1 0 0,3-2 0 0,-4 2 0 16,4-1 0-16,-8-1 0 0,4 1 0 15,-1-3 0-15,-15 3 0 0,27 0 0 16,-18-1 0-16,-9 1 0 0,19-2 0 16,-19 2 0-16,13 0 0 0,-13 0 0 15,0 0 0-15,18-1 0 0,-18 1 0 0,0 0 0 16,13 0 0-16,-13 0 0 0,0 0 0 0,0 0 0 15,16-2 0-15,-16 2 0 0,0 0 0 16,0 0 0-16,0 0-433 0,3 3-194 16,-3-3-228-16,0 0-53 0,-19 15 96 15,11-6-738-15,-3 3-992 0</inkml:trace>
  <inkml:trace contextRef="#ctx0" brushRef="#br0" timeOffset="133967.4">14999 16404 4414 0,'4'-9'-93'15,"2"2"35"-15,-4 0 40 0,-2 7 48 0,1-8 18 16,-1 8 11-16,0 0-3 0,5-5-1 16,-5 5 35-16,0 0 38 0,7 24 9 15,-3-4 7-15,0 2 6 0,-1 3 8 0,3 7 8 16,1 1 8-16,-4-6 6 0,1-3 1 15,0 0-18-15,-3-3 0 0,1-1-5 0,0-4-8 16,2 0-4-16,-2-3 0 0,-2-1 5 16,1-3 5-16,-1 0 4 0,0-2 5 15,0-7 6-15,0 11 7 0,0-11 1 16,0 7-75-16,0-7-104 0,0 0 0 16,0 0 0-16,0 0 0 0,2-27 0 0,1 9 0 15,3-2 0-15,1-9 0 0,0 5 0 16,7-5 0-16,1-1 0 0,1 3 0 0,2 3 0 15,4 0 0-15,2 4 0 0,-1-3 0 16,3 9 0-16,-2 6 0 0,-3 3 0 0,-5 3 0 16,4 5 0-16,1 2 0 0,-3 5 0 15,6 8 0-15,-7 3 0 0,2 1 0 16,-7 0 0-16,-7-3 0 0,3 1 0 16,-7-1 0-16,1 0 0 0,-2-1 0 15,0-1 0-15,-2-3 0 0,2-3 0 0,0 0 0 16,0-1 0-16,0-4 0 0,0-6 0 15,0 11 0-15,0-11 0 0,0 0 0 0,0 0 0 16,0 0 0-16,0 0 0 0,4-33 0 16,3 15 0-16,4-1 0 0,2-7 0 0,1 5 0 15,2-2 0-15,2 9 0 0,-4 0 0 16,4 2 0-16,0 4 0 0,0 3 0 16,0 3 0-16,2 4 0 0,-1 1 0 0,2 6 0 15,4 5 0-15,-2 6 0 0,-6-3 0 16,-2 7 0-16,3 2 0 0,-6-1 0 15,-2-3 0-15,-2-4 0 0,-1 2 0 0,-1-1 0 16,-1-4 0-16,-1 1 0 0,3-2 0 16,-4-2 0-16,-1-4 0 0,4 2 0 15,-4-3 0-15,-1 0 0 0,1 0 0 0,0-3 0 16,-2-4 0-16,4 9 0 0,-4-9 0 16,3 6 0-16,-3-6 0 0,0 0 0 15,0 0-533-15,9 2-376 0,-9-2-35 0,0 0 102 16,0 0-846-16,0 0-1123 0</inkml:trace>
  <inkml:trace contextRef="#ctx0" brushRef="#br0" timeOffset="134207.79">16248 16697 4778 0,'0'0'84'0,"-13"-3"53"16,13 3 18-16,0 0 38 0,0 0 43 0,-9-6 20 15,9 6 8-15,0 0-17 0,0 0-21 16,0 0-17-16,0 0-21 0,23-5-17 16,-4 5-18-16,0-2-19 0,8 2-17 0,0-1-38 15,-5 1-48-15,3-1-59 0,-2 1-79 16,-2-2-77-16,-2 2-87 0,-4-2-87 16,0 2-93-16,1 0-123 0,-1-2-234 0,-6 2 43 15,-9 0 89-15,18 0-493 0,-18 0-634 16</inkml:trace>
  <inkml:trace contextRef="#ctx0" brushRef="#br0" timeOffset="134511.38">16723 16442 3380 0,'2'-12'116'0,"-4"4"69"0,2 0 36 16,0 8 29-16,2-10 24 0,-2 10 19 15,0 0-11-15,0-7-24 0,0 7-17 0,0 0 26 16,0 0 11-16,6 25 0 15,-5-9-10-15,1 3-7 0,0 3-11 0,1 3-3 16,1 2-15-16,-2 5 1 0,-1 4 1 16,3-1-91-16,0-8-143 0,-1-3 0 0,-1-2 0 15,2-3 0-15,-2 0 0 0,0-2 0 16,-2-1 0-16,3-1 0 0,-2-4 0 16,-1-1 0-16,2-2 0 0,-2-1 0 0,0-7 0 15,2 14 0-15,-2-9 0 0,0-5 0 16,6 8 0-16,-6-8 0 0,0 7 0 0,0-7 0 15,0 0 0-15,-2 7-514 0,2-7-369 16,-8 2-61-16,-2 1 86 0,10-3-840 16,-15 11-1132-16</inkml:trace>
  <inkml:trace contextRef="#ctx0" brushRef="#br0" timeOffset="135701.91">17234 16363 4419 0,'0'0'-146'0,"0"0"58"0,-12-19 45 16,12 19 44-16,-2-10 45 0,4 3 33 0,2 0 43 15,-2-2 20-15,2 0 12 0,4 0-6 16,-1-2-5-16,2 3-6 0,3-1-12 0,1 4-12 16,-2 1-13-16,5 3-6 0,2 2-13 15,-2 3-4-15,5 5-5 0,3 9-8 16,-2 6-4-16,-3 5-4 0,-4 4 1 0,-5 3 7 15,-4 2 8-15,-8 1 12 16,-6 0 13-16,-5 8 21 0,-4-2 1 0,-2-1 16 16,3-11 15-16,-1-3-1 0,3-2 11 15,1-2 0-15,4-7 3 0,2-4-2 0,-2-5 0 16,6-1 2-16,-1 0-12 0,2-1-80 16,2 0-71-16,2 3 0 0,5-4 0 15,5 2 0-15,9-1 0 0,2-3 0 0,9 4 0 16,6-4 0-16,3-2 0 0,-2 1 0 15,-8-3 0-15,-4 1 0 0,-7 0 0 0,-1-1 0 16,-5-1 0-16,-1 2 0 0,-2 0 0 16,-11-2 0-16,22 2 0 0,-22-2 0 0,12 0 0 15,-12 0 0-15,13 1 0 16,-13-1 0-16,0 0 0 0,0 0 0 0,0 0 0 0,0 0-580 16,0 0-353-16,0 0-1 15,0 0 91-15,0 0-824 0,0 0-1103 16</inkml:trace>
  <inkml:trace contextRef="#ctx0" brushRef="#br0" timeOffset="136394.5">17971 16154 4325 0,'-4'-17'-66'0,"4"3"51"0,-2 2 59 16,2 3 24-16,0 2 42 0,0 7 34 16,0-12 14-16,0 12-7 0,2-8-21 0,-2 8-14 15,0 0 6-15,0 0 22 0,0 0 11 16,0 0 5-16,-2 41 12 0,0-23 1 0,0 5 1 16,0 1 1-16,0 0-8 0,1 0-15 15,-1-2-9-15,0-3-13 0,0-2-8 16,0-2-10-16,0 0-12 0,2-3 0 0,0-4 14 15,-1 0 14-15,1 1 21 0,0-9 10 16,-2 9 8-16,2-9-159 0,0 0-8 0,0 0 0 16,0 0 0-16,-9-31 0 15,11 14 0-15,3-5 0 0,0-1 0 0,1 1 0 16,3 1 0-16,-1 2 0 0,4 1 0 16,-1 2 0-16,1 1 0 0,1 1 0 15,0 6 0-15,0 1 0 0,-2 3 0 0,5 3 0 16,3 4 0-16,-4 2 0 0,2 3 0 15,1 5 0-15,-4 1 0 0,0-1 0 0,-1 5 0 16,-1-4 0-16,-1 2 0 16,-3-1 0-16,-3-3 0 0,2 2 0 0,-4-4 0 0,3 0 0 15,-4-2 0-15,1-4 0 16,-1 3 0-16,-2-7 0 0,9 9 0 0,-9-9 0 16,0 0 0-16,0 0 0 0,0 0 0 15,14-17 0-15,-6 0 0 0,4-9 0 16,3 1 0-16,0-1 0 0,0 2 0 0,-1 5 0 15,-1 5 0-15,0 2 0 0,-1 2 0 16,-1 1 0-16,-2 6 0 0,3 1 0 0,-1 2 0 16,-11 0 0-16,23 12 0 0,-12-1 0 15,1 4 0-15,-1 2 0 0,-1 2 0 0,-4 1 0 16,3 1 0-16,-3 2 0 0,-1 0 0 16,-1-2 0-16,3 0 0 0,-4-4 0 0,-1-2 0 15,0-1 0-15,2-2 0 0,-2-3 0 16,-1-1 0-16,-1 1 0 0,2-4 0 15,0 0 0-15,-2-5 0 0,4 8 0 16,-4-8-176-16,0 0-613 0,0 0-197 16,17-13 85-16,-9 4 107 0,3-5-752 0,5 1-989 15</inkml:trace>
  <inkml:trace contextRef="#ctx0" brushRef="#br0" timeOffset="136634.65">19057 16210 4584 0,'-46'5'82'0,"46"-5"26"0,0 0 26 0,0 0 53 16,-15 0 68-16,15 0 25 15,0 0 15-15,0 0-21 0,0 0-22 0,0 0-25 16,0 0-21-16,0 0-24 0,0 0-16 16,53-7-24-16,-29 7-46 0,5 2-25 15,0-2-47-15,-2 2-52 0,-3-1-72 0,-2 1-60 16,-4 0-59-16,0 0-64 0,-5-1-58 15,1 1-69-15,-3 0-92 0,0 0-131 0,-11-2-115 16,15 0 67-16,-15 0-496 0,13 1-642 16</inkml:trace>
  <inkml:trace contextRef="#ctx0" brushRef="#br0" timeOffset="136909.73">19434 16007 3560 0,'-6'-11'156'0,"4"4"47"0,1 0 26 15,1 7 31-15,-2-10 17 0,2 10 14 16,0 0-23-16,-4-7-26 0,4 7-16 16,0 0 32-16,0 0 11 0,2 31-4 0,0-14-3 15,-4 8-2-15,2 2-2 0,-5 7-8 16,5 4-9-16,-2-2-13 0,2-1-40 0,-2-5-188 16,2-3 0-16,-1-1 0 0,1-2 0 15,-2 1 0-15,2-8 0 0,-2 1 0 16,2-3 0-16,0-3 0 0,0 0 0 15,0-2 0-15,2-1 0 0,-2 0 0 0,0-2 0 0,2-2 0 16,-2-5 0-16,0 8 0 16,0-8 0-16,0 0 0 0,0 0-623 0,0 0-389 15,0 0 85-15,0 0 110 0,0 0-820 16,0 0-1074-16</inkml:trace>
  <inkml:trace contextRef="#ctx0" brushRef="#br0" timeOffset="138104.57">20004 15852 3958 0,'0'0'-326'0,"-5"-9"39"0,5 9 39 0,-4-5 55 16,4 5 56-16,-1-5 54 15,1 5 39-15,-6-5 24 0,6 5 27 0,0 0 16 16,-7-6 23-16,7 6 21 0,-8-6 27 16,8 6 23-16,0 0 33 0,-8-7 15 15,8 7 17-15,0 0 11 0,-7-5 8 0,7 5 8 16,0 0 5-16,0 0 4 0,-6-7 2 15,6 7-2-15,0 0-19 0,0 0-7 0,-4-7-10 16,4 7-12-16,0 0-11 16,0 0-13-16,0 0-16 0,0 0-12 0,0 0-8 0,0 0-16 15,0 0-6-15,0 0 7 16,0 0 14-16,0 0 9 0,13 32 6 16,1-5 3-16,1 3 5 0,2 13 1 0,0 4-7 15,-1 1-5-15,-3 2-8 0,-1 2-5 16,-5 2-6-16,0 0-2 0,-5-9-3 0,0-4-43 15,-2 0-54-15,-2-1 0 0,0-6 0 16,-1-5 0-16,1-7 0 0,-2-2 0 0,2-4 0 16,2-2 0-16,-1 0 0 15,1-2 0-15,-2-2 0 0,-1-1 0 0,3-1 0 16,0 1 0-16,-2-2 0 0,0-3 0 0,2-4 0 16,0 11 0-16,0-11 0 0,0 9 0 15,0-9 0-15,-2 8 0 0,2-8 0 16,0 6 0-16,0-6 0 0,0 0 0 0,0 8 0 15,0-8 0-15,0 0 0 0,0 0 0 16,-1 8 0-16,1-8 0 0,0 0 0 16,0 0 0-16,0 0 0 0,1 9 0 0,-1-9 0 15,0 0 0-15,2 6 0 0,-2-6 0 16,9 6 0-16,-6-4 0 0,-3-2 0 0,11 6 0 16,-3-2 0-16,-3-2 0 0,-5-2 0 15,10 5 0-15,-4-2 0 0,-6-3 0 16,7 9 0-16,-7-4 0 0,0-5 0 15,-3 14 0-15,-3-4 0 0,1 1 0 0,-6-1 0 16,6 2 0-16,-1 0 0 0,1-4 0 16,1 4 0-16,0-1 0 0,4-1 0 0,-1 0 0 15,2 2 0-15,1-1 0 0,6 6 0 16,-1-1 0-16,2 1 0 0,1 3 0 0,2-1 0 16,-3-1 0-16,-1 11 0 0,-2 0 0 15,-5-4 0-15,-2 1 0 0,-5 10 0 16,-4 0 0-16,-1-4 0 0,0 1 0 0,-3-4 0 15,3-2 0-15,2-6 0 16,-2-4 0-16,6-1 0 0,1-3 0 0,-1 1 0 0,1-4 0 16,-1 2 0-16,3-2 0 0,1 1 0 15,-1-1 0-15,0 0 0 0,2 1 0 16,0-2 0-16,-2 1 0 0,0-2 0 16,2 1 0-16,0-2 0 0,-2-1 0 0,2 1 0 15,0-7 0-15,-3 11-350 0,1-8-263 16,2-3-222-16,0 0-77 0,0 0 88 15,0 0-760-15,0 0-1025 0</inkml:trace>
  <inkml:trace contextRef="#ctx0" brushRef="#br0" timeOffset="138409.31">21064 16629 4599 0,'-23'-7'8'0,"7"3"33"0,2-1 56 16,3 2 66-16,1 1 62 0,10 2 34 0,-12-6 4 15,12 6-18-15,0 0-9 16,0 0-5-16,0 0-15 0,0 0-18 0,50-3-21 15,-3 5-22-15,9-1-48 0,7-1-79 0,-12 0-95 16,-4 0-113-16,0-1-114 0,-6 1-105 16,-7-2-95-16,-9 1-115 0,-5-3-172 15,-5 3 74-15,-7-1-557 0,-3-2-725 0</inkml:trace>
  <inkml:trace contextRef="#ctx0" brushRef="#br0" timeOffset="138661.54">21192 16370 3587 0,'-9'-11'82'0,"1"4"72"16,3 2 25-16,5 5 25 0,-7-7 23 0,7 7-9 16,0 0-16-16,0 0 23 0,0 0 42 15,0 23 4-15,6-2-10 0,0 14-18 16,3 3-20-16,-1 2-22 0,-1 3-18 16,1-4-18-16,0 2-19 0,-1-2-11 0,1-1-14 15,-2 0-10-15,2-4-14 0,-5-6-14 16,1-5-4-16,-2-3-11 0,0-4-25 0,-2-2-35 15,1-1-44-15,-1-3-71 0,2-1-86 16,-2 1-99-16,0-2-110 0,2-1-143 0,-2-7-220 16,2 7-39-16,-2-7 78 0,0 0-605 15,14 3-787-15</inkml:trace>
  <inkml:trace contextRef="#ctx0" brushRef="#br0" timeOffset="139234.49">21617 16702 3551 0,'2'-12'134'16,"-1"2"62"-16,-1 3 63 0,2 1 23 0,-2 6 24 16,2-11-11-16,-2 11-20 0,0 0-30 15,4-5-16-15,-4 5-6 0,0 0-3 0,14 16-13 16,-9-4-14-16,1 1-20 0,-1 4-6 16,1 2-8-16,-2 0-11 0,-2 0 3 0,-2 1-10 15,4-2-1-15,-2 0-9 0,-2 0-4 16,2-7-7-16,-2 3-7 0,0-5-107 15,0 0-6-15,0-1 0 0,0-1 0 16,0-7 0-16,2 10 0 0,-2-10 0 16,0 0 0-16,0 0 0 0,0 0 0 0,16-33 0 15,-4 16 0-15,5-6 0 0,0-1 0 16,-4 4 0-16,-1 7 0 0,1-1 0 0,-1 4 0 16,1 1 0-16,-4 1 0 0,3 4 0 15,0 1 0-15,-12 3 0 0,21 3 0 0,-12 1 0 16,2 3 0-16,-1-1 0 15,-1 5 0-15,3 1 0 0,-4 0 0 0,-3 0 0 16,3-2 0-16,-5 0 0 0,1-2 0 16,3 0 0-16,-5-1 0 0,-1 0 0 0,-1-7 0 15,6 9 0-15,-6-9 0 0,4 7 0 16,-4-7 0-16,0 0 0 0,0 0 0 16,0 0 0-16,11-20 0 0,-1 1 0 0,3-8 0 15,6 0 0-15,3 4 0 0,1 0 0 16,-1 5 0-16,-6 2 0 0,0 7 0 0,-3 3 0 15,1 3 0-15,-5 3 0 0,-9 0 0 16,21 8 0-16,-10 2 0 0,-1 4 0 0,-2 5 0 16,-1-2 0-16,1 4 0 15,-5 1 0-15,4 0 0 0,-3 2 0 0,-1-1 0 0,-1-1 0 16,2 0 0-16,0-6 0 16,-3-3 0-16,-1-1 0 0,2 0 0 0,2-2 0 15,0-1 0-15,-3 0 0 0,2-2 0 16,-1-1 0-16,-2-6 0 0,4 4-863 15,-4-4-124-15,0 0 97 0,0 0-964 0,0 0-1279 16</inkml:trace>
  <inkml:trace contextRef="#ctx0" brushRef="#br0" timeOffset="139660.37">22614 16107 5342 0,'-1'-10'-42'16,"1"0"42"-16,0 1 23 0,3-1 32 0,6 1 32 15,0-1 21-15,0 1-16 0,3 1-4 16,1 1-14-16,0 4-5 0,1 3-7 0,-14 0-8 15,27 5 1-15,-13 4-6 16,-2 2 2-16,-1 7 9 0,-1-2 20 0,-7 2 24 16,-3 1 29-16,-1 0 26 0,-3 1 25 0,-2 0 14 15,3-2 8-15,-1-3 1 0,-2-1-8 16,5-2-4-16,-6 0-3 0,5-2-85 16,0-3-107-16,1 2 0 0,-1-1 0 0,2-8 0 15,5 16 0-15,5-8 0 0,3 1 0 16,9-1 0-16,8 5 0 0,2-4 0 15,6 2 0-15,-2-2 0 0,-2-2 0 0,2-1 0 16,-5-1 0-16,-2-1-565 0,-3-3-159 16,-4 1-220-16,1-2 80 0,-5-2 94 0,2 1-701 15,-7 1-918-15</inkml:trace>
  <inkml:trace contextRef="#ctx0" brushRef="#br0" timeOffset="140782.64">22506 16646 4219 0,'-10'-5'-65'15,"5"1"24"-15,5 4 25 0,-8-7 48 16,8 7 26-16,0 0 15 0,-2-8 9 0,2 8-6 16,0 0-6-16,8-10-10 0,-8 10-6 15,14-7-2-15,-3 3 1 0,0 1-2 0,1 1-1 16,1 0 8-16,-1 1 4 16,-12 1 2-16,18-2 2 0,-18 2 6 0,16 0 3 15,-16 0-2-15,0 0-3 0,17-1-4 16,-17 1-3-16,0 0-6 0,0 0-3 15,0 0-8-15,0 0-7 0,0 0-39 0,0 0-69 16,0 0-92-16,0 0-88 0,-24 16-88 16,17-12-140-16,0-2-205 0,-1 1 43 0,8-3 72 15,0 0-281-15,-14 3-332 0</inkml:trace>
  <inkml:trace contextRef="#ctx0" brushRef="#br0" timeOffset="141351.6">22560 16719 2441 0,'-16'-6'57'0,"5"2"13"0,1-1 15 16,1 2 37-16,0-1 66 0,9 4 46 16,-13-9 27-16,10 4 4 0,3 5-6 15,-6-8-21-15,6 8-24 0,4-12-18 0,1 5-12 16,6 0-12-16,2 1-8 0,2 0-10 15,4 1-15-15,-2 3-8 0,0 2-10 0,4 2-12 16,0 3-11-16,2 5-6 0,0 6-5 16,-2 4-4-16,-6 6 0 0,-3 3 11 15,-10-1 10-15,-6 8 8 0,-6 0 5 0,-9 7 18 16,-4-1 8-16,-4-2 6 16,-3-2 9-16,-1-4 8 0,-1-3 11 0,5-7 5 15,4-3-1-15,8-5-12 0,3-5-112 16,1-1-57-16,6-3 0 0,-1 0 0 15,3 0 0-15,3-7 0 0,0 10 0 0,7-3 0 16,6-2 0-16,10 2 0 0,9 0 0 16,4-2 0-16,1 0 0 0,1-1 0 0,-6-1 0 15,-5 0 0-15,0 1 0 0,-1-3 0 16,-9 3 0-16,3-2 0 0,-7-1 0 0,1 2 0 16,-5-3 0-16,-2 1 0 0,-7-1-125 15,16 1-358-15,-16-1-149 0,0 0-201 16,0 0-36-16,0 0 85 0,0 0-735 0,0 0-963 15</inkml:trace>
  <inkml:trace contextRef="#ctx0" brushRef="#br0" timeOffset="142209.04">22833 16126 4168 0,'-3'-12'-43'0,"-1"7"39"0,0 0 41 15,4 5 48-15,-2-10 46 0,2 10 35 0,-3-11 33 16,3 11 18-16,-2-7-2 0,2 7-23 16,0 0-27-16,-2-6-21 0,2 6 6 0,0 0 33 15,0 0 23-15,-7 29 13 0,0-6 5 16,3 9 6-16,-3 2 8 0,0 0-2 0,-2 2-1 16,4-1-12-16,-3-1-12 15,3-2-47-15,1-7-164 0,2-3 0 0,-1-6 0 16,0-4 0-16,1 1 0 0,0-1 0 15,0-3 0-15,2-3 0 0,-1 1 0 16,1-7 0-16,-2 9 0 0,2-9 0 0,0 0 0 16,0 0 0-16,0 0 0 0,-2-35 0 15,7 11 0-15,4-8 0 0,4-2 0 0,0 1 0 16,0 2 0-16,-2 4 0 0,5 3 0 16,-5 5 0-16,0 5 0 0,-2 2 0 0,0 2 0 15,-4 5 0-15,8-1 0 16,-2 5 0-16,-11 1 0 0,25 8 0 0,-13 1 0 15,4 3 0-15,3 10 0 0,-4 4 0 16,2 1 0-16,-5 3 0 0,-3-2 0 0,0 2 0 16,2-6 0-16,-6-5 0 0,3 0 0 15,-7-4 0-15,5-1 0 0,-4-2 0 0,1-4 0 16,-3 1 0-16,3-2 0 0,1-2 0 16,-4-5 0-16,5 8 0 0,-5-8 0 15,0 0 0-15,0 0 0 0,19-24 0 0,-5-1 0 16,5-3 0-16,2-3 0 0,0 4 0 15,-5 3 0-15,4 2 0 0,-3 5 0 0,-6 2 0 16,-1 6 0-16,-2 0 0 16,-1 4 0-16,3 0 0 0,-1 5 0 0,-9 0 0 15,21 6 0-15,-10 5 0 0,5 3 0 16,-7 3 0-16,1 4 0 0,1 6 0 0,2 0 0 16,-2-6 0-16,-4-1 0 0,-2-4 0 15,1-1 0-15,-1 0 0 0,0-4 0 0,1 1 0 16,-3-2 0-16,-1-3 0 0,4-2 0 15,-1 0 0-15,9-3 0 0,-14-2 0 0,38-9 0 16,-2-6 0-16,10-7 0 0,1-6 0 16,1-1 0-16,-4-5 0 0,-2-6 0 15,-6 4 0-15,0 4 0 0,-11 8 0 0,-6 5 0 16,-3 5 0-16,-7 2 0 0,-4 7 0 16,-1 3 0-16,-4 2 0 0,0 0-432 15,0 0-598-15,-22 14 112 0,16-5-1058 16,0 3-1395-16</inkml:trace>
  <inkml:trace contextRef="#ctx0" brushRef="#br0" timeOffset="144621.64">10981 17563 5180 0,'-39'-2'-234'0,"-3"1"30"0,-1 1 23 0,-5 1 22 15,0 4 24-15,-8 2 31 16,-2 2 46-16,12-4 40 0,-1-1 44 16,5-1 22-16,4 0 21 0,7 1 8 0,8-1-1 15,6-1-2-15,4 0-4 0,2-1-5 16,1 1-2-16,10-2 3 0,0 0 7 0,0 0 12 16,59 15 16-16,12-11 4 0,43-1-6 15,28 2-1-15,32-1-10 16,72 1-7-16,14 4-4 0,18-1-5 0,16-2-9 15,7 4-7-15,4-2 0 0,-1 1-10 0,-14 2-4 16,-14 1-4-16,-22 3-1 0,-32 2-6 16,-66-5-3-16,-22 3-6 0,-24-3-2 15,-33-4-6-15,-16 1 2 0,-18-6-4 16,-5 3 8-16,-9-3 3 0,-8-1-4 0,-3 0 1 16,-7-4-3-16,-11 2-3 0,0 0-31 15,3-7-52-15,-3 7-64 0,-28-14-102 0,-5 4-111 16,-10 2-142-16,-22-3-258 0,-4 1 57 15,-10 0 83-15,-34-1-369 0,-15 8-451 16</inkml:trace>
  <inkml:trace contextRef="#ctx0" brushRef="#br0" timeOffset="145039.7">11378 18155 2977 0,'-41'1'94'16,"1"3"-14"-16,9-4-12 0,10 0-13 0,6 1-16 15,7-1 25-15,8 0 32 16,0 0 32-16,32-8 24 0,29 1 9 0,23-2-2 16,40-2-11-16,21 0-19 0,19 1-6 15,63-4-12-15,3 4-14 0,3-1-13 16,-5 0-4-16,-52 6-9 0,-6-2-7 16,-7 1-17-16,-21 5-22 0,-18-4-20 15,-42 1-34-15,-12 3-16 0,-21-3-22 0,-13 1 2 16,-13-3-8-16,-12 1-18 0,-8-3-20 15,-10 1-8-15,-11-3-10 0,-19-3-7 0,-23 0 11 16,-12 1 10-16,-8 3 11 0,-28 1 10 16,-7 6 14-16,-5 4 6 0,-2 4 8 15,0 7 13-15,4-1 17 0,17-2 22 0,31-2 19 16,24-2 38-16,12 0 27 0,17 0 9 16,17-4 18-16,0-2 3 0,58 1 6 15,21-4-3-15,37-1-13 0,21-6-7 0,14-1-7 16,8 2-14-16,-1 0-17 15,-3-2-25-15,-8 3-36 0,-12 3-51 0,-19-5-46 16,-34 6-28-16,-14-3-32 0,-18 5-14 16,-8 1-17-16,-12-4-28 0,-12 0-54 15,-7-1-141-15,-4 1-92 0,-8 0 49 0,1 5-66 16,-23-10-39-16</inkml:trace>
  <inkml:trace contextRef="#ctx0" brushRef="#br0" timeOffset="147202.78">21717 2304 1865 0,'-5'-5'23'0,"-3"2"-31"0,8 3-1 16,0 0 7-16,0 0 3 0,-12 18 25 15,11 0 13-15,-1 9 12 0,-2 16 10 0,0 22 8 16,3 7 6-16,-5 28 6 0,0 9 2 16,2 13 7-16,-2 10 2 0,-1 9 6 15,-2 4-2-15,0 5 12 0,4 8 5 16,-3 2-7-16,5 2 9 0,3-3-5 0,2-1 11 16,5-6 3-16,0-3-4 0,5-1 10 15,3-5-11-15,1-3-6 0,4-4-9 0,-4-4-8 16,-3-7-7-16,1-8 0 0,-1-6-3 15,-3-1 0-15,1-4-7 0,-6-3 1 16,1-4-3-16,-2-17 0 0,-2-2 1 16,0 20-2-16,2-21-3 0,-4 1-3 0,2-7-3 15,0 2 3-15,-1 3-2 0,1-8-2 16,6-2 15-16,-5 3-2 0,6-4-5 16,-4 0-5-16,6 0-1 0,-3 1-2 0,4 1-6 15,-5 1-2-15,2 3-5 0,3 2-3 16,-1 18-4-16,1-21-1 0,-4 6-4 0,-1-3-3 15,2 3-1-15,-1-6 4 0,0 3 3 16,0-3 6-16,-1-2 5 0,0-4-2 0,2-2 4 16,0 0-9-16,-2-3 4 0,4 0-7 15,-4-1 1-15,0 0 1 0,2-2-3 0,-2 1-7 16,-3-1-15-16,-2 2-4 16,-2 1 3-16,-2 3-1 0,0 0 0 0,-5-1-3 15,5 0 6-15,-1 3-1 0,-3-3 8 16,4 2 5-16,2 0 4 0,-1-2 5 0,2 0-15 15,-1-2 16-15,2-3-4 0,0 0 14 16,2 2-21-16,-1-1-10 0,2-1 7 0,-1 2 17 16,1 0-2-16,-3-1-6 0,4-3-5 15,-3 2-2-15,-1 1-6 0,-2-1-1 0,2 0 1 16,0-1-7-16,-2-9 1 0,0 0-1 16,2 0 2-16,-2-2-4 0,3 1 2 15,-2-5-1-15,1 2 3 0,0 0 5 0,2-2-2 16,-2 1 0-16,1 1 0 0,-3-1-4 0,2 1 4 15,2-4-2-15,-4 4-6 16,2 0 3-16,-2-3-1 0,2 4-2 0,-4-2-9 16,2 0-8-16,0 3 0 0,-2-2 0 15,2 1 0-15,0 0 0 0,-4 0 0 0,8 1 0 16,-4-4 0-16,0 3 0 0,2 0 0 16,0-1 0-16,-2 5 0 0,-2 9 0 0,0 1 0 15,-2 2 0-15,1-3 0 0,-5 0 0 16,3 1 0-16,-6-3 0 0,2 2 0 0,2-3 0 15,-3-1 0-15,4-1 0 0,-1-2 0 16,-1-10 0-16,2 2 0 0,2 0 0 0,4-2 0 16,-2 2 0-16,0 0 0 15,4 0 0-15,-2 2 0 0,0 1 0 0,-2 11 0 16,8-3-14-16,-4-7 0 0,4 7 10 16,-6-7 2-16,4 8 5 0,0-11 8 0,-1 2 9 15,-3 0-20-15,0-6 0 0,2 2 0 16,4-5 0-16,-8-9 0 0,4-3 0 0,1-4 0 15,-3-2 0-15,0-4 0 0,2-3 0 16,-2 0 0-16,3-2 0 0,-1-1 0 0,0 0 0 16,0-3 0-16,-2 1-92 0,2-2-112 15,-2-5-47-15,0 9-50 0,0-9-62 0,0 0-65 16,0 0-71-16,0 0-86 0,0 0-145 16,-18-19 37-16,9 4 67 0,1-6-537 15,-6-10-629-15</inkml:trace>
  <inkml:trace contextRef="#ctx0" brushRef="#br0" timeOffset="149196.47">22392 1601 3139 0,'0'0'-31'0,"0"0"43"15,0 0 36-15,0 0 42 0,5-5 44 16,-5 5 47-16,0 0 30 0,0 0 17 0,0 0 4 15,0 0 0-15,0 0-1 0,0 0-9 16,0 0 5-16,0 0-6 0,0 0-10 0,0-10-17 16,0 10-18-16,0 0-17 0,0 0-24 15,0 0 0-15,0 0-19 0,0 0-10 16,0 0-10-16,0 0-17 0,0 0-5 0,0 0-12 16,0 0-1-16,0 0 7 0,2 26-3 15,-2-8 2-15,0 3-6 0,0 6-1 0,0 9 7 16,0 2-2-16,4 0-5 15,2-1-7-15,0-2-6 0,1-2-1 0,6-2-1 16,1-2-3-16,1-4-4 0,2-7 0 16,3 2-6-16,-5-7 2 0,-2-2-4 15,0-4 2-15,0 0-2 0,1-7-2 0,-1 0-8 16,-13 0 4-16,29-8-3 0,-15 0-3 16,0-2 2-16,2-4-5 0,-3-1-1 0,6-11-2 15,-4 2-2-15,1-3-1 0,-5-1-10 16,-4 6 0-16,4 3 6 0,-4 0-1 15,-3 6-5-15,-1 2-5 0,3 1-3 0,-4 3-5 16,1 0-7-16,-3 7 2 0,0 0 4 16,0 0 8-16,0 0 8 0,11 19 9 15,-10-3 5-15,1 3 15 0,2 8 5 16,0 9-2-16,-3 3-33 0,5 2 0 0,1 4 0 16,-2-2 0-16,1-1 0 0,-1-2 0 15,1-4 0-15,-3 0 0 0,6-3 0 16,-6-10 0-16,-1-2 0 0,2-5 0 0,-2-3 0 15,0-2 0-15,-1-1 0 0,1-1 0 16,-2-3 0-16,0-6 0 0,4 9 0 0,-4-9 0 16,0 0 0-16,0 9 0 0,0-9 0 15,0 0 0-15,0 0 0 0,0 0 0 16,0 0-309-16,0 0-156 0,0 0-116 0,-13 0-162 16,13 0-117-16,0 0 73 15,0 0-725-15,0 0-958 0</inkml:trace>
  <inkml:trace contextRef="#ctx0" brushRef="#br0" timeOffset="149635.17">23244 1880 4200 0,'0'0'28'15,"0"-11"31"-15,0 11 13 16,0 0 12-16,0 0 7 0,0 0-9 0,0 0 32 16,0 0 41-16,0 0 7 0,1 26 2 15,1-11 7-15,-2 5 6 0,4 5 3 16,-4-2-2-16,2 5-27 0,0 8-8 0,-1-7 3 16,-1-2-11-16,0-4 0 0,0 1-2 15,2-5 3-15,-2-3-1 0,0-3-1 0,0-1 6 16,0 0 17-16,0-3 20 0,0-3 23 15,0-6 6-15,0 0-60 0,-2 9-146 16,2-9 0-16,0 0 0 0,0 0 0 0,0-38 0 16,-1 15 0-16,2-18 0 15,1-3 0-15,6-16 0 0,-2-7 0 0,3-2 0 16,1 1 0-16,0 2 0 0,1 7 0 16,2 6 0-16,1 8 0 0,-3 11 0 0,3 5 0 15,-3 8 0-15,0 6 0 0,3 4 0 16,-1 5-12-16,0 3-435 0,0 5-63 0,5 3-70 15,-3 8-104-15,-3 2-162 0,1 13 59 16,-4 4-684-16,-7 4-919 0</inkml:trace>
  <inkml:trace contextRef="#ctx0" brushRef="#br0" timeOffset="149831.41">23255 2048 3878 0,'-10'3'34'0,"-2"-2"72"16,12-1 23-16,-11 4 27 0,11-4 42 15,0 0 43-15,-7 4 26 0,7-4-19 16,0 0-18-16,0 0-31 0,0 0-18 16,0 0-11-16,0 0-24 0,0 0-8 0,0 0-43 15,29 7-51-15,-17-9-58 0,10 1-57 16,1-3-77-16,-1 1-79 0,-1 0-86 0,4-2-82 16,-5 0-115-16,4-1-191 0,-9 1 24 15,-2 0 79-15,-1 0-357 0,-2 2-432 16</inkml:trace>
  <inkml:trace contextRef="#ctx0" brushRef="#br0" timeOffset="151488.79">20250 1903 2755 0,'-3'-8'95'0,"3"8"34"0,0 0 14 0,-6-9-10 16,6 9-2-16,0 0-10 0,0 0 47 16,0 0 42-16,-4 22 18 0,4-4 0 0,2 7-13 15,-2 11-9-15,0 4-4 0,2 0-8 16,2-2-9-16,-2 3-4 0,1-5-12 16,-2-1-5-16,3-6-20 0,-2-7-14 0,0-3-7 15,0-5-10-15,-2-1 12 0,1 0 26 16,-1-5 26-16,0 1 27 0,0-9 7 15,-3 7-19-15,3-7-16 0,0 0-16 0,0 0-14 16,-25-24-18-16,16 6-15 16,-5-16-72-16,-1-11-41 0,-1-8 0 0,7-5 0 15,2-4 0-15,1-8 0 0,1 2 0 16,7 1 0-16,3 10 0 0,0 2 0 0,-1 17 0 16,3 2 0-16,3 5 0 0,4 6 0 15,-2 7-247-15,6 9-83 0,-1 3-80 0,2 5-91 16,6 5-105-16,7 4-202 0,-3 9 4 15,-2 2 77-15,-9 5-551 0,2 1-738 16</inkml:trace>
  <inkml:trace contextRef="#ctx0" brushRef="#br0" timeOffset="151684.57">20180 2037 3639 0,'-13'7'45'0,"6"-3"-15"0,-1 0 28 0,8-4 34 16,-10 5 45-16,10-5 32 0,0 0 8 15,-9 3-11-15,9-3-18 0,0 0-14 16,0 0-9-16,0 0-14 0,47-9-18 0,-11 2-42 16,3 0-75-16,3-2-93 0,-3 1-91 15,6-2-104-15,-6 2-155 0,1 0-202 0,-3 1 60 16,-5-2-333-16,-6 2-421 0</inkml:trace>
  <inkml:trace contextRef="#ctx0" brushRef="#br0" timeOffset="151922.7">20718 1517 2786 0,'-4'-7'93'0,"-1"2"-2"0,5 5-1 0,0 0 40 16,0 0 45-16,-18 34 40 0,9-1 25 16,0 3 11-16,0 5-2 0,4 2-17 15,-3 9-24-15,4-9-20 0,2 3-18 0,4-3-15 16,-2 0-13-16,4 0-12 15,2-6-19-15,-1-1-27 0,3-4-41 0,-3-5-38 0,6-9-42 16,-6-4-49-16,1 1-54 16,-1-4-43-16,1-3-51 0,0-3-56 0,3-3-59 15,-9-2-51-15,20-8-40 0,-13-3-40 16,4-3-34-16,0-5-382 0,1-9-379 16</inkml:trace>
  <inkml:trace contextRef="#ctx0" brushRef="#br0" timeOffset="152408.74">20833 1949 2327 0,'7'-19'-31'0,"-3"6"56"0,-4 3 52 16,1 1 39-16,-1 2 33 0,0 7 17 0,2-8 9 15,-2 8-13-15,0 0 30 0,8-3 28 16,-8 3 8-16,0 0-5 0,0 0-8 16,25 18-17-16,-18-8-15 0,0 1-16 0,3-2-8 15,-2 4-10-15,-3-1-5 16,3-1-8-16,-2 2-5 0,0-5 3 0,-3 3-8 16,1-1-2-16,2-3-3 0,-3 0-1 15,-1 0 23-15,-2-7 15 0,7 6 20 16,-7-6-18-16,0 0-15 0,0 0-19 0,0 0-14 15,0-23-12-15,0 11-9 0,2-1-9 16,-1-1-11-16,-1 3-12 0,2 2-8 0,-2 0-11 16,2 2-4-16,-2 7-6 0,8-7 0 15,-8 7-5-15,13 0-4 0,-13 0 0 16,15 9 0-16,-6-2-5 0,2 4 2 0,-2-2-1 16,-2 4-3-16,3-3-3 15,0 1 0-15,-1-2 1 0,-4 0-2 0,4-2 2 16,-4 0-1-16,1-2 4 0,-3 0 0 15,-3-5-1-15,10 5 1 0,-10-5 1 0,0 0-5 16,0 0-5-16,23-12 5 0,-16 6-3 16,3-3-3-16,-2 0 3 0,-1 2-16 15,0 3 7-15,2-2-1 0,-9 6-7 0,11-7-2 16,-11 7 3-16,16-2 1 0,-16 2 1 16,14 2 4-16,-14-2-8 0,16 9 4 0,-7-2 1 15,1-2 3-15,-3 2-1 0,1 0-3 16,2 1-7-16,-3-1-11 0,-2 0-24 15,4-1-31-15,-6-3-40 0,-3-3-39 16,10 9-41-16,-7-5-59 0,-3-4-66 16,4 5-93-16,-4-5-99 0,0 0-137 0,0 0-129 15,0 0 63-15,0 0-538 0,0 0-719 16</inkml:trace>
  <inkml:trace contextRef="#ctx0" brushRef="#br0" timeOffset="152766.63">21267 1430 3661 0,'-7'-12'28'0,"3"2"35"0,4 1 24 16,0 2 24-16,0 7 13 0,2-10 2 15,-2 10 5-15,18 0 7 0,-2 10 0 16,9 10 3-16,8 8 5 0,1 12-3 0,-2 6-2 16,-1 4-9-16,-4 1 1 0,-4 4-6 15,-6 3-12-15,-2-2-9 0,-6 1-2 16,0 3-8-16,-8-2 8 0,1 1-15 16,-2-13-10-16,-2-1-10 0,2-4-8 0,-3-4-10 15,0-6-21-15,-1-8-31 0,2-5-31 16,0 0-36-16,2-5-40 0,-1-5-81 15,-1 0-81-15,2-8-99 0,0 0-121 0,0 0-170 16,0 0-33-16,-2-29 65 0,2 11-381 16,5-14-484-16</inkml:trace>
  <inkml:trace contextRef="#ctx0" brushRef="#br0" timeOffset="152947.04">21847 1850 2884 0,'0'0'274'0,"0"0"48"15,0 0 11-15,0 0 6 0,0 0 22 16,0 0 13-16,0 0-5 0,0 0-29 16,0 0-38-16,0 0-28 0,14 2-30 0,-3-6-37 15,4 1-77-15,6-4-104 0,2 2-123 16,0-2-111-16,0 0-115 0,-1 2-129 16,-1-2-149-16,-1 2-169 0,-5 3 72 0,-3 2-537 15,-12 0-696-15</inkml:trace>
  <inkml:trace contextRef="#ctx0" brushRef="#br0" timeOffset="153133.18">21958 2045 3252 0,'-13'11'136'0,"4"-4"106"0,4-3 47 15,1 4 46-15,4-8 27 16,-9 6 22-16,9-6 0 0,-7 2-20 0,7-2-36 16,0 0-27-16,0 0-30 0,0 0-24 15,0 0-57-15,34-2-69 0,-20-3-86 16,4 2-99-16,0-1-101 0,-2 0-105 0,-1 2-81 15,-1-2-94-15,-3 1-108 16,0-1-167-16,-3 3-15 0,0-2 71 0,-8 3-450 16,0 0-582-16</inkml:trace>
  <inkml:trace contextRef="#ctx0" brushRef="#br0" timeOffset="154264.28">24173 1363 3284 0,'-11'-5'25'0,"1"5"6"0,10 0 9 0,-25 8 25 16,6 4 56-16,-2 14 40 0,-10 15 31 16,7 9 10-16,-3 7 9 0,6 3 6 0,4 1 4 15,6-1 6-15,3-1-2 0,4-3-2 16,8 1-8-16,2-13-20 0,3 6-16 16,9-4-14-16,-3-11-14 0,0-3-15 15,4-5-12-15,-2-2-11 0,5-1-10 16,-4-6-27-16,-2-4-58 0,-3-2-48 0,-2-7-51 15,1 2-76-15,-5-7-98 0,4 2-115 16,-11-2-123-16,21-3-172 0,-15-5-81 0,0 4 66 16,-2-5-491-16,0 2-637 0</inkml:trace>
  <inkml:trace contextRef="#ctx0" brushRef="#br0" timeOffset="154849.13">24236 1913 3554 0,'0'0'156'15,"-2"-6"11"-15,2 6 11 0,0 0 14 16,0 0 11-16,0 0-6 0,0 0 25 16,0 0 39-16,0 0 9 0,0 0-5 15,13 20-11-15,-8-6-11 0,4 0-11 0,-4-1-16 16,4 6-20-16,-3 0-11 0,0 0-20 16,0 0-11-16,-2 0-19 0,-1-2-11 0,-1 1-10 15,2-2-10-15,-2-4-10 0,1-2-5 16,-3-4-5-16,5 4 2 0,-3-3-35 15,-2-7-51-15,0 0 0 0,0 0 0 0,0 0 0 16,0 0 0-16,7-36 0 16,-3 16 0-16,2-2 0 0,1 4 0 0,-1-1 0 15,2 0 0-15,-1 3 0 0,1 3 0 16,0 0 0-16,-3 3 0 0,5 1 0 0,-3 5 0 0,3 1 0 16,-1 3 0-16,-9 0 0 15,25 5 0-15,-12 1 0 0,1 3 0 0,-1-1 0 16,0 5 0-16,1-1 0 15,-9 1 0-15,5 1 0 0,-2-2 0 0,-1-1 0 16,-1-2 0-16,-1 0 0 0,1 0 0 16,-1-4 0-16,-2 1 0 0,-3-6 0 0,8 4 0 15,-8-4 0-15,0 0 0 0,0 0 0 0,11-22 0 16,-5 7 0-16,4-5 0 0,2-9 0 16,-1 5 0-16,2 0 0 0,-2 5 0 15,1 5 0-15,-7 3 0 0,4 0 0 16,2 5 0-16,-4 2 0 0,0 4 0 15,-7 0 0-15,24 4 0 0,-15 1 0 0,2 3 0 16,1 2 0-16,3 4 0 0,-3 2 0 16,1-3 0-16,-1 1 0 0,-1 0 0 0,-4-2 0 15,2 0 0-15,1-2 0 0,-4-1 0 16,1-1 0-16,-1-1 0 0,0-1 0 0,0 0 0 16,-2-1 0-16,-3 0-188 0,-1-5-328 15,2 7-142-15,-2-7-220 0,0 0 21 16,-5 10 85-16,5-10-698 0,0 0-918 0</inkml:trace>
  <inkml:trace contextRef="#ctx0" brushRef="#br0" timeOffset="155039.97">25095 1895 4439 0,'0'0'185'0,"0"0"40"0,0 0 45 15,0 0 19-15,0 0 11 0,0 0-16 0,0 0-31 16,0 0-22-16,0 0-24 0,0 0-18 15,0 0-24-15,27-4-49 0,-13 4-64 16,4-3-65-16,0-1-75 0,2 1-84 0,-3 2-101 16,4-3-102-16,-4 2-117 0,0-3-164 15,-3 1-122-15,-3 1 78 0,-4 1-544 16,3-3-706-16</inkml:trace>
  <inkml:trace contextRef="#ctx0" brushRef="#br0" timeOffset="155383.67">25449 1723 3618 0,'-8'-10'155'0,"6"5"34"16,2 5 26-16,0-14 29 0,0 7 23 16,0 7 1-16,8-12-9 0,0 5-24 15,1 2-30-15,2 2-17 0,5 3-17 16,1 4-18-16,4 3-16 0,-2 2-8 0,5 6-1 15,-2 4 11-15,-7 0 19 0,-5 0 18 16,-5 0 23-16,-1 2 18 0,-2 1 13 16,-4 0 11-16,-2 1 28 0,1 1-268 0,1-4-1 15,0-3 0-15,0-2 0 0,2-1 0 16,-2-3 0-16,4 0 0 0,0-2 0 0,2 0 0 16,3 0 0-16,5-3 0 0,1-1 0 15,6-4 0-15,0 2 0 0,2-3 0 16,4-4 0-16,-1-1 0 0,1 0 0 15,5-7 0-15,3 0-16 0,-5-5-865 16,1 0-106-16,-6 0 91 0,0-6-944 0,-4 3-1267 16</inkml:trace>
  <inkml:trace contextRef="#ctx0" brushRef="#br0" timeOffset="155658.63">25883 1112 5352 0,'-6'-13'2'0,"4"4"23"15,1 4 10-15,1 5 37 0,0 0 52 16,0 0 48-16,30 16 37 0,-3 16 26 0,5 11 21 16,1 8 3-16,3 21-5 15,-4 13-10-15,-5 0-1 0,-8 6-16 0,4 2 18 16,-8 3-8-16,-4-4-237 0,-4-16 0 16,-2-4 0-16,-1-1 0 0,1-1 0 0,-3-7 0 15,0-3 0-15,0-14 0 0,-4-3 0 16,2-2 0-16,-2-12 0 0,0-5 0 15,1 0 0-15,-1-8 0 0,-2 1 0 0,-3-7 0 16,-4 0 0-16,6-3 0 16,-3-3-322-16,-1-2-393 0,9-2-235 0,0 0 69 15,-19-9 90-15,13 4-750 0,3-2-986 16</inkml:trace>
  <inkml:trace contextRef="#ctx0" brushRef="#br0" timeOffset="157318.7">26288 2098 4367 0,'0'0'237'0,"-2"5"-23"15,2-5 8-15,7 7 52 0,-7-7 28 16,22 2 5-16,-1-4-18 0,6-1-27 0,17-2-26 15,2 1-21-15,9-7-30 0,4 2-27 16,-1 0-43-16,-13 3-35 0,-2-3-45 0,-2-1-44 16,-5 1-50-16,-9 2-47 0,-5 2-35 15,-6 2-33-15,-2-1-49 0,0 1-31 16,-4-3-60-16,-5 3-64 0,2-2-79 0,-7 5-110 16,0 0-160-16,0 0 42 0,-25-8-473 15,9 8-624-15</inkml:trace>
  <inkml:trace contextRef="#ctx0" brushRef="#br0" timeOffset="157591.75">26567 1795 3434 0,'0'0'149'0,"-10"-3"22"0,10 3 8 16,0 0 22-16,0 0 98 0,-7 11 70 16,7 3 24-16,0 5 1 0,2 7-21 15,1 13-22-15,-1 6-11 0,5 11-28 0,-2-1-29 16,5 0-30-16,-3-3-23 0,5-4-21 15,-1-11-18-15,-4-1-131 0,5-3-60 0,-2-3 0 16,-3-9 0-16,-1-2 0 0,0-4 0 16,0-2 0-16,-5-3 0 0,5 0 0 15,-4-3 0-15,2 0 0 0,-3-2 0 16,-1-5 0-16,4 5 0 0,-4-5 0 16,0 0-172-16,0 0-302 0,0 0-96 0,0 0-127 15,0 0-174-15,-17-21 64 0,14 15 91 16,-6-2-605-16,6 0-778 0</inkml:trace>
  <inkml:trace contextRef="#ctx0" brushRef="#br0" timeOffset="159761.91">27416 1716 3376 0,'0'0'-17'0,"0"0"43"0,0 0 48 0,0 0 48 16,-20-3 49-16,20 3 33 0,0 0 24 0,-8-7 21 15,8 7-18-15,0 0-8 0,10-17-6 16,1 8-11-16,4-1-12 0,2 0-8 16,6 5-26-16,-2-1-17 0,4 3-8 15,0 3-16-15,0 3 0 0,7 7-21 16,-2 4-7-16,-3 5 4 0,-4 3 16 0,-6 2 9 16,-3 3 20-16,-10 0 12 0,-4 2-1 15,-4 7 7-15,-10 2 2 0,-3 6 5 0,-2-1 29 16,1-11-4-16,5-2-190 0,2-10 0 15,3-4 0-15,2-2 0 0,3-5 0 16,-1 2 0-16,0-4 0 0,3 0 0 16,1-7 0-16,0 11 0 0,3-4 0 15,5-1 0-15,1-3 0 0,7 2 0 0,0-1 0 16,5-3 0-16,4 1 0 0,4-2 0 16,2 0 0-16,-5-2 0 0,5 2 0 0,-3-1 0 15,-4-1 0-15,0 0 0 0,-5 1 0 16,-4 1 0-16,-1-2 0 0,-1-2 0 0,0 1 0 15,-5-2 0-15,1-1-526 0,-2 1-180 16,-3 1-198-16,-1-3 38 0,-3 7 84 16,-3-9-717-16,3 9-945 0</inkml:trace>
  <inkml:trace contextRef="#ctx0" brushRef="#br0" timeOffset="160028.61">28243 1462 4443 0,'-5'-10'79'0,"-3"3"28"16,2 4 18-16,6 3 33 0,0 0 37 15,-28 20 30-15,9 7 30 0,-6 15-7 16,3 7-3-16,0-1-11 0,5 6-16 0,6-1-18 16,2 4-19-16,6-1-13 0,1-9-15 15,4-1-19-15,1 9-13 0,8-3-14 0,-2-12-7 16,0 0-20-16,3-6-26 0,-1-3-38 15,1-5-36-15,-3-8-57 0,-1-2-78 16,1-6-80-16,-2-3-91 0,2-2-104 0,-2-5-103 16,-7 0-137-16,18-8-128 0,-11-1 73 15,0-1-594-15,5-6-775 0</inkml:trace>
  <inkml:trace contextRef="#ctx0" brushRef="#br0" timeOffset="160611.94">28376 1827 3958 0,'-3'-6'129'0,"3"6"17"16,0 0 8-16,0 0 11 0,0 0 39 15,0 0 39-15,0 0 44 0,0 0-4 0,0 0-13 16,1 29-13-16,6-16-20 0,-2 1-15 16,1 1-13-16,-1 5-8 0,1-5-3 15,-2 0-7-15,0 1-8 0,2-1-14 16,-2-1-4-16,-3-2 4 0,-1-1-18 0,0 0-151 15,2-2 0-15,-2-1 0 0,0-8 0 16,6 13 0-16,-6-13 0 0,0 6 0 16,0-6 0-16,0 0 0 0,0 0 0 0,0 0 0 15,7-24 0-15,-2 12 0 0,-1 1 0 16,-1 2 0-16,3-1 0 0,-3 1 0 0,3 0 0 16,0 2 0-16,0 3 0 0,1-1 0 15,3 1 0-15,-10 4 0 0,17-2 0 0,-17 2 0 16,20 6 0-16,-9-1 0 0,0-1 0 15,0 5 0-15,-1-2 0 0,-1 3 0 16,0-1 0-16,0-1 0 0,-4 3 0 16,3-4 0-16,-1 1 0 0,-3-1 0 15,0-1 0-15,2-2 0 0,-6-4 0 0,9 7 0 16,-9-7 0-16,8 1 0 0,-8-1 0 16,0 0 0-16,15-15 0 0,-7 3 0 0,3-5 0 15,5-7 0-15,0 0 0 0,-2 5 0 16,-3 3 0-16,-3 5 0 0,2 1 0 15,-3 3 0-15,0 0 0 0,2 1 0 0,-4 3 0 16,-5 3 0-16,15 2 0 0,-15-2 0 16,18 8 0-16,-11 1 0 0,0 0 0 0,2 2 0 15,-2 3 0-15,2 4 0 16,-1 0 0-16,2 0 0 0,-3 2 0 0,2-3 0 16,-1 1 0-16,-2-5 0 0,0-1 0 15,-1 0 0-15,-1-2 0 0,0-5-231 0,1 1-291 16,-5-6-118-16,7 1-157 0,-7-1-66 15,0 0 95-15,15-15-718 0,-6 5-934 16</inkml:trace>
  <inkml:trace contextRef="#ctx0" brushRef="#br0" timeOffset="160801.66">29181 1862 4496 0,'0'0'180'15,"0"0"46"-15,-19 21 45 0,19-21 62 0,0 0 24 16,0 0-1-16,-12 1-27 0,12-1-33 15,0 0-25-15,0 0-25 0,0 0-23 0,0 0-36 16,17 8-46-16,-17-8-47 0,19 4-57 16,-6-4-79-16,-2-1-113 0,-11 1-119 15,31-4-112-15,-15 2-102 0,-2-3-112 0,-2 2-169 16,3-2-20-16,-1-1 69 0,-7 1-579 16,1 2-758-16</inkml:trace>
  <inkml:trace contextRef="#ctx0" brushRef="#br0" timeOffset="161064.03">29405 1708 3789 0,'-3'-9'132'0,"1"2"41"0,2 7 28 0,-2-8 25 16,2 8 28-16,-5-7 0 0,5 7-2 16,0 0-10-16,0 0 0 0,0 0 2 0,0 0-11 15,20 17-15-15,-13-2-6 0,3 2-12 16,-4 5-14-16,1-3-13 0,1 4-17 15,2 8-19-15,-5-7-11 0,3-2-12 16,-5 0-14-16,1 1-24 0,0-3-31 0,0-3-34 16,2 0-49-16,-4-3-67 0,2 0-82 0,-3-4-84 15,1-1-104-15,4-4-125 16,-4-3-167-16,-2-2-172 0,0 0 76 0,0 0-683 16,19-14-895-16</inkml:trace>
  <inkml:trace contextRef="#ctx0" brushRef="#br0" timeOffset="161347.59">29524 1181 4245 0,'-11'-10'166'0,"4"3"32"16,2 2 25-16,1-1 20 0,4 6 14 0,0 0-12 16,0 0 31-16,0 0 25 15,0 0 2-15,25 42-6 0,-1-3-9 0,3 4-26 16,-1 8-21-16,-3 6-18 0,1 7-17 15,-4 20-13-15,-4-12-169 0,-9 1-24 16,-1 0 0-16,-5-1 0 0,-1 0 0 0,0-3 0 16,-1 0 0-16,-1-4 0 0,0-10 0 15,2-10 0-15,-2-4 0 0,2-5 0 0,-2-9 0 16,2-6 0-16,-4-6 0 0,4-2 0 16,0-5 0-16,0-3 0 0,0-5-202 15,-3 4-354-15,3-4-124 0,0 0-191 16,0 0 25-16,-4-24 89 0,4 10-698 15,-2-3-905-15</inkml:trace>
  <inkml:trace contextRef="#ctx0" brushRef="#br0" timeOffset="161810.34">29922 1557 4275 0,'0'0'186'16,"-5"-5"28"-16,5 5 20 0,0 0 16 0,-5-10 32 15,5 10 14-15,0 0-12 16,3-9-18-16,-3 9-23 0,18-10-24 0,-5 6-21 16,4 0-24-16,-2 4-19 0,5 4-12 15,3 1-13-15,-3 4-15 0,9 6-10 16,-4 6-5-16,-2 4-9 0,-7 1 2 0,-4 3 7 15,-2 0-62-15,-9-1-38 0,-1-1 0 16,-5 7 0-16,-10 2 0 0,-3-1 0 0,1-4 0 16,-2 1 0-16,4-5 0 0,2-2 0 15,4-8 0-15,2-4 0 0,2 0 0 16,3-3 0-16,0-2 0 0,2-1 0 16,5 2 0-16,4-2 0 0,0-2 0 15,2-2 0-15,3 1 0 0,-1-2 0 0,3-1 0 16,-4 1 0-16,3-2 0 0,1 0 0 15,-16 0 0-15,25-2 0 0,-12 1 0 0,-13 1 0 16,17-2 0-16,-17 2 0 0,15 0 0 16,-15 0 0-16,14 0 0 0,-14 0 0 0,0 0 0 15,11 2 0-15,-11-2 0 0,0 0 0 16,0 0-44-16,0 0-954 0,0 0 30 16,0 0 97-16,0 0-935 0,0 0-1234 0</inkml:trace>
  <inkml:trace contextRef="#ctx0" brushRef="#br0" timeOffset="162511.51">30349 1171 4988 0,'-3'-7'120'0,"1"0"21"0,2 7 38 16,-6-7 21-16,6 7-5 16,0 0-14-16,0 0-14 0,0 0 6 0,0 0 9 15,0 26 0-15,2-10-8 0,2 7-10 16,0 1-5-16,6 11 2 0,-6-1-13 16,-3-5-10-16,5-4-10 0,-2-2-5 0,-3 0-2 15,1-6-6-15,0-4-63 0,0 1-52 16,-2-4 0-16,3 3 0 0,-1-5 0 0,-1-2 0 15,-1-6 0-15,2 11 0 0,-2-11 0 16,0 0 0-16,0 0 0 0,0 0 0 16,10-33 0-16,-7 11 0 0,6-11 0 0,2-1 0 15,0 7 0-15,-2 3 0 0,-3 4 0 16,2 5 0-16,-4 3 0 0,1 1 0 16,-1 2 0-16,-1 4 0 0,-3 5 0 15,14-2 0-15,-14 2 0 0,15 9 0 0,-5 1 0 16,1 3 0-16,-1 3 0 0,2 2 0 15,-1 0 0-15,0-1 0 0,-5-1 0 16,2-1 0-16,-3-1 0 0,1-1 0 0,2-4 0 16,-6 1 0-16,2-3 0 0,-3 0 0 15,3-1 0-15,-4-6 0 0,6 6 0 16,-6-6 0-16,0 0 0 0,0 0 0 0,5-20 0 16,-3 4 0-16,2-8 0 0,4-9 0 15,-1-3 0-15,5 2 0 0,1 2 0 0,-2 1 0 16,2 9 0-16,-6 5 0 15,-2 6 0-15,3 3 0 0,-1-1 0 0,0 5 0 16,-7 4 0-16,14 0 0 0,-14 0 0 16,18 13 0-16,-11-2 0 0,4 7 0 15,2-1 0-15,-1 9 0 0,-2 1 0 0,4 0 0 16,-3 1 0-16,-1-6 0 0,-1-3 0 16,-3 0 0-16,1-2 0 0,-2-3 0 0,4-2 0 15,-6-4 0-15,3 1 0 0,0-1 0 16,-5-1 0-16,5-2 0 0,-6-5 0 15,5 4-412-15,-5-4-309 0,0 0-249 16,0 0 88-16,3-17 98 0,-5 5-720 0,2 0-950 16</inkml:trace>
  <inkml:trace contextRef="#ctx0" brushRef="#br0" timeOffset="162742.79">30902 1192 4581 0,'-9'0'198'0,"9"0"27"0,0 0 24 16,-11 3 42-16,11-3 33 0,0 0 1 0,0 0-12 15,0 0-14-15,0 0-26 0,0 0-27 16,0 0-27-16,49 0-24 0,-28 0-40 16,2 0-43-16,-3-3-46 0,7 2-53 15,-4-1-53-15,-3 1-79 0,-4 1-87 0,0 0-89 16,-3 0-90-16,1-2-95 0,-3 2-118 15,-11 0-236-15,0 0 47 0,21-2 101 16,-21 2-557-16,0 0-704 0</inkml:trace>
  <inkml:trace contextRef="#ctx0" brushRef="#br0" timeOffset="163061.79">31246 781 3541 0,'-5'-7'100'16,"3"3"24"-16,2 4 16 0,0 0 23 16,-2-8 23-16,2 8 51 0,0 0 36 15,0 0 56-15,14 27 13 0,-5-7 20 0,2 11 19 16,0 5 1-16,2 10-26 0,-1 2-15 16,-1 5-13-16,-4-2-33 0,0 1-10 15,4 0-259-15,-6-11-26 0,-1-2 0 0,1 0 0 16,1-2 0-16,-1-3 0 15,-4-7 0-15,1-4 0 0,0-8 0 0,0-1 0 16,-2-1 0-16,2-2 0 0,0-1 0 0,-2-2 0 16,1 1 0-16,-1-2 0 0,0-7 0 15,4 5 0-15,-4-5 0 0,0 0-392 16,0 0-348-16,0 0-224 0,0 0 95 16,4-22 97-16,-4 14-743 0,0-1-960 0</inkml:trace>
  <inkml:trace contextRef="#ctx0" brushRef="#br0" timeOffset="164020.54">26967 3419 4558 0,'-12'3'145'0,"5"0"-11"16,2 0 0-16,5-3 29 0,0 0 39 0,0 0 22 16,-10 6 21-16,10-6 7 0,0 0-12 15,0 0-21-15,44 0-26 0,-18-2-21 16,14 1-27-16,2-2-49 0,-2 6-65 0,-5-3-62 15,-3 0-84-15,8 0-99 0,-8 0-123 16,-3 0-123-16,-8 1-137 0,2-1-172 0,-6 0 55 16,-4 2 80-16,-1-2-482 0,-12 0-586 15</inkml:trace>
  <inkml:trace contextRef="#ctx0" brushRef="#br0" timeOffset="164260.34">27246 3174 3388 0,'-11'-16'155'15,"6"4"42"-15,-1 4 21 0,1 1 22 0,3 0 20 16,2 7 1-16,-7-5-16 0,7 5 43 16,0 0 22-16,-13 37 3 0,10 1-12 0,1 5-19 15,0 2-24-15,2 13-24 0,0 0-21 16,4 0-18-16,-1-1-21 0,3-4-15 16,1 0-17-16,-2-11-18 0,2-5-24 15,1-1-25-15,-3-3-26 0,2-8-39 16,-3-3-25-16,-1-4-60 0,-1-2-61 0,2-5-78 15,-1 1-82-15,-3-1-109 0,4-4-117 16,0-3-142-16,-1-2-157 0,-3-2 73 0,0 0-713 16,0 0-909-16</inkml:trace>
  <inkml:trace contextRef="#ctx0" brushRef="#br0" timeOffset="164855.25">27802 3549 4423 0,'0'0'157'0,"0"0"4"0,0 0 3 16,0 0 46-16,0 0 55 0,0 0 29 0,-16 19 3 15,16-7-4-15,-2 4-15 0,4 6-11 16,-2 0-11-16,2 4-13 0,1-3-18 0,-3 5-10 16,2 0-6-16,-2-3-4 0,0 1-176 15,0-2-29-15,0-3 0 0,0-5 0 16,0 2 0-16,-2-4 0 0,2-3 0 0,0-2 0 15,0 1 0-15,0-3 0 0,0-7 0 16,0 9 0-16,0-9 0 0,0 0 0 0,0 0 0 16,0 0 0-16,9-33 0 15,-4 20 0-15,1-1 0 0,1 0 0 0,2 2 0 16,-2 2 0-16,0 1 0 0,3 2 0 16,2 1 0-16,-1 3 0 0,0 1 0 0,-11 2 0 15,27 2 0-15,-14 4 0 0,2 1 0 16,1 1 0-16,-3 3 0 0,1-1 0 0,-5 2 0 15,0 0 0-15,-1 0 0 0,0 2 0 16,-3-1 0-16,-3-2 0 0,2-1 0 0,0-1 0 16,-3-1 0-16,-1 1 0 0,0-9 0 15,6 8 0-15,-6-8 0 0,0 0 0 16,0 0 0-16,0 0 0 0,14-22 0 16,-7 5 0-16,4-9 0 0,5-1 0 0,0 1 0 15,-5 5 0-15,0 6 0 0,-1 0 0 16,-1 4 0-16,2 3 0 0,0 3 0 15,0 1 0-15,-2 4 0 0,-9 0 0 0,23 7 0 16,-12 0 0-16,3 7 0 0,-1-1 0 16,-3 4 0-16,-1-1 0 0,2 2 0 0,0 2 0 15,-2-2 0-15,-2 3 0 0,1-3 0 16,0 2 0-16,-3-6 0 0,1-1 0 0,-2-1 0 16,-1 0 0-16,1-3 0 0,-4-3 0 15,4 0 0-15,-4-6 0 0,4 5 0 16,-4-5-603-16,0 0-367 0,0 0 78 15,0 0 76-15,0 0-854 0,0 0-1106 0</inkml:trace>
  <inkml:trace contextRef="#ctx0" brushRef="#br0" timeOffset="165175.44">28955 3288 4856 0,'-14'2'-26'0,"-2"8"45"15,1 4 64-15,-6 16 72 0,-8 10 90 16,4 7 54-16,3 6 28 0,3 6 9 16,3 0 3-16,7 5-10 0,3-5-18 0,6-2-22 15,8 0-30-15,2-1-20 0,3-5-108 16,2 1-131-16,6-5 0 0,-4-5 0 15,0-11 0-15,2-3 0 0,-4-5 0 0,1-5 0 16,-3-5 0-16,1-2 0 0,-3-4 0 16,0 0 0-16,3-3-184 0,-5-4-284 0,3 0-112 15,-12 0-148-15,20-10-127 16,-6 0 77-16,-3 0-786 0,-2 0-1006 0</inkml:trace>
  <inkml:trace contextRef="#ctx0" brushRef="#br0" timeOffset="165691.77">29316 3600 4145 0,'-9'-5'54'0,"0"0"60"0,4 0 30 0,5 5 32 15,-10-10 36-15,10 1 42 0,0 9 18 16,4-15 10-16,2 7-2 0,3-3-18 15,3 2-20-15,1 2-22 0,4 1-15 0,0 2-22 16,1 3-18-16,-4 1-15 16,6 3-12-16,-1 6-16 0,5 6-3 0,1 6 0 15,-4 4 4-15,-6 4 14 0,-5 4-64 16,-8 3-73-16,-5-1 0 0,-6 2 0 0,-2 1 0 16,-8 8 0-16,-2-1 0 0,2-6 0 15,2-6 0-15,3-6 0 0,7-5 0 0,0-3 0 16,-2-5 0-16,6 0 0 0,3-2 0 15,0-5 0-15,1 3 0 0,10-5 0 0,-2-2 0 16,4 1 0-16,1-4 0 0,7-2 0 16,-1-1 0-16,5-3 0 0,0 1 0 15,6-6 0-15,1 2 0 0,-5-3 0 16,1 0 0-16,1-2-377 0,-9 2-634 16,0 2 90-16,-4-2-1079 0,-2-2-1418 0</inkml:trace>
  <inkml:trace contextRef="#ctx0" brushRef="#br0" timeOffset="166291.93">29784 3261 5930 0,'-5'-5'99'0,"5"5"35"15,-6-8 34-15,6 8 34 0,0 0 21 0,0 0 20 16,0 0 22-16,0 0 5 15,-5 20-19-15,5-8-24 0,1 3-48 0,1 4-179 0,2 4 0 16,0-1 0-16,-1 3 0 16,1-4 0-16,2 2 0 0,-5-1 0 0,6-4 0 15,-5-2 0-15,-2-2 0 0,2 0 0 16,-2-5 0-16,1 2 0 0,-1-6 0 0,0 4 0 16,0-9 0-16,0 10 0 0,0-10 0 15,0 0 0-15,0 0 0 0,0 0 0 16,6-31 0-16,-1 9 0 0,5 0 0 0,0-6 0 15,-1 6 0-15,-2 7 0 16,2 0 0-16,-5 5 0 0,1 3 0 0,-1 1 0 0,-4 6 0 16,13-2 0-16,-13 2 0 15,14 10 0-15,-9-1 0 0,2 5 0 0,2-1 0 0,-4 1 0 16,3 5 0-16,-1-6 0 16,-1 3 0-16,0-2 0 0,-2-4 0 0,1 0 0 15,-1-1 0-15,0-2 0 0,-1-2 0 16,-3-5 0-16,9 7 0 0,-9-7 0 0,0 0 0 15,0 0 0-15,20-11 0 0,-13-1 0 16,7-1 0-16,-3-4 0 0,1-1 0 16,1 3 0-16,-2 0 0 0,-2 2 0 0,-4 5 0 15,3 0 0-15,-5 1 0 16,3 1 0-16,-6 6 0 0,10-3 0 0,-10 3 0 16,0 0 0-16,0 0 0 0,19 14 0 15,-11-8 0-15,-4 1 0 0,1 2 0 0,1-2 0 16,-3 1 0-16,5-1 0 0,-4 1 0 15,2-2 0-15,-2 0 0 0,1 0 0 0,-1-1 0 16,1 0 0-16,2-1 0 0,0-1-1 16,-7-3-759-16,17 0-215 0,-17 0 76 15,21-5 101-15,-10-2-820 0,-1-4-1058 0</inkml:trace>
  <inkml:trace contextRef="#ctx0" brushRef="#br0" timeOffset="166524.61">30424 2894 4711 0,'-3'-11'23'0,"1"5"41"16,2 6 35-16,0-7 47 0,0 7 63 0,0 0 49 15,0 0 21-15,0 0 3 0,28 28 13 16,-13 1 6-16,3 3 11 0,0 16-8 0,0 9-14 16,-7 3-21-16,-1 7-15 0,-3 3-159 15,-1 4-95-15,-6 0 0 0,-2-1 0 0,-2-1 0 16,-3-3 0-16,-5-4 0 0,3-2 0 15,-5-4 0-15,3-3 0 0,-4-3 0 16,-1-5 0-16,0-3-285 0,0-16-355 16,-2-2-179-16,0-4-58 0,2-8 92 15,3-4-842-15,-1-1-1067 0</inkml:trace>
  <inkml:trace contextRef="#ctx0" brushRef="#br0" timeOffset="167822.56">24832 4055 4416 0,'-6'-19'-75'0,"1"6"21"0,1 6 5 15,-2 5 2-15,6 2 13 0,0 0 27 16,-8 38 48-16,8-3 31 0,-4 8 21 0,2 14 3 16,6 2-4-16,-2 2-11 0,4 2-12 15,2-2-39-15,-1-3-49 0,1-7-74 0,0-9-98 16,-1-3-101-16,3-3-128 0,-3-2-164 16,-3-8 29-16,0-9-319 0,2-3-358 15</inkml:trace>
  <inkml:trace contextRef="#ctx0" brushRef="#br0" timeOffset="167990.2">24891 4960 2621 0,'-2'15'147'15,"-2"-3"14"-15,2-1-2 0,0-1-4 16,2 0 6-16,-1 4 6 0,1 0-9 16,1 1-14-16,-1 6-16 0,4 1-33 0,2 11-47 15,1 1-56-15,1 4-98 0,2 1-98 16,-7 4-119-16,5 11-157 0,-4 1-52 0,-2 6 56 15,0-13-210-15,-4 0-179 0</inkml:trace>
  <inkml:trace contextRef="#ctx0" brushRef="#br0" timeOffset="168162.56">24868 6133 2146 0,'0'21'173'0,"0"-3"10"0,0 0 6 0,0-3-6 16,0 2-4-16,2-3-10 0,-2 3-32 15,2-2-1-15,2 3-38 0,0-1-30 0,-1 0-48 16,3 4-62-16,-1-1-59 0,2 3-71 16,-2-3-87-16,-1 4-97 0,0-3-117 15,-2-4 25-15,-2 0-175 0,1-4-120 16</inkml:trace>
  <inkml:trace contextRef="#ctx0" brushRef="#br0" timeOffset="169572.23">23662 2695 1865 0,'-34'3'229'15,"2"-2"12"-15,3 0-13 0,4 3-20 16,1-2 6-16,5-1 26 0,1 1 30 16,3-1 34-16,2 1 11 0,13-2-1 0,-12 2-43 15,12-2-15-15,0 0-22 0,61-7-20 16,9-1-17-16,39-8-29 0,19-1-20 0,15-1-10 15,11-3-18-15,4 0-43 0,-2 6-18 16,-7-1-9-16,-5 3-4 0,-6-1-3 16,-16 4 1-16,-18-1-9 0,-31 6-4 15,-12 0 1-15,-17 1-4 0,-12 3 7 16,-9-1 12-16,-4 0 6 0,-6 0 1 0,-1 1-3 16,-7-2-10-16,-5 3-9 0,3-7-3 15,-3 7-15-15,-21-11-15 0,-2 4-40 0,-17 0-26 16,-19-1-30-16,-8 5-12 0,-11 1-7 15,-12 2 10-15,-26 7 11 0,-5 3 8 0,-1 0 9 16,-2 4 9-16,2 1 15 0,2 3 6 16,2 0 18-16,5-1 15 0,7-3 23 15,25 0 17-15,15-2 26 0,8-4 17 0,19-1 18 16,8-3 0-16,12-1 0 16,6-1-12-16,7-4-5 0,6 2 6 0,33-5 4 15,21-8-3-15,44-4-7 0,26-6 7 16,16-1-17-16,20 4-9 0,50-8-5 0,-44 7-7 15,0 6-6-15,-9-1-3 0,-10 5-2 16,-6 2-4-16,-17 0 0 0,-37 6-6 0,-14 1-10 16,-20 0 3-16,-10 1-2 0,-13 1 2 15,-12 0 7-15,-7 0-10 0,-10 1-3 16,-1-1 3-16,0 0 1 0,-59 13-7 0,0-5 1 16,-11 0 3-16,-32 6-15 0,-8 0-5 15,-4 0-7-15,-12 1-1 0,1 1-1 16,-3-1-1-16,1 2 7 0,-2 1 0 0,12 0 4 15,2 1-1-15,6-4 7 0,32-1 0 16,4-2 9-16,12-3 12 0,19-2 13 16,12-3 8-16,8-4-6 0,13 3-1 15,9-3 3-15,0 0 0 0,43-12 9 0,20 0 5 16,35-4 1-16,26-1-3 0,17 2-11 16,11-1 0-16,4 3-6 0,0-1 5 0,-5 2-19 15,-19 3-16-15,-22 2-15 0,-33 4-9 16,-15 2 3-16,-18-3 8 0,-14 2 7 0,-8 2 11 15,-11 0 1-15,-11 3 3 16,0-3 0-16,-31 7-3 0,-24 4 5 0,-14 2-3 16,-6-1 2-16,-31 3-4 0,29-4-5 15,4 0-19-15,6-6-64 0,24-2-79 16,7 2-89-16,9-1-117 0,8 0-131 0,8-2-146 16,3 2-150-16,5-1 70 0,3-3-609 15,0 0-795-15</inkml:trace>
  <inkml:trace contextRef="#ctx0" brushRef="#br0" timeOffset="170655.48">24053 7776 4206 0,'-6'-9'251'16,"3"2"-27"-16,-3 0-28 0,6 7-22 0,-5-5-8 15,5 5 32-15,0 0 64 0,0 0 53 16,7 34 10-16,-3-9-7 0,5 11-19 0,-4 2-24 16,7 11-14-16,-4-8-24 0,1 9-18 15,-2-13-21-15,0 1-131 0,-2-3-67 0,3-5 0 16,-3-5 0-16,1-7 0 0,-2-3 0 16,-2-6 0-16,0 2 0 0,2-4 0 0,-2 0 0 15,1-6 0-15,-3-1 0 0,0 0 0 16,11-21 0-16,-5 1 0 0,2-14 0 15,0-6 0-15,3-14 0 0,-1-2 0 0,5 2 0 16,-1 6 0-16,-5 10 0 0,2 3 0 16,-4 12 0-16,2 2 0 0,-4 7 0 0,4 4 0 15,2 3 0-15,-2 4 0 0,0 1 0 16,-9 2 0-16,25 10 0 0,-7 1 0 16,-4 1 0-16,2 3 0 0,3 8 0 0,-4 1 0 15,-2-4 0-15,-4 0 0 0,3 6 0 16,-2-4 0-16,-5-4 0 0,1-3 0 0,-2-1 0 15,2-4 0-15,-1-2 0 0,-3 1 0 16,4-4 0-16,-2-1 0 0,-4-4 0 16,0 0 0-16,13-11 0 0,-3 3 0 0,-1-2 0 15,1 0 0-15,3-1 0 0,-4 3 0 16,1 1 0-16,0 3 0 0,1 1 0 0,-1 1 0 16,3 4 0-16,1 4 0 0,0 0 0 15,-1 4 0-15,5 2 0 0,1 8 0 0,2 1 0 16,-6-4 0-16,0-1 0 0,1-3 0 15,2 8 0-15,2-6 0 0,-5-2 0 0,-3-5 0 16,-1 2 0-16,1-3 0 0,-3 0-275 16,-4-3-422-16,5-1-202 0,0-1 54 0,-10-2 77 15,15-5-833-15,-15 5-1041 0</inkml:trace>
  <inkml:trace contextRef="#ctx0" brushRef="#br0" timeOffset="170814.55">25034 7975 4431 0,'0'0'165'15,"0"0"63"-15,0 0 13 0,0 0 14 16,0 0 11-16,-4-9 18 0,4 9-2 0,0 0-14 16,0 0-25-16,0 0-26 0,20 0-43 15,-6-3-69-15,3-1-87 0,2 1-112 0,6-1-117 16,8-4-145-16,-3-1-143 0,4-1-170 16,-3-2-89-16,-3-4 79 0,1 4-651 0,0-1-787 15</inkml:trace>
  <inkml:trace contextRef="#ctx0" brushRef="#br0" timeOffset="171088.68">25441 7798 3749 0,'0'0'127'0,"0"0"58"0,0 0 26 16,0 0 24-16,0 0 28 0,0 0 22 15,0 0-6-15,0 0-23 0,0 0-11 0,0 0-19 16,0 0-24-16,0 0-20 0,0 21-20 16,10-15-24-16,2 3-31 0,0 3-24 0,4 1-16 15,4 7-9-15,0 2-1 0,-3-2-9 16,2 6 6-16,-1 1 4 0,-6-2 12 0,2 2 17 15,-3-6 20-15,-3 1 30 0,-5-2 19 16,-1-1 7-16,-2 0 2 0,-2 4-136 0,-3-1-29 16,-6 9 0-16,-7-1 0 15,0 0 0-15,-13 2 0 0,1 4 0 0,-7-2 0 16,3-1 0-16,-4 0 0 0,5-3-42 16,7-5-460-16,-1-3-179 0,10-6-203 0,5-3 54 15,7 1 104-15,1-1-813 0,0-1-984 16</inkml:trace>
  <inkml:trace contextRef="#ctx0" brushRef="#br0" timeOffset="171425.07">25022 8940 4780 0,'-6'-10'251'0,"1"1"-16"0,-1 4-7 0,4 0 18 15,2 5 21-15,-1-4 20 0,1 4 34 16,0 0 16-16,7 36 5 0,4 4 1 0,3 15-28 16,-1 7-76-16,1 5-239 0,0 23 0 15,6 6 0-15,-4 0 0 0,4-2 0 0,-3-2 0 16,2 2 0-16,0-7 0 15,-4-17 0-15,1-3 0 0,-5-3 0 0,5-3 0 16,-5-7 0-16,-2-3 0 0,-5-15 0 16,-2-6 0-16,4-8 0 0,-6-7-417 0,0-1-113 15,-4-6-95-15,2 3-118 0,-4-2-44 16,-1-7 56-16,-5 0-751 0,0-2-930 0</inkml:trace>
  <inkml:trace contextRef="#ctx0" brushRef="#br0" timeOffset="171638.31">24725 10133 4604 0,'-5'-3'297'16,"5"3"12"-16,0 0 21 0,0 0 40 15,0 0 53-15,5 27 41 0,6-11 8 16,11 7-22-16,3 0-35 0,9 7-358 0,2-5-57 16,4 2 0-16,0-4 0 0,-4-7 0 15,-2 0 0-15,2-4 0 0,2 0 0 0,-5-5 0 16,-7-2 0-16,-2-3 0 0,-5-4-55 15,-2-1-665-15,2-2-163 0,-2-4 20 0,-2-3 86 16,0 0-887-16,1-3-1101 0</inkml:trace>
  <inkml:trace contextRef="#ctx0" brushRef="#br0" timeOffset="171782.63">25396 10097 4679 0,'0'0'187'0,"0"0"82"16,0 0 47-16,0 0 38 15,0 0 37-15,-10 43 47 0,6-27 18 0,0 4-20 16,3 3-39-16,-3-1-129 0,0 0-268 0,2 0 0 15,2-1 0-15,-3-4 0 0,5 2 0 16,-4-2 0-16,2-3 0 0,2 0 0 16,-1-1-202-16,-1-3-506 0,0-3-217 0,-1 2 71 15,1-9 91-15,-4 12-849 0,4-12-1051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0:58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41 374 6761 0 0,'-2'2'883'0'0,"1"1"0"0"0,-1-1 1 0 0,0 1-1 0 0,-1-1 0 0 0,1 0 1 0 0,0 0-1 0 0,-1 0 0 0 0,1 0 0 0 0,-5 3 1 0 0,-5-2 6190 0 0,9-24-5384 0 0,3 15-1508 0 0,1 0 0 0 0,0 1 1 0 0,0-1-1 0 0,0 1 0 0 0,1-1 0 0 0,0 1 0 0 0,0-1 0 0 0,0 1 0 0 0,1 0 0 0 0,-1 0 0 0 0,7-9 1 0 0,0 0 157 0 0,3-9-40 0 0,9-19 519 0 0,51-72 0 0 0,-65 104-715 0 0,1 0 0 0 0,1 0 0 0 0,-1 1 0 0 0,2 0-1 0 0,-1 0 1 0 0,1 1 0 0 0,1 1 0 0 0,-1-1 0 0 0,1 2-1 0 0,0-1 1 0 0,22-7 0 0 0,-24 12-67 0 0,0 0 0 0 0,1 1 0 0 0,-1 0 0 0 0,0 0 0 0 0,0 1 0 0 0,1 1 0 0 0,-1-1 0 0 0,0 1 0 0 0,0 1 0 0 0,0 0 0 0 0,0 0 0 0 0,0 1 0 0 0,0 0 0 0 0,13 7 0 0 0,1 1 24 0 0,0 2 0 0 0,0 0 0 0 0,34 29 0 0 0,-40-29-24 0 0,-2 2 0 0 0,0 0 0 0 0,-1 1 0 0 0,0 0 0 0 0,-1 1-1 0 0,-1 1 1 0 0,-1 0 0 0 0,-1 1 0 0 0,0 0 0 0 0,-1 0-1 0 0,-1 1 1 0 0,-1 0 0 0 0,5 25 0 0 0,-5-13 112 0 0,-2 0 0 0 0,-1 0 1 0 0,-1 0-1 0 0,-2 1 0 0 0,-1-1 0 0 0,-2 0 1 0 0,-11 63-1 0 0,-18 83 41 0 0,25-162-190 0 0,9-45 0 0 0,15-67 0 0 0,72-195 0 0 0,-68 234 0 0 0,3 2 0 0 0,2 1 0 0 0,36-53 0 0 0,-61 103 0 0 0,1 0 0 0 0,-1 0 0 0 0,1 0 0 0 0,-1 1 0 0 0,1-1 0 0 0,0 1 0 0 0,0 0 0 0 0,1 0 0 0 0,-1 0 0 0 0,1 0 0 0 0,-1 1 0 0 0,1-1 0 0 0,0 1 0 0 0,0 0 0 0 0,0 0 0 0 0,0 0 0 0 0,0 1 0 0 0,0-1 0 0 0,1 1 0 0 0,-1 0 0 0 0,1 0 0 0 0,-1 1 0 0 0,0-1 0 0 0,1 1 0 0 0,-1 0 0 0 0,1 0 0 0 0,-1 1 0 0 0,1-1 0 0 0,-1 1 0 0 0,1 0 0 0 0,-1 0 0 0 0,0 1 0 0 0,0-1 0 0 0,1 1 0 0 0,5 3 0 0 0,3 3 0 0 0,1 1 0 0 0,-2 1 0 0 0,1-1 0 0 0,-1 2 0 0 0,-1 0 0 0 0,0 0 0 0 0,0 1 0 0 0,14 23 0 0 0,3 12 0 0 0,-3 1 0 0 0,-2 1 0 0 0,-2 0 0 0 0,29 106 0 0 0,-31-92 0 0 0,18 118 0 0 0,-34-163 0 0 0,0-1 0 0 0,13 35 0 0 0,-14-44 0 0 0,1 0-309 0 0,9-30-4061 0 0,0-26-4719 0 0,-9 26 1486 0 0,-1 3-1937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0:59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14 148 16874 0 0,'-7'-78'1569'0'0,"1"12"4381"0"0,6 63-3274 0 0,1 15-1818 0 0,43 589 3841 0 0,-29-276-4322 0 0,-14-187-2582 0 0,-1-99 830 0 0,72-155-19130 0 0,-36 52 13443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0:59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58 13077 0 0,'0'0'695'0'0,"-6"5"-63"0"0,-2 2-296 0 0,0 0 0 0 0,1 1 0 0 0,0 0 0 0 0,1 0 0 0 0,0 1 0 0 0,0 0 0 0 0,0 0 0 0 0,1 0 0 0 0,1 0 0 0 0,0 1 0 0 0,-5 15 0 0 0,5-9 34 0 0,0-1-1 0 0,2 1 1 0 0,0 0-1 0 0,0 0 1 0 0,2 0-1 0 0,0 1 1 0 0,2 20-1 0 0,0-20-153 0 0,1 0 0 0 0,0-1 0 0 0,2 1 0 0 0,-1-1 0 0 0,2 0-1 0 0,0 0 1 0 0,1-1 0 0 0,1 0 0 0 0,0 0 0 0 0,1-1 0 0 0,0 0 0 0 0,1 0 0 0 0,1-1 0 0 0,0 0-1 0 0,25 21 1 0 0,-29-29-135 0 0,1 0-1 0 0,0-1 1 0 0,-1 1-1 0 0,2-2 0 0 0,-1 1 1 0 0,0-1-1 0 0,1 0 1 0 0,-1-1-1 0 0,1 0 1 0 0,0 0-1 0 0,0-1 1 0 0,0 0-1 0 0,0-1 0 0 0,0 0 1 0 0,0 0-1 0 0,0-1 1 0 0,0 0-1 0 0,-1 0 1 0 0,1-1-1 0 0,0-1 0 0 0,13-4 1 0 0,-11 2-21 0 0,-1 0 1 0 0,1 0-1 0 0,-1-1 1 0 0,0 0-1 0 0,-1-1 1 0 0,1 0-1 0 0,-1 0 1 0 0,-1-1-1 0 0,1 0 0 0 0,-1-1 1 0 0,-1 0-1 0 0,0 0 1 0 0,0 0-1 0 0,-1-1 1 0 0,11-21-1 0 0,-6-1 46 0 0,-1 0 0 0 0,-2 0 0 0 0,0-1 0 0 0,-3-1 0 0 0,-1 1 0 0 0,-1-1 0 0 0,-2 1 0 0 0,-1-1 0 0 0,-9-66 0 0 0,9 97-102 0 0,-1-1 1 0 0,1 1 0 0 0,0-1 0 0 0,-1 1 0 0 0,0 0 0 0 0,0 0-1 0 0,0-1 1 0 0,0 1 0 0 0,0 0 0 0 0,-1 0 0 0 0,0 0 0 0 0,1 0-1 0 0,-1 0 1 0 0,0 1 0 0 0,0-1 0 0 0,-1 0 0 0 0,1 1 0 0 0,0 0-1 0 0,-1-1 1 0 0,0 1 0 0 0,1 0 0 0 0,-1 0 0 0 0,0 0 0 0 0,0 1-1 0 0,0-1 1 0 0,0 1 0 0 0,0 0 0 0 0,0 0 0 0 0,-1 0 0 0 0,1 0-1 0 0,0 0 1 0 0,-1 1 0 0 0,1-1 0 0 0,0 1 0 0 0,-1 0 0 0 0,1 0-1 0 0,-1 0 1 0 0,-5 2 0 0 0,-3 0-102 0 0,-1 1 1 0 0,1 0-1 0 0,0 1 1 0 0,0 1-1 0 0,1 0 1 0 0,0 0-1 0 0,-1 1 1 0 0,2 0-1 0 0,-15 12 1 0 0,-18 15-1408 0 0,-45 46 0 0 0,74-64-60 0 0,0 0 0 0 0,1 1 0 0 0,-17 28 0 0 0,16-8-2472 0 0,14-34 3617 0 0,-1-1 0 0 0,1 1 0 0 0,0-1 0 0 0,0 1 0 0 0,0-1 0 0 0,0 1 0 0 0,1-1 0 0 0,-1 1 1 0 0,0-1-1 0 0,1 1 0 0 0,-1-1 0 0 0,1 1 0 0 0,-1-1 0 0 0,2 2 0 0 0,9 9-6007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00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12 13781 0 0,'-12'-2'1323'0'0,"3"3"1952"0"0,7-1-3157 0 0,0 1 0 0 0,0-1-1 0 0,0 1 1 0 0,0 0 0 0 0,0 0-1 0 0,0 0 1 0 0,0 0 0 0 0,1 0 0 0 0,-1 0-1 0 0,1 0 1 0 0,-1 0 0 0 0,0 1 0 0 0,1-1-1 0 0,0 1 1 0 0,-1-1 0 0 0,1 1 0 0 0,0 0-1 0 0,0-1 1 0 0,0 1 0 0 0,0 0 0 0 0,0 0-1 0 0,0 0 1 0 0,1-1 0 0 0,-1 1 0 0 0,0 0-1 0 0,1 0 1 0 0,0 0 0 0 0,-1 0 0 0 0,1 0-1 0 0,0 0 1 0 0,0 0 0 0 0,0 1 0 0 0,0-1-1 0 0,1 0 1 0 0,-1 0 0 0 0,0 0 0 0 0,1 0-1 0 0,0-1 1 0 0,-1 1 0 0 0,1 0 0 0 0,0 0-1 0 0,1 2 1 0 0,2 3 36 0 0,0 0-1 0 0,0-1 1 0 0,1 1-1 0 0,0-1 0 0 0,0 0 1 0 0,0 0-1 0 0,1-1 1 0 0,0 0-1 0 0,0 0 1 0 0,0 0-1 0 0,0 0 1 0 0,1-1-1 0 0,0 0 1 0 0,0-1-1 0 0,0 0 1 0 0,0 0-1 0 0,1 0 1 0 0,-1-1-1 0 0,1 0 0 0 0,-1 0 1 0 0,9 0-1 0 0,-9-1-91 0 0,0 0-1 0 0,0-1 0 0 0,0 0 0 0 0,0 0 0 0 0,0-1 0 0 0,0 0 0 0 0,0 0 1 0 0,0 0-1 0 0,0-1 0 0 0,0 0 0 0 0,-1-1 0 0 0,1 1 0 0 0,-1-1 0 0 0,0 0 1 0 0,1-1-1 0 0,-1 0 0 0 0,-1 0 0 0 0,1 0 0 0 0,-1 0 0 0 0,1-1 0 0 0,-1 0 1 0 0,-1 0-1 0 0,8-10 0 0 0,1-5 157 0 0,-2-2 1 0 0,0 0-1 0 0,8-24 1 0 0,-18 45 42 0 0,-2 7-222 0 0,-2 17-5 0 0,1 0-1 0 0,1-1 1 0 0,1 1 0 0 0,1 0-1 0 0,6 32 1 0 0,4 0 306 0 0,21 59-1 0 0,-25-93-54 0 0,-3-10-2 0 0,-1-1 0 0 0,0 1 0 0 0,0 1-1 0 0,-1-1 1 0 0,1 16 0 0 0,-3-24-264 0 0,-1 1 0 0 0,1-1 1 0 0,-1 0-1 0 0,1 1 0 0 0,-1-1 1 0 0,0 0-1 0 0,0 0 0 0 0,0 0 1 0 0,-1 0-1 0 0,1 0 0 0 0,-1 0 1 0 0,0 0-1 0 0,1 0 0 0 0,-1 0 0 0 0,-1-1 1 0 0,1 1-1 0 0,0-1 0 0 0,-1 1 1 0 0,1-1-1 0 0,-1 0 0 0 0,1 0 1 0 0,-6 2-1 0 0,-7 5 66 0 0,0-2 1 0 0,0 0-1 0 0,-1-1 0 0 0,0 0 0 0 0,0-2 1 0 0,0 0-1 0 0,-1 0 0 0 0,-27 1 0 0 0,32-4-408 0 0,-1-1 0 0 0,1 0 0 0 0,0-1 0 0 0,-1 0 0 0 0,1-1 0 0 0,-22-7 0 0 0,27 7-592 0 0,0-1 0 0 0,1 0 0 0 0,-1 0 0 0 0,1 0 0 0 0,0-1 0 0 0,0 0 0 0 0,-8-7 0 0 0,13 10 194 0 0,-1 0 0 0 0,1-1 0 0 0,0 1-1 0 0,0-1 1 0 0,0 1 0 0 0,0-1 0 0 0,0 1 0 0 0,0-1 0 0 0,0 0 0 0 0,1 1 0 0 0,-1-1 0 0 0,0 0 0 0 0,1 0-1 0 0,0 1 1 0 0,-1-1 0 0 0,1 0 0 0 0,0-4 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00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18102 0 0,'1'1'244'0'0,"0"0"0"0"0,0 0 0 0 0,1 0 0 0 0,-2 0 0 0 0,1 0 0 0 0,0 0 0 0 0,0 1 0 0 0,0-1 0 0 0,0 0 0 0 0,-1 0 0 0 0,1 1 1 0 0,-1-1-1 0 0,1 2 0 0 0,-2 22 886 0 0,0-1 0 0 0,1 1 1 0 0,2 0-1 0 0,0-1 0 0 0,2 1 1 0 0,6 24-1 0 0,-4-24-727 0 0,-1 0-1 0 0,-2 1 1 0 0,0-1 0 0 0,-2 0-1 0 0,0 1 1 0 0,-4 28 0 0 0,-6-29-136 0 0,7-21-248 0 0,0 0 0 0 0,1 0 1 0 0,-1 0-1 0 0,1 0 0 0 0,0 1 0 0 0,0-1 1 0 0,0 0-1 0 0,1 1 0 0 0,-1-1 0 0 0,1 1 1 0 0,0-1-1 0 0,1 6 0 0 0,7-1-19 0 0,11-9 0 0 0,-10 1 0 0 0,-1 0 0 0 0,0 0 0 0 0,1 1 0 0 0,-1 0 0 0 0,0 0 0 0 0,0 1 0 0 0,0 0 0 0 0,-1 1 0 0 0,1-1 0 0 0,-1 1 0 0 0,1 1 0 0 0,-1 0 0 0 0,-1 0 0 0 0,1 0 0 0 0,-1 0 0 0 0,0 1 0 0 0,0 0 0 0 0,6 9 0 0 0,7 10 0 0 0,-1 0 0 0 0,-2 1 0 0 0,21 45 0 0 0,-36-70-28 0 0,0 0 0 0 0,-1 0 0 0 0,1 0 0 0 0,0 0 0 0 0,0 0 0 0 0,-1 1 1 0 0,1-1-1 0 0,-1 0 0 0 0,0 0 0 0 0,1 1 0 0 0,-1-1 0 0 0,0 0 0 0 0,1 1 0 0 0,-1-1 0 0 0,0 0 0 0 0,0 1 0 0 0,0-1 0 0 0,0 0 1 0 0,-1 1-1 0 0,1-1 0 0 0,0 0 0 0 0,-1 1 0 0 0,1-1 0 0 0,0 0 0 0 0,-1 1 0 0 0,0-1 0 0 0,1 0 0 0 0,-1 0 0 0 0,0 0 0 0 0,1 0 1 0 0,-1 0-1 0 0,0 1 0 0 0,0-1 0 0 0,0-1 0 0 0,0 1 0 0 0,0 0 0 0 0,0 0 0 0 0,0 0 0 0 0,0 0 0 0 0,0-1 0 0 0,-1 1 0 0 0,1-1 0 0 0,0 1 1 0 0,0-1-1 0 0,-1 1 0 0 0,1-1 0 0 0,-2 1 0 0 0,-3 0-794 0 0,1 0-1 0 0,-1 0 1 0 0,1-1 0 0 0,-1 0-1 0 0,1 0 1 0 0,-1 0 0 0 0,-6-2-1 0 0,8 1 34 0 0,0-1 0 0 0,0 0 1 0 0,0 0-1 0 0,0 0 0 0 0,0 0 0 0 0,1-1 0 0 0,-1 1 0 0 0,1-1 0 0 0,0 0 0 0 0,0 0 0 0 0,0 0 1 0 0,0-1-1 0 0,0 1 0 0 0,1-1 0 0 0,0 1 0 0 0,-3-7 0 0 0,-7-20-8792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01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10 17974 0 0,'-3'-6'1629'0'0,"4"3"231"0"0,4 5 4013 0 0,10 9-5404 0 0,-1 0 0 0 0,-1 1 0 0 0,0 0 0 0 0,0 1 0 0 0,-1 0 0 0 0,17 27 0 0 0,-24-32-339 0 0,1 0 1 0 0,-2 0-1 0 0,1 0 1 0 0,-1 1-1 0 0,-1 0 0 0 0,0 0 1 0 0,0 0-1 0 0,0 0 0 0 0,-1 0 1 0 0,-1 1-1 0 0,1-1 1 0 0,-2 1-1 0 0,1-1 0 0 0,-1 1 1 0 0,-2 13-1 0 0,-3-3-120 0 0,0 0-1 0 0,-1-1 1 0 0,-1 0 0 0 0,-1 0-1 0 0,-1-1 1 0 0,-17 28-1 0 0,19-34-9 0 0,0-2 0 0 0,-1 1-1 0 0,-1-1 1 0 0,1-1-1 0 0,-2 1 1 0 0,1-1-1 0 0,-1-1 1 0 0,-1 0-1 0 0,1 0 1 0 0,-1-1-1 0 0,-19 9 1 0 0,11-11 0 0 0,18-4 0 0 0,0-1 0 0 0,0 0 0 0 0,0 0 0 0 0,0 0 0 0 0,0 0 0 0 0,0 0 0 0 0,0 0 0 0 0,0 0 0 0 0,0-1 0 0 0,0 1 0 0 0,0 0 0 0 0,0 0 0 0 0,0-1 0 0 0,1 1 0 0 0,-1 0 0 0 0,0-1 0 0 0,-2 0 0 0 0,0-3 0 0 0,0 1 0 0 0,-1-1 0 0 0,1 0 0 0 0,0 0 0 0 0,1 0 0 0 0,-1 0 0 0 0,1 0 0 0 0,0-1 0 0 0,0 1 0 0 0,0-1 0 0 0,0 0 0 0 0,1 1 0 0 0,0-1 0 0 0,0 0 0 0 0,0 0 0 0 0,1 0 0 0 0,-1 0 0 0 0,1 1 0 0 0,0-1 0 0 0,1 0 0 0 0,-1 0 0 0 0,1 0 0 0 0,1-6 0 0 0,3-14 0 0 0,1 0 0 0 0,1 0 0 0 0,11-25 0 0 0,-4 14 0 0 0,2 1 0 0 0,22-37 0 0 0,-31 60 0 0 0,0 1 0 0 0,1 0 0 0 0,0 1 0 0 0,1-1 0 0 0,0 2 0 0 0,0-1 0 0 0,1 1 0 0 0,1 0 0 0 0,20-12 0 0 0,-25 18 0 0 0,0 1 0 0 0,0 0 0 0 0,0 0 0 0 0,1 1 0 0 0,-1-1 0 0 0,1 1 0 0 0,-1 1 0 0 0,1-1 0 0 0,-1 1 0 0 0,1 0 0 0 0,-1 1 0 0 0,1-1 0 0 0,-1 1 0 0 0,1 1 0 0 0,-1-1 0 0 0,0 1 0 0 0,12 5 0 0 0,8 5 0 0 0,0 1 0 0 0,42 28 0 0 0,-51-30 0 0 0,50 35 0 0 0,-45-30 0 0 0,0 0 0 0 0,0-1 0 0 0,2-2 0 0 0,0 0 0 0 0,0-2 0 0 0,46 16 0 0 0,-60-26-174 0 0,0 0 0 0 0,0 0 0 0 0,0-1-1 0 0,0 0 1 0 0,0 0 0 0 0,0-1 0 0 0,0-1 0 0 0,0 0 0 0 0,-1 0 0 0 0,12-4-1 0 0,-12 3-1071 0 0,-1-1 1 0 0,0 0-1 0 0,0 0 0 0 0,15-10 0 0 0,-19 11-176 0 0,0-1 0 0 0,0 0-1 0 0,0 1 1 0 0,0-1 0 0 0,-1-1 0 0 0,1 1 0 0 0,-1 0 0 0 0,4-8 0 0 0,0-3-8545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01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2 178 18558 0 0,'0'-4'59'0'0,"0"0"72"0"0,-1 1 0 0 0,1-1 0 0 0,0 0 1 0 0,0 1-1 0 0,0-1 0 0 0,0 0 0 0 0,1 1 1 0 0,-1-1-1 0 0,1 0 0 0 0,0 1 0 0 0,0-1 1 0 0,0 1-1 0 0,1-1 0 0 0,-1 1 0 0 0,1 0 0 0 0,0-1 1 0 0,0 1-1 0 0,0 0 0 0 0,0 0 0 0 0,1 0 1 0 0,-1 1-1 0 0,1-1 0 0 0,-1 1 0 0 0,1-1 0 0 0,4-2 1 0 0,5-2 276 0 0,1-1 1 0 0,0 1-1 0 0,1 1 1 0 0,0 1-1 0 0,0 0 0 0 0,24-6 1 0 0,90-9 1383 0 0,7 8 191 0 0,198 7 0 0 0,134 36-1910 0 0,-455-30-170 0 0,13 3-3800 0 0,-19 4-910 0 0,-8-6 4215 0 0,0 1 0 0 0,0 0 0 0 0,0-1-1 0 0,-1 1 1 0 0,1-1 0 0 0,-1 0 0 0 0,1 1 0 0 0,-1-1 0 0 0,-6 3 0 0 0,-38 26-5115 0 0,-14 11-2727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01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81 182 15193 0 0,'-65'3'2861'0'0,"49"-2"11115"0"0,672-127-13239 0 0,-304 82-1079 0 0,-234 35-2859 0 0,0 3-4336 0 0,-75 5 3172 0 0,-17 5-1407 0 0,-8 2-3922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03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1 194 17806 0 0,'21'-82'1164'0'0,"-18"65"45"0"0,1 1 0 0 0,0 0 0 0 0,2 0 0 0 0,9-23 1 0 0,-15 39-1141 0 0,1-1 0 0 0,-1 1 0 0 0,0-1 0 0 0,1 1 1 0 0,-1-1-1 0 0,1 1 0 0 0,-1-1 0 0 0,1 1 0 0 0,-1-1 0 0 0,1 1 1 0 0,-1 0-1 0 0,1-1 0 0 0,-1 1 0 0 0,1 0 0 0 0,0 0 1 0 0,-1-1-1 0 0,1 1 0 0 0,0 0 0 0 0,-1 0 0 0 0,1 0 1 0 0,0 0-1 0 0,-1 0 0 0 0,1 0 0 0 0,-1 0 0 0 0,1 0 0 0 0,0 0 1 0 0,-1 0-1 0 0,1 0 0 0 0,0 0 0 0 0,-1 0 0 0 0,1 0 1 0 0,0 1-1 0 0,-1-1 0 0 0,2 1 0 0 0,14 5 235 0 0,0 0 0 0 0,-1 2 1 0 0,1 0-1 0 0,-1 1 0 0 0,-1 0 0 0 0,0 1 0 0 0,0 1 0 0 0,-1 0 0 0 0,17 19 1 0 0,3 5 308 0 0,-3 1 1 0 0,37 56 0 0 0,-57-77-592 0 0,-1 1-1 0 0,0-1 0 0 0,-1 2 0 0 0,-1-1 1 0 0,0 1-1 0 0,-1 0 0 0 0,-1 0 0 0 0,-1 1 1 0 0,0 0-1 0 0,-1 0 0 0 0,-1-1 1 0 0,-1 2-1 0 0,-1-1 0 0 0,0 0 0 0 0,-1 0 1 0 0,-1 0-1 0 0,-1 0 0 0 0,-1-1 0 0 0,0 1 1 0 0,-8 20-1 0 0,-1-2-21 0 0,13-36 0 0 0,0 0 0 0 0,0-1 0 0 0,0 1 0 0 0,0 0 0 0 0,0 0 0 0 0,0 0 0 0 0,0 0 0 0 0,0 0 0 0 0,0-1 0 0 0,-1 1 0 0 0,1 0 0 0 0,0 0 0 0 0,0 0 0 0 0,0 0 0 0 0,0 0 0 0 0,0-1 0 0 0,0 1 0 0 0,0 0 0 0 0,0 0 0 0 0,0 0 0 0 0,0 0 0 0 0,-1 0 0 0 0,1 0 0 0 0,0 0 0 0 0,0-1 0 0 0,0 1 0 0 0,0 0 0 0 0,0 0 0 0 0,0 0 0 0 0,-1 0 0 0 0,1 0 0 0 0,0 0 0 0 0,0 0 0 0 0,0 0 0 0 0,0 0 0 0 0,-1 0 0 0 0,1 0 0 0 0,0 0 0 0 0,0 0 0 0 0,0 0 0 0 0,0 0 0 0 0,0 0 0 0 0,-1 0 0 0 0,1 0 0 0 0,0 0 0 0 0,0 0 0 0 0,0 0 0 0 0,0 0 0 0 0,0 0 0 0 0,-1 0 0 0 0,1 0 0 0 0,0 1 0 0 0,0-1 0 0 0,0 0 0 0 0,0 0 0 0 0,0 0 0 0 0,0 0 0 0 0,-1 0 0 0 0,1 0 0 0 0,0 0 0 0 0,0 1 0 0 0,0-1 0 0 0,0 0 0 0 0,0 0 0 0 0,0 0 0 0 0,0 0 0 0 0,-2-8 0 0 0,0-1 0 0 0,1 0 0 0 0,0 0 0 0 0,0 0 0 0 0,1 0 0 0 0,0 0 0 0 0,1 0 0 0 0,0 0 0 0 0,0 1 0 0 0,5-18 0 0 0,34-100 0 0 0,-32 105 0 0 0,8-25 0 0 0,2 0 0 0 0,3 2 0 0 0,1 1 0 0 0,2 0 0 0 0,2 2 0 0 0,1 1 0 0 0,40-44 0 0 0,-64 81 0 0 0,1-1 0 0 0,0 0 0 0 0,-1 1 0 0 0,1 0 0 0 0,0 0 0 0 0,1 0 0 0 0,-1 0 0 0 0,0 1 0 0 0,1 0 0 0 0,0 0 0 0 0,-1 0 0 0 0,1 0 0 0 0,0 1 0 0 0,0 0 0 0 0,0 0 0 0 0,0 0 0 0 0,0 0 0 0 0,0 1 0 0 0,0 0 0 0 0,0 0 0 0 0,0 0 0 0 0,0 1 0 0 0,0 0 0 0 0,0 0 0 0 0,0 0 0 0 0,0 0 0 0 0,0 1 0 0 0,0 0 0 0 0,-1 0 0 0 0,1 0 0 0 0,-1 0 0 0 0,0 1 0 0 0,6 4 0 0 0,5 4 0 0 0,-1 0 0 0 0,0 2 0 0 0,-1-1 0 0 0,-1 2 0 0 0,0 0 0 0 0,-1 0 0 0 0,0 1 0 0 0,8 16 0 0 0,0 4 5 0 0,-1 0 0 0 0,-3 2 0 0 0,0 0 0 0 0,-3 1 0 0 0,-1 0 0 0 0,9 56 0 0 0,-9-7-219 0 0,0 159 0 0 0,-9-215-2960 0 0,18-67-24170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03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16 16674 0 0,'7'-15'4506'0'0,"-8"39"-3191"0"0,-8 52-191 0 0,-57 504 4954 0 0,59-191-6288 0 0,7-384 83 0 0,6 72-1664 0 0,-6-73 1428 0 0,1 0 1 0 0,0 1-1 0 0,0-1 1 0 0,0 0-1 0 0,0 0 1 0 0,1 0-1 0 0,0 0 1 0 0,-1 0-1 0 0,2 0 1 0 0,-1 0-1 0 0,0 0 0 0 0,1-1 1 0 0,5 7-1 0 0,-7-9 129 0 0,1 0 0 0 0,-1-1 0 0 0,1 1 0 0 0,-1-1 0 0 0,1 1 0 0 0,-1-1 0 0 0,1 0 0 0 0,-1 1 0 0 0,1-1 0 0 0,-1 0 0 0 0,1 0 0 0 0,-1 0 0 0 0,1 0 0 0 0,0 0 0 0 0,-1 0 0 0 0,1-1 0 0 0,-1 1 0 0 0,1 0 0 0 0,-1-1 0 0 0,1 1 0 0 0,-1-1 0 0 0,1 0 0 0 0,-1 1-1 0 0,0-1 1 0 0,1 0 0 0 0,1-2 0 0 0,36-30-2425 0 0,-31 25 1816 0 0,42-42-3640 0 0,3-11-1850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03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0 181 11225 0 0,'58'-51'4445'0'0,"-58"58"-3193"0"0,-11 110 3694 0 0,0 18-1465 0 0,11-113-3067 0 0,1 1 0 0 0,1-1 1 0 0,1 0-1 0 0,1 0 0 0 0,2 0 0 0 0,13 38 0 0 0,-14-48-246 0 0,0 1-1 0 0,2-1 1 0 0,-1 0 0 0 0,2-1-1 0 0,0 0 1 0 0,0 0-1 0 0,0 0 1 0 0,2-1-1 0 0,-1 0 1 0 0,1-1 0 0 0,1 0-1 0 0,15 10 1 0 0,-17-14-78 0 0,0-1 0 0 0,1 0-1 0 0,-1 0 1 0 0,1-1 0 0 0,-1 0 0 0 0,1-1 0 0 0,0 0 0 0 0,0-1 0 0 0,0 0 0 0 0,0 0-1 0 0,1-1 1 0 0,-1 0 0 0 0,0-1 0 0 0,0 0 0 0 0,0-1 0 0 0,0 0 0 0 0,0 0 0 0 0,-1-1-1 0 0,1-1 1 0 0,14-7 0 0 0,-10 5-57 0 0,-1 0-1 0 0,-1-2 0 0 0,1 0 1 0 0,-1 0-1 0 0,0-1 0 0 0,-1 0 1 0 0,0-1-1 0 0,-1 0 0 0 0,0-1 1 0 0,0 0-1 0 0,-1-1 0 0 0,-1 0 1 0 0,12-22-1 0 0,-10 11-32 0 0,-1-1 0 0 0,-2 0 0 0 0,0-1 0 0 0,-2 0 0 0 0,-1 0 0 0 0,0 0 0 0 0,-1-37 0 0 0,-3 18 0 0 0,-3 1 0 0 0,-1-1 0 0 0,-14-62 0 0 0,17 97 6 0 0,-1 1 0 0 0,-1 0 0 0 0,1-1 0 0 0,-1 1 0 0 0,-1 0 0 0 0,0 1 0 0 0,0-1-1 0 0,-9-12 1 0 0,11 17-46 0 0,0 1-1 0 0,-1 0 0 0 0,1 0 0 0 0,-1 0 0 0 0,1 0 0 0 0,-1 0 1 0 0,0 0-1 0 0,0 1 0 0 0,0-1 0 0 0,0 1 0 0 0,0 0 0 0 0,0 0 1 0 0,0 0-1 0 0,-1 0 0 0 0,1 0 0 0 0,0 1 0 0 0,-1 0 1 0 0,1-1-1 0 0,0 1 0 0 0,-1 0 0 0 0,1 1 0 0 0,0-1 0 0 0,0 1 1 0 0,-1-1-1 0 0,-4 3 0 0 0,-8 2-426 0 0,0 1 1 0 0,0 0-1 0 0,1 2 0 0 0,0 0 0 0 0,0 0 1 0 0,1 1-1 0 0,-18 16 0 0 0,-88 85-4759 0 0,111-101 4664 0 0,-6 6-482 0 0,-8 8-1005 0 0,-30 37 0 0 0,46-51 660 0 0,1 1 0 0 0,0 0 0 0 0,0 0 0 0 0,-5 15 0 0 0,1 14-6905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04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390 31 16762 0 0,'6'-30'4560'0'0,"-12"47"514"0"0,-3 21-1520 0 0,6-5-3552 0 0,3-22 154 0 0,1 0 0 0 0,1 0 0 0 0,0 0 1 0 0,0 0-1 0 0,1 0 0 0 0,0-1 0 0 0,1 0 0 0 0,0 1 0 0 0,1-1 0 0 0,0-1 0 0 0,1 1 0 0 0,0-1 1 0 0,0 0-1 0 0,1 0 0 0 0,0-1 0 0 0,1 0 0 0 0,11 10 0 0 0,-11-12-161 0 0,0 0 0 0 0,0-1 0 0 0,1-1 1 0 0,0 1-1 0 0,0-1 0 0 0,0-1 0 0 0,0 0 0 0 0,0 0 0 0 0,1 0 0 0 0,0-2 0 0 0,-1 1 1 0 0,1-1-1 0 0,0 0 0 0 0,-1-1 0 0 0,1 0 0 0 0,0-1 0 0 0,0 0 0 0 0,-1 0 0 0 0,1-1 1 0 0,9-3-1 0 0,-5 1-4 0 0,-1 0 0 0 0,0-1 1 0 0,0 0-1 0 0,0-1 0 0 0,-1 0 0 0 0,1-1 1 0 0,-1 0-1 0 0,-1-1 0 0 0,0-1 1 0 0,0 0-1 0 0,0 0 0 0 0,-1-1 0 0 0,-1 0 1 0 0,0-1-1 0 0,0 0 0 0 0,8-14 1 0 0,-6 9 133 0 0,9-20 5 0 0,-20 32-130 0 0,-8 8 0 0 0,-4 7 0 0 0,1 0 0 0 0,0 1 0 0 0,0 0 0 0 0,1 1 0 0 0,0 0 0 0 0,1 0 0 0 0,1 1 0 0 0,0 1 0 0 0,-7 20 0 0 0,-55 158 0 0 0,59-158 0 0 0,-27 104 0 0 0,-22 155 0 0 0,-34 129 0 0 0,92-416 0 0 0,-1 0 0 0 0,0 0 0 0 0,0 0 0 0 0,-1 0 0 0 0,0 0 0 0 0,0-1 0 0 0,0 0 0 0 0,-1 0 0 0 0,0 0 0 0 0,0 0 0 0 0,0-1 0 0 0,-1 0 0 0 0,0 0 0 0 0,0 0 0 0 0,0-1 0 0 0,-1 0 0 0 0,1 0 0 0 0,-1 0 0 0 0,0-1 0 0 0,0 0 0 0 0,0-1 0 0 0,0 1 0 0 0,-1-2 0 0 0,1 1 0 0 0,-1-1 0 0 0,1 0 0 0 0,-1 0 0 0 0,0-1 0 0 0,1 0 0 0 0,-10-1 0 0 0,2 0 0 0 0,-1-1 0 0 0,1-1 0 0 0,0 0 0 0 0,0-1 0 0 0,0 0 0 0 0,0-2 0 0 0,0 0 0 0 0,1 0 0 0 0,0-1 0 0 0,1-1 0 0 0,-1 0 0 0 0,2-1 0 0 0,-24-21 0 0 0,25 18-191 0 0,0 0 0 0 0,2 0 0 0 0,-1-1 0 0 0,2-1 0 0 0,0 0 0 0 0,0 0 0 0 0,1 0 0 0 0,1-1 0 0 0,0 0 0 0 0,1 0 0 0 0,1-1 0 0 0,1 1 0 0 0,0-1 0 0 0,1 0 0 0 0,-1-25 0 0 0,3 14-1526 0 0,1 1 0 0 0,1-1 0 0 0,8-36 0 0 0,-2 29-2042 0 0,1 0 0 0 0,15-36 0 0 0,1 15-5951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04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 18854 0 0,'67'-40'9189'0'0,"-67"39"-9147"0"0,0 1 1 0 0,0 0 0 0 0,0 0 0 0 0,0-1-1 0 0,0 1 1 0 0,0 0 0 0 0,0 0 0 0 0,0-1 0 0 0,0 1-1 0 0,1 0 1 0 0,-1 0 0 0 0,0-1 0 0 0,0 1-1 0 0,0 0 1 0 0,0 0 0 0 0,0-1 0 0 0,0 1 0 0 0,0 0-1 0 0,1 0 1 0 0,-1 0 0 0 0,0-1 0 0 0,0 1-1 0 0,0 0 1 0 0,1 0 0 0 0,-1 0 0 0 0,0 0-1 0 0,0-1 1 0 0,1 1 0 0 0,-1 0 0 0 0,0 0 0 0 0,0 0-1 0 0,0 0 1 0 0,1 0 0 0 0,-1 0 0 0 0,0 0-1 0 0,1 0 1 0 0,-1 0 0 0 0,0 0 0 0 0,0 0 0 0 0,1 0-1 0 0,-1 0 1 0 0,0 0 0 0 0,16 5 1429 0 0,13 14-304 0 0,-26-16-1156 0 0,0 0 1 0 0,1 0-1 0 0,-2 0 1 0 0,1 0 0 0 0,0 1-1 0 0,-1-1 1 0 0,1 1-1 0 0,-1 0 1 0 0,0-1 0 0 0,0 1-1 0 0,-1 0 1 0 0,1 0-1 0 0,-1 0 1 0 0,0 0 0 0 0,0 0-1 0 0,0 1 1 0 0,0 6-1 0 0,0-4 7 0 0,3 5-19 0 0,-4-11 0 0 0,0-1 0 0 0,1 1 0 0 0,-1-1 0 0 0,0 0 0 0 0,0 1 0 0 0,0-1 0 0 0,1 1 0 0 0,-1-1 0 0 0,0 0 0 0 0,1 1 0 0 0,-1-1 0 0 0,0 0 0 0 0,0 0 0 0 0,1 1 0 0 0,-1-1 0 0 0,1 0 0 0 0,-1 0 0 0 0,0 1 0 0 0,1-1 0 0 0,-1 0 0 0 0,1 0 0 0 0,-1 0 0 0 0,0 0 0 0 0,1 0 0 0 0,-1 0 0 0 0,1 0 0 0 0,-1 1 0 0 0,0-1 0 0 0,1 0 0 0 0,-1 0 0 0 0,1-1 0 0 0,-1 1 0 0 0,1 0 0 0 0,-1 0 0 0 0,0 0 0 0 0,1 0 0 0 0,-1 0 0 0 0,1 0 0 0 0,0-1 0 0 0,52-32 0 0 0,-43 25 0 0 0,-1 1 0 0 0,1 1 0 0 0,0-1 0 0 0,1 2 0 0 0,-1-1 0 0 0,1 1 0 0 0,1 1 0 0 0,-1 0 0 0 0,14-3 0 0 0,-22 7 0 0 0,-1-1 0 0 0,0 1 0 0 0,1-1 0 0 0,-1 1 0 0 0,0 0 0 0 0,1 0 0 0 0,-1 0 0 0 0,0 0 0 0 0,1 1 0 0 0,-1-1 0 0 0,0 1 0 0 0,1-1 0 0 0,-1 1 0 0 0,0 0 0 0 0,0 0 0 0 0,1 0 0 0 0,-1 0 0 0 0,2 1 0 0 0,2 3 0 0 0,5 0 0 0 0,-2 2 0 0 0,1-1 0 0 0,-1 1 0 0 0,0 1 0 0 0,-1 0 0 0 0,1 0 0 0 0,-2 0 0 0 0,1 1 0 0 0,11 19 0 0 0,11 10 0 0 0,-13-18 2 0 0,1 1 0 0 0,1-2 0 0 0,1-1-1 0 0,1 0 1 0 0,0-2 0 0 0,27 16 0 0 0,-42-28-8 0 0,0-1 1 0 0,0 0-1 0 0,1 0 1 0 0,0 0-1 0 0,0-1 1 0 0,-1 0-1 0 0,1-1 1 0 0,0 1 0 0 0,0-1-1 0 0,1-1 1 0 0,-1 1-1 0 0,0-1 1 0 0,0 0-1 0 0,0-1 1 0 0,0 0-1 0 0,0 0 1 0 0,0 0-1 0 0,0-1 1 0 0,0 0-1 0 0,0-1 1 0 0,-1 1-1 0 0,1-1 1 0 0,-1-1-1 0 0,0 1 1 0 0,0-1-1 0 0,0 0 1 0 0,0 0-1 0 0,8-9 1 0 0,10-10-3643 0 0,42-53 1 0 0,-14 3-8756 0 0,-35 49 1336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13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10601 0 0,'-19'3'-736'0'0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10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17 118 14473 0 0,'-7'-35'1777'0'0,"-2"-19"3219"0"0,9 53-4933 0 0,0 1 1 0 0,0 0-1 0 0,-1-1 1 0 0,1 1-1 0 0,0 0 1 0 0,0-1-1 0 0,0 1 0 0 0,0 0 1 0 0,0-1-1 0 0,0 1 1 0 0,0 0-1 0 0,0-1 1 0 0,1 1-1 0 0,-1 0 0 0 0,0-1 1 0 0,0 1-1 0 0,0 0 1 0 0,0-1-1 0 0,0 1 0 0 0,0 0 1 0 0,1 0-1 0 0,-1-1 1 0 0,0 1-1 0 0,0 0 1 0 0,0-1-1 0 0,1 1 0 0 0,-1 0 1 0 0,0 0-1 0 0,0 0 1 0 0,1-1-1 0 0,-1 1 1 0 0,0 0-1 0 0,1 0 0 0 0,-1 0 1 0 0,0 0-1 0 0,1-1 1 0 0,-1 1-1 0 0,0 0 1 0 0,1 0-1 0 0,-1 0 0 0 0,0 0 1 0 0,1 0-1 0 0,-1 0 1 0 0,0 0-1 0 0,1 0 1 0 0,-1 0-1 0 0,0 0 0 0 0,1 0 1 0 0,-1 0-1 0 0,0 0 1 0 0,1 0-1 0 0,-1 1 1 0 0,0-1-1 0 0,0 0 0 0 0,1 0 1 0 0,-1 0-1 0 0,0 0 1 0 0,1 1-1 0 0,-1-1 1 0 0,19 14 1608 0 0,-17-12-1813 0 0,22 18 872 0 0,-2 1-1 0 0,0 1 1 0 0,-2 1-1 0 0,0 1 1 0 0,28 45 0 0 0,-39-53-568 0 0,0 1 1 0 0,-1 0 0 0 0,0 0-1 0 0,-2 1 1 0 0,0 0 0 0 0,-1 1-1 0 0,-1-1 1 0 0,-1 1 0 0 0,0 0-1 0 0,0 25 1 0 0,2 7-164 0 0,12-94 0 0 0,2 0 0 0 0,1 2 0 0 0,2 0 0 0 0,42-57 0 0 0,-48 76 0 0 0,2 1 0 0 0,1 0 0 0 0,0 1 0 0 0,1 1 0 0 0,1 1 0 0 0,1 1 0 0 0,0 1 0 0 0,2 1 0 0 0,32-16 0 0 0,-48 27 0 0 0,1 1 0 0 0,0-1 0 0 0,0 2 0 0 0,0-1 0 0 0,0 2 0 0 0,0-1 0 0 0,1 1 0 0 0,-1 0 0 0 0,0 1 0 0 0,0 0 0 0 0,1 1 0 0 0,17 2 0 0 0,-14 1 0 0 0,0 0 0 0 0,0 0 0 0 0,0 1 0 0 0,-1 1 0 0 0,0 0 0 0 0,0 0 0 0 0,0 2 0 0 0,11 8 0 0 0,2 6 0 0 0,-1 0 0 0 0,-1 1 0 0 0,-1 2 0 0 0,-1 0 0 0 0,-1 1 0 0 0,27 48 0 0 0,5 22 0 0 0,75 197 0 0 0,-120-275-49 0 0,27 61-512 0 0,-30-83-2521 0 0,9-29-2351 0 0,-7 1-4658 0 0,-3 5-1604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11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54 202 19226 0 0,'-19'-55'-1632'0'0,"10"33"2830"0"0,-11-45 0 0 0,15 17 2774 0 0,4 42-385 0 0,7 468 1470 0 0,7 110-4896 0 0,-7-420-161 0 0,0-174-1771 0 0,4-32-7239 0 0,-13 14-1264 0 0,0 26 418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12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18994 0 0,'0'0'13272'0'0,"3"4"-13250"0"0,2 1-569 0 0,2 2-419 0 0,0 0-3268 0 0,-11 1-788 0 0,1 0 3253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12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66 16678 0 0,'-58'-24'-1797'0'0,"38"17"2790"0"0,20 7-960 0 0,0 0-1 0 0,-1 0 1 0 0,1 0-1 0 0,0 0 1 0 0,-1 0 0 0 0,1 0-1 0 0,0-1 1 0 0,0 1-1 0 0,-1 0 1 0 0,1 0 0 0 0,0 0-1 0 0,0 0 1 0 0,-1-1-1 0 0,1 1 1 0 0,0 0-1 0 0,0 0 1 0 0,0-1 0 0 0,-1 1-1 0 0,1 0 1 0 0,0 0-1 0 0,0-1 1 0 0,0 1-1 0 0,0 0 1 0 0,0 0 0 0 0,-1-1-1 0 0,1 1 1 0 0,0 0-1 0 0,0-1 1 0 0,0 1 0 0 0,0 0-1 0 0,0-1 1 0 0,0 1-1 0 0,0 0 1 0 0,0 0-1 0 0,0-1 1 0 0,0 1 0 0 0,0 0-1 0 0,0-1 1 0 0,0 1-1 0 0,1 0 1 0 0,-1-1 0 0 0,0 1-1 0 0,0 0 1 0 0,0 0-1 0 0,0-1 1 0 0,0 1-1 0 0,1 0 1 0 0,-1 0 0 0 0,0-1-1 0 0,0 1 1 0 0,0 0-1 0 0,1 0 1 0 0,-1 0-1 0 0,0-1 1 0 0,0 1 0 0 0,1 0-1 0 0,-1 0 1 0 0,0 0-1 0 0,1 0 1 0 0,-1 0 0 0 0,0-1-1 0 0,14-7 648 0 0,-4 5-363 0 0,0 0 0 0 0,0 1 0 0 0,0 0 0 0 0,0 1 0 0 0,0 0 0 0 0,1 1 0 0 0,-1 0 0 0 0,0 0 0 0 0,1 1 0 0 0,9 2 0 0 0,16 4 567 0 0,45 16 1 0 0,-61-17-576 0 0,0 2 0 0 0,-1 1 1 0 0,23 13-1 0 0,-32-16-157 0 0,-1-1 0 0 0,-1 2 0 0 0,1-1 0 0 0,-1 1-1 0 0,0 0 1 0 0,-1 1 0 0 0,0 0 0 0 0,8 10 0 0 0,-12-14-37 0 0,-1 0 0 0 0,0 1 0 0 0,0-1 0 0 0,0 0 0 0 0,-1 1 1 0 0,1-1-1 0 0,-1 1 0 0 0,0 0 0 0 0,0-1 0 0 0,-1 1 0 0 0,0 0 0 0 0,1 0 0 0 0,-2-1 1 0 0,1 1-1 0 0,-2 8 0 0 0,0-5 58 0 0,0 0 0 0 0,-1 0 1 0 0,0 0-1 0 0,-1 0 1 0 0,1-1-1 0 0,-2 1 0 0 0,1-1 1 0 0,-7 9-1 0 0,-4 1 152 0 0,0-1 0 0 0,-1 0 0 0 0,0-1-1 0 0,-2-1 1 0 0,-32 22 0 0 0,37-27-230 0 0,-1-1-1 0 0,0 0 1 0 0,0-1 0 0 0,-1 0 0 0 0,0-1-1 0 0,0-1 1 0 0,-1 0 0 0 0,-30 4 0 0 0,43-9-280 0 0,1 1 1 0 0,0-1-1 0 0,0 0 0 0 0,-1 0 1 0 0,1 0-1 0 0,0 0 1 0 0,0-1-1 0 0,-1 1 1 0 0,1-1-1 0 0,0 1 1 0 0,0-1-1 0 0,0 0 1 0 0,0 0-1 0 0,0 0 0 0 0,0 0 1 0 0,0 0-1 0 0,0 0 1 0 0,0-1-1 0 0,0 1 1 0 0,0 0-1 0 0,1-1 1 0 0,-1 0-1 0 0,1 1 1 0 0,-1-1-1 0 0,1 0 0 0 0,0 0 1 0 0,-1 0-1 0 0,1 0 1 0 0,0 0-1 0 0,0 0 1 0 0,1 0-1 0 0,-1 0 1 0 0,0 0-1 0 0,1 0 1 0 0,-1 0-1 0 0,1-1 0 0 0,0 1 1 0 0,-1 0-1 0 0,1 0 1 0 0,0-1-1 0 0,0 1 1 0 0,1 0-1 0 0,-1-1 1 0 0,0 1-1 0 0,1 0 0 0 0,0 0 1 0 0,-1 0-1 0 0,1 0 1 0 0,0 0-1 0 0,0-1 1 0 0,0 2-1 0 0,0-1 1 0 0,3-4-1 0 0,8-9-1518 0 0,0 0 1 0 0,1 1-1 0 0,0 1 0 0 0,1 0 0 0 0,1 0 1 0 0,0 2-1 0 0,25-15 0 0 0,9-3-5491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13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12 12873 0 0,'2'-2'295'0'0,"9"-5"-966"0"0,-9 5 1522 0 0,-7 3 2270 0 0,-9 5-2621 0 0,0 0 1 0 0,0 1 0 0 0,1 1-1 0 0,0 0 1 0 0,-20 16 0 0 0,29-21-303 0 0,0 1 1 0 0,0-1-1 0 0,1 1 1 0 0,-1 0-1 0 0,1 0 1 0 0,0 0-1 0 0,0 0 1 0 0,0 0-1 0 0,1 1 1 0 0,-1-1-1 0 0,1 1 1 0 0,0 0-1 0 0,0-1 1 0 0,1 1-1 0 0,0 0 1 0 0,-1 0-1 0 0,2 0 1 0 0,-1 0-1 0 0,0 0 1 0 0,1 1 0 0 0,0-1-1 0 0,0 0 1 0 0,1 0-1 0 0,1 8 1 0 0,1-4-22 0 0,1 0 0 0 0,0 0 1 0 0,1 0-1 0 0,0-1 1 0 0,0 0-1 0 0,1 0 0 0 0,0 0 1 0 0,0 0-1 0 0,1-1 0 0 0,0 0 1 0 0,0-1-1 0 0,0 1 1 0 0,1-1-1 0 0,0-1 0 0 0,0 0 1 0 0,15 7-1 0 0,15 7 293 0 0,1-3 1 0 0,59 18-1 0 0,-87-30-388 0 0,89 22-135 0 0,17 6-4147 0 0,-103-26 3560 0 0,-2 4-5758 0 0,-12-9 6041 0 0,0-1 1 0 0,1 1-1 0 0,-1 0 1 0 0,0 0-1 0 0,0-1 0 0 0,0 1 1 0 0,0 0-1 0 0,1 0 1 0 0,-1-1-1 0 0,0 1 0 0 0,0 0 1 0 0,-1 0-1 0 0,1 0 1 0 0,0-1-1 0 0,0 1 0 0 0,0 0 1 0 0,0 0-1 0 0,-1-1 1 0 0,1 1-1 0 0,0 0 0 0 0,-1 0 1 0 0,1-1-1 0 0,0 1 1 0 0,-1 0-1 0 0,1-1 0 0 0,-2 2 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14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22 7717 0 0,'-45'-21'5933'0'0,"52"21"-5032"0"0,8 0-548 0 0,1 1 0 0 0,-1 1 0 0 0,0 0 0 0 0,0 1 0 0 0,0 1 0 0 0,0 0 0 0 0,-1 1 0 0 0,0 1 0 0 0,0 0 0 0 0,0 1 0 0 0,0 0 0 0 0,14 12 0 0 0,-4-3 114 0 0,-1 1 0 0 0,-1 1 0 0 0,-1 1 0 0 0,0 1-1 0 0,34 43 1 0 0,-51-57-329 0 0,0-1 0 0 0,0 1 0 0 0,0 0 0 0 0,-1 0 0 0 0,0 1 1 0 0,0-1-1 0 0,-1 0 0 0 0,1 1 0 0 0,-2 0 0 0 0,1 0 0 0 0,-1-1 0 0 0,0 1 0 0 0,0 0 0 0 0,0 0 0 0 0,-1 0 0 0 0,0 0 0 0 0,-1 0 0 0 0,0 0 0 0 0,0 0 0 0 0,0 0 0 0 0,-1 0 0 0 0,-3 9 0 0 0,0-7 21 0 0,1 0-1 0 0,-2 0 1 0 0,1 0-1 0 0,-1-1 1 0 0,-1 0 0 0 0,0 0-1 0 0,0 0 1 0 0,0-1-1 0 0,-1 0 1 0 0,0-1 0 0 0,0 1-1 0 0,0-2 1 0 0,-1 1 0 0 0,-14 6-1 0 0,4-3 73 0 0,-1-1 1 0 0,1 0-1 0 0,-2-2 0 0 0,-29 7 0 0 0,42-12-351 0 0,0 1 0 0 0,1-1-1 0 0,-1-1 1 0 0,0 1 0 0 0,0-2-1 0 0,0 1 1 0 0,0-1 0 0 0,0 0-1 0 0,0 0 1 0 0,1-1 0 0 0,-1 0-1 0 0,0-1 1 0 0,1 0 0 0 0,-14-6-1 0 0,20 8-59 0 0,0 1-1 0 0,1-1 1 0 0,-1 1-1 0 0,0-1 1 0 0,0 0-1 0 0,0 1 0 0 0,1-1 1 0 0,-1 0-1 0 0,0 0 1 0 0,1 0-1 0 0,-1 1 0 0 0,0-1 1 0 0,1 0-1 0 0,-1 0 1 0 0,1 0-1 0 0,0 0 0 0 0,-1 0 1 0 0,1 0-1 0 0,0 0 1 0 0,-1 0-1 0 0,1 0 0 0 0,0 0 1 0 0,0 0-1 0 0,0 0 1 0 0,0 0-1 0 0,0 0 0 0 0,0-1 1 0 0,1-1-144 0 0,0 1 0 0 0,0-1 0 0 0,0 1 0 0 0,0 0 0 0 0,0-1 0 0 0,0 1 0 0 0,1 0 0 0 0,-1 0 0 0 0,1 0 0 0 0,3-3-1 0 0,3-3-731 0 0,1 0 0 0 0,0 1-1 0 0,0 1 1 0 0,12-7-1 0 0,22-10-3527 0 0,4-3-1919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14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14 12465 0 0,'18'-14'2072'0'0,"-26"19"2759"0"0,-14 17-517 0 0,12-2-5249 0 0,8-2 1297 0 0,0 1-1 0 0,1-1 1 0 0,1 1-1 0 0,1-1 1 0 0,0 1-1 0 0,2-1 1 0 0,0 1-1 0 0,7 21 0 0 0,-7-28-681 0 0,0 0 0 0 0,1 0 0 0 0,1-1 0 0 0,0 1-1 0 0,1-1 1 0 0,0 0 0 0 0,1-1 0 0 0,0 1-1 0 0,0-1 1 0 0,1-1 0 0 0,0 1 0 0 0,1-1 0 0 0,12 9-1 0 0,-14-13-383 0 0,-1-2 0 0 0,0 1 1 0 0,1-1-1 0 0,0 0 0 0 0,0 0 0 0 0,0-1 0 0 0,0 0 0 0 0,9 1 0 0 0,37 1-6660 0 0,-23-4 1402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15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 11205 0 0,'0'0'-151'0'0,"-4"0"-103"0"0,3 0 218 0 0,-1 0 1 0 0,1 0 0 0 0,0 0-1 0 0,0 0 1 0 0,0 0 0 0 0,0 0-1 0 0,0 1 1 0 0,0-1 0 0 0,0 0-1 0 0,0 1 1 0 0,0-1 0 0 0,0 0 0 0 0,0 1-1 0 0,0-1 1 0 0,0 1 0 0 0,0 0-1 0 0,0-1 1 0 0,0 1 0 0 0,0 0-1 0 0,1 0 1 0 0,-1-1 0 0 0,0 1-1 0 0,1 0 1 0 0,-1 0 0 0 0,0 0-1 0 0,1 0 1 0 0,-1 0 0 0 0,1 0-1 0 0,-1 2 1 0 0,-9 12-3407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18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52 11709 0 0,'-71'-14'2316'0'0,"68"13"431"0"0,14-2-2158 0 0,35-8 97 0 0,2 3 0 0 0,88-7 0 0 0,108 15-355 0 0,-240 1-379 0 0,0-2-32 0 0,1 2 1 0 0,0-1-1 0 0,0 0 1 0 0,0 1-1 0 0,-1 0 1 0 0,1 0-1 0 0,-1 0 1 0 0,9 4-1 0 0,-13-4 62 0 0,0 0-1 0 0,0 0 0 0 0,0-1 0 0 0,0 1 0 0 0,0 0 0 0 0,0-1 1 0 0,-1 1-1 0 0,1 0 0 0 0,0-1 0 0 0,0 1 0 0 0,-1 0 1 0 0,1-1-1 0 0,0 1 0 0 0,-1-1 0 0 0,1 1 0 0 0,-1 0 0 0 0,1-1 1 0 0,-1 1-1 0 0,1-1 0 0 0,-1 0 0 0 0,0 1 0 0 0,1-1 0 0 0,-1 1 1 0 0,1-1-1 0 0,-1 0 0 0 0,0 1 0 0 0,1-1 0 0 0,-1 0 1 0 0,0 0-1 0 0,1 0 0 0 0,-2 1 0 0 0,-22 11-106 0 0,24-12 120 0 0,-35 13 56 0 0,0-1 0 0 0,-62 11 0 0 0,63-16 1000 0 0,32-6-296 0 0,4-1-724 0 0,0 0 1 0 0,0-1-1 0 0,0 1 0 0 0,0 0 1 0 0,0-1-1 0 0,0 0 0 0 0,0 1 0 0 0,0-1 1 0 0,0 0-1 0 0,0 0 0 0 0,3-2 0 0 0,24-9 171 0 0,2 6-285 0 0,65-5 0 0 0,-31 15-3287 0 0,-58-2 2133 0 0,1 0 0 0 0,-1 0 0 0 0,0 0 0 0 0,0 1-1 0 0,0 0 1 0 0,7 4 0 0 0,-10-4-1741 0 0,4 7-782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19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141 159 8801 0 0,'-80'-12'1971'0'0,"83"12"-1920"0"0,-1 0 0 0 0,1-1-1 0 0,-1 1 1 0 0,1-1-1 0 0,-1 0 1 0 0,0 0 0 0 0,1 0-1 0 0,-1 0 1 0 0,0 0-1 0 0,0 0 1 0 0,3-2 0 0 0,8-4 76 0 0,45-10 243 0 0,1 3 0 0 0,94-10 0 0 0,-121 19-283 0 0,248-24 396 0 0,29-5-561 0 0,-411 29-138 0 0,-304 7 399 0 0,124 1 597 0 0,79 0 1441 0 0,201-3-1650 0 0,12 1-327 0 0,285 17-261 0 0,58 6-2362 0 0,-255-13-2015 0 0,150 36 0 0 0,-194-30 542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08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37 318 9801 0 0,'0'0'4684'0'0,"-5"-3"-3691"0"0,2 1-789 0 0,0-1 0 0 0,1 1 0 0 0,0 0-1 0 0,-1-1 1 0 0,1 0 0 0 0,0 1 0 0 0,0-1 0 0 0,0 0 0 0 0,0 0-1 0 0,1 0 1 0 0,0-1 0 0 0,-1 1 0 0 0,1 0 0 0 0,0 0 0 0 0,0-1-1 0 0,1 1 1 0 0,-1-1 0 0 0,1 1 0 0 0,-1-1 0 0 0,1 1-1 0 0,0-1 1 0 0,0 1 0 0 0,1 0 0 0 0,-1-1 0 0 0,1 1 0 0 0,0-1-1 0 0,2-5 1 0 0,1-3 49 0 0,0 0-1 0 0,1 0 0 0 0,0 0 1 0 0,1 0-1 0 0,1 1 1 0 0,0 0-1 0 0,0 0 0 0 0,1 1 1 0 0,0 0-1 0 0,1 0 1 0 0,0 1-1 0 0,1 0 0 0 0,0 1 1 0 0,0 0-1 0 0,1 0 1 0 0,0 1-1 0 0,0 1 0 0 0,0 0 1 0 0,19-7-1 0 0,-16 8-95 0 0,1 0-1 0 0,1 1 1 0 0,-1 0 0 0 0,0 1-1 0 0,1 1 1 0 0,0 1 0 0 0,0 0-1 0 0,-1 1 1 0 0,1 1 0 0 0,0 0-1 0 0,-1 1 1 0 0,1 1-1 0 0,-1 0 1 0 0,1 1 0 0 0,27 11-1 0 0,-22-5-12 0 0,-1 0 0 0 0,0 2-1 0 0,0 0 1 0 0,-1 1 0 0 0,-1 1-1 0 0,0 0 1 0 0,-1 2 0 0 0,-1 0 0 0 0,25 31-1 0 0,-30-32-41 0 0,0 1-1 0 0,-2 0 1 0 0,0 1-1 0 0,0 0 1 0 0,-2 0-1 0 0,0 1 1 0 0,-1-1-1 0 0,-1 2 1 0 0,0-1-1 0 0,-2 1 1 0 0,0-1-1 0 0,0 26 1 0 0,-4 2 56 0 0,-2-1 1 0 0,-2 0 0 0 0,-2-1 0 0 0,-2 0 0 0 0,-2 0 0 0 0,-2 0 0 0 0,-31 70 0 0 0,30-88-159 0 0,11-25 0 0 0,1-7 0 0 0,0-7 0 0 0,0 0 0 0 0,1 0 0 0 0,1 0 0 0 0,0 0 0 0 0,1 0 0 0 0,0 0 0 0 0,6-24 0 0 0,31-100 0 0 0,-33 123 0 0 0,15-47 0 0 0,55-115 0 0 0,-58 143 0 0 0,2 1 0 0 0,1 1 0 0 0,2 1 0 0 0,47-52 0 0 0,-64 76 0 0 0,2-1 0 0 0,-1 1 0 0 0,0 0 0 0 0,1 1 0 0 0,0 0 0 0 0,1 0 0 0 0,-1 0 0 0 0,1 1 0 0 0,0 0 0 0 0,0 1 0 0 0,0 0 0 0 0,0 0 0 0 0,1 0 0 0 0,-1 1 0 0 0,1 1 0 0 0,-1-1 0 0 0,1 1 0 0 0,0 1 0 0 0,-1-1 0 0 0,1 2 0 0 0,0-1 0 0 0,0 1 0 0 0,-1 1 0 0 0,1-1 0 0 0,-1 1 0 0 0,1 1 0 0 0,-1 0 0 0 0,0 0 0 0 0,14 8 0 0 0,-1 0 0 0 0,-1 2 0 0 0,-1 1 0 0 0,0 0 0 0 0,-1 2 0 0 0,0 0 0 0 0,-1 1 0 0 0,-1 0 0 0 0,-1 1 0 0 0,14 22 0 0 0,-1 4 0 0 0,-1 1 0 0 0,-3 0 0 0 0,21 54 0 0 0,-1 40 0 0 0,-33-94 0 0 0,28 64 0 0 0,-41-118-8259 0 0,0-20 3150 0 0,-1-15 2036 0 0,0 20-2397 0 0,-3-13-3530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09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58 124 15609 0 0,'-6'-41'-436'0'0,"4"31"985"0"0,-5-35 2651 0 0,6 17 2164 0 0,-35 365 216 0 0,30-239-4184 0 0,10 140 0 0 0,19 7-1287 0 0,-7-145-109 0 0,-16-100 0 0 0,0 1 0 0 0,0-1 0 0 0,0 0 0 0 0,0 0 0 0 0,0 0 0 0 0,0 1 0 0 0,0-1 0 0 0,0 0 0 0 0,1 0 0 0 0,-1 0 0 0 0,0 0 0 0 0,0 1 0 0 0,0-1 0 0 0,0 0 0 0 0,0 0 0 0 0,0 0 0 0 0,1 0 0 0 0,-1 0 0 0 0,0 1 0 0 0,0-1 0 0 0,0 0 0 0 0,0 0 0 0 0,0 0 0 0 0,1 0 0 0 0,-1 0 0 0 0,0 0 0 0 0,0 0 0 0 0,0 0 0 0 0,1 0 0 0 0,-1 0 0 0 0,0 0 0 0 0,0 0 0 0 0,0 0 0 0 0,0 0 0 0 0,1 0 0 0 0,-1 0 0 0 0,0 0 0 0 0,0 0 0 0 0,0 0 0 0 0,1 0 0 0 0,-1 0 0 0 0,0 0 0 0 0,0 0 0 0 0,0 0 0 0 0,1 0 0 0 0,-1 0 0 0 0,0 0 0 0 0,0 0 0 0 0,0-1 0 0 0,0 1 0 0 0,23-12 0 0 0,-16 7 2024 0 0,-3 0-4081 0 0,-1-10-15636 0 0,-5 9 13776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23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183 197 8905 0 0,'-23'-6'144'0'0,"-65"-18"1409"0"0,81 21-1136 0 0,1 1 1 0 0,0-1 0 0 0,0 0 0 0 0,0 0-1 0 0,1 0 1 0 0,-1-1 0 0 0,1 0 0 0 0,0 0-1 0 0,0-1 1 0 0,-8-8 0 0 0,13 12-371 0 0,-1 1 0 0 0,1-1 0 0 0,0 0-1 0 0,0 0 1 0 0,-1 0 0 0 0,1 1 0 0 0,0-1 0 0 0,0 0 0 0 0,0 0 0 0 0,0 0 0 0 0,0 0 0 0 0,0 0 0 0 0,1 1 0 0 0,-1-1 0 0 0,0 0 0 0 0,0 0 0 0 0,0 0 0 0 0,1 1-1 0 0,-1-1 1 0 0,0 0 0 0 0,1 0 0 0 0,-1 1 0 0 0,1-1 0 0 0,-1 0 0 0 0,1 0 0 0 0,-1 1 0 0 0,1-1 0 0 0,0 1 0 0 0,-1-1 0 0 0,1 1 0 0 0,0-1 0 0 0,-1 1 0 0 0,1-1-1 0 0,0 1 1 0 0,0-1 0 0 0,-1 1 0 0 0,1 0 0 0 0,1-1 0 0 0,35-16 489 0 0,-34 16-441 0 0,41-13 320 0 0,0 1-1 0 0,0 2 1 0 0,64-7 0 0 0,140 0 589 0 0,-234 17-1401 0 0,1 1 0 0 0,-1 1 0 0 0,0-1 0 0 0,1 2 1 0 0,-1 0-1 0 0,0 1 0 0 0,0 1 0 0 0,21 7 0 0 0,-25 0-2809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24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93 8189 0 0,'-69'-47'1923'0'0,"2"2"3918"0"0,65 45-4846 0 0,0 5-574 0 0,-3 11-205 0 0,1 0 0 0 0,1 1 0 0 0,0-1 0 0 0,1 1 0 0 0,0 17 0 0 0,5 95 505 0 0,-1-72-491 0 0,0 99 602 0 0,-21 186-1 0 0,6-269-2098 0 0,-7-32-4332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24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93 9185 0 0,'-22'-91'1096'0'0,"22"89"-592"0"0,-7 6-165 0 0,-4 4-180 0 0,0 0 0 0 0,1 1 1 0 0,0 0-1 0 0,0 0 1 0 0,1 1-1 0 0,1 1 0 0 0,-1-1 1 0 0,2 1-1 0 0,-13 24 1 0 0,-54 123 1046 0 0,66-139-1077 0 0,-26 71 1310 0 0,-43 187 1 0 0,40-153 1296 0 0,36-121-1569 0 0,1-11-957 0 0,-1-19-175 0 0,2 1 0 0 0,1-1 1 0 0,1 0-1 0 0,9-39 1 0 0,38-111-284 0 0,-35 127 215 0 0,8-24-209 0 0,-22 72 195 0 0,-1 12-6 0 0,-1 68 126 0 0,8 217 383 0 0,-6-284-589 0 0,0 0 0 0 0,-1 0 0 0 0,0 0 0 0 0,-1 0 0 0 0,-2 12-1 0 0,-12 10-3148 0 0,13-30 2351 0 0,-1 0 0 0 0,0 1 0 0 0,0-1 0 0 0,0-1 0 0 0,0 1-1 0 0,0 0 1 0 0,-6 2 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25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52 9105 0 0,'-106'-43'2369'0'0,"106"43"-2361"0"0,1 0 1 0 0,-1 0-1 0 0,0 1 1 0 0,1-1-1 0 0,-1 0 1 0 0,0 0-1 0 0,1 0 1 0 0,-1 0-1 0 0,0 0 1 0 0,1 0-1 0 0,-1 0 1 0 0,1 0-1 0 0,-1 0 1 0 0,0 0-1 0 0,1 0 1 0 0,-1 0-1 0 0,0 0 1 0 0,1 0-1 0 0,-1 0 1 0 0,1 0-1 0 0,-1 0 1 0 0,0 0-1 0 0,1-1 1 0 0,-1 1-1 0 0,0 0 1 0 0,1 0-1 0 0,-1 0 1 0 0,0-1-1 0 0,0 1 1 0 0,1 0-1 0 0,-1-1 1 0 0,2 0-2 0 0,-1 1 0 0 0,0-1 0 0 0,0 0 0 0 0,0 1 0 0 0,1-1 0 0 0,-1 0 0 0 0,0 1 0 0 0,0 0 0 0 0,1-1 0 0 0,-1 1 0 0 0,0 0 0 0 0,1-1 0 0 0,-1 1 0 0 0,1 0 0 0 0,-1 0 0 0 0,0 0 0 0 0,1 0 0 0 0,1 1 0 0 0,192 24-2047 0 0,-60-2-2823 0 0,-78-11 1743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25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585 24 8225 0 0,'-11'-5'275'0'0,"-1"1"-1"0"0,1 0 1 0 0,-1 1 0 0 0,0 1 0 0 0,0 0 0 0 0,0 0-1 0 0,0 1 1 0 0,0 1 0 0 0,0 0 0 0 0,0 0 0 0 0,0 1 0 0 0,-20 5-1 0 0,-5 2 407 0 0,1 1 0 0 0,-61 26-1 0 0,66-23-226 0 0,1 2-1 0 0,1 1 1 0 0,-29 19-1 0 0,51-30-318 0 0,0 1 0 0 0,0 0 1 0 0,1 0-1 0 0,-1 1 0 0 0,1-1 0 0 0,0 1 1 0 0,1 1-1 0 0,0-1 0 0 0,0 1 0 0 0,0 0 0 0 0,1 0 1 0 0,0 1-1 0 0,0-1 0 0 0,0 1 0 0 0,1 0 1 0 0,1 0-1 0 0,-3 10 0 0 0,5-11-50 0 0,0-1-1 0 0,0 1 1 0 0,1 0-1 0 0,0-1 1 0 0,1 1-1 0 0,-1-1 1 0 0,1 1-1 0 0,0-1 1 0 0,1 0 0 0 0,0 1-1 0 0,0-2 1 0 0,0 1-1 0 0,0 0 1 0 0,1 0-1 0 0,0-1 1 0 0,0 0-1 0 0,1 0 1 0 0,7 6 0 0 0,4 5 69 0 0,2-1 0 0 0,0-1 1 0 0,0 0-1 0 0,22 10 1 0 0,-2-3-138 0 0,0-1 0 0 0,80 27 1 0 0,-90-38-1276 0 0,49 7 0 0 0,-55-13-1111 0 0,0-1 0 0 0,40-1 0 0 0,-41-5-1465 0 0,-4-4-1371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25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43 11397 0 0,'-73'3'3755'0'0,"69"-3"-2800"0"0,-5-6 249 0 0,8 6-1167 0 0,1 0 1 0 0,0 0-1 0 0,0 0 1 0 0,0 0-1 0 0,0 0 1 0 0,-1 0-1 0 0,1 0 1 0 0,0 0-1 0 0,0 0 1 0 0,0 0 0 0 0,0-1-1 0 0,-1 1 1 0 0,1 0-1 0 0,0 0 1 0 0,0 0-1 0 0,0 0 1 0 0,0-1-1 0 0,0 1 1 0 0,-1 0-1 0 0,1 0 1 0 0,0 0-1 0 0,0 0 1 0 0,0-1-1 0 0,0 1 1 0 0,0 0-1 0 0,0 0 1 0 0,0 0-1 0 0,0-1 1 0 0,0 1 0 0 0,0 0-1 0 0,0 0 1 0 0,0-1-1 0 0,0 1 1 0 0,0 0-1 0 0,0 0 1 0 0,0 0-1 0 0,0-1 1 0 0,0 1-1 0 0,0 0 1 0 0,0 0-1 0 0,0 0 1 0 0,1 0-1 0 0,-1-1 1 0 0,0 1-1 0 0,0 0 1 0 0,0 0-1 0 0,0 0 1 0 0,0 0 0 0 0,0-1-1 0 0,1 1 1 0 0,-1 0-1 0 0,0 0 1 0 0,0 0-1 0 0,0 0 1 0 0,0 0-1 0 0,1 0 1 0 0,-1-1-1 0 0,0 1 1 0 0,0 0-1 0 0,0 0 1 0 0,1 0-1 0 0,-1 0 1 0 0,0 0-1 0 0,21-7 82 0 0,1 1 0 0 0,-1 1 0 0 0,1 0 0 0 0,0 2 0 0 0,26-1 1 0 0,-25 3-2801 0 0,1 1 0 0 0,35 5 0 0 0,-40 0-3256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26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90 406 9849 0 0,'-27'-7'-123'0'0,"23"7"123"0"0,0-1-1 0 0,0 0 1 0 0,0 0 0 0 0,0 0 0 0 0,0 0 0 0 0,0 0-1 0 0,0-1 1 0 0,0 0 0 0 0,0 0 0 0 0,1 0 0 0 0,-1 0-1 0 0,1-1 1 0 0,-1 1 0 0 0,-4-6 0 0 0,14 4 73 0 0,37-11 39 0 0,1 2-1 0 0,0 1 1 0 0,1 3-1 0 0,1 1 1 0 0,48-1-1 0 0,-11 0 0 0 0,2104-169 1233 0 0,-1849 169-3260 0 0,-482 24 1376 0 0,-617-11-85 0 0,-3-63 414 0 0,512 36 197 0 0,211 20 60 0 0,20 2 25 0 0,-1-1 0 0 0,1-1 0 0 0,-31-8 0 0 0,50 11 4 0 0,15-1-3 0 0,820-19 249 0 0,-715 20-371 0 0,-86 0-79 0 0,377 3-529 0 0,-141 6-3345 0 0,-220-6 1287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26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1439 1 6293 0 0,'-711'37'305'0'0,"449"-32"130"0"0,121-3-90 0 0,-137 9 752 0 0,276-11-1078 0 0,0 0 12 0 0,-1 0 0 0 0,1 0 1 0 0,-1 0-1 0 0,1 1 0 0 0,-1-1 0 0 0,1 1 0 0 0,0-1 0 0 0,-1 1 0 0 0,1 0 0 0 0,0 0 1 0 0,0 0-1 0 0,-1 0 0 0 0,1 0 0 0 0,0 1 0 0 0,0-1 0 0 0,0 0 0 0 0,0 1 0 0 0,-2 2 1 0 0,10 0 112 0 0,45 15-780 0 0,1-3 0 0 0,1-3 0 0 0,84 12 0 0 0,-16-4-2004 0 0,-49-5 450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10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12 190 18194 0 0,'0'1'54'0'0,"-1"-1"0"0"0,1 0 0 0 0,0 0 0 0 0,-1 0 1 0 0,1 0-1 0 0,-1 0 0 0 0,1 0 0 0 0,0 0 0 0 0,-1 0 0 0 0,1-1 1 0 0,-1 1-1 0 0,1 0 0 0 0,0 0 0 0 0,-1 0 0 0 0,1 0 1 0 0,0 0-1 0 0,-1-1 0 0 0,1 1 0 0 0,0 0 0 0 0,-1 0 0 0 0,1-1 1 0 0,0 1-1 0 0,-1 0 0 0 0,1 0 0 0 0,0-1 0 0 0,0 1 0 0 0,-1 0 1 0 0,1-1-1 0 0,0 1 0 0 0,0-1 0 0 0,-1 1 0 0 0,1 0 1 0 0,0-1-1 0 0,0 1 0 0 0,0 0 0 0 0,0-1 0 0 0,0 1 0 0 0,0-1 1 0 0,0 1-1 0 0,0 0 0 0 0,0-1 0 0 0,0 0 0 0 0,14-16 749 0 0,37-17-38 0 0,-10 12-324 0 0,1 1 0 0 0,1 2 1 0 0,46-13-1 0 0,-60 24-619 0 0,2 0-1 0 0,-1 2 0 0 0,1 1 1 0 0,0 1-1 0 0,51 1 1 0 0,-70 4-644 0 0,0 0 1 0 0,0 1 0 0 0,0 0-1 0 0,21 7 1 0 0,-30-8 411 0 0,0 0 0 0 0,0 0 1 0 0,-1 0-1 0 0,1 0 0 0 0,0 0 0 0 0,-1 0 0 0 0,1 1 0 0 0,-1 0 1 0 0,0-1-1 0 0,1 1 0 0 0,-1 0 0 0 0,0 0 0 0 0,0 0 0 0 0,0 0 1 0 0,-1 0-1 0 0,1 1 0 0 0,0-1 0 0 0,-1 0 0 0 0,1 1 1 0 0,-1-1-1 0 0,0 1 0 0 0,0 0 0 0 0,0-1 0 0 0,0 1 0 0 0,0 0 1 0 0,0 4-1 0 0,-3 15-5347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10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52 240 13097 0 0,'-37'21'2511'0'0,"23"-13"5923"0"0,26-16-8040 0 0,1-1 0 0 0,0 1 1 0 0,0 1-1 0 0,1 1 0 0 0,18-7 0 0 0,85-24 551 0 0,-65 22-898 0 0,256-68-4474 0 0,3 13-10197 0 0,-252 58 8132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16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9 226 7481 0 0,'0'0'722'0'0,"-8"-14"1289"0"0,10 10-1763 0 0,1-1 0 0 0,-1 1 0 0 0,1 0 0 0 0,1-1 0 0 0,-1 1 0 0 0,0 1 0 0 0,1-1 0 0 0,0 0 1 0 0,0 1-1 0 0,0 0 0 0 0,0 0 0 0 0,1 0 0 0 0,-1 0 0 0 0,1 1 0 0 0,-1 0 0 0 0,1 0 0 0 0,0 0 0 0 0,0 0 0 0 0,0 1 0 0 0,0 0 0 0 0,0 0 0 0 0,0 0 0 0 0,0 0 0 0 0,1 1 0 0 0,-1 0 0 0 0,0 0 0 0 0,7 2 0 0 0,18 1 129 0 0,-1 2-1 0 0,1 1 1 0 0,48 16-1 0 0,-38-10 241 0 0,34 8 1035 0 0,121 17 0 0 0,-156-33-1167 0 0,0-2 0 0 0,0-1-1 0 0,0-2 1 0 0,-1-2 0 0 0,44-8 0 0 0,11-13-99 0 0,0-4 0 0 0,-2-4 0 0 0,107-54 1 0 0,-67 29-1169 0 0,-102 47 1017 0 0,-18 6-771 0 0,-2 1-3560 0 0,-30 16-15909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17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54 134 11485 0 0,'-9'0'156'0'0,"7"0"-38"0"0,1 1-1 0 0,-1-1 1 0 0,1 0-1 0 0,-1 1 1 0 0,1-1-1 0 0,-1 0 1 0 0,1 0-1 0 0,-1 0 1 0 0,1 0-1 0 0,-1 0 0 0 0,1-1 1 0 0,-1 1-1 0 0,1 0 1 0 0,-1-1-1 0 0,1 1 1 0 0,-1-1-1 0 0,1 0 1 0 0,0 1-1 0 0,-1-1 1 0 0,1 0-1 0 0,0 0 1 0 0,0 0-1 0 0,-1 0 1 0 0,1 0-1 0 0,0 0 1 0 0,0 0-1 0 0,0 0 1 0 0,0 0-1 0 0,0 0 1 0 0,0-1-1 0 0,1 1 0 0 0,-1 0 1 0 0,-1-3-1 0 0,4 2 57 0 0,-1-1-1 0 0,0 1 1 0 0,1 0-1 0 0,0-1 1 0 0,-1 1-1 0 0,1 0 1 0 0,0 0 0 0 0,0 0-1 0 0,0 0 1 0 0,1 1-1 0 0,-1-1 1 0 0,0 0-1 0 0,1 1 1 0 0,3-2-1 0 0,-6 3-140 0 0,17-9 448 0 0,0 1 0 0 0,0 1 0 0 0,1 1 0 0 0,0 0 0 0 0,0 1 0 0 0,30-4 0 0 0,118-6 836 0 0,-134 14-1026 0 0,68-5 1 0 0,0 4 0 0 0,154 18 0 0 0,-251-15-679 0 0,1-1 1 0 0,-1 0-1 0 0,1 1 0 0 0,-1-1 0 0 0,1 0 0 0 0,-1-1 0 0 0,1 1 1 0 0,-1-1-1 0 0,1 1 0 0 0,-1-1 0 0 0,4-2 0 0 0,7-6-4989 0 0,-10 5 1482 0 0,-4-2 2236 0 0,0 5 505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3:51:26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0 303 6233 0 0,'0'0'38'0'0,"1"1"1"0"0,-1 0-1 0 0,1-1 1 0 0,-1 1 0 0 0,0-1-1 0 0,1 1 1 0 0,-1-1-1 0 0,1 0 1 0 0,-1 1 0 0 0,1-1-1 0 0,0 1 1 0 0,-1-1-1 0 0,1 0 1 0 0,-1 1 0 0 0,1-1-1 0 0,0 0 1 0 0,-1 0-1 0 0,1 0 1 0 0,-1 1 0 0 0,1-1-1 0 0,0 0 1 0 0,-1 0-1 0 0,1 0 1 0 0,0 0 0 0 0,-1 0-1 0 0,1 0 1 0 0,0 0-1 0 0,-1 0 1 0 0,1-1 0 0 0,1 1-1 0 0,22-8 452 0 0,-19 7-524 0 0,293-100 1133 0 0,101-30-2478 0 0,-222 78-2144 0 0,-130 38 1297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8T03:42:54.7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17829 1744 3155 0,'0'-10'338'0,"0"10"-6"0,0-9-16 0,0 9-22 0,2-8-30 0,-2 8-31 0,0 0-41 0,0 0-21 16,0 0 75-16,0 0 24 0,0 0-7 15,-10 34-8-15,5-14-29 0,-2 11-8 0,-4 0-7 16,6 3-11-16,-4-2-16 0,1 3-14 15,0 1-12-15,0-4-17 0,3 0-13 0,-2-1-14 16,0-2-14-16,3-5-88 0,-1-3-12 16,-3 0 0-16,5-2 0 0,-3-3 0 15,2-5 0-15,-2 0-89 0,2-2-198 0,2-3-125 16,2-6-158-16,-3 2-198 0,3-2-109 16,-4-17 86-16,4-2-704 0,4-5-943 0</inkml:trace>
  <inkml:trace contextRef="#ctx0" brushRef="#br0" timeOffset="186.67">17650 1692 4504 0,'-13'-12'183'0,"2"2"19"15,-1 1 37-15,2 4 45 0,5-2 35 16,-4 2 16-16,4 0 25 0,5 5-17 0,-6-11-30 16,6 11-28-16,0-8-32 0,10 3-25 15,5 0-30-15,10 1-53 0,17 3-145 16,4 1 0-16,19 1 0 0,1 5-92 0,6 4-243 15,-1 0-132-15,1 7-157 16,-7-3-248-16,-9 3 11 0,-20-4 89 0,-11 3-646 16,-13-6-868-16</inkml:trace>
  <inkml:trace contextRef="#ctx0" brushRef="#br0" timeOffset="717.57">18393 1467 3761 0,'0'-7'87'0,"0"7"55"0,-3-8-15 16,3 8-18-16,0 0 2 0,0 0 66 15,-14 23 52-15,1 2 23 0,-3 6 0 0,3 2-7 16,-3 13-13-16,4 0-22 16,-1 0-19-16,2-6-13 0,6-2-21 0,-1 0-11 15,5-3-18-15,-1 1-16 0,2-8-12 16,0-6-12-16,2-2-16 0,-1-3-34 15,-1-5-21-15,4-1-34 0,-2-1-11 0,2-2-1 16,-1-2-11-16,-3-6-14 0,16 0-2 16,-16 0 4-16,29-18 4 0,-4-5 8 0,5-10 3 15,2 1 6-15,1-1 14 16,-11 9 17-16,-1 5 18 0,-3 4 15 0,-7 3 9 0,-4 4 4 16,2 2-14-16,-4 0-7 0,-5 6 1 15,9-2 29-15,-9 2 14 0,0 0 3 16,18 17-6-16,-13-5-6 0,6 2-8 15,-2 1 0-15,-2-1-6 0,2 3-2 16,-3-3-8-16,-1-3 2 0,4 1-3 0,-5-2-5 16,-1 1-3-16,5-4 1 0,-3 2-6 15,2-3 8-15,-4-1 5 0,-3-5 1 0,13 2-2 16,-13-2-4-16,40-21 0 0,-10 2-8 16,1 3-3-16,-2 0 0 0,-6 6-1 15,-8 1-8-15,-2 2-11 0,-2 4-2 16,1 0 3-16,-2 6-3 0,-10-3 10 15,19 9-1-15,-10 1 0 0,2 0 2 0,0 2 0 0,-2 4 0 16,-2 1-6-16,1 1-40 0,2-1-73 16,-3 1-102-16,0 1-101 0,0-3-113 0,-1-3-115 15,-3-1-164-15,1-3-125 16,-2 1 76-16,-2-6-622 0,0-4-832 16</inkml:trace>
  <inkml:trace contextRef="#ctx0" brushRef="#br0" timeOffset="948.4">19351 1442 4309 0,'7'-12'288'0,"-5"3"7"0,0 5-11 0,-2-2-8 0,0 6-11 0,0 0 42 0,0 0 24 0,23 23 5 0,-9 6-7 0,8 12-26 0,3 8-6 0,-5 3-31 0,-1-1-24 16,1 0-179-16,-6 2-63 15,-6-3 0-15,-6-7 0 0,-6-1 0 0,-2-2 0 16,-5 10 0-16,-1-4 0 0,-6-4 0 15,0-9 0-15,4-4-128 0,-4-2-350 0,7-10-119 16,1-5-176-16,2-5-120 0,8-9 87 16,0 2-730-16,0 0-980 0</inkml:trace>
  <inkml:trace contextRef="#ctx0" brushRef="#br0" timeOffset="1098.58">19769 1855 4649 0,'5'-3'224'0,"-3"-2"74"0,-2 5 30 0,5-6 49 16,-5 6 37-16,4-6 10 15,-4 6-10-15,0 0-37 0,0 0-38 0,5-8-36 16,-5 8-259-16,15-1-44 0,-15 1 0 16,29 0 0-16,-12 0 0 0,3 1 0 0,-2-1 0 15,1 6-249-15,-4-1-462 0,3 0-281 16,-2 5 89-16,2 1 97 0,0 2-735 0,-4-1-984 16</inkml:trace>
  <inkml:trace contextRef="#ctx0" brushRef="#br0" timeOffset="1264.51">19921 2126 4686 0,'-11'4'226'0,"4"-1"39"0,-1-1 34 0,8-2 32 16,0 0 20-16,-12 3-16 15,12-3-16-15,0 0-33 0,0 0-27 0,0 0-59 16,0 0-97-16,0 0-147 0,58-10-172 16,-24 0-180-16,0-2-213 0,4-2-274 15,8-1 54-15,6-2 79 0,7-3-588 0,4 1-793 16</inkml:trace>
  <inkml:trace contextRef="#ctx0" brushRef="#br0" timeOffset="1532.69">20877 1867 4216 0,'-9'-14'333'0,"9"14"11"16,-5-6 0-16,5 6-10 0,0 0-1 0,-2-9-22 15,2 9-32-15,0 0-29 0,0 0-15 16,0 0-17-16,25 14-24 0,-14-4-16 0,8 11-15 15,-6-5-17-15,-1 2-12 0,-3-1-6 16,-3 2-77-16,-2-1-51 0,-4-1 0 16,-2 0 0-16,0 1 0 0,0-1 0 0,0-5 0 15,0-1 0-15,1 3 0 0,-1-4 0 16,-4-2 0-16,6-1 0 0,0-7 0 16,4 16 0-16,1-8 0 0,8 1 0 0,-1-3 0 15,3-4 0-15,6-2 0 0,4-2 0 16,13-6 0-16,-2-4-428 0,12-3-616 0,-1-6 98 15,0-1-1017-15,-1 3-1383 0</inkml:trace>
  <inkml:trace contextRef="#ctx0" brushRef="#br0" timeOffset="1748.23">21677 1789 5327 0,'-2'-9'-11'0,"0"0"64"0,0 1 48 15,2 8 54-15,0 0 56 0,-2-9 26 16,2 9 4-16,0 0-12 15,0 0-26-15,0 0-12 0,0 0 19 0,0 0-14 0,0 38-18 16,0-16-17-16,0 5-5 16,-2 11-17-16,1 1-18 0,-5-1-47 0,1 2-55 15,0-2-38-15,-3-5-93 0,5 4-83 16,-5-2-82-16,-2-5-75 0,7-6-91 0,-1-4-94 16,0-6-152-16,2-4-130 0,2-1 83 15,4-4-629-15,2-1-818 0</inkml:trace>
  <inkml:trace contextRef="#ctx0" brushRef="#br0" timeOffset="1932.68">21528 1705 4123 0,'-27'-23'448'0,"0"-1"22"0,3 3 31 0,3 4 50 0,3 3 26 16,7 2-17-16,4 4-36 15,2 1-87-15,0 0-437 0,1-1 0 0,4 8 0 16,20-12 0-16,17 3 0 0,12 5 0 15,23 4 0-15,6 2 0 0,5 2 0 0,-1 4-784 16,-7 3-242-16,-5 1 122 0,-1 0-959 16,-3-1-1287-16</inkml:trace>
  <inkml:trace contextRef="#ctx0" brushRef="#br0" timeOffset="2170">22629 1393 5619 0,'-34'-5'174'0,"3"5"14"0,-6 4 8 16,1 5 27-16,1 7 24 0,-2 11 26 15,1 6 4-15,8 11-16 0,4 4-15 16,6 3-1-16,9 5-27 0,3-2-194 0,6-7-24 16,8 9 0-16,-5-15 0 0,9 9 0 15,-4-13 0-15,-3-1 0 0,3-2-40 0,-1-5-354 16,-1-6-76-16,2-8-81 0,-1-4-83 15,5-4-94-15,-2-5-77 0,1-2 75 16,2-2-576-16,6-8-763 0</inkml:trace>
  <inkml:trace contextRef="#ctx0" brushRef="#br0" timeOffset="2464.46">22722 1896 3521 0,'12'-13'22'0,"-2"2"81"16,0 3 59-16,-3 4 73 0,-1 1 75 16,-6 3 56-16,7-7 19 0,-7 7 4 0,6-5-14 15,-6 5-23-15,0 0-30 0,6-7-33 16,-6 7-9-16,0 0-13 0,0 0-20 15,0 0-18-15,0 0-19 0,11 17-83 0,-7-10-127 16,-2 0 0-16,-2-7 0 0,3 14 0 16,-1-9 0-16,3 2 0 0,-5-7 0 15,4 10 0-15,-2-3 0 0,-2-7 0 0,3 6 0 16,-3-6 0-16,8 4 0 0,-8-4 0 16,0 0 0-16,37-10 0 0,-13 3 0 15,-1 1 0-15,-7 2 0 0,2-2 0 16,-5 5 0-16,-1-1 0 0,-12 2 0 0,16-2 0 15,-16 2 0-15,20 4 0 0,-11 1 0 16,-1 3 0-16,3 1 0 0,1 1 0 0,0 4 0 16,-1-2 0-16,2 3 0 0,-1-3 0 15,-1 0-507-15,1-1-526 0,1-2 100 0,-2-1 102 16,-1-2-831-16,-3 0-1099 0</inkml:trace>
  <inkml:trace contextRef="#ctx0" brushRef="#br0" timeOffset="2681.35">23697 1498 4703 0,'4'-9'302'16,"-2"0"-7"-16,-1 2 2 0,-1 7 4 0,0-6-12 15,0 6-25-15,0 0 34 0,0 0 0 16,-13 29-18-16,3 2-26 0,1 6-20 16,-5 14-23-16,1-3-46 0,2 2-165 0,-3 0 0 15,0-1 0-15,-6-2 0 0,1-1-195 16,-5 0-173-16,-5-7-89 0,2 2-79 0,1-9-91 15,4-6-104-15,6-5-55 0,4-3 71 16,4-7-569-16,8-5-744 0</inkml:trace>
  <inkml:trace contextRef="#ctx0" brushRef="#br0" timeOffset="2864.44">23586 2063 3531 0,'31'-17'41'0,"-4"2"72"0,-6 5 57 0,-6 2 48 16,-3 2 45-16,0 1 31 0,-4 0 17 15,-1 2-3-15,-7 3-2 0,14-2 5 0,-14 2 5 16,0 0-14-16,17 10-18 0,-13-3-22 15,2 1-22-15,-2 4-24 0,-3-1-25 16,3 1-16-16,0-1-16 0,0 3-18 0,-1-2-102 16,6 3-39-16,-6-1 0 15,3-4 0-15,-3 0 0 0,7 0-202 0,-4-3-182 0,0 2-136 16,-1-3-171-16,1 0-210 0,-1-3 82 16,-5-3 89-16,14 2-611 0,-14-2-798 15</inkml:trace>
  <inkml:trace contextRef="#ctx0" brushRef="#br0" timeOffset="3084.29">24463 1543 4157 0,'6'-17'269'0,"-3"7"16"0,1 0 1 0,-2 4 8 15,0 0 12-15,-2 6 0 0,0 0 14 16,0 0 27-16,0 0 12 0,1 25 25 16,-1 1-27-16,-1 12-30 0,-1 6-133 0,-6 7-194 15,-5 2 0-15,0 1 0 16,-11-4 0-16,-3 4 0 0,-8-2 0 0,-14 9 0 15,-7-3 0-15,1-2 0 0,10-13 0 16,-3-6 0-16,-1 2 0 0,8-3 0 0,-1-2 0 16,3-5-67-16,9-7-628 0,8-5-221 15,4-7 7-15,9-4 95 0,7-1-815 0,2-5-1068 16</inkml:trace>
  <inkml:trace contextRef="#ctx0" brushRef="#br0" timeOffset="3280.43">25029 2114 5143 0,'-10'-5'405'0,"3"2"28"0,-1-1 25 15,8 4 12-15,0 0-18 16,-12-7-32-16,12 7-37 0,0 0-356 0,0 0-27 16,23-3 0-16,1 0 0 0,15 6 0 15,6 2 0-15,0 0 0 0,-1-1-427 16,3 0-474-16,-5 0-55 0,-9-2 103 0,1 3-866 15,-3-5-1152-15</inkml:trace>
  <inkml:trace contextRef="#ctx0" brushRef="#br0" timeOffset="3481.67">25193 1862 5157 0,'-18'-3'187'0,"9"1"23"15,9 2 6-15,-18 5 63 0,11 2 61 0,0 7 81 16,-3 1-5-16,0 7-15 0,3 9-35 15,1 8-168-15,1 2-198 0,1 1 0 0,2-1 0 16,-1-2 0-16,2-1 0 0,-1-2 0 16,0-7 0-16,-4 3 0 0,-1 1-373 0,-5-3-384 15,-5-5-204-15,3 1 94 0,-6-5 96 16,-1-1-747-16,-2-3-962 16</inkml:trace>
  <inkml:trace contextRef="#ctx0" brushRef="#br0" timeOffset="6513.24">26032 2005 5273 0,'0'0'380'15,"0"0"-45"-15,0 0 15 0,13-27-49 0,-10 17-23 0,6-2-33 0,2-2-28 0,-2 2-27 16,2 2-31-16,1 0-17 0,1 3-19 16,1 0-11-16,1 6-26 0,2 4-86 0,3 0 0 15,9 8 0-15,2 4 0 0,-5 5 0 16,1 1 0-16,-6 1 0 0,1 5 0 15,-9 0 0-15,0 2 0 0,-9-4 0 0,0-2 0 16,-2-5 0-16,-2 0 0 0,0-1 0 16,-2-3 0-16,2-1 0 0,0-4 0 15,0-1 0-15,0 0 0 0,0-8 0 16,2 8 0-16,-2-8 0 0,0 0 0 0,20-21 0 0,-1-4 0 16,12-10 0-16,-1 1 0 15,3 2 0-15,-8 8 0 0,-2 5 0 0,-7 4 0 16,0 3 0-16,-5 4 0 0,-2 4 0 15,3 1 0-15,0 3 0 0,1 3 0 16,0 6 0-16,3 4 0 0,-1 2 0 0,2 10 0 16,-4 5 0-16,1-4 0 0,-5 3 0 15,-1-7 0-15,-3-1 0 0,4-3 0 0,-6-1 0 16,3-3 0-16,-2 1 0 0,-1-6 0 16,1 1 0-16,0-3 0 0,-3 0-389 0,8-1-268 15,-9-6-174-15,13-2-80 0,4-9 97 16,5-7-747-16,3-5-1003 0</inkml:trace>
  <inkml:trace contextRef="#ctx0" brushRef="#br0" timeOffset="6712.83">27291 1719 4679 0,'0'-10'182'16,"2"6"48"-16,-2 4 41 0,-2-12 22 0,2 12 13 16,0 0-4-16,0 0-26 15,0 0-19-15,0 0 21 0,0 0 1 0,-8 32-16 16,3 1 2-16,-3 5-22 0,-2 11-176 15,1 2-67-15,-3-1 0 0,1 5 0 16,0-4 0-16,-3 1 0 0,1-4 0 0,-3-5 0 16,5-8 0-16,-3 0-130 0,3-4-365 15,0-4-127-15,3-6-117 0,2-7-148 0,6-6 81 16,6-3-729-16,2-5-978 0</inkml:trace>
  <inkml:trace contextRef="#ctx0" brushRef="#br0" timeOffset="6998.6">27488 2130 4148 0,'13'-14'19'0,"-2"4"74"0,-1 2 55 15,-5 4 54-15,-1-1 43 0,-4 5 45 0,0 0 36 16,0 0 38-16,0 0 14 0,0 0-2 16,0 0-12-16,0 0-19 0,-11 32-31 0,4-18-21 15,2 3-31-15,-1 1-238 16,-3 1-24-16,6 0 0 0,3 0 0 0,-2-2 0 16,2 2 0-16,2-2 0 0,-1-1 0 15,7-1 0-15,3-1 0 0,3-1 0 0,0 0 0 16,4-4 0-16,-1-5-16 0,-2-2-232 15,0 0 30-15,1-2 41 0,0-4 40 16,-2-4 30-16,1-4 26 0,3-11 24 0,-5-4 17 16,0-4 12-16,-5-2 16 0,-3 1-21 15,-3 4-29-15,-4 6-24 0,-3 2-61 0,-3 4-73 16,-16 1-98-16,-1 7-99 0,-17 8-130 16,-2 9-242-16,-9 7 71 0,1 5 71 15,10 4-403-15,8 3-522 0</inkml:trace>
  <inkml:trace contextRef="#ctx0" brushRef="#br0" timeOffset="7497.18">28082 2302 3407 0,'3'-1'376'16,"-3"1"39"-16,0 0 11 0,0 0 21 0,0 0 3 16,-1-11-16-16,1 11-24 0,0 0-48 15,0 0-34-15,0 0-39 16,0 0-23-16,-33 21-30 0,24-11-23 0,2 3-81 0,-4 1-132 15,8 1 0-15,-1-1 0 16,4 1 0-16,4-1 0 0,-1 1 0 0,8-1 0 16,-2-4-106-16,6 2-85 0,0-3 12 15,0-5 17-15,3 2 20 0,-4-5 20 0,2-1 16 16,1-3 35-16,-2-4 37 0,3-3 36 16,0-9 37-16,2-5 28 0,-4-7 20 15,-2-1 15-15,-1 0-3 0,-3 5-4 0,0 6 1 16,-7 6-10-16,3 3-19 0,-4 3-1 15,-4 4-17-15,2 5-2 0,0 0-7 0,-31 16-3 16,6 3-12-16,3 6-16 0,-3 2-12 16,0 8-6-16,2 2-10 0,3 5-9 0,2 1-10 15,-1 1-3-15,2 3 4 16,2-3-1-16,4-7 9 0,0-3 7 0,-3 0 1 16,3-1 4-16,-3-3 3 0,1 0 15 15,1-5 17-15,1-4 17 0,2-3 12 16,-5-1 7-16,-3 3 6 0,-1-3 7 0,-5 1-1 15,3-7-6-15,-1-2-52 0,-10 1-8 16,-1-3 0-16,3-4 0 0,4-1 0 0,-1-2 0 16,2-4 0-16,0-4 0 0,1-1-118 15,10-5-126-15,5-6-84 0,8-8-92 0,10-25-82 16,11-7-82-16,17-10-147 0,8 3-71 16,4 5 83-16,5 6-554 0,-12 15-733 15</inkml:trace>
  <inkml:trace contextRef="#ctx0" brushRef="#br0" timeOffset="7796.55">28518 2311 3784 0,'19'-2'191'0,"-8"2"54"0,-1-2 33 0,-10 2 24 0,15 0 13 0,-15 0 23 0,0 0 20 15,12 6 7-15,-8-2-9 0,0 6-21 16,-3-3-27-16,3 5-25 0,0-2-27 16,-2 0-33-16,1 1-14 0,-1 1-164 0,3 1-45 15,-3-1 0-15,1 0 0 0,-1-3 0 16,2 3 0-16,-2-4 0 0,1-3 0 15,-3-5 0-15,8 9 0 0,-8-9 0 16,0 0 0-16,37-12 0 0,-5-6 0 0,10-9 0 16,4 2 0-16,-1 2 0 0,-7 7 0 0,-6 2 0 15,-5 7 0-15,-6-1 0 0,-3 6 0 16,-3 2 0-16,0 0 0 0,-3 6 0 16,0 0 0-16,-1 1 0 0,-2 1 0 15,-4 0 0-15,-1 3 0 0,0-1 0 0,-2 0 0 16,-2 1 0-16,-2-1 0 0,-2 4-298 15,-5 3-459-15,-11 3-208 0,-2 1 80 0,-6-2 93 16,-15 6-736-16,-8 1-974 0</inkml:trace>
  <inkml:trace contextRef="#ctx0" brushRef="#br0" timeOffset="8247.52">26206 2646 4616 0,'-18'2'150'0,"2"1"-17"0,5 2 2 16,5 2 25-16,6 3 75 0,8 9 65 15,22 15 33-15,24 0 6 0,34 11-27 0,25-4-28 16,27-2-33-16,57 5-46 0,13-14-81 16,5-9-134-16,-35-9-142 0,1-10-114 0,-2-4-81 15,54-7-9-15,-11-4 36 16,-6-11 37-16,-8-9 57 0,-8-13 23 0,-11-14 38 15,-12-16 38-15,-14-13 56 0,-10-11 61 16,-4-16 37-16,-8-9 24 0,-10-12-8 16,-9-16 5-16,-18-11 2 0,-23-7 2 0,-28-1 1 15,-33 34-11-15,-27-5 6 0,-42-33-19 16,-35 21 0-16,-34 16-13 0,-47 21-3 0,-47 23 0 16,-46 25-2-16,-50 30-7 0,-45 25 2 15,-33 24 2-15,-19 26 8 0,0 27 25 16,-108 48 34-16,190-21 44 0,34 8 22 0,49 9 17 15,55 13 14-15,56 19 26 0,60 14 33 16,67-21 18-16,71 50-16 0,70 13-4 0,65 14-15 16,137 69-20-16,23-29-38 15,-86-84-71-15,-8-11-144 0,-20-22-153 0,-37-26-192 16,-32-23-206-16,-61-36-237 0,-10-15-6 16,-13-13 89-16,-24-20-714 0,-5-14-926 0</inkml:trace>
  <inkml:trace contextRef="#ctx0" brushRef="#br0" timeOffset="9479.74">30083 2242 4231 0,'0'-5'-78'0,"0"5"14"0,0 0 30 0,0 0 35 0,-48 26 34 0,15-7 28 16,-8 8 12-16,-9 0 12 0,-3 3-5 15,0 1-8-15,1 0 3 0,-2 0-10 0,4-1-2 16,0 1-8-16,0-2-9 0,4-2-4 16,7-5-1-16,12-7-2 0,6-5 1 15,6-3 0-15,3-8-4 0,12 1-3 0,-6-15-6 16,12-7-6-16,13-19-4 0,8-7 4 16,5-3 16-16,14-12 30 0,4 5 32 15,-13 17 16-15,-2 7 0 0,-10 12-1 16,-2 5-14-16,-5 5-11 0,0 6-3 0,-4 6 9 15,2 7 14-15,7 13 3 0,0 3-4 16,3 12-20-16,1 2 0 0,2 6-12 0,-1 2-8 16,5-1-33-16,-5 4-59 0,1-7-71 15,0 1-99-15,-4-5-116 0,-6-6-154 16,-4-6-214-16,-2-5-98 0,-7-3 84 0,2-3-529 16,-7-4-683-16</inkml:trace>
  <inkml:trace contextRef="#ctx0" brushRef="#br0" timeOffset="17962.82">5827 2701 1689 0,'0'0'238'0,"0"0"-49"0,0 0-19 0,-7-7-10 0,7 7 2 16,0 0 4-16,0 0-2 0,0 0 4 16,0 0 11-16,0 0 6 0,-6-5-3 15,6 5-10-15,0 0-10 0,0 0-8 0,0 0-13 16,0 0-9-16,0 0-12 0,0 0-5 16,0 0-10-16,0 0-9 0,0 0-8 0,0 0-8 15,0 0-3-15,0 0 4 0,0 0 1 16,0 0 2-16,0 0-2 0,0 0-3 15,0 0 1-15,0 0 9 0,0 0 13 16,0 0 6-16,0 0-7 0,0 0-3 16,40 5-7-16,-22-7-16 0,2 2 1 0,3 0-11 15,6 2-7-15,-3-2-13 0,5 1 6 16,9 1-9-16,-3 0-2 0,-2 0-5 0,-5-2-8 16,11 1 2-16,-9-1 0 0,-1 2-5 15,-3-2-2-15,-1 0-1 0,2 0 1 16,-9 2 2-16,3-4-31 0,-2 2 6 0,0 0 0 15,-6 0-4-15,2 0 5 16,1 0-1-16,-6 0 1 0,4 0 3 0,-3-2-2 0,3 1-6 16,-1 1-2-16,-2 0 7 0,0-2-2 15,3 2 3-15,-1-2 1 0,1 0-3 16,-2 1 1-16,4-1 2 0,-2-1 6 0,2 3-12 16,0-2 2-16,-4-2-1 0,-1 4 0 15,3-2 1-15,-3 1 0 0,1-2 8 16,1 1-2-16,-2 2-8 0,0 0 0 15,-1-2 1-15,-12 2-3 0,29-1 3 0,-16 1 3 16,0 0 4-16,1-2-5 0,-14 2-2 16,28-2 3-16,-15 2-2 0,3-2 1 15,-1 0 3-15,1 1 3 0,-2-2-9 0,2 1 3 16,-1-2 2-16,1 2-4 0,-4 1 3 16,2-4-1-16,1 5 2 0,-1-4 0 0,-3 2 1 15,2-1-2-15,1 1 3 0,-3 1-5 16,3-3 5-16,-3 1-3 0,0 1 3 15,-11 2-2-15,17-6 0 0,-7 6-3 16,-10 0 1-16,15-2 5 0,-15 2 0 16,13-4-6-16,-13 4 2 0,11-2 7 0,-11 2 2 15,0 0-9-15,12-4 0 0,-12 4 1 16,12-2-4-16,-12 2 1 0,13-4 3 0,-13 4-5 16,13-3 3-16,-7-1 5 0,-6 4-3 15,14-4 1-15,-14 4-2 0,11-5 4 16,-11 5-3-16,10-1 10 0,-10 1-10 15,7-6 10-15,-7 6-7 0,8-5 4 16,-8 5-4-16,0 0 4 0,7-6-1 0,-7 6 0 16,4-8-5-16,-4 8 6 0,6-6-7 15,-6 6-2-15,4-11 5 0,0 5-2 0,-2 0-4 16,-1-2 1-16,3-1 2 0,0-3 1 16,-2 2 0-16,1-4-2 0,-1-1-4 15,3 0 1-15,-1-2 0 0,-3-7 0 0,3 5 8 16,2-4-9-16,-5-1 3 0,3 1 0 15,0-2-3-15,0 3 4 0,-2-2 4 0,2 2-7 16,0-1-1-16,-1 3 7 16,1 3-1-16,-2 0-4 0,2 0 1 0,-1 1-1 15,2 0-1-15,-3 3 10 0,2 1-4 16,-1-1 5-16,1 1-3 0,0 0 5 16,-3 1 1-16,1-1 21 0,2-2-13 0,-2 0-1 15,2 0-1-15,-2-1 1 0,2 0 3 16,-2 1-1-16,3-1-15 0,-3-2-2 0,4-1 2 15,-1 3 3-15,2 0-1 0,-4-1-4 16,1-1 2-16,2-1 7 0,-3 3-12 0,1-3 10 16,-2 3-1-16,4-3 8 0,-6 1-7 15,4-1 12-15,-2 1-2 0,0 3 11 16,0 1 5-16,-1-1-3 0,-1 2-4 0,2 0 2 16,-2 4-4-16,0-3-1 0,2 3-2 15,0-2 0-15,0 1-3 0,-2 0 2 16,2 1-2-16,0-1 4 0,-2 3 0 0,0-2-6 15,0 2-7-15,0 6 0 0,1-12 4 16,-1 7-5-16,0 5 0 0,-1-10-4 16,1 10 4-16,0-5 0 0,0 5-4 15,0-8 2-15,0 8 9 0,0 0-9 0,-4-6 9 16,4 6 5-16,0 0 4 0,0-10 2 16,0 10 6-16,0 0 0 0,0 0 1 0,-4-6-1 15,4 6 1-15,0 0-5 0,0 0 1 16,0 0 0-16,0 0-3 0,-4-5-6 0,4 5-11 15,0 0-12-15,0 0 0 16,-7-3 0-16,7 3 0 0,-14-3 0 0,5 3 0 16,-7 0 0-16,-2 0 0 0,-2 0 0 15,-3-2 0-15,3 2 0 0,1-2 0 16,-8 2 0-16,7-2 0 0,-5 0 0 0,-2 0 0 16,0 2 0-16,4-2 0 0,-2 2 0 15,3 0 0-15,-5 0 0 0,0-2 0 0,0 4 0 16,-3-2 0-16,1 0 0 0,-10 4 0 15,-4 2 0-15,3-4 0 0,1 2 0 16,-2 1 0-16,5 1 0 0,-2-4 0 0,8 4 0 16,3 0 0-16,2-3 0 15,0 0 0-15,3-1 0 0,-1 2 0 0,-1-1 0 16,4 1 0-16,-1-2 0 0,1 2 0 16,-3 0 0-16,-1 0 0 0,-1 0 0 0,1 1 0 15,-3-1 0-15,0-1 0 0,2 2 0 16,-1-1 0-16,-1-1 0 0,1 0 0 0,-5 1 0 15,-5 1 0-15,7-3 0 0,4 1 0 16,0-2 0-16,4 1 0 16,1-2 0-16,-3 2 0 0,3-2 0 0,2 0 0 0,-1 0 0 15,-5 0 0-15,4 0 0 0,-3-2 0 16,-6 2 0-16,-1 0 0 0,-10-2 0 0,5 2 0 16,6 0 0-16,-1 0 0 15,2 0 0-15,5 0 0 0,0 0 0 0,2 0 0 16,2-1 0-16,5 1 0 0,3 0 0 0,-1 0 0 15,12 0 0-15,-18-2 0 16,11 1 0-16,7 1 0 0,-16-2 0 0,16 2 0 16,-9 0 0-16,9 0 0 0,0 0 0 15,-14-2 0-15,14 2 0 0,0 0 0 0,-13-1 0 16,13 1 0-16,0 0 0 0,0 0 0 16,-9-2 0-16,9 2 0 0,0 0 0 15,0 0 0-15,0 0 0 0,-13 0 0 16,13 0 0-16,0 0 0 0,0 0 0 15,0 0 0-15,0 0 0 0,0 0 0 0,0 0 0 16,-5-7 0-16,5 7 0 0,0 0 0 16,0 0 0-16,0 0 0 0,0 0 0 0,0 0 0 15,0 0 0-15,-4-5 0 0,4 5 0 16,0 0 0-16,0 0 0 0,0 0 0 16,0 0 0-16,0 0 0 0,0 0 0 0,0 0 0 15,6 25 0-15,-3-13 0 0,-1 4 0 16,0 1 0-16,2 0 0 0,1 2 0 0,-4 1 0 15,1 3 0-15,0 0 0 0,0-3 0 16,0 3 0-16,0-4 0 0,-2 3 0 0,-2-5 0 16,5 1 0-16,-3-1 0 0,0 2 0 15,0-5 0-15,2 1 0 0,0 1 0 16,-2-3 0-16,0 1 0 0,0 0 0 0,0-1 0 16,0-1 0-16,0 2 0 15,0 0 0-15,0-2 0 0,0-2 0 0,0 3 0 16,0-1 0-16,0-2 0 0,0 1 0 15,0 2 0-15,2-1 0 0,-4 2 0 0,2-2 0 16,0 0 0-16,2-3 0 0,-2 4 0 16,2-1 0-16,-2-2 0 0,0 0 0 15,0 1 0-15,3 0 0 0,-3 0 0 0,0 2 0 16,0-2 0-16,2-1 0 0,1 2 0 16,-3-2 0-16,2 2 0 0,-2-1 0 0,2 0 0 15,0-1 0-15,-4 2 0 0,4-3 0 16,-2 1 0-16,-2 2 0 0,2 1 0 15,0-1 0-15,-2 0 0 0,0 0 0 16,-1 0 0-16,1 0 0 0,2 0 0 16,-3-2 0-16,1 1 0 0,0-1 0 0,0 0 0 15,0 0 0-15,2-1 0 0,-1-1 0 16,1-1 0-16,-2 3 0 0,0-4 0 0,2-6 0 16,-2 17 0-16,0-11 0 0,0 2 0 15,2-8 0-15,-3 13 0 0,0-5 0 0,3-8 0 16,-4 10 0-16,4-10 0 15,0 9 0-15,0-9 0 0,-2 7 0 0,2-7 0 16,0 0 0-16,-2 11 0 0,2-11 0 0,0 0 0 16,-3 6 0-16,3-6 0 15,0 0 0-15,0 0 0 0,0 0 0 0,0 0 0 16,2 9 0-16,-2-9 0 0,0 0 0 16,0 0 0-16,0 0 0 0,0 0 0 0,0 0 0 15,0 0 0-15,0 0 0 0,3 8 0 16,-3-8 0-16,12 4 0 0,-2-2 0 15,2 0 0-15,2 0 0 0,5 0 0 0,2-2 0 16,0 4 0-16,2 0 0 0,1 0 0 16,-2-3 0-16,-5 1 0 0,2 0 0 0,-4 1 0 15,-2-2 0-15,-1 1 0 0,-12-2 0 16,19 2 0-16,-9-2 0 0,-10 0 0 16,19 2 0-16,-19-2 0 0,13 0 0 15,-13 0 0-15,0 0 0 0,15 0 0 16,-15 0 0-16,0 0 0 0,0 0 0 0,16 0 0 15,-16 0 0-15,0 0 0 0,0 0 0 16,0 0 0-16,7-6 0 0,-7 6 0 16,0 0 0-16,0 0 0 0,-5-8-456 0,5 8-304 15,-6-10-201-15,3 5 85 0,3 5 95 0,-9-10-701 16,5 6-929-16</inkml:trace>
  <inkml:trace contextRef="#ctx0" brushRef="#br0" timeOffset="33991.42">23663 2089 564 0,'0'0'259'0,"0"0"-50"0,0 0-32 0,0 0-10 0,0 0-5 0,0 0-2 15,0 0-7-15,0 0-2 0,0 0 8 16,0 0 6-16,0 0 3 0,0 0-7 0,0 0 6 16,0 0 9-16,0 0-4 0,0 0 3 15,0 0-9-15,0 0 5 0,0 0 3 0,0 0 4 16,0 0-6-16,0 0 0 0,0 0-4 15,0 0-4-15,0 0-6 0,0 0 3 16,0 0-12-16,0 0-6 0,0 0-6 0,0 0-2 16,0 0-4-16,0 0 0 15,0 0-1-15,0 0 1 0,0 0-4 0,0 0-15 0,0 0 5 16,0 0 10-16,0 0 4 16,20-12 5-16,-20 12-4 0,0 0-4 0,0 0-10 15,0 0-7-15,0 0-7 0,0 0-14 16,0 0-9-16,0 0-11 0,6-6-6 0,-6 6-9 15,0 0-4-15,3-8-4 0,-3 8-10 16,0 0 2-16,9-7-8 16,-6 2-6-16,-3 5 0 0,10-7-7 0,-10 7-3 0,10-10-2 15,-5 7 5-15,-5 3-9 16,12-4-1-16,-7 0-3 0,-5 4 0 0,10-6-2 0,-10 6-2 16,11-3-1-16,-11 3 1 0,11-3-1 15,-11 3 1-15,0 0-2 0,11-4-1 16,-11 4-1-16,0 0-3 0,9-2 0 0,-9 2 4 15,0 0-2-15,0 0 0 16,0 0 0-16,17 0-6 0,-17 0 1 0,0 0 0 16,0 0 5-16,0 0 0 0,13 4-4 15,-13-4-3-15,6 5 6 0,-6-5-1 0,0 0 3 16,5 7-2-16,-5-7 3 0,7 6-3 16,-7-6 1-16,5 4 2 0,-5-4 0 15,0 0 2-15,6 5-3 0,-6-5 3 0,0 0 0 16,4 8-2-16,-4-8 3 0,0 0-4 15,0 0 1-15,3 7 1 0,-3-7 1 0,0 0-3 16,4 9-1-16,-4-9 4 16,2 5 1-16,-2-5 0 0,0 10-3 0,0-10 1 15,0 0 8-15,0 10-4 0,0-10-5 16,0 0 2-16,0 10-4 0,0-10 1 0,0 0 2 16,0 11 1-16,0-11 3 0,0 0 0 15,0 8-2-15,0-8 6 0,0 9-10 16,0-9 5-16,-2 8 1 0,2-8-1 0,-4 7-2 15,4-7 0-15,-2 12 4 0,1-7 3 16,1-5-1-16,-8 12 0 0,6-5 5 0,1 0 0 16,1-7 4-16,-7 12 2 0,3-7 1 15,4-5 1-15,-3 10 1 0,-1-5-13 16,0 2-7-16,4-7 0 0,-2 7 0 16,2-7 0-16,-5 8 0 0,5-8 0 15,-4 11 0-15,4-11 0 0,-4 9 0 0,4-9 0 16,-6 10 0-16,2-5 0 0,4-5 0 15,-5 12 0-15,1-6 0 0,4-6 0 0,-5 10 0 16,-2-3 0-16,3-3 0 0,1 4 0 16,-1-2 0-16,4-6 0 0,-7 11 0 0,3-5 0 15,-2 0 0-15,6-6 0 0,-4 14 0 16,0-10 0-16,0 3 0 0,4-7 0 16,-5 10 0-16,-1-2 0 0,6-8 0 0,-5 10 0 15,0-5 0-15,5-5 0 16,-7 12 0-16,1-7 0 0,2 0 0 0,1 0 0 0,-3 2 0 15,0 0 0-15,0 0 0 16,3-2 0-16,-3 2 0 0,0-1 0 0,-2 1 0 16,3 2 0-16,-1-2 0 0,1 1 0 15,-3-3 0-15,2 2 0 0,-2 0 0 0,3 0 0 16,-3 2 0-16,3-3 0 0,-2-1 0 16,7-5 0-16,-11 12 0 0,8-8 0 15,3-4 0-15,-10 8 0 0,6-3 0 0,4-5 0 16,-8 8 0-16,8-8 0 0,-5 4 0 15,5-4 0-15,0 0 0 0,-6 6 0 16,6-6 0-16,0 0 0 0,0 0 0 0,-5 6 0 16,5-6 0-16,0 0 0 0,0 0 0 15,0 0 0-15,0 0 0 0,0 0 0 16,0 0 0-16,0 0 0 0,0 0 0 0,0 0 0 16,0 0 0-16,18-16 0 0,-18 16 0 15,10-8 0-15,-10 8 0 0,11-5 0 16,-3 3 0-16,-8 2 0 0,16-6 0 0,-9 4 0 15,2 0 0-15,1-2 0 0,3 2 0 16,-13 2 0-16,21-2 0 0,-8 0 0 0,-2 0 0 16,-11 2 0-16,22 0 0 0,-22 0 0 15,25 2 0-15,-14 0 0 0,3 0 0 0,0 1 0 16,0 0 0-16,3-1 0 16,0 2 0-16,-2 0 0 0,5-2 0 0,-5 0 0 15,4 1 0-15,-5-3 0 0,-1 0 0 16,-13 0 0-16,17 2 0 0,-8 0 0 15,-9-2 0-15,15 2 0 0,-15-2 0 0,12 0 0 16,-12 0 0-16,0 0 0 0,15 2 0 16,-15-2 0-16,0 0 0 0,0 0 0 15,12-2 0-15,-12 2 0 0,0 0 0 16,0 0 0-16,0 0 0 0,0 0-1006 0,0 0 19 0,0 0 105 16,-30-11-926-16,17 11-1236 15</inkml:trace>
  <inkml:trace contextRef="#ctx0" brushRef="#br0" timeOffset="35257.62">22645 1864 4574 0,'-21'-2'-204'0,"21"2"61"0,-13-5 45 0,9 1 48 0,4 4 36 0,0 0 30 0,-8-8 34 15,8 8 19-15,0-10 12 0,0 10 4 0,2-11-10 16,-2 11 13-16,12-12 0 0,-9 6 5 16,5-2-2-16,-3 2 0 0,3 3-3 15,-8 3-1-15,12-9-5 0,-9 4-6 16,-3 5-6-16,10-6-7 0,-10 6-8 16,10-4-6-16,-10 4-3 0,0 0-4 0,16 2-3 15,-16-2-1-15,16 8 0 0,-9-2-3 16,4 5-2-16,-2-1 3 0,2 6-8 0,1 1-2 15,-3 0-2-15,6 8-1 0,-7-3-2 16,1-1 11-16,2 8 3 0,-2-5-3 16,-4-3 2-16,-1 2 3 0,2-2-3 0,-5 1 1 15,1-5 9-15,2 0-1 0,-2-1 5 16,3 0-11-16,-4-3 12 0,-1-2 10 0,2-1 18 16,-2-3 13-16,2 2 14 15,0-3 9-15,-2-6 5 0,2 11 6 0,-2-11-10 16,0 8 0-16,0-8-8 0,0 9 0 15,0-9-4-15,2 7-4 0,-2-7 6 16,0 0 4-16,0 0 10 0,1 10 12 0,-1-10-75 16,0 0-55-16,0 0 0 0,0 0 0 15,0 0 0-15,11-24 0 0,-4 10 0 0,0-5 0 16,3-1 0-16,1-7 0 0,3-2 0 16,-2 0 0-16,2 4 0 0,-3 4 0 15,-1 3 0-15,0 2 0 0,1-1 0 0,-4 5 0 16,3 0 0-16,-4 3 0 0,0 1 0 15,-3 3 0-15,3-2 0 0,-2 4 0 16,-4 3 0-16,13-2 0 0,-13 2 0 16,20 10 0-16,-9-2 0 0,0 6 0 0,-3 3 0 15,1 0 0-15,3 4 0 0,-2 7 0 16,1 1 0-16,-4 0 0 0,3-6 0 0,-4-1 0 16,-1-3 0-16,3-2 0 0,-5 0 0 15,3-2 0-15,1-3 0 0,-4-2 0 0,3-1 0 16,-3-1 0-16,-1 1 0 0,4-4 0 15,-6-5 0-15,3 10 0 0,0-6 0 16,-3-4 0-16,4 7 0 0,-4-7 0 0,4 6 0 16,-4-6 0-16,0 0 0 15,2 12 0-15,-2-12 0 0,0 4 0 0,0-4 0 16,0 0 0-16,0 0 0 0,0 0 0 16,-8 4 0-16,8-4 0 0,-12 2-1007 0,1 0 15 15,-7 3 114-15,-2-1-929 0,-10 6-1236 16</inkml:trace>
  <inkml:trace contextRef="#ctx0" brushRef="#br0" timeOffset="38856.85">17070 3537 3487 0,'0'0'436'0,"0"0"-159"0,-13-14-92 0,13 8-32 0,0-3 12 0,2-1 9 0,4 0 9 15,-3 1-8-15,1-2 9 0,5 2-31 16,-4 3-16-16,2-1-15 0,4 3-11 16,3 1-5-16,-14 3-17 0,33 6-8 0,-14 0-6 15,1 2-6-15,7 6-11 0,0 1-5 16,-8-1 5-16,-4 1-10 0,1-2 4 16,-3-1-5-16,-4 4 1 0,-1-4 4 0,2 0 3 15,-5-5 16-15,-1 5 20 0,0-6 16 16,0 1 23-16,2 0 19 0,-6-7 25 0,3 9 29 15,-3-9 30-15,8 5-33 16,-8-5-200-16,0 0 0 0,0 0 0 0,17-33 0 16,-4 8 0-16,3-9 0 0,2 4 0 15,2 1 0-15,-1 0 0 0,0 4 0 0,-2 5 0 16,-2 5 0-16,1 4 0 0,0-1 0 16,-2 7 0-16,3 2 0 0,-1 5 0 0,-2 2 0 15,8 4 0-15,-5 2 0 0,0 2 0 16,2 6 0-16,2 6 0 0,-4-1 0 15,1 0 0-15,-7-1 0 0,-4-3 0 0,3-2 0 16,-4-3 0-16,-1 3 0 0,-1-7 0 16,2 0 0-16,-5 0 0 0,3-1 0 0,1-4 0 15,-3 0 0-15,-2-5 0 16,7 4-322-16,-7-4-342 0,11-9-139 0,-1-3-108 16,1-4 95-16,4-7-774 0,3-4-1031 15</inkml:trace>
  <inkml:trace contextRef="#ctx0" brushRef="#br0" timeOffset="39040.81">17970 3349 4757 0,'0'0'148'0,"0"0"20"0,-17 0 29 0,17 0 36 0,0 0 36 0,0 0 17 16,0 0 1-16,0 0-16 0,0 0-26 16,0 0-22-16,0 0-19 0,0 0-27 0,0 0-38 15,62-6-83-15,-25 1-127 16,3 2-127-16,-8 1-140 0,6-1-163 0,-5 1-198 15,-7 2-154-15,1 0 82 0,-2 2-667 16,-4-1-889-16</inkml:trace>
  <inkml:trace contextRef="#ctx0" brushRef="#br0" timeOffset="39208.73">18237 3508 4033 0,'-17'6'52'0,"6"0"48"15,1-1 42-15,2-1 50 0,8-4 46 16,-9 6 42-16,9-6 28 0,-8 2-4 0,8-2-22 15,0 0-28-15,0 0-26 0,0 0-23 16,0 0-66-16,0 0-100 0,46-12-123 0,-16 1-126 16,4-3-154-16,0-1-183 15,3 1-259-15,-2-2 55 0,2 3 85 0,-1 1-480 16,2 0-612-16</inkml:trace>
  <inkml:trace contextRef="#ctx0" brushRef="#br0" timeOffset="39556.4">18716 3248 3539 0,'3'-13'202'15,"5"3"16"-15,1 2 3 0,1 1 7 16,1-1 11-16,2 2-1 0,3 4 3 16,1 0-14-16,4 6-17 0,2 0-20 15,9 9-21-15,-1 1-14 0,-4 7-11 16,-3 1-11-16,-7 3 5 0,-3 3 8 0,-8-1 19 15,-8-1 23-15,-7 7 20 0,-2 3 24 16,-4-4 26-16,-4-1 25 0,3-2-64 0,2-2-219 16,3-7 0-16,2-5 0 0,2-2 0 15,3-4 0-15,0 0 0 0,4-1 0 0,0-1 0 16,8-2 0-16,3 0 0 0,3-3 0 16,2 1 0-16,7-3 0 0,2 2 0 0,6-4 0 15,9-1 0-15,-2-2 0 16,0 0 0-16,0-1 0 0,-4-4 0 0,0 3 0 15,-7 1 0-15,-4-3 0 0,1 2-257 16,-3-2-528-16,-5 1-186 0,0-2 88 0,-5 1 87 16,-2 2-734-16,0 1-975 0</inkml:trace>
  <inkml:trace contextRef="#ctx0" brushRef="#br0" timeOffset="40189.87">19373 2970 4518 0,'-11'-12'57'0,"3"0"23"0,3 7 31 0,0-2 35 0,1 2 42 0,4 5 4 0,-2-8-5 0,2 8-13 15,0 0-30-15,-1-8-12 0,1 8-15 16,0 0 4-16,0 0 13 0,0 0 8 0,17 31-1 16,-9-19-7-16,-1 5 9 0,0-1 2 15,2 4-6-15,-4-3-7 0,1-1-9 0,-3 1-4 16,3-2-2-16,-2-1-3 0,-3-6 1 16,1 3 8-16,3-2 14 0,-3-5-71 15,1 3-66-15,-3-7 0 0,0 0 0 16,0 0 0-16,0 0 0 0,19-22 0 15,-9 5 0-15,1-2 0 0,1 2 0 0,-3 0 0 16,1 5 0-16,-1 1 0 0,-3 0 0 16,0 4 0-16,-1 0 0 0,1 1 0 0,1 2 0 15,-7 4 0-15,16 4 0 16,-5 0 0-16,1 3 0 0,-1 2 0 0,3-1 0 0,-5 4 0 16,2-3 0-16,2 1 0 15,-4-2 0-15,-2 1 0 0,2-2 0 0,0 0 0 16,-6-2 0-16,-3-5 0 0,11 6 0 0,-3-1 0 15,-8-5 0-15,0 0 0 0,23-6 0 16,-11-4 0-16,5-2 0 0,0-2 0 16,0 4 0-16,-2-2 0 0,0 1 0 0,-3 5 0 15,-3-1 0-15,1 2 0 0,-2 3 0 16,1-1 0-16,-9 3 0 0,22 8 0 0,-11-1 0 16,2 5 0-16,0 3 0 0,0 1 0 15,9 8 0-15,-5-2 0 0,2-2 0 0,-4-3 0 16,-4-1 0-16,0-6 0 0,2 1 0 15,-4-3 0-15,-2-1 0 0,3-1 0 16,0-2 0-16,-1-2 0 0,3-2-485 16,-5 2-555-16,-7-2 108 0,11-5-1018 0,-11 5-1370 15</inkml:trace>
  <inkml:trace contextRef="#ctx0" brushRef="#br0" timeOffset="40773.6">20364 2929 5150 0,'7'-12'-149'0,"-1"5"60"0,-4-3 44 0,-2 0 34 0,-2 0 12 0,-6-3 19 0,-13-10 8 0,-8-8 5 0,-12-1-1 16,-7-4 9-16,-22-12 1 0,-14-1-7 16,-12-1-5-16,-12-1-1 0,-10 2-4 0,-9 1 2 15,-9 7 3-15,-6 5 3 16,-3 5 8-16,-8 8 14 0,-6 9 10 0,-6 9 7 0,-7 6 2 16,-7 7-6-16,-51 21-2 15,1 14 1-15,8 11 26 0,7 16 9 0,12 10 4 16,12 8 22-16,5 6 6 0,13 12-3 15,14 6 0-15,20-2 8 0,47-23 8 16,13 8-1-16,16 4 0 0,15 2 2 0,23 2 9 16,16 1 3-16,24-5-3 0,22 0-16 15,23-7-10-15,26-6-7 0,55 10-124 0,25-14 0 16,21-11 0-16,17-9 0 0,15-15 0 16,19-5 0-16,5-13 0 0,12-7 0 0,-1-12 0 15,-2-7 0-15,-8-15 0 0,-12-3 0 16,-7-12 0-16,-21-14 0 0,-21-13-15 0,-13-8-78 15,-53 2 3-15,-14-11 14 0,-11-11 35 16,-14-9 23-16,-13-9 21 0,-12-9-1 16,-14-4-2-16,-23-11 3 0,-17 3-6 15,-23 3-3-15,-20 8 2 0,-25 9-2 0,-43-17-1 16,-27 19-9-16,-16 15 3 0,-33 20-9 16,-10 22-39-16,-11 13-39 0,38 25-58 0,-4 14-84 15,-49 11-104-15,21 12-145 0,53-3-220 16,12 1-131-16,14-2 90 0,4 3-638 15,21-3-842-15</inkml:trace>
  <inkml:trace contextRef="#ctx0" brushRef="#br0" timeOffset="56888.29">12460 3541 2532 0,'-2'5'53'0,"2"0"-2"0,-1 2 1 0,1-7 4 0,-4 10 0 0,4-10 13 0,-2 9 8 15,2-9 10-15,-2 8 0 0,2-8 8 16,0 0 14-16,0 8-3 0,0-8-5 0,0 0 6 16,6 8 12-16,-6-8 4 0,0 0-10 15,5 5 9-15,-5-5-9 0,0 0 2 16,0 0 5-16,11 6 0 0,-11-6 4 0,0 0 1 16,0 0-5-16,0 0-8 0,0 0-12 15,1 6-9-15,-1-6-12 0,0 0-10 0,0 0-6 16,0 0-5-16,0 0-10 0,0 0-7 15,0 0-3-15,-1 8-6 0,1-8-6 16,0 0 3-16,0 0-12 0,0 0 7 0,1 9-6 16,-1-9-3-16,0 0 1 0,4 7-1 15,-4-7 3-15,6 5-1 0,-6-5 2 16,7 8 3-16,-7-8 6 0,12 4 10 16,-3-3 23-16,5 1 11 0,3 0 11 0,8-6 4 15,11-1-14-15,2-3-7 0,11-8-2 16,3-1-9-16,-1 0-5 0,3-2-8 15,-6 0-1-15,-1 2 3 0,-10 4-6 16,-3 1 0-16,-2 1-10 0,-5 3-2 16,-9 1-6-16,0 1 3 0,-3 4-7 0,-1-2-4 0,-3 0-1 15,0 2 0-15,-11 2-2 0,17-2-9 16,-9 2-19-16,-8 0-29 0,0 0-43 16,14-3-48-16,-14 3-56 0,0 0-72 0,3 7-86 15,-3-7-102-15,-3 10-123 0,-3-1-159 16,0-3 62-16,-4 4-481 0,1 0-622 15</inkml:trace>
  <inkml:trace contextRef="#ctx0" brushRef="#br0" timeOffset="57437.33">12017 4825 3067 0,'-2'9'48'0,"2"-9"43"0,0 9 43 0,0-9 30 0,9 7 41 0,0-4 29 0,-9-3 24 16,25-3 18-16,-9 2 18 0,4-7 7 15,11-1-8-15,-1-3-9 0,4-3-22 16,0-1-21-16,0-2-28 0,0 1-19 0,0 0-20 16,-1 0-20-16,-3 2-13 0,-5-1-20 15,-2 6-9-15,-6 2-11 0,-3 1-25 16,-3 0-34-16,-4 0-44 0,3 3-46 0,0 0-45 15,-5-2-58-15,3 5-70 0,-8 1-92 16,8-5-118-16,-8 5-117 0,0 0-200 16,0 0-5-16,0 0 84 0,0 0-523 0,0 0-655 15</inkml:trace>
  <inkml:trace contextRef="#ctx0" brushRef="#br0" timeOffset="63119.7">16583 1959 3578 0,'-10'0'106'0,"10"0"13"0,-9 4-1 0,9-4-2 0,0 0 2 15,0 0 1-15,0 0-3 0,0 0-5 0,-8 1-3 0,8-1 7 16,0 0 2-16,0 0-6 0,40-5-12 16,-15 2-11-16,13-4-9 0,6 2-24 15,11-5-64-15,4 0-83 0,0-1-111 16,2 1-134-16,-2 0-198 0,-5 1-158 0,-14 2 74 16,-12 7-328-16,-8-1-427 0</inkml:trace>
  <inkml:trace contextRef="#ctx0" brushRef="#br0" timeOffset="63335.48">16889 1794 2832 0,'0'0'68'0,"0"0"-7"16,0 0-5-16,0 0-12 0,0 0 6 16,0 0 33-16,0 0 24 0,0 0-16 15,10 25 4-15,-2-15-5 0,-1 2-9 0,3 2-5 16,-2 0-4-16,-3 3-5 0,1-4-5 15,-2 0-11-15,-3 2 8 0,-1-1-11 0,2-2-6 16,-4 1-27-16,1-1-47 0,-7 2-69 16,4-1-77-16,-5-1-111 15,3-4-189-15,-3 3-105 0,5-3 66 0,0-1-154 16,4-7-166-16</inkml:trace>
  <inkml:trace contextRef="#ctx0" brushRef="#br0" timeOffset="64084.92">21532 3217 2294 0,'-6'-7'286'0,"2"2"34"0,1-2 12 0,3 7 0 0,-4-7-2 0,4 7-8 16,0 0-17-16,0 0-11 0,0 0 17 0,0 0 23 15,-7 21-4-15,8-3-28 16,-1 2-26-16,2 7-29 0,4 8-25 0,-2-2-20 0,-3-4-20 16,7 6-16-16,-5-2-16 15,4-8-17-15,-5-1-12 0,1-3-13 0,-3-2-10 0,2-1-9 16,0-4-12-16,-2 0-49 0,0-2-28 15,0 0 0-15,-2-4 0 0,0 3-72 16,1-3-125-16,-1-1-82 0,-2-1-101 16,4-6-121-16,-12 2-132 0,12-2-199 15,-15-10 43-15,7 0 81 0,1-6-584 0,-4-9-752 16</inkml:trace>
  <inkml:trace contextRef="#ctx0" brushRef="#br0" timeOffset="64284.66">21191 3117 3921 0,'-15'-8'176'0,"3"2"32"16,6 3 31-16,1-1 44 0,5 4 33 16,0 0 18-16,-9-7 9 0,9 7-11 15,0 0-15-15,0 0-21 0,14-11-31 16,8 5-27-16,15 0-25 0,5-1-24 0,15-2-56 16,2 1-57-16,2 1-66 0,-1 0-92 15,-14 2-81-15,1 1-76 0,-6 1-74 0,-9 3-89 16,-8 0-88-16,-7 2-89 0,3-1-117 15,-7 3-53-15,-4 1 72 0,-1 2-513 16,-2 3-655-16</inkml:trace>
  <inkml:trace contextRef="#ctx0" brushRef="#br0" timeOffset="64619">22153 2977 3729 0,'-5'-4'275'0,"-2"1"-8"0,7 3-14 16,0 0-18-16,-5-6 14 0,5 6 51 16,0 0 45-16,-13 30 15 0,7-8-20 15,0 14-25-15,0 3-23 0,4 2-30 16,2 2-24-16,0-1-25 0,0 1-19 15,0-1-20-15,4-2-24 0,0-2-150 0,1-5 0 16,-2-4 0-16,3-4 0 0,-3-4 0 16,1 1 0-16,0-5 0 0,-1-2-56 0,4-1-251 15,-3-2-68-15,-1-3-83 0,3-1-77 16,-2-4-99-16,1-1-140 0,-5-3 5 0,0 0 76 16,18-4-528-16,-18 4-684 15</inkml:trace>
  <inkml:trace contextRef="#ctx0" brushRef="#br0" timeOffset="64985.33">22272 3417 3328 0,'1'-7'46'16,"-1"0"70"-16,0 7 49 0,0 0 40 0,4-7 39 0,-4 7 38 16,0 0 49-16,0 0 14 15,11-1 0-15,-11 1-13 0,0 0-22 0,25 14-25 16,-16-10-29-16,3 7-24 0,1-3-21 16,1 2-21-16,1 3-18 0,1 0-21 0,-5 0-10 15,0-2-16-15,1 3-11 0,-7-2-11 16,3 1-10-16,-5-1-24 0,1 1-69 15,1-5 0-15,-1 3 0 0,-3-4 0 0,-1-1 0 16,0-6 0-16,6 7 0 0,-6-7 0 16,0 0 0-16,0 0 0 0,19-25 0 0,-6 9 0 15,7-4 0-15,-2 0 0 16,0 6 0-16,-5 2 0 0,0 5 0 0,-1-1 0 16,1 3 0-16,0 2 0 0,-2 1 0 15,-11 2 0-15,25 4 0 0,-13 0 0 0,-2 0 0 16,-1 5 0-16,0 1 0 0,1 4 0 15,-2 3 0-15,-3 1 0 0,4 3 0 0,-6 0 0 16,3 1 0-16,-4-5 0 0,-1 4 0 16,-1-4 0-16,-1 1 0 0,1-5-194 15,-2 1-238-15,2-2-104 0,-2-1-125 0,2-3-151 16,0-4 6-16,0-4 86 0,0 0-651 16,0 0-824-16</inkml:trace>
  <inkml:trace contextRef="#ctx0" brushRef="#br0" timeOffset="65221.3">22819 3250 3625 0,'-4'-15'99'0,"-1"5"67"0,5 2 41 16,-2 1 34-16,2 7 30 0,0-10 56 15,0 10 22-15,0 0 21 0,2-8 13 16,-2 8 8-16,0 0-15 0,25 20-30 0,-5-1-35 16,-4 8-28-16,0 2-34 0,-1 3-52 15,-3 4-197-15,-7 2 0 0,3 1 0 0,-5 0 0 16,-3 3 0-16,0-2 0 15,-2-1 0-15,1-1 0 0,-5-1 0 0,2-3 0 16,1-5 0-16,-1-4 0 0,0-3 0 0,0-1-19 16,0-6-367-16,2-1-104 0,0 0-122 15,2-7-149-15,-2-2-71 0,2-5 78 16,0 0-721-16,0 0-923 0</inkml:trace>
  <inkml:trace contextRef="#ctx0" brushRef="#br0" timeOffset="65419.75">23115 3754 4310 0,'-15'0'174'0,"15"0"66"15,0 0 43-15,0 0 42 0,0 0 32 16,0 0 23-16,0 0-5 0,0 0-30 16,23-18-35-16,2 4-36 0,6 1-80 0,-4-3-101 15,2-1-126-15,3 0-126 0,2 3-108 16,-6 0-121-16,3 3-131 0,-9 4-164 0,-3 0-129 15,-4 5 76-15,-1 0-646 0,-14 2-835 16</inkml:trace>
  <inkml:trace contextRef="#ctx0" brushRef="#br0" timeOffset="65601.52">23226 3892 4016 0,'-9'10'190'0,"1"-3"64"0,4-2 46 15,-2 1 64-15,6-6 56 0,0 8 40 0,0-8 24 16,0 0-11-16,16 5-39 15,-16-5-43-15,18-3-48 0,-18 3-281 0,29-9-62 16,-13 4 0-16,2-4 0 0,0 2 0 16,-3 2 0-16,-2-1 0 0,-2 2 0 0,1-1-361 15,0 2-193-15,-5 1-119 0,-7 2-209 16,12 0 65-16,-12 0 85 0,0 0-687 16,0 0-870-16</inkml:trace>
  <inkml:trace contextRef="#ctx0" brushRef="#br0" timeOffset="66418.14">24081 3659 4117 0,'-5'-9'162'0,"-3"6"51"0,8 3 27 0,-3-6 22 0,3 6 8 0,0 0-6 16,-4-10-9-16,4 10-6 0,11-10-12 0,7 3-32 16,4 0-21-16,12-1-17 0,5 2-17 15,1 2-18-15,-3 2-14 0,-1 2-18 16,-9 2-17-16,10 4-9 0,-3 5-16 16,-7 4-6-16,-5 5-3 0,-4 1 0 0,-11 5-2 15,-5-1-1-15,-5 8-6 0,-7 4 7 16,-5 5 20-16,-9 1 23 0,4-2 31 0,-5-1-78 15,9-9-43-15,2-2 0 16,-2-4 0-16,5-7 0 0,4-5 0 0,3-1 0 0,0-1 0 16,2-1 0-16,2 0 0 15,4-1 0-15,2-1 0 0,1 1 0 0,4-2 0 16,-1-2 0-16,7 0 0 0,-3-2 0 16,0-3 0-16,4-1 0 0,-1-1 0 0,4-1 0 15,2-3 0-15,-2 1 0 0,3-2 0 16,-3 1 0-16,3 0 0 0,-10 0-663 0,4 0-270 15,-3 0 20-15,-1 6 89 0,-3-4-828 16,-1 4-1090-16</inkml:trace>
  <inkml:trace contextRef="#ctx0" brushRef="#br0" timeOffset="66669.32">24979 3613 5046 0,'-3'-14'265'0,"1"4"30"16,2 5 8-16,0 5-3 0,-2-9-5 16,2 9 2-16,0 0 21 0,0 0 21 0,0 0-6 15,7 41-27-15,3-8-212 0,-5 6-94 16,2 3 0-16,-4-1 0 0,3 2 0 0,-2 2 0 16,-4 0 0-16,1 0 0 0,-1-2 0 15,0-3 0-15,0-1 0 0,0-10 0 16,0 0 0-16,0-7-133 0,-1 0-338 0,1-4-70 15,-4-5-83-15,4-1-149 0,-2-3-35 16,0-6 75-16,2-3-664 0,0 0-850 16</inkml:trace>
  <inkml:trace contextRef="#ctx0" brushRef="#br0" timeOffset="66868.47">24821 3755 4446 0,'-12'-3'397'0,"5"1"33"0,7 2 25 15,-15-4 21-15,15 4 2 0,-6-4-23 16,6 4-33-16,0 0-43 0,0 0-126 16,25-6-253-16,-2 0 0 0,17 0 0 15,2-2 0-15,11-5 0 0,-11 5 0 16,15 0 0-16,-2-1 0 0,-9 2-557 0,-2 3-340 16,-2 1-37-16,-2-1 101 0,-10 8-857 15,-5-1-1126-15</inkml:trace>
  <inkml:trace contextRef="#ctx0" brushRef="#br0" timeOffset="67135.53">25657 3510 5102 0,'-9'-16'203'0,"6"6"38"0,-3 1-1 0,1 2 7 16,5 7 7-16,-3-5 21 0,3 5 25 15,0 0 14-15,-10 28 2 0,7-5-14 16,5 17-16-16,-2 3-175 0,3 10-111 0,1 2 0 16,0 2 0-16,-1-5 0 0,2 4 0 15,-1-12 0-15,-1-1 0 0,-1-5 0 0,2-3 0 16,0-5 0-16,-1-6 0 0,1-3 0 16,3-4 0-16,-4-4 0 0,6 0-551 0,-1-7-169 15,2-2-192-15,1-2 57 0,2-2 100 16,-1 0-741-16,3-6-942 0</inkml:trace>
  <inkml:trace contextRef="#ctx0" brushRef="#br0" timeOffset="67484.61">25901 3933 4525 0,'0'0'197'0,"0"-8"45"0,0 8 34 0,0 0 44 16,0 0 42-16,0 0 23 0,0 0 8 15,0 0-15-15,0 0-37 0,22 16-30 0,-15-12-35 16,0 4-91-16,5-1-185 15,1 3 0-15,-4-6 0 0,0 3 0 0,-4 0 0 16,5 0 0-16,-7-3 0 0,6 0 0 16,-9-4 0-16,7 10 0 0,-3-7 0 0,-4-3 0 15,0 0 0-15,0 0 0 0,14-15 0 16,-9 2 0-16,6-5 0 0,7-7 0 0,-2 0 0 16,6 4 0-16,-8 4 0 0,0 5 0 15,-3 2 0-15,3 5 0 0,-3 1 0 0,0 2 0 16,2 4 0-16,-13-2 0 0,21 9 0 15,-12 2 0-15,-2 2 0 0,3 3 0 0,-2-2 0 16,-3 5 0-16,1 1 0 0,-2-3 0 16,-1 0 0-16,-1-1 0 0,2 0 0 15,1-5 0-15,-4 1 0 0,1 1-115 0,0-6-308 16,2-2-89-16,-2-1-95 0,-2-4-113 16,0 0-110-16,0 0 80 0,0 0-690 15,17-16-890-15</inkml:trace>
  <inkml:trace contextRef="#ctx0" brushRef="#br0" timeOffset="67684.1">26416 3676 4208 0,'-4'-6'174'0,"4"6"53"0,0-8 32 15,0 8 49-15,0 0 38 0,0 0 34 0,0 0 12 16,0 0-4-16,11 22-22 0,-2-6-34 16,-4 5-33-16,1 0-21 0,-1 14-44 0,-1 0-234 15,-2-1 0-15,-2 2 0 0,-4 3 0 16,-1-3 0-16,-1 0 0 0,1-1 0 15,-1-1 0-15,-1 2-144 0,7-7-235 16,-1-7-122-16,-3 0-139 0,4-2-195 0,2-7 26 16,-2 1 86-16,3-3-692 0,4-4-866 15</inkml:trace>
  <inkml:trace contextRef="#ctx0" brushRef="#br0" timeOffset="67951.42">26641 3719 4240 0,'-6'-9'234'16,"0"4"53"-16,3 0 23 0,3 5 19 16,0 0 28-16,-2-7 29 0,2 7 15 15,0 0 0-15,0 0-11 0,36 23-31 16,-17-5-25-16,3 11-171 0,-2 8-163 16,-3 11 0-16,-6 1 0 0,-5 9 0 0,-6 0 0 15,-4 3 0-15,-1 0 0 0,-4 3 0 16,1-4 0-16,0 0 0 0,0-2 0 0,3-3 0 15,-4-4 0-15,2-9 0 0,2-2-131 16,1-6-255-16,0-8-83 0,2-5-101 0,2-5-128 16,-1-4-131-16,2-5 83 0,-1-2-738 15,0-5-930-15</inkml:trace>
  <inkml:trace contextRef="#ctx0" brushRef="#br0" timeOffset="68267.56">26931 4200 4571 0,'-12'-9'277'15,"2"1"43"-15,7 5 21 0,-1-2 6 16,4 5 8-16,0 0 13 0,14-11-7 0,-1 10-16 16,1 1-26-16,4 0-36 0,1 5-29 15,5-2-204-15,-4 4-50 0,5 7 0 0,-8 1 0 16,0-1 0-16,-5 3 0 0,-5 4 0 15,-1 2 0-15,-2-2 0 0,-4 4 0 16,1-1 0-16,-1-1 0 0,0-2 0 16,2-3 0-16,0 0 0 0,2-2 0 0,1-3 0 15,-2-1 0-15,3-3 0 0,-1-2 0 16,4-4 0-16,0 0 0 0,-9-3 0 0,16 0 0 16,-16 0 0-16,22-3 0 0,-13 0 0 15,-2 1-19-15,-7 2-870 0,20-2-84 0,-20 2 102 16,15 0-979-16,-15 0-1275 0</inkml:trace>
  <inkml:trace contextRef="#ctx0" brushRef="#br0" timeOffset="68601.36">27289 3895 5282 0,'-13'-13'94'0,"5"1"30"0,2 2 13 16,3 5 18-16,-1-2 44 0,4 7 32 15,0-9 36-15,0 9 23 0,0 0 8 0,27 0-7 16,-5 7-11-16,13 7-16 0,6 13-18 16,1 2-213-16,-1 10-33 0,-5 7 0 0,-8 8 0 15,-6 1 0-15,-8 5 0 0,-6 3 0 16,-10 4 0-16,-4 1 0 0,-7 3 0 0,-11 10 0 15,0-17 0-15,-12 9 0 16,6-22 0-16,-2 1 0 0,-1-3 0 0,1-3 0 16,1-2 0-16,1-6 0 0,7-11 0 15,2-5 0-15,8-1-537 0,2-6-205 0,4-5-178 16,2-5 91-16,3-3 80 0,2-2-752 16,0 0-948-16</inkml:trace>
  <inkml:trace contextRef="#ctx0" brushRef="#br0" timeOffset="69218.17">28286 4276 4622 0,'-9'0'226'0,"9"0"5"0,-11 8 8 0,15 0 2 0,-4-8-5 0,18 15-9 0,-4-6-16 0,17 3-17 15,1-2-11-15,9 0-20 0,1-1-32 16,0-1-70-16,0-2-83 0,-3 2-87 0,4-3-94 16,-5 0-115-16,0-1-140 15,-6-2-193-15,-5-1-123 0,-1-1 81 0,-2 0-578 16,-4 0-731-16</inkml:trace>
  <inkml:trace contextRef="#ctx0" brushRef="#br0" timeOffset="69434.22">28627 4242 3919 0,'-9'-11'226'0,"5"5"4"16,-3-1-5-16,7 7 15 0,0 0 41 15,0 0 63-15,0 0 25 0,-5 25 24 16,7-5-9-16,-1 3-16 0,3 14-35 0,5 0-35 16,-2 3-31-16,2 9-34 0,-1-9-152 15,2-1-81-15,-1 0 0 0,-4 1 0 0,-1-5 0 16,1 2 0-16,0-3-284 0,-3-5-123 15,0-3-125-15,0-2-156 0,-8-2-173 0,6-2 78 16,0-4 91-16,4 1-649 0,2-4-798 16</inkml:trace>
  <inkml:trace contextRef="#ctx0" brushRef="#br0" timeOffset="69837.36">29299 4485 4283 0,'-13'-7'372'0,"6"0"-18"0,0 6-24 15,7 1-6-15,0 0-1 0,0 0-3 16,0 0-16-16,0 17-26 0,11-5-27 16,2 1-29-16,8 9-18 0,-3-3-30 0,5 2-30 15,1-2-30-15,-10-1-23 0,-2-4-17 16,-1 1-45-16,-1-3-29 0,-2 0 0 15,-4-2 0-15,-1-1 0 0,1 1 0 16,-2-1 0-16,0-3 0 0,-2-6 0 0,2 10 0 16,-2-10 0-16,0 0 0 0,0 0 0 15,0 0 0-15,17-29 0 0,0 4 0 0,0 1 0 16,6 0 0-16,-2 1 0 0,4 6 0 16,-6 4 0-16,1 5 0 0,-6 3 0 0,-1 4 0 15,1 2 0-15,-1 4 0 0,1 3 0 16,-1 3 0-16,1 3 0 0,-1 1 0 0,-4 5 0 15,-3-1 0-15,4 1 0 0,-3 1 0 16,-2-2 0-16,2-3 0 0,-2-2-49 16,1 2-276-16,-2-6-113 0,-1 0-131 0,1-1-169 15,2-4-119-15,-4 0 91 16,6 0-747-16,-8-5-959 0</inkml:trace>
  <inkml:trace contextRef="#ctx0" brushRef="#br0" timeOffset="70052.64">30009 4292 4543 0,'0'0'170'16,"0"0"61"-16,0 0 68 0,0 0 60 15,-14 21 57-15,12-9 34 0,2 5 29 0,-2 5-11 16,4 3-32-16,2 10-96 16,-1 1-340-16,3-1 0 0,-1-2 0 0,2-2 0 0,-1-4 0 15,-3-4 0-15,3-1 0 16,-1-1 0-16,0-6 0 0,2 6 0 0,-1-3-175 0,-1-4-489 15,-1 0-193-15,3-2-44 16,-4 0 93-16,3-2-820 0,-1-1-1066 0</inkml:trace>
  <inkml:trace contextRef="#ctx0" brushRef="#br0" timeOffset="70367.19">30425 4642 4593 0,'0'0'90'16,"0"0"70"-16,0 0 58 15,0 0 70-15,-28 17 56 0,20-9 36 0,5 0 6 0,-5 5-1 16,3-3-6-16,0 2-15 0,1 0-29 16,4 0-66-16,2 0-269 0,2 0 0 15,3-2 0-15,-2-1 0 0,2-1 0 16,3-2 0-16,2-1 0 0,-1-4 0 0,3 1 0 16,-3-2 0-16,-11 0 0 0,27-4 0 15,-15-2 0-15,2-1 0 0,-3 0 0 0,3-2 0 16,-3 1 0-16,-3-7 0 0,-1 3 0 15,0-7 0-15,-2 0 0 0,-1-3 0 0,-2 3 0 16,-2 2 0-16,-2 1 0 16,-4 0 0-16,-1 6 0 0,-1 3 0 0,-3 3 0 15,-3 4 0-15,-5 4-74 0,-4 3-343 0,-9 7-114 16,-1 0-138-16,8 0-162 0,9-3 15 16,4-2 84-16,8-2-670 0,2-1-853 15</inkml:trace>
  <inkml:trace contextRef="#ctx0" brushRef="#br0" timeOffset="70801.27">30698 4571 3998 0,'0'0'123'16,"0"0"61"-16,0 0 51 0,0 0 62 0,-18 19 59 16,11-8 26-16,0 1-2 15,1 5-15-15,1-2-30 0,-1 0-30 0,2 0-31 0,2 1-33 16,0-4-36-16,2 0-43 15,2 0-35-15,0-3-43 0,2-3-51 0,2 0-47 16,-6-6-55-16,14 1-38 0,-2-2-22 16,-12 1-21-16,25-9 7 0,-10 2 15 0,-4-1 13 15,5-3 16-15,-3 0 19 0,-1 0 31 16,1 1 39-16,-6-3 51 0,2 5 37 0,-2 2 20 16,-2 0 12-16,-5 6 12 0,0 0 17 15,0 0 20-15,0 0 17 0,0 23 4 0,-3-6-85 16,-5 15-95-16,0 2 0 0,2 3 0 15,-1 2 0-15,2 2 0 0,-3 1 0 0,2-1 0 16,-7 7 0-16,2-8 0 0,-1-4 0 16,2 0 0-16,-1-5 0 0,-3-3 0 15,5-7 0-15,2-2 0 0,-1-7 0 16,0 1 0-16,-1-3 0 0,1-4 0 0,-4 0 0 16,5-4 0-16,7-2 0 0,-23-3 0 15,10-6 0-15,-3-4 0 0,3-3 0 16,-2-9 0-16,6 0 0 0,1-5 0 0,3 3-379 15,5 8-405-15,5-1-157 0,-3 1 83 16,2 2-920-16,3 3-1209 0</inkml:trace>
  <inkml:trace contextRef="#ctx0" brushRef="#br0" timeOffset="71154.17">31007 4724 4604 0,'6'-7'0'0,"0"2"105"0,1-1 76 0,-1 3 79 0,-6 3 64 0,15-7 57 0,-7 6 33 16,-8 1 10-16,15-2 4 0,-15 2-17 16,0 0-26-16,22 2-111 0,-22-2-274 0,14 7 0 15,-8-3 0-15,-1 0 0 0,-5-4 0 16,6 12 0-16,-4-5 0 0,-2-7 0 0,0 12 0 16,0-12 0-16,-2 12 0 0,2-12 0 15,-2 7 0-15,2-7 0 0,0 0 0 0,0 0 0 16,0 0 0-16,0 0 0 0,12-26 0 15,-6 19 0-15,-1 2 0 0,1 0 0 16,-3 0 0-16,-3 5 0 0,14-7 0 16,-14 7 0-16,11 0 0 0,-11 0 0 0,0 0 0 15,20 7 0-15,-13-1 0 0,2 0 0 16,0 1 0-16,-2 1 0 0,1-1 0 0,-1 0 0 16,-2 1 0-16,2-1 0 0,-2 0 0 15,-1-2 0-15,2 0 0 0,-3 1 0 16,3-2 0-16,-6-4-472 0,3 6-549 0,-3-6 106 15,-9 10-1052-15,-4-1-1385 16</inkml:trace>
  <inkml:trace contextRef="#ctx0" brushRef="#br0" timeOffset="71432.74">28825 5339 6069 0,'-23'-3'341'15,"9"1"-28"-15,14 2-30 16,0 0-7-16,0 0 13 0,98 14 18 0,-8-9 5 0,43-2-311 16,19 2-1-16,12-3 0 0,8-4 0 15,-2 1 0-15,-10 1 0 0,-4-2 0 16,-9 0 0-16,-11 4 0 0,-7-4 0 16,-16 2 0-16,-29-2 0 0,-7 1 0 0,-14-1 0 0,-20 0 0 15,-8 1 0-15,-9 1 0 16,-6-2 0-16,-5 4-15 0,-3-1-339 0,-7 1-74 15,-5-2-85-15,4 5-111 0,-4-5-229 16,0 0 70-16,-13 18 81 0,5-12-631 0,-5 3-789 16</inkml:trace>
  <inkml:trace contextRef="#ctx0" brushRef="#br0" timeOffset="73767.87">25876 4038 3621 0,'-5'4'-68'0,"5"-4"22"0,-9 4 16 0,9-4 13 0,-8 4 25 0,8-4 27 0,0 0 28 0,0 0 25 16,-12 4 13-16,12-4 11 0,0 0 17 16,0 0 8-16,0 0 1 0,0 0 1 0,0 0 8 15,0 0 0-15,0 0-1 0,0 0 2 16,0 0-1-16,0 0-6 0,0 0-1 0,0 0-7 15,20-20-2-15,-13 14-1 0,0-1-9 16,4-1-7-16,2-4-8 0,0 3-5 16,4-3-6-16,2 2-11 0,3-3 4 15,-6 3-9-15,6 1-6 0,-4 1-5 16,0 3-10-16,-6 1 3 0,2 1-9 0,-1 3-3 16,-13 0-6-16,27 3-15 0,-13 2 2 15,-3 6 8-15,2 2 9 0,1 3-7 0,-3 2-2 16,5 7 6-16,-5 0 4 0,3 4 9 15,-3 1 2-15,-2-1 6 0,-4-3-4 0,4-6-4 16,-6-3 0-16,3-2 7 0,-2 3-6 16,-2-7 5-16,-1 1 5 0,3-3 3 0,1 2 15 15,-3-5 3-15,-1 1-78 0,-1 1-11 16,0-8 0-16,4 10 0 0,-4-10 0 0,0 0 0 16,0 0 0-16,0 0 0 0,17-28 0 15,-7-1 0-15,-3-6 0 0,4-1 0 16,1-3 0-16,-1 3 0 0,1 4 0 15,0 0 0-15,-5 8 0 0,-2 7 0 0,1 3 0 16,-1 1 0-16,-2 3 0 0,1 0 0 16,-2 3 0-16,0 1 0 0,1-2 0 15,-3 8 0-15,10-3 0 0,-10 3 0 0,14 12 0 16,-5 0 0-16,5 15 0 0,-3 8 0 16,3 11 0-16,0 2 0 0,-3 2 0 0,3 2 0 15,-3 0 0-15,2-3 0 0,-1 0 0 16,-1-10 0-16,0-3 0 0,-4-3 0 0,0-3 0 15,-1-6 0-15,-2-5 0 0,-3-4 0 16,4-1 0-16,-1-4 0 0,-2-3 0 16,-1 1 0-16,-1-2 0 0,0-6 0 15,4 13 0-15,-4-13 0 0,0 6 0 0,0-6 0 16,0 0 0-16,0 0 0 0,0 0 0 16,0 0 0-16,0 0 0 0,0 0-158 0,0 0-603 15,0 0-201-15,-14-19 80 0,14 19 92 16,0 0-787-16,0 0-1020 0</inkml:trace>
  <inkml:trace contextRef="#ctx0" brushRef="#br0" timeOffset="75651.37">20909 5339 4219 0,'0'0'-69'0,"0"0"71"0,-14 4 53 0,14-4 32 0,0 0 35 0,0 0 28 0,0 0 26 0,0 0 18 16,-13 0 23-16,13 0 13 0,0 0 13 15,0 0-5-15,0 0-10 0,0 0-18 16,0 0-16-16,0 0-23 0,0 0-21 0,0 0-11 0,0 0-17 16,21-16-18-16,-21 16-9 15,26 2-8-15,-8 3-9 0,1 2-9 0,10 6-6 16,-2 5-8-16,-3 2-2 0,-3 1-6 15,-4 7-5-15,-4-2-1 0,-3 3-1 16,-7-6-3-16,4 0 2 0,-5-5 5 0,-2 0 8 16,0-3 12-16,-2-1 14 0,2-3-53 15,0 0-25-15,0-1 0 0,2-3 0 0,-2-7 0 16,0 0 0-16,0 0 0 16,0 0 0-16,9-26 0 0,-4 6 0 0,11-9 0 15,-1 0 0-15,2 3 0 0,2 2 0 16,0 5 0-16,1 5 0 0,-4 5 0 0,4 7 0 15,-2 2 0-15,5 2 0 0,10 13 0 16,-5-1 0-16,1 3 0 0,-4 6 0 0,2 1 0 16,-4 2 0-16,-3-2 0 0,1 1 0 15,2-2 0-15,-8-1 0 0,3-5 0 0,-5-2 0 16,-3-6 0-16,-5-2 0 0,7 2 0 16,-7-3 0-16,2-2 0 0,-7-4 0 0,0 0-222 15,0 0-311-15,18-13-91 0,-11-1-107 16,0-7-116-16,0-8 75 0,2-7-746 15,-1 2-962-15</inkml:trace>
  <inkml:trace contextRef="#ctx0" brushRef="#br0" timeOffset="75832.69">21734 5395 4469 0,'0'0'155'0,"-7"4"22"0,7-4 13 0,0 0 18 0,0 0 36 15,-11 5 39-15,11-5 18 0,0 0 30 0,0 0 9 16,0 0-11-16,0 0-32 0,37 0-32 15,-13-3-29-15,15-3-53 0,1-4-65 0,1 3-69 16,2-5-94-16,-1 4-103 0,2 3-113 16,-4 0-138-16,-3 2-138 0,-4 3-162 0,-10 3-156 15,-4 5 88-15,-4 2-751 16,-8 2-964-16</inkml:trace>
  <inkml:trace contextRef="#ctx0" brushRef="#br0" timeOffset="76001.24">22019 5622 4016 0,'-18'12'47'0,"0"-5"75"0,7 1 41 15,4-4 36-15,-3-1 30 0,2 1 50 16,8-4 50-16,-11 6 14 0,11-6 1 0,-8 4-19 16,8-4-33-16,0 0-25 0,0 0-31 15,0 0-25-15,0 0-74 0,50-21-94 0,-18 6-131 16,14-7-141-16,1-2-157 0,3 0-164 16,6 3-141-16,-2 1-122 0,5 3 81 0,1 1-660 15,-3-1-845-15</inkml:trace>
  <inkml:trace contextRef="#ctx0" brushRef="#br0" timeOffset="76317.44">22715 5345 4235 0,'-7'-9'195'0,"-1"0"33"0,5 0 19 0,-1 1 22 0,4 1 24 16,2-1 11-16,1 1-5 15,3 0-18-15,3 0-23 0,9 2-12 0,0 3-25 0,11 4-23 16,10 2-20-16,-1 4-14 15,-2 6-17-15,3 8-15 0,-2 2-6 0,-13 1 6 0,-4 6-94 16,-11 4-38-16,-5 3 0 0,-12 1 0 16,-5 9 0-16,-4-3 0 0,-6-1 0 15,2-5 0-15,4-9 0 0,4-4 0 16,1-6 0-16,4-6 0 0,3-3 0 0,-1-1 0 16,5 0 0-16,1-3 0 0,0-2 0 15,0-5 0-15,11 7 0 0,-2-7 0 0,7 0 0 16,0-5 0-16,7-2 0 0,11-7 0 15,1-1 0-15,9-6 0 0,-2-4 0 0,-2-2 0 16,4-4-846-16,-5 0-134 16,2-4 106-16,-3 0-993 0,-6-1-1293 0</inkml:trace>
  <inkml:trace contextRef="#ctx0" brushRef="#br0" timeOffset="76832.71">23190 5142 5453 0,'-20'-10'41'15,"8"3"71"-15,1 2 78 0,0-1 48 16,6 1 34-16,5 5 17 0,-8-5 6 0,8 5-19 16,-5-5-21-16,5 5-28 0,0 0-21 15,0 0-24-15,0 0-27 0,0 0-155 0,0 0 0 16,0 0 0-16,29 21 0 0,-24-15 0 16,2 4 0-16,-1-3 0 0,-1 3 0 0,-3 0 0 15,0 0 0-15,-2 1 0 16,-4 1 0-16,3-2 0 0,-3 0 0 0,0-3 0 0,-1-1 0 15,5-6 0-15,-8 6 0 16,8-6 0-16,0 0 0 0,-10-18 0 0,14 5 0 16,1-5 0-16,2 2 0 0,0-1 0 15,1 2 0-15,2 3 0 0,-3 2 0 0,2 5 0 16,2 3 0-16,3 2 0 0,-14 0 0 16,35 12 0-16,-10 5 0 0,-1-1 0 0,1 5 0 15,-4-2 0-15,2 0 0 0,-6-4 0 16,-6-3 0-16,2-2 0 0,-4-1 0 15,0-2 0-15,-4 0 0 0,3-4 0 16,-2 2 0-16,-6-5 0 0,11 5 0 0,-11-5 0 16,15-8 0-16,3-6 0 0,1-10 0 15,1-3 0-15,5 4 0 0,-3 0 0 0,-4 3 0 16,0 7 0-16,-5-1 0 0,1 5 0 16,-2 5 0-16,0 0 0 0,1 4 0 15,1 1 0-15,3 6 0 0,0 2 0 0,2 3 0 16,4 3 0-16,2-1 0 0,-6-2 0 15,0-1 0-15,6 7 0 0,-8-7 0 0,0 4 0 16,-1-5 0-16,-5 0 0 0,0 1-67 16,-1-1-737-16,-3-1-157 0,-5-1 85 0,-4 1 88 15,-3 4-809-15,-15 8-1037 16</inkml:trace>
  <inkml:trace contextRef="#ctx0" brushRef="#br0" timeOffset="77083.52">22622 6261 4693 0,'-23'11'444'0,"8"-3"-15"0,4-2-8 0,2-1 2 0,6-1 43 0,3-4 32 0,15 9 2 16,8-6-183-16,23-6-317 0,26-6 0 15,33-11 0-15,12-6 0 0,1-3 0 0,-1-5 0 16,-6 0 0-16,-8 3 0 15,-12 2 0-15,-22 10 0 0,-8 0 0 0,-2 3 0 16,-10 2 0-16,-14 7-222 0,-9 1-378 16,-8 2-47-16,-9 1-88 0,-3 3-92 0,-6 0 69 15,0 0-739-15,0 0-944 0</inkml:trace>
  <inkml:trace contextRef="#ctx0" brushRef="#br0" timeOffset="78049.27">11112 5273 4308 0,'-8'5'-39'0,"4"-4"32"0,4-1 20 0,0 0 37 0,0 0 27 0,0 0 21 0,36-31 5 0,1 2-3 0,9-4-5 0,18-11-6 16,8-3-12-16,0-2-7 0,3-2-9 15,-1 2-10-15,-1 2-7 0,-3 3-45 0,-18 9-49 16,-1 0-79-16,-1 8-83 0,-9 3-73 15,-12 8-83-15,-10 10-79 0,-7 4-178 16,-11 7 48-16,-1-5-272 0,-22 34-334 16</inkml:trace>
  <inkml:trace contextRef="#ctx0" brushRef="#br0" timeOffset="78232.42">11321 5339 2664 0,'-9'9'176'0,"3"-1"-1"15,4-4 29-15,2-4 33 16,0 0 32-16,15 6 28 0,-15-6 17 0,35-10-13 15,-3-3 3-15,14-6-24 0,1-5-23 16,9 0-30-16,-5-4-24 0,7 3-20 0,-8-4-47 16,2 2-44-16,4-2-72 0,-13 5-87 15,-9 9-88-15,-3 3-120 0,-10 3-107 0,-2 5-110 16,-6 0-211-16,-3 4 19 0,-10 0 71 16,6 7-397-16,-6-7-484 0</inkml:trace>
  <inkml:trace contextRef="#ctx0" brushRef="#br0" timeOffset="87732.2">5314 4605 3469 0,'-1'-9'465'0,"1"9"-106"0,0-12-68 0,0 12-65 0,-2-6-42 0,2 6-36 0,0 0-32 0,0 0 18 16,0 0 68-16,0 0 24 0,-4 38 4 0,2-12 2 15,2 9-8-15,-2 6-14 0,2-3-14 16,0 3-15-16,0 0-33 0,2-1-13 15,0-1-13-15,0-2-8 0,3-2-17 0,-5-4-6 16,2-7-12-16,-2-2-23 16,2-3-35-16,-2-3-54 0,0-3-48 0,0-1-64 15,-2-2-60-15,0-3-78 0,-1-3-101 16,3-4-100-16,0 0-93 0,-18-11-128 0,13-4-70 16,-3-5 83-16,1-13-530 0,-2-1-684 15</inkml:trace>
  <inkml:trace contextRef="#ctx0" brushRef="#br0" timeOffset="87932.27">5095 4631 3542 0,'-15'-12'9'0,"-2"4"50"0,3 0 57 16,5 1 61-16,2 3 56 0,1-2 34 15,6 6 31-15,-10-8 9 0,8 2-13 16,2 6-21-16,4-13-19 0,8 3-22 16,4-3-23-16,9-3-23 0,6-2-19 15,5 3-17-15,8-6-24 0,3 4-62 0,3 0-76 16,-2 3-89-16,-6 4-108 0,-1 2-131 15,-2 3-137-15,-11-1-176 0,-3 6-136 0,-8 2 87 16,-6 0-550-16,-3 3-712 0</inkml:trace>
  <inkml:trace contextRef="#ctx0" brushRef="#br0" timeOffset="88180.29">5556 4381 3826 0,'0'-6'169'0,"0"6"-8"0,0 0-20 0,0-10-10 16,0 10 3-16,0 0 46 0,0 0 34 15,2 35 7-15,-2-15-8 0,-2 8-9 16,4 11-7-16,0 2-22 0,2 1-13 0,1-1-10 16,4 0-22-16,0-4-4 0,2-1-20 15,1-1-8-15,1-3-42 0,1-3-60 0,-1-3-65 16,1-6-71-16,-5-5-82 0,0-3-90 15,-2-2-95-15,0-3-131 0,-2-5-192 16,-5-2 28-16,6 3 72 0,-6-3-405 16,0 0-508-16</inkml:trace>
  <inkml:trace contextRef="#ctx0" brushRef="#br0" timeOffset="88547.73">5743 4582 3102 0,'-2'-10'96'0,"2"3"37"0,0 7 35 15,0-10 27-15,0 10 17 0,0 0-2 16,2-12-10-16,-2 12-4 0,10-1-9 16,-10 1 5-16,0 0-6 0,34 7-18 0,-19-1-16 15,5 6-8-15,-4-1-15 16,9 7-6-16,-4-1-1 0,-8 0 7 0,-1-2 6 16,-6-1 20-16,-1 1 4 0,-3 2 10 15,-2-3 0-15,0 1 4 0,-2 1 8 0,-1-1 4 16,-1 0 8-16,0-6-2 0,3-1 13 15,-4 1-8-15,5-2-159 0,0-7-37 16,-2 12 0-16,2-12 0 0,0 9 0 0,0-9 0 16,5 6 0-16,-5-6 0 0,11 6 0 15,-4-4 0-15,-7-2 0 0,25 4 0 0,-12-1 0 16,5-3 0-16,-6 4 0 0,4 0 0 16,-1-3 0-16,-3 4 0 0,-1-5 0 0,1 2 0 15,-12-2 0-15,17 4 0 16,-12 0 0-16,-5-4 0 0,10 2-458 0,-10-2-272 15,0 0-224-15,0 0 87 0,0 0 94 16,0 0-727-16,-21-22-945 0</inkml:trace>
  <inkml:trace contextRef="#ctx0" brushRef="#br0" timeOffset="89030.16">6012 4359 4504 0,'-7'-5'135'0,"1"1"5"16,6 4 11-16,0 0 6 0,-12-4 1 16,12 4-7-16,0 0-3 0,0 0 33 0,0 0 12 15,0 0-11-15,0 0-16 0,21 25-14 16,-13-17-12-16,1 1-12 0,3-1-18 16,-3 2-5-16,-2-3-12 0,2 0-11 0,-4 0-1 15,1-2-6-15,-1 0-11 0,-5-5 14 16,9 9 24-16,-9-9 18 0,7 5-1 15,-7-5-5-15,0 0-10 0,0 0-15 0,9-20-10 16,-5 6-5-16,2-3-58 0,2 1-16 16,-1-1 0-16,1 4 0 0,-3 1 0 15,2 2 0-15,-4 3 0 0,3 5 0 16,-6 2 0-16,13-6 0 0,-13 6 0 0,0 0 0 16,23 11 0-16,-14-7 0 0,0 3 0 15,-2 0 0-15,0 1 0 0,3-2 0 16,-4 1 0-16,1 0 0 0,-1-4 0 15,-1 3 0-15,-5-6 0 0,8 3 0 0,-8-3 0 16,0 0 0-16,0 0 0 0,23-9 0 0,-13-1 0 16,-1 0 0-16,2-5 0 0,-3 3 0 15,4 1 0-15,-5 1 0 0,2 1 0 0,-2 1 0 16,0 2 0-16,-1 2 0 0,-1 0 0 16,3 0 0-16,-8 4 0 0,12 0 0 0,-12 0 0 15,0 0 0-15,23 6 0 16,-18-2 0-16,3 0-190 0,-1 1-511 0,2 1-189 15,-2-2-14-15,0 0 91 0,-3 2-783 16,-4-6-1037-16</inkml:trace>
  <inkml:trace contextRef="#ctx0" brushRef="#br0" timeOffset="89265.43">6519 4001 4694 0,'-2'-21'79'0,"0"5"50"0,1 7 32 0,-4-3 26 0,5 6 22 0,0 6-5 15,0 0 58-15,0 0 36 0,0 0-2 0,5 27-12 0,2 5-12 0,0 8-12 16,6 12-18-16,1 2-24 0,-1 3-20 16,3 1-20-16,-5 1-158 0,-1 0-20 15,-3 0 0-15,-5-4 0 0,-2-10 0 0,-2-3 0 16,1-1 0-16,-5-3 0 0,-4-2 0 16,1-3 0-16,-2-6-241 0,-7-1-201 0,5-7-108 15,-1-6-118-15,-1-2-200 0,0-3 67 16,0 0 83-16,1-6-610 0,5 1-783 0</inkml:trace>
  <inkml:trace contextRef="#ctx0" brushRef="#br0" timeOffset="92529.71">4863 5411 3466 0,'-10'-2'-117'0,"3"0"27"0,-3-2 24 0,1-2 22 0,-1 4 32 0,-2-2 30 15,1 0 38-15,0 0 23 0,-1 1 11 16,12 3 21-16,-15-5-2 0,5 4-5 0,10 1-14 16,-11-6-4-16,11 6-8 0,-9-5-11 15,9 5-9-15,0 0 1 0,0 0-7 16,0 0-6-16,30-10-6 0,6 6-1 16,8-2-5-16,15-1-7 0,7 0-1 0,4 5 2 15,6-1-5-15,2 1 1 0,6 5-7 16,-1-4-1-16,-1 4-5 0,3-1 3 15,-1 3-6-15,-1-2 5 0,3-1-3 0,-2 2 4 16,0-6-3-16,-1 2-4 0,1-5 2 16,2 1-1-16,-2 1 0 0,0-1 4 0,-4 1-8 15,-6 1 5-15,-2 4-5 0,-5-6 2 16,-4 3-4-16,-13 1 2 0,-7 1 3 16,0-1-3-16,-11 4 2 0,-3-4-4 0,-4 2-5 15,-1 1 6-15,-3-1-4 16,0 0-1-16,-1-2 4 0,7 1 3 0,2-2 2 15,-1 1-9-15,15-2 8 0,-3 0-1 16,1 0 3-16,4 1-3 0,-6-1-3 0,3 0-2 16,2 6 0-16,-2-4 3 0,2 0-6 15,1 1 7-15,0 3-6 0,-2 1 1 0,3 0-1 16,1 1 5-16,-2 0 1 0,0-1 2 16,3 0-6-16,-1 0 3 0,1-1-5 15,-1-2 5-15,1 0 1 0,-4-2-1 0,-2 1-2 16,-7-2 3-16,-7 1-1 15,-1-4-2-15,-5 2 7 0,-1 2-8 0,2-5 3 0,-1 3-2 16,-4 2-5-16,3-1 7 16,-3-1-4-16,2 0 3 0,3 2-3 0,1 0 2 15,4-2 0-15,17 2-4 0,5 0 3 16,13 0 3-16,4 2-1 0,-3 0-2 0,3 1 1 16,0 2 0-16,-2 1-3 0,1 0-3 15,-3-6-1-15,-2 4 3 0,-9-3 1 16,7 5 1-16,-10-6 3 0,1 2-2 0,9-8-4 15,-7 6-1-15,11-3-3 0,1 1-5 16,-3-3 0-16,2 2-7 0,0-1-4 0,-4-1 2 16,-10 3-9-16,-1-1 5 15,-2-1 1-15,0 4 7 0,-5 0-5 0,2 0 10 0,-9-1-1 16,4-3-4-16,-8 4 5 0,-1-1 1 16,-1 1 3-16,10-5 1 0,1 1-4 15,-1 1 8-15,4-1-3 0,0 1 8 16,1 1 0-16,4-1 5 0,0-3-3 15,1 3-5-15,4 1 1 0,9 1 1 0,3-1 2 16,-1 0-7-16,-8 2 5 0,5-1-4 16,4-3 1-16,-11 4-5 0,8-3-2 0,5 1-2 15,-2-3 1-15,-1 0 1 0,2 0-7 16,-3-2 11-16,3 2-4 0,-4-4-6 0,0 1 5 16,2 0-3-16,-4 2 11 0,-2-1-7 15,-3-1 7-15,-9 2 0 0,0 0 2 16,-4 1 3-16,-1-3-2 0,-3 2-1 15,-8 0 11-15,-6 2 0 0,2-2 7 0,-2 1-3 16,-4-1 7-16,0-2 2 0,3-1-3 16,-2 1-7-16,-1 0 2 0,3-5-6 15,-4 4 0-15,9-6 1 0,0-2 6 0,-1 0-7 16,1-2-5-16,2-1 1 0,-1 1-8 16,1-2 10-16,2 1-7 0,-5-2 4 0,-2 1-10 15,3-1 10-15,0-3 0 0,0 0 8 16,-2 0 7-16,-2-3-6 0,1-8 10 0,-3-4 5 15,2-1-1-15,-3-2-1 16,-4-3 1-16,0-2 0 0,1-2-3 0,-4-3-5 16,0 0-3-16,-2-3-4 0,3 4 1 15,-3 2-4-15,0 13-1 0,-6 2 5 0,2 3 12 16,-3 6 14-16,2 5-4 0,-4 6 4 16,-2 1 0-16,1 2-2 0,-1 1-8 15,0 3-2-15,0 0-7 0,0-1 3 0,0 2-3 16,-1 1-8-16,-1-1 5 0,-4-1-1 15,4 3-3-15,2 5-5 0,-9-10 1 0,4 6 1 16,-6 0-1-16,0-2-4 0,-1 4 1 16,-2-2-1-16,-6 0 3 0,3 1-5 0,-9 1 1 15,-3-1-2-15,-9-1 2 16,-4-1 1-16,0 2-2 0,-4-3 2 0,2-1-4 16,-9-2 1-16,9 0 1 0,-9-2 2 15,11 3-2-15,-2-2 0 0,-5-4-2 0,-1 0-3 16,10 3 6-16,2 2-4 0,0 0-1 15,-2 1-3-15,2-1 4 0,-1 1-1 16,1 4 2-16,1-1-5 0,-1 2 4 0,4 0-3 16,9 2 2-16,-4 0-3 0,0-1 0 15,3 0 2-15,-3 2 4 0,0-2-1 0,8 2 2 16,-8-2-4-16,4 1 2 0,-2-2-4 16,-2 3 6-16,0-3-2 0,-9 0 0 0,-2-1-1 15,0 2-3-15,-1-3 3 16,4 2 0-16,-5 0-2 0,-6-3 1 0,8 6 0 15,2-4-2-15,0 2 2 0,5 0 1 16,5 0 1-16,-3 2 3 0,2-2-4 0,2 2-2 16,-2 0 2-16,1 0 2 0,-1 0-4 15,-2 0-1-15,5 2 2 0,-7-2 3 16,-6 2-3-16,5 0 3 0,4-2-5 0,-12 2 4 16,6-2-4-16,-5 1 5 0,0 2-3 15,-1-3 2-15,4 3-3 0,-4-2 6 0,0 1-3 16,4 0-4-16,-4 1 3 0,2 0-2 15,-4 0 1-15,2 3 0 0,3-3-2 16,-6 4 0-16,6-1 2 0,-4-2 5 0,7 2-3 16,-2-3-1-16,10 0-1 0,3 0-2 15,0 1 2-15,1 0-1 0,2-2 3 16,-3 0-1-16,1 0 1 0,-1 1-1 0,-3 0-3 16,1 0 3-16,0 1-3 0,1-2 5 15,-3 3-5-15,0-4 6 0,2 3-2 16,-3-2-1-16,1-1 5 0,2 3-4 0,-1-3 5 15,-1 1-3-15,3 0-3 0,0-4 1 16,2 2-1-16,-2 0-2 0,3-2 3 16,-6 2-2-16,2-1 3 0,1-2 0 15,-2 3-6-15,-1-1 6 0,0 1-2 0,1 0-1 0,-3-1-2 16,3 1-2-16,-3-2 6 16,2 2 1-16,-1 0-1 0,3-2 0 0,-1 2 3 15,3-2-4-15,0 1 3 0,3 1-5 16,-5-3 3-16,5 1-2 0,-3 2 0 0,2-2-1 15,-4-2 5-15,0 2-3 0,0 1 1 16,-2-1-2-16,-1 2-2 0,1 0-4 16,-1-1 6-16,-10 1-1 0,6-3 6 0,5 2-5 15,1 1 1-15,-1 0 2 0,2 0 1 16,0-1-4-16,3-1-1 0,-3-2 6 0,0 2-3 16,0 1-2-16,5 1-1 15,-5-3 0-15,4 3-2 0,-6 0 5 0,4 3-4 0,5-3 0 16,-3 0 5-16,-4 0-4 0,4 0 6 15,3 0-4-15,-3 1 2 0,-2 1 0 16,2-4-2-16,2 2 1 0,-4 0 2 16,4 0-4-16,-4 0 2 0,2 0-1 15,-3 0 0-15,0 2 3 0,-3-2-4 0,0 0-1 16,4 2 2-16,-2-2-1 0,1 2-1 16,-1-2-1-16,1 0 4 0,3 2 2 15,-2-1-2-15,2-1-3 0,-4 1 5 16,5-1-3-16,-5 3-1 0,0-2 1 0,2 1 2 0,-1-2-3 15,-3 0 3-15,6 0-4 16,-3 1 4-16,-3-1-1 0,3-1 0 0,-5 2-2 0,2-1-2 16,1 2 3-16,-1 2 0 15,1-2 0-15,-3-2-1 0,2 0 1 0,3 0-2 16,-3 2 1-16,2 1 0 0,0-2-1 16,2 1 3-16,-2 2-1 0,0-3-3 15,4-1 0-15,-2 1-1 0,5-1 6 0,-2 3-2 16,3-3 2-16,0 0 3 0,-4 1-7 15,-2 1 2-15,4-2 1 0,1 0-2 0,-3 2 1 16,1-2 1-16,-4 1 1 0,-1 1-3 16,1 0 4-16,-1 0-2 0,0-1-1 15,3 0-1-15,-1 3 1 0,-2-4 3 16,0 4 1-16,3-2-5 0,3-1 5 0,-6 0-2 16,2 2 0-16,-2-3-1 0,0 3 1 15,0-1-5-15,-2 0 2 0,0 0 0 16,-11-1 4-16,0 2-6 0,4 2 2 0,6-3-1 15,-6 3 4-15,5-1 0 0,4-1-3 16,0-1 2-16,-9 3-2 0,6-1 0 0,3-1-2 16,0 0 3-16,1 1 0 0,-3-3 1 15,-9 5 1-15,0 0-4 0,1-2 4 0,-1 1 3 16,2 0-6-16,-2-1 1 0,8 1 0 16,-7 1 1-16,9-2-2 0,1 0-1 15,1 0 3-15,-7 2 1 0,3-1-2 0,3 1 2 16,0-4-4-16,-7 7 1 0,-2-3 1 15,1 0-3-15,-1 1 4 0,0-2-2 16,0 3 4-16,0-2-2 0,2 0 2 16,5-1-2-16,2 1 3 0,2-3-2 0,0 0 1 15,2 1-3-15,5 0 2 0,0-2 2 16,0 1 0-16,-2-3-5 0,6 2 4 0,0-2 2 16,1 0 3-16,-1 2-3 0,5-2-5 15,9 0 5-15,-23-4 2 0,11 6-4 0,0-4-1 16,1 1 8-16,-3-3 2 15,3 2 1-15,0-1 4 0,-3 0-2 0,5 0 9 16,0 0 3-16,9 3 0 0,-16-4 7 0,11 2 3 16,5 2 8-16,-11-5 3 15,11 5-5-15,-7-4 0 0,7 4-9 0,0 0 3 16,-9-2-3-16,9 2-8 0,0 0-7 16,0 0-5-16,-9-3-4 0,9 3-6 0,0 0-2 15,0 0 4-15,0 0-2 0,2 22 2 16,-1-3 0-16,3 5-1 0,0 12 2 0,-1 3 3 15,-1 4-2-15,7 8-2 0,-6 4 6 16,-3-8-3-16,2 9 2 0,-4-10-2 0,4-1 3 16,-4-1-1-16,2-1-2 15,0-1 1-15,-3-3 5 0,-2 0 11 0,1-3-2 16,-1-3 2-16,-1-5 0 0,3-6-2 16,-1 2-3-16,-3-2-5 0,6-1-4 15,-7 0 0-15,4-4 3 0,1-1-5 0,1 2 11 16,-2-3-12-16,2-3-1 0,-1-1 0 15,1-1 1-15,-1 2 0 0,3-5 1 0,-2-1 1 16,2-6 4-16,-2 12 24 0,2-12 18 16,0 11 11-16,0-11 20 0,-1 6 2 0,1-6-3 15,0 0-13-15,-6 8-2 0,6-8-11 16,0 0-7-16,0 0-7 0,0 0-15 16,0 0-15-16,0 0-43 0,0 0-35 15,-23-8-52-15,23 8-60 0,-8-5-68 16,8 5-94-16,-11-3-109 0,11 3-160 0,-12-2-167 15,12 2 74-15,-11 0-562 0,11 0-719 16</inkml:trace>
  <inkml:trace contextRef="#ctx0" brushRef="#br0" timeOffset="95612.54">6029 5278 3248 0,'0'0'-121'0,"0"0"39"0,0-5 28 0,0 5 26 0,0 0 30 0,0 0 31 15,0 0 29-15,0 0 27 0,-4-11 10 0,4 11 8 16,0 0 3-16,-13-5 6 0,13 5 4 16,-13-3 6-16,13 3-2 0,-18-6 3 15,7 4-7-15,1-1-4 0,-3 2-8 16,-1-1-7-16,1 2-7 0,-4-2-7 15,2 2-5-15,-4 0-3 0,-2 0-1 0,0 2-1 0,-2-2 0 16,0 0 0-16,-3 2 1 16,-3-1-2-16,4-1-1 0,-5 2-5 0,3-2-5 15,0 1-6-15,-1 1-6 0,1 2-3 16,-2-2-9-16,4 3-1 0,1-2 1 0,-1 2-7 16,0-1-1-16,1-1-4 0,0 1 1 15,0 1-9-15,1 0-1 0,0 0 4 16,0 0-5-16,1 2-3 0,1-2 1 0,-1 2-2 15,4-4-3-15,0 2-2 0,1 1-3 16,2-1 0-16,-1 2-1 0,0-2 2 16,0 1-2-16,1 1 1 0,1 0-1 15,1 0-2-15,-1 0 1 0,-2 0 1 0,1-1-3 16,0 2 3-16,-3 0-4 0,1 1 2 16,-2-1 1-16,0 2-2 0,0-2 1 0,1 3 0 15,0-1-2-15,0-2-3 0,2 1 4 16,2 3-1-16,1-4-2 0,-3 2 2 15,3-1-3-15,1 1 1 0,1-1 3 0,0-1 1 16,3 1-3-16,-1-1-3 0,-1 1 1 16,5-1-2-16,-3 1 4 0,0-2 1 0,-1 3-1 15,3 0 2-15,-2 2-4 0,1 1 5 16,1-4-2-16,-1 5 0 0,-2-2-2 0,4 0-1 16,-1 0 3-16,1 2-2 0,-1-4 0 15,3 0 2-15,-4 2-2 0,3-3-1 16,1 2-1-16,-3-2 1 0,3 2-1 15,-1-1 8-15,0-1-6 0,-1 0 2 16,5 1 1-16,-3 2-2 0,-1 0-1 0,2 0 0 16,0 2 1-16,1-3 0 0,-3 3 1 15,2 3 2-15,0-3-4 0,-2 1 2 0,4 2-1 16,-3-3 0-16,3-2 1 0,-3 3 0 16,3-1 1-16,-2-3-3 0,4-1 1 0,-4 2 0 15,2 1 1-15,2-1 0 0,-4 0-2 16,4-1 2-16,-2 3 1 0,0-2-2 15,3 0 1-15,-3 0-1 0,2 2 0 0,-1-1 0 16,-1 1-1-16,0 0 2 16,2-1-1-16,0-1 3 0,0 2-4 0,0-3 1 15,2 0-1-15,-3 1 4 0,1-1-1 16,0-1-3-16,2 0 6 0,-1 0-3 0,2-1 1 16,-1 2-1-16,1 1 1 0,1 0 0 15,-1-2 0-15,1 4 3 0,0-1-2 16,2 3 1-16,-3-3-3 0,1 1 4 0,2 0-3 15,0-1 0-15,-1 1 0 16,0 0 1-16,2 0 0 0,0-2-3 0,-2-1 5 0,3 3 4 16,0-4-2-16,-1 3 0 0,2-1 6 15,-1 0-6-15,1-3 3 0,0 3 3 0,-2 0-4 16,2-5 1-16,-2 4 2 16,3-2-1-16,-3 0 7 0,5 1 6 0,-5-3 1 15,2 0 8-15,3 1 3 0,-1-1 7 16,1-2 1-16,3 0-3 0,-2-1 13 15,2-1-7-15,3-1-6 0,-4 0-5 0,4-1-5 16,-3 3-2-16,2-3 0 0,-4 1-1 16,0 0-30-16,1-2-3 0,-3 1 4 0,1 1-2 15,-2 0-2-15,1-1 8 0,1-1-8 16,-1 4 8-16,1-4 6 0,-1 0-9 16,3 2 1-16,-2-2 0 0,-14 0 0 0,31-2-2 15,-13 2 2-15,0-2-4 0,1 2 8 16,1-2-6-16,-2 1 2 0,4-3 4 15,-5 3-5-15,2-3-1 0,-2 3 14 0,2-1-14 16,-6 0-5-16,0 1 1 0,3-1 6 16,-3 2-2-16,1-4 0 0,-3 3-2 15,-11 1 1-15,25-2-2 0,-14-2 8 0,1 3-4 16,1-3 1-16,0 1-2 0,1 1 1 16,0-3-2-16,2 2 11 0,-1-1-13 0,1 1 1 15,-2-1 4-15,0-2-7 0,-1 6 4 16,1-4-1-16,-3 2-2 0,3-1 7 0,-3-2 0 15,0 3-1-15,1 1-5 16,-1-3 0-16,3 0 1 0,-3 0-1 0,0 0 22 16,5-2-20-16,-5 2 0 0,1-1 5 15,3-1-5-15,-2 0 4 0,3-2 14 16,-4 4-18-16,2-4 1 0,-1 1-9 0,1 3 20 16,-3-2-5-16,0-1-6 0,1 2-6 15,1-2-1-15,-3 3 2 0,3-4-2 0,-2 2 2 16,3 0 7-16,-1-2-1 0,-1 3 14 15,-1-1-20-15,2-2 0 0,1-1 5 0,-1 2-2 16,3 1-3-16,-5-3 2 0,3 0 4 16,-1 3 4-16,1-1-4 0,-3-2 21 15,-2 2 3-15,1 1 4 0,1-2 13 16,-2 4-12-16,2-3-1 0,-4 2 3 0,0 1 4 16,-1-1 2-16,-6 5-4 0,12-10 4 15,-7 3-7-15,1 2-5 0,-1 0-1 0,1-5-6 16,-1 4-3-16,0-2 0 0,1-1-3 15,-1-1-3-15,1 1 3 0,-1-1-4 16,2 2 2-16,-2-2 1 0,-1 1-4 0,3-1-1 16,-3 2 1-16,0-1 3 0,2-1-1 15,-2-2 20-15,0 2-2 0,-1-5 10 0,1 1 6 16,-2-3 6-16,0-7 4 0,0 0-3 16,-2-15-8-16,-4-3-44 0,-2-13 0 0,-1-5 0 15,0-5 0-15,-2 2 0 16,-4 0 0-16,-1 4 0 0,-2 4 0 0,-5 5 0 15,-1 3 0-15,-2 4 0 0,-2 6 0 16,-7 6 0-16,6 8 0 0,-1 5 0 0,-3 1 0 16,1 3 0-16,-1 1 0 0,1 3-34 15,5 3-194-15,4 1-81 0,2 5-114 0,0-3-128 16,4 1-163-16,-3 0-134 0,7-1 79 16,-1-1-699-16,5 2-915 0</inkml:trace>
  <inkml:trace contextRef="#ctx0" brushRef="#br0" timeOffset="97279.85">7845 5360 3808 0,'-2'-9'-159'0,"2"9"38"0,-4-5 31 0,4 5 33 0,-5-5 31 0,5 5 36 15,-8-7 33-15,8 7 28 0,-14-5 16 16,5 1 9-16,0 1 15 0,-3-2-1 0,3 1 1 16,0 1 0-16,-4-2-5 0,1 2-9 15,1 1 0-15,-5-2-3 0,3 3-6 0,-1-1-11 16,-1 0-3-16,-1 0-6 0,0 2-2 15,-2 2 5-15,5-2 4 0,-2 0 3 0,0 2 2 16,-5 0-1-16,1-1-2 16,4-1-1-16,0 2-4 0,2 0-2 0,-1-2-15 15,3 3 1-15,0-1-9 0,0 0 1 16,0-1-10-16,0 1-2 0,11-2 1 16,-19 3-6-16,8 1 0 0,-1 1 1 0,3-2-4 15,-2 3 2-15,-2-3-4 0,2 2 5 16,-1 1-6-16,5-2-2 0,-2 1 0 0,0 1 2 15,-4 0-11-15,6-2 5 0,-2 1-3 16,1 0-3-16,-2 0-3 0,3 1 2 0,0 0-2 16,-2 1 2-16,0-2-4 0,3 2 2 15,-4 1 4-15,1-2 2 0,3 2 4 16,-1-2 0-16,-1 0-1 0,0-1-5 16,-1 3 3-16,5-4-3 0,-3 4-4 0,1-4 1 15,0 1 2-15,1 3-5 0,-3-4-1 16,3 4-2-16,-2-1 5 0,2 1-4 15,-3-2-2-15,3 2 0 0,-4 1 2 0,4-1 0 16,-3 2-3-16,3 1 13 0,-1-1-19 16,0 2 7-16,-2 0 0 0,3 0-1 0,-1-2 2 15,1 2-2-15,1-2 0 0,-4 2 2 16,2 2 8-16,3-2 11 0,-5 4-5 0,5-2 9 16,-4 3 7-16,1 2-6 15,1 1-3-15,1 3 4 0,1-3 0 0,-1 2-6 0,2 0 2 16,-1 3-1-16,1-5 1 15,1 2-7-15,1-3 1 0,-4 3 2 0,4-1 5 16,-2-1 1-16,2-3 2 0,0 3 7 16,0-1-7-16,-2-2 3 0,2 1 2 15,2 2 17-15,0-2-10 0,0 1 7 0,0 0-2 16,1 3-2-16,2 0-3 0,0-1 0 16,3 1 1-16,-1-1-1 0,3 6-4 0,1 0-4 15,0-2-1-15,-2-6-8 16,0-1 3-16,-2 2 2 0,5-2-7 0,-4 1-5 0,1-2 4 15,0 2 0-15,3-4-4 16,-1 3 6-16,1-3 6 0,1 1 3 0,-2-1 4 16,5 1-5-16,-3-1 2 0,3-1-3 15,-1 0-2-15,6 4-4 0,0-4 1 0,-2-2-10 16,-2 0-16-16,12 5 0 0,-2-3 0 16,-7-2 0-16,-1-4 0 0,1 1 0 0,-2-2 0 15,3 1 0-15,1-1 0 0,-2 1 0 16,3-6 0-16,0 4 0 0,2-5 0 0,0 1 0 15,1-2 0-15,-3 0 0 0,0 0 0 16,4-2 0-16,2 1 0 0,-4-1 0 16,-3 2 0-16,-1-2 0 0,4 0 0 0,-2 0 0 15,1-3 0-15,1 0 0 0,0 2 0 16,-2 0 0-16,2-1 0 0,-1 1 0 0,-1-2 0 16,9-4 0-16,-5 2 0 0,-4 1 0 15,2-1 0-15,6-7 0 0,-3 2 0 16,3-3 0-16,-3 1 0 0,-4-2 0 15,3 1 0-15,-6 1 0 0,-3 1 0 0,-1 2 0 16,8-5 0-16,-9 4 0 16,0 1 0-16,2 0 0 0,-4 1 0 0,-3 2 0 0,1 0 0 15,-1-2 0-15,2 2 0 0,-2-3 0 16,-2 3 0-16,1-3 0 0,1 1 0 0,-4 0 0 16,5-2 0-16,-4-3 0 0,1 1 0 15,0-2 0-15,1-2 0 0,-2-3 0 16,3-5 0-16,3-3 0 0,-5 6 0 0,-2 2 0 15,5-7 0-15,-4 4 0 0,-1 4 0 16,3 1 0-16,-6-2 0 0,2 1 0 16,-1 3 0-16,3-4 0 0,-5 4 0 0,2 1 0 15,0-4 0-15,-1 1 0 0,-2-4 0 16,2 1 0-16,-3-2 0 0,1 0 0 16,-2-3 0-16,0-1 0 0,-2-11 0 15,4-1 0-15,-4 2 0 0,2 8 0 0,0 5 0 16,0-2 0-16,-3 2 0 0,1 0 0 15,0 3 0-15,-2 2 0 0,-1-2 0 16,-2 3 0-16,0 0 0 0,-2-1 0 0,-7-5 0 16,-1 2 0-16,-6-1 0 0,-2 1 0 15,-12-3 0-15,-8 0 0 0,-4 2 0 0,-8 2 0 16,-6 3 0-16,-2 8 0 0,-6 0 0 16,1 9 0-16,0 6 0 0,-1 1 0 0,2 5 0 15,7 4 0-15,1 1 0 0,9 2 0 16,7-1 0-16,10-1-287 0,5 1-730 0,5 1 80 15,6-5 99-15,2 0-901 0,-1-1-1170 16</inkml:trace>
  <inkml:trace contextRef="#ctx0" brushRef="#br0" timeOffset="103561.42">13453 17381 5984 0,'0'0'166'0,"0"0"-106"0,0 0-29 16,0 0-8-16,25-25 48 0,-3 2 49 0,10-9 5 0,4-4-23 0,4 1-23 15,4 0-6-15,-2-2-4 0,-1 2-17 16,2 2-2-16,-5-4-80 0,-1 7-63 15,-4 1-86-15,-5 8-98 0,-6 2-116 16,-8 8-139-16,-3 4-182 0,-8 3-54 16,-3 4 85-16,0 0-452 0,0 0-602 0</inkml:trace>
  <inkml:trace contextRef="#ctx0" brushRef="#br0" timeOffset="103744.32">13520 17541 3479 0,'-6'12'175'0,"3"-4"8"16,3-3 29-16,0-5 32 0,0 0 22 0,0 0 26 15,0 0 15-15,36-34-14 16,-9 12-24-16,9-9-24 0,6 1-27 0,2-1-19 0,2-2-21 16,-1 2-26-16,3-2-73 15,-3 2-117-15,-2 4-138 0,-2 0-150 0,-8 8-181 16,-3 0-260-16,-5-1-20 0,-5 4 88 16,-9 6-488-16,-4-1-653 0</inkml:trace>
  <inkml:trace contextRef="#ctx0" brushRef="#br0" timeOffset="103994.39">13755 16781 3749 0,'-11'-7'289'0,"0"2"-15"16,6 1-16-16,5 4-11 16,0-10-29-16,0 10-10 0,30-11 0 0,8 3-17 0,8 8-14 15,15 0-37-15,6 12-14 16,-1 2-7-16,-3 5-21 0,-2 8-4 0,-11 6-14 15,-4 5-1-15,-10 5-11 0,-7 3-5 16,-11 5-3-16,-6 1-6 0,-12-3-6 16,-10 9 8-16,-6 1-17 0,-13-1-1 0,-11 12 0 15,8-17-50-15,-7-5-51 16,1 1-68-16,0-6-96 0,4 0-112 0,6-8-148 0,3-9-210 16,3-5-96-16,8-9 82 15,2-5-500-15,2-7-673 0</inkml:trace>
  <inkml:trace contextRef="#ctx0" brushRef="#br0" timeOffset="108559.65">21570 12088 1737 0,'-30'-12'-23'0,"-1"2"12"0,8 1 22 0,8 0 12 0,2 5 8 0,3-1 7 0,10 1-8 16,0 4 1-16,19-10-2 0,13 3 3 15,14 1-1-15,25 4-6 0,15 0 2 0,34 5-2 16,13 4-2-16,12 7 0 0,4 2-5 16,-4 0-1-16,-5 3-1 0,-6-5 0 0,-16 0-1 15,-12-2 0-15,-27-4 2 16,-14-1-9-16,-20-2 4 0,-6-1 11 0,-12-3 2 0,-11-1-1 16,-9 0-6-16,-7 0 3 15,0 0 1-15,0 0-1 0,-66-15 11 0,9 4 7 16,-10 0 2-16,-1 0 5 0,0-1 11 15,8 2 22-15,20 1 28 0,5 1 10 0,23 1-12 16,12 4-12-16,0 3-11 0,50-7-7 16,23 5-9-16,17 0 1 0,39 4-8 0,16 4-3 15,8 1-11-15,-1 1-7 0,1 0-23 16,-5-4-4-16,-5-4-5 0,-8-4-4 16,-7-1 3-16,-12-2-4 0,-32-4 1 0,-10 0-1 15,-11-1 4-15,-11 1-2 0,-14 0-1 16,-11-1 0-16,-10 1-25 0,-8 3-36 15,-5 0-43-15,-8 0-48 0,-3 2-76 16,-9-1-103-16,-9 1-217 0,-9-2 58 0,-6 0-93 16,-4-2-80-16</inkml:trace>
  <inkml:trace contextRef="#ctx0" brushRef="#br0" timeOffset="118209.52">20226 13191 2048 0,'-2'-12'175'0,"0"1"-35"0,2 5 6 0,-1-1 0 0,1 7 0 0,-2-8 10 0,2 8 6 0,0 0 10 16,-4-14 6-16,4 14 7 0,-2-4 3 15,2 4-4-15,0 0-6 0,-5-7-5 0,5 7-8 16,0 0-5-16,-7-4-14 0,7 4-12 15,0 0-9-15,0 0-11 0,0 0-11 16,0 0-12-16,-3-8-6 0,3 8-8 16,0 0-10-16,0 0-7 0,0 0-4 0,0 0-5 15,0 0-7-15,0 0-7 0,0 0 1 16,0 0-5-16,0 0 0 0,-4-6-7 16,4 6-2-16,0 0-1 0,0 0 0 0,0 0-3 15,0 0-4-15,0 0-1 0,0 0 2 16,0 0-1-16,0 0 5 0,0 0-6 0,-4-13-6 15,0 11 3-15,4 2-6 0,-17-12 2 16,4 7-3-16,-5 2 1 0,-6 3-6 0,-14 3-1 16,-2 4 1-16,0 5 2 15,-8 9-1-15,1 0 1 0,1 5 1 0,-4 1-5 0,8 2 3 16,3 2 0-16,4-2-3 0,11-4 1 16,-1 1-3-16,9-2 1 0,7-2-1 15,3-5 9-15,10 2-10 0,-1 3 1 16,13 3 4-16,4-1 5 0,5-2 1 0,13 6 1 15,5-3 1-15,2-1 2 0,3 0 3 16,4-1 2-16,-5-2-4 0,-3 3 1 16,-9-7 4-16,-9 0-1 0,-2 0 5 0,-4-2 15 15,-9-4 28-15,-3 1 22 0,0 3 21 16,-8-5 17-16,-2 2 12 0,0-3 1 0,-6 3 5 16,0 0-4-16,-1-4-9 0,-4 2-14 15,-1-3-11-15,-3 0-13 0,0-3-9 0,-6 2-14 16,3-6-9-16,-9 0-32 15,8 0-38-15,-4 0-65 0,3-3-72 0,0 1-68 16,7 2-74-16,0-1-94 0,1 1-92 16,1-2-120-16,6-2-213 0,7 4 52 0,-5-7 87 15,5 7-543-15,14-13-677 0</inkml:trace>
  <inkml:trace contextRef="#ctx0" brushRef="#br0" timeOffset="118526.56">20621 13453 3672 0,'-6'-8'112'0,"1"2"15"0,-5 2 16 0,0 2 33 0,10 2 19 0,-25 2 9 15,14 2 0-15,-4 4-18 0,-2 2-13 0,-1 1-18 16,5 3-17-16,2 2-14 16,3 1-16-16,2-2-2 0,5 2-12 0,2 1-7 15,10-1-12-15,2 1-2 0,10-1-9 16,7-1-2-16,6-6-13 0,4-1-4 15,-1-3-17-15,-9-6-7 0,-6 0 4 0,-3 0-3 16,1-3-1-16,-8 0-3 0,-3-1-1 16,-2-3-7-16,-5-1 3 0,-3-4-4 0,-2-2-1 15,-3-3-5-15,-5-12-16 0,-5-2-25 16,-6-1-22-16,6-2-19 0,-8-6-24 0,6 7-17 16,-2 4-17-16,5 5-24 0,-1 5-47 15,3 5-69-15,4 6-55 0,-3 3-56 16,0 3-71-16,5 0-156 0,5 2-1 15,-12 0 63-15,12 0-266 0,0 0-306 0</inkml:trace>
  <inkml:trace contextRef="#ctx0" brushRef="#br0" timeOffset="118725.26">20855 13166 2604 0,'8'-4'196'16,"-3"1"21"-16,2-1 4 0,-7 4 12 16,0 0 16-16,7-5-3 0,-7 5-15 0,0 0-22 15,0 0 9-15,0 0 13 16,4 24 1-16,-2-9-26 0,-2 4-16 0,0 5-17 0,3 10-12 15,-3 2-23-15,8 2-10 16,-4 1-17-16,2 3-11 0,-1-1-48 0,3-2-57 16,-1-1-70-16,5-1-89 0,-1-4-101 15,1-1-89-15,1-5-102 0,3-4-110 0,1-6-131 16,-2-9 59-16,-2-2-425 0,5-4-536 16</inkml:trace>
  <inkml:trace contextRef="#ctx0" brushRef="#br0" timeOffset="119007.91">21278 13573 2833 0,'15'-22'41'0,"-1"3"72"0,-5 4 60 15,-1 3 40-15,-4 1 23 0,2 3 8 0,-2-2-4 16,-1 6-10-16,1-2-27 0,-4 6-22 16,6-7-13-16,-6 7 22 0,0 0-9 0,13 15-16 15,-7-5-16-15,1 2-13 0,4 3-16 16,1 3-10-16,-1-3-11 0,9 6-6 16,-3-4-11-16,-2-5-7 0,3 1-4 15,-2-3-6-15,0-1-2 0,-1-2-26 0,1-2-3 16,-3-5-1-16,0 0-4 0,6-3-1 15,-3-3 3-15,-2-6-5 0,9-5-2 0,-3-8-7 16,-4-3 1-16,0-6-10 0,1-11-5 16,-3-5-22-16,-1-8-21 0,-4 3-20 15,-1 3-14-15,0 12-17 0,-5 6-27 0,1 6-45 16,-2 10-69-16,-4 3-98 16,0 3-77-16,-2 7-95 0,1 2-209 0,3 3 57 0,0 0 69 15,0 0-359-15,-25 12-424 16</inkml:trace>
  <inkml:trace contextRef="#ctx0" brushRef="#br0" timeOffset="119477.44">22028 12889 2702 0,'3'-39'168'16,"-4"-1"34"-16,-1 11 43 0,0 5 46 16,0 5-6-16,-1 3-19 0,1 3-31 0,2 1-29 15,0 10-14-15,0 2 2 0,0 0-12 16,2 29-13-16,5 7-12 0,0 20-19 15,2 2-12-15,3 5-6 0,-2 2-18 16,-1 2-3-16,3-1-16 0,-5 2-23 0,4-5-38 16,1-3-41-16,-2-2-43 0,-3-7-32 15,-3-10-29-15,-3-8-18 0,1-5-15 16,-2-7-13-16,-2-6 4 0,2-3 0 0,-1-3 15 16,-1-6 12-16,2-3 17 0,0 0 15 15,0 0 19-15,-19-32 15 0,7 1 18 0,1-5 28 16,-3-12 28-16,1-1 27 0,4 12 44 15,1 13 43-15,0 3 19 0,5 6-6 0,-5-1-12 16,5 4-11-16,1 2-16 0,0 3 4 16,-1 4 22-16,3 3 7 0,0 0-4 0,0 0-12 15,21-2-11-15,-7 2-8 16,5 2-4-16,6-4-10 0,13 1-4 0,2-5-10 0,4-2-3 16,9-4-12-16,-4-2-5 15,-8 4-4-15,-9 0-3 0,-3 5-11 0,-9 1-3 16,-2 2-4-16,-2 4-4 0,-4 5 3 15,-1 1-1-15,2 6 0 0,-8 2-3 0,1 4 0 16,-3 2 1-16,1 3-3 0,0 0-2 16,-2 0-2-16,-2 12-16 0,2-8-50 0,0-2-66 15,-4-1-110-15,2 2-130 0,-4 4-142 16,0-6-215-16,0-6 22 0,2-3 77 16,1-1-469-16,1-4-565 0</inkml:trace>
  <inkml:trace contextRef="#ctx0" brushRef="#br0" timeOffset="119641.37">22761 13065 3393 0,'-3'-17'189'0,"-1"7"14"0,-1 1 2 0,3 1-18 0,2 3-17 0,0 5-17 0,-3-9-26 0,3 9-57 16,0 0-55-16,0 0-114 0,0 0-146 0,0 0-223 15,14 27-170-15,-11-11 64 0,1 5-340 16,0 2-396-16</inkml:trace>
  <inkml:trace contextRef="#ctx0" brushRef="#br0" timeOffset="120007.84">23073 13287 2505 0,'0'0'166'0,"0"0"28"0,0 0 10 16,0 0 12-16,0 0 20 0,-30 9 7 15,24-8-1-15,-1 2-6 0,1 4-2 0,-2-2-30 16,5 4-11-16,-3-1-22 0,4 6-6 15,2-2-22-15,2 0-12 0,4 4-13 0,3 1-11 16,-1-5-19-16,5 4 2 16,3-7-11-16,-3 1-11 0,2-4-10 0,-2 0-13 15,5-1-10-15,-5-4 0 0,0-2-7 0,-1-1-6 16,-1-3 3-16,1-5 0 0,-5 0 7 16,1-5-17-16,-7-3 1 0,1 1 1 15,-4 1 3-15,2-1 11 0,-5 1 8 16,-1 4-5-16,1 3 19 0,-5 3-8 0,-1 4 7 15,11 2 6-15,-24 0 1 0,24 0 6 16,-16 10 5-16,9-4 20 0,4-2 10 0,3 3 19 16,0-7 9-16,12 14-4 0,1-9-9 15,2 0-14-15,9-1-6 0,7-4-11 0,11-6-24 16,4 0-42-16,11-5-59 16,-4-1-71-16,-9 4-83 0,-2-1-103 0,-4 1-143 0,-2 0-130 15,-2 0-178-15,-7 5-51 16,-5 0 82-16,-3 1-650 0,-2 5-821 0</inkml:trace>
  <inkml:trace contextRef="#ctx0" brushRef="#br0" timeOffset="120509.05">24492 13837 4213 0,'-4'2'177'0,"4"-2"-20"0,0 0-19 0,0 0-14 0,0 0-10 0,18-21-11 0,7 4-13 0,4-4-9 16,9-6-8-16,4-4-32 15,5-4-21-15,-2-2-23 0,-2-8-21 0,9-14-13 16,-7-5-17-16,-2-4-21 0,-5-12-6 16,-4-3-12-16,-6-4-10 0,3-6 11 0,-6 0 10 15,-2-1 5-15,-10 20 17 0,-6 4 38 16,0 12 30-16,-7 15 27 0,0 12 18 15,-3 7 10-15,-3 6 8 0,1 8 24 0,-8 8 27 16,-6 12 21-16,-10 12 18 0,-5 14 6 16,1 10-5-16,5 7 15 0,1 7 12 0,8 6-7 15,4 0-14-15,7 3-14 16,8-1-13-16,6 0-13 0,7-6-17 0,6 0-10 16,6-7-9-16,4-4-9 0,1-6-3 15,1-8-11-15,5-3-9 0,2-7-4 0,-8-10-4 16,4-7-21-16,-1-1-17 0,-5-9-7 15,-5-2 6-15,2-3-4 0,-1-2 4 0,-2-8 3 16,1-7-6-16,-6 1-1 0,-4-6 3 16,-4-4-3-16,0 5-3 0,-7 1 0 0,-2 8-4 15,-4-1-3-15,-3 3-1 0,-2 2-3 16,-4 6-5-16,-2 2-11 0,-4 5-42 0,-2 4-56 16,-10 8-88-16,5 5-124 15,-1 4-144-15,4-3-182 0,6-3-159 0,7-1 81 0,6-5-682 16,6-3-868-16</inkml:trace>
  <inkml:trace contextRef="#ctx0" brushRef="#br0" timeOffset="120724.22">25962 13041 4149 0,'9'-12'127'0,"-4"4"7"0,-1 3-6 0,-4 5 27 0,0 0 51 0,0 0 45 0,-40 46 38 15,7-7-10-15,-3 13-16 0,-11 18-16 16,-1 5-22-16,1 2-24 0,0 3-20 0,4-5-17 15,2-1-14-15,5-1-19 16,11-14-15-16,0-1-14 0,5-5-26 0,1 0-51 16,2-7-67-16,7-9-75 0,1-4-97 15,1-9-112-15,5-5-121 0,-6-6-135 0,6-5-182 16,-5-4 7-16,5-2 77 0,3-2-568 16,-14-17-710-16</inkml:trace>
  <inkml:trace contextRef="#ctx0" brushRef="#br0" timeOffset="120874.25">25478 13174 3609 0,'-2'-15'278'16,"2"6"-8"-16,-3 0 0 0,3 3 10 16,0 6-20-16,0 0-16 0,0 0-22 0,0 0-15 15,0 0-24-15,-8 20-26 16,14-5-92-16,1 3-121 0,9 9-193 0,-1-2-252 16,2 1-265-16,0 0 71 0,-3-1 77 15,-3 4-457-15,1-3-546 0</inkml:trace>
  <inkml:trace contextRef="#ctx0" brushRef="#br0" timeOffset="121324.55">27038 13225 3535 0,'3'-12'395'0,"3"4"-42"0,-4 0-46 0,-2 8-38 0,0 0-20 0,0 0-14 0,0 0 5 0,-4 32 3 16,-3-2-8-16,-5 8-11 0,1 8-15 15,-2 0-18-15,-1 0-17 0,5-5-21 0,-2-2-16 16,0-2-16-16,2-2-39 0,-1-3-52 15,-1-3-64-15,2-2-77 0,0-5-91 0,4-7-88 16,1-3-128-16,-1-3-153 0,-1-5-248 16,0-2 69-16,6-2 87 0,0 0-536 15,-12-18-662-15</inkml:trace>
  <inkml:trace contextRef="#ctx0" brushRef="#br0" timeOffset="121474.32">26914 12953 3655 0,'-5'-16'156'15,"2"4"24"-15,-1 2 37 0,-2 0 28 16,5 4 5-16,-3 0-35 0,4 6-22 0,-6-11-24 16,6 11-38-16,-2-8-87 0,2 8-107 15,0 0-118-15,0 0-136 0,0 0-183 16,13 19-179-16,-7-4 63 0,-2 7-438 0,-3 4-527 16</inkml:trace>
  <inkml:trace contextRef="#ctx0" brushRef="#br0" timeOffset="121823.88">27283 13311 3345 0,'0'0'271'0,"6"1"1"0,-6-1-8 15,0 0 1-15,0 0-5 0,0 0 9 16,0 0-2-16,0 0-21 0,0 0-20 0,0 0-9 16,0 0-31-16,0 0-24 0,13 2-9 15,-13-2-20-15,0 0-15 0,6 7-7 0,-6-7-8 16,6 8-4-16,-6-8-13 0,6 9-16 15,-5-6-12-15,-1-3-16 0,10 9-10 16,-10-9-4-16,10 0-7 0,-10 0 2 0,30-19 1 16,-3 0-4-16,-5-1 0 0,5 3 0 15,-4 1 7-15,-5 3 13 0,-5 6-1 16,-2-2-9-16,-1 4-8 0,-5 3 8 16,-5 2 11-16,17 4 10 0,-9 1 1 0,3 2-3 15,0 3-3-15,3 4-6 0,-1-2-5 16,-1 3-4-16,1 0 0 0,1-1-14 0,-1 0-31 15,-4-4-56-15,1 1-55 0,0-1-61 16,-3 1-79-16,0-5-105 0,2 0-124 0,-6-2-175 16,-3-4-154-16,13-2 72 0,1-6-686 15,13-9-887-15</inkml:trace>
  <inkml:trace contextRef="#ctx0" brushRef="#br0" timeOffset="122176.53">28537 12369 4314 0,'2'-15'134'15,"0"5"27"-15,-2 1 13 0,0 4 0 0,0 5 26 16,0 0 73-16,0 0 44 0,-33 39 16 16,10 4-7-16,-2 7-16 0,0 6-21 0,0 5-27 15,-4 17-24-15,8-13-20 16,2 4-24-16,4-1-17 0,5-2-80 0,3-6-97 0,0-2 0 16,7-14 0-16,0-3 0 0,2-5 0 15,0-11 0-15,1-3 0 0,-1-6 0 16,-2-3 0-16,2-4 0 0,-2-4 0 0,0-5 0 15,0 0 0-15,0 0 0 0,0 0 0 16,0-34 0-16,-4 2 0 0,-6-1 0 16,-1 2 0-16,-5 3 0 0,-1 3 0 0,2 9 0 15,-2 7 0-15,-1 6 0 0,2 3 0 16,-7 11 0-16,-8 7 0 0,-1 11 0 0,1 5 0 16,6 5 0-16,8-8 0 0,8 6 0 15,1-3 0-15,6-3 0 0,4 3 0 16,9 14 0-16,11 0 0 0,1-6 0 0,4-4-196 15,-3-13-217-15,2-2-107 0,5-6-82 0,-3-5-113 16,-3-6-104-16,-3-2 74 0,-6-3-677 16,2-2-873-16</inkml:trace>
  <inkml:trace contextRef="#ctx0" brushRef="#br0" timeOffset="122646.21">28436 13537 4220 0,'0'0'115'0,"6"-5"47"0,-6 5 47 0,0 0 49 15,4-7 50-15,-4 7 34 0,0 0 25 16,0 0 13-16,0 0-4 0,3-8-11 0,-3 8-29 15,0 0-20-15,8-12-36 0,2 1-123 16,5-4-157-16,10-9 0 0,0-1 0 0,9-6 0 16,0-4 0-16,2-6 0 0,-2 0 0 15,-1-9 0-15,0 0 0 0,-5 5 0 0,-4 6 0 16,-6 10 0-16,-3 6 0 16,-3 5 0-16,-7 4 0 0,3 5 0 0,-6 6 0 15,-2 3 0-15,0 0 0 0,-19 27 0 16,3 2 0-16,3 2 0 0,-2 2 0 0,2 4 0 15,-1-3 0-15,3-2 0 0,2 2 0 16,-2-5 0-16,10-3 0 0,-3-6 0 0,2-2 0 16,0-3 0-16,2-3 0 0,2-4 0 15,0 2 0-15,3-6 0 0,4-1 0 0,-9-3 0 16,16-7 0-16,-2-1 0 0,1-4 0 16,6-7 0-16,1-6 0 0,0-3 0 15,-1-1 0-15,-2 0-116 0,0 9 13 0,-5 1 36 16,-5 5 32-16,0 2 23 0,-3 2 22 15,0 2 13-15,0 3 15 0,-3 3 10 16,-3 2 47-16,0 0 11 0,0 0-93 0,0 0-13 16,8 19 0-16,-8-9 0 0,-2 3 0 15,2-1 0-15,0 4 0 0,0-3 0 16,0 3 0-16,0-3 0 0,2 1 0 0,0 3-164 16,-1-3-159-16,6-2-65 0,0-2-52 15,4-3-39-15,1-4-53 0,5-3-53 0,4-6-60 16,12-8 3-16,5-10 46 0,1-10-559 15,6-4-623-15</inkml:trace>
  <inkml:trace contextRef="#ctx0" brushRef="#br0" timeOffset="122824.44">29342 13089 2985 0,'36'-39'-33'0,"-11"10"95"0,-10 8 89 0,-4 6 47 0,-3 3 28 0,-2 2 19 0,-3 5 22 15,-3 5 52-15,0 0 29 0,0 0 30 16,0 0 8-16,-28 22-14 0,13 2-17 0,-1 0-31 16,1 3-32-16,3 1-29 0,-1-1-24 15,3 2-27-15,5-4-23 0,-1-3-18 0,4 0-19 16,2-3-62-16,0-2-90 0,2 0 0 15,2-5 0-15,-1-3 0 0,6-1-28 16,0-2-214-16,4-5-82 0,5-2-87 0,5-7-84 16,11-11-75-16,9-11-89 0,16-20-105 15,-1-9 44-15,3-8-633 0,1-4-808 0</inkml:trace>
  <inkml:trace contextRef="#ctx0" brushRef="#br0" timeOffset="123323.42">30304 12287 3436 0,'34'-52'-43'15,"-13"11"113"-15,-10 9 65 0,-4 8 49 16,-4 3 40-16,-1 9 25 0,-2 0 22 0,-4 4 29 15,1 3 12-15,3 5 28 0,-27 13 6 16,2 9-6-16,-9 14-20 0,3 9-23 0,1 9-28 16,-6 16-26-16,2 5-26 0,10-12-19 15,-2 18-20-15,3-15-20 0,-1 16-17 16,8-15-135-16,0 0-6 0,3-6 0 0,6-4 0 16,-3-4 0-16,0-12 0 0,5-3 0 15,-2-5-96-15,0-9-106 0,3-5-13 0,1-7-2 16,-3-1-18-16,-3-5-3 15,-1 0-2-15,-1-4 7 0,-5-4 9 0,-1-6 24 16,-8-11 30-16,0-3 51 0,9-7 61 16,-2 4 61-16,9 4 69 0,-1 6 69 0,2 1 59 15,3 4 35-15,-1 2 3 0,3 1 10 16,1-2 1-16,2 9-10 0,0-10-3 0,0 10-6 16,16-9-17-16,0 6-70 0,8-4-143 15,9-1 0-15,3-4 0 0,4 0 0 0,10-4 0 16,1-1 0-16,2 0 0 15,-3-1 0-15,-8 5 0 0,-8 3 0 0,-7 1 0 0,-6 2 0 16,-4 4 0-16,-2 1 0 0,-2 1 0 16,-1 1 0-16,-12 0 0 0,23 8 0 15,-13-3 0-15,-1 6 0 0,-4-1 0 16,4 1 0-16,-5 5 0 0,-3 1 0 0,3 4 0 16,0 1 0-16,-4-3 0 0,3 3 0 15,-1-3 0-15,2-2 0 0,-2-2 0 16,1-1 0-16,4-4 0 0,-1 3 0 0,1-5 0 15,-2 0 0-15,8-4 0 16,-4-1 0-16,2-1-384 0,-1-2-166 0,-10 0-104 0,18-7-169 16,-9-1-7-16,-4 2 80 0,1-6-678 15,-2 3-880-15</inkml:trace>
  <inkml:trace contextRef="#ctx0" brushRef="#br0" timeOffset="123874.16">19774 14691 4078 0,'-24'-2'-88'0,"3"-1"34"0,7 0 21 0,3 2 25 0,6-4 6 15,5 5 8-15,14-12 15 0,31-6 16 0,21-7 20 16,54-10 22-16,71-11 12 0,38-7-8 16,40-3 16-16,41 0-10 0,47-4-12 15,46-1 0-15,192-17-14 0,3 9 9 0,10 12-12 16,42 5 1-16,-13 3-3 0,-36 6-1 15,-160 16 34-15,2-1 16 0,-11 3 24 0,-25-1 4 16,-31 1-5-16,-40-4-4 0,-42 3-11 16,-45 0-13-16,-89 3-11 0,-25 3-15 0,-26-3-30 15,-37 5-40-15,-15-3-79 16,-27 4-116-16,-14 0-145 0,-19 3-139 0,-22-3-259 16,-25-5 47-16,-22 5 79 0,-43-1-429 15,-23 3-510-15</inkml:trace>
  <inkml:trace contextRef="#ctx0" brushRef="#br0" timeOffset="124290.42">21049 14541 3240 0,'20'-37'215'0,"-5"6"-21"0,-2 10-19 0,-2 6-21 0,2 3-18 0,-8 9-11 16,1 3 2-16,-6 0 32 0,-6 27 35 0,-13 16 16 0,-14 10 13 15,-16 22 17-15,-10 10-7 0,-5 0 8 16,-4 1 3-16,2-4 10 0,3-3 13 16,9-12 10-16,18-17 0 0,7-4-13 15,11-3-17-15,12-9-14 0,9 0-13 0,15-4-178 16,12-1-42-16,18-4 0 0,7-8 0 16,9-4 0-16,2-9 0 0,6 0 0 0,-2-4 0 15,3-4 0-15,-6 0 0 0,-4-3-559 16,-6-5-201-16,-5 1-179 0,-16-1 85 0,-6 0 86 15,-7 3-698-15,-6-2-915 0</inkml:trace>
  <inkml:trace contextRef="#ctx0" brushRef="#br0" timeOffset="124523.59">21250 15154 4342 0,'9'-5'95'0,"7"1"52"0,2 3 43 16,5 2 41-16,8-1 18 0,7 8 12 15,2 1-5-15,2 4-4 0,4 4-12 0,-2 2-23 16,-8 6-15-16,-2 2-12 0,-6 4-14 16,-1 5-14-16,-11-6-10 0,-7 1-11 15,-5-2-8-15,-4-2-14 0,-9 9-13 0,-13 9-13 16,-4-3-26-16,-10 0-44 0,-6 0-56 16,-4-1-77-16,-1-6-91 0,0 0-99 15,0-5-127-15,3-1-142 0,2-6-199 16,8-5-57-16,6-6 84 0,3-3-643 0,9-7-838 15</inkml:trace>
  <inkml:trace contextRef="#ctx0" brushRef="#br0" timeOffset="125156.47">23000 15259 3501 0,'1'-7'-109'0,"1"-4"73"0,-2-1 45 0,0 2 48 0,-2 2 41 0,2-4 30 0,-3 3 27 0,1-1 26 16,-5 0 13-16,4 2-6 0,-3 1-10 0,1 5-11 16,5 2-9-16,-22-2-3 0,8 6 3 15,-8 5-2-15,-4 9 7 0,1 0 1 16,0 5 0-16,6-1-8 0,5-4-9 0,11 2-5 16,-1-2 1-16,8 6-3 15,4 5-6-15,7-3-8 0,4 3-9 0,1-3-15 16,5-2-5-16,0 0-12 0,2-2 1 15,-4-3 9-15,-4-3 7 0,-5-2 6 0,-5-3 10 16,2-2 10-16,-5-1 14 0,0 0 21 16,-4 0-132-16,-6 1-31 0,0 1 0 0,-8 2 0 15,-1 1 0-15,-4-1 0 0,-2-3 0 16,0-1 0-16,0 1 0 0,0-3 0 0,3-5 0 16,4 1 0-16,-2-2 0 0,-1-6 0 15,5-2 0-15,0-4 0 0,9-3-656 0,2-2-157 16,7 1-122-16,-2 4 90 0,5 5-836 15,0 2-1116-15</inkml:trace>
  <inkml:trace contextRef="#ctx0" brushRef="#br0" timeOffset="125922.54">23066 15709 4960 0,'7'3'90'0,"1"1"56"0,0 0 69 16,-8-4 72-16,17 2 31 0,-17-2 13 16,0 0 4-16,27-7-10 0,-18 1-27 0,7-3-32 15,-2 0-23-15,11-11-25 0,0 1-59 16,4-6-159-16,3-4 0 0,1-4 0 0,-3-2 0 15,1 2 0-15,-8 6 0 0,-2 1 0 16,-5 4 0-16,-2 4 0 0,-4 5 0 16,-3 2 0-16,0 4 0 0,-3 0 0 0,3 1 0 15,-7 6 0-15,0 0 0 16,0 0 0-16,0 0 0 0,0 0 0 0,-20 35 0 16,9-6 0-16,-1 1 0 0,5 3 0 15,-1-1 0-15,5 1 0 0,-1-6 0 0,1-3 0 16,6 0 0-16,-1-1 0 0,1-4 0 15,3 1 0-15,-2-3 0 0,-1-3 0 0,3-2 0 16,-2-3 0-16,4-1 0 0,-3-4 0 16,5-3 0-16,-10-1 0 0,25-10 0 0,-10-4 0 15,7-7 0-15,-2-2 0 0,-1 0 0 16,-6 4 0-16,-2 6 0 0,1 1 0 16,-4 1 0-16,-1 2 0 0,-1 4 0 0,-2-3 0 15,2 4 0-15,-6 4 0 0,0 0 0 16,0 0 0-16,0 0 0 0,5 17 0 15,-5-3 0-15,2 4 0 0,-2 1 0 16,4 2 0-16,-2 3 0 0,3 8 0 0,2-8 0 16,-4-5 0-16,-1-1 0 0,4-2 0 15,-2-1 0-15,-3-4 0 0,3-1 0 0,0-3 0 16,-1-4 0-16,-3-3 0 0,0 0 0 16,27-27 0-16,-4-14 0 0,-1-11 0 0,3-12 0 15,5-25 0-15,2-12 0 0,3-5 0 16,-3-2 0-16,-3 8 0 0,-4 17 0 15,-7 23 0-15,-4 10 0 0,-3 15 0 16,-6 10 0-16,1 3 0 0,0 10 0 0,-6 3 0 16,0 5 0-16,0 4 0 0,0 0 0 15,-32 49 0-15,15-3 0 0,-3 9 0 0,4 6 0 16,2 7 0-16,3 3 0 0,3 1 0 16,5 2 0-16,1 0 0 0,4-4 0 15,1-3 0-15,6-7 0 0,2-3 0 0,3-8 0 16,-1-2 0-16,-1-13 0 0,-1-5 0 15,-1-7 0-15,-4-6 0 0,2-3 0 0,-3-6 0 16,2-4 0-16,-7-3 0 0,0 0 0 16,24-11 0-16,-19-3 0 0,1-6 0 0,-5-5 0 15,2-10 0-15,-6-3 0 16,0 0 0-16,-5 4 0 0,1 9 0 0,0 7 0 0,-4 2 0 16,0 7 0-16,-3 1 0 15,2 6 0-15,-1 4 0 0,-9 6 0 0,3 1 0 16,-6 9 0-16,-1-2-254 0,5 4-355 15,3-6-140-15,5 1-165 0,4-5 90 0,5-1-822 16,4-2-1085-16</inkml:trace>
  <inkml:trace contextRef="#ctx0" brushRef="#br0" timeOffset="126623.18">24587 15530 4410 0,'3'-9'-11'0,"-1"1"53"0,0 4 30 0,-2 4 19 0,0-10 10 0,0 10 5 0,0 0 11 0,-7-9-2 0,7 9 1 15,0 0-4-15,0 0 5 0,-45 19 0 16,31-7 5-16,-9 7 15 0,-1 2-7 0,4 0 10 16,1-2 15-16,6 0-16 0,3-3-6 15,6 0-10-15,0-2-7 0,8 0-10 0,4 4-12 16,5-1-9-16,8 3-8 0,0-1-2 16,2-3 1-16,0 2 11 0,-5-4 20 0,-4-4 23 15,-1 1 14-15,-1-3 15 16,-3-1 2-16,-3 0 10 0,0-2-152 0,-4 2-19 0,-2 2 0 15,-6 1 0-15,-2 0 0 16,-3 0 0-16,-4 5 0 0,-4-3 0 0,0-1 0 16,-8 1 0-16,2 0 0 0,7-7 0 15,-4 1 0-15,5-4 0 0,-4-3 0 0,4-3 0 16,0-8 0-16,2-13-321 0,5-4-343 16,7-5-167-16,5 4-67 0,5-4 91 15,4 0-781-15,7 1-1030 0</inkml:trace>
  <inkml:trace contextRef="#ctx0" brushRef="#br0" timeOffset="126973.33">24804 15373 4766 0,'5'-11'168'0,"1"0"56"0,-3 4 51 16,0 3 28-16,-3 4 3 0,0-8-12 16,0 8-31-16,0 0-26 0,0 0-24 0,0 0-20 15,6 22-18-15,-6-3-17 0,0 6-18 16,2 2-18-16,-2 12-22 0,0 1-43 0,2-3-45 15,-2 4-53-15,-2-3-52 0,0 2-47 16,0-5-31-16,-2-5-35 0,4-4-32 0,-1-7-44 16,-1-1-39-16,-1-4-39 0,3 0-18 15,-2-2-20-15,0-4-12 0,2-4-10 16,0-4 14-16,0 0 26 0,0 0 46 0,0 0 65 16,10-28 80-16,-8 6 65 0,6-15 57 15,1-14 55-15,-1-5 46 0,3-4 39 16,-1 2 42-16,-5 6 51 0,0 14 40 15,-2 9 29-15,-3 6 21 0,2 6-5 0,-2 2-25 16,2 1-21-16,0 1-24 0,-2 3-43 16,0 1-52-16,0 2-69 0,0 0-96 0,2 1-120 15,-2 6-133-15,-2-11-191 16,2 11-115-16,0-10 67 0,4 2-318 0,1-4-372 0</inkml:trace>
  <inkml:trace contextRef="#ctx0" brushRef="#br0" timeOffset="127456.29">25342 14480 2862 0,'1'-26'290'0,"1"9"27"0,2 5 14 0,-4 2 21 16,2 2-18-16,-2 2-21 0,0 6 34 15,0 0 1-15,-17 43-15 0,3 1-28 0,1 11-24 16,-2 6-26-16,4 7-27 0,0 6-22 16,6 1-21-16,-1 4-19 0,3 0-17 0,3 1-17 15,0-2-13-15,1-4-15 0,-1-1-19 16,4-7-39-16,-4-10-36 0,-2-9-43 0,2-8-49 15,-2-1-39-15,-3-7-26 0,1-8-7 16,1-4-13-16,-2-5-10 0,-2 0-8 0,-3-8 1 16,3-2 8-16,-3-3 8 15,-3-2 16-15,-5-6 16 0,3-2 18 0,-2-3 35 16,0 0 34-16,3 2 40 0,2 3 35 16,-1 0 25-16,4 0 27 0,2 2 46 15,1 2 1-15,1-2 24 0,-2 2 2 0,7 3-11 16,-3-9-8-16,3 9-11 0,7-11-14 15,7 0-12-15,11-8-12 0,2-1-8 0,1 2-7 16,5-1-15-16,-1 4-14 0,-2-1-7 16,-3 4 2-16,-3 3-14 0,-3 5-3 0,-5 0-2 15,-3 4 2-15,0 0 24 16,1 8 30-16,-5-3 21 0,0 1 28 0,2 4 23 0,-2 0-128 16,-4 2-15-16,4 1 0 15,-6-3 0-15,5-1 0 0,-5 3 0 0,3-4 0 16,-1 1 0-16,2-3 0 0,-3 1 0 15,-1 0 0-15,1-2 0 0,2 1 0 0,-6-6 0 16,10 8 0-16,-5-6-369 0,5-1-296 16,-10-1-226-16,0 0 9 0,24-7 95 0,-16 3-776 15,3-3-1007-15</inkml:trace>
  <inkml:trace contextRef="#ctx0" brushRef="#br0" timeOffset="128139.71">25717 15277 4568 0,'0'-10'52'0,"-2"2"52"0,2-1 43 0,0 9 29 0,2-9 40 0,-2 9 29 0,1-7 21 0,-1 7 9 15,0 0 28-15,0 0 11 0,0 0-11 16,14 25-25-16,-6-10-26 0,1 5-24 16,5 3-26-16,-1 4-26 0,-1-1-90 0,-3-3-86 15,-2-4 0-15,-1-2 0 16,-1-2 0-16,-3-1 0 0,3-2 0 0,-1-2 0 16,-2-2 0-16,-1 1 0 0,-1-2 0 15,0-7 0-15,6 7 0 0,-6-7 0 0,0 0 0 16,0 0 0-16,5-35 0 0,7 6 0 15,1-3 0-15,7-3 0 0,-4 5 0 0,4 0 0 16,-4 4 0-16,-2 9 0 0,-3 2 0 16,1 5 0-16,-2 3 0 0,-3 5 0 0,3 0 0 15,-10 2 0-15,19 6 0 0,-10 1 0 16,-1-2 0-16,1 6 0 0,-1-2 0 16,-3 0 0-16,4-1 0 0,-4 1 0 15,1-2 0-15,-1 0 0 0,4-1 0 16,-2 1 0-16,2-2 0 0,5-2 0 0,3-2 0 0,0-2 0 15,5-3 0-15,3 0 0 16,-3 2 0-16,-6 1 0 0,2-1 0 0,-4 2 0 16,0 0 0-16,-14 0 0 0,24 2 0 15,-15 1 0-15,0-1 0 0,1 4 0 0,-2-4 0 16,-8-2 0-16,13 8 0 0,-7-4-183 16,1-1-162-16,4-2-106 0,2 1-114 0,-1-2-163 15,1-2-121-15,5-2 90 0,-2 0-707 16,-2-2-915-16</inkml:trace>
  <inkml:trace contextRef="#ctx0" brushRef="#br0" timeOffset="128489.76">26805 15141 4419 0,'0'0'182'0,"0"0"42"0,-20 0 30 0,20 0 17 0,0 0 14 0,0 0 1 0,0 0-18 16,0 0-25-16,0 0-17 0,0 0-24 0,0 0-21 15,0 0-17-15,0 0-18 0,0 0-30 16,0 0-34-16,0 0-34 0,39 6-29 0,-22-9-23 16,-1-4-7-16,-2-1-17 0,-2-1-5 15,1-3 7-15,-2-1 2 0,-2 1 4 0,-6 4-4 16,-1-1-1-16,-2 9 11 16,-12-8 3-16,12 8 2 0,-38 8-3 0,2 9 10 15,-7 2 20-15,0 8 17 0,6 6 14 16,2 4 11-16,9-2 3 0,4 5-2 0,11-3 2 15,6-4-3-15,5-2-8 0,3 3-6 16,5-2-9-16,3-3-13 0,6-7-20 0,5-2-44 16,-2-8-55-16,1-6-71 0,4-2-83 15,4-5-94-15,11-8-116 0,8-10-108 16,-3-3-163-16,1-12-54 0,-1-7 77 16,13-19-587-16,-3-12-753 0</inkml:trace>
  <inkml:trace contextRef="#ctx0" brushRef="#br0" timeOffset="128978.21">27779 14047 3867 0,'1'-13'182'0,"-1"3"38"16,0 2 14-16,0 8 9 0,0 0 26 15,0 0 41-15,0 0 26 0,-36 48-2 0,13-3-11 16,3 12-12-16,-10 22-19 0,-6 6-23 16,0 10-21-16,2 1-19 0,2-1-26 0,0 4-21 15,-1-6-43-15,1-6-139 0,0-8 0 16,7-17 0-16,-6-6 0 0,1-4 0 0,-3-3 0 15,1-4 0-15,-9-6 0 16,3-4 0-16,-1-6 0 0,-1-5 0 0,5-10 0 16,3-7 0-16,3-6 0 0,9-5 0 15,2-6-89-15,5-3-41 0,8-3 5 0,5-1 12 16,7-3 9-16,10-10 6 0,11-6 0 16,13-4-5-16,4 5-7 0,18-16-10 0,3-3-8 15,9-4-16-15,1-2-8 0,4-5-15 16,3-1-3-16,0-7 5 0,1 1 15 0,-7-2 19 15,-4 0 2-15,-6 7 38 0,-12 8 45 16,-14 13 44-16,-7 0 46 0,-5 7 41 0,-12 10 57 16,-2 5 36-16,-7 5 2 0,-8 9-7 15,-10 7-7-15,-3 6 16 0,-18 11 8 16,-5 9 8-16,-2 8 1 0,8 2-5 16,-1 6-3-16,4 5-18 0,8-1-14 0,8-8-48 15,4 3-111-15,2-4 0 0,5-5 0 16,5-2 0-16,0-6 0 0,4 6 0 15,0-5 0-15,5-5 0 0,-1-5 0 0,5-2 0 16,-2 0 0-16,-2-1 0 0,1-2 0 16,-1-1 0-16,-5 0 0 0,0-1-247 0,0 0-93 15,-2 2-87-15,-3 0-83 0,-2 2-118 16,-4-1-221-16,-2 4 80 0,-3 1 72 16,-9 10-570-16,-5-4-726 0</inkml:trace>
  <inkml:trace contextRef="#ctx0" brushRef="#br0" timeOffset="131321.93">5739 1725 1430 0,'4'9'111'0,"-2"-3"6"0,2 0-24 0,-3 0-24 0,2 2-19 0,-1-3 0 0,0 3-4 16,0-1 3-16,1 0-6 0,-1-2 2 15,0-1 1-15,-2-4 2 0,6 10 7 0,-3-7 8 16,-3-3 10-16,4 5 3 0,-4-5-3 16,0 0-6-16,0 0-5 0,25-10-4 15,-18 2-7-15,2 1-5 0,-2-5-7 16,-1 0-4-16,-1 3 3 0,-1 1 2 15,1-4 1-15,-4 7-5 0,1-1-3 0,-2 6-6 16,0-6-2-16,0 6-5 0,0 0-7 16,0 0 5-16,-21 15-2 0,14-7 0 15,-1 1-2-15,5 0-5 0,0-2-4 0,1 3-7 16,2 0 8-16,4-1 2 0,2 1 8 16,1-4-4-16,3 1 3 0,4 0-3 0,-3-4 8 15,2 1-5-15,0-4 2 16,2 0 10-16,1-4-3 0,0-1-3 0,-2-3 2 15,-1-2 1-15,-1-2 10 0,-2-1 3 16,-5-1-6-16,1-1-3 0,-5 3 12 0,-1-2-10 16,-1 2 3-16,-1 3-3 0,0 1-1 15,2 8-5-15,-6-9-1 0,-1 5-9 16,7 4 0-16,0 0-3 0,0 0 2 16,0 0-10-16,0 0-3 0,-23 9 9 0,23-9-9 15,0 0 5-15,2 12 10 0,-2-12-10 16,0 0-2-16,17 12 6 0,-9-10-8 0,-1 2-30 15,2 1-37-15,0-2-50 0,-4 0-58 16,1 1-65-16,-1 2-90 16,-5-6-214-16,6 4-2 0,-6-4-96 0,0 0-138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1" name="Google Shape;371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62437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2" name="Google Shape;382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89019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9" name="Google Shape;389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96986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6" name="Google Shape;396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71376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3" name="Google Shape;403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58949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11546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4160-A831-13A3-F98D-CA56A0147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B6E67-4ED4-325D-0B77-1D0CCD67E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77FD1-E7D9-F2AA-A018-AB7225BF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9E2BB-F51F-9F11-5F3A-BF031C242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FD587-2983-773A-9076-62C9A1F3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9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C482-33E5-7551-CF34-F2369A2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ABEC8-EA17-FB07-09A2-10A46F0AD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3603B-D0EC-CFDB-075F-BDD89B9E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B8C70-B100-8826-DE08-AC0A48E3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227BE-4D1D-C5FD-0287-BD09A7426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42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3874-A132-C147-FE04-0DB82035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D521F-AB16-E7AC-0DCB-E20BA90DE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9675C-F0E8-7F97-5569-8C77F5B8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2B0F8-D415-BFDD-8143-C7DA5AAB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FC38F-E0AE-C59C-E3E9-D9F2C88D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5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B71E-5B23-46C1-4DD2-368D4791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4077-C9D9-CB3F-5CFD-097AFE0F4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BC54A-BA25-D553-7F35-6C76327D3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4E35B-8FB4-FE6E-8E3B-6DB01DFE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2D637-B64D-0B71-E121-F43CED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6FA3A-6BBC-A1B2-3A39-22A7E3CA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41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36A4-76CA-5958-0469-F71D257A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9E4A-A0B1-BF20-5784-B36C68A12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19D47-D566-E65D-A4FD-823C3FB69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EA1CA-FC11-D865-83AF-1B3B781D4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D2046-96FF-DB0C-7361-F518E49D7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98822-7764-92E0-8627-39A978AD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5CDC5-1E08-B25B-286F-920F24F5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3A1DE-638F-2354-ADEF-9E16D1F3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96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F58B-7733-91CB-5F2E-6A293B87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7EE8B-533C-04CD-833A-C76C79B6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AD946-AC69-FD3F-54A1-526479CB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2FB49-9319-798D-955F-9FE6C825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055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B8AC8-1E71-6B42-051E-B72C3A40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80300-83BF-32AC-2A89-A0C0089CF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3DB06-D25D-D5CE-2284-EE2B6ECC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60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43B1-FC57-3267-74C0-4326D8C8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3A9A9-E1FB-BA8F-5375-82737417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D2490-EE11-F1E8-9B44-06429A196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3B7F2-4FF2-3217-4C5B-D759EB80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F9F02-97D4-33BD-ED1B-B315A482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7AA60-932F-8E34-FE0F-FA513CC6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9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12E7-2DF5-6D91-ACFB-CCB38D2E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3B560-074A-5557-702B-42D2D1D1C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0DB99-CFE1-E46E-78CE-F98E7D4E6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47956-3DB8-0C6A-7351-9C136CB4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7CEED-781F-747D-F0AC-C01EBFEB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4B60E-C28A-E092-05AC-55074FE2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4131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6AF0-DB33-5693-1549-ED111B6F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113C9-EFE9-4F0E-165C-416A22C07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243A4-4DA4-D6B1-C02A-DEA93C98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C290A-2546-AE04-A07F-78DAE227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04EAD-C91E-E8BD-8404-85B96E6A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41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3B330-843E-312A-3BAC-E7CE5DE3F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57D3A-DBBE-26CC-1A4A-FA307D53B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55140-151A-83A0-414A-32100D82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1940A-B8DD-D050-44A9-8A940BFF7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8467E-AC6D-EFAB-630C-FD153527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78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FBA5D-C013-A12C-8A24-ED9748BA0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459A4-52AB-D3AF-3EB2-BCFD4A947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2DA92-C26C-4C88-803A-F4E4A782C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98E78-8985-A9C5-3529-44DFFE3C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CCB7B-953B-EA87-B8E2-2A9EE466C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68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3" Type="http://schemas.openxmlformats.org/officeDocument/2006/relationships/image" Target="../media/image6.png"/><Relationship Id="rId12" Type="http://schemas.openxmlformats.org/officeDocument/2006/relationships/customXml" Target="../ink/ink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.png"/><Relationship Id="rId15" Type="http://schemas.openxmlformats.org/officeDocument/2006/relationships/image" Target="../media/image9.png"/><Relationship Id="rId10" Type="http://schemas.openxmlformats.org/officeDocument/2006/relationships/customXml" Target="../ink/ink2.xml"/><Relationship Id="rId4" Type="http://schemas.openxmlformats.org/officeDocument/2006/relationships/customXml" Target="../ink/ink1.xml"/><Relationship Id="rId9" Type="http://schemas.openxmlformats.org/officeDocument/2006/relationships/image" Target="../media/image15.emf"/><Relationship Id="rId14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image" Target="../media/image14.png"/><Relationship Id="rId4" Type="http://schemas.openxmlformats.org/officeDocument/2006/relationships/customXml" Target="../ink/ink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23.emf"/><Relationship Id="rId4" Type="http://schemas.openxmlformats.org/officeDocument/2006/relationships/customXml" Target="../ink/ink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13.xml"/><Relationship Id="rId7" Type="http://schemas.openxmlformats.org/officeDocument/2006/relationships/customXml" Target="../ink/ink14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customXml" Target="../ink/ink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5.xml"/><Relationship Id="rId21" Type="http://schemas.openxmlformats.org/officeDocument/2006/relationships/image" Target="../media/image37.png"/><Relationship Id="rId42" Type="http://schemas.openxmlformats.org/officeDocument/2006/relationships/customXml" Target="../ink/ink43.xml"/><Relationship Id="rId47" Type="http://schemas.openxmlformats.org/officeDocument/2006/relationships/image" Target="../media/image50.png"/><Relationship Id="rId63" Type="http://schemas.openxmlformats.org/officeDocument/2006/relationships/image" Target="../media/image58.png"/><Relationship Id="rId68" Type="http://schemas.openxmlformats.org/officeDocument/2006/relationships/customXml" Target="../ink/ink56.xml"/><Relationship Id="rId16" Type="http://schemas.openxmlformats.org/officeDocument/2006/relationships/customXml" Target="../ink/ink30.xml"/><Relationship Id="rId11" Type="http://schemas.openxmlformats.org/officeDocument/2006/relationships/image" Target="../media/image32.png"/><Relationship Id="rId24" Type="http://schemas.openxmlformats.org/officeDocument/2006/relationships/customXml" Target="../ink/ink34.xml"/><Relationship Id="rId32" Type="http://schemas.openxmlformats.org/officeDocument/2006/relationships/customXml" Target="../ink/ink38.xml"/><Relationship Id="rId37" Type="http://schemas.openxmlformats.org/officeDocument/2006/relationships/image" Target="../media/image45.png"/><Relationship Id="rId40" Type="http://schemas.openxmlformats.org/officeDocument/2006/relationships/customXml" Target="../ink/ink42.xml"/><Relationship Id="rId45" Type="http://schemas.openxmlformats.org/officeDocument/2006/relationships/image" Target="../media/image49.png"/><Relationship Id="rId53" Type="http://schemas.openxmlformats.org/officeDocument/2006/relationships/image" Target="../media/image53.png"/><Relationship Id="rId58" Type="http://schemas.openxmlformats.org/officeDocument/2006/relationships/customXml" Target="../ink/ink51.xml"/><Relationship Id="rId66" Type="http://schemas.openxmlformats.org/officeDocument/2006/relationships/customXml" Target="../ink/ink55.xml"/><Relationship Id="rId74" Type="http://schemas.openxmlformats.org/officeDocument/2006/relationships/customXml" Target="../ink/ink59.xml"/><Relationship Id="rId79" Type="http://schemas.openxmlformats.org/officeDocument/2006/relationships/image" Target="../media/image66.png"/><Relationship Id="rId5" Type="http://schemas.openxmlformats.org/officeDocument/2006/relationships/image" Target="../media/image29.png"/><Relationship Id="rId61" Type="http://schemas.openxmlformats.org/officeDocument/2006/relationships/image" Target="../media/image57.png"/><Relationship Id="rId19" Type="http://schemas.openxmlformats.org/officeDocument/2006/relationships/image" Target="../media/image36.png"/><Relationship Id="rId14" Type="http://schemas.openxmlformats.org/officeDocument/2006/relationships/customXml" Target="../ink/ink29.xml"/><Relationship Id="rId22" Type="http://schemas.openxmlformats.org/officeDocument/2006/relationships/customXml" Target="../ink/ink33.xml"/><Relationship Id="rId27" Type="http://schemas.openxmlformats.org/officeDocument/2006/relationships/image" Target="../media/image40.png"/><Relationship Id="rId30" Type="http://schemas.openxmlformats.org/officeDocument/2006/relationships/customXml" Target="../ink/ink37.xml"/><Relationship Id="rId35" Type="http://schemas.openxmlformats.org/officeDocument/2006/relationships/image" Target="../media/image44.png"/><Relationship Id="rId43" Type="http://schemas.openxmlformats.org/officeDocument/2006/relationships/image" Target="../media/image48.png"/><Relationship Id="rId48" Type="http://schemas.openxmlformats.org/officeDocument/2006/relationships/customXml" Target="../ink/ink46.xml"/><Relationship Id="rId56" Type="http://schemas.openxmlformats.org/officeDocument/2006/relationships/customXml" Target="../ink/ink50.xml"/><Relationship Id="rId64" Type="http://schemas.openxmlformats.org/officeDocument/2006/relationships/customXml" Target="../ink/ink54.xml"/><Relationship Id="rId69" Type="http://schemas.openxmlformats.org/officeDocument/2006/relationships/image" Target="../media/image61.png"/><Relationship Id="rId77" Type="http://schemas.openxmlformats.org/officeDocument/2006/relationships/image" Target="../media/image65.png"/><Relationship Id="rId8" Type="http://schemas.openxmlformats.org/officeDocument/2006/relationships/customXml" Target="../ink/ink26.xml"/><Relationship Id="rId51" Type="http://schemas.openxmlformats.org/officeDocument/2006/relationships/image" Target="../media/image52.png"/><Relationship Id="rId72" Type="http://schemas.openxmlformats.org/officeDocument/2006/relationships/customXml" Target="../ink/ink58.xml"/><Relationship Id="rId3" Type="http://schemas.openxmlformats.org/officeDocument/2006/relationships/image" Target="../media/image28.png"/><Relationship Id="rId12" Type="http://schemas.openxmlformats.org/officeDocument/2006/relationships/customXml" Target="../ink/ink28.xml"/><Relationship Id="rId17" Type="http://schemas.openxmlformats.org/officeDocument/2006/relationships/image" Target="../media/image35.png"/><Relationship Id="rId25" Type="http://schemas.openxmlformats.org/officeDocument/2006/relationships/image" Target="../media/image39.png"/><Relationship Id="rId33" Type="http://schemas.openxmlformats.org/officeDocument/2006/relationships/image" Target="../media/image43.png"/><Relationship Id="rId38" Type="http://schemas.openxmlformats.org/officeDocument/2006/relationships/customXml" Target="../ink/ink41.xml"/><Relationship Id="rId46" Type="http://schemas.openxmlformats.org/officeDocument/2006/relationships/customXml" Target="../ink/ink45.xml"/><Relationship Id="rId59" Type="http://schemas.openxmlformats.org/officeDocument/2006/relationships/image" Target="../media/image56.png"/><Relationship Id="rId67" Type="http://schemas.openxmlformats.org/officeDocument/2006/relationships/image" Target="../media/image60.png"/><Relationship Id="rId20" Type="http://schemas.openxmlformats.org/officeDocument/2006/relationships/customXml" Target="../ink/ink32.xml"/><Relationship Id="rId41" Type="http://schemas.openxmlformats.org/officeDocument/2006/relationships/image" Target="../media/image47.png"/><Relationship Id="rId54" Type="http://schemas.openxmlformats.org/officeDocument/2006/relationships/customXml" Target="../ink/ink49.xml"/><Relationship Id="rId62" Type="http://schemas.openxmlformats.org/officeDocument/2006/relationships/customXml" Target="../ink/ink53.xml"/><Relationship Id="rId70" Type="http://schemas.openxmlformats.org/officeDocument/2006/relationships/customXml" Target="../ink/ink57.xml"/><Relationship Id="rId75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5.xml"/><Relationship Id="rId15" Type="http://schemas.openxmlformats.org/officeDocument/2006/relationships/image" Target="../media/image34.png"/><Relationship Id="rId23" Type="http://schemas.openxmlformats.org/officeDocument/2006/relationships/image" Target="../media/image38.png"/><Relationship Id="rId28" Type="http://schemas.openxmlformats.org/officeDocument/2006/relationships/customXml" Target="../ink/ink36.xml"/><Relationship Id="rId36" Type="http://schemas.openxmlformats.org/officeDocument/2006/relationships/customXml" Target="../ink/ink40.xml"/><Relationship Id="rId49" Type="http://schemas.openxmlformats.org/officeDocument/2006/relationships/image" Target="../media/image51.png"/><Relationship Id="rId57" Type="http://schemas.openxmlformats.org/officeDocument/2006/relationships/image" Target="../media/image55.png"/><Relationship Id="rId10" Type="http://schemas.openxmlformats.org/officeDocument/2006/relationships/customXml" Target="../ink/ink27.xml"/><Relationship Id="rId31" Type="http://schemas.openxmlformats.org/officeDocument/2006/relationships/image" Target="../media/image42.png"/><Relationship Id="rId44" Type="http://schemas.openxmlformats.org/officeDocument/2006/relationships/customXml" Target="../ink/ink44.xml"/><Relationship Id="rId52" Type="http://schemas.openxmlformats.org/officeDocument/2006/relationships/customXml" Target="../ink/ink48.xml"/><Relationship Id="rId60" Type="http://schemas.openxmlformats.org/officeDocument/2006/relationships/customXml" Target="../ink/ink52.xml"/><Relationship Id="rId65" Type="http://schemas.openxmlformats.org/officeDocument/2006/relationships/image" Target="../media/image59.png"/><Relationship Id="rId73" Type="http://schemas.openxmlformats.org/officeDocument/2006/relationships/image" Target="../media/image63.png"/><Relationship Id="rId78" Type="http://schemas.openxmlformats.org/officeDocument/2006/relationships/customXml" Target="../ink/ink61.xml"/><Relationship Id="rId4" Type="http://schemas.openxmlformats.org/officeDocument/2006/relationships/customXml" Target="../ink/ink24.xml"/><Relationship Id="rId9" Type="http://schemas.openxmlformats.org/officeDocument/2006/relationships/image" Target="../media/image31.png"/><Relationship Id="rId13" Type="http://schemas.openxmlformats.org/officeDocument/2006/relationships/image" Target="../media/image33.png"/><Relationship Id="rId18" Type="http://schemas.openxmlformats.org/officeDocument/2006/relationships/customXml" Target="../ink/ink31.xml"/><Relationship Id="rId39" Type="http://schemas.openxmlformats.org/officeDocument/2006/relationships/image" Target="../media/image46.png"/><Relationship Id="rId34" Type="http://schemas.openxmlformats.org/officeDocument/2006/relationships/customXml" Target="../ink/ink39.xml"/><Relationship Id="rId50" Type="http://schemas.openxmlformats.org/officeDocument/2006/relationships/customXml" Target="../ink/ink47.xml"/><Relationship Id="rId55" Type="http://schemas.openxmlformats.org/officeDocument/2006/relationships/image" Target="../media/image54.png"/><Relationship Id="rId76" Type="http://schemas.openxmlformats.org/officeDocument/2006/relationships/customXml" Target="../ink/ink60.xml"/><Relationship Id="rId7" Type="http://schemas.openxmlformats.org/officeDocument/2006/relationships/image" Target="../media/image30.png"/><Relationship Id="rId71" Type="http://schemas.openxmlformats.org/officeDocument/2006/relationships/image" Target="../media/image62.png"/><Relationship Id="rId2" Type="http://schemas.openxmlformats.org/officeDocument/2006/relationships/customXml" Target="../ink/ink23.xml"/><Relationship Id="rId29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customXml" Target="../ink/ink6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9933" y="995318"/>
            <a:ext cx="9872134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Designing and Analysis of Algorithms</a:t>
            </a:r>
            <a:b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Course Code: ECS 5101/CS514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6915" y="2888250"/>
            <a:ext cx="4297351" cy="2959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Dr Rahul Mishra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IIT Patna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95BC3-E4B0-FB16-BB70-D128FA5BDC2D}"/>
              </a:ext>
            </a:extLst>
          </p:cNvPr>
          <p:cNvSpPr txBox="1"/>
          <p:nvPr/>
        </p:nvSpPr>
        <p:spPr>
          <a:xfrm>
            <a:off x="6417731" y="2888250"/>
            <a:ext cx="4292594" cy="295977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Lecture 11</a:t>
            </a:r>
          </a:p>
        </p:txBody>
      </p:sp>
    </p:spTree>
    <p:extLst>
      <p:ext uri="{BB962C8B-B14F-4D97-AF65-F5344CB8AC3E}">
        <p14:creationId xmlns:p14="http://schemas.microsoft.com/office/powerpoint/2010/main" val="545609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908" y="220964"/>
            <a:ext cx="9159901" cy="644676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8460" y="2671841"/>
            <a:ext cx="29725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000000"/>
                </a:solidFill>
                <a:latin typeface="Helvetica Neue"/>
              </a:rPr>
              <a:t>Recurrences</a:t>
            </a:r>
            <a:endParaRPr lang="en-IN" sz="3600" dirty="0"/>
          </a:p>
        </p:txBody>
      </p:sp>
      <p:sp>
        <p:nvSpPr>
          <p:cNvPr id="4" name="Rectangle 3"/>
          <p:cNvSpPr/>
          <p:nvPr/>
        </p:nvSpPr>
        <p:spPr>
          <a:xfrm>
            <a:off x="7100515" y="5748793"/>
            <a:ext cx="2957885" cy="1908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84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536" y="148242"/>
            <a:ext cx="7568028" cy="661161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1926" y="2679792"/>
            <a:ext cx="32928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b="1" dirty="0">
                <a:solidFill>
                  <a:srgbClr val="000000"/>
                </a:solidFill>
                <a:latin typeface="Helvetica Neue"/>
              </a:rPr>
              <a:t>Recurrences</a:t>
            </a:r>
            <a:endParaRPr lang="en-IN" sz="4000" dirty="0"/>
          </a:p>
        </p:txBody>
      </p:sp>
      <p:sp>
        <p:nvSpPr>
          <p:cNvPr id="4" name="Rectangle 3"/>
          <p:cNvSpPr/>
          <p:nvPr/>
        </p:nvSpPr>
        <p:spPr>
          <a:xfrm>
            <a:off x="5319423" y="242516"/>
            <a:ext cx="254441" cy="1669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5319423" y="2120349"/>
            <a:ext cx="254441" cy="1669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5319423" y="3819279"/>
            <a:ext cx="254441" cy="1669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5319423" y="5713015"/>
            <a:ext cx="254441" cy="1669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975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3874" y="843041"/>
            <a:ext cx="32928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b="1" dirty="0">
                <a:solidFill>
                  <a:srgbClr val="000000"/>
                </a:solidFill>
                <a:latin typeface="Helvetica Neue"/>
              </a:rPr>
              <a:t>Recurrences</a:t>
            </a:r>
            <a:endParaRPr lang="en-IN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934" b="3802"/>
          <a:stretch/>
        </p:blipFill>
        <p:spPr>
          <a:xfrm>
            <a:off x="5041126" y="189073"/>
            <a:ext cx="6737323" cy="20158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96500" y="272998"/>
            <a:ext cx="254441" cy="1669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Tower of Hanoi Algorithm | Geeky Cod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79" y="2288819"/>
            <a:ext cx="5847302" cy="4382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6639339" y="5140172"/>
            <a:ext cx="3069204" cy="5688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Detailed in Stack Chapter</a:t>
            </a:r>
            <a:endParaRPr lang="en-IN" b="1" dirty="0"/>
          </a:p>
        </p:txBody>
      </p:sp>
      <p:sp>
        <p:nvSpPr>
          <p:cNvPr id="7" name="Rectangle 6"/>
          <p:cNvSpPr/>
          <p:nvPr/>
        </p:nvSpPr>
        <p:spPr>
          <a:xfrm>
            <a:off x="8533074" y="1996391"/>
            <a:ext cx="254441" cy="1669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057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26024" y="636307"/>
            <a:ext cx="32928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b="1" dirty="0">
                <a:solidFill>
                  <a:srgbClr val="000000"/>
                </a:solidFill>
                <a:latin typeface="Helvetica Neue"/>
              </a:rPr>
              <a:t>Recurrences</a:t>
            </a:r>
            <a:endParaRPr lang="en-IN" sz="4000" dirty="0"/>
          </a:p>
        </p:txBody>
      </p:sp>
      <p:sp>
        <p:nvSpPr>
          <p:cNvPr id="5" name="Rectangle 4"/>
          <p:cNvSpPr/>
          <p:nvPr/>
        </p:nvSpPr>
        <p:spPr>
          <a:xfrm>
            <a:off x="7561690" y="4699221"/>
            <a:ext cx="286247" cy="2862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018" t="12520" r="1778" b="6491"/>
          <a:stretch/>
        </p:blipFill>
        <p:spPr>
          <a:xfrm>
            <a:off x="2496710" y="2623930"/>
            <a:ext cx="7744570" cy="235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669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sp>
        <p:nvSpPr>
          <p:cNvPr id="374" name="Google Shape;374;p66"/>
          <p:cNvSpPr txBox="1"/>
          <p:nvPr/>
        </p:nvSpPr>
        <p:spPr>
          <a:xfrm>
            <a:off x="657727" y="513349"/>
            <a:ext cx="324159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IN" sz="32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Master Theorem </a:t>
            </a:r>
            <a:endParaRPr sz="320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66"/>
          <p:cNvSpPr/>
          <p:nvPr/>
        </p:nvSpPr>
        <p:spPr>
          <a:xfrm>
            <a:off x="657726" y="1266400"/>
            <a:ext cx="795287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master method is a formula for solving recurrence relations of the form: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66"/>
          <p:cNvSpPr/>
          <p:nvPr/>
        </p:nvSpPr>
        <p:spPr>
          <a:xfrm>
            <a:off x="850231" y="1886097"/>
            <a:ext cx="10643938" cy="2318533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10155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T(n) = </a:t>
            </a:r>
            <a:r>
              <a:rPr lang="en-IN" sz="2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(n/b) + f(n),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I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where, </a:t>
            </a:r>
            <a:r>
              <a:rPr lang="en-IN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I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size of input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I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number of sub-problems in the recursion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n/b</a:t>
            </a:r>
            <a:r>
              <a:rPr lang="en-I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size of each sub-problem.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IN" sz="2000" b="1" i="1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sub-problems are assumed to have the same size</a:t>
            </a:r>
            <a:r>
              <a:rPr lang="en-IN" sz="2000" b="1" i="1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IN" sz="20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f(n) = </a:t>
            </a:r>
            <a:r>
              <a:rPr lang="en-IN" sz="2000" b="0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of the work done outside the recursive </a:t>
            </a:r>
            <a:endParaRPr sz="1400" b="0" i="0" u="none" strike="noStrike" cap="none" dirty="0">
              <a:solidFill>
                <a:schemeClr val="accent1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IN" sz="2000" b="0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call, which includes the cost of dividing the problem and the cost of merging the solutions </a:t>
            </a:r>
            <a:endParaRPr sz="1400" b="0" i="0" u="none" strike="noStrike" cap="none" dirty="0">
              <a:solidFill>
                <a:schemeClr val="accent1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66"/>
          <p:cNvSpPr/>
          <p:nvPr/>
        </p:nvSpPr>
        <p:spPr>
          <a:xfrm>
            <a:off x="818147" y="1832573"/>
            <a:ext cx="2967790" cy="537411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66"/>
          <p:cNvSpPr/>
          <p:nvPr/>
        </p:nvSpPr>
        <p:spPr>
          <a:xfrm>
            <a:off x="826168" y="4370702"/>
            <a:ext cx="8606523" cy="41033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10155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</a:t>
            </a:r>
            <a:r>
              <a:rPr lang="en-IN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 ≥ 1 and b &gt; 1 </a:t>
            </a:r>
            <a:r>
              <a:rPr lang="en-I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constants, and f(n) is an asymptotically positive function. 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66"/>
          <p:cNvSpPr/>
          <p:nvPr/>
        </p:nvSpPr>
        <p:spPr>
          <a:xfrm flipH="1">
            <a:off x="826168" y="4684517"/>
            <a:ext cx="1037924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675" tIns="0" rIns="12675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asymptotically positive function means that for a sufficiently large value of </a:t>
            </a:r>
            <a:r>
              <a:rPr lang="en-IN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I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we have </a:t>
            </a:r>
            <a:r>
              <a:rPr lang="en-IN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f(n) &gt; 0.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4752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sp>
        <p:nvSpPr>
          <p:cNvPr id="385" name="Google Shape;385;p67"/>
          <p:cNvSpPr txBox="1"/>
          <p:nvPr/>
        </p:nvSpPr>
        <p:spPr>
          <a:xfrm>
            <a:off x="657727" y="513349"/>
            <a:ext cx="324159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IN" sz="32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Master Theorem </a:t>
            </a:r>
            <a:endParaRPr sz="320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6" name="Google Shape;386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714" y="1412445"/>
            <a:ext cx="10219073" cy="497388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4227120" y="5312880"/>
              <a:ext cx="90000" cy="806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16320" y="5302800"/>
                <a:ext cx="11124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3AEEA7C-5B11-04BA-0F86-E5F7CBD66B64}"/>
                  </a:ext>
                </a:extLst>
              </p14:cNvPr>
              <p14:cNvContentPartPr/>
              <p14:nvPr/>
            </p14:nvContentPartPr>
            <p14:xfrm>
              <a:off x="1248480" y="619560"/>
              <a:ext cx="10688760" cy="4943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3AEEA7C-5B11-04BA-0F86-E5F7CBD66B6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39120" y="610200"/>
                <a:ext cx="10707480" cy="49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C91F182-1E1B-ADE7-8382-20E643B18E8D}"/>
                  </a:ext>
                </a:extLst>
              </p14:cNvPr>
              <p14:cNvContentPartPr/>
              <p14:nvPr/>
            </p14:nvContentPartPr>
            <p14:xfrm>
              <a:off x="3319560" y="4552920"/>
              <a:ext cx="3381120" cy="1015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C91F182-1E1B-ADE7-8382-20E643B18E8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10200" y="4543560"/>
                <a:ext cx="3399840" cy="10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EC0504E-174A-6333-377A-4CABC77F537E}"/>
                  </a:ext>
                </a:extLst>
              </p14:cNvPr>
              <p14:cNvContentPartPr/>
              <p14:nvPr/>
            </p14:nvContentPartPr>
            <p14:xfrm>
              <a:off x="3364200" y="3286080"/>
              <a:ext cx="6159600" cy="2180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EC0504E-174A-6333-377A-4CABC77F537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54840" y="3276720"/>
                <a:ext cx="6178320" cy="219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2852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03BEAF1-FDEF-D88B-8F97-8C3E288D6845}"/>
                  </a:ext>
                </a:extLst>
              </p14:cNvPr>
              <p14:cNvContentPartPr/>
              <p14:nvPr/>
            </p14:nvContentPartPr>
            <p14:xfrm>
              <a:off x="1600200" y="946800"/>
              <a:ext cx="8046720" cy="5314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03BEAF1-FDEF-D88B-8F97-8C3E288D68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90840" y="937440"/>
                <a:ext cx="8065440" cy="533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0364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DDE20A-E13D-F6FA-C13D-A4DE665E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CECFB5D-2963-639C-CE47-3926FA1C6817}"/>
                  </a:ext>
                </a:extLst>
              </p14:cNvPr>
              <p14:cNvContentPartPr/>
              <p14:nvPr/>
            </p14:nvContentPartPr>
            <p14:xfrm>
              <a:off x="1653120" y="678960"/>
              <a:ext cx="9230400" cy="5691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CECFB5D-2963-639C-CE47-3926FA1C68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3760" y="669600"/>
                <a:ext cx="9249120" cy="571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2694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sp>
        <p:nvSpPr>
          <p:cNvPr id="392" name="Google Shape;392;p68"/>
          <p:cNvSpPr txBox="1"/>
          <p:nvPr/>
        </p:nvSpPr>
        <p:spPr>
          <a:xfrm>
            <a:off x="657727" y="513349"/>
            <a:ext cx="324159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IN" sz="32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Master Theorem </a:t>
            </a:r>
            <a:endParaRPr sz="320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3" name="Google Shape;393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727" y="1238158"/>
            <a:ext cx="10823956" cy="51181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8856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sp>
        <p:nvSpPr>
          <p:cNvPr id="399" name="Google Shape;399;p69"/>
          <p:cNvSpPr txBox="1"/>
          <p:nvPr/>
        </p:nvSpPr>
        <p:spPr>
          <a:xfrm>
            <a:off x="657727" y="513349"/>
            <a:ext cx="324159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IN" sz="32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Master Theorem </a:t>
            </a:r>
            <a:endParaRPr sz="320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0" name="Google Shape;400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1896" y="1098124"/>
            <a:ext cx="10725772" cy="53187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2926079" y="2119747"/>
            <a:ext cx="50707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000" dirty="0"/>
          </a:p>
          <a:p>
            <a:r>
              <a:rPr lang="en-US" sz="1400" b="1" dirty="0"/>
              <a:t>n^2</a:t>
            </a:r>
            <a:endParaRPr lang="en-IN" sz="1400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01CCCA3-D575-B00E-E846-44DCEE7D942C}"/>
                  </a:ext>
                </a:extLst>
              </p14:cNvPr>
              <p14:cNvContentPartPr/>
              <p14:nvPr/>
            </p14:nvContentPartPr>
            <p14:xfrm>
              <a:off x="928080" y="1449000"/>
              <a:ext cx="9478080" cy="2864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01CCCA3-D575-B00E-E846-44DCEE7D942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8720" y="1439640"/>
                <a:ext cx="9496800" cy="28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97EADD8-AB63-CEF8-FFF5-BD6C3EFF0988}"/>
                  </a:ext>
                </a:extLst>
              </p14:cNvPr>
              <p14:cNvContentPartPr/>
              <p14:nvPr/>
            </p14:nvContentPartPr>
            <p14:xfrm>
              <a:off x="7282800" y="3934800"/>
              <a:ext cx="4026240" cy="2531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97EADD8-AB63-CEF8-FFF5-BD6C3EFF098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73440" y="3925440"/>
                <a:ext cx="4044960" cy="255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6344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DBC4EE6-67F4-302A-4070-7D60C8F3FA12}"/>
                  </a:ext>
                </a:extLst>
              </p14:cNvPr>
              <p14:cNvContentPartPr/>
              <p14:nvPr/>
            </p14:nvContentPartPr>
            <p14:xfrm>
              <a:off x="1684080" y="743400"/>
              <a:ext cx="9872280" cy="5091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DBC4EE6-67F4-302A-4070-7D60C8F3FA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74720" y="734040"/>
                <a:ext cx="9891000" cy="511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542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sp>
        <p:nvSpPr>
          <p:cNvPr id="406" name="Google Shape;406;p70"/>
          <p:cNvSpPr txBox="1"/>
          <p:nvPr/>
        </p:nvSpPr>
        <p:spPr>
          <a:xfrm>
            <a:off x="657727" y="513349"/>
            <a:ext cx="324159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IN" sz="32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Master Theorem </a:t>
            </a:r>
            <a:endParaRPr sz="320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7" name="Google Shape;407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9542" y="1318943"/>
            <a:ext cx="8420793" cy="503740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3524400" y="3208680"/>
              <a:ext cx="360" cy="3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21160" y="3205440"/>
                <a:ext cx="6840" cy="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B78CBF8-B972-7A51-3A02-F7C08B693623}"/>
                  </a:ext>
                </a:extLst>
              </p14:cNvPr>
              <p14:cNvContentPartPr/>
              <p14:nvPr/>
            </p14:nvContentPartPr>
            <p14:xfrm>
              <a:off x="6629760" y="594360"/>
              <a:ext cx="4789080" cy="6191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B78CBF8-B972-7A51-3A02-F7C08B69362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20400" y="585000"/>
                <a:ext cx="4807800" cy="621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9525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241" y="204002"/>
            <a:ext cx="7747428" cy="62876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11110" y="620202"/>
            <a:ext cx="254441" cy="1669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3411110" y="2227691"/>
            <a:ext cx="254441" cy="1669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3411110" y="3645674"/>
            <a:ext cx="254441" cy="1669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3411110" y="5125942"/>
            <a:ext cx="254441" cy="1669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3593989" y="4982819"/>
            <a:ext cx="4961614" cy="310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081B8EE-BF55-40AA-14D0-DC68A23D2420}"/>
                  </a:ext>
                </a:extLst>
              </p14:cNvPr>
              <p14:cNvContentPartPr/>
              <p14:nvPr/>
            </p14:nvContentPartPr>
            <p14:xfrm>
              <a:off x="303840" y="641160"/>
              <a:ext cx="9278280" cy="5805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081B8EE-BF55-40AA-14D0-DC68A23D24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4480" y="631800"/>
                <a:ext cx="9297000" cy="582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7440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5" t="141" r="9053" b="1677"/>
          <a:stretch/>
        </p:blipFill>
        <p:spPr>
          <a:xfrm rot="16200000">
            <a:off x="3122191" y="-1318329"/>
            <a:ext cx="6257964" cy="99586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4845600" y="3474000"/>
              <a:ext cx="1622160" cy="11422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34440" y="3462840"/>
                <a:ext cx="1636560" cy="11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041C9F7-C13E-6C3C-D4E0-D7B50E1E4524}"/>
                  </a:ext>
                </a:extLst>
              </p14:cNvPr>
              <p14:cNvContentPartPr/>
              <p14:nvPr/>
            </p14:nvContentPartPr>
            <p14:xfrm>
              <a:off x="4001400" y="2925000"/>
              <a:ext cx="1548360" cy="1613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041C9F7-C13E-6C3C-D4E0-D7B50E1E452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92040" y="2915640"/>
                <a:ext cx="1567080" cy="163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7943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16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BEC2049-A4C8-B695-58E2-8DCE61584C1A}"/>
                  </a:ext>
                </a:extLst>
              </p14:cNvPr>
              <p14:cNvContentPartPr/>
              <p14:nvPr/>
            </p14:nvContentPartPr>
            <p14:xfrm>
              <a:off x="578160" y="408240"/>
              <a:ext cx="8112960" cy="3618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BEC2049-A4C8-B695-58E2-8DCE61584C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8800" y="398880"/>
                <a:ext cx="8131680" cy="36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D93D62D-2A0C-C536-FD55-0B5803E05D4F}"/>
                  </a:ext>
                </a:extLst>
              </p14:cNvPr>
              <p14:cNvContentPartPr/>
              <p14:nvPr/>
            </p14:nvContentPartPr>
            <p14:xfrm>
              <a:off x="220680" y="483120"/>
              <a:ext cx="11335320" cy="5914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D93D62D-2A0C-C536-FD55-0B5803E05D4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1320" y="473760"/>
                <a:ext cx="11354040" cy="593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4599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17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0E81ED6-DCD6-EAE2-B401-384ADFBCCC4B}"/>
                  </a:ext>
                </a:extLst>
              </p14:cNvPr>
              <p14:cNvContentPartPr/>
              <p14:nvPr/>
            </p14:nvContentPartPr>
            <p14:xfrm>
              <a:off x="439560" y="621360"/>
              <a:ext cx="11329200" cy="6130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0E81ED6-DCD6-EAE2-B401-384ADFBCCC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0200" y="612000"/>
                <a:ext cx="11347920" cy="614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4924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18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CE91B9D-B654-BDA7-915E-364CC95CC9B3}"/>
                  </a:ext>
                </a:extLst>
              </p14:cNvPr>
              <p14:cNvContentPartPr/>
              <p14:nvPr/>
            </p14:nvContentPartPr>
            <p14:xfrm>
              <a:off x="1791720" y="747000"/>
              <a:ext cx="4654800" cy="1275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CE91B9D-B654-BDA7-915E-364CC95CC9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82360" y="737640"/>
                <a:ext cx="4673520" cy="129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5221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19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AB236D4-BE0F-E9F0-1EBF-53ED385497B1}"/>
                  </a:ext>
                </a:extLst>
              </p14:cNvPr>
              <p14:cNvContentPartPr/>
              <p14:nvPr/>
            </p14:nvContentPartPr>
            <p14:xfrm>
              <a:off x="1681920" y="706680"/>
              <a:ext cx="8017920" cy="4626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AB236D4-BE0F-E9F0-1EBF-53ED385497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72560" y="697320"/>
                <a:ext cx="8036640" cy="464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1015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180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21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1187280" y="170640"/>
              <a:ext cx="10055880" cy="61221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3600" y="158400"/>
                <a:ext cx="10086120" cy="614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5676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22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1400040" y="594360"/>
              <a:ext cx="7656480" cy="51681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87080" y="579960"/>
                <a:ext cx="7686000" cy="519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05092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23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1497240" y="274320"/>
              <a:ext cx="9802800" cy="62640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85000" y="263160"/>
                <a:ext cx="9830160" cy="628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9423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D6E898-6AAE-EAD2-D154-36D1ABB9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24</a:t>
            </a:fld>
            <a:endParaRPr lang="en-IN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875685-8782-DE2A-7A9A-557C4C53CED7}"/>
              </a:ext>
            </a:extLst>
          </p:cNvPr>
          <p:cNvGrpSpPr/>
          <p:nvPr/>
        </p:nvGrpSpPr>
        <p:grpSpPr>
          <a:xfrm>
            <a:off x="2692204" y="1262768"/>
            <a:ext cx="1863360" cy="821880"/>
            <a:chOff x="2692204" y="1262768"/>
            <a:chExt cx="1863360" cy="82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EEE8437-F6AF-4D9A-E4C8-B8C4EFBB985D}"/>
                    </a:ext>
                  </a:extLst>
                </p14:cNvPr>
                <p14:cNvContentPartPr/>
                <p14:nvPr/>
              </p14:nvContentPartPr>
              <p14:xfrm>
                <a:off x="2692204" y="1736888"/>
                <a:ext cx="526320" cy="3477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EEE8437-F6AF-4D9A-E4C8-B8C4EFBB985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86084" y="1730768"/>
                  <a:ext cx="5385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3767D9C-C98F-13D7-4576-36123E44406D}"/>
                    </a:ext>
                  </a:extLst>
                </p14:cNvPr>
                <p14:cNvContentPartPr/>
                <p14:nvPr/>
              </p14:nvContentPartPr>
              <p14:xfrm>
                <a:off x="3249124" y="1262768"/>
                <a:ext cx="61560" cy="401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3767D9C-C98F-13D7-4576-36123E44406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43004" y="1256648"/>
                  <a:ext cx="7380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D4ECEB6-3507-91F7-DD62-6C8A566C93F1}"/>
                    </a:ext>
                  </a:extLst>
                </p14:cNvPr>
                <p14:cNvContentPartPr/>
                <p14:nvPr/>
              </p14:nvContentPartPr>
              <p14:xfrm>
                <a:off x="3373324" y="1396688"/>
                <a:ext cx="195120" cy="227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D4ECEB6-3507-91F7-DD62-6C8A566C93F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67204" y="1390568"/>
                  <a:ext cx="2073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D54B3B7-74E8-BDD0-12FF-AF872A88BDA0}"/>
                    </a:ext>
                  </a:extLst>
                </p14:cNvPr>
                <p14:cNvContentPartPr/>
                <p14:nvPr/>
              </p14:nvContentPartPr>
              <p14:xfrm>
                <a:off x="3721084" y="1453568"/>
                <a:ext cx="155880" cy="204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D54B3B7-74E8-BDD0-12FF-AF872A88BDA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714964" y="1447448"/>
                  <a:ext cx="1681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9FDC32C-B525-095E-1E93-1AB97176B477}"/>
                    </a:ext>
                  </a:extLst>
                </p14:cNvPr>
                <p14:cNvContentPartPr/>
                <p14:nvPr/>
              </p14:nvContentPartPr>
              <p14:xfrm>
                <a:off x="4073884" y="1550048"/>
                <a:ext cx="106560" cy="286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9FDC32C-B525-095E-1E93-1AB97176B47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67764" y="1543928"/>
                  <a:ext cx="1188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40819F2-2974-BF81-B6D3-0134EDD32973}"/>
                    </a:ext>
                  </a:extLst>
                </p14:cNvPr>
                <p14:cNvContentPartPr/>
                <p14:nvPr/>
              </p14:nvContentPartPr>
              <p14:xfrm>
                <a:off x="4204204" y="1357808"/>
                <a:ext cx="351360" cy="200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40819F2-2974-BF81-B6D3-0134EDD3297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98084" y="1351688"/>
                  <a:ext cx="363600" cy="21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75C65E7-9004-2D82-2BC3-85CBAA5A352F}"/>
                  </a:ext>
                </a:extLst>
              </p14:cNvPr>
              <p14:cNvContentPartPr/>
              <p14:nvPr/>
            </p14:nvContentPartPr>
            <p14:xfrm>
              <a:off x="5550604" y="1922288"/>
              <a:ext cx="454680" cy="64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75C65E7-9004-2D82-2BC3-85CBAA5A352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544484" y="1916168"/>
                <a:ext cx="46692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E4F5635-52C1-B261-5595-7A2ED4C470FD}"/>
                  </a:ext>
                </a:extLst>
              </p14:cNvPr>
              <p14:cNvContentPartPr/>
              <p14:nvPr/>
            </p14:nvContentPartPr>
            <p14:xfrm>
              <a:off x="5552404" y="2140448"/>
              <a:ext cx="479520" cy="669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E4F5635-52C1-B261-5595-7A2ED4C470F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46284" y="2134328"/>
                <a:ext cx="491760" cy="7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92CEDD97-72A9-764F-B347-342A6CD277C8}"/>
              </a:ext>
            </a:extLst>
          </p:cNvPr>
          <p:cNvGrpSpPr/>
          <p:nvPr/>
        </p:nvGrpSpPr>
        <p:grpSpPr>
          <a:xfrm>
            <a:off x="6745444" y="1609808"/>
            <a:ext cx="1928160" cy="735480"/>
            <a:chOff x="6745444" y="1609808"/>
            <a:chExt cx="1928160" cy="73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29BC57D-BC71-2E17-1322-4796A861182A}"/>
                    </a:ext>
                  </a:extLst>
                </p14:cNvPr>
                <p14:cNvContentPartPr/>
                <p14:nvPr/>
              </p14:nvContentPartPr>
              <p14:xfrm>
                <a:off x="6745444" y="1811048"/>
                <a:ext cx="397800" cy="302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29BC57D-BC71-2E17-1322-4796A861182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39324" y="1804928"/>
                  <a:ext cx="4100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06EC4F7-30A2-657F-7839-10B70993C34C}"/>
                    </a:ext>
                  </a:extLst>
                </p14:cNvPr>
                <p14:cNvContentPartPr/>
                <p14:nvPr/>
              </p14:nvContentPartPr>
              <p14:xfrm>
                <a:off x="7398484" y="1609808"/>
                <a:ext cx="82080" cy="438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06EC4F7-30A2-657F-7839-10B70993C34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392364" y="1603688"/>
                  <a:ext cx="9432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DAB398D-BE90-3C68-2EFA-70CC9E13969A}"/>
                    </a:ext>
                  </a:extLst>
                </p14:cNvPr>
                <p14:cNvContentPartPr/>
                <p14:nvPr/>
              </p14:nvContentPartPr>
              <p14:xfrm>
                <a:off x="7641484" y="1739768"/>
                <a:ext cx="225720" cy="274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DAB398D-BE90-3C68-2EFA-70CC9E13969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635364" y="1733648"/>
                  <a:ext cx="2379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4FEDDAF-8357-A58C-E290-A3D4CAA89E99}"/>
                    </a:ext>
                  </a:extLst>
                </p14:cNvPr>
                <p14:cNvContentPartPr/>
                <p14:nvPr/>
              </p14:nvContentPartPr>
              <p14:xfrm>
                <a:off x="7915804" y="1814648"/>
                <a:ext cx="325440" cy="530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4FEDDAF-8357-A58C-E290-A3D4CAA89E9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09684" y="1808528"/>
                  <a:ext cx="33768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C823BF5-8EC3-D575-3120-48E806106DCD}"/>
                    </a:ext>
                  </a:extLst>
                </p14:cNvPr>
                <p14:cNvContentPartPr/>
                <p14:nvPr/>
              </p14:nvContentPartPr>
              <p14:xfrm>
                <a:off x="8294524" y="1876928"/>
                <a:ext cx="379080" cy="123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C823BF5-8EC3-D575-3120-48E806106DC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288404" y="1870808"/>
                  <a:ext cx="391320" cy="13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72DA1EB-2FBC-35EA-A290-F5BD6322D5B0}"/>
                  </a:ext>
                </a:extLst>
              </p14:cNvPr>
              <p14:cNvContentPartPr/>
              <p14:nvPr/>
            </p14:nvContentPartPr>
            <p14:xfrm>
              <a:off x="8352124" y="3067088"/>
              <a:ext cx="7200" cy="14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72DA1EB-2FBC-35EA-A290-F5BD6322D5B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346004" y="3060968"/>
                <a:ext cx="19440" cy="1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5E9A62CA-08FB-F39D-231E-47FE37D919D4}"/>
              </a:ext>
            </a:extLst>
          </p:cNvPr>
          <p:cNvGrpSpPr/>
          <p:nvPr/>
        </p:nvGrpSpPr>
        <p:grpSpPr>
          <a:xfrm>
            <a:off x="6688924" y="2855768"/>
            <a:ext cx="1290600" cy="738720"/>
            <a:chOff x="6688924" y="2855768"/>
            <a:chExt cx="1290600" cy="73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C05CE81-5348-8EA4-3AF6-993C442788BA}"/>
                    </a:ext>
                  </a:extLst>
                </p14:cNvPr>
                <p14:cNvContentPartPr/>
                <p14:nvPr/>
              </p14:nvContentPartPr>
              <p14:xfrm>
                <a:off x="6688924" y="3318008"/>
                <a:ext cx="477360" cy="276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C05CE81-5348-8EA4-3AF6-993C442788B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82804" y="3311888"/>
                  <a:ext cx="4896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C593646-0F30-0509-FD90-501DF377EC06}"/>
                    </a:ext>
                  </a:extLst>
                </p14:cNvPr>
                <p14:cNvContentPartPr/>
                <p14:nvPr/>
              </p14:nvContentPartPr>
              <p14:xfrm>
                <a:off x="7094644" y="2855768"/>
                <a:ext cx="19800" cy="425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C593646-0F30-0509-FD90-501DF377EC0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88524" y="2849648"/>
                  <a:ext cx="320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85ED76D-6511-E10E-6481-DF27803FEF20}"/>
                    </a:ext>
                  </a:extLst>
                </p14:cNvPr>
                <p14:cNvContentPartPr/>
                <p14:nvPr/>
              </p14:nvContentPartPr>
              <p14:xfrm>
                <a:off x="7365004" y="3067088"/>
                <a:ext cx="8280" cy="14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85ED76D-6511-E10E-6481-DF27803FEF2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358884" y="3060968"/>
                  <a:ext cx="205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AEA84AD-F172-9DB8-D94C-89FA6A6AD630}"/>
                    </a:ext>
                  </a:extLst>
                </p14:cNvPr>
                <p14:cNvContentPartPr/>
                <p14:nvPr/>
              </p14:nvContentPartPr>
              <p14:xfrm>
                <a:off x="7595404" y="3004088"/>
                <a:ext cx="164880" cy="176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AEA84AD-F172-9DB8-D94C-89FA6A6AD63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589284" y="2997968"/>
                  <a:ext cx="1771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472EBB2-E1BE-F7E1-472A-FD0345070252}"/>
                    </a:ext>
                  </a:extLst>
                </p14:cNvPr>
                <p14:cNvContentPartPr/>
                <p14:nvPr/>
              </p14:nvContentPartPr>
              <p14:xfrm>
                <a:off x="7780444" y="3017408"/>
                <a:ext cx="199080" cy="173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472EBB2-E1BE-F7E1-472A-FD034507025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74324" y="3011288"/>
                  <a:ext cx="2113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ACCD0B2-F0BC-83C7-5F80-F14CC0EB1284}"/>
                    </a:ext>
                  </a:extLst>
                </p14:cNvPr>
                <p14:cNvContentPartPr/>
                <p14:nvPr/>
              </p14:nvContentPartPr>
              <p14:xfrm>
                <a:off x="7577044" y="3014888"/>
                <a:ext cx="149400" cy="197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ACCD0B2-F0BC-83C7-5F80-F14CC0EB128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70924" y="3008768"/>
                  <a:ext cx="1616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3926326-8CEB-A5DE-867B-064944940CD9}"/>
                    </a:ext>
                  </a:extLst>
                </p14:cNvPr>
                <p14:cNvContentPartPr/>
                <p14:nvPr/>
              </p14:nvContentPartPr>
              <p14:xfrm>
                <a:off x="7834444" y="3068528"/>
                <a:ext cx="97560" cy="153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3926326-8CEB-A5DE-867B-064944940CD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828324" y="3062408"/>
                  <a:ext cx="1098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B7CB5D6-9FA0-B557-AA0C-7B6678BDB7A8}"/>
                    </a:ext>
                  </a:extLst>
                </p14:cNvPr>
                <p14:cNvContentPartPr/>
                <p14:nvPr/>
              </p14:nvContentPartPr>
              <p14:xfrm>
                <a:off x="7433404" y="3061688"/>
                <a:ext cx="15120" cy="12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B7CB5D6-9FA0-B557-AA0C-7B6678BDB7A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27284" y="3055568"/>
                  <a:ext cx="273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3B5E6C4-E441-7CCB-855F-AA34A64AB3C2}"/>
                    </a:ext>
                  </a:extLst>
                </p14:cNvPr>
                <p14:cNvContentPartPr/>
                <p14:nvPr/>
              </p14:nvContentPartPr>
              <p14:xfrm>
                <a:off x="7705924" y="3257888"/>
                <a:ext cx="221400" cy="34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3B5E6C4-E441-7CCB-855F-AA34A64AB3C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99804" y="3251768"/>
                  <a:ext cx="233640" cy="4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BDE59C5-C7B4-23C3-1077-053723E524CF}"/>
                  </a:ext>
                </a:extLst>
              </p14:cNvPr>
              <p14:cNvContentPartPr/>
              <p14:nvPr/>
            </p14:nvContentPartPr>
            <p14:xfrm>
              <a:off x="7677124" y="2180048"/>
              <a:ext cx="381600" cy="572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BDE59C5-C7B4-23C3-1077-053723E524C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671004" y="2173928"/>
                <a:ext cx="393840" cy="6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B288503D-876C-6B6F-D88D-F1931D50A0DA}"/>
              </a:ext>
            </a:extLst>
          </p:cNvPr>
          <p:cNvGrpSpPr/>
          <p:nvPr/>
        </p:nvGrpSpPr>
        <p:grpSpPr>
          <a:xfrm>
            <a:off x="2992084" y="2811128"/>
            <a:ext cx="1413720" cy="694800"/>
            <a:chOff x="2992084" y="2811128"/>
            <a:chExt cx="1413720" cy="69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D1F0C2A-285F-8F50-50B0-DEED92C839BE}"/>
                    </a:ext>
                  </a:extLst>
                </p14:cNvPr>
                <p14:cNvContentPartPr/>
                <p14:nvPr/>
              </p14:nvContentPartPr>
              <p14:xfrm>
                <a:off x="2992084" y="3182648"/>
                <a:ext cx="576720" cy="323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D1F0C2A-285F-8F50-50B0-DEED92C839B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85964" y="3176528"/>
                  <a:ext cx="58896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F892D24-193B-D216-2C99-0FC8EE8C1420}"/>
                    </a:ext>
                  </a:extLst>
                </p14:cNvPr>
                <p14:cNvContentPartPr/>
                <p14:nvPr/>
              </p14:nvContentPartPr>
              <p14:xfrm>
                <a:off x="3539284" y="2811128"/>
                <a:ext cx="31680" cy="368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F892D24-193B-D216-2C99-0FC8EE8C142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533164" y="2805008"/>
                  <a:ext cx="4392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A9D3832-B5F4-3C81-9E0C-04F117F39E31}"/>
                    </a:ext>
                  </a:extLst>
                </p14:cNvPr>
                <p14:cNvContentPartPr/>
                <p14:nvPr/>
              </p14:nvContentPartPr>
              <p14:xfrm>
                <a:off x="3770764" y="2925968"/>
                <a:ext cx="253080" cy="70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A9D3832-B5F4-3C81-9E0C-04F117F39E3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64644" y="2919848"/>
                  <a:ext cx="2653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C0E1100-6AA1-FF44-F090-6696DB758D1D}"/>
                    </a:ext>
                  </a:extLst>
                </p14:cNvPr>
                <p14:cNvContentPartPr/>
                <p14:nvPr/>
              </p14:nvContentPartPr>
              <p14:xfrm>
                <a:off x="3860044" y="2877368"/>
                <a:ext cx="73800" cy="331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C0E1100-6AA1-FF44-F090-6696DB758D1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53924" y="2871248"/>
                  <a:ext cx="860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7C8D1E9-B0F2-EBC5-D171-4201643513BB}"/>
                    </a:ext>
                  </a:extLst>
                </p14:cNvPr>
                <p14:cNvContentPartPr/>
                <p14:nvPr/>
              </p14:nvContentPartPr>
              <p14:xfrm>
                <a:off x="3819004" y="2844248"/>
                <a:ext cx="132120" cy="299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7C8D1E9-B0F2-EBC5-D171-4201643513B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12884" y="2838128"/>
                  <a:ext cx="1443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327A98E-C9DB-10E7-FF0D-3C22ACA8260E}"/>
                    </a:ext>
                  </a:extLst>
                </p14:cNvPr>
                <p14:cNvContentPartPr/>
                <p14:nvPr/>
              </p14:nvContentPartPr>
              <p14:xfrm>
                <a:off x="3887044" y="2983208"/>
                <a:ext cx="153360" cy="21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327A98E-C9DB-10E7-FF0D-3C22ACA8260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80924" y="2977088"/>
                  <a:ext cx="165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B9DB0C0-1F23-339F-7EE9-74A60B2C0E8D}"/>
                    </a:ext>
                  </a:extLst>
                </p14:cNvPr>
                <p14:cNvContentPartPr/>
                <p14:nvPr/>
              </p14:nvContentPartPr>
              <p14:xfrm>
                <a:off x="4186924" y="2995448"/>
                <a:ext cx="218880" cy="210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B9DB0C0-1F23-339F-7EE9-74A60B2C0E8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80804" y="2989328"/>
                  <a:ext cx="2311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10F20EA-3DC0-D23D-1772-80A42E3D59B3}"/>
                    </a:ext>
                  </a:extLst>
                </p14:cNvPr>
                <p14:cNvContentPartPr/>
                <p14:nvPr/>
              </p14:nvContentPartPr>
              <p14:xfrm>
                <a:off x="4243804" y="3159608"/>
                <a:ext cx="102960" cy="16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10F20EA-3DC0-D23D-1772-80A42E3D59B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237684" y="3153488"/>
                  <a:ext cx="11520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883E61D-5C9F-40C7-10FF-AC9CD655DFFE}"/>
              </a:ext>
            </a:extLst>
          </p:cNvPr>
          <p:cNvGrpSpPr/>
          <p:nvPr/>
        </p:nvGrpSpPr>
        <p:grpSpPr>
          <a:xfrm>
            <a:off x="5696404" y="2955128"/>
            <a:ext cx="1055160" cy="146520"/>
            <a:chOff x="5696404" y="2955128"/>
            <a:chExt cx="1055160" cy="14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706F7BE-6B91-143B-990D-48D8F4B738E0}"/>
                    </a:ext>
                  </a:extLst>
                </p14:cNvPr>
                <p14:cNvContentPartPr/>
                <p14:nvPr/>
              </p14:nvContentPartPr>
              <p14:xfrm>
                <a:off x="5696404" y="2955128"/>
                <a:ext cx="1055160" cy="146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706F7BE-6B91-143B-990D-48D8F4B738E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90284" y="2949008"/>
                  <a:ext cx="10674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E833A5C-B5B6-F35C-FBBC-800B16620F88}"/>
                    </a:ext>
                  </a:extLst>
                </p14:cNvPr>
                <p14:cNvContentPartPr/>
                <p14:nvPr/>
              </p14:nvContentPartPr>
              <p14:xfrm>
                <a:off x="6091684" y="2977808"/>
                <a:ext cx="518400" cy="67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E833A5C-B5B6-F35C-FBBC-800B16620F8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85564" y="2971688"/>
                  <a:ext cx="53064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D8087BC-288E-B02F-389C-110650458810}"/>
              </a:ext>
            </a:extLst>
          </p:cNvPr>
          <p:cNvGrpSpPr/>
          <p:nvPr/>
        </p:nvGrpSpPr>
        <p:grpSpPr>
          <a:xfrm>
            <a:off x="5003404" y="3344648"/>
            <a:ext cx="1341720" cy="282240"/>
            <a:chOff x="5003404" y="3344648"/>
            <a:chExt cx="1341720" cy="2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2AE9A10-9AFC-50C9-2B9B-C93672414A46}"/>
                    </a:ext>
                  </a:extLst>
                </p14:cNvPr>
                <p14:cNvContentPartPr/>
                <p14:nvPr/>
              </p14:nvContentPartPr>
              <p14:xfrm>
                <a:off x="5610364" y="3355088"/>
                <a:ext cx="233280" cy="68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2AE9A10-9AFC-50C9-2B9B-C93672414A4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604244" y="3348968"/>
                  <a:ext cx="245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73A7B4B-6852-8A5E-67FC-1E691172E308}"/>
                    </a:ext>
                  </a:extLst>
                </p14:cNvPr>
                <p14:cNvContentPartPr/>
                <p14:nvPr/>
              </p14:nvContentPartPr>
              <p14:xfrm>
                <a:off x="5665084" y="3496928"/>
                <a:ext cx="340200" cy="97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73A7B4B-6852-8A5E-67FC-1E691172E30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658964" y="3490808"/>
                  <a:ext cx="3524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6B894E8-779C-2081-0882-268F693CFF2D}"/>
                    </a:ext>
                  </a:extLst>
                </p14:cNvPr>
                <p14:cNvContentPartPr/>
                <p14:nvPr/>
              </p14:nvContentPartPr>
              <p14:xfrm>
                <a:off x="5003404" y="3377408"/>
                <a:ext cx="552240" cy="93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6B894E8-779C-2081-0882-268F693CFF2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97284" y="3371288"/>
                  <a:ext cx="5644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003CCEE-D1D2-2359-BD47-5A4337663FA8}"/>
                    </a:ext>
                  </a:extLst>
                </p14:cNvPr>
                <p14:cNvContentPartPr/>
                <p14:nvPr/>
              </p14:nvContentPartPr>
              <p14:xfrm>
                <a:off x="5062084" y="3577568"/>
                <a:ext cx="324720" cy="49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003CCEE-D1D2-2359-BD47-5A4337663FA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55964" y="3571448"/>
                  <a:ext cx="3369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48D1B47-C072-8EA8-3D06-DAB05DA50F96}"/>
                    </a:ext>
                  </a:extLst>
                </p14:cNvPr>
                <p14:cNvContentPartPr/>
                <p14:nvPr/>
              </p14:nvContentPartPr>
              <p14:xfrm>
                <a:off x="5995924" y="3344648"/>
                <a:ext cx="349200" cy="111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48D1B47-C072-8EA8-3D06-DAB05DA50F9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989804" y="3338528"/>
                  <a:ext cx="361440" cy="124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790545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6" r="3189" b="5389"/>
          <a:stretch/>
        </p:blipFill>
        <p:spPr>
          <a:xfrm rot="5054179">
            <a:off x="376849" y="1165705"/>
            <a:ext cx="6162261" cy="453056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1" t="4709" r="70082" b="10857"/>
          <a:stretch/>
        </p:blipFill>
        <p:spPr>
          <a:xfrm rot="5400000">
            <a:off x="7847939" y="1192695"/>
            <a:ext cx="1606163" cy="46594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7316F4B-CC03-303F-D30A-07326CDD5C4A}"/>
                  </a:ext>
                </a:extLst>
              </p14:cNvPr>
              <p14:cNvContentPartPr/>
              <p14:nvPr/>
            </p14:nvContentPartPr>
            <p14:xfrm>
              <a:off x="1550880" y="149400"/>
              <a:ext cx="9711720" cy="6223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7316F4B-CC03-303F-D30A-07326CDD5C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41520" y="140040"/>
                <a:ext cx="9730440" cy="624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8924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368" y="100599"/>
            <a:ext cx="9419040" cy="67574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75923" y="465993"/>
            <a:ext cx="254441" cy="2491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3011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27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 rot="-5399999">
            <a:off x="2769443" y="-2475797"/>
            <a:ext cx="6513633" cy="1188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809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1627</TotalTime>
  <Words>200</Words>
  <Application>Microsoft Office PowerPoint</Application>
  <PresentationFormat>Widescreen</PresentationFormat>
  <Paragraphs>45</Paragraphs>
  <Slides>27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Aptos Display</vt:lpstr>
      <vt:lpstr>Helvetica Neue</vt:lpstr>
      <vt:lpstr>Aptos</vt:lpstr>
      <vt:lpstr>Times New Roman</vt:lpstr>
      <vt:lpstr>Calibri</vt:lpstr>
      <vt:lpstr>Office Theme</vt:lpstr>
      <vt:lpstr>Designing and Analysis of Algorithms Course Code: ECS 5101/CS514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Rahul Mishra</cp:lastModifiedBy>
  <cp:revision>112</cp:revision>
  <dcterms:created xsi:type="dcterms:W3CDTF">2023-01-02T04:30:03Z</dcterms:created>
  <dcterms:modified xsi:type="dcterms:W3CDTF">2025-09-28T03:51:37Z</dcterms:modified>
</cp:coreProperties>
</file>