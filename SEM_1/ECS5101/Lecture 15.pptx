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notesSlides/notesSlide7.xml" ContentType="application/vnd.openxmlformats-officedocument.presentationml.notesSlide+xml"/>
  <Override PartName="/ppt/ink/ink7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image15.jpg" ContentType="image/jpg"/>
  <Override PartName="/ppt/media/image16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17"/>
  </p:notesMasterIdLst>
  <p:sldIdLst>
    <p:sldId id="405" r:id="rId2"/>
    <p:sldId id="709" r:id="rId3"/>
    <p:sldId id="710" r:id="rId4"/>
    <p:sldId id="711" r:id="rId5"/>
    <p:sldId id="712" r:id="rId6"/>
    <p:sldId id="713" r:id="rId7"/>
    <p:sldId id="721" r:id="rId8"/>
    <p:sldId id="714" r:id="rId9"/>
    <p:sldId id="715" r:id="rId10"/>
    <p:sldId id="722" r:id="rId11"/>
    <p:sldId id="716" r:id="rId12"/>
    <p:sldId id="717" r:id="rId13"/>
    <p:sldId id="719" r:id="rId14"/>
    <p:sldId id="723" r:id="rId15"/>
    <p:sldId id="72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2" roundtripDataSignature="AMtx7mg1RiiH1V00hBFey73LGlFy9jFH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0C35DE-B2F5-4286-A4E8-D88BCC6AFAF3}" v="1" dt="2025-10-11T03:55:44.819"/>
  </p1510:revLst>
</p1510:revInfo>
</file>

<file path=ppt/tableStyles.xml><?xml version="1.0" encoding="utf-8"?>
<a:tblStyleLst xmlns:a="http://schemas.openxmlformats.org/drawingml/2006/main" def="{6D93F2BA-12AC-4E3E-8EDC-AAE0573C1F7D}">
  <a:tblStyle styleId="{6D93F2BA-12AC-4E3E-8EDC-AAE0573C1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32" autoAdjust="0"/>
    <p:restoredTop sz="94660"/>
  </p:normalViewPr>
  <p:slideViewPr>
    <p:cSldViewPr snapToGrid="0">
      <p:cViewPr varScale="1">
        <p:scale>
          <a:sx n="64" d="100"/>
          <a:sy n="64" d="100"/>
        </p:scale>
        <p:origin x="12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07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0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0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ishra" userId="57c6469e-ac64-4888-811b-35f0aabddbad" providerId="ADAL" clId="{21FFD693-4E0E-4C6A-9B31-7A4B381D4AA0}"/>
    <pc:docChg chg="undo custSel addSld modSld">
      <pc:chgData name="Rahul Mishra" userId="57c6469e-ac64-4888-811b-35f0aabddbad" providerId="ADAL" clId="{21FFD693-4E0E-4C6A-9B31-7A4B381D4AA0}" dt="2024-08-31T18:40:31.090" v="18" actId="1076"/>
      <pc:docMkLst>
        <pc:docMk/>
      </pc:docMkLst>
      <pc:sldChg chg="delSp add mod">
        <pc:chgData name="Rahul Mishra" userId="57c6469e-ac64-4888-811b-35f0aabddbad" providerId="ADAL" clId="{21FFD693-4E0E-4C6A-9B31-7A4B381D4AA0}" dt="2024-08-31T17:30:57.514" v="13" actId="478"/>
        <pc:sldMkLst>
          <pc:docMk/>
          <pc:sldMk cId="3580903429" sldId="277"/>
        </pc:sldMkLst>
      </pc:sldChg>
      <pc:sldChg chg="modSp mod">
        <pc:chgData name="Rahul Mishra" userId="57c6469e-ac64-4888-811b-35f0aabddbad" providerId="ADAL" clId="{21FFD693-4E0E-4C6A-9B31-7A4B381D4AA0}" dt="2024-08-31T18:38:41.288" v="14" actId="1076"/>
        <pc:sldMkLst>
          <pc:docMk/>
          <pc:sldMk cId="0" sldId="283"/>
        </pc:sldMkLst>
      </pc:sldChg>
      <pc:sldChg chg="modSp mod">
        <pc:chgData name="Rahul Mishra" userId="57c6469e-ac64-4888-811b-35f0aabddbad" providerId="ADAL" clId="{21FFD693-4E0E-4C6A-9B31-7A4B381D4AA0}" dt="2024-08-31T18:38:50.743" v="15" actId="1076"/>
        <pc:sldMkLst>
          <pc:docMk/>
          <pc:sldMk cId="0" sldId="284"/>
        </pc:sldMkLst>
      </pc:sldChg>
      <pc:sldChg chg="modSp mod">
        <pc:chgData name="Rahul Mishra" userId="57c6469e-ac64-4888-811b-35f0aabddbad" providerId="ADAL" clId="{21FFD693-4E0E-4C6A-9B31-7A4B381D4AA0}" dt="2024-08-31T18:40:31.090" v="18" actId="1076"/>
        <pc:sldMkLst>
          <pc:docMk/>
          <pc:sldMk cId="0" sldId="285"/>
        </pc:sldMkLst>
      </pc:sldChg>
      <pc:sldChg chg="modSp mod">
        <pc:chgData name="Rahul Mishra" userId="57c6469e-ac64-4888-811b-35f0aabddbad" providerId="ADAL" clId="{21FFD693-4E0E-4C6A-9B31-7A4B381D4AA0}" dt="2024-08-31T17:30:54.298" v="5" actId="27636"/>
        <pc:sldMkLst>
          <pc:docMk/>
          <pc:sldMk cId="2182143427" sldId="298"/>
        </pc:sldMkLst>
      </pc:sldChg>
      <pc:sldChg chg="modSp mod">
        <pc:chgData name="Rahul Mishra" userId="57c6469e-ac64-4888-811b-35f0aabddbad" providerId="ADAL" clId="{21FFD693-4E0E-4C6A-9B31-7A4B381D4AA0}" dt="2024-08-31T17:30:54.307" v="6" actId="27636"/>
        <pc:sldMkLst>
          <pc:docMk/>
          <pc:sldMk cId="3430712330" sldId="299"/>
        </pc:sldMkLst>
      </pc:sldChg>
      <pc:sldChg chg="modSp mod">
        <pc:chgData name="Rahul Mishra" userId="57c6469e-ac64-4888-811b-35f0aabddbad" providerId="ADAL" clId="{21FFD693-4E0E-4C6A-9B31-7A4B381D4AA0}" dt="2024-08-31T17:30:54.313" v="7" actId="27636"/>
        <pc:sldMkLst>
          <pc:docMk/>
          <pc:sldMk cId="2853893709" sldId="300"/>
        </pc:sldMkLst>
      </pc:sldChg>
      <pc:sldChg chg="modSp mod">
        <pc:chgData name="Rahul Mishra" userId="57c6469e-ac64-4888-811b-35f0aabddbad" providerId="ADAL" clId="{21FFD693-4E0E-4C6A-9B31-7A4B381D4AA0}" dt="2024-08-31T17:30:54.329" v="8" actId="27636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21FFD693-4E0E-4C6A-9B31-7A4B381D4AA0}" dt="2024-08-31T17:30:54.329" v="9" actId="27636"/>
        <pc:sldMkLst>
          <pc:docMk/>
          <pc:sldMk cId="3799010131" sldId="302"/>
        </pc:sldMkLst>
      </pc:sldChg>
      <pc:sldChg chg="modSp mod">
        <pc:chgData name="Rahul Mishra" userId="57c6469e-ac64-4888-811b-35f0aabddbad" providerId="ADAL" clId="{21FFD693-4E0E-4C6A-9B31-7A4B381D4AA0}" dt="2024-08-31T17:30:54.345" v="10" actId="27636"/>
        <pc:sldMkLst>
          <pc:docMk/>
          <pc:sldMk cId="2187071181" sldId="303"/>
        </pc:sldMkLst>
      </pc:sldChg>
      <pc:sldChg chg="add">
        <pc:chgData name="Rahul Mishra" userId="57c6469e-ac64-4888-811b-35f0aabddbad" providerId="ADAL" clId="{21FFD693-4E0E-4C6A-9B31-7A4B381D4AA0}" dt="2024-08-31T17:30:54.156" v="0"/>
        <pc:sldMkLst>
          <pc:docMk/>
          <pc:sldMk cId="4132747667" sldId="353"/>
        </pc:sldMkLst>
      </pc:sldChg>
      <pc:sldChg chg="modSp mod">
        <pc:chgData name="Rahul Mishra" userId="57c6469e-ac64-4888-811b-35f0aabddbad" providerId="ADAL" clId="{21FFD693-4E0E-4C6A-9B31-7A4B381D4AA0}" dt="2024-08-31T17:30:54.251" v="1" actId="27636"/>
        <pc:sldMkLst>
          <pc:docMk/>
          <pc:sldMk cId="3256313146" sldId="366"/>
        </pc:sldMkLst>
      </pc:sldChg>
      <pc:sldChg chg="modSp mod">
        <pc:chgData name="Rahul Mishra" userId="57c6469e-ac64-4888-811b-35f0aabddbad" providerId="ADAL" clId="{21FFD693-4E0E-4C6A-9B31-7A4B381D4AA0}" dt="2024-08-31T17:30:54.266" v="2" actId="27636"/>
        <pc:sldMkLst>
          <pc:docMk/>
          <pc:sldMk cId="3617587182" sldId="367"/>
        </pc:sldMkLst>
      </pc:sldChg>
      <pc:sldChg chg="modSp mod">
        <pc:chgData name="Rahul Mishra" userId="57c6469e-ac64-4888-811b-35f0aabddbad" providerId="ADAL" clId="{21FFD693-4E0E-4C6A-9B31-7A4B381D4AA0}" dt="2024-08-31T17:30:54.266" v="3" actId="27636"/>
        <pc:sldMkLst>
          <pc:docMk/>
          <pc:sldMk cId="1559975623" sldId="368"/>
        </pc:sldMkLst>
      </pc:sldChg>
      <pc:sldChg chg="modSp mod">
        <pc:chgData name="Rahul Mishra" userId="57c6469e-ac64-4888-811b-35f0aabddbad" providerId="ADAL" clId="{21FFD693-4E0E-4C6A-9B31-7A4B381D4AA0}" dt="2024-08-31T17:30:54.282" v="4" actId="27636"/>
        <pc:sldMkLst>
          <pc:docMk/>
          <pc:sldMk cId="3336479956" sldId="369"/>
        </pc:sldMkLst>
      </pc:sldChg>
      <pc:sldChg chg="modSp mod">
        <pc:chgData name="Rahul Mishra" userId="57c6469e-ac64-4888-811b-35f0aabddbad" providerId="ADAL" clId="{21FFD693-4E0E-4C6A-9B31-7A4B381D4AA0}" dt="2024-08-31T17:30:54.360" v="11" actId="27636"/>
        <pc:sldMkLst>
          <pc:docMk/>
          <pc:sldMk cId="2983673248" sldId="376"/>
        </pc:sldMkLst>
      </pc:sldChg>
      <pc:sldChg chg="modSp mod">
        <pc:chgData name="Rahul Mishra" userId="57c6469e-ac64-4888-811b-35f0aabddbad" providerId="ADAL" clId="{21FFD693-4E0E-4C6A-9B31-7A4B381D4AA0}" dt="2024-08-31T17:30:54.360" v="12" actId="27636"/>
        <pc:sldMkLst>
          <pc:docMk/>
          <pc:sldMk cId="3694120147" sldId="377"/>
        </pc:sldMkLst>
      </pc:sldChg>
    </pc:docChg>
  </pc:docChgLst>
  <pc:docChgLst>
    <pc:chgData name="Rahul Mishra" userId="57c6469e-ac64-4888-811b-35f0aabddbad" providerId="ADAL" clId="{90DAAF18-CAA4-4505-ABD9-776B6A214DA0}"/>
    <pc:docChg chg="custSel modSld">
      <pc:chgData name="Rahul Mishra" userId="57c6469e-ac64-4888-811b-35f0aabddbad" providerId="ADAL" clId="{90DAAF18-CAA4-4505-ABD9-776B6A214DA0}" dt="2025-04-04T16:58:13.988" v="8" actId="478"/>
      <pc:docMkLst>
        <pc:docMk/>
      </pc:docMkLst>
      <pc:sldChg chg="delSp mod">
        <pc:chgData name="Rahul Mishra" userId="57c6469e-ac64-4888-811b-35f0aabddbad" providerId="ADAL" clId="{90DAAF18-CAA4-4505-ABD9-776B6A214DA0}" dt="2025-04-04T16:57:45.876" v="0" actId="478"/>
        <pc:sldMkLst>
          <pc:docMk/>
          <pc:sldMk cId="3045213416" sldId="709"/>
        </pc:sldMkLst>
      </pc:sldChg>
      <pc:sldChg chg="delSp mod">
        <pc:chgData name="Rahul Mishra" userId="57c6469e-ac64-4888-811b-35f0aabddbad" providerId="ADAL" clId="{90DAAF18-CAA4-4505-ABD9-776B6A214DA0}" dt="2025-04-04T16:57:48.446" v="1" actId="478"/>
        <pc:sldMkLst>
          <pc:docMk/>
          <pc:sldMk cId="2075406528" sldId="710"/>
        </pc:sldMkLst>
      </pc:sldChg>
      <pc:sldChg chg="delSp mod">
        <pc:chgData name="Rahul Mishra" userId="57c6469e-ac64-4888-811b-35f0aabddbad" providerId="ADAL" clId="{90DAAF18-CAA4-4505-ABD9-776B6A214DA0}" dt="2025-04-04T16:57:51.238" v="2" actId="478"/>
        <pc:sldMkLst>
          <pc:docMk/>
          <pc:sldMk cId="3924947299" sldId="711"/>
        </pc:sldMkLst>
      </pc:sldChg>
      <pc:sldChg chg="delSp mod">
        <pc:chgData name="Rahul Mishra" userId="57c6469e-ac64-4888-811b-35f0aabddbad" providerId="ADAL" clId="{90DAAF18-CAA4-4505-ABD9-776B6A214DA0}" dt="2025-04-04T16:57:53.835" v="3" actId="478"/>
        <pc:sldMkLst>
          <pc:docMk/>
          <pc:sldMk cId="1979303573" sldId="712"/>
        </pc:sldMkLst>
      </pc:sldChg>
      <pc:sldChg chg="delSp mod">
        <pc:chgData name="Rahul Mishra" userId="57c6469e-ac64-4888-811b-35f0aabddbad" providerId="ADAL" clId="{90DAAF18-CAA4-4505-ABD9-776B6A214DA0}" dt="2025-04-04T16:57:58.806" v="5" actId="478"/>
        <pc:sldMkLst>
          <pc:docMk/>
          <pc:sldMk cId="3160602644" sldId="713"/>
        </pc:sldMkLst>
      </pc:sldChg>
      <pc:sldChg chg="delSp mod">
        <pc:chgData name="Rahul Mishra" userId="57c6469e-ac64-4888-811b-35f0aabddbad" providerId="ADAL" clId="{90DAAF18-CAA4-4505-ABD9-776B6A214DA0}" dt="2025-04-04T16:58:02.678" v="7" actId="478"/>
        <pc:sldMkLst>
          <pc:docMk/>
          <pc:sldMk cId="2459852433" sldId="714"/>
        </pc:sldMkLst>
      </pc:sldChg>
      <pc:sldChg chg="delSp mod">
        <pc:chgData name="Rahul Mishra" userId="57c6469e-ac64-4888-811b-35f0aabddbad" providerId="ADAL" clId="{90DAAF18-CAA4-4505-ABD9-776B6A214DA0}" dt="2025-04-04T16:58:13.988" v="8" actId="478"/>
        <pc:sldMkLst>
          <pc:docMk/>
          <pc:sldMk cId="2113216562" sldId="719"/>
        </pc:sldMkLst>
      </pc:sldChg>
    </pc:docChg>
  </pc:docChgLst>
  <pc:docChgLst>
    <pc:chgData name="Rahul Mishra" userId="57c6469e-ac64-4888-811b-35f0aabddbad" providerId="ADAL" clId="{5BEE9467-BEE1-463A-ACAA-8D19ED3E1345}"/>
    <pc:docChg chg="delSld">
      <pc:chgData name="Rahul Mishra" userId="57c6469e-ac64-4888-811b-35f0aabddbad" providerId="ADAL" clId="{5BEE9467-BEE1-463A-ACAA-8D19ED3E1345}" dt="2024-10-04T18:25:53.055" v="4" actId="47"/>
      <pc:docMkLst>
        <pc:docMk/>
      </pc:docMkLst>
      <pc:sldChg chg="del">
        <pc:chgData name="Rahul Mishra" userId="57c6469e-ac64-4888-811b-35f0aabddbad" providerId="ADAL" clId="{5BEE9467-BEE1-463A-ACAA-8D19ED3E1345}" dt="2024-10-04T18:25:43.822" v="0" actId="47"/>
        <pc:sldMkLst>
          <pc:docMk/>
          <pc:sldMk cId="2819216235" sldId="727"/>
        </pc:sldMkLst>
      </pc:sldChg>
      <pc:sldChg chg="del">
        <pc:chgData name="Rahul Mishra" userId="57c6469e-ac64-4888-811b-35f0aabddbad" providerId="ADAL" clId="{5BEE9467-BEE1-463A-ACAA-8D19ED3E1345}" dt="2024-10-04T18:25:46.040" v="1" actId="47"/>
        <pc:sldMkLst>
          <pc:docMk/>
          <pc:sldMk cId="2187513785" sldId="728"/>
        </pc:sldMkLst>
      </pc:sldChg>
      <pc:sldChg chg="del">
        <pc:chgData name="Rahul Mishra" userId="57c6469e-ac64-4888-811b-35f0aabddbad" providerId="ADAL" clId="{5BEE9467-BEE1-463A-ACAA-8D19ED3E1345}" dt="2024-10-04T18:25:47.418" v="2" actId="47"/>
        <pc:sldMkLst>
          <pc:docMk/>
          <pc:sldMk cId="1904412074" sldId="729"/>
        </pc:sldMkLst>
      </pc:sldChg>
      <pc:sldChg chg="del">
        <pc:chgData name="Rahul Mishra" userId="57c6469e-ac64-4888-811b-35f0aabddbad" providerId="ADAL" clId="{5BEE9467-BEE1-463A-ACAA-8D19ED3E1345}" dt="2024-10-04T18:25:49.131" v="3" actId="47"/>
        <pc:sldMkLst>
          <pc:docMk/>
          <pc:sldMk cId="2959901174" sldId="730"/>
        </pc:sldMkLst>
      </pc:sldChg>
      <pc:sldChg chg="del">
        <pc:chgData name="Rahul Mishra" userId="57c6469e-ac64-4888-811b-35f0aabddbad" providerId="ADAL" clId="{5BEE9467-BEE1-463A-ACAA-8D19ED3E1345}" dt="2024-10-04T18:25:53.055" v="4" actId="47"/>
        <pc:sldMkLst>
          <pc:docMk/>
          <pc:sldMk cId="1392852137" sldId="731"/>
        </pc:sldMkLst>
      </pc:sldChg>
    </pc:docChg>
  </pc:docChgLst>
  <pc:docChgLst>
    <pc:chgData name="Rahul Mishra" userId="57c6469e-ac64-4888-811b-35f0aabddbad" providerId="ADAL" clId="{181BC7F3-2120-400D-B4AA-A1CF5463A9D1}"/>
    <pc:docChg chg="undo custSel addSld delSld modSld">
      <pc:chgData name="Rahul Mishra" userId="57c6469e-ac64-4888-811b-35f0aabddbad" providerId="ADAL" clId="{181BC7F3-2120-400D-B4AA-A1CF5463A9D1}" dt="2024-09-13T18:02:46.289" v="54"/>
      <pc:docMkLst>
        <pc:docMk/>
      </pc:docMkLst>
      <pc:sldChg chg="del">
        <pc:chgData name="Rahul Mishra" userId="57c6469e-ac64-4888-811b-35f0aabddbad" providerId="ADAL" clId="{181BC7F3-2120-400D-B4AA-A1CF5463A9D1}" dt="2024-09-13T17:57:49.309" v="6" actId="47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181BC7F3-2120-400D-B4AA-A1CF5463A9D1}" dt="2024-09-13T17:57:50.507" v="7" actId="47"/>
        <pc:sldMkLst>
          <pc:docMk/>
          <pc:sldMk cId="0" sldId="283"/>
        </pc:sldMkLst>
      </pc:sldChg>
      <pc:sldChg chg="del">
        <pc:chgData name="Rahul Mishra" userId="57c6469e-ac64-4888-811b-35f0aabddbad" providerId="ADAL" clId="{181BC7F3-2120-400D-B4AA-A1CF5463A9D1}" dt="2024-09-13T17:57:51.679" v="8" actId="47"/>
        <pc:sldMkLst>
          <pc:docMk/>
          <pc:sldMk cId="0" sldId="284"/>
        </pc:sldMkLst>
      </pc:sldChg>
      <pc:sldChg chg="del">
        <pc:chgData name="Rahul Mishra" userId="57c6469e-ac64-4888-811b-35f0aabddbad" providerId="ADAL" clId="{181BC7F3-2120-400D-B4AA-A1CF5463A9D1}" dt="2024-09-13T17:57:52.484" v="9" actId="47"/>
        <pc:sldMkLst>
          <pc:docMk/>
          <pc:sldMk cId="0" sldId="285"/>
        </pc:sldMkLst>
      </pc:sldChg>
      <pc:sldChg chg="del">
        <pc:chgData name="Rahul Mishra" userId="57c6469e-ac64-4888-811b-35f0aabddbad" providerId="ADAL" clId="{181BC7F3-2120-400D-B4AA-A1CF5463A9D1}" dt="2024-09-13T17:57:53.224" v="10" actId="47"/>
        <pc:sldMkLst>
          <pc:docMk/>
          <pc:sldMk cId="0" sldId="286"/>
        </pc:sldMkLst>
      </pc:sldChg>
      <pc:sldChg chg="del">
        <pc:chgData name="Rahul Mishra" userId="57c6469e-ac64-4888-811b-35f0aabddbad" providerId="ADAL" clId="{181BC7F3-2120-400D-B4AA-A1CF5463A9D1}" dt="2024-09-13T17:57:55.037" v="12" actId="47"/>
        <pc:sldMkLst>
          <pc:docMk/>
          <pc:sldMk cId="0" sldId="287"/>
        </pc:sldMkLst>
      </pc:sldChg>
      <pc:sldChg chg="del">
        <pc:chgData name="Rahul Mishra" userId="57c6469e-ac64-4888-811b-35f0aabddbad" providerId="ADAL" clId="{181BC7F3-2120-400D-B4AA-A1CF5463A9D1}" dt="2024-09-13T17:57:56.566" v="14" actId="47"/>
        <pc:sldMkLst>
          <pc:docMk/>
          <pc:sldMk cId="0" sldId="289"/>
        </pc:sldMkLst>
      </pc:sldChg>
      <pc:sldChg chg="del">
        <pc:chgData name="Rahul Mishra" userId="57c6469e-ac64-4888-811b-35f0aabddbad" providerId="ADAL" clId="{181BC7F3-2120-400D-B4AA-A1CF5463A9D1}" dt="2024-09-13T17:57:57.525" v="15" actId="47"/>
        <pc:sldMkLst>
          <pc:docMk/>
          <pc:sldMk cId="0" sldId="290"/>
        </pc:sldMkLst>
      </pc:sldChg>
      <pc:sldChg chg="del">
        <pc:chgData name="Rahul Mishra" userId="57c6469e-ac64-4888-811b-35f0aabddbad" providerId="ADAL" clId="{181BC7F3-2120-400D-B4AA-A1CF5463A9D1}" dt="2024-09-13T17:57:57.934" v="16" actId="47"/>
        <pc:sldMkLst>
          <pc:docMk/>
          <pc:sldMk cId="0" sldId="291"/>
        </pc:sldMkLst>
      </pc:sldChg>
      <pc:sldChg chg="del">
        <pc:chgData name="Rahul Mishra" userId="57c6469e-ac64-4888-811b-35f0aabddbad" providerId="ADAL" clId="{181BC7F3-2120-400D-B4AA-A1CF5463A9D1}" dt="2024-09-13T17:58:03.419" v="27" actId="47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181BC7F3-2120-400D-B4AA-A1CF5463A9D1}" dt="2024-09-13T17:58:03.939" v="28" actId="47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181BC7F3-2120-400D-B4AA-A1CF5463A9D1}" dt="2024-09-13T17:58:04.411" v="29" actId="47"/>
        <pc:sldMkLst>
          <pc:docMk/>
          <pc:sldMk cId="2502611286" sldId="294"/>
        </pc:sldMkLst>
      </pc:sldChg>
      <pc:sldChg chg="del">
        <pc:chgData name="Rahul Mishra" userId="57c6469e-ac64-4888-811b-35f0aabddbad" providerId="ADAL" clId="{181BC7F3-2120-400D-B4AA-A1CF5463A9D1}" dt="2024-09-13T17:58:04.933" v="30" actId="47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181BC7F3-2120-400D-B4AA-A1CF5463A9D1}" dt="2024-09-13T17:58:05.451" v="31" actId="47"/>
        <pc:sldMkLst>
          <pc:docMk/>
          <pc:sldMk cId="615098788" sldId="296"/>
        </pc:sldMkLst>
      </pc:sldChg>
      <pc:sldChg chg="del">
        <pc:chgData name="Rahul Mishra" userId="57c6469e-ac64-4888-811b-35f0aabddbad" providerId="ADAL" clId="{181BC7F3-2120-400D-B4AA-A1CF5463A9D1}" dt="2024-09-13T17:57:48.378" v="5" actId="47"/>
        <pc:sldMkLst>
          <pc:docMk/>
          <pc:sldMk cId="2187071181" sldId="303"/>
        </pc:sldMkLst>
      </pc:sldChg>
      <pc:sldChg chg="del">
        <pc:chgData name="Rahul Mishra" userId="57c6469e-ac64-4888-811b-35f0aabddbad" providerId="ADAL" clId="{181BC7F3-2120-400D-B4AA-A1CF5463A9D1}" dt="2024-09-13T17:58:08.830" v="36" actId="47"/>
        <pc:sldMkLst>
          <pc:docMk/>
          <pc:sldMk cId="1419033139" sldId="305"/>
        </pc:sldMkLst>
      </pc:sldChg>
      <pc:sldChg chg="del">
        <pc:chgData name="Rahul Mishra" userId="57c6469e-ac64-4888-811b-35f0aabddbad" providerId="ADAL" clId="{181BC7F3-2120-400D-B4AA-A1CF5463A9D1}" dt="2024-09-13T17:58:06.060" v="32" actId="47"/>
        <pc:sldMkLst>
          <pc:docMk/>
          <pc:sldMk cId="2079535757" sldId="375"/>
        </pc:sldMkLst>
      </pc:sldChg>
      <pc:sldChg chg="del">
        <pc:chgData name="Rahul Mishra" userId="57c6469e-ac64-4888-811b-35f0aabddbad" providerId="ADAL" clId="{181BC7F3-2120-400D-B4AA-A1CF5463A9D1}" dt="2024-09-13T17:58:06.665" v="33" actId="47"/>
        <pc:sldMkLst>
          <pc:docMk/>
          <pc:sldMk cId="2983673248" sldId="376"/>
        </pc:sldMkLst>
      </pc:sldChg>
      <pc:sldChg chg="del">
        <pc:chgData name="Rahul Mishra" userId="57c6469e-ac64-4888-811b-35f0aabddbad" providerId="ADAL" clId="{181BC7F3-2120-400D-B4AA-A1CF5463A9D1}" dt="2024-09-13T17:58:07.171" v="34" actId="47"/>
        <pc:sldMkLst>
          <pc:docMk/>
          <pc:sldMk cId="3694120147" sldId="377"/>
        </pc:sldMkLst>
      </pc:sldChg>
      <pc:sldChg chg="del">
        <pc:chgData name="Rahul Mishra" userId="57c6469e-ac64-4888-811b-35f0aabddbad" providerId="ADAL" clId="{181BC7F3-2120-400D-B4AA-A1CF5463A9D1}" dt="2024-09-13T17:58:07.674" v="35" actId="47"/>
        <pc:sldMkLst>
          <pc:docMk/>
          <pc:sldMk cId="3465334699" sldId="378"/>
        </pc:sldMkLst>
      </pc:sldChg>
      <pc:sldChg chg="del">
        <pc:chgData name="Rahul Mishra" userId="57c6469e-ac64-4888-811b-35f0aabddbad" providerId="ADAL" clId="{181BC7F3-2120-400D-B4AA-A1CF5463A9D1}" dt="2024-09-13T17:57:55.997" v="13" actId="47"/>
        <pc:sldMkLst>
          <pc:docMk/>
          <pc:sldMk cId="0" sldId="379"/>
        </pc:sldMkLst>
      </pc:sldChg>
      <pc:sldChg chg="del">
        <pc:chgData name="Rahul Mishra" userId="57c6469e-ac64-4888-811b-35f0aabddbad" providerId="ADAL" clId="{181BC7F3-2120-400D-B4AA-A1CF5463A9D1}" dt="2024-09-13T17:57:58.328" v="17" actId="47"/>
        <pc:sldMkLst>
          <pc:docMk/>
          <pc:sldMk cId="0" sldId="388"/>
        </pc:sldMkLst>
      </pc:sldChg>
      <pc:sldChg chg="del">
        <pc:chgData name="Rahul Mishra" userId="57c6469e-ac64-4888-811b-35f0aabddbad" providerId="ADAL" clId="{181BC7F3-2120-400D-B4AA-A1CF5463A9D1}" dt="2024-09-13T17:57:59.211" v="18" actId="47"/>
        <pc:sldMkLst>
          <pc:docMk/>
          <pc:sldMk cId="0" sldId="390"/>
        </pc:sldMkLst>
      </pc:sldChg>
      <pc:sldChg chg="del">
        <pc:chgData name="Rahul Mishra" userId="57c6469e-ac64-4888-811b-35f0aabddbad" providerId="ADAL" clId="{181BC7F3-2120-400D-B4AA-A1CF5463A9D1}" dt="2024-09-13T17:57:59.684" v="19" actId="47"/>
        <pc:sldMkLst>
          <pc:docMk/>
          <pc:sldMk cId="0" sldId="391"/>
        </pc:sldMkLst>
      </pc:sldChg>
      <pc:sldChg chg="del">
        <pc:chgData name="Rahul Mishra" userId="57c6469e-ac64-4888-811b-35f0aabddbad" providerId="ADAL" clId="{181BC7F3-2120-400D-B4AA-A1CF5463A9D1}" dt="2024-09-13T17:58:00.220" v="20" actId="47"/>
        <pc:sldMkLst>
          <pc:docMk/>
          <pc:sldMk cId="0" sldId="392"/>
        </pc:sldMkLst>
      </pc:sldChg>
      <pc:sldChg chg="del">
        <pc:chgData name="Rahul Mishra" userId="57c6469e-ac64-4888-811b-35f0aabddbad" providerId="ADAL" clId="{181BC7F3-2120-400D-B4AA-A1CF5463A9D1}" dt="2024-09-13T17:58:00.645" v="21" actId="47"/>
        <pc:sldMkLst>
          <pc:docMk/>
          <pc:sldMk cId="0" sldId="393"/>
        </pc:sldMkLst>
      </pc:sldChg>
      <pc:sldChg chg="del">
        <pc:chgData name="Rahul Mishra" userId="57c6469e-ac64-4888-811b-35f0aabddbad" providerId="ADAL" clId="{181BC7F3-2120-400D-B4AA-A1CF5463A9D1}" dt="2024-09-13T17:58:01.086" v="22" actId="47"/>
        <pc:sldMkLst>
          <pc:docMk/>
          <pc:sldMk cId="0" sldId="394"/>
        </pc:sldMkLst>
      </pc:sldChg>
      <pc:sldChg chg="del">
        <pc:chgData name="Rahul Mishra" userId="57c6469e-ac64-4888-811b-35f0aabddbad" providerId="ADAL" clId="{181BC7F3-2120-400D-B4AA-A1CF5463A9D1}" dt="2024-09-13T17:58:01.529" v="23" actId="47"/>
        <pc:sldMkLst>
          <pc:docMk/>
          <pc:sldMk cId="0" sldId="395"/>
        </pc:sldMkLst>
      </pc:sldChg>
      <pc:sldChg chg="del">
        <pc:chgData name="Rahul Mishra" userId="57c6469e-ac64-4888-811b-35f0aabddbad" providerId="ADAL" clId="{181BC7F3-2120-400D-B4AA-A1CF5463A9D1}" dt="2024-09-13T17:58:02.490" v="25" actId="47"/>
        <pc:sldMkLst>
          <pc:docMk/>
          <pc:sldMk cId="0" sldId="397"/>
        </pc:sldMkLst>
      </pc:sldChg>
      <pc:sldChg chg="del">
        <pc:chgData name="Rahul Mishra" userId="57c6469e-ac64-4888-811b-35f0aabddbad" providerId="ADAL" clId="{181BC7F3-2120-400D-B4AA-A1CF5463A9D1}" dt="2024-09-13T17:58:02.931" v="26" actId="47"/>
        <pc:sldMkLst>
          <pc:docMk/>
          <pc:sldMk cId="0" sldId="398"/>
        </pc:sldMkLst>
      </pc:sldChg>
      <pc:sldChg chg="del">
        <pc:chgData name="Rahul Mishra" userId="57c6469e-ac64-4888-811b-35f0aabddbad" providerId="ADAL" clId="{181BC7F3-2120-400D-B4AA-A1CF5463A9D1}" dt="2024-09-13T17:58:02.008" v="24" actId="47"/>
        <pc:sldMkLst>
          <pc:docMk/>
          <pc:sldMk cId="0" sldId="401"/>
        </pc:sldMkLst>
      </pc:sldChg>
      <pc:sldChg chg="del">
        <pc:chgData name="Rahul Mishra" userId="57c6469e-ac64-4888-811b-35f0aabddbad" providerId="ADAL" clId="{181BC7F3-2120-400D-B4AA-A1CF5463A9D1}" dt="2024-09-13T17:57:46.596" v="4" actId="47"/>
        <pc:sldMkLst>
          <pc:docMk/>
          <pc:sldMk cId="1992141454" sldId="404"/>
        </pc:sldMkLst>
      </pc:sldChg>
      <pc:sldChg chg="delSp modSp mod">
        <pc:chgData name="Rahul Mishra" userId="57c6469e-ac64-4888-811b-35f0aabddbad" providerId="ADAL" clId="{181BC7F3-2120-400D-B4AA-A1CF5463A9D1}" dt="2024-09-13T17:57:42.036" v="3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181BC7F3-2120-400D-B4AA-A1CF5463A9D1}" dt="2024-09-13T17:59:12.293" v="37" actId="47"/>
        <pc:sldMkLst>
          <pc:docMk/>
          <pc:sldMk cId="1740156467" sldId="406"/>
        </pc:sldMkLst>
      </pc:sldChg>
      <pc:sldChg chg="del">
        <pc:chgData name="Rahul Mishra" userId="57c6469e-ac64-4888-811b-35f0aabddbad" providerId="ADAL" clId="{181BC7F3-2120-400D-B4AA-A1CF5463A9D1}" dt="2024-09-13T17:59:15.004" v="38" actId="47"/>
        <pc:sldMkLst>
          <pc:docMk/>
          <pc:sldMk cId="658975334" sldId="40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303821214" sldId="407"/>
        </pc:sldMkLst>
      </pc:sldChg>
      <pc:sldChg chg="del">
        <pc:chgData name="Rahul Mishra" userId="57c6469e-ac64-4888-811b-35f0aabddbad" providerId="ADAL" clId="{181BC7F3-2120-400D-B4AA-A1CF5463A9D1}" dt="2024-09-13T17:59:15.891" v="39" actId="47"/>
        <pc:sldMkLst>
          <pc:docMk/>
          <pc:sldMk cId="832144480" sldId="408"/>
        </pc:sldMkLst>
      </pc:sldChg>
      <pc:sldChg chg="del">
        <pc:chgData name="Rahul Mishra" userId="57c6469e-ac64-4888-811b-35f0aabddbad" providerId="ADAL" clId="{181BC7F3-2120-400D-B4AA-A1CF5463A9D1}" dt="2024-09-13T17:59:16.756" v="40" actId="47"/>
        <pc:sldMkLst>
          <pc:docMk/>
          <pc:sldMk cId="4711899" sldId="409"/>
        </pc:sldMkLst>
      </pc:sldChg>
      <pc:sldChg chg="del">
        <pc:chgData name="Rahul Mishra" userId="57c6469e-ac64-4888-811b-35f0aabddbad" providerId="ADAL" clId="{181BC7F3-2120-400D-B4AA-A1CF5463A9D1}" dt="2024-09-13T17:59:17.831" v="41" actId="47"/>
        <pc:sldMkLst>
          <pc:docMk/>
          <pc:sldMk cId="1349400572" sldId="410"/>
        </pc:sldMkLst>
      </pc:sldChg>
      <pc:sldChg chg="del">
        <pc:chgData name="Rahul Mishra" userId="57c6469e-ac64-4888-811b-35f0aabddbad" providerId="ADAL" clId="{181BC7F3-2120-400D-B4AA-A1CF5463A9D1}" dt="2024-09-13T17:59:18.464" v="42" actId="47"/>
        <pc:sldMkLst>
          <pc:docMk/>
          <pc:sldMk cId="2231131565" sldId="411"/>
        </pc:sldMkLst>
      </pc:sldChg>
      <pc:sldChg chg="del">
        <pc:chgData name="Rahul Mishra" userId="57c6469e-ac64-4888-811b-35f0aabddbad" providerId="ADAL" clId="{181BC7F3-2120-400D-B4AA-A1CF5463A9D1}" dt="2024-09-13T17:59:19.018" v="43" actId="47"/>
        <pc:sldMkLst>
          <pc:docMk/>
          <pc:sldMk cId="897648036" sldId="412"/>
        </pc:sldMkLst>
      </pc:sldChg>
      <pc:sldChg chg="del">
        <pc:chgData name="Rahul Mishra" userId="57c6469e-ac64-4888-811b-35f0aabddbad" providerId="ADAL" clId="{181BC7F3-2120-400D-B4AA-A1CF5463A9D1}" dt="2024-09-13T17:59:19.975" v="44" actId="47"/>
        <pc:sldMkLst>
          <pc:docMk/>
          <pc:sldMk cId="2939944465" sldId="413"/>
        </pc:sldMkLst>
      </pc:sldChg>
      <pc:sldChg chg="delSp add del mod">
        <pc:chgData name="Rahul Mishra" userId="57c6469e-ac64-4888-811b-35f0aabddbad" providerId="ADAL" clId="{181BC7F3-2120-400D-B4AA-A1CF5463A9D1}" dt="2024-09-13T17:59:25.517" v="47" actId="478"/>
        <pc:sldMkLst>
          <pc:docMk/>
          <pc:sldMk cId="1214863930" sldId="414"/>
        </pc:sldMkLst>
      </pc:sldChg>
      <pc:sldChg chg="delSp mod">
        <pc:chgData name="Rahul Mishra" userId="57c6469e-ac64-4888-811b-35f0aabddbad" providerId="ADAL" clId="{181BC7F3-2120-400D-B4AA-A1CF5463A9D1}" dt="2024-09-13T17:59:28.322" v="48" actId="478"/>
        <pc:sldMkLst>
          <pc:docMk/>
          <pc:sldMk cId="2118251881" sldId="415"/>
        </pc:sldMkLst>
      </pc:sldChg>
      <pc:sldChg chg="delSp mod">
        <pc:chgData name="Rahul Mishra" userId="57c6469e-ac64-4888-811b-35f0aabddbad" providerId="ADAL" clId="{181BC7F3-2120-400D-B4AA-A1CF5463A9D1}" dt="2024-09-13T17:59:30.485" v="49" actId="478"/>
        <pc:sldMkLst>
          <pc:docMk/>
          <pc:sldMk cId="2560525014" sldId="416"/>
        </pc:sldMkLst>
      </pc:sldChg>
      <pc:sldChg chg="delSp mod">
        <pc:chgData name="Rahul Mishra" userId="57c6469e-ac64-4888-811b-35f0aabddbad" providerId="ADAL" clId="{181BC7F3-2120-400D-B4AA-A1CF5463A9D1}" dt="2024-09-13T17:59:33.470" v="50" actId="478"/>
        <pc:sldMkLst>
          <pc:docMk/>
          <pc:sldMk cId="1508322553" sldId="417"/>
        </pc:sldMkLst>
      </pc:sldChg>
      <pc:sldChg chg="del">
        <pc:chgData name="Rahul Mishra" userId="57c6469e-ac64-4888-811b-35f0aabddbad" providerId="ADAL" clId="{181BC7F3-2120-400D-B4AA-A1CF5463A9D1}" dt="2024-09-13T17:57:54.394" v="11" actId="47"/>
        <pc:sldMkLst>
          <pc:docMk/>
          <pc:sldMk cId="4154801453" sldId="44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624487864" sldId="66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534343136" sldId="669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5107067" sldId="670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88985167" sldId="671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632104634" sldId="67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862732049" sldId="67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4739878" sldId="67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635984662" sldId="67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02975413" sldId="67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162057113" sldId="67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806669630" sldId="67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774752012" sldId="680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522852980" sldId="681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8856468" sldId="68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526344510" sldId="683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469525153" sldId="68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217440676" sldId="68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928924749" sldId="68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072301149" sldId="68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77943677" sldId="68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18591328" sldId="68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393512214" sldId="691"/>
        </pc:sldMkLst>
      </pc:sldChg>
    </pc:docChg>
  </pc:docChgLst>
  <pc:docChgLst>
    <pc:chgData name="Rahul Mishra" userId="57c6469e-ac64-4888-811b-35f0aabddbad" providerId="ADAL" clId="{77054C20-5B73-411C-AF9F-27685B677E1A}"/>
    <pc:docChg chg="custSel modSld">
      <pc:chgData name="Rahul Mishra" userId="57c6469e-ac64-4888-811b-35f0aabddbad" providerId="ADAL" clId="{77054C20-5B73-411C-AF9F-27685B677E1A}" dt="2025-10-10T18:14:45.758" v="15" actId="478"/>
      <pc:docMkLst>
        <pc:docMk/>
      </pc:docMkLst>
      <pc:sldChg chg="delSp mod">
        <pc:chgData name="Rahul Mishra" userId="57c6469e-ac64-4888-811b-35f0aabddbad" providerId="ADAL" clId="{77054C20-5B73-411C-AF9F-27685B677E1A}" dt="2025-10-10T18:14:05.152" v="0" actId="478"/>
        <pc:sldMkLst>
          <pc:docMk/>
          <pc:sldMk cId="545609971" sldId="405"/>
        </pc:sldMkLst>
        <pc:inkChg chg="del">
          <ac:chgData name="Rahul Mishra" userId="57c6469e-ac64-4888-811b-35f0aabddbad" providerId="ADAL" clId="{77054C20-5B73-411C-AF9F-27685B677E1A}" dt="2025-10-10T18:14:05.152" v="0" actId="478"/>
          <ac:inkMkLst>
            <pc:docMk/>
            <pc:sldMk cId="545609971" sldId="405"/>
            <ac:inkMk id="4" creationId="{51D2AAC7-FA88-BD18-C4CB-79CDEE1D66C7}"/>
          </ac:inkMkLst>
        </pc:inkChg>
      </pc:sldChg>
      <pc:sldChg chg="delSp mod">
        <pc:chgData name="Rahul Mishra" userId="57c6469e-ac64-4888-811b-35f0aabddbad" providerId="ADAL" clId="{77054C20-5B73-411C-AF9F-27685B677E1A}" dt="2025-10-10T18:14:08.320" v="1" actId="478"/>
        <pc:sldMkLst>
          <pc:docMk/>
          <pc:sldMk cId="3045213416" sldId="709"/>
        </pc:sldMkLst>
        <pc:inkChg chg="del">
          <ac:chgData name="Rahul Mishra" userId="57c6469e-ac64-4888-811b-35f0aabddbad" providerId="ADAL" clId="{77054C20-5B73-411C-AF9F-27685B677E1A}" dt="2025-10-10T18:14:08.320" v="1" actId="478"/>
          <ac:inkMkLst>
            <pc:docMk/>
            <pc:sldMk cId="3045213416" sldId="709"/>
            <ac:inkMk id="3" creationId="{10AFAEF6-A268-E88E-1003-A54B8740ABD5}"/>
          </ac:inkMkLst>
        </pc:inkChg>
      </pc:sldChg>
      <pc:sldChg chg="delSp mod">
        <pc:chgData name="Rahul Mishra" userId="57c6469e-ac64-4888-811b-35f0aabddbad" providerId="ADAL" clId="{77054C20-5B73-411C-AF9F-27685B677E1A}" dt="2025-10-10T18:14:11.099" v="2" actId="478"/>
        <pc:sldMkLst>
          <pc:docMk/>
          <pc:sldMk cId="2075406528" sldId="710"/>
        </pc:sldMkLst>
        <pc:inkChg chg="del">
          <ac:chgData name="Rahul Mishra" userId="57c6469e-ac64-4888-811b-35f0aabddbad" providerId="ADAL" clId="{77054C20-5B73-411C-AF9F-27685B677E1A}" dt="2025-10-10T18:14:11.099" v="2" actId="478"/>
          <ac:inkMkLst>
            <pc:docMk/>
            <pc:sldMk cId="2075406528" sldId="710"/>
            <ac:inkMk id="4" creationId="{7C46B589-65AA-070C-352D-D7C26D8C0269}"/>
          </ac:inkMkLst>
        </pc:inkChg>
      </pc:sldChg>
      <pc:sldChg chg="delSp mod">
        <pc:chgData name="Rahul Mishra" userId="57c6469e-ac64-4888-811b-35f0aabddbad" providerId="ADAL" clId="{77054C20-5B73-411C-AF9F-27685B677E1A}" dt="2025-10-10T18:14:13.499" v="3" actId="478"/>
        <pc:sldMkLst>
          <pc:docMk/>
          <pc:sldMk cId="3924947299" sldId="711"/>
        </pc:sldMkLst>
        <pc:inkChg chg="del">
          <ac:chgData name="Rahul Mishra" userId="57c6469e-ac64-4888-811b-35f0aabddbad" providerId="ADAL" clId="{77054C20-5B73-411C-AF9F-27685B677E1A}" dt="2025-10-10T18:14:13.499" v="3" actId="478"/>
          <ac:inkMkLst>
            <pc:docMk/>
            <pc:sldMk cId="3924947299" sldId="711"/>
            <ac:inkMk id="3" creationId="{1D2CF768-0156-42B8-2BD9-24924540B811}"/>
          </ac:inkMkLst>
        </pc:inkChg>
      </pc:sldChg>
      <pc:sldChg chg="delSp mod">
        <pc:chgData name="Rahul Mishra" userId="57c6469e-ac64-4888-811b-35f0aabddbad" providerId="ADAL" clId="{77054C20-5B73-411C-AF9F-27685B677E1A}" dt="2025-10-10T18:14:16.072" v="4" actId="478"/>
        <pc:sldMkLst>
          <pc:docMk/>
          <pc:sldMk cId="1979303573" sldId="712"/>
        </pc:sldMkLst>
        <pc:inkChg chg="del">
          <ac:chgData name="Rahul Mishra" userId="57c6469e-ac64-4888-811b-35f0aabddbad" providerId="ADAL" clId="{77054C20-5B73-411C-AF9F-27685B677E1A}" dt="2025-10-10T18:14:16.072" v="4" actId="478"/>
          <ac:inkMkLst>
            <pc:docMk/>
            <pc:sldMk cId="1979303573" sldId="712"/>
            <ac:inkMk id="2" creationId="{7A7AB68C-F679-B686-490F-748BB871F9EB}"/>
          </ac:inkMkLst>
        </pc:inkChg>
      </pc:sldChg>
      <pc:sldChg chg="delSp mod">
        <pc:chgData name="Rahul Mishra" userId="57c6469e-ac64-4888-811b-35f0aabddbad" providerId="ADAL" clId="{77054C20-5B73-411C-AF9F-27685B677E1A}" dt="2025-10-10T18:14:18.492" v="5" actId="478"/>
        <pc:sldMkLst>
          <pc:docMk/>
          <pc:sldMk cId="3160602644" sldId="713"/>
        </pc:sldMkLst>
        <pc:inkChg chg="del">
          <ac:chgData name="Rahul Mishra" userId="57c6469e-ac64-4888-811b-35f0aabddbad" providerId="ADAL" clId="{77054C20-5B73-411C-AF9F-27685B677E1A}" dt="2025-10-10T18:14:18.492" v="5" actId="478"/>
          <ac:inkMkLst>
            <pc:docMk/>
            <pc:sldMk cId="3160602644" sldId="713"/>
            <ac:inkMk id="4" creationId="{50F2B879-D141-54AA-B24A-8955E4BA38BA}"/>
          </ac:inkMkLst>
        </pc:inkChg>
      </pc:sldChg>
      <pc:sldChg chg="delSp mod">
        <pc:chgData name="Rahul Mishra" userId="57c6469e-ac64-4888-811b-35f0aabddbad" providerId="ADAL" clId="{77054C20-5B73-411C-AF9F-27685B677E1A}" dt="2025-10-10T18:14:24.744" v="8" actId="478"/>
        <pc:sldMkLst>
          <pc:docMk/>
          <pc:sldMk cId="2459852433" sldId="714"/>
        </pc:sldMkLst>
        <pc:inkChg chg="del">
          <ac:chgData name="Rahul Mishra" userId="57c6469e-ac64-4888-811b-35f0aabddbad" providerId="ADAL" clId="{77054C20-5B73-411C-AF9F-27685B677E1A}" dt="2025-10-10T18:14:24.744" v="8" actId="478"/>
          <ac:inkMkLst>
            <pc:docMk/>
            <pc:sldMk cId="2459852433" sldId="714"/>
            <ac:inkMk id="2" creationId="{6390AB84-4C26-3C8D-C7E7-84478D18697E}"/>
          </ac:inkMkLst>
        </pc:inkChg>
        <pc:inkChg chg="del">
          <ac:chgData name="Rahul Mishra" userId="57c6469e-ac64-4888-811b-35f0aabddbad" providerId="ADAL" clId="{77054C20-5B73-411C-AF9F-27685B677E1A}" dt="2025-10-10T18:14:23.517" v="7" actId="478"/>
          <ac:inkMkLst>
            <pc:docMk/>
            <pc:sldMk cId="2459852433" sldId="714"/>
            <ac:inkMk id="3" creationId="{A6EC5C1A-B88B-EFBB-38A4-C9116B2B8FAB}"/>
          </ac:inkMkLst>
        </pc:inkChg>
      </pc:sldChg>
      <pc:sldChg chg="delSp mod">
        <pc:chgData name="Rahul Mishra" userId="57c6469e-ac64-4888-811b-35f0aabddbad" providerId="ADAL" clId="{77054C20-5B73-411C-AF9F-27685B677E1A}" dt="2025-10-10T18:14:27.429" v="9" actId="478"/>
        <pc:sldMkLst>
          <pc:docMk/>
          <pc:sldMk cId="29153037" sldId="715"/>
        </pc:sldMkLst>
        <pc:inkChg chg="del">
          <ac:chgData name="Rahul Mishra" userId="57c6469e-ac64-4888-811b-35f0aabddbad" providerId="ADAL" clId="{77054C20-5B73-411C-AF9F-27685B677E1A}" dt="2025-10-10T18:14:27.429" v="9" actId="478"/>
          <ac:inkMkLst>
            <pc:docMk/>
            <pc:sldMk cId="29153037" sldId="715"/>
            <ac:inkMk id="2" creationId="{3C622E05-9CCE-D9AD-D755-4106E08BB42F}"/>
          </ac:inkMkLst>
        </pc:inkChg>
      </pc:sldChg>
      <pc:sldChg chg="delSp mod">
        <pc:chgData name="Rahul Mishra" userId="57c6469e-ac64-4888-811b-35f0aabddbad" providerId="ADAL" clId="{77054C20-5B73-411C-AF9F-27685B677E1A}" dt="2025-10-10T18:14:34.717" v="11" actId="478"/>
        <pc:sldMkLst>
          <pc:docMk/>
          <pc:sldMk cId="1318773504" sldId="717"/>
        </pc:sldMkLst>
        <pc:inkChg chg="del">
          <ac:chgData name="Rahul Mishra" userId="57c6469e-ac64-4888-811b-35f0aabddbad" providerId="ADAL" clId="{77054C20-5B73-411C-AF9F-27685B677E1A}" dt="2025-10-10T18:14:34.717" v="11" actId="478"/>
          <ac:inkMkLst>
            <pc:docMk/>
            <pc:sldMk cId="1318773504" sldId="717"/>
            <ac:inkMk id="2" creationId="{98C1CA0D-AD79-E6F2-54B6-CA22C4DB46D1}"/>
          </ac:inkMkLst>
        </pc:inkChg>
      </pc:sldChg>
      <pc:sldChg chg="delSp mod">
        <pc:chgData name="Rahul Mishra" userId="57c6469e-ac64-4888-811b-35f0aabddbad" providerId="ADAL" clId="{77054C20-5B73-411C-AF9F-27685B677E1A}" dt="2025-10-10T18:14:37.586" v="12" actId="478"/>
        <pc:sldMkLst>
          <pc:docMk/>
          <pc:sldMk cId="2113216562" sldId="719"/>
        </pc:sldMkLst>
        <pc:inkChg chg="del">
          <ac:chgData name="Rahul Mishra" userId="57c6469e-ac64-4888-811b-35f0aabddbad" providerId="ADAL" clId="{77054C20-5B73-411C-AF9F-27685B677E1A}" dt="2025-10-10T18:14:37.586" v="12" actId="478"/>
          <ac:inkMkLst>
            <pc:docMk/>
            <pc:sldMk cId="2113216562" sldId="719"/>
            <ac:inkMk id="6" creationId="{4FFA8E29-3A0F-CC18-9E07-DEA2E8FB5A1B}"/>
          </ac:inkMkLst>
        </pc:inkChg>
      </pc:sldChg>
      <pc:sldChg chg="delSp mod">
        <pc:chgData name="Rahul Mishra" userId="57c6469e-ac64-4888-811b-35f0aabddbad" providerId="ADAL" clId="{77054C20-5B73-411C-AF9F-27685B677E1A}" dt="2025-10-10T18:14:45.758" v="15" actId="478"/>
        <pc:sldMkLst>
          <pc:docMk/>
          <pc:sldMk cId="848781093" sldId="720"/>
        </pc:sldMkLst>
        <pc:inkChg chg="del">
          <ac:chgData name="Rahul Mishra" userId="57c6469e-ac64-4888-811b-35f0aabddbad" providerId="ADAL" clId="{77054C20-5B73-411C-AF9F-27685B677E1A}" dt="2025-10-10T18:14:45.758" v="15" actId="478"/>
          <ac:inkMkLst>
            <pc:docMk/>
            <pc:sldMk cId="848781093" sldId="720"/>
            <ac:inkMk id="4" creationId="{044BD503-0B49-A342-5778-56ED85B110F4}"/>
          </ac:inkMkLst>
        </pc:inkChg>
      </pc:sldChg>
      <pc:sldChg chg="delSp mod">
        <pc:chgData name="Rahul Mishra" userId="57c6469e-ac64-4888-811b-35f0aabddbad" providerId="ADAL" clId="{77054C20-5B73-411C-AF9F-27685B677E1A}" dt="2025-10-10T18:14:21.084" v="6" actId="478"/>
        <pc:sldMkLst>
          <pc:docMk/>
          <pc:sldMk cId="3386233438" sldId="721"/>
        </pc:sldMkLst>
        <pc:inkChg chg="del">
          <ac:chgData name="Rahul Mishra" userId="57c6469e-ac64-4888-811b-35f0aabddbad" providerId="ADAL" clId="{77054C20-5B73-411C-AF9F-27685B677E1A}" dt="2025-10-10T18:14:21.084" v="6" actId="478"/>
          <ac:inkMkLst>
            <pc:docMk/>
            <pc:sldMk cId="3386233438" sldId="721"/>
            <ac:inkMk id="3" creationId="{68F45EA0-F847-EBC9-E5F6-50AA924FB8FE}"/>
          </ac:inkMkLst>
        </pc:inkChg>
      </pc:sldChg>
      <pc:sldChg chg="delSp mod">
        <pc:chgData name="Rahul Mishra" userId="57c6469e-ac64-4888-811b-35f0aabddbad" providerId="ADAL" clId="{77054C20-5B73-411C-AF9F-27685B677E1A}" dt="2025-10-10T18:14:30.237" v="10" actId="478"/>
        <pc:sldMkLst>
          <pc:docMk/>
          <pc:sldMk cId="774804304" sldId="722"/>
        </pc:sldMkLst>
        <pc:inkChg chg="del">
          <ac:chgData name="Rahul Mishra" userId="57c6469e-ac64-4888-811b-35f0aabddbad" providerId="ADAL" clId="{77054C20-5B73-411C-AF9F-27685B677E1A}" dt="2025-10-10T18:14:30.237" v="10" actId="478"/>
          <ac:inkMkLst>
            <pc:docMk/>
            <pc:sldMk cId="774804304" sldId="722"/>
            <ac:inkMk id="3" creationId="{20789BF7-C7EC-2A33-B366-2DF516A4CF39}"/>
          </ac:inkMkLst>
        </pc:inkChg>
      </pc:sldChg>
      <pc:sldChg chg="delSp mod">
        <pc:chgData name="Rahul Mishra" userId="57c6469e-ac64-4888-811b-35f0aabddbad" providerId="ADAL" clId="{77054C20-5B73-411C-AF9F-27685B677E1A}" dt="2025-10-10T18:14:42.432" v="14" actId="478"/>
        <pc:sldMkLst>
          <pc:docMk/>
          <pc:sldMk cId="272502148" sldId="723"/>
        </pc:sldMkLst>
        <pc:inkChg chg="del">
          <ac:chgData name="Rahul Mishra" userId="57c6469e-ac64-4888-811b-35f0aabddbad" providerId="ADAL" clId="{77054C20-5B73-411C-AF9F-27685B677E1A}" dt="2025-10-10T18:14:40.964" v="13" actId="478"/>
          <ac:inkMkLst>
            <pc:docMk/>
            <pc:sldMk cId="272502148" sldId="723"/>
            <ac:inkMk id="3" creationId="{818FBEA9-2E37-6E51-4043-E7D812DE3401}"/>
          </ac:inkMkLst>
        </pc:inkChg>
        <pc:inkChg chg="del">
          <ac:chgData name="Rahul Mishra" userId="57c6469e-ac64-4888-811b-35f0aabddbad" providerId="ADAL" clId="{77054C20-5B73-411C-AF9F-27685B677E1A}" dt="2025-10-10T18:14:42.432" v="14" actId="478"/>
          <ac:inkMkLst>
            <pc:docMk/>
            <pc:sldMk cId="272502148" sldId="723"/>
            <ac:inkMk id="4" creationId="{66BC7D2A-38C0-280A-F7B9-EFDFA941BA13}"/>
          </ac:inkMkLst>
        </pc:inkChg>
      </pc:sldChg>
    </pc:docChg>
  </pc:docChgLst>
  <pc:docChgLst>
    <pc:chgData name="Rahul Mishra" userId="57c6469e-ac64-4888-811b-35f0aabddbad" providerId="ADAL" clId="{0AB29906-FC17-43A0-9F50-748EB40EBA55}"/>
    <pc:docChg chg="custSel addSld delSld modSld">
      <pc:chgData name="Rahul Mishra" userId="57c6469e-ac64-4888-811b-35f0aabddbad" providerId="ADAL" clId="{0AB29906-FC17-43A0-9F50-748EB40EBA55}" dt="2024-09-07T03:49:40.126" v="34"/>
      <pc:docMkLst>
        <pc:docMk/>
      </pc:docMkLst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1701599832" sldId="271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5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685752519" sldId="292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4267650275" sldId="29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502611286" sldId="294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901015964" sldId="29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615098788" sldId="296"/>
        </pc:sldMkLst>
      </pc:sldChg>
      <pc:sldChg chg="addSp modSp mod">
        <pc:chgData name="Rahul Mishra" userId="57c6469e-ac64-4888-811b-35f0aabddbad" providerId="ADAL" clId="{0AB29906-FC17-43A0-9F50-748EB40EBA55}" dt="2024-09-07T02:51:14.813" v="32"/>
        <pc:sldMkLst>
          <pc:docMk/>
          <pc:sldMk cId="2187071181" sldId="30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419033139" sldId="30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079535757" sldId="375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2983673248" sldId="376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3694120147" sldId="37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3465334699" sldId="37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79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93"/>
        </pc:sldMkLst>
      </pc:sldChg>
      <pc:sldChg chg="del">
        <pc:chgData name="Rahul Mishra" userId="57c6469e-ac64-4888-811b-35f0aabddbad" providerId="ADAL" clId="{0AB29906-FC17-43A0-9F50-748EB40EBA55}" dt="2024-09-06T17:23:25.619" v="26" actId="47"/>
        <pc:sldMkLst>
          <pc:docMk/>
          <pc:sldMk cId="0" sldId="39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1992141454" sldId="404"/>
        </pc:sldMkLst>
      </pc:sldChg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545609971" sldId="405"/>
        </pc:sldMkLst>
      </pc:sldChg>
      <pc:sldChg chg="addSp modSp mod">
        <pc:chgData name="Rahul Mishra" userId="57c6469e-ac64-4888-811b-35f0aabddbad" providerId="ADAL" clId="{0AB29906-FC17-43A0-9F50-748EB40EBA55}" dt="2024-09-07T03:49:40.126" v="34"/>
        <pc:sldMkLst>
          <pc:docMk/>
          <pc:sldMk cId="1740156467" sldId="40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658975334" sldId="407"/>
        </pc:sldMkLst>
      </pc:sldChg>
      <pc:sldChg chg="modSp mod">
        <pc:chgData name="Rahul Mishra" userId="57c6469e-ac64-4888-811b-35f0aabddbad" providerId="ADAL" clId="{0AB29906-FC17-43A0-9F50-748EB40EBA55}" dt="2024-09-06T05:49:28.151" v="4" actId="27636"/>
        <pc:sldMkLst>
          <pc:docMk/>
          <pc:sldMk cId="832144480" sldId="408"/>
        </pc:sldMkLst>
      </pc:sldChg>
      <pc:sldChg chg="modSp mod">
        <pc:chgData name="Rahul Mishra" userId="57c6469e-ac64-4888-811b-35f0aabddbad" providerId="ADAL" clId="{0AB29906-FC17-43A0-9F50-748EB40EBA55}" dt="2024-09-06T05:49:28.157" v="5" actId="27636"/>
        <pc:sldMkLst>
          <pc:docMk/>
          <pc:sldMk cId="4711899" sldId="409"/>
        </pc:sldMkLst>
      </pc:sldChg>
      <pc:sldChg chg="modSp mod">
        <pc:chgData name="Rahul Mishra" userId="57c6469e-ac64-4888-811b-35f0aabddbad" providerId="ADAL" clId="{0AB29906-FC17-43A0-9F50-748EB40EBA55}" dt="2024-09-06T05:49:28.181" v="6" actId="27636"/>
        <pc:sldMkLst>
          <pc:docMk/>
          <pc:sldMk cId="1349400572" sldId="410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231131565" sldId="411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939944465" sldId="413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214863930" sldId="414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118251881" sldId="415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560525014" sldId="41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508322553" sldId="417"/>
        </pc:sldMkLst>
      </pc:sldChg>
      <pc:sldChg chg="modSp mod">
        <pc:chgData name="Rahul Mishra" userId="57c6469e-ac64-4888-811b-35f0aabddbad" providerId="ADAL" clId="{0AB29906-FC17-43A0-9F50-748EB40EBA55}" dt="2024-09-06T17:26:44.347" v="27" actId="1076"/>
        <pc:sldMkLst>
          <pc:docMk/>
          <pc:sldMk cId="619737420" sldId="418"/>
        </pc:sldMkLst>
      </pc:sldChg>
      <pc:sldChg chg="modSp mod">
        <pc:chgData name="Rahul Mishra" userId="57c6469e-ac64-4888-811b-35f0aabddbad" providerId="ADAL" clId="{0AB29906-FC17-43A0-9F50-748EB40EBA55}" dt="2024-09-06T05:49:28.204" v="7" actId="27636"/>
        <pc:sldMkLst>
          <pc:docMk/>
          <pc:sldMk cId="2076925815" sldId="423"/>
        </pc:sldMkLst>
      </pc:sldChg>
      <pc:sldChg chg="modSp mod">
        <pc:chgData name="Rahul Mishra" userId="57c6469e-ac64-4888-811b-35f0aabddbad" providerId="ADAL" clId="{0AB29906-FC17-43A0-9F50-748EB40EBA55}" dt="2024-09-06T17:30:48.906" v="28" actId="732"/>
        <pc:sldMkLst>
          <pc:docMk/>
          <pc:sldMk cId="3782739295" sldId="433"/>
        </pc:sldMkLst>
      </pc:sldChg>
      <pc:sldChg chg="modSp mod">
        <pc:chgData name="Rahul Mishra" userId="57c6469e-ac64-4888-811b-35f0aabddbad" providerId="ADAL" clId="{0AB29906-FC17-43A0-9F50-748EB40EBA55}" dt="2024-09-06T05:49:28.204" v="8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0AB29906-FC17-43A0-9F50-748EB40EBA55}" dt="2024-09-06T17:31:59.605" v="30" actId="14100"/>
        <pc:sldMkLst>
          <pc:docMk/>
          <pc:sldMk cId="1474668071" sldId="441"/>
        </pc:sldMkLst>
      </pc:sldChg>
      <pc:sldChg chg="modSp mod">
        <pc:chgData name="Rahul Mishra" userId="57c6469e-ac64-4888-811b-35f0aabddbad" providerId="ADAL" clId="{0AB29906-FC17-43A0-9F50-748EB40EBA55}" dt="2024-09-06T17:32:27.644" v="31" actId="14100"/>
        <pc:sldMkLst>
          <pc:docMk/>
          <pc:sldMk cId="39282603" sldId="443"/>
        </pc:sldMkLst>
      </pc:sldChg>
      <pc:sldChg chg="addSp modSp new mod">
        <pc:chgData name="Rahul Mishra" userId="57c6469e-ac64-4888-811b-35f0aabddbad" providerId="ADAL" clId="{0AB29906-FC17-43A0-9F50-748EB40EBA55}" dt="2024-09-07T02:51:14.813" v="32"/>
        <pc:sldMkLst>
          <pc:docMk/>
          <pc:sldMk cId="4154801453" sldId="446"/>
        </pc:sldMkLst>
      </pc:sldChg>
    </pc:docChg>
  </pc:docChgLst>
  <pc:docChgLst>
    <pc:chgData name="Rahul Mishra" userId="57c6469e-ac64-4888-811b-35f0aabddbad" providerId="ADAL" clId="{AFCF1356-6FAB-45E8-91E3-3C93ADA61D1F}"/>
    <pc:docChg chg="undo custSel addSld delSld modSld">
      <pc:chgData name="Rahul Mishra" userId="57c6469e-ac64-4888-811b-35f0aabddbad" providerId="ADAL" clId="{AFCF1356-6FAB-45E8-91E3-3C93ADA61D1F}" dt="2024-09-28T11:37:38.160" v="17" actId="47"/>
      <pc:docMkLst>
        <pc:docMk/>
      </pc:docMkLst>
      <pc:sldChg chg="modSp mod">
        <pc:chgData name="Rahul Mishra" userId="57c6469e-ac64-4888-811b-35f0aabddbad" providerId="ADAL" clId="{AFCF1356-6FAB-45E8-91E3-3C93ADA61D1F}" dt="2024-09-28T11:37:21.820" v="2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AFCF1356-6FAB-45E8-91E3-3C93ADA61D1F}" dt="2024-09-28T11:37:16.293" v="0" actId="47"/>
        <pc:sldMkLst>
          <pc:docMk/>
          <pc:sldMk cId="1145417824" sldId="697"/>
        </pc:sldMkLst>
      </pc:sldChg>
      <pc:sldChg chg="del">
        <pc:chgData name="Rahul Mishra" userId="57c6469e-ac64-4888-811b-35f0aabddbad" providerId="ADAL" clId="{AFCF1356-6FAB-45E8-91E3-3C93ADA61D1F}" dt="2024-09-28T11:37:27.140" v="3" actId="47"/>
        <pc:sldMkLst>
          <pc:docMk/>
          <pc:sldMk cId="1170234801" sldId="698"/>
        </pc:sldMkLst>
      </pc:sldChg>
      <pc:sldChg chg="del">
        <pc:chgData name="Rahul Mishra" userId="57c6469e-ac64-4888-811b-35f0aabddbad" providerId="ADAL" clId="{AFCF1356-6FAB-45E8-91E3-3C93ADA61D1F}" dt="2024-09-28T11:37:27.680" v="4" actId="47"/>
        <pc:sldMkLst>
          <pc:docMk/>
          <pc:sldMk cId="1152963467" sldId="699"/>
        </pc:sldMkLst>
      </pc:sldChg>
      <pc:sldChg chg="del">
        <pc:chgData name="Rahul Mishra" userId="57c6469e-ac64-4888-811b-35f0aabddbad" providerId="ADAL" clId="{AFCF1356-6FAB-45E8-91E3-3C93ADA61D1F}" dt="2024-09-28T11:37:28.986" v="5" actId="47"/>
        <pc:sldMkLst>
          <pc:docMk/>
          <pc:sldMk cId="313190125" sldId="700"/>
        </pc:sldMkLst>
      </pc:sldChg>
      <pc:sldChg chg="del">
        <pc:chgData name="Rahul Mishra" userId="57c6469e-ac64-4888-811b-35f0aabddbad" providerId="ADAL" clId="{AFCF1356-6FAB-45E8-91E3-3C93ADA61D1F}" dt="2024-09-28T11:37:29.776" v="6" actId="47"/>
        <pc:sldMkLst>
          <pc:docMk/>
          <pc:sldMk cId="3326140477" sldId="701"/>
        </pc:sldMkLst>
      </pc:sldChg>
      <pc:sldChg chg="del">
        <pc:chgData name="Rahul Mishra" userId="57c6469e-ac64-4888-811b-35f0aabddbad" providerId="ADAL" clId="{AFCF1356-6FAB-45E8-91E3-3C93ADA61D1F}" dt="2024-09-28T11:37:30.763" v="7" actId="47"/>
        <pc:sldMkLst>
          <pc:docMk/>
          <pc:sldMk cId="2458468115" sldId="702"/>
        </pc:sldMkLst>
      </pc:sldChg>
      <pc:sldChg chg="del">
        <pc:chgData name="Rahul Mishra" userId="57c6469e-ac64-4888-811b-35f0aabddbad" providerId="ADAL" clId="{AFCF1356-6FAB-45E8-91E3-3C93ADA61D1F}" dt="2024-09-28T11:37:31.541" v="8" actId="47"/>
        <pc:sldMkLst>
          <pc:docMk/>
          <pc:sldMk cId="2165929233" sldId="735"/>
        </pc:sldMkLst>
      </pc:sldChg>
      <pc:sldChg chg="del">
        <pc:chgData name="Rahul Mishra" userId="57c6469e-ac64-4888-811b-35f0aabddbad" providerId="ADAL" clId="{AFCF1356-6FAB-45E8-91E3-3C93ADA61D1F}" dt="2024-09-28T11:37:33.500" v="9" actId="47"/>
        <pc:sldMkLst>
          <pc:docMk/>
          <pc:sldMk cId="3906929727" sldId="736"/>
        </pc:sldMkLst>
      </pc:sldChg>
      <pc:sldChg chg="del">
        <pc:chgData name="Rahul Mishra" userId="57c6469e-ac64-4888-811b-35f0aabddbad" providerId="ADAL" clId="{AFCF1356-6FAB-45E8-91E3-3C93ADA61D1F}" dt="2024-09-28T11:37:33.930" v="10" actId="47"/>
        <pc:sldMkLst>
          <pc:docMk/>
          <pc:sldMk cId="2602044277" sldId="737"/>
        </pc:sldMkLst>
      </pc:sldChg>
      <pc:sldChg chg="del">
        <pc:chgData name="Rahul Mishra" userId="57c6469e-ac64-4888-811b-35f0aabddbad" providerId="ADAL" clId="{AFCF1356-6FAB-45E8-91E3-3C93ADA61D1F}" dt="2024-09-28T11:37:34.320" v="11" actId="47"/>
        <pc:sldMkLst>
          <pc:docMk/>
          <pc:sldMk cId="2204806360" sldId="738"/>
        </pc:sldMkLst>
      </pc:sldChg>
      <pc:sldChg chg="del">
        <pc:chgData name="Rahul Mishra" userId="57c6469e-ac64-4888-811b-35f0aabddbad" providerId="ADAL" clId="{AFCF1356-6FAB-45E8-91E3-3C93ADA61D1F}" dt="2024-09-28T11:37:34.640" v="12" actId="47"/>
        <pc:sldMkLst>
          <pc:docMk/>
          <pc:sldMk cId="1280433935" sldId="739"/>
        </pc:sldMkLst>
      </pc:sldChg>
      <pc:sldChg chg="del">
        <pc:chgData name="Rahul Mishra" userId="57c6469e-ac64-4888-811b-35f0aabddbad" providerId="ADAL" clId="{AFCF1356-6FAB-45E8-91E3-3C93ADA61D1F}" dt="2024-09-28T11:37:35.064" v="13" actId="47"/>
        <pc:sldMkLst>
          <pc:docMk/>
          <pc:sldMk cId="770549930" sldId="740"/>
        </pc:sldMkLst>
      </pc:sldChg>
      <pc:sldChg chg="del">
        <pc:chgData name="Rahul Mishra" userId="57c6469e-ac64-4888-811b-35f0aabddbad" providerId="ADAL" clId="{AFCF1356-6FAB-45E8-91E3-3C93ADA61D1F}" dt="2024-09-28T11:37:35.430" v="14" actId="47"/>
        <pc:sldMkLst>
          <pc:docMk/>
          <pc:sldMk cId="1864723585" sldId="741"/>
        </pc:sldMkLst>
      </pc:sldChg>
      <pc:sldChg chg="del">
        <pc:chgData name="Rahul Mishra" userId="57c6469e-ac64-4888-811b-35f0aabddbad" providerId="ADAL" clId="{AFCF1356-6FAB-45E8-91E3-3C93ADA61D1F}" dt="2024-09-28T11:37:35.809" v="15" actId="47"/>
        <pc:sldMkLst>
          <pc:docMk/>
          <pc:sldMk cId="960421760" sldId="742"/>
        </pc:sldMkLst>
      </pc:sldChg>
      <pc:sldChg chg="add del">
        <pc:chgData name="Rahul Mishra" userId="57c6469e-ac64-4888-811b-35f0aabddbad" providerId="ADAL" clId="{AFCF1356-6FAB-45E8-91E3-3C93ADA61D1F}" dt="2024-09-28T11:37:38.160" v="17" actId="47"/>
        <pc:sldMkLst>
          <pc:docMk/>
          <pc:sldMk cId="2708096834" sldId="743"/>
        </pc:sldMkLst>
      </pc:sldChg>
    </pc:docChg>
  </pc:docChgLst>
  <pc:docChgLst>
    <pc:chgData name="Rahul Mishra" userId="57c6469e-ac64-4888-811b-35f0aabddbad" providerId="ADAL" clId="{3C51EBFE-9C35-4409-96DB-F0D02B2A0E50}"/>
    <pc:docChg chg="undo redo custSel addSld delSld modSld sldOrd">
      <pc:chgData name="Rahul Mishra" userId="57c6469e-ac64-4888-811b-35f0aabddbad" providerId="ADAL" clId="{3C51EBFE-9C35-4409-96DB-F0D02B2A0E50}" dt="2024-08-12T10:46:41.631" v="235" actId="47"/>
      <pc:docMkLst>
        <pc:docMk/>
      </pc:docMkLst>
      <pc:sldChg chg="addSp delSp modSp mod">
        <pc:chgData name="Rahul Mishra" userId="57c6469e-ac64-4888-811b-35f0aabddbad" providerId="ADAL" clId="{3C51EBFE-9C35-4409-96DB-F0D02B2A0E50}" dt="2024-08-11T15:31:04.879" v="37" actId="21"/>
        <pc:sldMkLst>
          <pc:docMk/>
          <pc:sldMk cId="109857222" sldId="256"/>
        </pc:sldMkLst>
      </pc:sldChg>
      <pc:sldChg chg="del">
        <pc:chgData name="Rahul Mishra" userId="57c6469e-ac64-4888-811b-35f0aabddbad" providerId="ADAL" clId="{3C51EBFE-9C35-4409-96DB-F0D02B2A0E50}" dt="2024-08-10T17:32:32.862" v="14" actId="47"/>
        <pc:sldMkLst>
          <pc:docMk/>
          <pc:sldMk cId="3133156807" sldId="262"/>
        </pc:sldMkLst>
      </pc:sldChg>
      <pc:sldChg chg="del">
        <pc:chgData name="Rahul Mishra" userId="57c6469e-ac64-4888-811b-35f0aabddbad" providerId="ADAL" clId="{3C51EBFE-9C35-4409-96DB-F0D02B2A0E50}" dt="2024-08-10T17:32:33.607" v="15" actId="47"/>
        <pc:sldMkLst>
          <pc:docMk/>
          <pc:sldMk cId="3544179579" sldId="263"/>
        </pc:sldMkLst>
      </pc:sldChg>
      <pc:sldChg chg="del">
        <pc:chgData name="Rahul Mishra" userId="57c6469e-ac64-4888-811b-35f0aabddbad" providerId="ADAL" clId="{3C51EBFE-9C35-4409-96DB-F0D02B2A0E50}" dt="2024-08-12T10:46:41.631" v="235" actId="47"/>
        <pc:sldMkLst>
          <pc:docMk/>
          <pc:sldMk cId="398065041" sldId="264"/>
        </pc:sldMkLst>
      </pc:sldChg>
      <pc:sldChg chg="del">
        <pc:chgData name="Rahul Mishra" userId="57c6469e-ac64-4888-811b-35f0aabddbad" providerId="ADAL" clId="{3C51EBFE-9C35-4409-96DB-F0D02B2A0E50}" dt="2024-08-12T10:46:40.909" v="234" actId="47"/>
        <pc:sldMkLst>
          <pc:docMk/>
          <pc:sldMk cId="2891437468" sldId="265"/>
        </pc:sldMkLst>
      </pc:sldChg>
      <pc:sldChg chg="addSp delSp modSp mod">
        <pc:chgData name="Rahul Mishra" userId="57c6469e-ac64-4888-811b-35f0aabddbad" providerId="ADAL" clId="{3C51EBFE-9C35-4409-96DB-F0D02B2A0E50}" dt="2024-08-11T17:47:59.027" v="169" actId="6549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3C51EBFE-9C35-4409-96DB-F0D02B2A0E50}" dt="2024-08-10T17:32:36.624" v="16" actId="47"/>
        <pc:sldMkLst>
          <pc:docMk/>
          <pc:sldMk cId="3580903429" sldId="277"/>
        </pc:sldMkLst>
      </pc:sldChg>
      <pc:sldChg chg="del">
        <pc:chgData name="Rahul Mishra" userId="57c6469e-ac64-4888-811b-35f0aabddbad" providerId="ADAL" clId="{3C51EBFE-9C35-4409-96DB-F0D02B2A0E50}" dt="2024-08-10T17:32:37.347" v="17" actId="47"/>
        <pc:sldMkLst>
          <pc:docMk/>
          <pc:sldMk cId="287585719" sldId="278"/>
        </pc:sldMkLst>
      </pc:sldChg>
      <pc:sldChg chg="del">
        <pc:chgData name="Rahul Mishra" userId="57c6469e-ac64-4888-811b-35f0aabddbad" providerId="ADAL" clId="{3C51EBFE-9C35-4409-96DB-F0D02B2A0E50}" dt="2024-08-10T17:32:38.653" v="19" actId="47"/>
        <pc:sldMkLst>
          <pc:docMk/>
          <pc:sldMk cId="2028208407" sldId="280"/>
        </pc:sldMkLst>
      </pc:sldChg>
      <pc:sldChg chg="del">
        <pc:chgData name="Rahul Mishra" userId="57c6469e-ac64-4888-811b-35f0aabddbad" providerId="ADAL" clId="{3C51EBFE-9C35-4409-96DB-F0D02B2A0E50}" dt="2024-08-10T17:32:39.949" v="21" actId="47"/>
        <pc:sldMkLst>
          <pc:docMk/>
          <pc:sldMk cId="858677780" sldId="282"/>
        </pc:sldMkLst>
      </pc:sldChg>
      <pc:sldChg chg="delSp modSp add mod">
        <pc:chgData name="Rahul Mishra" userId="57c6469e-ac64-4888-811b-35f0aabddbad" providerId="ADAL" clId="{3C51EBFE-9C35-4409-96DB-F0D02B2A0E50}" dt="2024-08-11T17:49:08.408" v="182" actId="14100"/>
        <pc:sldMkLst>
          <pc:docMk/>
          <pc:sldMk cId="0" sldId="283"/>
        </pc:sldMkLst>
      </pc:sldChg>
      <pc:sldChg chg="delSp modSp add mod modNotes">
        <pc:chgData name="Rahul Mishra" userId="57c6469e-ac64-4888-811b-35f0aabddbad" providerId="ADAL" clId="{3C51EBFE-9C35-4409-96DB-F0D02B2A0E50}" dt="2024-08-11T17:50:32.669" v="190" actId="33524"/>
        <pc:sldMkLst>
          <pc:docMk/>
          <pc:sldMk cId="0" sldId="28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6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7"/>
        </pc:sldMkLst>
      </pc:sldChg>
      <pc:sldChg chg="del">
        <pc:chgData name="Rahul Mishra" userId="57c6469e-ac64-4888-811b-35f0aabddbad" providerId="ADAL" clId="{3C51EBFE-9C35-4409-96DB-F0D02B2A0E50}" dt="2024-08-12T10:46:38.986" v="232" actId="47"/>
        <pc:sldMkLst>
          <pc:docMk/>
          <pc:sldMk cId="4169999109" sldId="28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9"/>
        </pc:sldMkLst>
      </pc:sldChg>
      <pc:sldChg chg="del">
        <pc:chgData name="Rahul Mishra" userId="57c6469e-ac64-4888-811b-35f0aabddbad" providerId="ADAL" clId="{3C51EBFE-9C35-4409-96DB-F0D02B2A0E50}" dt="2024-08-10T17:32:20.776" v="3" actId="47"/>
        <pc:sldMkLst>
          <pc:docMk/>
          <pc:sldMk cId="2075130990" sldId="2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0"/>
        </pc:sldMkLst>
      </pc:sldChg>
      <pc:sldChg chg="del">
        <pc:chgData name="Rahul Mishra" userId="57c6469e-ac64-4888-811b-35f0aabddbad" providerId="ADAL" clId="{3C51EBFE-9C35-4409-96DB-F0D02B2A0E50}" dt="2024-08-10T17:32:22.590" v="5" actId="47"/>
        <pc:sldMkLst>
          <pc:docMk/>
          <pc:sldMk cId="1375468095" sldId="2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1"/>
        </pc:sldMkLst>
      </pc:sldChg>
      <pc:sldChg chg="del">
        <pc:chgData name="Rahul Mishra" userId="57c6469e-ac64-4888-811b-35f0aabddbad" providerId="ADAL" clId="{3C51EBFE-9C35-4409-96DB-F0D02B2A0E50}" dt="2024-08-10T17:32:24.211" v="7" actId="47"/>
        <pc:sldMkLst>
          <pc:docMk/>
          <pc:sldMk cId="2738630986" sldId="291"/>
        </pc:sldMkLst>
      </pc:sldChg>
      <pc:sldChg chg="modSp add del mod">
        <pc:chgData name="Rahul Mishra" userId="57c6469e-ac64-4888-811b-35f0aabddbad" providerId="ADAL" clId="{3C51EBFE-9C35-4409-96DB-F0D02B2A0E50}" dt="2024-08-11T15:54:55.830" v="59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3C51EBFE-9C35-4409-96DB-F0D02B2A0E50}" dt="2024-08-10T17:32:24.996" v="8" actId="47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3C51EBFE-9C35-4409-96DB-F0D02B2A0E50}" dt="2024-08-10T17:32:25.786" v="9" actId="47"/>
        <pc:sldMkLst>
          <pc:docMk/>
          <pc:sldMk cId="2936543862" sldId="293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3C51EBFE-9C35-4409-96DB-F0D02B2A0E50}" dt="2024-08-10T17:32:26.588" v="10" actId="47"/>
        <pc:sldMkLst>
          <pc:docMk/>
          <pc:sldMk cId="1116881268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502611286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3C51EBFE-9C35-4409-96DB-F0D02B2A0E50}" dt="2024-08-10T17:32:28.393" v="12" actId="47"/>
        <pc:sldMkLst>
          <pc:docMk/>
          <pc:sldMk cId="2876906665" sldId="29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615098788" sldId="296"/>
        </pc:sldMkLst>
      </pc:sldChg>
      <pc:sldChg chg="modSp add del modNotes">
        <pc:chgData name="Rahul Mishra" userId="57c6469e-ac64-4888-811b-35f0aabddbad" providerId="ADAL" clId="{3C51EBFE-9C35-4409-96DB-F0D02B2A0E50}" dt="2024-08-11T18:07:31.581" v="196" actId="47"/>
        <pc:sldMkLst>
          <pc:docMk/>
          <pc:sldMk cId="0" sldId="297"/>
        </pc:sldMkLst>
      </pc:sldChg>
      <pc:sldChg chg="modSp mod">
        <pc:chgData name="Rahul Mishra" userId="57c6469e-ac64-4888-811b-35f0aabddbad" providerId="ADAL" clId="{3C51EBFE-9C35-4409-96DB-F0D02B2A0E50}" dt="2024-08-11T15:54:54.663" v="57" actId="14100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3C51EBFE-9C35-4409-96DB-F0D02B2A0E50}" dt="2024-08-11T17:46:24.274" v="142" actId="13926"/>
        <pc:sldMkLst>
          <pc:docMk/>
          <pc:sldMk cId="2187071181" sldId="303"/>
        </pc:sldMkLst>
      </pc:sldChg>
      <pc:sldChg chg="modSp mod">
        <pc:chgData name="Rahul Mishra" userId="57c6469e-ac64-4888-811b-35f0aabddbad" providerId="ADAL" clId="{3C51EBFE-9C35-4409-96DB-F0D02B2A0E50}" dt="2024-08-11T17:47:25.648" v="164" actId="14100"/>
        <pc:sldMkLst>
          <pc:docMk/>
          <pc:sldMk cId="2669860053" sldId="30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419033139" sldId="305"/>
        </pc:sldMkLst>
      </pc:sldChg>
      <pc:sldChg chg="add del">
        <pc:chgData name="Rahul Mishra" userId="57c6469e-ac64-4888-811b-35f0aabddbad" providerId="ADAL" clId="{3C51EBFE-9C35-4409-96DB-F0D02B2A0E50}" dt="2024-08-12T10:46:25.065" v="230" actId="47"/>
        <pc:sldMkLst>
          <pc:docMk/>
          <pc:sldMk cId="175949506" sldId="306"/>
        </pc:sldMkLst>
      </pc:sldChg>
      <pc:sldChg chg="add del">
        <pc:chgData name="Rahul Mishra" userId="57c6469e-ac64-4888-811b-35f0aabddbad" providerId="ADAL" clId="{3C51EBFE-9C35-4409-96DB-F0D02B2A0E50}" dt="2024-08-12T10:46:13.497" v="229" actId="47"/>
        <pc:sldMkLst>
          <pc:docMk/>
          <pc:sldMk cId="1740424806" sldId="307"/>
        </pc:sldMkLst>
      </pc:sldChg>
      <pc:sldChg chg="add del">
        <pc:chgData name="Rahul Mishra" userId="57c6469e-ac64-4888-811b-35f0aabddbad" providerId="ADAL" clId="{3C51EBFE-9C35-4409-96DB-F0D02B2A0E50}" dt="2024-08-12T10:46:12.758" v="228" actId="47"/>
        <pc:sldMkLst>
          <pc:docMk/>
          <pc:sldMk cId="1905279178" sldId="308"/>
        </pc:sldMkLst>
      </pc:sldChg>
      <pc:sldChg chg="add del">
        <pc:chgData name="Rahul Mishra" userId="57c6469e-ac64-4888-811b-35f0aabddbad" providerId="ADAL" clId="{3C51EBFE-9C35-4409-96DB-F0D02B2A0E50}" dt="2024-08-12T10:46:11.862" v="227" actId="47"/>
        <pc:sldMkLst>
          <pc:docMk/>
          <pc:sldMk cId="772241850" sldId="309"/>
        </pc:sldMkLst>
      </pc:sldChg>
      <pc:sldChg chg="add del">
        <pc:chgData name="Rahul Mishra" userId="57c6469e-ac64-4888-811b-35f0aabddbad" providerId="ADAL" clId="{3C51EBFE-9C35-4409-96DB-F0D02B2A0E50}" dt="2024-08-12T10:46:10.950" v="226" actId="47"/>
        <pc:sldMkLst>
          <pc:docMk/>
          <pc:sldMk cId="2832749223" sldId="310"/>
        </pc:sldMkLst>
      </pc:sldChg>
      <pc:sldChg chg="add del">
        <pc:chgData name="Rahul Mishra" userId="57c6469e-ac64-4888-811b-35f0aabddbad" providerId="ADAL" clId="{3C51EBFE-9C35-4409-96DB-F0D02B2A0E50}" dt="2024-08-12T10:46:09.990" v="225" actId="47"/>
        <pc:sldMkLst>
          <pc:docMk/>
          <pc:sldMk cId="3069650673" sldId="311"/>
        </pc:sldMkLst>
      </pc:sldChg>
      <pc:sldChg chg="add del">
        <pc:chgData name="Rahul Mishra" userId="57c6469e-ac64-4888-811b-35f0aabddbad" providerId="ADAL" clId="{3C51EBFE-9C35-4409-96DB-F0D02B2A0E50}" dt="2024-08-12T10:46:09.047" v="224" actId="47"/>
        <pc:sldMkLst>
          <pc:docMk/>
          <pc:sldMk cId="3317796520" sldId="312"/>
        </pc:sldMkLst>
      </pc:sldChg>
      <pc:sldChg chg="add del">
        <pc:chgData name="Rahul Mishra" userId="57c6469e-ac64-4888-811b-35f0aabddbad" providerId="ADAL" clId="{3C51EBFE-9C35-4409-96DB-F0D02B2A0E50}" dt="2024-08-12T10:46:08.324" v="223" actId="47"/>
        <pc:sldMkLst>
          <pc:docMk/>
          <pc:sldMk cId="2718135778" sldId="313"/>
        </pc:sldMkLst>
      </pc:sldChg>
      <pc:sldChg chg="add del">
        <pc:chgData name="Rahul Mishra" userId="57c6469e-ac64-4888-811b-35f0aabddbad" providerId="ADAL" clId="{3C51EBFE-9C35-4409-96DB-F0D02B2A0E50}" dt="2024-08-12T10:46:07.268" v="222" actId="47"/>
        <pc:sldMkLst>
          <pc:docMk/>
          <pc:sldMk cId="1470101792" sldId="314"/>
        </pc:sldMkLst>
      </pc:sldChg>
      <pc:sldChg chg="add del">
        <pc:chgData name="Rahul Mishra" userId="57c6469e-ac64-4888-811b-35f0aabddbad" providerId="ADAL" clId="{3C51EBFE-9C35-4409-96DB-F0D02B2A0E50}" dt="2024-08-12T10:46:06.531" v="221" actId="47"/>
        <pc:sldMkLst>
          <pc:docMk/>
          <pc:sldMk cId="3620885810" sldId="315"/>
        </pc:sldMkLst>
      </pc:sldChg>
      <pc:sldChg chg="modSp add del modNotes">
        <pc:chgData name="Rahul Mishra" userId="57c6469e-ac64-4888-811b-35f0aabddbad" providerId="ADAL" clId="{3C51EBFE-9C35-4409-96DB-F0D02B2A0E50}" dt="2024-08-11T18:12:00.833" v="216" actId="47"/>
        <pc:sldMkLst>
          <pc:docMk/>
          <pc:sldMk cId="0" sldId="316"/>
        </pc:sldMkLst>
      </pc:sldChg>
      <pc:sldChg chg="del">
        <pc:chgData name="Rahul Mishra" userId="57c6469e-ac64-4888-811b-35f0aabddbad" providerId="ADAL" clId="{3C51EBFE-9C35-4409-96DB-F0D02B2A0E50}" dt="2024-08-10T17:32:21.739" v="4" actId="47"/>
        <pc:sldMkLst>
          <pc:docMk/>
          <pc:sldMk cId="2813401871" sldId="349"/>
        </pc:sldMkLst>
      </pc:sldChg>
      <pc:sldChg chg="del">
        <pc:chgData name="Rahul Mishra" userId="57c6469e-ac64-4888-811b-35f0aabddbad" providerId="ADAL" clId="{3C51EBFE-9C35-4409-96DB-F0D02B2A0E50}" dt="2024-08-10T17:32:23.330" v="6" actId="47"/>
        <pc:sldMkLst>
          <pc:docMk/>
          <pc:sldMk cId="2787916344" sldId="350"/>
        </pc:sldMkLst>
      </pc:sldChg>
      <pc:sldChg chg="del">
        <pc:chgData name="Rahul Mishra" userId="57c6469e-ac64-4888-811b-35f0aabddbad" providerId="ADAL" clId="{3C51EBFE-9C35-4409-96DB-F0D02B2A0E50}" dt="2024-08-10T17:32:29.132" v="13" actId="47"/>
        <pc:sldMkLst>
          <pc:docMk/>
          <pc:sldMk cId="97832908" sldId="352"/>
        </pc:sldMkLst>
      </pc:sldChg>
      <pc:sldChg chg="del">
        <pc:chgData name="Rahul Mishra" userId="57c6469e-ac64-4888-811b-35f0aabddbad" providerId="ADAL" clId="{3C51EBFE-9C35-4409-96DB-F0D02B2A0E50}" dt="2024-08-12T10:46:37.683" v="231" actId="47"/>
        <pc:sldMkLst>
          <pc:docMk/>
          <pc:sldMk cId="4132747667" sldId="353"/>
        </pc:sldMkLst>
      </pc:sldChg>
      <pc:sldChg chg="del">
        <pc:chgData name="Rahul Mishra" userId="57c6469e-ac64-4888-811b-35f0aabddbad" providerId="ADAL" clId="{3C51EBFE-9C35-4409-96DB-F0D02B2A0E50}" dt="2024-08-10T17:32:37.990" v="18" actId="47"/>
        <pc:sldMkLst>
          <pc:docMk/>
          <pc:sldMk cId="3662123702" sldId="354"/>
        </pc:sldMkLst>
      </pc:sldChg>
      <pc:sldChg chg="del">
        <pc:chgData name="Rahul Mishra" userId="57c6469e-ac64-4888-811b-35f0aabddbad" providerId="ADAL" clId="{3C51EBFE-9C35-4409-96DB-F0D02B2A0E50}" dt="2024-08-10T17:32:39.285" v="20" actId="47"/>
        <pc:sldMkLst>
          <pc:docMk/>
          <pc:sldMk cId="3397808700" sldId="355"/>
        </pc:sldMkLst>
      </pc:sldChg>
      <pc:sldChg chg="del">
        <pc:chgData name="Rahul Mishra" userId="57c6469e-ac64-4888-811b-35f0aabddbad" providerId="ADAL" clId="{3C51EBFE-9C35-4409-96DB-F0D02B2A0E50}" dt="2024-08-10T17:32:41.582" v="22" actId="47"/>
        <pc:sldMkLst>
          <pc:docMk/>
          <pc:sldMk cId="3297649533" sldId="356"/>
        </pc:sldMkLst>
      </pc:sldChg>
      <pc:sldChg chg="del">
        <pc:chgData name="Rahul Mishra" userId="57c6469e-ac64-4888-811b-35f0aabddbad" providerId="ADAL" clId="{3C51EBFE-9C35-4409-96DB-F0D02B2A0E50}" dt="2024-08-10T17:32:42.352" v="23" actId="47"/>
        <pc:sldMkLst>
          <pc:docMk/>
          <pc:sldMk cId="676390616" sldId="357"/>
        </pc:sldMkLst>
      </pc:sldChg>
      <pc:sldChg chg="del">
        <pc:chgData name="Rahul Mishra" userId="57c6469e-ac64-4888-811b-35f0aabddbad" providerId="ADAL" clId="{3C51EBFE-9C35-4409-96DB-F0D02B2A0E50}" dt="2024-08-10T17:32:43.124" v="24" actId="47"/>
        <pc:sldMkLst>
          <pc:docMk/>
          <pc:sldMk cId="922770136" sldId="358"/>
        </pc:sldMkLst>
      </pc:sldChg>
      <pc:sldChg chg="del">
        <pc:chgData name="Rahul Mishra" userId="57c6469e-ac64-4888-811b-35f0aabddbad" providerId="ADAL" clId="{3C51EBFE-9C35-4409-96DB-F0D02B2A0E50}" dt="2024-08-10T17:32:43.861" v="25" actId="47"/>
        <pc:sldMkLst>
          <pc:docMk/>
          <pc:sldMk cId="2717827387" sldId="359"/>
        </pc:sldMkLst>
      </pc:sldChg>
      <pc:sldChg chg="del">
        <pc:chgData name="Rahul Mishra" userId="57c6469e-ac64-4888-811b-35f0aabddbad" providerId="ADAL" clId="{3C51EBFE-9C35-4409-96DB-F0D02B2A0E50}" dt="2024-08-10T17:32:44.647" v="26" actId="47"/>
        <pc:sldMkLst>
          <pc:docMk/>
          <pc:sldMk cId="2796676358" sldId="360"/>
        </pc:sldMkLst>
      </pc:sldChg>
      <pc:sldChg chg="del">
        <pc:chgData name="Rahul Mishra" userId="57c6469e-ac64-4888-811b-35f0aabddbad" providerId="ADAL" clId="{3C51EBFE-9C35-4409-96DB-F0D02B2A0E50}" dt="2024-08-12T10:46:39.869" v="233" actId="47"/>
        <pc:sldMkLst>
          <pc:docMk/>
          <pc:sldMk cId="3694793066" sldId="361"/>
        </pc:sldMkLst>
      </pc:sldChg>
      <pc:sldChg chg="del">
        <pc:chgData name="Rahul Mishra" userId="57c6469e-ac64-4888-811b-35f0aabddbad" providerId="ADAL" clId="{3C51EBFE-9C35-4409-96DB-F0D02B2A0E50}" dt="2024-08-10T17:32:51.393" v="27" actId="47"/>
        <pc:sldMkLst>
          <pc:docMk/>
          <pc:sldMk cId="4090776321" sldId="362"/>
        </pc:sldMkLst>
      </pc:sldChg>
      <pc:sldChg chg="del">
        <pc:chgData name="Rahul Mishra" userId="57c6469e-ac64-4888-811b-35f0aabddbad" providerId="ADAL" clId="{3C51EBFE-9C35-4409-96DB-F0D02B2A0E50}" dt="2024-08-10T17:32:52.398" v="28" actId="47"/>
        <pc:sldMkLst>
          <pc:docMk/>
          <pc:sldMk cId="533411327" sldId="363"/>
        </pc:sldMkLst>
      </pc:sldChg>
      <pc:sldChg chg="del">
        <pc:chgData name="Rahul Mishra" userId="57c6469e-ac64-4888-811b-35f0aabddbad" providerId="ADAL" clId="{3C51EBFE-9C35-4409-96DB-F0D02B2A0E50}" dt="2024-08-10T17:32:53.470" v="29" actId="47"/>
        <pc:sldMkLst>
          <pc:docMk/>
          <pc:sldMk cId="3170865946" sldId="364"/>
        </pc:sldMkLst>
      </pc:sldChg>
      <pc:sldChg chg="del">
        <pc:chgData name="Rahul Mishra" userId="57c6469e-ac64-4888-811b-35f0aabddbad" providerId="ADAL" clId="{3C51EBFE-9C35-4409-96DB-F0D02B2A0E50}" dt="2024-08-10T17:32:54.443" v="30" actId="47"/>
        <pc:sldMkLst>
          <pc:docMk/>
          <pc:sldMk cId="1426566100" sldId="365"/>
        </pc:sldMkLst>
      </pc:sldChg>
      <pc:sldChg chg="del">
        <pc:chgData name="Rahul Mishra" userId="57c6469e-ac64-4888-811b-35f0aabddbad" providerId="ADAL" clId="{3C51EBFE-9C35-4409-96DB-F0D02B2A0E50}" dt="2024-08-10T17:32:27.434" v="11" actId="47"/>
        <pc:sldMkLst>
          <pc:docMk/>
          <pc:sldMk cId="2123376252" sldId="373"/>
        </pc:sldMkLst>
      </pc:sldChg>
      <pc:sldChg chg="addSp delSp modSp add del mod">
        <pc:chgData name="Rahul Mishra" userId="57c6469e-ac64-4888-811b-35f0aabddbad" providerId="ADAL" clId="{3C51EBFE-9C35-4409-96DB-F0D02B2A0E50}" dt="2024-08-12T10:46:02.082" v="220" actId="47"/>
        <pc:sldMkLst>
          <pc:docMk/>
          <pc:sldMk cId="3459647960" sldId="37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079535757" sldId="37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983673248" sldId="376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3694120147" sldId="377"/>
        </pc:sldMkLst>
      </pc:sldChg>
      <pc:sldChg chg="modSp add del">
        <pc:chgData name="Rahul Mishra" userId="57c6469e-ac64-4888-811b-35f0aabddbad" providerId="ADAL" clId="{3C51EBFE-9C35-4409-96DB-F0D02B2A0E50}" dt="2024-08-11T18:23:23.928" v="219" actId="1076"/>
        <pc:sldMkLst>
          <pc:docMk/>
          <pc:sldMk cId="3465334699" sldId="37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79"/>
        </pc:sldMkLst>
      </pc:sldChg>
      <pc:sldChg chg="modSp add del modNotes">
        <pc:chgData name="Rahul Mishra" userId="57c6469e-ac64-4888-811b-35f0aabddbad" providerId="ADAL" clId="{3C51EBFE-9C35-4409-96DB-F0D02B2A0E50}" dt="2024-08-11T18:07:07.496" v="191" actId="47"/>
        <pc:sldMkLst>
          <pc:docMk/>
          <pc:sldMk cId="0" sldId="380"/>
        </pc:sldMkLst>
      </pc:sldChg>
      <pc:sldChg chg="modSp add del modNotes">
        <pc:chgData name="Rahul Mishra" userId="57c6469e-ac64-4888-811b-35f0aabddbad" providerId="ADAL" clId="{3C51EBFE-9C35-4409-96DB-F0D02B2A0E50}" dt="2024-08-11T18:07:09.679" v="192" actId="47"/>
        <pc:sldMkLst>
          <pc:docMk/>
          <pc:sldMk cId="0" sldId="381"/>
        </pc:sldMkLst>
      </pc:sldChg>
      <pc:sldChg chg="modSp add del modNotes">
        <pc:chgData name="Rahul Mishra" userId="57c6469e-ac64-4888-811b-35f0aabddbad" providerId="ADAL" clId="{3C51EBFE-9C35-4409-96DB-F0D02B2A0E50}" dt="2024-08-11T18:07:18.374" v="193" actId="47"/>
        <pc:sldMkLst>
          <pc:docMk/>
          <pc:sldMk cId="0" sldId="382"/>
        </pc:sldMkLst>
      </pc:sldChg>
      <pc:sldChg chg="modSp add del modNotes">
        <pc:chgData name="Rahul Mishra" userId="57c6469e-ac64-4888-811b-35f0aabddbad" providerId="ADAL" clId="{3C51EBFE-9C35-4409-96DB-F0D02B2A0E50}" dt="2024-08-11T18:07:28.662" v="195" actId="47"/>
        <pc:sldMkLst>
          <pc:docMk/>
          <pc:sldMk cId="0" sldId="383"/>
        </pc:sldMkLst>
      </pc:sldChg>
      <pc:sldChg chg="modSp add del modNotes">
        <pc:chgData name="Rahul Mishra" userId="57c6469e-ac64-4888-811b-35f0aabddbad" providerId="ADAL" clId="{3C51EBFE-9C35-4409-96DB-F0D02B2A0E50}" dt="2024-08-11T18:07:22.080" v="194" actId="47"/>
        <pc:sldMkLst>
          <pc:docMk/>
          <pc:sldMk cId="0" sldId="384"/>
        </pc:sldMkLst>
      </pc:sldChg>
      <pc:sldChg chg="modSp add del modNotes">
        <pc:chgData name="Rahul Mishra" userId="57c6469e-ac64-4888-811b-35f0aabddbad" providerId="ADAL" clId="{3C51EBFE-9C35-4409-96DB-F0D02B2A0E50}" dt="2024-08-11T18:07:32.774" v="197" actId="47"/>
        <pc:sldMkLst>
          <pc:docMk/>
          <pc:sldMk cId="0" sldId="385"/>
        </pc:sldMkLst>
      </pc:sldChg>
      <pc:sldChg chg="modSp add del modNotes">
        <pc:chgData name="Rahul Mishra" userId="57c6469e-ac64-4888-811b-35f0aabddbad" providerId="ADAL" clId="{3C51EBFE-9C35-4409-96DB-F0D02B2A0E50}" dt="2024-08-11T18:07:53.799" v="206" actId="47"/>
        <pc:sldMkLst>
          <pc:docMk/>
          <pc:sldMk cId="0" sldId="386"/>
        </pc:sldMkLst>
      </pc:sldChg>
      <pc:sldChg chg="modSp add del modNotes">
        <pc:chgData name="Rahul Mishra" userId="57c6469e-ac64-4888-811b-35f0aabddbad" providerId="ADAL" clId="{3C51EBFE-9C35-4409-96DB-F0D02B2A0E50}" dt="2024-08-11T18:07:58.716" v="207" actId="47"/>
        <pc:sldMkLst>
          <pc:docMk/>
          <pc:sldMk cId="0" sldId="387"/>
        </pc:sldMkLst>
      </pc:sldChg>
      <pc:sldChg chg="modSp add del modNotes">
        <pc:chgData name="Rahul Mishra" userId="57c6469e-ac64-4888-811b-35f0aabddbad" providerId="ADAL" clId="{3C51EBFE-9C35-4409-96DB-F0D02B2A0E50}" dt="2024-08-11T18:07:45.733" v="203" actId="47"/>
        <pc:sldMkLst>
          <pc:docMk/>
          <pc:sldMk cId="0" sldId="388"/>
        </pc:sldMkLst>
      </pc:sldChg>
      <pc:sldChg chg="modSp add del modNotes">
        <pc:chgData name="Rahul Mishra" userId="57c6469e-ac64-4888-811b-35f0aabddbad" providerId="ADAL" clId="{3C51EBFE-9C35-4409-96DB-F0D02B2A0E50}" dt="2024-08-11T18:08:03.663" v="208" actId="47"/>
        <pc:sldMkLst>
          <pc:docMk/>
          <pc:sldMk cId="0" sldId="3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1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2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3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6"/>
        </pc:sldMkLst>
      </pc:sldChg>
      <pc:sldChg chg="modSp add del modNotes">
        <pc:chgData name="Rahul Mishra" userId="57c6469e-ac64-4888-811b-35f0aabddbad" providerId="ADAL" clId="{3C51EBFE-9C35-4409-96DB-F0D02B2A0E50}" dt="2024-08-11T18:11:48.631" v="211" actId="47"/>
        <pc:sldMkLst>
          <pc:docMk/>
          <pc:sldMk cId="0" sldId="397"/>
        </pc:sldMkLst>
      </pc:sldChg>
      <pc:sldChg chg="modSp add del modNotes">
        <pc:chgData name="Rahul Mishra" userId="57c6469e-ac64-4888-811b-35f0aabddbad" providerId="ADAL" clId="{3C51EBFE-9C35-4409-96DB-F0D02B2A0E50}" dt="2024-08-11T18:11:50.357" v="212" actId="47"/>
        <pc:sldMkLst>
          <pc:docMk/>
          <pc:sldMk cId="0" sldId="398"/>
        </pc:sldMkLst>
      </pc:sldChg>
      <pc:sldChg chg="modSp add del modNotes">
        <pc:chgData name="Rahul Mishra" userId="57c6469e-ac64-4888-811b-35f0aabddbad" providerId="ADAL" clId="{3C51EBFE-9C35-4409-96DB-F0D02B2A0E50}" dt="2024-08-11T18:11:52.538" v="213" actId="47"/>
        <pc:sldMkLst>
          <pc:docMk/>
          <pc:sldMk cId="0" sldId="399"/>
        </pc:sldMkLst>
      </pc:sldChg>
      <pc:sldChg chg="modSp add del modNotes">
        <pc:chgData name="Rahul Mishra" userId="57c6469e-ac64-4888-811b-35f0aabddbad" providerId="ADAL" clId="{3C51EBFE-9C35-4409-96DB-F0D02B2A0E50}" dt="2024-08-11T18:11:55.476" v="214" actId="47"/>
        <pc:sldMkLst>
          <pc:docMk/>
          <pc:sldMk cId="0" sldId="400"/>
        </pc:sldMkLst>
      </pc:sldChg>
      <pc:sldChg chg="modSp add ord modNotes">
        <pc:chgData name="Rahul Mishra" userId="57c6469e-ac64-4888-811b-35f0aabddbad" providerId="ADAL" clId="{3C51EBFE-9C35-4409-96DB-F0D02B2A0E50}" dt="2024-08-11T18:19:07.275" v="218"/>
        <pc:sldMkLst>
          <pc:docMk/>
          <pc:sldMk cId="0" sldId="401"/>
        </pc:sldMkLst>
      </pc:sldChg>
      <pc:sldChg chg="modSp add del modNotes">
        <pc:chgData name="Rahul Mishra" userId="57c6469e-ac64-4888-811b-35f0aabddbad" providerId="ADAL" clId="{3C51EBFE-9C35-4409-96DB-F0D02B2A0E50}" dt="2024-08-11T18:11:59.764" v="215" actId="47"/>
        <pc:sldMkLst>
          <pc:docMk/>
          <pc:sldMk cId="0" sldId="402"/>
        </pc:sldMkLst>
      </pc:sldChg>
      <pc:sldChg chg="addSp modSp new mod setBg">
        <pc:chgData name="Rahul Mishra" userId="57c6469e-ac64-4888-811b-35f0aabddbad" providerId="ADAL" clId="{3C51EBFE-9C35-4409-96DB-F0D02B2A0E50}" dt="2024-08-11T16:32:30.182" v="80" actId="688"/>
        <pc:sldMkLst>
          <pc:docMk/>
          <pc:sldMk cId="739300501" sldId="403"/>
        </pc:sldMkLst>
      </pc:sldChg>
      <pc:sldChg chg="addSp modSp new mod">
        <pc:chgData name="Rahul Mishra" userId="57c6469e-ac64-4888-811b-35f0aabddbad" providerId="ADAL" clId="{3C51EBFE-9C35-4409-96DB-F0D02B2A0E50}" dt="2024-08-11T17:45:23.043" v="129" actId="1076"/>
        <pc:sldMkLst>
          <pc:docMk/>
          <pc:sldMk cId="1992141454" sldId="404"/>
        </pc:sldMkLst>
      </pc:sldChg>
      <pc:sldMasterChg chg="delSldLayout">
        <pc:chgData name="Rahul Mishra" userId="57c6469e-ac64-4888-811b-35f0aabddbad" providerId="ADAL" clId="{3C51EBFE-9C35-4409-96DB-F0D02B2A0E50}" dt="2024-08-12T10:46:39.869" v="233" actId="47"/>
        <pc:sldMasterMkLst>
          <pc:docMk/>
          <pc:sldMasterMk cId="3966668556" sldId="2147483678"/>
        </pc:sldMasterMkLst>
        <pc:sldLayoutChg chg="del">
          <pc:chgData name="Rahul Mishra" userId="57c6469e-ac64-4888-811b-35f0aabddbad" providerId="ADAL" clId="{3C51EBFE-9C35-4409-96DB-F0D02B2A0E50}" dt="2024-08-12T10:46:39.869" v="233" actId="47"/>
          <pc:sldLayoutMkLst>
            <pc:docMk/>
            <pc:sldMasterMk cId="3966668556" sldId="2147483678"/>
            <pc:sldLayoutMk cId="435949403" sldId="2147483690"/>
          </pc:sldLayoutMkLst>
        </pc:sldLayoutChg>
      </pc:sldMasterChg>
    </pc:docChg>
  </pc:docChgLst>
  <pc:docChgLst>
    <pc:chgData name="Rahul Mishra" userId="57c6469e-ac64-4888-811b-35f0aabddbad" providerId="ADAL" clId="{6CD110FC-ECB1-4188-A54A-469E6335FF4B}"/>
    <pc:docChg chg="custSel addSld delSld modSld">
      <pc:chgData name="Rahul Mishra" userId="57c6469e-ac64-4888-811b-35f0aabddbad" providerId="ADAL" clId="{6CD110FC-ECB1-4188-A54A-469E6335FF4B}" dt="2024-08-08T17:07:15.046" v="45" actId="1076"/>
      <pc:docMkLst>
        <pc:docMk/>
      </pc:docMkLst>
      <pc:sldChg chg="modSp mod">
        <pc:chgData name="Rahul Mishra" userId="57c6469e-ac64-4888-811b-35f0aabddbad" providerId="ADAL" clId="{6CD110FC-ECB1-4188-A54A-469E6335FF4B}" dt="2024-08-07T06:11:09.270" v="7" actId="14100"/>
        <pc:sldMkLst>
          <pc:docMk/>
          <pc:sldMk cId="109857222" sldId="256"/>
        </pc:sldMkLst>
      </pc:sldChg>
      <pc:sldChg chg="del">
        <pc:chgData name="Rahul Mishra" userId="57c6469e-ac64-4888-811b-35f0aabddbad" providerId="ADAL" clId="{6CD110FC-ECB1-4188-A54A-469E6335FF4B}" dt="2024-08-07T06:14:05.233" v="35" actId="47"/>
        <pc:sldMkLst>
          <pc:docMk/>
          <pc:sldMk cId="0" sldId="270"/>
        </pc:sldMkLst>
      </pc:sldChg>
      <pc:sldChg chg="del">
        <pc:chgData name="Rahul Mishra" userId="57c6469e-ac64-4888-811b-35f0aabddbad" providerId="ADAL" clId="{6CD110FC-ECB1-4188-A54A-469E6335FF4B}" dt="2024-08-07T06:14:10.261" v="36" actId="47"/>
        <pc:sldMkLst>
          <pc:docMk/>
          <pc:sldMk cId="4069218776" sldId="275"/>
        </pc:sldMkLst>
      </pc:sldChg>
      <pc:sldChg chg="del">
        <pc:chgData name="Rahul Mishra" userId="57c6469e-ac64-4888-811b-35f0aabddbad" providerId="ADAL" clId="{6CD110FC-ECB1-4188-A54A-469E6335FF4B}" dt="2024-08-07T06:14:04.023" v="34" actId="47"/>
        <pc:sldMkLst>
          <pc:docMk/>
          <pc:sldMk cId="3514271712" sldId="276"/>
        </pc:sldMkLst>
      </pc:sldChg>
      <pc:sldChg chg="del">
        <pc:chgData name="Rahul Mishra" userId="57c6469e-ac64-4888-811b-35f0aabddbad" providerId="ADAL" clId="{6CD110FC-ECB1-4188-A54A-469E6335FF4B}" dt="2024-08-07T06:13:58.696" v="28" actId="47"/>
        <pc:sldMkLst>
          <pc:docMk/>
          <pc:sldMk cId="3852848067" sldId="279"/>
        </pc:sldMkLst>
      </pc:sldChg>
      <pc:sldChg chg="del">
        <pc:chgData name="Rahul Mishra" userId="57c6469e-ac64-4888-811b-35f0aabddbad" providerId="ADAL" clId="{6CD110FC-ECB1-4188-A54A-469E6335FF4B}" dt="2024-08-07T06:14:34.388" v="40" actId="47"/>
        <pc:sldMkLst>
          <pc:docMk/>
          <pc:sldMk cId="1848721818" sldId="281"/>
        </pc:sldMkLst>
      </pc:sldChg>
      <pc:sldChg chg="del">
        <pc:chgData name="Rahul Mishra" userId="57c6469e-ac64-4888-811b-35f0aabddbad" providerId="ADAL" clId="{6CD110FC-ECB1-4188-A54A-469E6335FF4B}" dt="2024-08-07T06:13:53.610" v="24" actId="47"/>
        <pc:sldMkLst>
          <pc:docMk/>
          <pc:sldMk cId="20482556" sldId="283"/>
        </pc:sldMkLst>
      </pc:sldChg>
      <pc:sldChg chg="del">
        <pc:chgData name="Rahul Mishra" userId="57c6469e-ac64-4888-811b-35f0aabddbad" providerId="ADAL" clId="{6CD110FC-ECB1-4188-A54A-469E6335FF4B}" dt="2024-08-07T06:13:52.242" v="23" actId="47"/>
        <pc:sldMkLst>
          <pc:docMk/>
          <pc:sldMk cId="2580848646" sldId="284"/>
        </pc:sldMkLst>
      </pc:sldChg>
      <pc:sldChg chg="del">
        <pc:chgData name="Rahul Mishra" userId="57c6469e-ac64-4888-811b-35f0aabddbad" providerId="ADAL" clId="{6CD110FC-ECB1-4188-A54A-469E6335FF4B}" dt="2024-08-07T06:13:26.058" v="22" actId="47"/>
        <pc:sldMkLst>
          <pc:docMk/>
          <pc:sldMk cId="2416795455" sldId="285"/>
        </pc:sldMkLst>
      </pc:sldChg>
      <pc:sldChg chg="del">
        <pc:chgData name="Rahul Mishra" userId="57c6469e-ac64-4888-811b-35f0aabddbad" providerId="ADAL" clId="{6CD110FC-ECB1-4188-A54A-469E6335FF4B}" dt="2024-08-07T06:13:24.031" v="21" actId="47"/>
        <pc:sldMkLst>
          <pc:docMk/>
          <pc:sldMk cId="1586066216" sldId="286"/>
        </pc:sldMkLst>
      </pc:sldChg>
      <pc:sldChg chg="del">
        <pc:chgData name="Rahul Mishra" userId="57c6469e-ac64-4888-811b-35f0aabddbad" providerId="ADAL" clId="{6CD110FC-ECB1-4188-A54A-469E6335FF4B}" dt="2024-08-07T06:13:21.297" v="20" actId="47"/>
        <pc:sldMkLst>
          <pc:docMk/>
          <pc:sldMk cId="3123173485" sldId="287"/>
        </pc:sldMkLst>
      </pc:sldChg>
      <pc:sldChg chg="modSp mod">
        <pc:chgData name="Rahul Mishra" userId="57c6469e-ac64-4888-811b-35f0aabddbad" providerId="ADAL" clId="{6CD110FC-ECB1-4188-A54A-469E6335FF4B}" dt="2024-08-07T06:12:13.350" v="19" actId="1076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6CD110FC-ECB1-4188-A54A-469E6335FF4B}" dt="2024-08-07T06:14:22.990" v="38" actId="47"/>
        <pc:sldMkLst>
          <pc:docMk/>
          <pc:sldMk cId="3216909728" sldId="296"/>
        </pc:sldMkLst>
      </pc:sldChg>
      <pc:sldChg chg="del">
        <pc:chgData name="Rahul Mishra" userId="57c6469e-ac64-4888-811b-35f0aabddbad" providerId="ADAL" clId="{6CD110FC-ECB1-4188-A54A-469E6335FF4B}" dt="2024-08-07T06:14:20.809" v="37" actId="47"/>
        <pc:sldMkLst>
          <pc:docMk/>
          <pc:sldMk cId="3554936368" sldId="297"/>
        </pc:sldMkLst>
      </pc:sldChg>
      <pc:sldChg chg="del">
        <pc:chgData name="Rahul Mishra" userId="57c6469e-ac64-4888-811b-35f0aabddbad" providerId="ADAL" clId="{6CD110FC-ECB1-4188-A54A-469E6335FF4B}" dt="2024-08-07T06:14:03.166" v="33" actId="47"/>
        <pc:sldMkLst>
          <pc:docMk/>
          <pc:sldMk cId="2406506087" sldId="336"/>
        </pc:sldMkLst>
      </pc:sldChg>
      <pc:sldChg chg="del">
        <pc:chgData name="Rahul Mishra" userId="57c6469e-ac64-4888-811b-35f0aabddbad" providerId="ADAL" clId="{6CD110FC-ECB1-4188-A54A-469E6335FF4B}" dt="2024-08-07T06:14:02.355" v="32" actId="47"/>
        <pc:sldMkLst>
          <pc:docMk/>
          <pc:sldMk cId="2068555102" sldId="337"/>
        </pc:sldMkLst>
      </pc:sldChg>
      <pc:sldChg chg="del">
        <pc:chgData name="Rahul Mishra" userId="57c6469e-ac64-4888-811b-35f0aabddbad" providerId="ADAL" clId="{6CD110FC-ECB1-4188-A54A-469E6335FF4B}" dt="2024-08-07T06:13:57.330" v="27" actId="47"/>
        <pc:sldMkLst>
          <pc:docMk/>
          <pc:sldMk cId="223884994" sldId="339"/>
        </pc:sldMkLst>
      </pc:sldChg>
      <pc:sldChg chg="del">
        <pc:chgData name="Rahul Mishra" userId="57c6469e-ac64-4888-811b-35f0aabddbad" providerId="ADAL" clId="{6CD110FC-ECB1-4188-A54A-469E6335FF4B}" dt="2024-08-07T06:13:56.294" v="26" actId="47"/>
        <pc:sldMkLst>
          <pc:docMk/>
          <pc:sldMk cId="507314074" sldId="340"/>
        </pc:sldMkLst>
      </pc:sldChg>
      <pc:sldChg chg="del">
        <pc:chgData name="Rahul Mishra" userId="57c6469e-ac64-4888-811b-35f0aabddbad" providerId="ADAL" clId="{6CD110FC-ECB1-4188-A54A-469E6335FF4B}" dt="2024-08-07T06:13:55.196" v="25" actId="47"/>
        <pc:sldMkLst>
          <pc:docMk/>
          <pc:sldMk cId="3644562415" sldId="341"/>
        </pc:sldMkLst>
      </pc:sldChg>
      <pc:sldChg chg="del">
        <pc:chgData name="Rahul Mishra" userId="57c6469e-ac64-4888-811b-35f0aabddbad" providerId="ADAL" clId="{6CD110FC-ECB1-4188-A54A-469E6335FF4B}" dt="2024-08-07T06:14:01.555" v="31" actId="47"/>
        <pc:sldMkLst>
          <pc:docMk/>
          <pc:sldMk cId="3048384822" sldId="342"/>
        </pc:sldMkLst>
      </pc:sldChg>
      <pc:sldChg chg="del">
        <pc:chgData name="Rahul Mishra" userId="57c6469e-ac64-4888-811b-35f0aabddbad" providerId="ADAL" clId="{6CD110FC-ECB1-4188-A54A-469E6335FF4B}" dt="2024-08-07T06:14:35.756" v="41" actId="47"/>
        <pc:sldMkLst>
          <pc:docMk/>
          <pc:sldMk cId="3560463952" sldId="345"/>
        </pc:sldMkLst>
      </pc:sldChg>
      <pc:sldChg chg="del">
        <pc:chgData name="Rahul Mishra" userId="57c6469e-ac64-4888-811b-35f0aabddbad" providerId="ADAL" clId="{6CD110FC-ECB1-4188-A54A-469E6335FF4B}" dt="2024-08-07T06:14:36.933" v="42" actId="47"/>
        <pc:sldMkLst>
          <pc:docMk/>
          <pc:sldMk cId="2473714365" sldId="346"/>
        </pc:sldMkLst>
      </pc:sldChg>
      <pc:sldChg chg="del">
        <pc:chgData name="Rahul Mishra" userId="57c6469e-ac64-4888-811b-35f0aabddbad" providerId="ADAL" clId="{6CD110FC-ECB1-4188-A54A-469E6335FF4B}" dt="2024-08-07T06:14:00.617" v="30" actId="47"/>
        <pc:sldMkLst>
          <pc:docMk/>
          <pc:sldMk cId="1116213387" sldId="347"/>
        </pc:sldMkLst>
      </pc:sldChg>
      <pc:sldChg chg="del">
        <pc:chgData name="Rahul Mishra" userId="57c6469e-ac64-4888-811b-35f0aabddbad" providerId="ADAL" clId="{6CD110FC-ECB1-4188-A54A-469E6335FF4B}" dt="2024-08-07T06:13:59.607" v="29" actId="47"/>
        <pc:sldMkLst>
          <pc:docMk/>
          <pc:sldMk cId="164456950" sldId="348"/>
        </pc:sldMkLst>
      </pc:sldChg>
      <pc:sldChg chg="del">
        <pc:chgData name="Rahul Mishra" userId="57c6469e-ac64-4888-811b-35f0aabddbad" providerId="ADAL" clId="{6CD110FC-ECB1-4188-A54A-469E6335FF4B}" dt="2024-08-07T06:14:39.452" v="43" actId="47"/>
        <pc:sldMkLst>
          <pc:docMk/>
          <pc:sldMk cId="3331351185" sldId="371"/>
        </pc:sldMkLst>
      </pc:sldChg>
      <pc:sldChg chg="del">
        <pc:chgData name="Rahul Mishra" userId="57c6469e-ac64-4888-811b-35f0aabddbad" providerId="ADAL" clId="{6CD110FC-ECB1-4188-A54A-469E6335FF4B}" dt="2024-08-07T06:14:32.978" v="39" actId="47"/>
        <pc:sldMkLst>
          <pc:docMk/>
          <pc:sldMk cId="2845789028" sldId="372"/>
        </pc:sldMkLst>
      </pc:sldChg>
      <pc:sldChg chg="addSp modSp new mod setBg">
        <pc:chgData name="Rahul Mishra" userId="57c6469e-ac64-4888-811b-35f0aabddbad" providerId="ADAL" clId="{6CD110FC-ECB1-4188-A54A-469E6335FF4B}" dt="2024-08-08T17:07:15.046" v="45" actId="1076"/>
        <pc:sldMkLst>
          <pc:docMk/>
          <pc:sldMk cId="3459647960" sldId="374"/>
        </pc:sldMkLst>
      </pc:sldChg>
    </pc:docChg>
  </pc:docChgLst>
  <pc:docChgLst>
    <pc:chgData name="Rahul Mishra" userId="57c6469e-ac64-4888-811b-35f0aabddbad" providerId="ADAL" clId="{E081F030-6696-4BF5-AB21-B181E8010C26}"/>
    <pc:docChg chg="undo custSel addSld delSld modSld">
      <pc:chgData name="Rahul Mishra" userId="57c6469e-ac64-4888-811b-35f0aabddbad" providerId="ADAL" clId="{E081F030-6696-4BF5-AB21-B181E8010C26}" dt="2024-09-14T18:17:40.165" v="272" actId="1076"/>
      <pc:docMkLst>
        <pc:docMk/>
      </pc:docMkLst>
      <pc:sldChg chg="addSp modSp">
        <pc:chgData name="Rahul Mishra" userId="57c6469e-ac64-4888-811b-35f0aabddbad" providerId="ADAL" clId="{E081F030-6696-4BF5-AB21-B181E8010C26}" dt="2024-09-14T17:52:41.347" v="168"/>
        <pc:sldMkLst>
          <pc:docMk/>
          <pc:sldMk cId="3668127952" sldId="428"/>
        </pc:sldMkLst>
      </pc:sldChg>
      <pc:sldChg chg="modSp mod">
        <pc:chgData name="Rahul Mishra" userId="57c6469e-ac64-4888-811b-35f0aabddbad" providerId="ADAL" clId="{E081F030-6696-4BF5-AB21-B181E8010C26}" dt="2024-09-14T17:23:56.442" v="2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E081F030-6696-4BF5-AB21-B181E8010C26}" dt="2024-09-14T18:13:59.532" v="242" actId="14100"/>
        <pc:sldMkLst>
          <pc:docMk/>
          <pc:sldMk cId="912258523" sldId="435"/>
        </pc:sldMkLst>
      </pc:sldChg>
      <pc:sldChg chg="addSp delSp modSp mod">
        <pc:chgData name="Rahul Mishra" userId="57c6469e-ac64-4888-811b-35f0aabddbad" providerId="ADAL" clId="{E081F030-6696-4BF5-AB21-B181E8010C26}" dt="2024-09-14T18:14:25.813" v="248" actId="14100"/>
        <pc:sldMkLst>
          <pc:docMk/>
          <pc:sldMk cId="1650621397" sldId="436"/>
        </pc:sldMkLst>
      </pc:sldChg>
      <pc:sldChg chg="addSp delSp modSp mod">
        <pc:chgData name="Rahul Mishra" userId="57c6469e-ac64-4888-811b-35f0aabddbad" providerId="ADAL" clId="{E081F030-6696-4BF5-AB21-B181E8010C26}" dt="2024-09-14T18:12:15.271" v="212" actId="14100"/>
        <pc:sldMkLst>
          <pc:docMk/>
          <pc:sldMk cId="3054585423" sldId="697"/>
        </pc:sldMkLst>
      </pc:sldChg>
      <pc:sldChg chg="new del">
        <pc:chgData name="Rahul Mishra" userId="57c6469e-ac64-4888-811b-35f0aabddbad" providerId="ADAL" clId="{E081F030-6696-4BF5-AB21-B181E8010C26}" dt="2024-09-14T18:15:16.770" v="263" actId="47"/>
        <pc:sldMkLst>
          <pc:docMk/>
          <pc:sldMk cId="1721347195" sldId="698"/>
        </pc:sldMkLst>
      </pc:sldChg>
      <pc:sldChg chg="addSp delSp modSp add mod">
        <pc:chgData name="Rahul Mishra" userId="57c6469e-ac64-4888-811b-35f0aabddbad" providerId="ADAL" clId="{E081F030-6696-4BF5-AB21-B181E8010C26}" dt="2024-09-14T18:15:08.792" v="261" actId="1076"/>
        <pc:sldMkLst>
          <pc:docMk/>
          <pc:sldMk cId="3261997853" sldId="699"/>
        </pc:sldMkLst>
      </pc:sldChg>
      <pc:sldChg chg="addSp delSp modSp add mod">
        <pc:chgData name="Rahul Mishra" userId="57c6469e-ac64-4888-811b-35f0aabddbad" providerId="ADAL" clId="{E081F030-6696-4BF5-AB21-B181E8010C26}" dt="2024-09-14T18:17:40.165" v="272" actId="1076"/>
        <pc:sldMkLst>
          <pc:docMk/>
          <pc:sldMk cId="2555987876" sldId="700"/>
        </pc:sldMkLst>
      </pc:sldChg>
      <pc:sldChg chg="delSp add del mod">
        <pc:chgData name="Rahul Mishra" userId="57c6469e-ac64-4888-811b-35f0aabddbad" providerId="ADAL" clId="{E081F030-6696-4BF5-AB21-B181E8010C26}" dt="2024-09-14T18:15:13.956" v="262" actId="47"/>
        <pc:sldMkLst>
          <pc:docMk/>
          <pc:sldMk cId="1817206990" sldId="701"/>
        </pc:sldMkLst>
      </pc:sldChg>
    </pc:docChg>
  </pc:docChgLst>
  <pc:docChgLst>
    <pc:chgData name="Rahul Mishra" userId="57c6469e-ac64-4888-811b-35f0aabddbad" providerId="ADAL" clId="{2587B58E-4F3B-47AB-B3EB-62407C9160B0}"/>
    <pc:docChg chg="modSld">
      <pc:chgData name="Rahul Mishra" userId="57c6469e-ac64-4888-811b-35f0aabddbad" providerId="ADAL" clId="{2587B58E-4F3B-47AB-B3EB-62407C9160B0}" dt="2025-10-11T03:55:44.814" v="0"/>
      <pc:docMkLst>
        <pc:docMk/>
      </pc:docMkLst>
      <pc:sldChg chg="addSp">
        <pc:chgData name="Rahul Mishra" userId="57c6469e-ac64-4888-811b-35f0aabddbad" providerId="ADAL" clId="{2587B58E-4F3B-47AB-B3EB-62407C9160B0}" dt="2025-10-11T03:55:44.814" v="0"/>
        <pc:sldMkLst>
          <pc:docMk/>
          <pc:sldMk cId="3924947299" sldId="711"/>
        </pc:sldMkLst>
        <pc:inkChg chg="add">
          <ac:chgData name="Rahul Mishra" userId="57c6469e-ac64-4888-811b-35f0aabddbad" providerId="ADAL" clId="{2587B58E-4F3B-47AB-B3EB-62407C9160B0}" dt="2025-10-11T03:55:44.814" v="0"/>
          <ac:inkMkLst>
            <pc:docMk/>
            <pc:sldMk cId="3924947299" sldId="711"/>
            <ac:inkMk id="3" creationId="{DAC3A102-4CF9-A0D1-594B-E79E673EFB49}"/>
          </ac:inkMkLst>
        </pc:inkChg>
      </pc:sldChg>
      <pc:sldChg chg="addSp">
        <pc:chgData name="Rahul Mishra" userId="57c6469e-ac64-4888-811b-35f0aabddbad" providerId="ADAL" clId="{2587B58E-4F3B-47AB-B3EB-62407C9160B0}" dt="2025-10-11T03:55:44.814" v="0"/>
        <pc:sldMkLst>
          <pc:docMk/>
          <pc:sldMk cId="3160602644" sldId="713"/>
        </pc:sldMkLst>
        <pc:inkChg chg="add">
          <ac:chgData name="Rahul Mishra" userId="57c6469e-ac64-4888-811b-35f0aabddbad" providerId="ADAL" clId="{2587B58E-4F3B-47AB-B3EB-62407C9160B0}" dt="2025-10-11T03:55:44.814" v="0"/>
          <ac:inkMkLst>
            <pc:docMk/>
            <pc:sldMk cId="3160602644" sldId="713"/>
            <ac:inkMk id="4" creationId="{4E8A1CE7-E6A0-CFE6-72CA-8FB83EFD6FD6}"/>
          </ac:inkMkLst>
        </pc:inkChg>
      </pc:sldChg>
      <pc:sldChg chg="addSp">
        <pc:chgData name="Rahul Mishra" userId="57c6469e-ac64-4888-811b-35f0aabddbad" providerId="ADAL" clId="{2587B58E-4F3B-47AB-B3EB-62407C9160B0}" dt="2025-10-11T03:55:44.814" v="0"/>
        <pc:sldMkLst>
          <pc:docMk/>
          <pc:sldMk cId="2459852433" sldId="714"/>
        </pc:sldMkLst>
        <pc:inkChg chg="add">
          <ac:chgData name="Rahul Mishra" userId="57c6469e-ac64-4888-811b-35f0aabddbad" providerId="ADAL" clId="{2587B58E-4F3B-47AB-B3EB-62407C9160B0}" dt="2025-10-11T03:55:44.814" v="0"/>
          <ac:inkMkLst>
            <pc:docMk/>
            <pc:sldMk cId="2459852433" sldId="714"/>
            <ac:inkMk id="2" creationId="{3DC96F97-9CA9-4F1B-27D2-7CA456EEA78D}"/>
          </ac:inkMkLst>
        </pc:inkChg>
      </pc:sldChg>
      <pc:sldChg chg="addSp">
        <pc:chgData name="Rahul Mishra" userId="57c6469e-ac64-4888-811b-35f0aabddbad" providerId="ADAL" clId="{2587B58E-4F3B-47AB-B3EB-62407C9160B0}" dt="2025-10-11T03:55:44.814" v="0"/>
        <pc:sldMkLst>
          <pc:docMk/>
          <pc:sldMk cId="29153037" sldId="715"/>
        </pc:sldMkLst>
        <pc:inkChg chg="add">
          <ac:chgData name="Rahul Mishra" userId="57c6469e-ac64-4888-811b-35f0aabddbad" providerId="ADAL" clId="{2587B58E-4F3B-47AB-B3EB-62407C9160B0}" dt="2025-10-11T03:55:44.814" v="0"/>
          <ac:inkMkLst>
            <pc:docMk/>
            <pc:sldMk cId="29153037" sldId="715"/>
            <ac:inkMk id="2" creationId="{C0F3AAFE-7D27-505A-9FD5-4887A229E126}"/>
          </ac:inkMkLst>
        </pc:inkChg>
      </pc:sldChg>
      <pc:sldChg chg="addSp">
        <pc:chgData name="Rahul Mishra" userId="57c6469e-ac64-4888-811b-35f0aabddbad" providerId="ADAL" clId="{2587B58E-4F3B-47AB-B3EB-62407C9160B0}" dt="2025-10-11T03:55:44.814" v="0"/>
        <pc:sldMkLst>
          <pc:docMk/>
          <pc:sldMk cId="3386233438" sldId="721"/>
        </pc:sldMkLst>
        <pc:inkChg chg="add">
          <ac:chgData name="Rahul Mishra" userId="57c6469e-ac64-4888-811b-35f0aabddbad" providerId="ADAL" clId="{2587B58E-4F3B-47AB-B3EB-62407C9160B0}" dt="2025-10-11T03:55:44.814" v="0"/>
          <ac:inkMkLst>
            <pc:docMk/>
            <pc:sldMk cId="3386233438" sldId="721"/>
            <ac:inkMk id="3" creationId="{7213BF9E-7688-A7C8-0BD3-7EDDCF394860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3:46:27.8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20646 8301 1731 0,'0'0'445'0,"5"-4"-88"0,-5 4-32 0,9-4-6 0,-9 4-18 0,7-3-15 0,-7 3-14 16,0 0-13-16,16-7 2 0,-9 6 4 15,-7 1 5-15,13-6-5 0,-13 6-4 0,7-2-6 16,-7 2 1-16,0 0 0 0,0 0-13 16,10-2-2-16,-10 2-12 0,0 0-10 0,0 0-10 15,0 0-7-15,0 0-8 0,0 0-6 16,0 0-106-16,0 0-82 0,0 0 0 0,0 0 0 15,0 0 0-15,-23-11 0 16,23 11 0-16,-19-5 0 0,6 3 0 0,-1 1 0 0,-4-3 0 16,-2 2 0-16,4 2 0 0,-6-2 0 15,-1 2 0-15,0-2 0 0,1 2 0 16,-5 0 0-16,0 0 0 0,-1-3 0 16,1 6 0-16,-2-6 0 0,3 6 0 0,-1-3 0 15,5 0 0-15,-1 0 0 0,-1 0 0 16,1 2 0-16,-2-2 0 0,3 2 0 0,3 0 0 15,-2-2 0-15,-2 4 0 0,2-1 0 16,4 1 0-16,0-2 0 0,-1 0 0 0,2 2 0 16,-2 0 0-16,5-2 0 0,-1 2 0 15,3 0 0-15,-3 0 0 0,3-1 0 16,0 1 0-16,-1 2 0 0,1-2 0 16,4 2 0-16,-3 0 0 0,0 0 0 0,1 1 0 15,1 0 0-15,-1 2 0 0,-1-1 0 16,-2 1 0-16,7-1 0 0,-3 1 0 0,3 1 0 15,-2 0 0-15,-2 2 0 0,4-3 0 16,-3 1 0-16,5 0 0 0,-6 1 0 0,6-1 0 16,-3 2 0-16,1 1 0 0,1-2 0 15,-2 1 0-15,0 2 0 0,0-1 0 0,1 1 0 16,-3 1 0-16,5 1 0 0,-6-1 0 16,4 1 0-16,-1-2 0 0,-1 5 0 0,1-4 0 15,3-1 0-15,-6 3 0 16,7-4 0-16,-3 3 0 0,-1-1 0 0,5-1 0 15,-3 0 0-15,-3 1 0 0,5-1 0 16,1 1 0-16,-1-1 0 0,-2 1 0 0,2 1 0 16,0 1 0-16,-1-1 0 0,1 3 0 15,0-3 0-15,0 3 0 0,2-1 0 0,0 0 0 16,2 3 0-16,2-2 0 0,-2 1 0 16,1 2 0-16,3 1 0 0,-1-3 0 0,4 1 0 15,-4-2 0-15,3 2 0 0,-3-1 0 16,5 1 0-16,0-3 0 0,2 7 0 0,0-5 0 15,-2-1 0-15,-1 0 0 0,-1-2 0 16,3 0 0-16,-3 0 0 0,2 0 0 16,1-2 0-16,-2 3 0 0,0-5 0 0,0-1 0 15,-2 0 0-15,2-1 0 0,-2-1 0 0,-2-2 0 16,3-1 0-16,-3 3 0 0,1-2 0 16,2-1 0-16,0-2 0 0,-3 0 0 15,4-1 0-15,3 2 0 0,-4-2 0 0,3-1 0 16,1-1 0-16,-3 1 0 0,5-1 0 15,-1 2 0-15,0-3 0 0,1 1 0 0,-1 0 0 16,1 1 0-16,-2-1 0 0,0 1 0 16,1-3 0-16,-2 2 0 0,1 0 0 0,1-1 0 15,-2-1 0-15,2 2 0 0,-2-2 0 16,2 0 0-16,0 0 0 0,3 0 0 0,-1-2 0 16,-1 2 0-16,-1-1 0 15,2-1 0-15,-2 0 0 0,0 0 0 0,3 1 0 16,-3-1 0-16,1-1 0 0,-1 1 0 15,1-1 0-15,-2-1 0 0,2 1 0 0,1-2 0 16,1-1 0-16,-1 0 0 0,-2 2 0 16,0-1 0-16,3 0 0 0,-1 0 0 0,1-1 0 15,-3 2 0-15,1-2 0 0,0 0 0 16,-1 1 0-16,-3 1 0 0,1 0 0 16,0 0 0-16,1 0 0 0,-2 0 0 0,-1 0 0 15,-1 2 0-15,1-3 0 0,3 1 0 16,-4 1 0-16,-1-2 0 0,2-1 0 0,4 0 0 15,-4 3 0-15,2-2 0 0,-1-2 0 16,1 1 0-16,0-2 0 0,3 2 0 0,-1-1 0 16,-6 0 0-16,5 0 0 0,-1-1 0 15,0 1 0-15,-4 3 0 0,0-2 0 0,1-1 0 16,-3 2 0-16,4-1 0 0,-4 1 0 16,1 2 0-16,-1-2 0 0,1 0 0 0,-2 0 0 15,4 1 0-15,-3-3 0 0,-1 2 0 16,3-2 0-16,0 1 0 0,-2-1 0 0,1 0 0 15,0 0 0-15,-3 0 0 0,6 0 0 16,-6 2 0-16,3-3 0 0,-3 4 0 0,1-4 0 16,2 3 0-16,-3-1 0 15,2-2 0-15,1-2 0 0,-3 5 0 0,1-3 0 16,1 0 0-16,-1 0 0 0,0 0 0 16,2-1 0-16,-2 1 0 0,0 2 0 0,-1-2 0 15,-1 1 0-15,2 1 0 0,-2-2 0 16,0 0 0-16,1-1 0 0,-3 1 0 0,2-4 0 15,-2 0 0-15,3-3 0 0,-6-4 0 16,3-2 0-16,0-3 0 0,0-1 0 0,0-4 0 16,-2 4 0-16,2 0 0 0,-1 0 0 0,-3-1 0 15,-2 5 0-15,1 0 0 0,-3 2 0 16,-9-5 0-16,-4 3 0 0,-2 4 0 16,-2 3 0-16,-9 3 0 0,4 1 0 15,-4 1 0-15,3 4 0 0,6 2 0 0,-2-1 0 16,6 4 0-16,-4 4-1028 0,3 1 94 15,-7 12-1184-15,3 7-1529 0</inkml:trace>
  <inkml:trace contextRef="#ctx0" brushRef="#br0" timeOffset="430.37">19996 9794 5708 0,'0'0'-52'0,"6"-4"48"0,-6 4 48 0,0 0 61 0,0 0 69 0,0 0 57 0,0 0 39 0,-23 33 23 0,1-12 12 16,0 4 13-16,-8 10-3 0,-3-4-30 0,-2 2-86 16,3-2-199-16,0 1 0 0,5-7 0 15,-1 5 0-15,1-3 0 0,8-5 0 0,-4 2 0 16,4 0 0-16,0 0 0 0,-1-4 0 15,8 0 0-15,-1-7 0 0,-3 3 0 0,5-1 0 16,-1-3 0-16,3-1 0 0,-2-1 0 16,0-2 0-16,-2 0 0 0,1 0-574 0,1-1-271 15,-3 7-58-15,-6-2 96 16,-5 6-915-16,-2 3-1154 0</inkml:trace>
  <inkml:trace contextRef="#ctx0" brushRef="#br0" timeOffset="813.67">18949 10692 5107 0,'2'-6'94'0,"-2"1"26"0,0 5 49 0,0 0 62 15,0 0 49-15,0 0 33 0,-13 30 2 16,4-9 3-16,-5 8-9 0,1 6-11 15,-6 8-6-15,-1 4-18 0,6-1-203 0,6-9-71 16,0 5 0-16,6-7 0 0,2-6 0 16,4-6 0-16,2 9 0 0,5-7 0 0,2-6 0 15,1-5 0-15,3-4 0 0,2-1 0 16,3-7 0-16,1-2 0 0,9-8 0 0,0-1 0 16,1-3 0-16,-5-7 0 0,-3-3 0 15,-4-7 0-15,-6 0 0 0,-4-2 0 0,-5-6 0 16,-6-7 0-16,-8 3 0 0,-6-7 0 15,-2 3 0-15,1 12 0 0,-2 0 0 0,-5 8 0 16,6 6 0-16,-4 5 0 0,-3 6-293 16,7 3-204-16,-4 3-55 0,-1 4-69 0,1 1-110 15,-3 2-32-15,-1 2 68 16,8-2-679-16,0-1-827 0</inkml:trace>
  <inkml:trace contextRef="#ctx0" brushRef="#br0" timeOffset="2780.17">23111 8374 3597 0,'-3'-5'-34'0,"-3"1"41"0,6 4 35 0,-7-7 38 0,1 5 41 16,6 2 37-16,-8-4 26 0,8 4 25 0,0 0 23 16,-24 2 9-16,6 5 17 0,1 1 7 15,-9 8 7-15,1 4 2 0,2 2 13 0,2 4 0 16,-2 3-12-16,8 3-4 0,2-1-16 16,3-2-10-16,4 0-24 0,4-7-16 0,6 2-10 15,0-2-151-15,6-1-44 16,-5-1 0-16,12 4 0 0,-3-9 0 0,1-3 0 15,0-3 0-15,8-2 0 0,-2-4 0 16,0-3 0-16,-2-1 0 0,5-5 0 0,7-4 0 16,-6-4 0-16,0-5 0 0,-2-5 0 15,-7-5 0-15,2-3 0 0,-1-12 0 0,-7 3 0 16,-5 1 0-16,1 0 0 0,-6 1 0 16,-4 4 0-16,1 8 0 0,-3 4 0 0,-2 5 0 15,-3 2 0-15,-2 5 0 0,-1 1 0 16,-1 8 0-16,-3-2 0 0,-3 4 0 0,5 2 0 15,-4 2 0-15,7-1-511 0,-1 2-210 16,5-1-172-16,4 2 66 0,3 1 88 0,4 1-791 16,7 3-976-16</inkml:trace>
  <inkml:trace contextRef="#ctx0" brushRef="#br0" timeOffset="2963.77">23547 8667 4230 0,'0'0'166'0,"0"0"67"0,0 0 35 16,-35-3 49-16,35 3 27 0,0 0-6 0,-12-7-32 16,12 7-34-16,0 0-46 0,0 0-78 15,34-15-112-15,-9 8-124 0,10-3-137 0,5 0-157 16,2-2-165-16,10-2-210 0,0-3 48 16,0 0 76-16,0-5-572 0,-2 3-669 15</inkml:trace>
  <inkml:trace contextRef="#ctx0" brushRef="#br0" timeOffset="3147.53">24228 8249 3527 0,'0'0'132'0,"-2"-10"41"16,2 10 46-16,0 0 52 0,0 0 50 15,0 0 30-15,-32 17 19 0,23-3 0 16,-3 2-19-16,-1 13-35 0,-3 5-21 0,3 0-32 16,-1 10-27-16,0 1-36 0,3-7-35 15,-1-1-58-15,0 2-67 0,7-4-68 0,-3-2-62 16,2-1-64-16,2-4-56 0,1-4-61 15,1-4-70-15,0-1-59 0,2 1-73 16,0-3-103-16,0-3-136 0,4-2 48 0,-2-1-624 16,-1 1-748-16</inkml:trace>
  <inkml:trace contextRef="#ctx0" brushRef="#br0" timeOffset="3696.64">21448 8979 3517 0,'-8'6'164'0,"4"-1"58"0,4-5 39 0,-3 7 50 0,3-7 55 16,0 0 37-16,23 8 19 0,-5-8 0 0,11 0-28 16,12 0-28-16,6-3-36 0,1-1-42 15,15-1-70-15,-1 0-82 0,1-2-89 0,-4 0-99 16,-11 2-112-16,-4 2-90 0,-12 0-90 16,-9 1-61-16,-4 2 1 0,-13 0 16 0,-6 0 35 15,0 0 38-15,0 0 49 0,-53 13 52 16,8-6 53-16,-6-3 53 0,-13 1 71 0,-4 0 84 15,5-2 75-15,18 1 57 16,7-3 17-16,10 3 2 0,5-3-16 0,7 1-14 16,7 0-17-16,3 0-20 0,6-2-32 15,0 0-86-15,0 0-123 0,44-2-189 0,-18-2-244 16,12-1-161-16,7-1 56 0,-6-3 88 16,8 2-469-16,-8-1-502 0</inkml:trace>
  <inkml:trace contextRef="#ctx0" brushRef="#br0" timeOffset="6112.58">20280 8410 6963 0,'0'0'123'0,"-8"4"79"16,8-4 36-16,0 0 48 0,0 0 17 0,0 0-227 0,0 0-76 0,0 0 0 0,0 0 0 16,-12 3 0-16,12-3 0 0,0 0 0 0,0 0 0 15,0 0 0-15,0 0 0 0,0 0 0 16,0 0 0-16,0 0 0 0,0 0 0 0,0 0 0 16,0 0 0-16,0 0 0 0,0 0 0 15,0 0-425-15,0 0-267 0,-7 5-234 0,5 2 82 16,-2 3 87-16,1 2-789 0,-1 5-991 15</inkml:trace>
  <inkml:trace contextRef="#ctx0" brushRef="#br0" timeOffset="6546.74">22102 10778 4874 0,'0'0'341'0,"0"0"-4"0,0 0 2 0,-8-10 5 0,8 10-13 0,0 0-17 16,-5-7-33-16,5 7-27 0,0 0-27 0,0 0-27 15,-11-1-54-15,11 1-60 0,0 0-99 16,0 0-123-16,0 0-131 0,0 0-183 0,0 0-206 16,0 0-215-16,0 0 85 0,11-16 79 15,-8 4-717-15,5-9-876 0</inkml:trace>
  <inkml:trace contextRef="#ctx0" brushRef="#br0" timeOffset="7145.98">23089 7196 3757 0,'0'0'-44'0,"0"0"40"0,0 0 32 0,0 0 31 0,0 0 25 0,0 0 29 0,-8-6 20 16,8 6 8-16,0 0 2 0,0 0-8 0,0 0-11 16,0 0-16-16,0 0-8 0,0 0-9 15,0 0-10-15,4 23-10 0,0-15-13 0,4 5-42 16,1 1-49-16,0 3-73 15,9 5-87-15,-1 4-70 0,3 1-92 0,13 7-130 16,-3 1-117-16,4 0 61 0,5-1-349 16,5 1-372-16</inkml:trace>
  <inkml:trace contextRef="#ctx0" brushRef="#br0" timeOffset="7328.62">23900 7861 2433 0,'9'7'135'0,"-6"-1"76"16,1-3 20-16,0 1 26 0,-4-4 20 0,0 0 20 15,3 8 8-15,-3-8-5 0,0 0-19 16,4 8-36-16,-4-8-26 0,6 9-20 0,0-1-35 16,2-3-61-16,1 4-64 15,7 0-82-15,-2-1-110 0,11 8-129 0,4 0-128 16,-2-3-178-16,-1 3-60 0,-3 4 73 16,0-2-444-16,0-1-495 0</inkml:trace>
  <inkml:trace contextRef="#ctx0" brushRef="#br0" timeOffset="7496.41">24556 8342 2767 0,'4'5'102'0,"-4"-5"65"0,0 5 18 0,0-5 20 15,0 0 19-15,0 0 20 0,0 0 14 0,0 0-3 16,0 6-16-16,0-6-20 0,0 0-25 16,5 6-56-16,-5-6-61 0,11 5-72 15,-8-1-88-15,-3-4-113 0,13 5-126 0,-5-2-154 16,0-1-156-16,-1 1 50 0,3 1-434 15,-3 2-492-15</inkml:trace>
  <inkml:trace contextRef="#ctx0" brushRef="#br0" timeOffset="7978.58">25073 8781 2713 0,'-8'-2'18'0,"8"2"48"0,0 0 48 16,0 0 52-16,-25 12 34 0,16-2 38 0,-3 4 26 15,3 2 14-15,-9 8 5 0,5 1 6 16,6-4-2-16,1-1-10 0,4 3-6 16,0-3-12-16,6-3-24 0,2 4-20 15,1-4-23-15,4 0-14 0,3-2-20 0,3-2-18 16,-1-4-22-16,4 0-28 0,-1-2-20 15,-1-5 4-15,0-2-22 0,4 0-14 0,-1-6-19 16,-3-6-9-16,2 3-12 0,-1-12-1 16,0-3 0-16,-5-2-1 0,-5-3-4 0,-4-3-3 15,-1-4-12-15,-8-3-11 0,-1-4-27 16,-11-6-37-16,-2 5-47 0,-9 4-49 16,-6 6-74-16,-3 8-74 0,2 12-52 0,-8 6-83 15,0 8-145-15,-13 8-69 0,1 6 69 0,1 7-504 16,4 2-594-16</inkml:trace>
  <inkml:trace contextRef="#ctx0" brushRef="#br0" timeOffset="12211.91">24909 7157 3562 0,'-6'-11'238'0,"4"1"13"0,0 2 16 0,4-3 23 0,2 2 27 16,0 1 11-16,5-4 5 0,1 2-7 0,4 2-26 15,2-1-28-15,4 2-26 0,3 2-29 16,-3 3-23-16,1 2-19 0,6 2-16 0,-4 3-18 16,-1 2-14-16,7 6-13 0,-8 3-12 15,-6 0-9-15,-5 2-10 0,-4 1-27 0,-6-1-56 16,-2 5 0-16,-7 6 0 0,-2 2 0 16,-2-1 0-16,0-1 0 0,0-4 0 0,3-3 0 15,-2-2 0-15,7-7 0 0,-2-1 0 16,3-1 0-16,-2-2 0 0,3 0 0 0,3-1 0 15,0-2 0-15,7 1 0 16,0-3 0-16,4 2 0 0,5-3 0 0,4 0 0 16,2 0 0-16,5-3 0 0,1 0 0 15,12-3 0-15,2-1 0 0,4 0 0 0,-4 0 0 16,2-5-119-16,-1 1-890 0,-1-2 66 16,-2 2 109-16,-4 1-964 0,-7 0-1226 0</inkml:trace>
  <inkml:trace contextRef="#ctx0" brushRef="#br0" timeOffset="12378.04">25709 7350 4944 0,'-17'-3'9'15,"17"3"54"-15,0 0 42 0,-13-4 30 16,13 4 19-16,0 0 0 0,0 0-10 0,0 0-13 16,0 0-29-16,21-10-55 0,-8 9-56 15,6-3-65-15,0 1-74 0,4-1-85 0,2 1-79 16,2-2-85-16,9-2-60 0,3 4-113 15,4-3-42-15,-2 3 68 0,1-2-351 0,-3 1-378 16</inkml:trace>
  <inkml:trace contextRef="#ctx0" brushRef="#br0" timeOffset="12744.66">26457 7107 2537 0,'-20'0'217'0,"4"1"56"0,2 3 33 0,0 4 38 16,-5 0 29-16,2 3 21 0,-3 9 15 16,-4-1-7-16,1 7-15 0,7-1-24 15,-2 2-27-15,4 0-27 0,7-2-12 0,1-5-36 16,6-3-24-16,0 2-24 0,8 0-9 16,2-2-35-16,3-2-20 0,4-2-138 0,4-5-11 15,-6-2 0-15,10-3 0 0,-4-3 0 16,2-1 0-16,4-3 0 0,7-4 0 0,-2-4 0 15,-3-1 0-15,-2-3 0 0,-4-4 0 16,-5 1 0-16,0-2 0 0,-7-2 0 16,-1 4 0-16,-5-14 0 0,-3 9 0 0,-2-1 0 15,-3 6 0-15,-8-2 0 0,2 3 0 16,-6 3 0-16,0 3 0 0,-7 5 0 16,0 2 0-16,-3 3 0 0,0 2-87 0,0 4-151 15,-5 8-75-15,-2-4-107 0,10 3-114 16,6-2-160-16,5 0-124 0,2-3 76 0,6 0-736 15,3-6-925-15</inkml:trace>
  <inkml:trace contextRef="#ctx0" brushRef="#br0" timeOffset="12944.73">27350 7378 4685 0,'0'0'404'0,"0"0"39"0,-32-10 47 0,28 8 14 15,4 2-10-15,-7-5-33 0,7 5-48 16,0 0-116-16,0 0-297 0,13-11 0 16,-1 6 0-16,13 0 0 0,-3-2 0 0,12-1 0 15,-4-3-436-15,4 5-217 0,-9 1-170 0,-1 1-30 16,-10 4 84-16,2 3-815 16,-5 1-1025-16</inkml:trace>
  <inkml:trace contextRef="#ctx0" brushRef="#br0" timeOffset="13094.68">27388 7524 4190 0,'-17'8'81'16,"3"-2"78"-16,7-1 73 0,-2-2 58 0,0 0 51 16,9-3 28-16,-7 4 9 0,7-4-13 15,0 0-28-15,0 0-37 0,0 0-74 0,0 0-88 16,0 0-109-16,54-14-135 0,-20 0-146 16,2-3-157-16,8-7-151 0,3-3-184 0,-2 2-16 15,-2-4 75-15,0 4-648 0,-6-3-789 16</inkml:trace>
  <inkml:trace contextRef="#ctx0" brushRef="#br0" timeOffset="13345.24">27841 7202 3883 0,'-3'-10'150'0,"3"10"37"0,0 0 16 16,9-11 17-16,-1 8 9 0,-8 3-8 0,19 0-10 16,-19 0-20-16,27 4-12 0,-14 0-26 15,2 2-13-15,1 5-3 0,-5-1-20 0,-2 2-4 16,0 2 15-16,-8 3 29 0,-1 1 36 15,-4 4 35-15,-7 7 35 0,-4 2 24 0,-4-1 28 16,-5-1-29-16,6-2-286 0,-1-2 0 16,6-4 0-16,2-6 0 0,2-3 0 0,2-2 0 15,0-2 0-15,6 0 0 16,-1-3 0-16,2-5 0 0,0 0 0 0,12 3 0 16,-12-3 0-16,20-8-436 0,-2-2-503 15,-4 0 27-15,2 4 102 0,-1-6-922 0,-1 4-1166 16</inkml:trace>
  <inkml:trace contextRef="#ctx0" brushRef="#br0" timeOffset="13961.51">24314 5850 4430 0,'-17'-42'-146'0,"-7"1"44"0,-7 0 17 0,-6 6 14 0,-3 10 15 0,4 10 44 0,-10 13 51 0,-11 19 34 16,-21 18 24-16,-2 17 11 0,-1 13 9 16,4 17 11-16,3 6 14 0,11 8 16 15,13 1 11-15,14 0 3 0,21-8-1 16,18-19-10-16,30 8-9 0,24-9-16 0,22-11-13 16,21-11-10-16,17-13-22 0,5-10-35 15,5-14-29-15,3-10-33 0,-2-8-13 0,-8-11-3 16,-8-11-7-16,-5-10-1 0,-12-5 2 15,-13-9 1-15,-10-7 5 0,-14-6 1 16,-15-10-3-16,-18-4-5 0,-15 9-11 0,-15-2-13 16,-9-19-7-16,-19 0-1 0,-17 4-2 15,-16 17-8-15,-16 14-16 0,-17 25-26 0,-16 20-61 16,-8 26-58-16,-18 17-56 16,-50 34-79-16,-7 23-129 0,1 23-127 0,5 7 65 15,17 4-343-15,19 1-382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9-29T03:49:37.9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8754 10710 2677 0,'0'0'326'0,"0"0"-33"15,-6 8 1-15,6-8 98 0,0 0-51 0,0 7-151 16,0-7-34-16,0 0-166 0,0 0 59 15,0 0-39-15,0 0-35 16,0 0 95-16,0 0 101 0,0 0-189 0,23-12 44 16,-17 7-38-16,-3-2-23 0,3 3 114 0,-1-1-134 15,-5 5 6-15,5-6-2 0,-5 6 46 16,0 0-18-16,0 0 16 0,0 0-13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4-12T02:56:13.1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15318 5363 1071 0,'0'0'343'0,"0"0"-62"0,0 0-56 0,0 0-36 15,2-18-37-15,-2 18-25 0,-2-9-21 16,2 9-19-16,-5-9-8 0,3 4-5 0,2 5-2 16,-2-9-4-16,-1 4-5 0,3 5-7 15,-9-6 0-15,9 6-6 0,-10-2 4 16,10 2-3-16,0 0 12 0,-21 3 5 15,12 1 12-15,0 1 10 0,0 1 5 0,2 1 11 16,0 0 6-16,-2 0 1 0,4 2 1 16,-1 1 0-16,1-2 2 0,1 1-8 15,-1-1 4-15,3 1 1 0,2 0-4 0,-3-1 0 16,5-3-2-16,-2-5 1 0,1 12-4 16,6-6-10-16,-2 0-4 0,-1-3-5 0,-4-3-2 15,13 3-6-15,-13-3-1 16,0 0-1-16,23-3-9 0,-23 3 3 0,14-7 2 0,-8 3-2 15,-6 4 6-15,5-10 5 16,-1 3-3-16,-2-2 9 0,-1 0-2 0,-1 9 9 16,-1-15 3-16,-3 7 0 0,0 2-2 15,2 0-7-15,2 6-13 0,-12-11 3 0,12 11-6 16,-11-1-12-16,11 1-3 0,0 0-7 16,-23 10 5-16,18-5-11 0,-3 4 0 15,3-1-3-15,-2 1-5 0,5-1 1 0,1 2 0 16,1-3-4-16,0-7-4 0,1 16 6 15,1-8 7-15,3 0 5 0,-1-4 6 0,1 3-4 16,2-1 7-16,-7-6 5 0,13 7 2 16,-10-4 0-16,-3-3 0 0,0 0-1 15,13 2-54-15,-13-2-7 0,0 0 0 16,0 0 0-16,0 0 0 0,0 0 0 0,11-14 0 16,-11 14 0-16,-4-8 0 0,4 8 0 15,0 0 0-15,-7-7-214 0,7 7-64 0,0 0-74 16,0 0-101-16,-25 13-101 0,18-2-133 15,-2 3-148-15,-2 2 86 0,4 1-635 16,1 3-837-16</inkml:trace>
  <inkml:trace contextRef="#ctx0" brushRef="#br0" timeOffset="998.81">14511 6570 3831 0,'-2'8'123'0,"2"-8"101"0,0 0 95 0,0 0 93 16,0 0 58-16,-7 8 48 0,7-8 29 15,0 0-3-15,0 0-18 0,0 0-16 0,-8 4-343 16,8-4-167-16,0 0 0 0,0 0 0 15,0 0 0-15,0 0 0 0,0 0 0 0,0 0 0 16,0 0 0-16,0 0 0 0,0 0 0 16,0 0 0-16,0 0 0 0,0 0 0 15,0 0 0-15,0 0 0 0,0 0 0 0,0 0 0 16,0 0 0-16,0 0 0 0,-13 0 0 16,13 0 0-16,0 0 0 0,0 0 0 15,0 0 0-15,0 0 0 0,-6 5 0 0,6-5 0 16,-5 9-317-16,3-2-719 0,-5 6 112 15,4 1-1087-15,-3 11-1428 0</inkml:trace>
  <inkml:trace contextRef="#ctx0" brushRef="#br0" timeOffset="3733.08">13793 10773 5218 0,'0'-9'-197'0,"0"9"64"0,0 0 63 16,0 0 61-16,0 0 53 0,0 0 44 0,-4-10 26 15,4 10 17-15,0 0 15 0,0 0 2 16,0 0 8-16,0 0 6 0,0 0 4 0,-2-10 5 16,2 10 5-16,0 0 3 0,0 0 5 15,0 0-1-15,0 0-2 0,0 0 3 16,0 0-3-16,0 0 2 0,0 0-3 16,-4-7-10-16,4 7-12 0,0 0-61 0,0 0-97 15,0 0 0-15,-13-2 0 0,13 2 0 16,0 0 0-16,-15 0 0 0,15 0 0 0,0 0 0 15,-17 0 0-15,17 0 0 0,0 0 0 16,-23 2 0-16,23-2 0 0,-16 3 0 16,9-1 0-16,7-2 0 0,-18 4 0 0,11-3 0 15,7-1 0-15,-19 5 0 0,9-3 0 16,10-2 0-16,-15 6 0 0,5-4 0 0,10-2 0 16,-16 5 0-16,6-4 0 15,10-1 0-15,-13 5 0 0,13-5 0 0,-17 3 0 0,10 1 0 16,7-4 0-16,-12 5 0 15,4-3 0-15,8-2 0 0,-14 6 0 0,14-6 0 16,-13 4 0-16,13-4 0 0,-14 5 0 16,7-3 0-16,7-2 0 0,-13 6 0 0,8-4 0 15,5-2 0-15,-16 7 0 0,10-4 0 16,6-3 0-16,-13 7 0 0,5-3 0 16,8-4 0-16,-13 6 0 0,8-2 0 0,5-4 0 15,-12 6 0-15,4-4 0 0,8-2 0 16,0 0 0-16,-9 8 0 0,9-8 0 15,-8 5 0-15,8-5 0 0,-6 4 0 0,6-4 0 16,-9 6 0-16,9-6 0 0,-7 6 0 16,0-1 0-16,7-5 0 0,-7 8 0 15,7-8 0-15,-10 6 0 0,10-6 0 0,-7 8 0 16,2-4 0-16,5-4 0 0,-7 10 0 16,7-10 0-16,-5 7 0 0,5-7 0 0,-6 6 0 15,6-6 0-15,-6 9 0 0,6-9 0 16,-6 5 0-16,6-5 0 0,-4 7 0 0,4-7 0 15,-3 7 0-15,3-7 0 0,0 0 0 16,-6 7 0-16,6-7 0 0,-4 6 0 0,4-6 0 16,0 0 0-16,-3 11 0 15,3-11 0-15,-4 6 0 0,4-6 0 0,-2 7 0 16,2-7 0-16,-3 9 0 0,3-9 0 16,-2 10 0-16,2-10 0 0,-1 11 0 0,1-11 0 15,-2 10 0-15,2-10 0 0,-2 12 0 16,2-12 0-16,2 10 0 0,-2-10 0 0,0 12 0 15,2-7 0-15,-2-5 0 0,0 11 0 16,0-11 0-16,1 8 0 0,-1-8 0 0,0 8 0 16,0-8 0-16,5 9 0 0,-5-9 0 15,4 8 0-15,-4-8 0 0,3 10 0 16,-3-10 0-16,4 7 0 0,-4-7 0 0,6 9 0 16,-6-9 0-16,3 9 0 0,-3-9 0 15,4 8 0-15,-4-8 0 0,7 7 0 16,-6-1 0-16,-1-6 0 0,4 8 0 0,0-4 0 15,0 0 0-15,-4-4 0 0,3 9 0 16,-1-3 0-16,-2-6 0 0,7 6 0 0,-5 0 0 16,-2-6 0-16,7 7 0 0,-4-4 0 15,-3-3 0-15,4 8 0 0,0-4 0 0,-4-4 0 16,5 7 0-16,-1-4 0 0,-4-3 0 16,8 7 0-16,-6-3 0 0,-2-4 0 0,8 4 0 15,-8-4 0-15,7 7 0 16,-1-5 0-16,-6-2 0 0,10 7 0 0,-7-4 0 15,-3-3 0-15,10 6 0 0,-7-3 0 0,-3-3 0 16,12 4 0-16,-12-4 0 0,11 4 0 16,-5-2 0-16,-6-2 0 0,14 4 0 15,-9-3 0-15,-5-1 0 0,13 4 0 0,-2-4 0 16,-11 0 0-16,12 3 0 0,-4 0 0 16,-8-3 0-16,16 1 0 0,-7-1 0 15,-9 0 0-15,15 1 0 0,-5-1 0 0,-10 0 0 16,14 0 0-16,-3-1 0 0,-11 1 0 15,16-1 0-15,-6-2 0 0,-10 3 0 0,15-3 0 16,-6 3 0-16,-9 0 0 0,14-2 0 16,-14 2 0-16,11 0 0 0,-11 0 0 15,11-2 0-15,-11 2 0 0,0 0 0 16,13-1 0-16,-13 1 0 0,9-2 0 0,-9 2 0 16,0 0 0-16,15-2 0 0,-15 2 0 15,12-2 0-15,-12 2 0 0,13-3 0 0,-7 2 0 16,-6 1 0-16,11-4 0 0,-11 4 0 15,12-3 0-15,-12 3 0 0,11-4 0 0,-11 4 0 16,9-2 0-16,-9 2 0 0,12-1 0 16,-12 1 0-16,10-2 0 0,-10 2 0 0,11-2 0 15,-11 2 0-15,12-1 0 0,-12 1 0 16,13-2 0-16,-8 0 0 0,-5 2 0 0,14-4 0 16,-7 3 0-16,-7 1 0 15,0 0 0-15,18-4 0 0,-12 3 0 0,-6 1 0 16,0 0 0-16,16-3 0 0,-16 3 0 15,0 0 0-15,16-2 0 0,-16 2 0 0,9-4 0 16,-9 4 0-16,12-3 0 0,-12 3 0 16,11-4 0-16,-11 4 0 0,13-5 0 0,-13 5 0 15,14-3 0-15,-8-1 0 0,-6 4 0 16,12-5 0-16,-12 5 0 0,12-5 0 0,-12 5 0 16,12-6 0-16,-7 4 0 0,-5 2 0 15,10-6 0-15,-10 6 0 0,11-6 0 0,-11 6 0 16,11-8 0-16,-6 5 0 0,-5 3 0 15,11-6 0-15,-3 2 0 0,-8 4 0 16,12-8 0-16,-9 4 0 0,5-1 0 16,-8 5 0-16,7-8 0 0,-1 4 0 0,-6 4 0 15,10-8 0-15,-10 8 0 0,3-6 0 16,-3 6 0-16,6-9 0 0,-1 5 0 0,-3-2 0 16,-2 6 0-16,6-8 0 0,-1 2 0 15,-2 1 0-15,-1 0 0 0,-2 5 0 0,6-9 0 16,-5 3 0-16,-1 6 0 0,2-9 0 15,2 6 0-15,-4 3 0 0,4-8 0 0,-4 8 0 16,2-7 0-16,-2 7 0 16,1-8 0-16,-1 8 0 0,2-8 0 0,-2 8 0 15,0-9 0-15,3 4 0 0,-3 5 0 16,0-9 0-16,2 1 0 0,-2 8 0 0,2-10 0 16,-2 4 0-16,0 6 0 0,0-10 0 15,0 10 0-15,0-8 0 0,0 8 0 0,0-7 0 16,0 7 0-16,-2-9 0 0,2 9 0 15,0-6 0-15,0 6 0 0,-2-7 0 0,2 7 0 16,-3-10 0-16,3 10 0 0,-2-8 0 16,2 8 0-16,-1-8 0 0,1 8 0 0,-4-9 0 15,0 3 0-15,2 0 0 0,2 6 0 16,-5-10 0-16,1 5 0 0,0-1 0 0,3 2 0 16,-6 0 0-16,7 4 0 0,-9-10 0 15,3 5 0-15,1 1 0 0,-4 0 0 16,4 0 0-16,-3-1 0 0,-3-1 0 0,1 3 0 15,3-1 0-15,-2 1 0 0,-2-1 0 16,0 1 0-16,0 2 0 0,11 1 0 0,-23 1 0 16,9 2 0-16,1-1 0 0,-1 1 0 15,-4 5 0-15,0-1 0 0,0 2 0 0,0-1 0 16,0 1 0-16,0 1 0 0,-1-2 0 16,4 0 0-16,3-1 0 0,-1 1 0 0,4-3 0 15,-1 2 0-15,2-2 0 0,1-3-757 16,3 4-217-16,-3 0 100 0,1 4-1026 15,0-3-1322-15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3:31:31.7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4577 5818 1871 0,'-2'-9'271'0,"0"4"-28"0,2 5-26 16,-3-10-28-16,3 10-3 0,-5-8-6 15,5 8-16-15,0 0-13 0,-4-9 5 0,4 9-14 16,0 0-8-16,-5-7-4 0,5 7-10 16,0 0-10-16,-2-7-4 0,2 7-8 0,0 0-7 15,0 0-5-15,0 0-2 0,0 0-6 16,0 0-4-16,0 0-7 0,0 0 5 15,0 0 18-15,0 0 5 0,0 0-5 16,0 0-6-16,0 0-9 0,0 0-4 16,7 23-7-16,-5-13-6 0,0-4-6 0,0 3-2 15,1 0-6-15,0-1-2 0,-1 1-4 16,2-1-5-16,0 1 3 0,-1-3-8 0,1 3-1 16,3-2 1-16,-2 2-2 0,3-5 1 15,-1 2-1-15,2-1-2 0,3-3-2 16,3-2-2-16,6-2-3 0,15-7 1 0,4-1-4 15,10-9-1-15,-2-1 2 0,-3-4-3 16,-1-2-1-16,-2-1-1 0,-2 0-3 0,-3 2 12 16,-10 4 18-16,-2 3 11 15,-2 0 21-15,-3 5 17 0,-5 1 11 0,-3 3 2 16,-1 3 3-16,-4-3-3 0,0 4-11 16,2-1-10-16,-4 1-2 0,-5 5-11 0,10-7-7 15,-7 2-7-15,-3 5-4 0,9-5-10 16,-9 5-2-16,0 0-5 0,9-5-11 15,-9 5 9-15,0 0-22 0,0 0-36 0,0 0-44 16,0 0-40-16,0 0-54 0,0 0-56 16,0 0-80-16,0 0-94 0,-2 17-99 15,2-17-153-15,-9 9-126 0,4-4 84 16,1 0-544-16,4-5-698 0</inkml:trace>
  <inkml:trace contextRef="#ctx0" brushRef="#br0" timeOffset="1064.34">3830 7371 3167 0,'-2'-3'-132'0,"2"3"40"16,0 0 32-16,-6-8 27 0,6 8 24 0,0 0 15 16,-3-10 17-16,3 10 11 0,0 0 9 15,-4-7 7-15,4 7 12 0,0 0 7 0,0 0 13 16,-4-6-2-16,4 6 6 0,0 0-4 16,0 0 1-16,0 0-3 0,-3-6-4 15,3 6 0-15,0 0-8 0,0 0-3 0,0 0-9 16,0 0-10-16,0 0 0 15,0 0-5-15,0 0 0 0,0 0-10 0,0 0 10 0,0 0 0 16,0 0 1-16,0 0-1 0,3 25 1 16,-3-25-2-16,6 4 4 0,-6-4 12 15,0 0 9-15,18 1 3 0,-18-1-3 16,27-7-6-16,-7 0-4 0,1-3-10 16,9-2-1-16,4-2-5 0,-1-1-5 0,-1 1-2 15,0 0-5-15,-8 6-4 0,-4 1 2 16,-1 0-3-16,-4 0 13 0,-1 2-3 0,-3 2-5 15,1-1 0-15,-5 1-1 0,4-1 3 16,-11 4-1-16,12-5-2 0,-12 5-3 16,10-5 0-16,-10 5-1 0,9-3-2 15,-9 3-5-15,8-4 0 0,-8 4-1 16,0 0-10-16,10-3-27 0,-10 3-36 0,0 0-47 16,0 0-50-16,5-4-80 0,-5 4-91 15,0 0-127-15,0 0-216 0,0 0 68 0,0 0 64 0,0 0-249 16,0 0-274-16</inkml:trace>
  <inkml:trace contextRef="#ctx0" brushRef="#br0" timeOffset="5596.38">3148 8095 2203 0,'-10'1'5'16,"1"5"19"-16,-1-4 16 0,3 2 25 0,0 0 28 16,7-4 23-16,0 0 24 0,-12 3 11 15,12-3-4-15,0 0 3 0,-13 4-2 16,13-4-6-16,0 0-3 0,0 0-13 0,-9 3-10 16,9-3-14-16,0 0-3 0,0 0-6 15,0 0-5-15,0 0-10 0,0 0-6 0,31-22-6 16,-12 12-5-16,1-1-4 15,9-1-11-15,0 0-6 0,-4 4-2 0,-6-1-3 16,2 0-1-16,-6 4-4 0,-2-1-6 16,-1 3-3-16,-3-1-6 0,1 0-1 15,-2 0-3-15,-8 4-9 0,11-3 4 0,-11 3-8 16,0 0 2-16,0 0 2 0,0 0 0 16,0 0 0-16,0 0-4 0,-29 15 6 0,15-10-3 15,-6 3-2-15,-1 0 3 0,2 1-5 16,-2-2 2-16,4 2 2 0,-2-1-6 0,3 2 6 15,2-4-1-15,3-1-2 0,0-2 5 16,4 2-5-16,7-5 3 0,-14 5-3 0,14-5-4 16,-7 4 3-16,7-4 4 15,0 0-2-15,0 0 6 0,0 0-4 0,0 0-1 16,32-17 7-16,-16 12-6 0,4-2 2 16,1 0-4-16,-1 0 3 0,-4 0 2 15,0 2-5-15,-3-2 5 0,-1 4-3 0,-1-3 7 16,-5 2-2-16,-6 4-3 0,15-4 3 15,-15 4-2-15,8-6-3 0,-8 6-1 0,0 0 2 16,0 0 1-16,0 0-6 0,0 0 5 16,-40 10-4-16,26-7 5 0,-1 2-2 0,0 0-1 15,2-1 1-15,1-1 3 16,1 0-4-16,1 3 3 0,2-6 2 0,8 0-2 16,-9 4-3-16,9-4-5 0,0 0 3 15,0 0-1-15,0 0-1 0,0 0-16 0,0 0-31 16,0 0-56-16,41-12-56 0,-19 6-70 15,-1-3-101-15,0 3-152 0,-4 2-122 16,-5 0 67-16,-5 2-257 0,-7 2-286 0</inkml:trace>
  <inkml:trace contextRef="#ctx0" brushRef="#br0" timeOffset="13378.87">6551 8170 2047 0,'2'-7'-28'0,"2"0"36"0,0 4 17 0,-4 3 25 16,1-7 13-16,-1 7 20 0,0 0 20 15,2-7 12-15,-2 7 4 0,0 0-4 16,4-6-9-16,-4 6-11 0,0 0 7 0,0 0 32 16,0 0 18-16,0 0 5 0,-6 28-2 15,3-12-7-15,-3 6-6 0,-3 11-6 0,-3 3-7 16,-1-1-7-16,-3 11-7 0,2-2-13 16,-2-8-9-16,3-2-8 0,-1-1-12 15,1-3-9-15,2 1-6 0,1-4-2 16,3-8-12-16,-1-1-23 0,4-4-17 0,-2-2-28 15,0-2-20-15,5-2-24 0,-3 1-27 0,0-4-28 16,1 1-43-16,3-6-40 0,0 0-41 16,0 0-55-16,0 0-43 0,0 0-78 15,-4-28-103-15,9 13 37 0,1-6-169 0,7-8-155 16</inkml:trace>
  <inkml:trace contextRef="#ctx0" brushRef="#br0" timeOffset="13645.47">6740 8158 1799 0,'7'-7'14'16,"-3"2"16"-16,2-2 9 0,-6 7 10 16,2-6 14-16,-2 6 18 0,0 0 30 0,0 0 12 15,0 0 5-15,0 23-2 0,-2-4-10 16,-8 14-2-16,1 4-1 0,-2 9-14 16,-7 10 7-16,1-3-13 0,0 4-9 15,-2-3-1-15,0-1-11 0,-4 3-12 0,4-5-1 16,0-7-3-16,0 4-12 0,6-12-5 15,-3-2-6-15,5-4 4 0,-1-1-4 16,3-8-18-16,3-6-10 0,1-1-19 0,0-4-18 16,2 1-22-16,-1-5-36 0,2-2-45 15,2-4-43-15,0 0-60 0,0 0-88 0,7-23-121 16,2 5-23-16,6-15-156 0,6-9-124 16</inkml:trace>
  <inkml:trace contextRef="#ctx0" brushRef="#br0" timeOffset="13912.13">6987 8067 1761 0,'0'-14'48'0,"0"5"21"15,-1 1 9-15,-3 4 4 0,4 4 10 16,0 0 14-16,0 0 15 0,-23 25 10 0,8 6 0 16,-3 12-6-16,-3 8-8 0,1 10-9 15,-7 19-4-15,2 2-16 0,2 4-6 0,-4-3-12 16,-3 4-3-16,6-2-6 0,-3 0 1 15,9-18-9-15,-2-4-7 0,4-2-6 16,4-4-9-16,-1-5 6 0,6-14-4 16,-2-4-8-16,2-9-4 0,2-4-2 15,1-6-18-15,2-3-27 0,0-5-43 0,4-4-50 16,-2-3-60-16,0 0-74 0,14-18-90 16,1-10-124-16,-2-3-2 0,10-9-172 0,0-3-138 15</inkml:trace>
  <inkml:trace contextRef="#ctx0" brushRef="#br0" timeOffset="14163.12">6978 8572 1809 0,'0'0'54'0,"0"0"21"0,-14 18 11 0,7 12 16 16,-6 4 15-16,-1 15 11 15,-2 8 11-15,-6 3 3 0,-1 6 4 0,-4 15-7 0,9-12 6 16,-5 17-15-16,5-18 2 15,0-1-6-15,-7 15-9 0,7-20-11 0,2-3-7 16,-2-4-11-16,3-4-9 0,-2-5-14 16,6-10-6-16,2-7-20 0,-2-5-20 0,6-7-21 15,-1-3-29-15,3-3-33 0,-1-5-42 16,2-2-43-16,2-4-39 0,0 0-45 16,0 0-43-16,7-27-63 0,3 0-89 0,5-4-35 15,0 2-171-15,8-12-130 0</inkml:trace>
  <inkml:trace contextRef="#ctx0" brushRef="#br0" timeOffset="14365.1">6928 9321 1753 0,'11'10'76'0,"-11"-2"34"15,-2 6 20-15,-3 5 2 0,-1 12 8 0,-3 6 5 16,2-1 17-16,-3 3 7 0,0-2-5 16,1 3-22-16,-1-5-7 0,-1 0-11 0,2-3-9 15,2-6-18-15,4-3-15 16,-3-6-16-16,2-2-24 0,3-4-38 0,-3 1-36 15,2-6-39-15,2-2-43 0,0-4-46 16,0 0-44-16,0 0-46 0,18-22-60 16,-6-7-67-16,5-2-45 0,6-8-207 0,-2 8-126 15</inkml:trace>
  <inkml:trace contextRef="#ctx0" brushRef="#br0" timeOffset="14495.37">7014 9564 1778 0,'0'0'73'0,"4"17"40"16,-6-3 28-16,-3 3 13 0,-3 4 13 15,-8 11 10-15,5 2-9 0,-2 1-4 0,-2-2-16 16,1-1-16-16,1-1-11 0,2-4-18 15,-1 1-26-15,1-9-43 0,3-6-48 16,2-1-58-16,2-2-72 0,-1-2-102 0,-1-5-149 16,-1 0-97-16,7-3 42 0,-10 3-141 15,10-3-91-15</inkml:trace>
  <inkml:trace contextRef="#ctx0" brushRef="#br0" timeOffset="15311.75">3062 9828 1728 0,'2'-5'50'0,"-2"5"-3"0,0 0-1 15,0 0 3-15,-9 19 14 0,2-4 16 0,2 9 11 16,-3 7 2-16,-1 4-1 16,1 0-9-16,-2 5-6 0,3-2-10 0,-2 0-4 15,2-3-9-15,0 1-4 0,1-8-4 16,1-4-6-16,-1-2-4 0,2 0-27 0,0-5-21 16,0 0-26-16,2-1-33 15,-1-1-35-15,1-2-39 0,-2-4-55 0,2-1-69 16,-1-3-109-16,1-1-173 0,2-4-55 0</inkml:trace>
  <inkml:trace contextRef="#ctx0" brushRef="#br0" timeOffset="15544.61">3118 9985 1595 0,'12'-15'71'0,"-2"3"13"0,-2 4-3 15,-1 3-1-15,-3 1-3 0,-4 4 22 0,0 0 23 16,0 0 5-16,0 0 0 0,11 29-13 15,-11-6-5-15,-4 10-12 0,-3 6-10 0,0 2-4 16,-5 5-8-16,-3 4-7 0,-1-1-3 16,1-3-13-16,-2 0-1 0,4-10-7 15,-1 0-7-15,1-2-21 0,2-3-18 0,-1-1-28 16,1-1-27-16,4-10-29 16,-2 1-30-16,4-8-26 0,-1-3-51 0,2-1-74 15,-1-5-68-15,5-3-108 0,0 0-132 16,0 0-76-16</inkml:trace>
  <inkml:trace contextRef="#ctx0" brushRef="#br0" timeOffset="15761.88">3283 10106 1615 0,'0'0'59'0,"7"12"15"0,-7-2 10 16,-2 4 18-16,-3 5 21 0,-1 5 11 0,-5 9 7 15,-3 0 3-15,-4 9-9 0,0 5-12 16,-1-3-15-16,0 0-9 0,0-1-8 0,1 0-12 15,0-2-8-15,2-6-17 16,2-2-24-16,-2-3-23 0,3-4-30 0,4-2-40 16,0-5-48-16,4-1-72 0,-3-4-72 15,5-1-102-15,-1-4-101 0,2-2-162 0,0-1-119 16</inkml:trace>
  <inkml:trace contextRef="#ctx0" brushRef="#br0" timeOffset="15895.4">3094 11090 1559 0,'-3'8'-93'0,"3"-2"10"0,0-6 1 16,0 0-21-16,-4 6-38 0,4-6-219 16,0 0 127-16</inkml:trace>
  <inkml:trace contextRef="#ctx0" brushRef="#br0" timeOffset="16128.04">3396 10764 1178 0,'-4'11'116'0,"0"3"-2"15,2-5-9-15,-6 5-4 0,4 1 3 16,-3 1 3-16,1 0-8 0,1 1-12 15,-2 1-12-15,0 2-1 0,3-4-16 16,-1 0-16-16,3 0-23 0,-2-3-24 0,2-1-33 16,-2 0-32-16,0-1-34 0,2-4-48 15,-2-1-65-15,1 1-359 0,3-7-77 0</inkml:trace>
  <inkml:trace contextRef="#ctx0" brushRef="#br0" timeOffset="16877.83">4733 9633 1530 0,'2'-6'51'0,"0"3"26"16,-2 3 6-16,0 0-4 0,0 0 9 15,0 0 24-15,0 0 27 0,0 0 11 0,0 22 0 16,-6-3 1-16,-1 10-7 0,-1 3-10 16,-2 3-12-16,1 3-1 0,-3-2 0 15,1 2-18-15,0-1-6 0,-3 9-15 0,3-11-10 16,-1-2-9-16,3-1-8 0,-2-2 4 15,5-8-12-15,0-5-25 0,0-3-27 0,4-2-26 16,-3-2-28-16,3 0-29 16,-2 0-30-16,2-8-37 0,2-2-42 0,0 0-49 0,0 0-52 15,0 0-61-15,-3-29-77 16,8 7-197-16,-1-11-130 0</inkml:trace>
  <inkml:trace contextRef="#ctx0" brushRef="#br0" timeOffset="17078.98">4716 9744 1872 0,'0'0'79'0,"2"21"18"16,-6-6 14-16,2 9 7 0,-4 9 6 0,-3 5 4 16,1 1-5-16,-1 11-13 0,-2 1 0 15,0-3-5-15,4-7-18 0,2 1-2 16,-5-2-8-16,2-2-14 0,2 0-11 0,-1-3-9 16,2-2-23-16,1-8-22 0,0-5-28 15,-1-5-30-15,5-1-34 0,-1-1-38 0,-1-5-37 16,0-3-43-16,2-5-40 15,0 0-35-15,0 0-70 0,0 0-259 0,14-22-113 16</inkml:trace>
  <inkml:trace contextRef="#ctx0" brushRef="#br0" timeOffset="17261.34">4762 10301 1685 0,'-2'23'52'0,"0"-1"36"0,-3 11 18 0,-4-1 13 15,4 6 12-15,-1-2 10 16,-3 1-9-16,1-3 6 0,0 3-10 0,3-4-17 0,-1-1-13 15,1-4-11-15,0-8-4 16,3-3-18-16,0 0-20 0,-1-3-28 0,1-1-33 16,0-4-30-16,2-2-30 0,0-1-34 15,0-6-46-15,0 0-34 0,0 0-33 16,7-21-41-16,-1 5-61 0,0-3-294 0,0-1-118 16</inkml:trace>
  <inkml:trace contextRef="#ctx0" brushRef="#br0" timeOffset="17428.13">4743 10630 1650 0,'0'0'29'16,"0"23"41"-16,-4-11 17 15,-2 9 11-15,1 1 11 0,-5 7 17 0,-2 3 8 0,1-1 8 16,1-4-7-16,1 5-7 0,2-11-15 16,1 0-8-16,1-7-11 0,0 1-14 15,1-1-19-15,2-3-28 0,1-3-34 0,-3-2-42 16,2 2-43-16,0-4-42 16,2-4-57-16,0 0-64 0,0 0-85 0,0 0-106 15,0 0-148-15,0 0-88 0</inkml:trace>
  <inkml:trace contextRef="#ctx0" brushRef="#br0" timeOffset="21243.08">2820 11119 1484 0,'0'0'-51'0,"0"0"20"16,0 0 22-16,-2-7 15 0,2 7 4 0,0 0 22 16,0 0 12-16,0 0 17 15,0 0 9-15,0 0 13 0,0 0 15 0,0 0 9 16,0 0 6-16,0 0 2 0,0 0 4 15,0 0 2-15,0 0-5 0,0 0-1 16,0 0-1-16,0 0-3 0,0 0-4 0,0 0-16 16,0 0 1-16,0 0-3 0,0 0-12 15,0 0 2-15,0 0 2 0,0 0-3 0,0 0-8 16,0 0-3-16,0 0 2 0,0 0 2 16,0 0-1-16,0 0-6 0,0 0 8 15,0 0 22-15,0 0 6 0,0 0-1 16,0 0-3-16,0 0-8 0,0 0-1 0,-2 24-5 15,2-17-6-15,0 1-6 0,0 4-6 16,0-4-2-16,0 1-9 0,0 1-5 16,0-2-2-16,2 1-4 0,-2-1-6 0,0-1-2 15,2 0 0-15,-2 0-2 0,0 0-4 16,0-7 0-16,2 10-2 0,-2-10 0 16,0 9 8-16,0-9 4 0,0 6 7 0,0-6-7 15,0 5-2-15,0-5-3 16,0 0-6-16,0 11 2 0,0-11-7 0,0 0 0 0,0 9-4 15,0-9 0-15,0 5-4 0,0-5 3 16,0 0-4-16,2 6 0 0,-2-6-3 0,0 0 5 16,0 0-9-16,0 7 1 15,0-7 1-15,0 0-3 0,0 0-2 0,0 0 3 16,2 7 0-16,-2-7 0 0,0 0-1 16,1 7-1-16,-1-7 0 0,0 0-4 15,0 7 1-15,0-7 3 0,0 0-1 0,0 0 0 16,0 7 0-16,0-7 3 0,0 0-3 15,2 5 1-15,-2-5-2 0,0 0 2 0,0 0 1 16,0 0-3-16,0 0 4 0,2 7 3 16,-2-7 4-16,0 0 3 0,0 0-1 15,4 3 3-15,-4-3-4 0,0 0 0 0,0 0 0 16,0 0 1-16,0 0 2 0,0 0 7 16,12 6 5-16,-12-6 2 0,0 0 0 15,16 1 0-15,-16-1-7 0,18 0 2 16,-18 0-4-16,21 0-3 0,-21 0-3 0,22-1-2 15,-10 1 2-15,-12 0-1 0,25 0-3 16,-14-2 0-16,-11 2-2 0,27 0 0 0,-14-2 0 16,1 2-4-16,-1-2 6 0,3 0-4 15,-16 2-2-15,25 0 2 0,-11-1-4 16,-3 1 0-16,3-1 0 0,-14 1 0 0,22 0-3 16,-11-3 5-16,0 2-2 15,-11 1-1-15,21 0 0 0,-21 0-3 0,23-4 2 0,-14 4 1 16,2-2 3-16,1 1-3 15,-12 1 0-15,21-4 1 0,-9 4-5 0,-12 0 3 16,18-5-3-16,-6 5 1 0,-12 0 0 16,19-1-2-16,-11-1 1 0,-8 2 5 15,18-2-4-15,-18 2-1 0,18 0 5 0,-18 0-7 16,17 0 3-16,-17 0 2 16,19-2-2-16,-10 2 1 0,-9 0-1 0,22-1 1 0,-13 0 0 15,-9 1-4-15,25-3 8 0,-16 2-4 16,-9 1 3-16,19 0-4 0,-19 0-5 0,18-2 6 15,-18 2-3-15,11 0 3 0,-11 0-1 16,0 0-3-16,18-2 2 0,-18 2 1 16,0 0-1-16,11 0 2 0,-11 0-2 0,0 0-2 15,0 0 2-15,14-2-1 0,-14 2-1 16,0 0 9-16,0 0-8 0,0 0 2 16,12-1 0-16,-12 1 1 0,0 0 4 15,0 0 10-15,0 0-13 0,0 0-2 0,0 0 4 16,0 0-4-16,0 0 15 0,0 0-13 15,0 0 0-15,0 0 2 0,0 0 1 16,0 0 10-16,0 0-13 0,15 0 4 0,-15 0-2 16,0 0 3-16,0 0-1 0,0 0-5 15,0-10 6-15,0 10-1 0,0 0-5 16,-3-11 0-16,3 11 6 0,0 0 1 0,-4-12 1 16,4 12 3-16,-2-8-2 0,2 8-4 15,-4-5 3-15,4 5-5 0,0 0-3 16,-2-9 4-16,2 9 0 0,0 0 1 15,-5-9-2-15,5 9-1 0,0 0-4 0,-4-8 3 16,4 8 2-16,-3-7-2 0,3 7-1 16,0 0 1-16,-3-9-3 0,3 9 0 0,0 0 0 15,-4-7 2-15,4 7 0 0,0 0 0 16,-4-8 1-16,4 8 7 0,0 0-3 0,0 0-8 16,-3-9 0-16,3 9 2 0,0 0 0 15,-6-5-4-15,6 5 6 0,0 0-2 16,0 0 2-16,-4-5-4 0,4 5 0 0,0 0 4 15,0 0-6-15,0 0 0 16,0 0 3-16,-17-2 1 0,17 2-2 0,0 0 5 0,0 0-3 16,-15 2-4-16,15-2 5 15,0 0 0-15,0 0 1 0,0 0 4 0,-21 2-5 16,21-2 2-16,0 0 2 0,-14 2 0 16,14-2 1-16,0 0 0 0,-13 0 5 15,13 0 1-15,-11 2 0 0,11-2-4 0,-16 3 4 16,16-3-4-16,-14 3 0 0,5-2 9 15,9-1-9-15,-15 4-5 0,15-4 7 0,-17 4-1 16,9-3 0-16,8-1 6 0,-16 1 4 16,16-1-4-16,-18 4 4 0,18-4-4 15,-17 4 2-15,7-4 1 0,10 0-2 0,-14 2 4 16,14-2 2-16,-16 2-3 0,7 1-10 16,9-3 5-16,-18 2 1 0,18-2-10 15,-15 1 7-15,15-1-1 0,-15 4 0 0,15-4-4 16,-13 1 0-16,13-1-1 0,-16 2 6 15,16-2-1-15,-13 2 2 0,13-2 1 16,-16 0-5-16,16 0 5 0,-14 0-4 0,14 0 6 16,-16 0 1-16,16 0 2 0,-17 0-2 15,17 0 3-15,0 0 2 0,-23-2-8 0,23 2-2 16,-13 2-11-16,13-2 2 0,0 0 2 16,-17-2 0-16,17 2 3 0,-13 2-4 15,13-2-3-15,-14 1 2 0,14-1-5 0,-15 4 9 16,15-4-9-16,-12 1 2 0,12-1 0 0,-15 4-2 15,15-4 8-15,-17 2-8 16,9-1 6-16,8-1-1 0,-17 4-4 0,17-4 2 16,-19 3-1-16,11-1 0 0,8-2 0 15,-15 5-4-15,15-5 4 0,-17 3-3 0,8-2 6 16,9-1-2-16,-17 6-5 0,7-4 7 16,10-2 2-16,-13 4-6 0,13-4 1 15,-12 1 2-15,12-1-1 0,0 0 3 16,-13 4-9-16,13-4 9 0,0 0-7 15,0 0-13-15,-11 3-16 0,11-3-34 0,0 0-35 16,-7 0-50-16,7 0-59 0,0 0-79 16,0 0-103-16,0 0-115 0,0 0-183 0,0 0-66 15,0 0 90-15,5-16-540 0,-5 16-670 16</inkml:trace>
  <inkml:trace contextRef="#ctx0" brushRef="#br0" timeOffset="22743.47">1084 10446 3453 0,'0'-14'-57'16,"0"2"24"-16,0 0 27 0,0 2 26 0,0-1 15 15,2 3 34-15,-2-2 14 0,0 1 16 16,0 1 7-16,0 8 1 0,-2-16-1 0,2 10-10 16,0 6-6-16,0-10-11 15,0 10-7-15,0-9-11 0,0 9-8 0,0 0-9 16,0 0-1-16,0 0-7 0,0 0 4 16,7 32-5-16,-3-15-5 0,0 4 3 15,1 2-2-15,-3 1 0 0,8 7-5 0,-6-3-2 16,0-5 3-16,1-2-2 0,-3-1-6 15,2-1 4-15,1-3-8 0,-4-1 2 0,1-1-1 16,0-3-3-16,0-1 0 0,0-2 1 16,0 1 2-16,-2-2-4 0,1 0 3 15,-1-7 0-15,4 10 2 0,-4-10 12 16,2 7 14-16,-2-7-1 0,0 0-7 16,0 0-5-16,0 0-3 0,7-27-3 0,-2 16-2 15,-1-1-5-15,-1 1 3 0,1-1-7 16,-2 2-2-16,2 2-2 0,-3 1-4 0,-1 7 0 15,4-10-4-15,-4 10-5 0,10-6 4 16,-10 6-4-16,0 0 0 0,0 0-1 16,24 8 3-16,-15-4 2 0,0 4-1 0,2-1-3 15,1 3 6-15,-3 0-2 0,0-1 2 16,2 3-2-16,-2-2 0 0,-2-3 0 0,2 1 1 16,-4-2 0-16,3 2 1 0,-5-3-1 15,3 0 4-15,-6-5-3 0,7 9 4 0,-2-6-1 16,-5-3 3-16,5 5-3 0,-5-5-13 15,0 0-19-15,8 6-30 16,-8-6-65-16,0 0-65 0,0 0-58 0,0 0-44 16,11-14-80-16,-8 10-121 0,-2-6-139 15,3 3 67-15,0-1-264 0,1-2-311 0</inkml:trace>
  <inkml:trace contextRef="#ctx0" brushRef="#br0" timeOffset="23026.69">1488 10514 2182 0,'-8'4'15'0,"8"-4"28"0,-10 4 9 0,10-4 14 0,0 0 19 16,-7 4 19-16,7-4 21 0,0 0 25 0,0 0-12 15,0 0 1-15,0 0-25 0,0 0-14 16,0 0-10-16,0 0-8 0,0 0 11 15,0 0-19-15,0 0 0 0,32-8-8 0,-20 4-6 16,-1 0-26-16,0 4-33 0,1-5-33 16,-1 2-31-16,2 1-36 0,-13 2-35 0,14-3-32 15,-14 3-29-15,11-4-64 0,-11 4-95 16,9-4-126-16,-7 0 3 0,-2 4-77 16,1-7-56-16</inkml:trace>
  <inkml:trace contextRef="#ctx0" brushRef="#br0" timeOffset="23293.24">1549 10365 1651 0,'-4'-8'65'0,"4"8"18"0,-5-4 7 15,5 4 13-15,0 0 6 0,-9-5 5 16,9 5-4-16,0 0-12 0,0 0-11 0,0 0-12 16,0 0 23-16,0 0 6 0,0 0-7 15,-2 17 7-15,2-5-1 0,0 0-4 16,5 2-8-16,-5 1-14 0,4 2 20 15,-2 2-25-15,-1-2 2 0,1 2-5 16,0-2-6-16,0 0-9 0,-2 1-3 0,4-2-12 16,-4 0 3-16,3 0-10 0,-1-5 3 15,0 3-14-15,0-3-37 0,0 2-36 0,2-2-35 16,-2-3-43-16,0 1-49 0,0-2-43 16,0-2-67-16,-2-5-131 0,0 0-98 15,0 0 48-15,0 0-83 0,13-18-54 0</inkml:trace>
  <inkml:trace contextRef="#ctx0" brushRef="#br0" timeOffset="23576.4">1726 10214 1691 0,'2'-7'108'0,"-2"7"15"0,4-9-7 16,-4 9 3-16,0 0 2 0,0 0-3 0,0 0-5 15,0 0-11-15,0 0 18 0,0 0 20 16,0 0 19-16,11 24 4 0,-3-3-5 15,1 8-12-15,2 6 8 0,1-2-6 0,1 4-12 16,-1-1-15-16,-1-2-10 0,2-1-7 16,-2-1-10-16,-2-1-9 0,-2 0-9 0,5-4-4 15,-6-2-10-15,-3-7-3 0,3-2-8 16,-2-1-3-16,-1-1-33 0,2-4-50 16,-3-1-35-16,0 0-46 0,0-3-20 0,-1 1-29 15,-1-7-31-15,0 10-66 16,0-10-83-16,0 0-130 0,-5 6-81 0,5-6 45 15,-12 3-158-15,4 0-164 0</inkml:trace>
  <inkml:trace contextRef="#ctx0" brushRef="#br0" timeOffset="23842.9">1513 10948 1916 0,'-20'5'94'0,"6"0"27"15,-2 2 20-15,3-3 18 0,-1 4 29 16,5-3 30-16,0 0 17 0,0-3-6 15,9-2-11-15,-11 5-22 0,11-5-20 16,0 0-22-16,-7 5-9 0,7-5-4 0,0 0-6 16,0 0-5-16,41 2-11 0,-3-7-13 15,3-4-10-15,13-3-9 0,-4 0-8 0,2 1-6 16,-12-1-8-16,0 0-7 0,-4 3 3 16,-7 4-13-16,-7-2-8 0,-4 3-14 15,-1-2-22-15,-4 3-21 0,-2 1-24 0,0 0-24 16,-11 2-45-16,14-4-5 0,-14 4-49 15,12-4-54-15,-12 4-77 0,0 0-118 0,0 0-212 16,0 0 15-16,0 0 72 16,10 10-226-16,-10-10-255 0</inkml:trace>
  <inkml:trace contextRef="#ctx0" brushRef="#br0" timeOffset="25309.02">11925 10787 2176 0,'0'0'56'0,"0"9"18"16,0-9 13-16,0 0 18 15,0 6 30-15,0-6 30 0,0 0 24 0,0 0 1 16,0 0 1-16,-1 8-8 0,1-8-13 16,0 0-15-16,0 0-17 0,0 0-11 0,0 0-17 15,0 0-7-15,0 0-12 0,5 6-13 16,-5-6-35-16,9 0-54 0,-9 0-75 0,0 0-76 16,22-4-81-16,-15 2-112 0,3-4-157 15,-1 0-37-15,-1 1 62 0,-1 1-248 0,2-2-227 16</inkml:trace>
  <inkml:trace contextRef="#ctx0" brushRef="#br0" timeOffset="26392.44">11818 10940 2386 0,'-13'6'211'0,"4"-2"-18"0,3-1-9 0,-2 1-2 16,8-4 23-16,-9 3 19 0,9-3 8 15,0 0-11-15,-7 2-14 0,7-2-17 0,0 0-11 16,0 0-15-16,0 0-13 0,34-5-19 16,-12 1-12-16,15-5-12 0,4 1-21 15,-1 0-22-15,1-1-23 0,-1-1-20 16,-4 0-18-16,-2 1-16 0,-7 1-5 0,-8 4-7 15,-4 0-7-15,-3 2-5 0,-5-2 3 16,-1 4 3-16,-6 0 6 0,0 0 0 0,0 0 3 16,0 0 2-16,-31-3 4 0,10 6-3 15,-5 0 3-15,-15 4 4 0,4 0 0 0,-5 0 1 16,1 0 1-16,2 3 15 0,-3-4 6 16,1 3 1-16,5-1 2 0,0 0 2 0,2 2 7 15,9-5 8-15,4 0 4 0,6-2 12 16,1 1 7-16,3-3 0 0,4 3-6 0,7-4 2 15,-7 3 12-15,7-3 5 16,0 0 6-16,0 0-4 0,50-6-7 0,-10 0-4 16,4-2-9-16,14-3-4 0,3-1-4 15,-2-1-1-15,-2-1-6 0,-1 1-3 0,-2 1-2 16,-15 3-6-16,-7 0-5 16,-6 4 0-16,-7 1-5 0,-3 2 1 0,-5 0-2 0,-2 0 4 15,-9 2-4-15,4-4 0 0,-4 4-3 16,0 0-1-16,0 0 3 0,-47 8 0 0,4 0 0 15,-7 1 0-15,-9 1-1 16,-4 0 0-16,-2 1-2 0,-1 4 13 0,5-1 0 16,7-3 9-16,2 2-1 0,14-3-1 15,4-4-2-15,7 1-5 0,6-3 0 0,5-1-4 16,3 1-1-16,2-1 3 0,1 2 1 16,7-2-2-16,3-3 9 0,0 7 5 15,0-7-3-15,21 6 1 0,0-6-7 0,19-6 1 16,5 1-3-16,16-5 1 0,6-4-10 15,6-3 11-15,-3 2-12 0,1 0-3 0,-3 1 1 16,-5-1-2-16,-18 9-3 0,0-1 0 16,-13-3 3-16,-5 6 0 0,-8 0-5 15,-4 1 4-15,-6 2-1 0,0-1 0 16,-9 2 1-16,0 0-4 0,0 0 4 0,0 0 9 16,-50 6-6-16,8 4-6 0,-10 0-2 15,-5-1-2-15,-4 4-3 0,2-1 2 0,4 0 6 16,-1 0-1-16,5 2-5 0,12-6-2 15,3-1 2-15,11 0 2 0,7-3-1 0,2 2 5 16,7-5-5-16,2 2-1 0,7-3 4 16,0 0 1-16,0 0 4 0,0 0 4 0,36-2-11 15,2-6 5-15,6-1-2 0,10-3 2 16,7-1-5-16,0-3 1 0,-2 2-1 0,-3 1-14 16,-2 1-7-16,-15 3-14 0,0 1-7 15,-5-1 13-15,-9 2 0 0,-6 2 1 0,-5-1 3 16,-3 4 0-16,-4-2 11 0,0 2 6 15,-7 2 7-15,0 0 1 0,0 0-1 16,0 0 4-16,0 0-1 0,-41 6-4 16,7 4 3-16,-2-3 1 0,-2 5 5 0,-3 0-4 15,5-3 3-15,2 0-18 0,7-2 20 16,8 0-7-16,0 1-3 0,3-2-1 16,5-1 2-16,2-2-2 0,3 1-2 15,-2-1 0-15,8-3-1 0,-7 7 2 0,7-7-7 0,-4 5 3 16,4-5-1-16,0 7 0 0,0-7-1 15,0 0-7-15,0 0-11 0,2 10-15 16,-2-10-15-16,0 0-11 0,0 0-16 16,0 5-29-16,0-5-43 0,0 0-56 0,0 0-87 15,0 0-120-15,-7 5-136 0,7-5-160 16,0 0 63-16,0 0-544 0,-10-15-660 0</inkml:trace>
  <inkml:trace contextRef="#ctx0" brushRef="#br0" timeOffset="30875.39">16163 9837 3139 0,'7'-9'8'0,"-6"0"48"0,-1 3 53 16,2-1 45-16,0 2 37 0,-2 5 29 15,4-11 32-15,-4 11 22 0,4-6 17 16,-4 6 2-16,3-7-11 0,-3 7-17 16,0 0 1-16,0 0-1 0,0 0 0 0,20 9-9 15,-13 4-21-15,0 6-33 0,4 0-19 16,0 13-16-16,-4 3-17 0,1 0-12 0,0-4-15 15,-5 2-12-15,-1-5-13 0,2-6-7 16,-2 2-12-16,0-5-51 0,-2-2-28 16,0-2 0-16,2-1 0 0,-2-2 0 0,0-2 0 15,1 1 0-15,-1-5 0 0,0-1 0 16,0-5 0-16,0 0 0 0,0 0 0 0,0 0 0 16,23-11 0-16,-17 5 0 0,-6 6 0 15,12-5 0-15,-12 5 0 0,7-7 0 0,-7 7 0 16,0 0 0-16,0 0 0 0,0 0 0 15,17 11 0-15,-10-6 0 0,-6 3 0 0,3-3 0 16,2 4-60-16,-5-2-201 0,3 1-84 16,0-4-90-16,-1 1-72 0,-3-5-108 15,5 5-165-15,-5-5 25 0,0 0 88 16,0 0-614-16,0 0-740 0</inkml:trace>
  <inkml:trace contextRef="#ctx0" brushRef="#br0" timeOffset="31758.11">13589 7749 3489 0,'-14'3'-62'0,"3"0"16"0,-1-1 17 0,5-1 14 0,7-1 27 15,-13 3 35-15,13-3 30 0,0 0 13 16,0 0-1-16,0 0-3 0,0 0-8 16,0 0-3-16,0 0-11 0,54-12-5 15,-18 3-5-15,3 1-5 0,-1-2-11 0,5 3-2 0,-7-2-4 16,-2 2-5-16,-7-1 2 15,-6 3-5-15,-4 2-1 0,-4 1-3 0,-1-1-5 16,-5 2-8-16,-7 1 3 0,0 0-2 16,0 0 0-16,0 0 8 0,0 0 9 0,0 0 5 15,-54 9 10-15,18-2 13 0,-2-1 16 16,1 1 16-16,1-2 9 0,5-1 5 16,6 1 2-16,8-3 0 0,0 2-3 0,3-2 2 15,5 2-2-15,9-4 7 0,0 0 7 16,0 0-4-16,0 0-11 0,0 0-10 15,72-10-8-15,-28 3-7 0,14 1-11 16,-2-4-33-16,-1 2-56 0,3 2-61 0,-14-1-82 16,-6 3-80-16,-6 0-85 0,-7 2-84 15,-8 2-68-15,-7 0-153 0,-10 0 26 0,5 2-444 16,-5-2-531-16</inkml:trace>
  <inkml:trace contextRef="#ctx0" brushRef="#br0" timeOffset="44256.55">16387 7549 1917 0,'-14'-3'297'0,"3"2"-53"0,2-1-35 16,9 2-10-16,-20-2 9 0,13 0 1 0,7 2-3 15,-16-1-12-15,16 1 6 0,-13-2 4 16,13 2-12-16,-7-3-14 0,7 3-18 0,0 0-15 16,0 0-12-16,0 0-9 0,0 0-12 15,0 0-10-15,39-1-11 0,-17 1-9 16,3 1-8-16,0-1-11 0,2 0-2 15,-2 3-20-15,-2-1-27 0,-2-2-34 0,-6 0-39 0,0 0-38 16,-1 0-58-16,-1 0-58 16,-3 0-52-16,-10 0-63 0,19 1-90 0,-14 1-143 15,-5-2-43-15,8 5 61 0,-8-5-272 16,0 10-302-16</inkml:trace>
  <inkml:trace contextRef="#ctx0" brushRef="#br0" timeOffset="45039.27">16450 7656 2244 0,'-4'-9'36'16,"4"9"32"-16,-2-7 33 0,2 7 24 0,0-8 33 15,0 8 25-15,0-9 17 0,0 9 5 16,0-7 2-16,0 7-7 0,0 0-12 0,-2-6-10 15,2 6-14-15,0 0-17 0,0 0-14 16,2-8-15-16,-2 8-2 0,0 0 2 0,0 0-1 16,0 0 7-16,4 21 0 0,-6-7 0 15,0 3 9-15,0 3 4 0,-3 13-1 0,4 5-14 16,-7 3 1-16,5 0-7 16,-7 13-22-16,3 0-7 0,-1 0-7 0,-2-1-8 15,1-2-12-15,3-11-6 0,0 2 0 16,-1-3-2-16,1-2-8 0,3-2-1 0,-4-8-8 15,5-8-7-15,0 1-2 0,0-3 0 16,2-5-2-16,-1 0-6 0,-1 0 5 16,2-2 1-16,0-3 18 0,-4 2 0 0,2-2 3 15,2-7-5-15,0 10-7 0,-2-5 9 16,2-5-5-16,0 8-9 0,0-8-8 0,0 9 2 16,0-9 0-16,0 11-5 0,-1-6 4 15,1-5-9-15,-2 10 1 0,2-5-8 0,0-5 3 16,0 13-3-16,-2-9-4 15,2-4-7-15,0 13 13 0,-2-7 5 0,2 2-7 0,0 0-6 16,0-8 14-16,0 15-4 16,-2-7-3-16,2 2-1 0,0-2 8 0,-2 1-16 15,2 1 5-15,0 0 2 0,-1-1-4 16,-2 3 19-16,1 0-15 0,0-3-7 0,0 2 3 16,2-1-1-16,-2-1 0 15,2-1 7-15,0 1-1 0,0-9-6 0,-2 14 6 0,2-14-5 16,0 10-7-16,0-10 14 0,0 10-6 15,0-10-1-15,0 10 4 0,0-10 2 0,-1 9-4 16,1-9-3-16,0 14 7 0,0-8-5 16,0 3-2-16,0-9 5 0,0 16-2 15,0-8 2-15,-2 0-6 0,2-1 1 16,0-7 7-16,0 12-3 0,0-12-7 0,0 10 4 16,0-10 10-16,0 6-6 0,0-6 1 15,0 0-5-15,0 11-11 0,0-11 15 0,0 0-10 16,-2 8 8-16,2-8 3 0,0 0 6 15,0 0-11-15,2 9-7 0,-2-9 1 0,0 0-9 16,0 0-1-16,0 0-20 0,0 0-10 16,0 0-25-16,0 0-30 0,0 0-35 15,0 0-38-15,0 0-54 0,0 0-82 0,0 0-80 16,-6-23-74-16,4 17-95 0,2 6-175 0,0-13 58 16,0 9 80-16,0 4-435 15,2-10-506-15</inkml:trace>
  <inkml:trace contextRef="#ctx0" brushRef="#br0" timeOffset="45372.18">16217 8855 2899 0,'0'0'100'0,"-13"-6"32"0,7 4 32 0,6 2 25 15,-10-3 27-15,10 3 15 0,0 0 6 16,-11-5-3-16,11 5-17 0,0 0-9 0,-7-2-8 16,7 2-12-16,0 0-10 0,0 0-5 15,0 0-15-15,0 0-11 0,0 0-15 0,36 6-6 16,-18-6-23-16,3-3-5 0,8 3-17 16,0-1-6-16,-3-1-15 0,1-2-10 0,-7 4-15 15,0-2-3-15,-4 2-12 0,-3 0-23 16,-2 0-15-16,1 0-20 0,-12 0-27 0,14 0-27 15,-14 0-39-15,0 0-50 0,9 0-60 16,-9 0-59-16,0 0-62 0,0 0-86 16,0 0-138-16,0 0-71 0,-14 16 59 15,8-10-410-15,-1-2-483 0</inkml:trace>
  <inkml:trace contextRef="#ctx0" brushRef="#br0" timeOffset="46005.6">16607 8125 2903 0,'2'-8'66'0,"0"1"40"0,-2 1 52 16,0 6 29-16,2-8 22 0,-2 8 6 15,0-6-3-15,0 6-16 0,0 0-18 16,0 0 16-16,0 0 12 0,0 0-1 0,0 0-23 16,2 35 14-16,-2-16-11 0,-2 5-8 15,0 0-18-15,2 2-13 0,-2 1-5 16,0-4-11-16,2 0-22 0,-1 1-10 0,-1-4-7 16,2-3-4-16,0-4-9 0,0 1-8 15,-2-3 1-15,4-1 18 0,-4-2 7 0,0-1 2 16,2 0 13-16,0-7 3 0,0 9-3 15,0-9-9-15,0 0-9 0,0 0-15 0,0 0-7 16,17-14-5-16,-11 7-5 16,3-1-9-16,1-1-5 0,-3 1-7 0,1 2-32 15,-4 1-8-15,3 2 0 0,-7 3 0 16,12-4 0-16,-12 4 0 0,0 0 0 0,17 6 0 16,-10-1 0-16,4 3 0 0,-6-1 0 15,4 3 0-15,1 1 0 0,-2 0 0 0,-1-3 0 16,1 5 0-16,-3-3 0 0,2-3 0 15,-2 2 0-15,-1 0 0 0,2-4-27 0,-3 0-108 16,1 0-27-16,1-2-37 0,-5-3-45 16,5 5-63-16,-5-5-68 0,0 0-73 15,0 0-72-15,0 0-130 0,0 0-99 16,0 0 67-16,0 0-574 0,0 0-717 0</inkml:trace>
  <inkml:trace contextRef="#ctx0" brushRef="#br0" timeOffset="48521.73">15756 6416 3233 0,'-11'4'-124'0,"0"-3"29"16,4 1 30-16,7-2 20 0,-13 4 13 16,13-4 30-16,-8 1 24 0,8-1 23 15,0 0 5-15,-11 3 16 0,11-3 6 16,0 0-7-16,0 0-7 0,0 0-1 0,0 0 7 16,0 0 3-16,0 0 0 0,43-10-7 15,-8 3-3-15,3 1-10 0,4-3 2 0,-3 1-7 16,-3 1 0-16,-4-2-10 0,-5 4-1 15,-11 1 1-15,0 1-7 0,-1 0 0 0,-5 1-4 16,-3 0-6-16,-7 2 5 16,15-2-2-16,-15 2-6 0,0 0-1 0,0 0 6 15,0 0-3-15,0 0 1 0,0 0-2 16,-41 9-8-16,23-5 8 0,1 0-1 0,0 2-3 16,0-4 11-16,5 3-1 0,1-2 9 15,4-1-4-15,7-2 5 0,-16 3-4 16,16-3 3-16,-7 3-3 0,7-3 7 0,0 0 1 15,0 0-2-15,0 0-6 0,0 0 1 16,0 0-2-16,41-3-4 0,-27 0-9 0,-1 1-25 16,-1-1-38-16,1 1-51 0,-2-1-44 15,-1 3-63-15,-1-4-72 0,1 0-115 0,-5-1-179 16,2 2 41-16,-4-2-222 16,-3 5-246-16</inkml:trace>
  <inkml:trace contextRef="#ctx0" brushRef="#br0" timeOffset="55536.87">17673 4698 1944 0,'-4'-7'-57'0,"2"-1"41"0,0-1 36 0,0 1 33 16,1-1 31-16,-1-2 27 0,-2 1 26 16,2 2 29-16,-1-1 28 0,0 1 17 15,1 0 6-15,2 8-7 0,-6-13-20 16,6 13-16-16,-1-6-24 0,1 6-5 15,0 0 23-15,0 0 3 0,-8 29-2 0,6-7 2 16,0 3-3-16,-1 10-11 0,0 2-10 16,-1-3-14-16,2 5-12 0,2-8-10 0,-1-6-23 15,1 2-5-15,0-2-9 0,0-3-6 16,-2-3-5-16,2 1-5 0,2-3-7 0,-2-1-7 16,-2-5-2-16,2 2 0 0,0-3 24 15,0-2 17-15,0-3 15 0,0-5 20 0,0 0-7 16,0 0-21-16,0 0-12 0,0 0-5 15,15-30-8-15,-5 9-2 0,3-7-11 16,0 3-9-16,2-4 0 0,3 7-9 0,-5 3-4 16,-5 6-5-16,-1 1-7 15,-3 4-7-15,3 2-7 0,-1 1 7 0,1 3-5 16,-7 2 9-16,0 0-3 0,22 7-1 16,-14-1-1-16,1 4-2 0,0 0 1 0,0 1 6 15,-2 3-1-15,4 0-5 0,-3-1 7 16,2 3-3-16,-5-3-2 0,5-1-3 0,-5 2-5 15,2-4 3-15,-4 1 5 0,1-3-2 16,2-1-11-16,-3 0-16 0,-1 0-32 0,2-2-33 16,-2 2-34-16,-2-7-38 15,4 5-56-15,-4-5-82 0,0 0-71 0,6 5-58 16,-6-5-66-16,0 0-89 0,7-14-134 16,2 4 62-16,3-4-448 0,1-1-566 0</inkml:trace>
  <inkml:trace contextRef="#ctx0" brushRef="#br0" timeOffset="55737.74">18123 4821 3021 0,'-20'-3'7'0,"20"3"45"0,-16-4 39 0,8 2 34 15,8 2 29-15,-16-1 28 0,16 1 8 0,0 0-11 16,0 0-16-16,0 0 3 0,0 0 2 16,0 0-8-16,0 0-11 0,0 0-14 0,0 0-13 15,45 0-13-15,-21 0-13 0,4-4-36 16,-1 2-53-16,9-2-58 0,-3 2-58 0,-10-2-71 15,-4 0-67-15,-2 2-66 16,-5-2-76-16,-3 1-119 0,-3-1-106 0,-6 4 54 16,1-5-245-16,-1 5-291 0</inkml:trace>
  <inkml:trace contextRef="#ctx0" brushRef="#br0" timeOffset="55952.94">18230 4504 2447 0,'-7'-8'118'0,"2"1"33"0,-1 3 31 0,6 4 5 15,-5-5-2-15,5 5 13 0,0 0 31 0,0 0 8 16,-14 22-12-16,8-6-10 16,3 7-9-16,-1 1-14 0,2 1-16 0,2 2-17 15,-2 11-13-15,4-2-15 0,2 0-10 16,-1 0-10-16,1-2-13 0,0-6-9 16,-1-3-32-16,0-1-42 0,3-2-51 0,-2 1-60 15,-3-2-55-15,3-7-65 0,0 3-67 16,-2-5-44-16,1-4-45 0,1-3-72 0,2-3-97 15,-6-2-60-15,0 0-354 0,23-10-434 16</inkml:trace>
  <inkml:trace contextRef="#ctx0" brushRef="#br0" timeOffset="56203.51">18451 4725 2622 0,'11'-22'8'0,"1"2"54"16,-5 3 42-16,0 1 28 0,-1 2 27 16,1 1 23-16,4 3 7 0,-2-2-5 15,-4 4-6-15,6 5-1 0,-2 1 0 0,-9 2 4 16,25 8 16-16,-14 7 15 0,6 7 14 15,-6-1 11-15,0 8-25 0,-8-2 13 0,-1-1 7 16,-4-1 4-16,-2 10 2 0,-6-1-6 16,5-1-5-16,-4-2-18 0,2-8-20 0,3-2-17 15,3-5-18-15,1-3-9 16,1-1-10-16,5-2-9 0,8-3-11 0,5 0-13 16,5-3-87-16,7-6-15 0,9-3 0 15,2 0-44-15,0-4-159 0,-4 2-91 0,-3 1-117 16,-7 4-120-16,-6 0-110 0,-6 4-206 15,0 1 64-15,-9 2 82 0,-3 7-570 16,-6 4-730-16</inkml:trace>
  <inkml:trace contextRef="#ctx0" brushRef="#br0" timeOffset="58041.02">19543 4758 3301 0,'-12'-2'-40'0,"0"0"43"0,12 2 41 16,-19-3 38-16,19 3 48 0,-15-3 37 15,15 3 38-15,-14-2 18 0,14 2-4 16,0 0-13-16,-11-3-22 0,11 3-16 16,0 0-13-16,0 0-7 0,0 0 0 0,45-11-15 15,-7 8-12-15,-1-1-10 0,3-1-8 16,5 0-12-16,-6 3-10 0,6-1-11 0,-15 1-4 15,-1 0-13-15,-7 1-1 0,-3-1-4 16,-2 2-9-16,-1 0-3 0,-3-1 0 0,0-1-5 16,-13 2-19-16,19-2-16 15,-19 2-30-15,17-2-42 0,-17 2-55 0,13-1-90 16,-6-3-119-16,-2 1-128 0,-5 3-184 16,2-5-58-16,-2 5 73 0,0 0-436 15,0 0-543-15</inkml:trace>
  <inkml:trace contextRef="#ctx0" brushRef="#br0" timeOffset="58469.85">20152 4199 2914 0,'-2'-8'90'0,"-3"0"45"0,0 2 16 0,3 2-1 15,2 4-19-15,0 0 27 0,0 0 52 16,-11 16 30-16,10-1 7 0,-1 7 5 0,0 5-1 15,2 13-2-15,2 1-10 16,1 4-14-16,3 8-20 0,-1-3-16 0,4-7-14 16,-4-1-15-16,3-4-15 0,-5-1 4 15,1-2 3-15,-2-9-9 0,1-4 0 0,-3-4-9 16,-3 2-17-16,3-6-1 0,0-2-7 16,0-2 8-16,0 0 10 0,0-3 11 15,0 2 14-15,0-9-74 0,3 7-78 0,-3-7 0 16,0 0 0-16,0 0 0 0,24-14 0 15,-10 5 0-15,0 1 0 0,6-2 0 0,-4 1 0 16,0 4 0-16,-1 3 0 16,1 0 0-16,-4 4 0 0,8 3 0 0,-1 2 0 15,0 5 0-15,6 3 0 0,-8-3 0 16,0 3 0-16,-3-1 0 0,-1 2 0 0,1-1 0 16,-3-1 0-16,-2-1 0 0,-2-1 0 15,3 1 0-15,-4-5 0 0,0 3 0 0,-3-2 0 16,1-2 0-16,1-3 0 0,-2 2-249 15,-3-6-190-15,0 6-93 0,0-6-101 0,0 0-167 16,-15 2-16-16,15-2 98 0,-33-2-644 16,14 1-816-16</inkml:trace>
  <inkml:trace contextRef="#ctx0" brushRef="#br0" timeOffset="58919.51">17741 5658 3724 0,'-17'5'-16'0,"4"0"49"0,1-1 49 16,3-2 48-16,2 2 30 0,7-4 21 0,0 0 1 15,-12 2-11-15,12-2-10 0,0 0 0 16,0 0-6-16,0 0-17 0,0 0-16 16,40 2-10-16,-17-2-13 0,5 0-10 0,5 2-53 15,9-2-60-15,3 0-70 16,-3 1-85-16,-7 1-86 0,-4 0-78 0,-7 0-100 16,-3-2-163-16,-4 1-21 0,-4 2 67 15,-5-3-317-15,-8 0-361 0</inkml:trace>
  <inkml:trace contextRef="#ctx0" brushRef="#br0" timeOffset="59104.7">17814 5818 2620 0,'-18'7'137'0,"6"-4"41"0,0 0 23 0,4-1 24 15,8-2 12-15,-11 5 5 0,11-5-14 16,-9 2-21-16,9-2-17 0,0 0-4 16,0 0 2-16,0 0-15 0,0 0-18 0,18 14-10 15,-2-14-18-15,4 0-15 0,9 0-14 16,13-2-58-16,2-1-61 0,2-3-77 0,-2 1-92 15,-3-2-94-15,-4 1-87 0,-3-3-132 16,-7 2-151-16,-5 2 52 0,-6-3-407 0,-1 0-484 16</inkml:trace>
  <inkml:trace contextRef="#ctx0" brushRef="#br0" timeOffset="59687.78">18682 5455 2592 0,'0'0'-7'0,"0"0"49"0,0 0 45 16,-16 0 46-16,16 0 45 0,0 0 25 0,0 0 25 15,-18-7 9-15,18 7-4 0,-3-7-8 16,3 7-10-16,1-9-11 0,-1 9-8 0,16-12-14 16,-3 5-15-16,6 1-19 0,-2 0-12 15,2 2-17-15,-3 2-11 0,1 2-12 0,-3 2-7 16,0 2 2-16,-1 4 5 0,1-1 25 16,-5 5 15-16,-3 2 11 0,-1 3 7 15,-5 1 7-15,-3 1-2 0,-5 2 7 0,3 2-4 16,-4 6-3-16,-1-5-10 0,2-5-9 15,3 0-12-15,-3-5-12 0,5 1-12 16,1-3-5-16,-1-2-11 0,6 0-84 16,-1-3-4-16,1 1 0 0,8-2 0 0,3-1 0 15,3-2 0-15,2 0 0 0,1-3 0 16,4-3 0-16,1 2 0 0,0-2 0 0,1-3-186 16,7-1-104-16,-7 0-61 0,-2 1-78 15,-2-3-69-15,-3 1-98 0,0-3-155 16,-6 1-6-16,2-2 85 0,-3 2-573 0,-4-3-707 15</inkml:trace>
  <inkml:trace contextRef="#ctx0" brushRef="#br0" timeOffset="60085.68">18767 5266 3474 0,'-25'-9'-18'0,"2"0"30"15,-2 3 35-15,1 1 24 0,-1 3 39 16,-4 2 27-16,-9 5 24 0,0 5 20 0,-10 7 6 16,1 11 6-16,1 4 6 0,-4 9 8 15,7 4 2-15,-9 13-1 0,16-8 0 16,5 0 0-16,8-1-5 0,8 3-13 16,10-11-9-16,9-1-14 0,8 7-9 0,15-5-7 15,11-5 4-15,14-2-12 0,26 0-14 16,12-12-12-16,-11-11-10 0,6-7-12 15,2-5-6-15,21-7-11 0,-2-7-2 0,-9-3-13 16,-10-7 0-16,-22 0-9 0,-4-5-3 16,-5-5-2-16,-8-4-7 0,-9-7-6 0,-4-5-36 15,-11-1 0-15,0-5 0 16,-13-1 0-16,-8-2 0 0,-5-1 0 0,-7 4 0 0,-8 5 0 16,-8 7 0-16,-11 8 0 15,-11 8-110-15,-11 11-81 0,-9 9-59 0,-5 8-59 0,-9 12-96 16,-19 9-86-16,-3 7-102 15,14 6-176-15,6 4 14 0,9-1 79 0,25-6-563 16,2 2-700-16</inkml:trace>
  <inkml:trace contextRef="#ctx0" brushRef="#br0" timeOffset="60502.1">18422 6149 3895 0,'-21'7'297'0,"4"-4"42"0,3-2 40 0,3 3 37 16,6-4 30-16,5 0 8 0,0 0-39 15,-18 3-28-15,18-3-40 0,0 0-38 0,0 0-33 16,46-20-45-16,-4 8-231 0,11-2 0 16,12 2 0-16,2-1 0 0,-3 1 0 0,3-2 0 15,-6 3 0-15,0 5 0 0,-17-1 0 16,-2-3 0-16,-8 4 0 0,-7 0 0 0,-10 3 0 15,-2 3 0-15,-7-2 0 0,-8 2-157 16,0 0-48-16,0 0 3 0,-33 13 1 0,-12 5-8 16,-13 9-2-16,-26 4 13 0,-5-2 17 15,-3-4 28-15,4 4 54 0,20-12 48 16,7 2 45-16,8-3 43 0,15-2 29 16,5-8 10-16,8 3 32 0,11-3 42 0,6 2 50 15,8-2 34-15,0-6-1 0,22 7-19 16,5-3-20-16,21-4-23 0,21 0-16 0,5-6-120 15,-3 1-35-15,1-1 0 0,-4-2 0 16,-2 0-158-16,-19 4-105 0,-6-1-69 0,-7 3-53 16,-12-2-50-16,-6 2-39 0,-9-2-55 15,-7 4-92-15,0 0-116 0,0 0 66 0,0 0-549 16,0 0-682-16</inkml:trace>
  <inkml:trace contextRef="#ctx0" brushRef="#br0" timeOffset="73550.22">13724 6437 2212 0,'6'5'222'0,"-6"-5"-48"0,0 0-16 16,2 7 15-16,-2-7 11 15,0 0-7-15,0 8 10 0,0-8-6 0,0 0 11 16,0 0 13-16,0 0 7 0,-6 12 0 0,6-12-2 16,-6 7 4-16,6-7 5 0,-7 9 13 15,2-4-13-15,-4-2-5 0,2 2-2 16,-2 0-7-16,-3-1 2 0,1-1-4 15,-7 1-11-15,1-3-12 0,0 1-8 0,-4-2-13 16,-2 0-9-16,-2-2-9 0,0 1-5 16,0-3 0-16,3 1-11 0,-3-2-11 15,0 1-52-15,2-1-62 0,3 2 0 0,2-2 0 16,-5-1 0-16,3-1 0 0,4 1 0 16,-1-1 0-16,-2-3 0 0,2-1 0 15,-2 0 0-15,2-2 0 0,-6-5 0 0,1 1 0 16,-2 1 0-16,3-3 0 0,5 3 0 15,-8-1 0-15,5-3 0 0,4 3 0 0,1 0 0 16,1-1 0-16,-2-5 0 0,-2-7 0 16,1 3 0-16,5-1 0 0,-1 1 0 0,1-2 0 15,6 4 0-15,-5-4 0 0,2 3 0 16,3-8 0-16,-3 2 0 0,3-1 0 0,-1 1 0 16,1-3 0-16,2 6 0 0,1 4 0 15,-2-12 0-15,4 6 0 0,0 6 0 16,0-4 0-16,2-8 0 0,0 2 0 0,3 6 0 15,-3-6 0-15,8 2 0 0,-4 4 0 16,1 4 0-16,2 4 0 0,-2-1 0 16,2 1 0-16,1 3 0 0,3-8 0 15,0 6 0-15,-1 1 0 0,3-2 0 0,6 1 0 16,3-1 0-16,0 4 0 0,0 3 0 16,5 1 0-16,3 1 0 0,-3 0 0 0,3 2 0 15,3 5 0-15,-7-1 0 0,1 0 0 16,-2 4 0-16,-1-2 0 0,-1 0 0 0,2 4 0 15,4 0 0-15,-4 0 0 0,9 4 0 16,1 2 0-16,-1 0 0 0,2 4 0 0,1-2 0 16,1 5 0-16,0-3 0 0,0 1 0 15,0 1 0-15,-2 0 0 0,1-1 0 16,-3-1 0-16,-4 1 0 0,-2-1 0 16,-5-3 0-16,-8 0 0 0,1-2 0 0,-5 0 0 15,-1 0 0-15,-1 0 0 0,-6-1 0 16,4-1 0-16,2 1 0 0,-6-3 0 0,2 3 0 15,-7-4 0-15,10 5 0 0,-10-5 0 16,8 3 0-16,-8-3 0 0,7 4 0 0,-7-4 0 16,6 3 0-16,-6-3 0 0,6 3 0 15,-6-3 0-15,0 0 0 0,0 0 0 16,6 4 0-16,-6-4 0 0,0 0 0 0,0 0 0 16,0 0 0-16,-16 14-381 0,7-9-566 15,-3 3 7-15,-3-1 111 0,1 3-903 16,0-2-1166-16</inkml:trace>
  <inkml:trace contextRef="#ctx0" brushRef="#br0" timeOffset="74133.2">14047 5154 4441 0,'-4'-9'-201'0,"4"2"50"0,-2 3 48 0,-3-5 38 0,4 2 47 0,-1 1 39 15,-2 1 46-15,0-3 19 0,2 4 27 0,-3-2 13 16,5 6 11-16,-6-9 9 0,2 4 4 15,4 5 4-15,-8-5 6 0,8 5-2 16,-3-4-5-16,3 4-2 0,-6-5 0 0,6 5 2 16,0 0-22-16,-5-5-16 15,5 5-3-15,0 0-14 0,0 0-8 0,0 0 42 16,0 0 23-16,0 0 9 0,0 0-13 16,11 29-6-16,-2-15 1 0,3 3-11 0,8 5-9 15,3-1-8-15,2-1-7 0,6 3-15 16,-3-2-3-16,-1-1-7 0,-4-1-10 0,-2-3-6 15,-6-3-58-15,-4 1-12 0,0-2 0 16,-6 3 0-16,1 1 0 0,-6 2 0 0,-10 15 0 16,-9 6 0-16,-6 7 0 15,-4-2 0-15,-7 1 0 0,-1-1 0 0,-2-3 0 16,3-4 0-16,3-4 0 0,10-8 0 16,5-5 0-16,4-5 0 0,5-3 0 0,0-3 0 15,1-2 0-15,2 0 0 0,0-1 0 0,2 0 0 16,1-3 0-16,3-3 0 0,-8 5 0 15,8-5 0-15,-8 6 0 0,8-6 0 16,-6 5 0-16,6-5 0 0,-3 3 0 0,3-3 0 16,0 0 0-16,-8 3 0 0,8-3-187 15,0 0-851-15,0 0 101 0,0 0 98 16,0 0-926-16,0 0-1196 0</inkml:trace>
  <inkml:trace contextRef="#ctx0" brushRef="#br0" timeOffset="84464.59">15519 8398 455 0,'-23'-8'39'0,"23"8"-2"0,-24 3 8 0,7-1-15 16,-8 3-2-16,0 0 2 15,-10 2 3-15,-1 2-5 0,2 1 5 0,2 0-4 16,1 2-1-16,6-4-8 0,4 1 5 16,3 0 12-16,-2-1-17 0,7 1-5 0,1-3-4 15,-1 3-1-15,2 0 5 0,3-3-8 16,-1 1 13-16,0 0-8 0,-2 2-7 0,2-1-4 15,-2-3-39-15,-3 3-26 0,1-2-46 16,-2 2-163-16,-4-6 209 0</inkml:trace>
  <inkml:trace contextRef="#ctx0" brushRef="#br0" timeOffset="89530.38">25345 4296 897 0,'0'-10'136'16,"-2"4"14"-16,2 6-8 0,-1-9-13 0,1 9-4 16,0 0 20-16,0 0 23 0,0 0 16 15,0 0 7-15,-20 34-11 0,15-14 1 16,-5 12-8-16,2 0-9 0,1 1-2 0,3 1-8 16,0-5 5-16,4-5 7 0,2 1 16 15,4-4 7-15,1 0 2 0,9 3 0 0,3-3-2 16,3-4-5-16,1-7-18 0,13-4-12 15,7-3-16-15,4-6-14 0,12-9-12 0,4 0-11 16,2-9-10-16,-1-2-10 0,4-2-9 16,-4-2-11-16,-1 0-6 0,-4 0-2 15,1 3-8-15,-10 3-3 0,-3 3 0 16,-17 4 8-16,-7 6 2 0,-6 1-1 16,-3 0-6-16,-3 3-6 0,1 1 0 0,-3-3-5 15,-2 3-9-15,-7 3-3 0,16-5-2 16,-16 5 3-16,9-1-7 0,-9 1 2 0,0 0-3 15,0 0 0-15,0 0-2 0,17 6 0 16,-17-6-3-16,0 0 3 0,3 9-13 0,-3-9-14 16,2 7-23-16,-2-7-38 0,0 0-53 15,0 0-72-15,-7 8-101 0,7-8-123 16,0 0-177-16,0 0-147 0,0 0 85 16,-22-10-490-16,14 2-621 0</inkml:trace>
  <inkml:trace contextRef="#ctx0" brushRef="#br0" timeOffset="92080.06">27890 5777 3028 0,'0'0'-107'0,"0"0"24"0,0 0 18 0,0 0 36 16,0 0 36-16,0 0 23 0,0 0 15 15,0 0 11-15,0 0 1 0,0 0-2 0,0 0-5 16,0 0 3-16,23-6 3 16,-23 6 9-16,9-4 10 0,-9 4-5 0,0 0 14 15,0 0 2-15,0 0 9 0,9-2-4 16,-9 2-6-16,0 0-7 0,0 0-2 0,0 0-11 16,0 0 1-16,-32 8-7 0,21-4 1 15,0 1-9-15,2-1-1 0,2 0-3 16,7-4-1-16,-14 6-7 0,14-6 4 0,-9 4 5 15,9-4 4-15,-8 4 7 0,8-4 1 16,0 0 3-16,0 0 8 0,-7 7-4 0,7-7 2 16,0 0-3-16,0 0-2 15,-8 3-6-15,8-3-3 0,0 0-4 0,0 0-5 16,0 0-3-16,0 0-7 0,-13 4-5 16,13-4-2-16,0 0-7 0,0 0-16 0,0 0-43 0,0 0-58 15,0 0-98-15,-9 0-113 0,9 0-141 16,0 0-221-16,-16 0 43 15,16 0 73-15,0 0-318 0,-20 3-353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3:34:20.1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5122 3012 1152 0,'0'0'468'16,"6"0"-106"-16,-6 0-40 0,0 0-10 0,0 0-13 16,11-5-14-16,-11 5-4 15,0 0-8-15,0 0 15 0,0 0 8 0,0 0-7 16,0 0-1-16,12-3-13 0,-12 3-12 16,0 0-11-16,0 0-8 0,0 0-18 15,0 0-18-15,5-5-17 0,-5 5-18 0,0 0-11 16,0 0-14-16,0 0-15 0,0 0-12 15,0 0-12-15,0 0-10 0,0 0-9 0,0 0-14 16,0 0-7-16,-34 10-6 0,22-5-4 16,-3 0-8-16,0 2-8 0,-4 0-4 15,0 2-3-15,-6 4-5 0,3-1-3 0,-5 3 0 16,0 3-1-16,0 2-3 16,-1 2-16-16,-1-1-8 0,2 1 0 0,-3 10 0 15,-1-1 0-15,1 4 0 0,3 1 0 16,0 0 0-16,7 2 0 0,2-6 0 0,7 2 0 0,1-1 0 15,5 2 0-15,1-8 0 16,6-1 0-16,1-2 0 0,1-2 0 0,8 7 0 16,3-4 0-16,2-4 0 0,2-6 0 15,8-1 0-15,0-5 0 0,-3-3 0 16,5-5 0-16,2-2 0 0,-3 1 0 0,-3-6 0 16,9-1 0-16,-7 0 0 0,-7 1 0 15,-2-3 0-15,0-2 0 0,-4 0 0 0,-6-1 0 16,2-2 0-16,-5 1 0 0,-1-1 0 15,-2 2 0-15,-2 1 0 0,0-2 0 16,-4 2 0-16,1 3 0 0,-5-1 0 0,-4 2 0 16,-1 1 0-16,-2 2 0 0,0 3 0 15,-5 2 0-15,1-1 0 0,1 2 0 16,-2 1 0-16,5 1 0 0,0-3 0 16,2 1-398-16,3 0-189 0,0-2-114 0,10 0-195 15,0 0 75-15,-11-8 86 0,11 8-644 16,15-12-831-16</inkml:trace>
  <inkml:trace contextRef="#ctx0" brushRef="#br0" timeOffset="650.16">5755 3082 3489 0,'9'-10'-166'0,"2"0"54"0,-2 1 46 15,-2 1 46-15,0 1 37 0,-1 0 37 0,0 2 35 16,0 0 33-16,-6 5 40 0,7-9 31 16,-7 9 27-16,6-5 31 0,-6 5 17 15,4-6 28-15,-4 6 7 0,0 0 0 0,0 0-13 16,0 0-17-16,0 0-16 0,0 0-17 15,-29-2-26-15,29 2-21 0,-32 5-16 0,7 0-22 16,1 0-13-16,-1 0-12 16,2-1-15-16,0 1-10 0,1-2-10 0,6 3-7 15,-2-5-9-15,3 3-7 0,1-4-5 16,3 1-8-16,11-1-22 0,-21 2-37 0,21-2 0 16,-18-2 0-16,18 2 0 0,-16-3 0 15,16 3 0-15,-15-2 0 0,15 2 0 16,-14-3 0-16,14 3 0 0,0 0 0 0,-13-4 0 15,13 4 0-15,0 0 0 0,-13 0 0 16,13 0 0-16,0 0 0 0,-12 7 0 16,5 2 0-16,3-1 0 0,-2 6 0 0,2-1 0 15,2 5 0-15,1-1 0 0,1 2 0 16,1-2 0-16,3 3 0 0,6-1 0 16,5 6 0-16,4-1 0 0,0-2 0 15,2-3 0-15,0-2 0 0,3 1 0 0,-6-4 0 16,-2-2 0-16,-2 0 0 0,0-1 0 15,-3-3 0-15,0 2 0 0,-2 1 0 0,0-1 0 16,-2-2 0-16,-3-1 0 0,1 3 0 16,-2-4 0-16,-3 3 0 0,0-1 0 0,-3 1 0 15,-4 0 0-15,0 1 0 16,0-3 0-16,-6 3 0 0,1-3 0 0,-1 0 0 16,1-5 0-16,-1 2 0 0,-3-2 0 15,1-1 0-15,1-1 0 0,-6 0 0 16,1 0 0-16,-3 0 0 0,0 0-90 0,1 0-492 15,-4-1-137-15,0-2-209 0,8 0 85 16,-4 1 89-16,5-4-700 0,5 0-903 0</inkml:trace>
  <inkml:trace contextRef="#ctx0" brushRef="#br0" timeOffset="1130.98">5067 2675 4167 0,'-40'-2'-77'0,"-6"4"17"0,-8 8 24 0,-5 4 37 0,3 5 30 0,-6 3 31 0,4 7 16 16,-15 15 31-16,6 8 8 0,4 6-3 0,4 6 11 15,4 13 9-15,3 5 10 0,11 7 26 16,1 4-11-16,9-3-5 0,8 5 6 15,10-2-4-15,10-15-17 0,12 0 5 0,11 15-6 16,12-11-10-16,18-9-11 0,9-8-6 16,14-10-4-16,7-10-11 0,15-7-9 15,10-13-3-15,3-8-5 0,3-15-22 16,-23-6-6-16,22-11-23 0,-3-7-25 0,-4-12-3 16,-3-9 4-16,-5-5-6 0,0-7 25 15,-2-9-27-15,-1-4 7 0,-8-6 16 0,-7-4 26 16,-6-3 17-16,-8-2 24 0,-12-5 23 15,-7 1 2-15,-11-2-2 0,-8 6-5 0,-18 13-11 16,-5 2-11-16,-9 0-13 0,-13 3-8 16,-18-9-13-16,-19 10-8 0,-10 11-5 15,-11 12-18-15,-10 9-31 0,-13 15-32 16,-9 13-35-16,-4 8-43 0,-2 13-31 16,-1 3-35-16,6 7-35 0,9 2-44 0,8 2-53 15,10 3-70-15,23-5-64 0,4 1-94 0,12-1-151 16,4-4-28-16,17 0 68 0,3-4-453 15,9-1-584-15</inkml:trace>
  <inkml:trace contextRef="#ctx0" brushRef="#br0" timeOffset="1897.28">4563 4288 2903 0,'12'-6'-61'0,"-6"-2"46"15,-1 5 45-15,-5 3 26 0,11-8 28 16,-11 8 24-16,5-4 16 0,-5 4 9 0,0 0-8 16,0 0-13-16,0 0-10 0,0 0 11 15,0 0 30-15,-21 21 27 0,-10 12 21 16,-10 6 20-16,-18 17 34 0,-9 6 20 0,-8 6-2 16,-9 3 2-16,-7 1 4 0,-1 0 3 15,-1-1-1-15,5-3-5 0,5-1-5 16,8-6-13-16,10-4-14 0,19-18-21 0,9-5-18 15,4 0-22-15,9-10-14 0,2-3-96 16,7-5-63-16,5-4 0 0,2-2 0 16,2-3 0-16,0 0 0 0,4 0 0 15,-3-4 0-15,6-3 0 0,-9 9 0 0,9-9 0 16,-6 7 0-16,6-7 0 0,0 0 0 16,-8 3 0-16,8-3 0 0,0 0 0 0,0 0 0 15,0 0 0-15,0 0 0 0,0 0-88 16,0 0-523-16,0 0-183 0,4-22-118 0,-4 22 76 15,0 0-847-15,0-10-1120 0</inkml:trace>
  <inkml:trace contextRef="#ctx0" brushRef="#br0" timeOffset="2865.37">3308 5753 4196 0,'7'-3'-194'0,"-7"3"70"15,10-2 50-15,-10 2 48 0,0 0 44 16,0 0 46-16,6-6 38 0,-6 6 23 0,0 0 17 16,0 0 10-16,0 0-4 15,0 0-3-15,0 0-6 0,0 0-9 0,0 0-7 16,0 0-5-16,0 0-6 0,-34 15-1 16,16-2 1-16,-10 5 6 0,-7 12 7 15,-1 2 3-15,-3 3 6 0,3 0 7 0,-1 6 0 16,-1 2-7-16,5 1-9 0,5-5-5 15,-1 2-3-15,4-2-1 0,10-6 0 0,-2-1-13 16,6-1-5-16,2-2-3 0,4-4-2 16,3-6-3-16,2-1-5 0,4-1 1 0,-1-1 2 15,9 1-2-15,0-3-2 0,3-3-5 16,4-2-7-16,2-2-6 0,0-2-34 0,5-3-32 16,-5-2 0-16,2-2 0 0,-3-1 0 15,-2-1 0-15,-2-2 0 0,-3-2 0 16,-1 0 0-16,-5-2 0 0,-1-5 0 0,-2 4 0 15,-6-1 0-15,-2-1 0 0,-3 1 0 16,-4 0 0-16,2 3 0 0,-4 1 0 16,-1 2 0-16,2 2 0 0,-2 2 0 15,1 2 0-15,-1 0 0 0,3 2 0 0,0 0 0 16,1 2 0-16,0 0 0 0,3-2 0 16,1 4-216-16,6-6-211 0,-8 9-83 0,8-9-98 15,2 5-165-15,-2-5-25 0,0 0 60 16,34-9-664-16,-5-2-853 0</inkml:trace>
  <inkml:trace contextRef="#ctx0" brushRef="#br0" timeOffset="3247.12">3693 5902 3636 0,'-6'-11'-20'0,"0"8"50"16,6 3 45-16,-17-3 30 0,7 3 29 15,10 0 33-15,-30 8 27 0,9 1 11 16,-7 6 6-16,-1 5 11 0,-5 9-15 0,0 0 7 16,3 6-21-16,1 0 5 0,5 0-21 15,9-7-20-15,1 0-11 0,3-5-16 0,12-2 0 16,-2-1-14-16,6-4 6 16,6 3-12-16,7 4-4 0,8-6-7 0,2 1-10 15,3-6-11-15,6-5-1 0,2-3-7 0,-3-4-8 16,-4 0-1-16,-4-2-6 0,0-2-1 15,-2-1-5-15,-4 1-3 0,-4-8-4 16,-3-2-3-16,-5 1 0 0,-3-3-10 0,-6-4-10 16,-8-16-2-16,-3 0-14 0,-10-3-20 15,-2 0-29-15,1 10-25 0,-1 4-34 16,-4 4-31-16,-2 7-35 0,-3 2-35 0,3 5-42 16,2 5-62-16,-1 0-60 0,-1 4-61 15,0-2-78-15,3 2-134 0,7-1-76 0,3-1 74 16,5 0-466-16,2 0-580 0</inkml:trace>
  <inkml:trace contextRef="#ctx0" brushRef="#br0" timeOffset="3696.89">3283 5385 3131 0,'-47'-3'2'0,"-5"4"20"0,-16 7 17 16,-4 2 18-16,2 9 36 0,-16 10 27 16,4 6 17-16,6 10 12 0,4 10 7 15,3 7 13-15,4 7-1 0,10 6 7 16,6 7-3-16,3 4 12 0,15 6-6 0,8 3 1 16,12-3 0-16,11-12-2 0,11 12-1 15,12-3 11-15,13-7 2 0,12-6-13 0,13-7-10 16,11-9 15-16,9-9-13 0,8-9-14 15,10-7-12-15,8-8-13 0,5-13-22 0,1-5-10 16,-22-10-3-16,22-11-11 0,-7-5-7 16,-6-12-3-16,-8-7-12 0,-11-4-1 15,-4-11-3-15,-11-10 20 0,-11-6 15 0,-9-7 8 16,-14-5-41-16,-7-8-59 16,-13-9 0-16,-10 17 0 0,-9-22 0 0,-13 0 0 15,-9 0 0-15,-15 7 0 0,-5 10 0 0,-10 11 0 16,-4 15 0-16,-5 15 0 0,0 18 0 15,0 13 0-15,-6 7 0 0,-3 10 0 16,5 5 0-16,3 5-246 0,8 4-67 0,8 2-77 16,4 3-95-16,5-1-122 0,17-3-217 15,10-7 44-15,8-1 74 0,1 0-600 0,6-3-764 16</inkml:trace>
  <inkml:trace contextRef="#ctx0" brushRef="#br0" timeOffset="4447.18">5110 4296 3651 0,'-9'-10'-13'0,"0"2"37"0,-1 1 42 0,0 0 28 15,1 2 43-15,2 1 33 0,-2-1 23 0,9 5 18 16,-13-8 0-16,8 2 5 0,5 6-36 16,-10-5-23-16,10 5-19 0,0 0-13 0,0 0-11 15,0 19-4-15,15 5 19 0,10 15-5 16,11 5-9-16,25 17-9 0,11 6 3 0,14 1-1 15,13 0 8-15,12 2 18 16,43 21-9-16,3-2 0 0,-5-6 4 0,2 2-19 16,-36-23 6-16,-1 0-7 0,-1-2 2 15,-8-4 5-15,-8-3-6 0,-10-3-2 16,-13-6-19-16,-23-13-8 0,-11 0-8 0,-6-6-9 16,-13-9-64-16,-1-2 0 0,-9-3 0 15,-3-1 0-15,0-5 0 0,-4 2 0 0,0-4 0 16,-3 1 0-16,-4-4 0 0,0 0 0 15,7 5 0-15,-7-5 0 0,0 0 0 0,0 0 0 16,0 0 0-16,0 0 0 0,0 0-128 16,0 0-366-16,0 0-155 0,-1-22-213 15,-3 15 15-15,0 0 79 0,1-2-743 16,-5 1-957-16</inkml:trace>
  <inkml:trace contextRef="#ctx0" brushRef="#br0" timeOffset="4812.59">6652 5514 4532 0,'-27'3'148'0,"7"3"48"0,2-4 46 16,6 1 21-16,-1-2 14 0,4 1 5 15,9-2-5-15,-14 2-14 0,14-2-18 16,0 0-12-16,0 0-21 0,0 0-17 0,0 0-19 15,60 0-17-15,-32 2-17 0,15 1-16 16,-4 6-11-16,-3 1-11 0,-3 4-100 0,-5 4-4 16,-1 1 0-16,-4 5 0 0,-4 2 0 15,-5 1 0-15,-5 5 0 0,-4-3 0 16,-5 4 0-16,0 6 0 0,0-3 0 0,-1-1 0 16,-3 1 0-16,-2 0 0 0,3-2 0 15,-1-5 0-15,0-3 0 0,2-3 0 0,1-4 0 16,-4-2 0-16,3-1 0 0,0-3 0 15,2-1 0-15,0-3 0 0,-2-1 0 16,4-1 0-16,-2-2 0 0,0-5-238 16,0 0-510-16,0 0-147 0,0 0 30 0,23-20 88 15,-17 8-811-15,1-2-1028 0</inkml:trace>
  <inkml:trace contextRef="#ctx0" brushRef="#br0" timeOffset="4996.83">6788 5986 4647 0,'-27'0'54'0,"2"0"74"0,4 0 58 15,1 2 70-15,-2-2 74 0,7 1 43 16,0-1 23-16,15 0 3 0,-21 0-16 0,21 0-31 16,-15-1-24-16,15 1-23 15,0 0-251-15,0 0-54 0,0 0 0 0,43-18 0 16,-5 8 0-16,14-4 0 0,3 2 0 16,4-2 0-16,-1-1 0 0,-1 1-6 0,-3-1-594 15,2 1-161-15,-2-1-150 0,-5 3 81 16,-11 0-899-16,-2 3-1161 0</inkml:trace>
  <inkml:trace contextRef="#ctx0" brushRef="#br0" timeOffset="5379.29">7767 5567 4661 0,'-7'-10'-18'15,"7"10"67"-15,-12-7 55 0,4 6 37 0,8 1 39 16,-26-2 42-16,6 5 36 0,-2 1 18 15,-10 6 13-15,-2 2 6 0,-2 3-8 0,-1 10-7 16,-3 0-15-16,4 2-12 0,3 0-13 16,10-4-17-16,2 1-37 0,10-5-186 0,4-1 0 15,2-3 0-15,5 0 0 0,5 1 0 16,2 1 0-16,4 0 0 0,10 2 0 0,-4 3 0 16,6-2 0-16,0-1 0 15,0 0 0-15,-1 1 0 0,2-3 0 0,-7-3 0 16,-2-2 0-16,-3 3 0 0,-5-3 0 0,-1-3 0 15,-1 4 0-15,-5-1 0 0,0 0 0 16,-3 0 0-16,-5 2 0 0,-1 1 0 16,-7-1 0-16,-5 6 0 0,-1-3 0 0,-5-1 0 15,-1-4 0-15,-7-1 0 0,0-2 0 16,1-2 0-16,5-2 0 0,5-5 0 0,-1 3 0 16,4-6 0-16,-2 0 0 0,6-1 0 15,-4-3 0-15,6 0 0 0,3 2-738 16,-1-5-237-16,8 3 89 0,-3 0-1016 0,2-3-1324 15</inkml:trace>
  <inkml:trace contextRef="#ctx0" brushRef="#br0" timeOffset="5879.8">7052 5178 4839 0,'-29'-13'-206'0,"-5"1"40"0,-5 2 31 0,-6 8 24 0,-4 3 30 0,-10 10 44 0,-4 6 51 16,2 5 38-16,-17 15 25 15,2 10 17-15,1 9 14 0,1 15 10 0,-2 8 13 0,2 5 13 16,5 4 12-16,10 11 14 15,11 0 15-15,12 0 11 0,13 0 12 0,19 1 13 16,15-1 12-16,22-2 0 0,20-10-11 16,17-6-21-16,17-9-16 0,16-8-19 0,13-8-17 15,8-10-14-15,6-8-30 0,-7-11-32 16,-8-8-21-16,-11-6-27 0,-21-10 2 16,-5-9-1-16,-4-6 2 0,16-12-5 0,-10-8-1 15,-2-8 5-15,-10-9-3 0,-1-9 7 16,-6-8 14-16,-6-4 14 0,-5-7 5 0,-9-13-5 15,0-4-59-15,-9-5 0 16,-7-8 0-16,-12-4 0 0,-5-4 0 0,-16 5 0 16,-7 7 0-16,-17 10 0 0,-16 15 0 15,-13 13 0-15,-18 10 0 0,-10 14 0 0,-12 12 0 16,-12 17 0-16,0 9 0 0,-2 13 0 16,1 10 0-16,6 8-144 0,4 3-249 0,16 3-143 15,4 2-129-15,23-9-204 0,12 0 59 16,7 0 95-16,6-1-666 0,11-3-833 0</inkml:trace>
  <inkml:trace contextRef="#ctx0" brushRef="#br0" timeOffset="7282.79">2999 6977 3608 0,'2'-4'-136'0,"-2"4"42"0,2-6 38 16,-2 6 28-16,0 0 20 0,0 0 29 15,0 0 29-15,0 0 20 0,0 0 35 16,-36 18 21-16,2 10 27 0,-11 8 30 16,-14 18 25-16,-7 4 23 0,-6 5 31 0,-5 4 13 15,1 3 13-15,-4 1 4 0,3-1 1 16,3-4-5-16,6-1-6 0,5-7-11 0,6-5-16 15,14-13-21-15,5-4-16 0,6-2-19 16,2-1-18-16,6-6-15 0,6-2-15 0,-3-7-48 16,3 3-103-16,5-2 0 0,2-5 0 15,1-3 0-15,1-1 0 0,1 0 0 16,0-3 0-16,4-1 0 0,-3 0 0 0,1 0 0 16,6-6 0-16,-5 7 0 0,5-7 0 15,-6 7 0-15,6-7 0 0,-4 5 0 0,4-5 0 16,-4 4 0-16,4-4 0 0,0 0-61 15,0 0-474-15,0 0-134 0,0 0-255 16,0 0 73-16,0 0 86 0,0 0-727 16,8-23-938-16</inkml:trace>
  <inkml:trace contextRef="#ctx0" brushRef="#br0" timeOffset="11045.62">1698 8453 3855 0,'-2'-7'-108'0,"2"7"50"0,-4-10 42 15,-2 3 42-15,0 2 35 0,-3 0 30 0,1-2 13 16,-4 0 11-16,3 0-2 0,-2 2-10 15,-1 2-12-15,1-1-9 0,-2 1-9 16,-1 3-4-16,14 0-11 0,-32 7-6 16,12-1-5-16,-4 8-4 0,-1 3-4 15,4-3-6-15,5-2-2 0,0 2-5 0,3 0-4 16,3-2-1-16,2-3 1 0,1 4-2 16,3-4-3-16,2 0-1 0,2 3-1 0,4-2 1 15,5 1 7-15,4 1-1 0,3 0 1 16,11 5 3-16,-2-3 11 0,-5 0 10 15,-1-4 12-15,-1 2 6 0,-3-2 14 0,-4 1 12 16,-1-3 23-16,-1 2 18 0,-3-1 17 16,-3 0 19-16,-3 1 15 0,-1 0-3 15,-3 0-11-15,-3 4-18 0,-4 0-14 16,-3-1-13-16,-3-1-9 0,-6 5-12 0,-4-3-9 16,6 1-12-16,2-9-5 0,0 2-8 15,1-4-3-15,2 3-6 0,2-6-19 16,1 2-27-16,-3-3-32 0,5 2-58 0,11-2-65 15,-21 0-67-15,15 0-71 0,6 0-72 16,0 0-120-16,-9-8-94 0,9 8-158 0,17-13-52 16,2 4 86-16,15-4-496 0,13-3-649 15</inkml:trace>
  <inkml:trace contextRef="#ctx0" brushRef="#br0" timeOffset="11395.72">2015 8516 3291 0,'-2'-14'11'0,"-1"3"47"0,-1 1 34 16,0 2 26-16,1 2 16 0,-1 0 4 0,4 6-12 16,-10-4-9-16,10 4-14 0,0 0-13 15,-24 3-3-15,14 4-3 0,0 1-6 0,-1 4-7 16,-1 2-2-16,5 0-14 0,1 2-4 16,1-2-4-16,3 1-7 0,2-1 3 15,2-2-6-15,3 3-2 0,1-1 3 0,1 1 5 16,4 0 11-16,-4-1-2 0,0-2 3 15,1 2 10-15,-3-1 9 0,2 1 3 16,-2 0 8-16,-3-2 14 0,0 1 12 16,-4 3-8-16,-2 2-1 0,-1-2-7 0,-4 1-15 15,0 0-9-15,-2-1 1 0,-1-2-9 16,-1 1-8-16,-1-1-3 0,-2-5-7 16,-2 1-18-16,3-5-23 0,-4 0-43 0,2-3-56 15,2-2-72-15,-3-4-85 0,3 1-87 16,-6-4-98-16,6-3-168 0,-4-2-126 0,8 1 79 15,-1 2-430-15,6-3-552 0</inkml:trace>
  <inkml:trace contextRef="#ctx0" brushRef="#br0" timeOffset="11812.76">1678 8156 2808 0,'-34'-10'-57'0,"-6"5"21"16,-4 3 24-16,-3 7 22 0,-12 5 29 0,-2 8 18 16,-4 7 17-16,-10 11 24 0,5 11 7 15,5 5 10-15,1 14 18 0,6 6 18 16,5 3-6-16,6 7-9 0,6-1 12 0,14 4-3 16,12-15-4-16,10-1-1 15,7 4 1-15,9-5-9 0,17 12-4 0,10-10-11 16,12-5-7-16,17-12-7 0,17-9-6 15,11-13-11-15,14-9-4 0,5-11-10 16,2-11-7-16,0-6-9 0,-5-11-19 0,-6-10-5 16,-7-2 0-16,-10-8 1 0,-4-10-6 15,-10-1-15-15,-6-8 20 0,-11-2 32 16,-10-4 29-16,-15 5 14 0,-8-8-9 16,-12-6-12-16,-8-4-6 0,-11-23-14 0,-14 5-11 15,-12-2-9-15,-10 6 0 0,-9 8-9 16,-5 11-8-16,-4 12-9 0,-8 13-19 0,8 23-17 15,-9 10-35-15,-6 8-35 0,-2 13-48 16,-15 11-49-16,7 10-78 0,23-2-97 16,4 1-100-16,14 2-213 0,9-4-40 0,15-7 85 15,17-5-397-15,6-4-497 0</inkml:trace>
  <inkml:trace contextRef="#ctx0" brushRef="#br0" timeOffset="12411.68">3080 7323 2879 0,'-1'-15'-1'0,"-3"4"36"0,4-3 33 0,-2 5 29 0,0-3 39 16,0 0 26-16,-1 1 28 0,1 1 12 0,2 1 9 15,-2 0-2-15,2 9-8 16,-2-13-25-16,2 7-22 0,0 6-17 0,0 0-16 0,4-6-13 16,-4 6-11-16,0 0-7 15,43 31 6-15,-9 1 7 0,16 10 20 0,15 14 19 16,4 7 0-16,9 5-15 0,8 3-4 15,0 5-12-15,5-4-11 0,-7 5-8 16,-8-3-7-16,-8 3-30 0,-7-3 5 0,0-2 3 16,-11-10 6-16,-12-10-1 0,-2-5-3 15,1-5-3-15,-11-1 13 0,4-6 2 0,-14-9-9 16,2-4-6-16,-3-5-1 0,-8-3-8 16,1-5-3-16,-2-1 8 0,3-1-7 0,-3-3-3 15,-6-4-16-15,13 1-36 0,-13-1-43 16,0 0-57-16,17-8-56 0,-10 4-60 0,0-1-85 15,-2 2-79-15,-1-3-95 0,-4 6-134 16,0 0-158-16,0 0 69 0,0 0-592 16,0 0-752-16</inkml:trace>
  <inkml:trace contextRef="#ctx0" brushRef="#br0" timeOffset="12814.12">4323 8526 3789 0,'-4'-10'11'15,"-3"5"15"-15,0 2 37 0,7 3 30 16,-20 6 34-16,4 2 35 0,-11 9 16 16,-6 12 8-16,-1 4 9 0,-3 2 14 0,3 8-3 15,0 0 25-15,0 3-6 0,5 2-3 0,2 1-21 16,4 1-11-16,7 1-15 0,2-5-12 15,8-8-6-15,4-1-6 0,2-6-15 16,2-5-7-16,2-1-7 0,1-4-10 0,4-2-7 16,0-1-5-16,2-5-6 0,5-1-6 15,3-5-8-15,2-3-8 0,-2-3 0 0,-1-2-12 16,2-1-3-16,-3 0-53 0,-2-5-4 16,-1-1 0-16,-1 1 0 0,-4-3 0 15,0-4 0-15,-6-1 0 0,-1-1 0 16,0 1 0-16,-4 1 0 0,-2-2 0 0,-4 3 0 15,-1 0 0-15,0 1 0 0,-7 2 0 16,3 3 0-16,-5 0 0 0,4 4 0 16,-2 1-259-16,1 0-174 0,1 2-117 0,3 0-154 15,0-4-165-15,6 0 77 0,5 4-767 16,0-10-1002-16</inkml:trace>
  <inkml:trace contextRef="#ctx0" brushRef="#br0" timeOffset="13212.35">4527 8636 4456 0,'4'-15'58'16,"-2"3"52"-16,0 4 50 0,-1-1 32 0,-1 3 35 15,0 6-3-15,0-12 7 0,0 12-37 16,0 0-17-16,0-10-24 0,0 10-17 16,0 0-9-16,0 0-6 0,7 28-15 0,-7-13-1 15,0 5-15-15,-2 3-3 0,0 1-14 16,-2 10-7-16,0-6 0 0,0-4-3 0,2 1 4 15,1-2-2-15,2-3 6 0,-1-1-1 16,0 0 3-16,4 1-5 0,0-3 6 16,-1 1 7-16,6 1 5 0,-4-3-5 0,3 4 10 15,1-1 5-15,-3 0-50 16,4-2-46-16,-3 2 0 0,0-4 0 0,-2 1 0 0,1 0 0 16,-3-3 0-16,-1 1 0 15,-2-2 0-15,0-1 0 0,-2 3 0 0,-1-3 0 16,-3 3 0-16,0-2 0 0,-4-3 0 15,1 2 0-15,-3-2 0 0,-1-1 0 0,0-1 0 16,-2-2 0-16,-3-2 0 0,1 1 0 16,-6-1 0-16,-2-3 0 0,3 4 0 0,-1-4 0 15,-4-2-277-15,2-1-607 0,4-4-72 16,4-5 106-16,2-2-927 0,7-3-1206 16</inkml:trace>
  <inkml:trace contextRef="#ctx0" brushRef="#br0" timeOffset="13611.68">4222 8175 4742 0,'-43'-8'-155'0,"-7"4"45"0,-15 4 44 0,-3 7 49 16,-1 9 44-16,-16 9 41 0,4 13 35 0,1 12 24 15,4 12 0-15,-4 10 16 0,10 9 7 16,7 4 3-16,11 6-2 0,14 4 11 15,11 4 9-15,12 0 23 0,19-17 1 0,17 18-2 16,19-2 1-16,11-8-13 0,20-9-15 16,12-9-14-16,14-9-14 0,3-11-12 15,3-11-12-15,-3-14-13 0,-2-9-6 16,-18-11-6-16,-2-10-11 0,3-11-6 0,14-13-7 16,-2-8-5-16,-1-8-7 0,-3-9-3 15,-6-6-2-15,-4-6-6 0,-7-6-33 0,-3-9-9 16,-10-4 0-16,-6-2 0 0,-9-2 0 15,-11-8 0-15,-8 0 0 0,-14-5 0 16,-13 18 0-16,-13-21 0 0,-12 14 0 16,-17 8 0-16,-15 15 0 0,-13 12 0 0,-12 19 0 0,-10 10 0 15,12 21 0-15,-1 5 0 0,-24 12 0 16,10 13-206-16,5 3-194 0,10 8-154 16,21-5-209-16,8 1-121 0,6-4 108 15,4-2-791-15,21-6-1010 0</inkml:trace>
  <inkml:trace contextRef="#ctx0" brushRef="#br0" timeOffset="17577.8">2022 8431 3982 0,'0'0'-204'0,"0"0"52"16,5 1 44-16,-5-1 42 0,0 0 42 0,0 0 37 15,0 0 25-15,0 0 26 0,0 0 17 16,0 0 12-16,0 0 14 0,0 0 11 16,0 0 8-16,0 0 5 0,0 0 1 0,0 0 4 15,0 0-1-15,0 0-3 0,0 0-6 16,0 0-2-16,0 0-9 0,0 0 1 16,0 0-12-16,0 0-8 0,10 6-12 0,-10-6-5 15,0 0-9-15,0 0-6 0,0 0 2 16,0 0-15-16,0 0-9 0,0 0 1 0,0 0-6 15,0 0-3-15,0 0 12 16,0 0 9-16,0 0 4 0,0 0 11 0,0 0-8 16,0 0 8-16,0 0 0 0,0 0 11 15,0 0-1-15,0 0-7 0,0 0 2 16,-20 8-16-16,20-8-3 0,-15 5-2 0,8-3-6 16,7-2-2-16,-18 5-1 0,9-2-10 15,0-1-2-15,9-2-5 0,-14 4-5 0,14-4-1 16,-11 1 4-16,11-1-5 0,0 0-3 15,-14 2-2-15,14-2-4 0,0 0 9 16,0 0 2-16,-11 2-8 0,11-2-1 0,0 0 6 16,0 0 0-16,0 0 10 0,0 0 1 15,0 0-3-15,-14 3-4 0,14-3 5 0,0 0-4 16,0 0 1-16,0 0 9 16,0 0-1-16,0 0 1 0,0 0 1 0,0 0 2 15,0 0 0-15,0 0 2 0,0 0-4 16,0 0 1-16,0 0-3 0,0 0-6 15,0 0 0-15,0 0-5 0,0 0-1 0,0 0 1 16,0 0 0-16,0 0-4 0,0 0 14 16,0 0 4-16,0 0-19 0,0 0-18 0,0 0 0 15,0 0 0-15,-13-8 0 0,13 8 0 16,0 0 0-16,0 0 0 0,0 0 0 16,0 0 0-16,2-10 0 0,-2 10 0 15,0 0 0-15,0 0 0 0,0 0 0 0,0 0 0 16,0 0 0-16,0 0 0 0,0 0 0 15,0 0 0-15,0 0 0 0,0 0 0 16,0 0 0-16,0 0 0 0,0 0 0 0,0 0 0 16,0 0 0-16,0 0 0 0,2 29 0 15,-4-14 0-15,2 0 0 0,0 2 0 0,0 3 0 16,0-1 0-16,0-1 0 0,0-1 0 16,0 1 0-16,0-5 0 0,2 1 0 15,0-5 0-15,-2 3 0 0,0-4 0 16,2-1 0-16,-2-7 0 0,2 14 0 0,-1-9 0 15,-1-5 0-15,0 8 0 0,0-8 0 16,0 0 0-16,2 11 0 0,-2-11 0 16,0 6 0-16,0-6 0 0,0 0 0 0,0 0 0 15,0 0 0-15,5 9 0 0,-5-9 0 16,0 0 0-16,0 0 0 0,0 9 0 16,0-9 0-16,2 6 0 0,-2-6 0 0,3 7 0 15,1 0 0-15,-4-7 0 0,7 11 0 16,-1-5 0-16,1 4 0 0,-2-5 0 0,-1 7 0 15,1-4 0-15,1 1 0 0,-3 0 0 16,4 2 0-16,-3-2 0 0,-1-1 0 16,1 0 0-16,-2 0 0 0,0-2 0 15,-2-6 0-15,2 13 0 0,-4-7 0 16,2-6 0-16,-8 14 0 0,1-7 0 0,-3-1 0 16,-1 0 0-16,-5-1 0 0,-1 0 0 15,2-1 0-15,0-1 0 0,1 1 0 0,1-1 0 16,1 0 0-16,1-1 0 0,11-2 0 15,-17 3 0-15,11-3 0 0,6 0 0 0,-11 2 0 16,11-2 0-16,0 0 0 0,-11 3 0 16,11-3 0-16,0 0 0 0,-12 2-564 15,12-2-151-15,0 0-216 0,0 0 68 16,0 0 99-16,-11-5-717 0,11 5-928 16</inkml:trace>
  <inkml:trace contextRef="#ctx0" brushRef="#br0" timeOffset="19145.4">1649 8460 3711 0,'11'3'-206'0,"-11"-3"55"0,0 0 51 15,9 0 48-15,-9 0 48 0,0 0 32 16,0 0 38-16,0 0 28 0,0 0 23 15,0 0 20-15,19 0 11 0,-19 0 5 16,0 0 6-16,0 0 5 0,0 0 0 0,0 0-1 16,0 0-4-16,0 0-9 0,0 0-6 15,0 0-4-15,0 0 0 0,0 0 2 16,0 0-7-16,0 0-9 0,0 0 0 0,0 0-9 16,0 0-13-16,0 0-16 15,0 0-5-15,-32 14-9 0,18-12-8 0,3 1-5 16,-3 0-6-16,-1-3-10 0,1 2 4 0,3 0-7 15,11-2-3-15,-25 2-6 0,16-2-1 16,9 0-5-16,-19 0 1 0,19 0-5 16,-17 2-2-16,17-2 5 0,-14 0-6 15,14 0-3-15,0 0 1 0,-14 0-5 0,14 0-1 16,0 0-1-16,-14 1 3 0,14-1-6 16,0 0 6-16,0 0-7 0,0 0 0 15,-17 0 1-15,17 0-3 0,0 0 6 0,0 0-3 16,0 0-7-16,0 0 9 15,-16-1-6-15,16 1-4 0,0 0 0 0,0 0 8 0,0 0-8 16,0 0 1-16,0 0-2 16,-11-4 5-16,11 4-8 0,0 0 3 0,0 0-2 15,0 0 2-15,0 0 7 0,0 0-7 16,0 0 13-16,-12-2-8 0,12 2-1 16,0 0 4-16,0 0 5 0,0 0-8 0,0 0 6 15,0 0-2-15,0 0-5 0,0 0 2 16,0 0-4-16,0 0 12 0,0 0-14 0,0 0-1 15,0 0 6-15,0 0-5 0,0 0-2 16,-13-2 7-16,13 2 0 0,0 0-2 16,0 0 4-16,0 0-7 0,0 0 6 15,0 0 3-15,0 0 1 0,0 0 1 16,0 0-2-16,0 0-2 0,0 0 4 0,0 0-6 16,0 0-3-16,0 0 4 0,0 0 0 15,-9-3 1-15,9 3 1 0,0 0-5 16,0 0 3-16,0 0 0 0,0 0 3 0,0 0 4 15,0 0-8-15,0 0 5 0,0 0-1 16,0 0 3-16,0 0 4 0,0 0 16 0,0 0 1 16,0 0 2-16,0 0 7 0,0 0 2 15,0 0 3-15,0 0-7 0,0 0-2 16,0 0-3-16,0 0-6 0,0 0-4 0,0 0-5 16,0 0 1-16,0 0-8 15,0 0-2-15,0 0-6 0,0 0-1 0,0 0 3 16,-2 15-1-16,2-15 3 0,4 17-5 15,-2-9 3-15,0 1 0 0,1 3 2 0,-1-2-4 16,2-3 4-16,-2 1 0 0,1-2-5 16,-1 0 2-16,-2-6 4 0,2 10 3 15,-2-10 4-15,5 7 12 0,-5-7 5 0,2 6 8 16,-2-6-8-16,0 0 7 0,0 0-3 16,3 10-6-16,-3-10-2 0,0 0-3 0,4 7-16 15,-4-7-10-15,0 0 0 0,0 0 0 16,7 5 0-16,-7-5 0 0,6 5 0 15,-6-5 0-15,10 5 0 0,-10-5 0 0,13 5 0 16,-6 0 0-16,4 2 0 0,-2 0 0 16,2-1 0-16,1 3 0 0,3 3 0 15,-1 0 0-15,-2 0 0 0,2-1 0 16,-4 0 0-16,1-2 0 0,-1 0 0 0,-3-1 0 16,-1-1 0-16,-1 0 0 0,-1-2 0 15,0 3 0-15,-4-8 0 0,0 12 0 16,0-12 0-16,-11 17 0 0,-2-9 0 0,-7 1 0 15,-7 7 0-15,-5-2 0 0,2-1 0 16,-1-1 0-16,4-4 0 0,6-1 0 0,3-2 0 16,0 0 0-16,5-1 0 0,1-1 0 15,1-2 0-15,11-1 0 0,-15 4 0 16,15-4 0-16,-14 4 0 0,14-4 0 0,-9 3 0 16,9-3 0-16,-7 2 0 15,7-2 0-15,0 0 0 0,-10 3 0 0,10-3 0 16,0 0 0-16,-8 5 0 0,8-5-463 15,-3 7-440-15,3-7-41 0,-2 7 92 0,2-7-858 16,-2 12-1145-16</inkml:trace>
  <inkml:trace contextRef="#ctx0" brushRef="#br0" timeOffset="22376.75">4407 8636 4335 0,'0'0'-211'0,"-11"2"41"15,11-2 46-15,0 0 43 0,0 0 45 16,0 0 39-16,0 0 37 0,-17-2 15 16,17 2 38-16,0 0 8 0,0 0 19 0,0 0 13 15,0 0 7-15,0 0 11 16,-13-4 5-16,13 4 4 0,0 0 2 0,0 0 1 0,0 0-2 16,0 0 0-16,0 0-3 0,0 0-10 15,0 0 2-15,0 0-34 0,-12-2-7 0,12 2-4 16,0 0-6-16,0 0-16 0,0 0-6 15,0 0-3-15,0 0-11 0,0 0-8 16,10-15-4-16,-10 15-8 0,11-8-1 16,-4 4-10-16,2 0-5 0,-2-1 3 15,2 0-9-15,0 2-5 0,-9 3-1 16,16-8-1-16,-9 6 0 0,-7 2-6 0,16-2 6 16,-16 2-8-16,11-4 14 0,-11 4-15 15,10-2 2-15,-10 2 1 0,0 0-4 16,0 0 1-16,0 0 4 0,23 4-3 0,-23-4 1 15,7 2-4-15,-7-2 2 0,10 4-1 0,-10-4 1 16,11 6 4-16,-11-6-1 0,12 6-6 16,-12-6-2-16,8 5 0 15,-8-5 17-15,5 6-12 0,-5-6-3 0,6 6 6 0,-6-6-1 16,5 8 22-16,-5-8-14 0,2 10-7 16,-2-10 4-16,5 7-6 0,-5-7 5 15,2 13 1-15,-1-8-2 0,-1-5-5 0,0 11 2 16,0-11-3-16,2 10 2 0,-2-10 0 15,0 8 18-15,0-8 5 0,-2 11 5 0,2-11 3 16,-1 10 4-16,1-10 1 0,-5 12 1 16,3-5-1-16,-2 0-8 0,-1 1-3 15,1-1-1-15,1 2-3 0,-3 1-1 16,-1-3-4-16,2 1-2 0,-1-1-3 0,3 2-1 16,-3-3 0-16,3-1-5 0,3-5 2 15,-11 12 0-15,9-8-3 0,2-4 0 16,-9 13 12-16,7-9 13 0,-5 0-3 0,7-4 1 15,-10 10 0-15,4-2-9 0,3-4-3 16,-3 1-1-16,6-5 0 0,-9 8-16 0,4-4-4 16,5-4 0-16,-7 8 0 0,7-8 0 15,-6 6 0-15,6-6 0 0,0 0 0 16,-5 7 0-16,5-7 0 0,0 0 0 0,-4 7 0 16,4-7 0-16,0 0 0 0,0 0 0 0,-5 5 0 15,5-5 0-15,0 0 0 16,0 0 0-16,0 0 0 0,0 0 0 0,0 0 0 15,-3 8 0-15,3-8 0 0,0 0 0 16,0 0 0-16,0 0 0 0,10 8 0 0,-10-8 0 16,0 0 0-16,13 3 0 0,-13-3 0 15,9 2 0-15,-9-2 0 0,14 4 0 16,-14-4 0-16,13 2 0 0,-13-2 0 0,14 6 0 16,-7-6 0-16,-7 0 0 0,11 6 0 15,-11-6 0-15,14 6 0 0,-8-3 0 0,-6-3 0 16,11 7 0-16,-5-2 0 0,-6-5 0 15,9 7 0-15,-3-2 0 0,-6-5 0 0,7 9 0 16,0-6 0-16,-7-3 0 16,9 8 0-16,-3-3 0 0,-6-5 0 0,7 7 0 15,-2-1 0-15,-5-6 0 0,7 6 0 16,-7-6 0-16,7 7 0 0,-3-2 0 0,-4-5 0 16,7 11 0-16,-5-5 0 0,-2-6 0 15,7 9 0-15,-4-2 0 0,-3-7 0 16,4 10 0-16,-2-3 0 0,2-2 0 0,-4-5 0 15,3 12 0-15,-1-4 0 0,-2-8 0 16,2 12 0-16,0-7 0 0,-2-5 0 16,0 13 0-16,2-8 0 0,-2-5 0 15,0 12 0-15,0-12 0 0,-2 8 0 0,2-8 0 16,-2 11 0-16,2-5 0 0,0-6 0 16,-2 12 0-16,2-12 0 0,-2 9 0 0,2-9 0 15,-1 8 0-15,1-8 0 0,-6 8 0 16,6-8 0-16,-6 10 0 0,6-10 0 0,-8 9 0 15,4-4 0-15,-3-2 0 0,2 3 0 16,-5-1 0-16,0 0 0 0,1 0 0 0,0-2 0 16,-2 2 0-16,0-1 0 0,0-1 0 15,-1 1 0-15,12-4 0 0,-18 3 0 16,9-1 0-16,9-2 0 0,-22 0 0 0,22 0 0 16,-23-3 0-16,7 1 0 0,5 0 0 15,-1-1 0-15,-1-1 0 0,2 1 0 16,-1-1 0-16,1 1 0 0,0 1 0 15,11 2 0-15,-16-5 0 0,9 2 0 0,7 3 0 16,-12-2 0-16,12 2 0 0,-9-3 0 16,9 3 0-16,0 0 0 0,-11-6 0 0,11 6 0 15,0 0 0-15,0 0 0 0,-9-3 0 16,9 3 0-16,0 0 0 0,0 0 0 0,-7-5 0 16,7 5 0-16,0 0 0 0,0 0 0 15,0 0 0-15,0 0 0 0,0 0-868 16,27-7-106-16,-10 4 96 0,0-1-983 15,6-3-1285-15</inkml:trace>
  <inkml:trace contextRef="#ctx0" brushRef="#br0" timeOffset="23343.16">5581 8223 4695 0,'-7'-5'-220'15,"7"5"71"-15,0 0 64 0,-7-3 67 0,7 3 58 16,0 0 48-16,0 0 38 0,0 0 26 16,0 0 20-16,0 0 15 0,-7-5 7 0,7 5 1 15,0 0 0-15,0 0-7 0,0 0 0 16,0 0-11-16,-7-6-8 0,7 6-9 0,0 0-14 15,0 0-9-15,0 0-15 0,0 0-6 16,0 0-17-16,0 0-4 0,-8-5-11 0,8 5-5 16,0 0-13-16,0 0-6 0,0 0-4 15,0 0-1-15,-15 12 4 0,7-5-1 16,3 1 1-16,-4 6 5 0,2 0 8 16,-2 6 1-16,1-3-3 0,2 7-2 0,-3 6 14 15,3-4-65-15,2-1-17 0,4 0 0 0,2-2 0 16,2-2 0-16,3 1 0 0,2-3 0 15,5 6 0-15,-1-9 0 0,1-2 0 16,3-1 0-16,2-3 0 0,3-5 0 16,-4-4 0-16,3 1 0 0,4-8 0 0,0 2 0 15,7-6 0-15,-3-1 0 0,-4-5 0 16,-1 2 0-16,-3-3 0 0,-3-1 0 0,-9 1 0 16,0-2 0-16,-3-3 0 0,-1-1 0 15,-5-2 0-15,-5 0 0 0,-1-8 0 16,-5 0 0-16,-3 2 0 0,-2 8 0 0,0 3 0 15,-4 3 0-15,0 6 0 0,-1 6 0 16,3 3 0-16,-4 2 0 0,-3 4 0 16,0 1 0-16,-7 6 0 0,5 4 0 0,3 0-28 15,-2 2-448-15,6-2-67 0,-1 2-75 16,6-3-113-16,2-2-86 0,1-1 71 0,5-1-693 16,-1-1-890-16</inkml:trace>
  <inkml:trace contextRef="#ctx0" brushRef="#br0" timeOffset="23643.16">5325 8096 3717 0,'-11'-13'-115'0,"2"3"32"0,-1 2 26 0,3 4 25 0,-3 1 26 0,10 3 32 16,-21 15 23-16,10 0 24 0,-3 14 13 0,1 4 9 15,4 3 10-15,2 4 4 0,4 4-3 16,1 1-2-16,7 14-14 0,0-4-4 0,6 2-7 16,4-6-14-16,4-4-3 15,1-4-25-15,2-5-43 0,1-10-56 0,9 3-79 16,-3-11-83-16,2-4-113 0,-1-4-166 15,-1-7-70-15,-3-1 58 0,5-4-245 16,7-6-251-16</inkml:trace>
  <inkml:trace contextRef="#ctx0" brushRef="#br0" timeOffset="23892.91">6012 8095 2513 0,'-2'-12'299'15,"2"3"8"-15,2 2 6 0,3 1 17 16,-5 6 11-16,18-4 7 0,-18 4-5 16,30 8-34-16,-5 6-16 0,1 7-24 0,6 11-20 15,-5 4-26-15,-2 6-21 0,-3 4-16 16,-8 5-17-16,-3 3-17 0,-10-8-16 0,-6 7-14 16,-3-2-16-16,-4-2-20 0,-7-6-31 15,1 3-50-15,-7-10-65 0,-2 0-91 0,2-13-102 16,-2 0-135-16,-2-5-154 0,-1-4-199 15,6-5-27-15,3-3 88 0,1-5-603 0,6-2-743 16</inkml:trace>
  <inkml:trace contextRef="#ctx0" brushRef="#br0" timeOffset="25109.67">1455 7442 1553 0,'-3'-7'231'16,"3"7"-31"-16,-8-9-13 0,8 9-4 0,-4-6 25 15,4 6-29-15,-6-6 13 0,6 6-3 16,0 0 8-16,-5-7 3 0,5 7 7 0,0 0-2 15,0 0 3-15,0 0 0 16,-4-7-10-16,4 7-10 0,0 0-7 16,0 0-16-16,0 0-8 0,0 0-18 0,0 0-6 15,0 0-9-15,-6-7-12 0,6 7-9 16,0 0-7-16,0 0-5 0,0 0-11 0,-15 16-3 16,6-5-5-16,-1 1-7 15,-4 5 0-15,0 7-3 0,-4 1-1 0,3 2-3 16,1 1 6-16,3-2 3 0,1-2-1 15,3-4 0-15,5-4-2 0,-2 1-5 0,4-3 1 16,0-1-6-16,2 1 6 0,2-2 10 16,1-1 1-16,4 1 1 0,0 0-2 15,2-7-1-15,5 3-5 0,0-4-9 0,4-4 4 16,-1 0-5-16,-4 0-3 0,2 0-2 16,0-6-4-16,1 0-1 0,-4 1 2 15,2-3-1-15,-5-2 0 0,1-1 1 0,-3-1-2 16,-5-1-4-16,0-3-22 0,-2 3-18 15,-4-3 0-15,0-4 0 0,-4 3 0 0,-1-1 0 16,-1 2 0-16,0 2 0 0,-1 2 0 16,0 2 0-16,-3 3 0 0,-3 1-63 15,3 5-66-15,-3 1-43 0,1 1-37 16,14-1-36-16,-28 7-45 0,17-3-50 16,0 3-58-16,0 0-59 0,2 1-87 0,2-1-169 15,3-2-23-15,2 0 88 0,2-5-456 16,0 0-575-16</inkml:trace>
  <inkml:trace contextRef="#ctx0" brushRef="#br0" timeOffset="25392.66">1775 7250 3243 0,'3'-11'129'0,"-1"3"42"0,-2 2 39 0,0 6 15 0,2-8 6 0,-2 8-6 15,0 0-28-15,0 0 23 0,0 0 8 16,0 0-18-16,26 21-19 0,-13-6-15 16,0 10-5-16,5 5 0 0,-5 2-5 0,2 5-11 15,-3 0-16-15,-2-2-18 0,-3 4-12 16,-1-3-5-16,-3 0-15 0,1-7-3 0,-4-4-13 16,0-6-47-16,-2 5-50 15,-3-1-63-15,-3-3-65 0,-1 0-90 0,-12 2-97 16,-2-6-127-16,-6 0-179 0,-5-4-130 0,-4-2 72 15,-3-4-533-15,2-4-697 0</inkml:trace>
  <inkml:trace contextRef="#ctx0" brushRef="#br0" timeOffset="25726.94">878 7244 3226 0,'-16'9'-114'0,"0"3"40"15,-4 8 40-15,0 3 42 0,-1 8 28 0,0 8 30 16,-1 3 25-16,6 2 11 15,2 3 13-15,6-9 14 0,3 0 2 0,5 0-5 16,4-2 3-16,1 0-7 0,5-1-9 16,3-2-11-16,3 0-8 0,2-4-8 0,5-3-53 15,-1-2-79-15,5-2-85 0,0-3-97 16,2-2-130-16,1-3-268 0,-1-3 51 16,-6-3 71-16,-5 1-183 0,-7-3-181 0</inkml:trace>
  <inkml:trace contextRef="#ctx0" brushRef="#br0" timeOffset="26992.6">8017 4715 1817 0,'-2'-13'47'0,"-2"4"33"0,0 2 34 0,1-2 28 0,3 9 17 16,-9-10 15-16,6 5 31 0,3 5 14 15,-10-5 3-15,10 5 17 0,0 0 13 16,-23 5 2-16,14 1 14 0,0 5 9 0,-5 5 13 15,3-1 7-15,-1 2-2 16,3 4-13-16,-1-3-3 0,5 3-4 0,0-1-20 16,5-1-11-16,0-2-11 0,5 3-8 15,2-1-10-15,4-1-10 0,3-5-15 0,1 2-11 16,10-1-22-16,-2-4-56 0,2-5-101 16,-3-2 0-16,5-1 0 0,-6-2 0 15,6-2 0-15,-5-1 0 0,-1-2 0 0,-1-2 0 16,-4-3 0-16,0 0 0 0,-7-2 0 15,-1-1 0-15,-2-1 0 0,-4 0 0 0,-4-3 0 16,-1 0 0-16,-8-1 0 0,2-1 0 16,-8-4 0-16,0 6 0 0,-1 7 0 15,-3 0 0-15,1 3 0 0,-3 2 0 16,1 5 0-16,-1 2 0 0,-4 4-210 0,2-1-152 16,2 1-63-16,1 0-68 0,6-2-97 15,2-1-151-15,7 2-59 0,1-5 85 0,6 0-596 16,0 0-769-16</inkml:trace>
  <inkml:trace contextRef="#ctx0" brushRef="#br0" timeOffset="27242.93">8506 4516 3958 0,'4'-7'161'0,"-2"0"43"15,-2 7 15-15,0 0 5 16,4-6-5-16,-4 6 26 0,0 0 52 0,0 0 27 0,15 24 0 15,1-1-15-15,-1 8-19 0,0 4-26 16,2 10-34-16,-3 1-23 0,1 0-19 16,-1 4-17-16,-7-1-16 0,-2-8-20 0,-3 1-68 15,0-1-67-15,-6-5 0 0,-1-2 0 16,-2-1 0-16,-5-4 0 0,-5-4-34 0,-1-1-229 16,-5-4-92-16,-4-4-114 15,-9-3-139-15,-3-8-186 0,-8-3-29 0,-5-4 88 0,-14 0-663 16,-4-8-850-16</inkml:trace>
  <inkml:trace contextRef="#ctx0" brushRef="#br0" timeOffset="27475.71">7577 4441 4107 0,'-25'12'47'15,"-4"6"41"-15,-7 11 25 0,2 3 37 16,1 3 29-16,7-2 19 0,8-2 0 0,6 2-14 16,1-1-15-16,11-1-15 0,6 2-10 15,6-1-15-15,6 0-12 0,13-1-53 16,6 0-89-16,8-4-135 0,5-2-170 0,-1-4-248 16,1-5-175-16,0 0 87 15,-14-5-534-15,-6-1-665 0</inkml:trace>
  <inkml:trace contextRef="#ctx0" brushRef="#br0" timeOffset="31892">2313 4964 2024 0,'0'0'371'16,"0"0"-59"-16,-8-10-25 0,8 10-31 0,-5-6-23 15,5 6-5-15,-6-6-18 0,6 6-17 16,-6-5-3-16,6 5-1 0,0 0-8 15,-8-6-11-15,8 6-12 0,0 0-17 0,0 0-9 16,0 0 2-16,-23 17-5 0,14-6-7 16,0 5 2-16,3 4-2 0,-2-2-2 0,4 3-3 15,1-4-4-15,1 0-4 0,2 0 1 16,2 1 7-16,-1-3 3 0,3 1 1 16,2-3-6-16,0-1 2 0,0-1-5 15,1-3 3-15,1 0 0 0,0 0 1 0,1-6-2 16,2 1-8-16,-11-3-9 0,25-3-9 0,-9-1-7 15,0-6-5-15,2-2-6 16,-1-1-34-16,-5-2-36 0,1-1 0 0,-6-1 0 16,1-1 0-16,-2-3 0 0,-4 2 0 15,-4 0 0-15,0 2 0 0,-2 0 0 16,0 2 0-16,-2 1 0 0,1 2 0 0,-1 1 0 16,-1 5 0-16,-4 1 0 0,2 5-11 15,9 0-264-15,-27 7-58 0,9 5-74 0,4 3-80 16,-7 9-126-16,6 5-248 0,3-3 77 15,5-2 93-15,3-9-577 0,4 1-729 0</inkml:trace>
  <inkml:trace contextRef="#ctx0" brushRef="#br0" timeOffset="32125.9">2591 4812 3524 0,'0'-6'82'0,"0"6"49"0,0-9 21 0,0 9-6 15,0 0-7-15,0 0 1 0,0 0 6 0,0 0-14 16,19 21-12-16,-8-5-8 0,7 5-12 16,1 8-10-16,-4-2-7 0,3 2-6 0,-5 0-6 15,-2 2-4-15,-1 0-8 0,-5-1-4 16,-1-4-3-16,-4-2-9 0,-2 1-11 16,0-4-34-16,-12 8-60 0,0-2-84 15,-4-2-98-15,-2-1-113 0,-3-3-142 0,-6-6-176 16,-3 0 52-16,-2-4-379 0,-6-4-477 15</inkml:trace>
  <inkml:trace contextRef="#ctx0" brushRef="#br0" timeOffset="32392.03">1940 4771 2860 0,'-18'4'23'0,"3"3"28"0,0 2 23 16,-6 11 38-16,-2 5 37 0,6 6 29 0,-6 8 1 16,4 7-9-16,3 0-12 0,3 0-12 15,8-3-11-15,3-4-9 0,4 2-15 16,5 1-8-16,2-3-13 0,11 2-4 0,3-1-19 16,4-8-40-16,1 2-67 0,1-11-62 15,11 3-72-15,1 0-92 0,4-4-129 0,-2-1-236 16,-7-6 46-16,-2 0 70 0,1 1-212 15,-9 1-219-15</inkml:trace>
  <inkml:trace contextRef="#ctx0" brushRef="#br0" timeOffset="37089.83">6216 2060 2077 0,'-12'0'48'0,"12"0"37"16,-15 3 42-16,15-3 39 0,0 0 50 15,0 0 46-15,0 0 28 0,0 0 14 16,-21-3 4-16,21 3-14 0,0 0-23 16,-4-8-29-16,4 8-27 0,0 0-23 15,2-10-21-15,-2 10-20 0,0 0-13 0,12-11-18 16,-12 11-12-16,15-2-18 0,-6 0-10 16,-9 2-11-16,23 2-9 0,-9 3-10 15,-1 3-5-15,0 2-1 0,-3 1 0 0,-1 7-1 16,-3 3 5-16,-4 3 10 0,-4 0 7 15,-7 10 19-15,0-1 9 0,-5-3 18 0,1-1 6 16,-1-4 8-16,5-7 1 0,-1-1-4 16,4-5 0-16,0 0-6 0,3-4-2 15,-3 0-5-15,4-1-7 0,0-1-5 16,2-6-11-16,-3 10-7 0,3-10-4 16,-4 7-43-16,4-7-32 0,0 0 0 0,0 8 0 15,0-8 0-15,0 0 0 0,15 2 0 16,-15-2 0-16,17 0 0 0,-17 0 0 0,27-4 0 15,-14 2 0-15,5-2 0 0,-4 2 0 16,4-1 0-16,-3-3 0 0,1 3-216 16,-5 0-76-16,-2-1-53 0,3 0-59 0,-3-1-75 15,-2 0-109-15,1 0-155 0,-2-1-50 16,0 4 79-16,-6 2-516 0,11-7-693 16</inkml:trace>
  <inkml:trace contextRef="#ctx0" brushRef="#br0" timeOffset="37823.57">6709 2147 3186 0,'-17'1'-34'0,"17"-1"61"0,-13 2 41 0,13-2 34 0,-7 3 20 0,7-3 25 16,0 0 23-16,-13 4 8 15,13-4-2-15,0 0-7 0,0 0-15 0,-9 3-8 16,9-3-15-16,0 0-12 0,0 0-13 16,0 0-10-16,0 0-3 0,0 0-4 0,0 0-4 15,0 0-9-15,42 2-7 0,-21-5-6 16,0 1-5-16,4-2-7 0,-3 1-2 16,3 0-9-16,-5 1-2 0,-4-2-5 0,0 2 1 15,-3 1-8-15,-3-2-2 0,-1 3-5 16,-9 0 1-16,18 0-8 0,-18 0-6 15,11-2-14-15,-11 2-21 0,11 0-47 16,-11 0-55-16,0 0-61 0,0 0-75 0,12 2-81 16,-12-2-116-16,0 0-183 0,0 0-19 15,0 0 75-15,0 0-269 0,0 0-345 16</inkml:trace>
  <inkml:trace contextRef="#ctx0" brushRef="#br0" timeOffset="38123.4">7048 1881 2467 0,'-5'-7'67'0,"1"0"40"0,4 7 32 0,-5-8 18 15,5 8 3-15,-6-6 9 0,6 6-26 16,0 0-11-16,0 0-6 0,0 0 30 16,0 0 1-16,11 30-4 0,-3-12 18 15,5 11-5-15,0 4 11 0,-2 3 13 0,7 11-12 16,-3-1-13-16,2 1-16 0,-4 0 22 15,-1-9-5-15,-2-1-17 0,-1 0-19 16,-1-4-3-16,-1-6-11 0,-3-8-10 0,2 3-16 16,-3-5-14-16,4-3 0 0,-3-3-9 15,-3 0-7-15,1-4-17 0,0 0-37 0,0-1-44 16,-2-6-48-16,6 7-78 16,-6-7-99-16,0 0-117 0,0 0-148 15,0 0-214-15,5-24 0 0,-3 12 97 0,3-3-418 16,-4-1-534-16</inkml:trace>
  <inkml:trace contextRef="#ctx0" brushRef="#br0" timeOffset="38356.5">7607 2097 3393 0,'-10'3'334'0,"1"-1"33"16,9-2 4-16,-13 2 17 0,13-2 11 15,0 0-1-15,0 0-20 0,-16 0-37 16,16 0-38-16,0 0-31 0,0 0-27 16,0 0-29-16,31-17-43 0,-12 10-61 0,2 0-74 15,-2-1-94-15,0 3-100 0,-2 3-90 16,2-2-91-16,0 1-98 0,0 0-93 0,-3 3-138 16,-3 3-145-16,0-2 82 0,-1 7-551 15,-5-5-740-15</inkml:trace>
  <inkml:trace contextRef="#ctx0" brushRef="#br0" timeOffset="38556.93">7658 2352 3904 0,'-9'8'224'0,"3"-5"52"16,6-3 59-16,-10 3 39 0,10-3 27 0,0 0 14 16,0 0-10-16,0 0-28 0,-9 2-45 15,9-2-32-15,0 0-35 0,0 0-28 0,0 0-28 16,30-12-72-16,-14 4-137 0,4 2 0 15,4-2 0-15,4-3-8 0,1-1-237 16,1 1-78-16,-3 1-115 0,-6 2-113 0,2 2-133 16,-6-2-185-16,-2-1 78 0,-1 5-665 15,-3 0-906-15</inkml:trace>
  <inkml:trace contextRef="#ctx0" brushRef="#br0" timeOffset="39173.23">8468 1922 3906 0,'0'0'-8'0,"-9"-7"101"0,9 7 61 15,0 0 55-15,0 0 51 0,0 0 44 16,0 0 17-16,-3-9 6 0,3 9-11 0,0 0-27 16,-3-7-25-16,3 7-25 0,0 0-19 15,0 0-15-15,4-10-18 0,-4 10-23 16,0 0-27-16,0 0-23 0,0 0-7 0,0 0-14 15,0 0-11-15,0 0-10 0,0 0 10 16,0 0-28-16,11 24-54 0,-7-9 0 16,0 3 0-16,-1 0 0 0,6 6 0 15,-2 5 0-15,2 0 0 0,1 2 0 0,-4-6 0 16,2-6 0-16,-5-2 0 0,1-2 0 16,0-4 0-16,-3 1 0 0,3-2 0 15,-1-3 0-15,-1-1 0 0,0 1 0 0,-1 2 0 16,-1-9 0-16,0 9 0 0,0-9 0 15,2 6 0-15,-2-6 0 0,0 0 0 0,-2 12 0 16,2-12 0-16,2 7 0 0,-2-7 0 16,0 0 0-16,0 0 0 0,0 10 0 0,0-10 0 15,0 0 0-15,0 0 0 0,6 6 0 16,-6-6 0-16,0 0 0 0,0 0 0 16,9 2 0-16,-9-2 0 0,0 0 0 15,0 0 0-15,23-4 0 0,-14 2 0 16,3 0 0-16,1-2 0 0,-2-2 0 0,-4 3 0 15,-2-1 0-15,1-1 0 0,1 0-349 16,-5 0-347-16,5 2-144 0,-7 3-69 0,2-12 83 16,-6 5-729-16,-3-2-997 0</inkml:trace>
  <inkml:trace contextRef="#ctx0" brushRef="#br0" timeOffset="39423.01">8239 1711 4302 0,'-13'-4'-19'0,"0"4"37"0,0 6 45 0,1 2 25 0,-3 5 36 16,-4 11 25-16,0 1 27 0,1 6-10 16,5 3-4-16,6 4 10 0,3 2-3 15,3 4-13-15,4 0-12 0,6 9-12 0,6-2-14 16,6-2-15-16,3-4-15 0,4-4-45 15,5-6-69-15,3-2-87 0,0-8-95 0,-6-7-111 16,2-6-119-16,4-7-169 16,-6-3-131-16,8-9 71 0,-2-1-434 0,14-14-572 15</inkml:trace>
  <inkml:trace contextRef="#ctx0" brushRef="#br0" timeOffset="39641.18">8924 1789 3501 0,'-4'-8'323'15,"2"4"20"-15,2 4 4 0,-2-8 6 0,2 8-7 16,0 0 24-16,0 0 29 0,0 0-1 16,6 29-6-16,1-9-34 0,5 12-34 0,1 7-33 15,0 11-26-15,1 7-84 0,-5 1-181 16,1 6 0-16,-6-3 0 0,-2 2 0 16,-6 0 0-16,-4-2 0 0,-1-3 0 0,-2-1 0 15,-7-4 0-15,-5-3 0 0,-4-4 0 16,-1-6-368-16,-7-4-310 0,-1-7-222 15,2-12 4-15,0-2 92 0,4-6-742 16,1-6-989-16</inkml:trace>
  <inkml:trace contextRef="#ctx0" brushRef="#br0" timeOffset="40972.76">9356 2876 4401 0,'2'-11'-64'0,"0"5"83"16,-2-2 57-16,0 8 37 0,-2-9 13 15,2 9 1-15,0 0-13 0,0 0-3 16,0 0 14-16,0 0 0 0,-20 31-5 0,6-2-4 16,-3 15 5-16,0 4-21 0,-3 1-2 15,6 4-4-15,-4-3-11 0,5 0-4 0,-1-4-6 16,5-8-3-16,3-4-10 0,1-7-9 15,1-6 4-15,2-3-7 0,-2-3-5 16,2-1-5-16,0-3-5 0,0-1-6 0,0-1-5 16,2-2-11-16,0-7-35 0,0 0-59 15,0 0-71-15,0 0-70 0,0 0-70 16,0 0-63-16,6-41-72 0,4 3-81 16,3-10-111-16,8-3-44 0,0-3-442 0,0 2-576 15</inkml:trace>
  <inkml:trace contextRef="#ctx0" brushRef="#br0" timeOffset="41191.53">9417 2827 2929 0,'6'-17'2'0,"-2"5"73"0,0 2 64 0,-2 3 42 16,2 2 18-16,-4 5-3 0,1-9-3 16,-1 9 7-16,0 0 29 0,0 0 27 0,25 24 7 15,-10 0 12-15,5 3-36 16,-2 6-12-16,5 6-18 0,0 6-20 0,0-2-19 16,-1 3-11-16,-2-5-18 0,3 0-12 15,-8-12-15-15,1-3-13 0,-5-5-23 0,-3-6-13 16,-1-1-33-16,-3-3-33 0,2-3-28 15,-5-2-32-15,-1-6-57 0,4 6-63 16,-4-6-81-16,0 0-76 0,0 0-76 0,0 0-99 16,-13-20-134-16,4 8-69 0,-5-3 75 15,-5-4-403-15,-4-2-517 0</inkml:trace>
  <inkml:trace contextRef="#ctx0" brushRef="#br0" timeOffset="41342.19">9376 3147 2775 0,'-10'4'43'0,"10"-4"80"16,-10 2 52-16,10-2 58 0,0 0 44 15,0 0 45-15,0 0 39 0,0 0-3 16,0 0-17-16,0 0-32 0,0 0-33 16,31-11-28-16,-10 3-23 0,2 1-53 0,9 0-83 15,1 0-101-15,-5 1-100 0,-3-1-125 16,-1 2-132-16,-1-1-153 0,1 4-231 16,-8-3 45-16,4 4 82 0,-7-1-390 0,0 1-492 15</inkml:trace>
  <inkml:trace contextRef="#ctx0" brushRef="#br0" timeOffset="41672.94">9779 2966 2798 0,'0'-10'139'0,"-2"2"88"0,2 8 33 0,2-7 14 16,-2 7 18-16,0 0-2 0,0 0-6 16,0 0 29-16,0 0 8 0,0 0-9 15,27 13-20-15,-14 1-13 0,10 6-23 0,-2 4-21 16,-1-1-18-16,0 2-7 0,1 2-16 15,-4-5-13-15,-1-6-23 0,-5-2-12 16,-1-2-14-16,-3 0-9 0,3-4-14 0,-5 0-11 16,3-2-47-16,-2 1-51 0,0-1 0 15,-6-6 0-15,9 4 0 0,-9-4 0 0,0 0 0 16,0 0 0-16,25-18 0 16,-20 5 0-16,5-5 0 0,2-11 0 0,-5-4 0 0,1-3 0 15,1-1 0-15,-1-4 0 16,1 3 0-16,-1 1-109 0,-2 10-207 0,1 7-64 15,-1 4-68-15,0 1-61 0,-2 4-65 16,2 6-99-16,-5 2-125 0,-1 3 79 16,0 0-528-16,0 0-707 0</inkml:trace>
  <inkml:trace contextRef="#ctx0" brushRef="#br0" timeOffset="42189.54">10193 2856 3277 0,'-2'-12'-91'0,"2"2"42"16,0 1 39-16,0 1 25 0,2-1 25 16,0 2 31-16,0-1 25 0,-2 8 22 15,5-12 25-15,-3 5 19 0,2 2 22 0,-4 5 10 16,6-10 12-16,-6 10 1 0,2-7-2 15,-2 7-1-15,0 0-1 0,4-7-15 0,-4 7-1 16,0 0-17-16,0 0-11 0,0 0-19 16,2-7-16-16,-2 7-12 0,0 0-13 15,0 0 22-15,0 0 20 0,0 0 16 16,0 0 6-16,15 26 6 0,-12-13 7 16,1 6 13-16,-1 2 12 0,2 4 7 0,-3-2-2 15,0 2-100-15,-2 4-106 0,0-2 0 16,0 2 0-16,-2-3 0 0,0 1 0 0,2-3 0 15,-1-2 0-15,1-3 0 0,1-2 0 16,-1-3 0-16,2-2 0 0,2-1 0 0,0-2 0 16,3 0 0-16,3-3 0 0,3 0 0 15,7-3 0-15,-4 1 0 0,2-4 0 16,-4 1 0-16,6-1 0 0,-4 0 0 0,2-1 0 16,1-1 0-16,-6-1 0 0,-2 1 0 15,1 2 0-15,-12 0 0 0,20-4 0 16,-13 2 0-16,-7 2 0 0,0 0 0 0,17-2 0 15,-17 2 0-15,12 0 0 0,-12 0 0 16,0 0 0-16,0 0 0 0,11 2 0 16,-11-2 0-16,0 0-27 0,0 0-1051 0,-21 17 103 15,6-5-1103-15,1-4-1491 0</inkml:trace>
  <inkml:trace contextRef="#ctx0" brushRef="#br0" timeOffset="43139.3">10613 2368 5683 0,'-25'-22'-367'0,"-13"-7"39"0,-7 2 35 16,-8 2 39-16,-3-1 46 0,-5 4 37 0,-7 4 36 16,-2 10 24-16,-2 5 21 0,-7 10 25 15,-18 18 15-15,-1 14 28 0,1 13 18 16,2 14 29-16,6 14 21 0,1 5 22 15,8 12 29-15,6 1 29 0,9 7 6 16,9-3 22-16,9-4 10 0,15-4 10 0,13-3 17 16,13-19 7-16,12-1-1 0,11-5-7 15,23 6-3-15,15-9-9 0,10-10-10 16,9-10 1-16,17-7-22 0,7-9-15 0,10-15-13 16,5-6-5-16,5-8-17 0,6-12-13 15,0-8-33-15,-4-4-29 0,-4-11-24 0,-6-4-10 16,-2-9-1-16,-10-6-1 0,-6-8 0 15,-10-10-5-15,-10-3 7 0,-11-6-3 0,-9-2-1 16,-14-4 0-16,-11-4 1 0,-15 0-3 16,-13 13-1-16,-20-16-4 0,-13 3-1 0,-16 4-1 15,-13 11 2-15,-15 12-2 0,-14 18-3 16,-14 15-9-16,-8 18-30 0,-8 15-30 16,-6 12-40-16,-1 16-65 0,2 11-76 15,12 9-84-15,0 4-122 0,12 4-247 16,11-3 36-16,17-3 81 0,12-2-331 0,18-8-424 15</inkml:trace>
  <inkml:trace contextRef="#ctx0" brushRef="#br0" timeOffset="45022.29">9766 6053 2474 0,'-17'1'-16'0,"2"2"43"0,1 1 39 16,-1 0 28-16,3-2 35 0,0-2 30 0,0 3 42 16,-1-2 27-16,1 1 21 15,0 0 11-15,1-2 1 0,11 0-11 0,-17 2-3 16,17-2-6-16,-15 2-15 0,15-2-11 15,0 0-13-15,-18 0-3 0,18 0-15 0,0 0-10 16,0 0-16-16,0 0 2 0,-5 5 4 16,5-5-2-16,0 0 0 0,46 10-6 15,-6-5-11-15,10-2-8 0,18-1-17 0,13 2-13 16,7-6-10-16,37 2-10 0,12-6-2 16,4 2-14-16,13 0 6 0,6-3 13 15,5 1 1-15,2 2-39 0,-7-1-52 0,-12 2 0 16,-12 3 0-16,-14 0 0 0,-32 0 0 0,-16 0 0 15,-12 3 0-15,-14-2 0 0,-8-1 0 16,-9 0 0-16,-6 0 0 0,-9 0 0 0,-2 0 0 16,1 0 0-16,-1-1 0 15,-14 1 0-15,18 0 0 0,-18 0 0 0,16 0 0 16,-16 0 0-16,0 0 0 0,16-3 0 16,-16 3 0-16,7 0 0 0,-7 0 0 0,0 0 0 15,0 0 0-15,13 0 0 0,-13 0-420 16,0 0-304-16,4 8-206 0,-4-8 77 0,0 0 96 15,0 0-776-15,0 0-977 0</inkml:trace>
  <inkml:trace contextRef="#ctx0" brushRef="#br0" timeOffset="45488.65">11938 5937 4181 0,'-13'-8'-64'0,"6"1"53"0,-1 1 43 0,0 2 42 16,3-1 35-16,-1 1 39 0,6 4 20 0,-8-7 14 15,4 4 1-15,4 3-3 0,0 0-5 16,-5-8-7-16,5 8-3 0,0 0-2 0,-8-6 2 16,8 6-18-16,0 0-5 15,0 0-17-15,0 0-5 0,0 0 25 0,0 0 24 0,0 0 19 16,0 0-6-16,23 33-11 15,-2-13-9-15,6 6-12 0,5 7-15 0,7 2-12 16,-7-2-12-16,2 4-12 0,-3-5-95 16,-5 2-4-16,-9-5 0 0,-3-3 0 0,-5-4 0 15,-3 0 0-15,-6-3 0 0,-6 4 0 16,-5 4 0-16,-5 1 0 0,-5 1 0 0,-8 2 0 16,6-7 0-16,-13 5 0 0,9-7 0 15,-4-1 0-15,1-1 0 0,3-1 0 16,4-4 0-16,5-1 0 0,5-4 0 0,4-3 0 15,-1 1 0-15,4-4 0 0,1 2 0 16,5-6 0-16,-9 7 0 0,2-4 0 16,7-3 0-16,-5 5 0 0,5-5 0 15,0 0 0-15,-6 4 0 0,6-4 0 0,0 0 0 16,0 0 0-16,0 0 0 0,0 0 0 16,0 0 0-16,0 0 0 0,0 0-638 0,0 0-220 15,23-16-55-15,-19 11 99 0,3-3-876 16,-5 2-1124-16</inkml:trace>
  <inkml:trace contextRef="#ctx0" brushRef="#br0" timeOffset="49521.14">10299 5150 4298 0,'4'-12'-189'0,"1"2"63"15,-3 3 59-15,0 0 54 0,-1 0 50 16,-1 7 44-16,2-12 41 0,-2 12 29 16,0-8 12-16,0 8 2 0,0 0-8 0,0-9-4 15,0 9 8-15,0 0 38 0,0 0 27 16,-21 34-7-16,6-5 10 0,-6 9-7 0,0 6-14 15,0-1-12-15,2-2-15 0,5-7-13 16,3 0-11-16,0 0-17 0,3-5-10 16,2-2-15-16,2-8-12 0,2-4-9 15,-1 0-10-15,1-4-10 0,0 2-5 0,0-4-7 16,0-2-8-16,1 1-8 0,-1-3-9 16,2-5-40-16,-5 9-62 0,5-9-64 0,-4 3-83 15,4-3-69-15,0 0-85 0,0 0-90 16,-9-17-92-16,9 7-146 0,2-2-97 15,-2-3 80-15,2-4-598 0,2-3-768 0</inkml:trace>
  <inkml:trace contextRef="#ctx0" brushRef="#br0" timeOffset="49755.64">10145 5000 3784 0,'-13'-2'-10'0,"1"2"47"0,12 0 36 15,-15-2 30-15,15 2 29 0,0 0 20 16,-17 0 6-16,17 0-7 0,0 0-5 0,0 0-6 16,0 0-9-16,0 0-18 0,37-10-10 15,-13 7-10-15,13-5-15 0,4 4-16 0,-1-1-45 16,-2 1-46-16,-5 2-76 0,-7 1-78 16,-5 2-82-16,-3 3-62 0,-5 1-77 15,-1 3-96-15,-7 1-118 0,-5 3 50 0,-1 7-270 16,-15 10-324-16</inkml:trace>
  <inkml:trace contextRef="#ctx0" brushRef="#br0" timeOffset="49987.61">9862 5730 2620 0,'-10'8'207'0,"4"-2"28"15,2-2 22-15,4-4 25 0,-4 5 25 16,4-5-2-16,0 0 16 0,0 0-1 0,0 0-14 15,0 0-26-15,27 0-28 0,-9-3-22 16,2 1-24-16,5-2-27 0,2 2-12 0,3 1-14 16,-5 1-20-16,4 0-25 0,-7 0-49 15,-1 0-54-15,2 0-53 0,-6 0-66 16,1 0-73-16,-3 0-74 0,-2 0-85 16,-2-3-100-16,5-1-153 0,-5-2-144 0,1-1 74 15,-4 3-528-15,-3-6-661 0</inkml:trace>
  <inkml:trace contextRef="#ctx0" brushRef="#br0" timeOffset="50437.6">10468 5322 3403 0,'3'-10'74'0,"1"1"64"0,0 2 18 0,-2 2 12 16,-2 5 8-16,0 0 2 0,3-7 34 15,-3 7 17-15,0 0 4 0,0 0-3 16,10 18-32-16,-8-8-11 0,0 2 5 0,-2 1-5 15,2 1-10-15,-2 3-21 0,0 0-13 16,0 1-17-16,0 0-10 0,-2-1-13 0,0 0-9 16,2-2-9-16,-2-1-8 0,1-2-2 15,1-2-11-15,0-2 5 0,-4 1 0 16,4-3 11-16,0-6-2 0,0 0-7 0,0 0-10 16,0 0-5-16,0 0-6 0,0 0-10 15,7-33-4-15,2 16-1 0,-1-3-8 16,0 3-2-16,1-1 6 0,-1 5-11 0,-1 1 5 15,2-2-11-15,-2 4-5 0,0 3 0 0,3 0-2 16,-2 4-3-16,-8 3 7 16,18 0-4-16,-18 0 3 0,23 8-6 0,-13 4 6 15,0-1-7-15,-1 3 0 0,0 3 0 16,2 1 5-16,-8-3-1 0,5 3-1 0,-7-1-1 16,3-1 0-16,2-3 2 0,-5-1 0 15,2-1-3-15,-1-1 2 0,0-1-6 0,0-2 2 16,0 0 2-16,-2-7-22 0,2 8-37 15,-2-8-69-15,0 0-62 0,0 0-60 0,0 0-65 16,0 0-89-16,0 0-90 16,1-22-100-16,1 12-168 0,2-6 8 0,1 0 92 15,4-1-539-15,-2-1-661 0</inkml:trace>
  <inkml:trace contextRef="#ctx0" brushRef="#br0" timeOffset="50820.86">11039 5228 3070 0,'0'0'-70'0,"0"-12"48"0,0 12 38 0,0-7 38 0,0 7 28 16,-6-9 30-16,6 9 12 0,0 0-8 15,-7-6-1-15,7 6-2 0,0 0 12 16,-24 2 7-16,13 4 10 0,-1 1 6 16,-4 0-4-16,-1 2-4 0,1 3-10 15,4-3-12-15,-1 2-11 0,4-4-6 0,4 2-8 16,-1-3 7-16,3 3 7 0,3-2 11 15,0-7 8-15,5 13 8 0,2-6-2 0,-1 2 4 16,1-2 0-16,4-1 16 0,-2 3-6 16,0-1-8-16,1 1-6 0,1 2-7 0,-2-2-5 15,0 0-1-15,-2 2 1 0,1-3 1 16,-5 2 1-16,1 1-2 0,0-1-8 0,-4-2-4 16,0 1-6-16,-4 2-9 0,-2-2-13 15,-1 4-5-15,2-3-8 0,-8-1-7 16,2-1-60-16,0 1 0 0,-1-6 0 15,1 1 0-15,-3-2 0 0,14-2 0 0,-22-6 0 16,8 0 0-16,3-5-135 0,1 3-105 16,1-2-72-16,1-2-93 0,1 3-104 15,2-1-111-15,2-2-175 0,3 1 22 0,2 1 85 16,-1-1-575-16,6 3-724 0</inkml:trace>
  <inkml:trace contextRef="#ctx0" brushRef="#br0" timeOffset="51554.4">11312 5276 3274 0,'0'0'-12'0,"0"0"66"0,0 0 49 0,-19 15 47 0,19-15 32 16,-6 11 31-16,4-6 22 0,2-5 8 15,-2 10 11-15,2-10 11 0,2 12 2 0,2-7-1 16,1 0-18-16,-5-5-19 0,13 7-17 15,-1-4-22-15,-1-1-19 0,-11-2-17 16,31-2-16-16,-13-1-14 0,-2 0-13 0,4-3-4 16,-3 0-18-16,2-1-13 0,-6 0-8 15,0-3-7-15,-2 3-5 0,0-2-3 0,-6 2-12 16,-1 1-6-16,-2-1-2 16,-2 7-4-16,-8-12-9 0,-1 7 2 0,9 5-4 15,-23 0-3-15,5 3 3 0,-4 2-1 16,-6 7-2-16,-1 3-6 0,2 3 1 0,0 2-3 15,4 2-1-15,5-1 8 0,2 1-4 16,5 0-3-16,5-4 3 0,0-2 4 0,6-3-4 16,2 1 3-16,3-1 3 0,6 3-1 15,3-4 1-15,6-3-5 0,1-1 0 0,8-4-2 16,-4-3 3-16,14-2 0 0,1-5-4 16,-4 0 0-16,-2 0 15 0,-7-2 19 15,-4 1 12-15,-2-1-54 0,-4-4 0 0,1 1 0 16,-6-3 0-16,1-1 0 0,-6-3 0 15,0 1 0-15,-5-7 0 0,2-1 0 16,-2-1 0-16,-4-12 0 0,0 8 0 16,0 6 0-16,-2 1 0 0,3 4 0 0,-3 3 0 15,2 5 0-15,-2 1 0 0,3 4 0 16,-6 3 0-16,7 3 0 0,0 0 0 0,0 0 0 16,0 0 0-16,0 0 0 0,0 0 0 15,0 0 0-15,0 0 0 0,0 0 0 0,0 0 0 16,52 1 0-16,-25-2 0 0,-1 2 0 15,1 1 0-15,-2 2 0 0,-5 2 0 0,4 4 0 16,0 5 0-16,-9 1 0 0,-1 1 0 16,-5 0 0-16,1 3 0 0,-9 1 0 15,4 1 0-15,-1 2 0 0,-2 0 0 16,-2 1 0-16,0-4 0 0,-2 0 0 0,0-3 0 16,2 1 0-16,-2-3 0 0,2-3 0 15,0 0 0-15,0-3 0 0,-2-2 0 16,2 0 0-16,0-2 0 0,0-6 0 0,2 6 0 15,-2-6 0-15,0 0 0 0,0 0-507 16,20-26-233-16,-9 7-187 0,3-10 71 0,4-2 99 16,4-12-741-16,-1 0-944 0</inkml:trace>
  <inkml:trace contextRef="#ctx0" brushRef="#br0" timeOffset="51787.23">12213 4791 4072 0,'-4'-21'-25'0,"2"5"85"0,-1 4 61 0,1 2 41 0,0 3 27 0,0 0 13 0,2 7 5 0,0 0 53 16,0 0 19-16,0 0 11 0,-19 31 10 16,11-9-8-16,-1 13 1 0,-1 4-25 0,1 10-18 15,-1 3-24-15,5 4-18 0,0-12-22 16,3 2-16-16,0 0-18 0,1-5-123 16,-3 3-29-16,2-3 0 0,2-3 0 0,-4-3 0 15,4-6 0-15,-1-4 0 0,1-5 0 0,-6 1 0 16,1-4 0-16,0 1-286 15,1-6-82-15,0-1-79 0,-3-1-73 0,3-2-62 16,-1-5-39-16,5-3-25 0,0 0 6 16,0 0-748-16,-21-15-841 0</inkml:trace>
  <inkml:trace contextRef="#ctx0" brushRef="#br0" timeOffset="51937.7">12022 5450 3551 0,'-5'-9'-105'0,"-1"0"81"16,5 3 69-16,-6 0 70 0,7 6 53 16,-6-9 51-16,6 9 35 0,-5-4 20 0,5 4 19 15,-2-8 1-15,2 8-22 0,0 0-23 16,0 0-16-16,0 0-26 0,7-10-17 0,-7 10-23 15,14-2-21-15,-14 2-26 0,21-4-71 16,-7 3-75-16,2-1-82 0,5 0-104 16,-1-1-121-16,2 0-149 0,3-3-209 0,2 0-51 15,5-1 91-15,0 3-530 0,7 0-646 16</inkml:trace>
  <inkml:trace contextRef="#ctx0" brushRef="#br0" timeOffset="52221.1">12951 4871 3123 0,'-12'-4'0'0,"-1"4"59"16,13 0 58-16,-29 9 44 0,12 3 38 0,-10 11 34 16,-4 8 22-16,8 8 18 15,-1 4-8-15,-1-1 13 0,8 4-4 0,2 3-6 16,4-1-18-16,6-9-20 0,4 2-19 15,1 1-23-15,4-3-16 0,4 0-16 16,-1-6-16-16,4-2-10 0,1-4-18 0,-3-2-23 16,0-7-39-16,2-1-55 0,-2-4-53 15,0-5-55-15,5 0-79 0,-3-4-74 0,5-1-103 16,-1-4-123-16,2-3-183 0,3-4-79 16,7-4 81-16,2-5-564 0,-6-2-698 15</inkml:trace>
  <inkml:trace contextRef="#ctx0" brushRef="#br0" timeOffset="52788.67">13489 5036 3602 0,'5'-5'124'0,"-1"-1"60"0,0 1 34 16,-4 5 31-16,5-7 60 0,-5 7 24 15,4-6 20-15,-4 6 2 0,0 0-7 0,0 0-13 16,3-7-18-16,-3 7-10 0,0 0-27 16,0 0-23-16,-14-5-27 0,14 5-19 15,-22-2-32-15,10 2-179 0,12 0 0 16,-31 0 0-16,13 0 0 0,6 0 0 0,-2 0 0 16,1 2 0-16,-3-2 0 0,16 0 0 15,-25 1 0-15,18 1 0 0,7-2 0 0,-20 2 0 16,20-2 0-16,-14 0 0 0,14 0 0 15,-18 2 0-15,18-2 0 0,-15 5 0 16,6-2 0-16,1 4 0 0,-2-2 0 0,-1 4 0 16,1-3 0-16,5 3 0 0,-5 3 0 15,7-2 0-15,-1 0 0 0,4 3 0 0,4-1 0 16,-2-3 0-16,5 5 0 16,0-2 0-16,5 3 0 0,3-1 0 0,1-3 0 15,-1 3 0-15,0-2 0 0,2 1 0 16,0-1 0-16,-2 2 0 0,1-3 0 0,-1 2 0 15,-1-1 0-15,-7 0 0 0,2-3 0 16,0 1 0-16,-6 0 0 0,1 1 0 0,0-3 0 16,-4 1 0-16,-4-1 0 0,2 2 0 15,-2-2 0-15,-4 0 0 0,1 1 0 0,-4-1 0 16,-3-3 0-16,-1 2 0 0,1-2 0 16,1-1 0-16,-1-3 0 0,3 2 0 0,11-3 0 15,-25-6 0-15,16 2 0 16,-2-1 0-16,1-1 0 0,2-2 0 0,-1 0 0 0,5-1 0 15,0 1 0-15,2 1-359 0,0-2-296 16,4 1-129-16,4-1-99 0,0 1 79 16,3-1-797-16,5 1-1040 0</inkml:trace>
  <inkml:trace contextRef="#ctx0" brushRef="#br0" timeOffset="53137.44">13583 5157 4264 0,'0'0'-88'0,"4"-7"51"0,-4 7 50 0,0 0 63 16,0 0 54-16,0 0 41 0,0 0 23 16,4 20 10-16,-4-11 19 0,-2 4 7 15,2 1 5-15,-2 1-4 0,2 4-1 16,0-5 5-16,2 5 1 0,0-3-1 0,2 0-6 16,1-3-2-16,-1 3-11 0,5-4-2 15,1-2-19-15,3 0-14 0,1-4-34 16,-1 0-147-16,7-4 0 0,-4 0 0 0,2-2 0 15,-2-2 0-15,0 0 0 0,2-1 0 16,-5-4 0-16,0 0 0 0,-1-3 0 0,-1-4 0 16,-4-3 0-16,1-3 0 0,-2-1 0 15,-2-12 0-15,-3 4 0 0,1 6 0 16,-4-1 0-16,1 4 0 0,-3 4 0 16,-2 2 0-16,-6-2 0 0,1 7 0 0,-3-1 0 15,0 3 0-15,-6 4-97 0,5 2-504 16,0 1-161-16,-4 0-151 0,-2 3 79 0,3-2-861 15,7 1-1130-15</inkml:trace>
  <inkml:trace contextRef="#ctx0" brushRef="#br0" timeOffset="53387.36">13945 4792 4784 0,'10'-15'70'0,"-1"4"57"15,-1 1 34-15,-3 5 49 0,5 2 62 0,-10 3 41 16,21 1 13-16,-6 4 21 0,12 11 14 15,0 6 17-15,9 14 4 0,0 6-30 16,-4 7-244-16,-7 6-108 0,-12 5 0 16,-11 3 0-16,-9 7 0 0,-12 20 0 0,-6-1 0 15,-3-3 0-15,-5-5 0 0,8-20 0 16,-5-3 0-16,3-5 0 0,-1-4 0 0,-7-4 0 16,5-10 0-16,-1-2 0 0,5-8 0 15,1-4 0-15,-2-4 0 0,7-7-698 0,2-8-291 16,5 0 106-16,3-4-1029 0,10 2-1333 15</inkml:trace>
  <inkml:trace contextRef="#ctx0" brushRef="#br0" timeOffset="60669.66">18209 2172 1010 0,'0'0'258'16,"12"0"-21"-16,-12 0-12 0,0 0-4 0,0 0-6 15,0 0 18-15,0 0 7 16,0 0 0-16,0 0 17 0,12-3 15 0,-12 3 5 16,0 0 1-16,0 0 4 0,0 0 4 15,0 0-7-15,0 0 6 0,0 0-4 0,0 0 2 16,0 0-17-16,0 0-8 0,0 0-16 16,0 0-15-16,0 0-18 0,0 0-18 15,0 0-18-15,0 0-16 0,0 0-17 0,0 0-15 16,0 0-15-16,0 0-17 0,0 0-8 15,-37-5-8-15,19 10-11 0,-5 3-1 0,-9 6-17 16,-15 5-48-16,0 3 0 0,1 2 0 16,-3 5 0-16,1 3 0 0,3-3 0 15,-3 6 0-15,4 3 0 0,6 2 0 16,3-1 0-16,9-1 0 0,7-7 0 16,3 2 0-16,7-4 0 0,5-4 0 0,6-4 0 15,4 1 0-15,1-3 0 0,11 3 0 16,1-3 0-16,5-2 0 0,7-5 0 0,-1-2 0 15,1-5 0-15,-5-3 0 0,1-2 0 16,-4 0 0-16,0-3 0 0,-6-1 0 0,3-3 0 16,-6 0 0-16,0 1 0 0,-1-6 0 15,-1-2 0-15,-3 1 0 0,-1-3 0 0,-5 1 0 16,-1 1 0-16,0-1 0 0,-2 6 0 16,-2-3 0-16,-1 2 0 15,-7 4 0-15,-1 1 0 0,-3 1 0 0,0 4 0 0,-6 0 0 16,-1 3 0-16,-1 0 0 15,2 2 0-15,-1-1-250 0,6 2-402 0,1 0-114 16,3-4-142-16,8 2 79 0,3-4-799 16,0 0-1066-16</inkml:trace>
  <inkml:trace contextRef="#ctx0" brushRef="#br0" timeOffset="61285.36">18784 2249 4195 0,'7'-5'-140'0,"3"-2"67"0,-4 2 64 0,0 0 56 15,-6 5 66-15,7-9 52 0,-7 9 47 0,6-6 40 16,-6 6 30-16,0 0 10 0,0-9-16 15,0 9-25-15,0 0-24 0,-22-8-16 16,4 6-18-16,-5 0-14 0,-6 2-19 0,1-2-13 16,-1 2-17-16,2 2-10 15,1 0-13-15,3-2-13 0,4 0-9 0,4 2-9 16,-1-2-9-16,3 1-4 0,13-1-3 16,-21 2-4-16,21-2 1 0,-17 0-12 0,17 0 0 15,-13-2-7-15,13 2 1 0,0 0-10 16,-16 0-3-16,16 0-5 0,0 0-4 0,-15 0-4 15,15 0-5-15,0 0-9 0,-11 7 1 16,11-7 3-16,-6 9-6 0,4-3 2 16,-4 3 6-16,4 1-3 0,0 2 0 15,2 0 2-15,-1 3 0 0,2 3-4 16,3 1 0-16,4 2 0 0,5 5 0 0,2 1 0 16,6-2 0-16,1 2 0 0,3 0 0 15,-1-2 0-15,1-1 0 0,-4-1 0 0,-2-2 0 16,-4-2 0-16,-4-3 0 0,-1-3 0 15,-2-1 0-15,-1 0 0 0,-1-1 0 0,-2-1 0 16,-4-2 0-16,0 0 0 0,0-8 0 16,-4 15 0-16,-4-9 0 0,-1 0 0 15,-5 0 0-15,-1-1 0 0,0-1 0 0,-4-2 0 16,3 0 0-16,0-4 0 0,-4 2 0 16,-1-3 0-16,5 0 0 0,-6-1 0 0,6-1 0 15,-4 0 0-15,-3 0 0 16,5-1 0-16,-2 0 0 0,1 3 0 0,0-1-323 15,4-4-385-15,-2 4-156 0,3-1-26 16,5-2 76-16,2 0-748 0,0 0-1004 0</inkml:trace>
  <inkml:trace contextRef="#ctx0" brushRef="#br0" timeOffset="61719.63">18291 2002 3999 0,'-31'-5'-152'0,"3"2"46"0,-5 3 27 15,-13 3 32-15,-11 9 40 0,-4 4 37 0,-6 5 61 16,-13 16 19-16,-1 8 25 0,-3 9 0 16,0 6 4-16,1 9-3 0,9 7 2 0,2 4 6 15,11 4-2-15,4-1-6 0,15-3-9 16,11-3-10-16,18-9-11 0,9-2 14 15,10 1 0-15,11-6 5 0,21 10-4 0,10-7-15 16,18-4 12-16,16-11-15 0,15-4-8 16,12-11-11-16,11-9-10 0,2-8-7 15,6-5-26-15,-3-12-16 0,1-10-13 0,-2-5-8 16,-8-9-6-16,-3-5 0 0,-9-9 0 0,-7-10 6 16,-13-4 8-16,-5-3 18 15,-7-8 24-15,-11-7 14 0,-7-10 20 0,-10-3-3 16,-10-6-13-16,-9-5-11 0,-10-4-4 15,-15 19-10-15,-13-15-12 0,-16 8-6 16,-10 9-29-16,-13 12-21 0,-13 10-31 0,-10 12-29 16,-11 11-29-16,-7 12-37 0,14 14-41 15,-9 8-49-15,-25 13-83 0,0 12-64 0,5 8-80 16,3 8-107-16,3-1-139 0,10 10 56 16,14-5-437-16,4 5-560 0</inkml:trace>
  <inkml:trace contextRef="#ctx0" brushRef="#br0" timeOffset="62235.5">17764 3517 3068 0,'10'-11'51'0,"0"1"52"0,-3 2 40 0,-2-1 41 15,4 1 35-15,-4 0 28 0,3 1 23 0,-5 1 12 16,1 1 4-16,-4 5-18 0,7-11-17 15,-7 11-34-15,5-4-23 0,-5 4-12 0,0 0-18 16,0 0 15-16,-19 23 12 0,-3 3-5 16,-10 8-3-16,-4 6 10 0,-4 4 1 15,-17 14 2-15,-2 3-7 0,-4 0-2 16,0 1-10-16,4 1 2 0,0-1-171 16,4-5-8-16,8-13 0 0,10 1 0 0,1-6 0 15,5-5 0-15,6-6 0 0,7-4 0 16,-2-2 0-16,7-7 0 0,3-3 0 0,5-3 0 15,-3-2 0-15,3 0 0 0,0-1 0 16,1 0 0-16,4-6 0 0,-5 6 0 0,5-6 0 16,-6 7 0-16,6-7 0 0,0 0 0 15,-3 2 0-15,3-2 0 0,0 0 0 0,0 0 0 16,0 0 0-16,0 0 0 0,0 0-311 16,-8-15-514-16,4 9-125 0,-2 0 93 15,-1-2-928-15,-3-5-1214 0</inkml:trace>
  <inkml:trace contextRef="#ctx0" brushRef="#br0" timeOffset="63101.89">16631 4811 4504 0,'11'-8'-194'0,"-6"2"72"16,4 1 66-16,-8 0 56 0,3 1 48 0,-4 4 39 15,0 0 29-15,6-6 33 0,-6 6 24 16,0 0 24-16,0 0 17 0,-33 20 6 0,5-1 25 16,-8 12 15-16,-9 6 14 0,0 4 2 15,-10 15 8-15,-3 2-9 0,8 0-16 0,9-12-6 16,5 3-15-16,3-3-17 0,9-3-15 15,2-2-142-15,11-9-64 0,9-3 0 0,1-3 0 16,2-9 0-16,7 3 0 16,4-5 0-16,4-1 0 0,13-3 0 0,0-5 0 15,-3-2 0-15,5-6 0 0,7-2 0 16,-2-2 0-16,-8 1 0 0,-6-3 0 0,-3 2 0 16,0-4 0-16,-6 4 0 0,-3-5 0 15,-5 1 0-15,-3 0 0 0,0 1 0 0,-4-5 0 16,-2 4 0-16,-5 0 0 0,2 1 0 15,-5 1 0-15,-3 3 0 0,-1 3 0 0,3 2 0 16,-6 2 0-16,-2 3 0 0,0 3 0 16,-2 1 0-16,6 1 0 0,-2 0 0 15,4 2 0-15,2-3 0 0,3-1 0 16,0 2 0-16,6-6 0 0,3 0-598 0,1-4-198 16,0 0-115-16,0 0 84 0,0 0-894 15,36-22-1153-15</inkml:trace>
  <inkml:trace contextRef="#ctx0" brushRef="#br0" timeOffset="63437.62">16960 5107 5048 0,'0'0'39'0,"-38"7"52"0,17 4 49 0,-6 6 50 15,-5 2 56-15,-4 8 28 0,-3 2 2 16,5 2-10-16,5 2-11 0,1 1-26 0,8-6-21 15,4-3-20-15,7-1-19 0,3-3-15 16,4-4-15-16,4 1-14 0,7-1-14 16,4-5-68-16,8-3-43 0,4-1 0 0,2-6 0 15,17-2 0-15,-2-6 0 0,2-5 0 16,-7-1 0-16,0-2 0 0,-9-3 0 0,-1-3 0 16,-6-1 0-16,-5-4 0 0,-9 1 0 15,-5 0 0-15,-7-12 0 0,-6-2 0 0,-11-4 0 16,-3 3 0-16,-3 2 0 0,-5 6 0 15,-3 6 0-15,4 5 0 0,-3 7-32 0,-3 4-206 16,0 6-45-16,0 1-68 16,3 2-91-16,-1 5-80 0,-2 2-110 0,4 0-159 0,0 3 71 15,1 0 69-15,10-2-549 16,2-2-665-16</inkml:trace>
  <inkml:trace contextRef="#ctx0" brushRef="#br0" timeOffset="63836.05">16568 4456 3566 0,'-41'2'68'0,"-13"8"25"0,-7 13 32 0,-20 14 53 16,3 15 44-16,-7 10 32 0,3 13 21 0,-3 7-3 15,5 13 7-15,8 11 6 0,-10 35-4 16,29-30-15-16,14 3-11 0,14-1-12 15,12 1-17-15,19-8-21 0,15-5-15 16,15-10-19-16,22-10-15 0,14-12-17 0,14-14-17 16,12-13-28-16,11-14-45 0,10-15-54 15,1-14-23-15,0-13-14 0,-4-12 6 0,-4-8 7 16,-7-7 0-16,-8-5 3 0,-13-5 17 16,-6-7 17-16,-9-3 18 0,-10-7 20 0,-10-4 13 15,-8-1 2-15,-9-7-6 0,-11-4-4 16,-13 11-8-16,-6-4-11 0,-8 0-32 15,-11-13 0-15,-8 3 0 0,-11 10 0 0,0 26-5 16,-10 7-79-16,-8 9-48 0,-7 12-43 16,-4 8-51-16,-9 12-63 0,-4 6-93 15,-1 8-107-15,-17 10-133 0,23-3-175 0,9 1 66 16,5-3 85-16,13-9-583 0,6-3-691 16</inkml:trace>
  <inkml:trace contextRef="#ctx0" brushRef="#br0" timeOffset="64551.75">17930 3585 3438 0,'-3'-12'-8'0,"-6"-1"38"0,4 7 37 16,-1 0 36-16,1-1 29 0,5 7 28 15,-9-10 7-15,9 10-1 0,-5-4-8 0,5 4-3 16,0 0 14-16,0 0 5 0,-6 24 3 16,10-2 11-16,10 11 19 0,13 13 18 0,9 3 0 15,25 17-4-15,13 1-20 0,13 3-40 16,10 2-14-16,43 19-6 0,3 2-13 15,3-3-8-15,8 2-17 0,0 0-10 0,-10-5-8 16,-39-24-7-16,1-2-6 0,-9-8 3 16,-11-2-11-16,-11-8-10 0,-26-11-4 15,-6-7 6-15,-15-7 23 0,-1-1 35 16,-8-5 17-16,-6-2-46 0,-2-5-85 0,1 1 0 16,-2 0 0-16,-5-1 0 0,3-2 0 15,-8-3 0-15,9 7 0 0,-9-7 0 0,6 4 0 16,-6-4 0-16,8 3 0 0,-8-3 0 15,0 0 0-15,0 0 0 0,0 0 0 0,0 0 0 16,5 3-135-16,-5-3-678 0,0 0-136 16,0 0 82-16,0 0-979 0,0 0-1271 0</inkml:trace>
  <inkml:trace contextRef="#ctx0" brushRef="#br0" timeOffset="64901.85">19505 5091 5510 0,'-39'4'134'0,"8"-4"61"0,6 0 35 16,5 2 17-16,3 0 20 0,4-2 7 0,-1 2 2 16,6 0-6-16,8-2 5 0,-3 6-17 15,3-6-16-15,14 7-229 0,10 1-13 0,10 2 0 16,6-1 0-16,0 3 0 15,5 8 0-15,-8-5 0 0,-6 4 0 0,-2 3 0 0,-9 4 0 16,-4 1 0-16,-9 4 0 16,-3-3 0-16,-4-1 0 0,-4 12 0 0,-3 1 0 15,-4-1 0-15,2-2 0 0,-6 7 0 16,1-10 0-16,3 0 0 0,-1-1 0 0,-1-2 0 16,2-4 0-16,-1-5 0 0,5-5 0 15,1-5 0-15,-1 3 0 0,1-5 0 0,0-1 0 16,2-2 0-16,1-2 0 0,3-5-529 15,0 0-352-15,0 0-29 0,0 0 91 0,0 0-899 16,9-35-1152-16</inkml:trace>
  <inkml:trace contextRef="#ctx0" brushRef="#br0" timeOffset="65085.22">19557 5600 4576 0,'-14'-4'87'0,"-4"3"75"15,3-1 66-15,1-2 66 0,1 3 48 16,13 1 36-16,-19-2 27 0,12 0-9 0,7 2-22 15,-13-3-32-15,13 3-33 0,0 0-37 16,0 0-246-16,0 0-26 0,36-15 0 0,2 6 0 16,13-1 0-16,4-6 0 0,4 2 0 15,4-1-125-15,-4-3-271 0,5 1-61 0,-1-2-43 16,1 1-24-16,-3-3-20 16,0 3 6-16,-4-5 22 0,-4 4 37 0</inkml:trace>
  <inkml:trace contextRef="#ctx0" brushRef="#br0" timeOffset="65401.88">20377 5289 3424 0,'30'-16'-170'0,"-8"3"91"16,-10 3 90-16,-3-2 60 0,-4 3 62 0,-1 3 36 15,0-4 21-15,-4 5 15 0,0 5 16 16,-10-14 0-16,5 6 0 0,-5 6-1 0,-3 0 0 16,-5 2-1-16,0 0 3 0,-11 4 5 15,-5 6-4-15,-5 3 0 0,7 3-13 16,-2 1-4-16,3 5-9 0,6-2-11 0,3 3-15 16,8-3-8-16,9-2-11 0,5-5-9 15,3 3-7-15,8-3-12 0,3 1 0 16,3-2 0-16,8 3-40 0,-4-1-84 15,4-1 0-15,-5-1 0 0,0 0 0 0,-6-7 0 16,-1 5 0-16,-2-2 0 0,-3 3 0 16,-1-3 0-16,-5 0 0 0,-2 3 0 0,-3-1 0 15,-8 4 0-15,-3 1 0 0,-10 2 0 16,0 1 0-16,-5-3 0 0,-2-3 0 0,-3-2 0 16,2 2 0-16,1-7 0 0,6-1 0 15,-3-2 0-15,4-1 0 0,3-2 0 0,-3-5 0 16,-8-2 0-16,0-9 0 0,5-2-840 15,2-2-135-15,5-4 105 0,0-3-1003 0,17 3-1296 16</inkml:trace>
  <inkml:trace contextRef="#ctx0" brushRef="#br0" timeOffset="65785.34">19724 4849 5362 0,'-48'-6'-97'0,"-21"10"52"15,-6 6 54-15,-25 11 62 0,1 10 67 16,-2 10 42-16,3 9 43 0,3 8 16 0,7 5 11 16,7 8-2-16,10 4-6 0,12 6-12 15,13 5-12-15,16 1-18 0,16-15-11 0,12 1-18 16,16-1-28-16,20 18-14 0,16-8-38 16,19-6-91-16,10-6 0 0,14-13 0 15,9-4 0-15,2-7 0 0,5-9 0 16,4-8 0-16,3-10 0 0,2-9 0 0,4-10 0 15,10-3 0-15,-3-9 0 0,1-8 0 16,-12-16 0-16,-13-9 0 0,-10-8 0 0,-7-6 0 16,-14-13 0-16,-8-4 0 0,-8-5 0 15,-10-4 0-15,-14-2 0 0,-11 0 0 0,-19 13 0 16,-16 5 0-16,-19-18 0 0,-14 10 0 16,-18 6 0-16,-14 7 0 0,-18 12 0 0,-11 15 0 15,-7 11 0-15,-7 12 0 16,-4 14 0-16,4 11 0 0,8 11-329 0,5 12-190 15,9 3-167-15,9 2-208 0,9 0 82 16,7 4 99-16,23-12-728 0,3 0-892 0</inkml:trace>
  <inkml:trace contextRef="#ctx0" brushRef="#br0" timeOffset="66901.08">16371 6104 4192 0,'8'-8'-12'0,"-8"6"18"16,0 2 46-16,0 0 37 0,-42 27 38 15,0 6 43-15,-21 15 31 0,-6 10 25 0,-10 6 24 16,-11 7 11-16,2 6 7 0,-3 4 1 15,1 0-2-15,4-1 2 0,0-3-9 16,7 0-9-16,4-5-10 0,12-6-13 16,6-6-17-16,15-14-16 0,8-3-25 0,4-3-170 15,1-4 0-15,8-11 0 0,2-2 0 16,7-3 0-16,1-6 0 0,1-2 0 0,5-2 0 16,-3-3 0-16,3 0 0 0,-1-2 0 15,2 1 0-15,-2-2 0 0,0 0 0 0,6-4 0 16,-7 6 0-16,3-1 0 0,4-5-307 15,-7 7-282-15,4-3-163 0,3-4-122 0,-5 7 77 16,5-7-860-16,-6 3-1094 0</inkml:trace>
  <inkml:trace contextRef="#ctx0" brushRef="#br0" timeOffset="67551.33">14801 7875 4423 0,'6'-10'-107'0,"-1"1"46"0,-3 3 50 0,-2-3 50 16,-2 1 33-16,1 4 36 0,-7-5 33 0,-2 4 17 15,-1-2 17-15,-5 2-2 0,0 2 3 16,-4 1-9-16,0 2-3 0,-7 2-2 0,-10 2 0 16,1 7-6-16,2 1 4 0,-8 7-15 15,6-2-23-15,-4 7-7 0,-2 3-16 0,8-1-8 16,5-4-12-16,12 2-4 0,2-4-12 16,8-4-3-16,7 0-2 0,1-2-11 15,12 1 2-15,12 3-5 0,9-1-1 0,15 3-4 16,-1-4-19-16,4 0 16 0,-3 0-6 15,-3 0 2-15,-10-3 5 0,-11-6 38 0,-3 3 26 16,-9 2 34-16,-1-1 37 0,-11-1-5 16,-2 1-167-16,-8 3 0 0,-6-2 0 15,-8 8 0-15,-5-2 0 0,-5 0 0 0,1-2 0 16,0 0 0-16,-8-2 0 0,3 0 0 16,-1-4 0-16,2 0 0 0,2-1 0 0,5-7 0 15,6 3 0-15,4-4 0 0,2-1 0 16,1-3 0-16,2-1 0 0,4 1 0 15,-2-2 0-15,7-2 0 0,3 0 0 16,6-1 0-16,3-4-380 0,14-5-301 0,6-2-72 16,13-5-113-16,2 3 81 0,7-6-822 15,5-1-1048-15</inkml:trace>
  <inkml:trace contextRef="#ctx0" brushRef="#br0" timeOffset="67900.81">15128 7918 4258 0,'11'-12'-104'16,"-8"2"57"-16,-1-1 73 0,-2 5 42 15,-2-1 30-15,2 7 18 0,-5-9 18 0,-4 7 15 16,9 2 2-16,-22 2 8 0,1 5 6 16,-8 4 2-16,-5 2 6 0,0 4 8 0,-9 5 1 15,6 2-10-15,6-3-20 0,6 1-25 16,9-2-15-16,2 0-7 0,8-3-11 0,8-1 3 16,4-1-10-16,7 0-3 15,11 4-14-15,3 0 8 0,4-2-18 0,-1-2 3 0,3-1 2 16,-2 0 3-16,-5 0 9 15,-5-3 17-15,-3 0 17 0,-5-3 26 0,-4 1 28 16,-3 1 22-16,-2 0-77 0,-6 2-110 16,-2-5 0-16,-8 6 0 0,-2-1 0 0,-15 2 0 15,0 3 0-15,-7-5 0 0,-4 1 0 16,0-2 0-16,-2-6 0 0,0 3 0 0,2-4 0 16,0-3 0-16,5-4 0 0,-3-1 0 15,6-6 0-15,3-2 0 0,6-1 0 0,9 2 0 16,0-4-344-16,4-2-390 0,3-2-201 15,3-2 80-15,3-3 91 0,2 1-787 16,1-4-993-16</inkml:trace>
  <inkml:trace contextRef="#ctx0" brushRef="#br0" timeOffset="68300.67">14705 7503 4172 0,'-24'-17'-117'0,"-4"5"38"0,-8 3 47 0,-5 5 40 15,-2 8 40-15,-17 9 35 0,-1 13 39 16,-15 16 23-16,-2 14 27 0,3 4 9 0,1 13 12 16,1 7-1-16,3 9 9 0,7 7-9 15,6 0 4-15,10 4-10 0,10-5-9 0,17 0-14 16,11-20-16-16,16-5-13 16,9 0-13-16,17 8-14 0,9-9-13 0,16-6-10 15,8-8-22-15,14-8-1 0,9-8 14 16,15-8-10-16,-2-12-14 0,15-9-17 0,-3-12-15 15,-2-8-30-15,-5-9-17 0,-4-6 2 16,-6-8 3-16,-8-4 9 0,-5-6 5 0,-11-6 14 16,-8-9 14-16,-10-5 22 0,-6-7 21 15,-13-7 14-15,-11-10 5 0,-5-5-3 0,-18 11-7 16,-13-22-11-16,-13-5-6 0,-8 0-7 16,-16 5-4-16,-11 12-11 0,-11 16-2 15,-11 15-9-15,-16 16-15 0,-1 16-20 0,-8 15-26 16,18 16-23-16,-18 14-42 0,3 12-33 15,6 10-53-15,7 10-64 0,9 3-99 16,8 4-84-16,8-2-113 0,12 1-196 0,18-15 26 16,10-5 70-16,11-8-575 0,6-3-688 15</inkml:trace>
  <inkml:trace contextRef="#ctx0" brushRef="#br0" timeOffset="68884.61">16272 6297 3143 0,'-2'-13'-50'0,"2"-1"39"0,0 3 45 16,0-2 40-16,2 1 41 0,0 0 28 0,0-2 31 16,2 2 12-16,-3 2 0 0,6 2-5 15,-2 4 4-15,6 6 9 0,5 7 12 0,10 11 2 16,18 14 2-16,14 22 8 0,6 9-3 16,10 10-12-16,10 7-11 0,4 2-22 0,27 31-13 15,-28-24 31-15,27 26 12 16,-24-28 1-16,-1-3-25 0,5-1 7 0,-9-1-6 0,-6-5 4 15,-11-9-7-15,-12-6-17 16,-18-20-11-16,-10-2-71 0,-1-7-75 0,-9-9 0 16,-5-5 0-16,-6-6 0 0,1-1 0 15,0-6 0-15,-5 1 0 0,3-1 0 0,-2-2 0 16,-3-2 0-16,-1-4 0 0,0 0 0 16,0 0 0-16,0 0 0 0,11-18 0 0,-11 13-111 15,0 5-400-15,0 0-113 0,-2-10-192 16,2 10-26-16,-16-2 84 0,16 2-782 0,0 0-985 15</inkml:trace>
  <inkml:trace contextRef="#ctx0" brushRef="#br0" timeOffset="69285.12">17785 7782 4548 0,'0'0'52'0,"-17"-7"39"0,17 7 43 0,-36 15 35 16,3 2 34-16,-6 7 36 15,-6 5 17-15,2 3 15 0,-1 8 1 0,-2 2-5 0,5 2-9 16,-4 2-11-16,9 2-11 16,2-2-10-16,4 0-19 0,7 1-24 0,5-3-16 15,9-7-14-15,3-2-141 0,6-6-12 16,4-4 0-16,3-3 0 0,4-2 0 0,0-2 0 15,8 2 0-15,1-7 0 0,2-7 0 16,1 0 0-16,-7-4 0 0,7-4 0 0,-3 2 0 16,-2-6 0-16,2 0 0 0,-1-4 0 15,-2-1 0-15,-3-5 0 0,-3-1 0 0,-6 0 0 16,3-2 0-16,-8 2 0 0,0-2 0 16,-8 0 0-16,-1 0 0 0,-9-1 0 15,-7 1 0-15,0 5 0 0,-4 3 0 0,2 3 0 16,4 4 0-16,4 4 0 0,-2 0 0 15,2 4-164-15,1-2-407 0,6 4-110 16,0-6-172-16,12 0 29 0,0 0 80 16,0 0-737-16,0 0-928 0</inkml:trace>
  <inkml:trace contextRef="#ctx0" brushRef="#br0" timeOffset="69649.94">17766 8078 4239 0,'19'-14'88'0,"-2"0"43"0,-1 2 42 16,-2 0 33-16,2 1 21 0,-3 3 25 15,3 1 4-15,-1 0-10 0,-1 4-13 0,-2 2-22 16,2 1-16-16,-3 2-10 0,3 6-16 16,-3 0-13-16,-3 5-8 0,-3 5-21 15,-3 1-2-15,-6 3-4 0,-1 11-5 16,-8-1-5-16,-8 10-7 0,-1-3-6 0,0-2-6 0,7-9 2 16,2 0-6-16,2-8-88 15,6-4 0-15,1-1 0 0,4-3 0 0,4-3 0 16,1 3 0-16,4-4 0 0,-2 1 0 15,2-1 0-15,2 1 0 0,2-2 0 0,-4 1 0 16,-2-2 0-16,1 0 0 0,0 1 0 16,-3 0 0-16,-3 1 0 0,0 0 0 0,-4 1 0 15,-1 3 0-15,-7 0 0 16,-4 2 0-16,0 1 0 0,-9 2 0 0,-4 0 0 16,-2-3 0-16,-1 1 0 0,-5-3 0 15,-1-2 0-15,4-1 0 0,3-4 0 0,6-2 0 16,4-3 0-16,0-1 0 0,4-3 0 15,0-4 0-15,6-4-746 0,0 0-233 0,8-5 103 16,2-2-1025-16,8-12-1324 0</inkml:trace>
  <inkml:trace contextRef="#ctx0" brushRef="#br0" timeOffset="70054.33">17816 7656 4887 0,'-38'-4'-89'0,"-5"4"50"0,-14 9 58 16,-6 4 53-16,-1 10 54 0,-19 12 43 16,4 8 42-16,1 7 27 0,2 12 9 15,5 7 4-15,8 7-5 0,10 7-13 0,11 6-13 16,9 4-13-16,19 0-23 0,12-16-18 16,13-4-16-16,19 19-13 0,12-9-15 0,11-5-26 15,8-8-9-15,8-6-28 0,7-13-30 16,2-14-13-16,-9-13-4 0,23-1-4 0,-15-17 8 15,9-4-4-15,22-10-5 0,0-8 4 16,-10-9 3-16,-1-10-2 0,-13-1 10 16,-5-11 11-16,-7-5-33 0,-3-8 0 0,-9-7 0 15,-13-3 0-15,-10-8 0 0,0 1 0 16,-18 10 0-16,-5-7 0 0,-14-1 0 16,-9 0 0-16,-11-11 0 0,-12 6 0 0,-14 12 0 15,-15 8 0-15,-17 13 0 0,-13 11 0 16,-15 17 0-16,-2 9 0 0,12 10 0 0,-21 10 0 15,2 7 0-15,14 7-97 0,7 6-394 16,11 3-113-16,24-2-173 0,4 2-77 16,7-2 91-16,4 0-803 0,8-2-1009 15</inkml:trace>
  <inkml:trace contextRef="#ctx0" brushRef="#br0" timeOffset="71101.17">14420 9235 4216 0,'0'-10'-124'16,"0"0"32"-16,2 2 38 0,-2 2 36 15,0-1 47-15,0 7 31 0,-2-8 27 0,2 8 12 16,-2-8 5-16,2 8 3 0,0 0 32 16,-16 16 39-16,-6 11 29 0,-12 18 30 0,-20 20 8 15,-7 12 15-15,-10 4 7 0,-10 3 5 16,-5 5-1-16,-30 26-3 0,28-24 14 16,0-6 2-16,9 2 1 0,0-6-11 0,7-4-3 15,7-3-234-15,8-6-37 0,7-7 0 16,14-16 0-16,8-4 0 0,1-6 0 0,5-10 0 15,8-4 0-15,0-4 0 0,6-5 0 16,1 0 0-16,2-6 0 0,-1 2 0 0,1-5 0 16,3 1 0-16,2-4 0 15,0 0 0-15,0 0 0 0,-7-13 0 0,5 5 0 0,2 0 0 16,0 8 0-16,0-13-175 16,0 10-523-16,0 3-162 0,0 0-23 0,-11-3 96 15,11 3-841-15,-17 11-1068 0</inkml:trace>
  <inkml:trace contextRef="#ctx0" brushRef="#br0" timeOffset="71616.89">12917 10997 4233 0,'5'-5'-37'0,"-1"-3"45"0,0 3 24 0,-4 5 47 0,2-7 40 0,-2 7 34 0,0 0 28 16,-6-9 21-16,6 9 7 0,-14-3 8 16,14 3 0-16,-29 3 4 0,9 2-1 0,-16 8 2 15,-1 0 1-15,-6 10-11 0,-2-1-14 16,0 3-17-16,5 1-20 0,3 2-18 0,10-7-14 15,4 3-14-15,3-2-10 0,9-4-8 16,7 1-10-16,4-3-10 0,6-1-4 0,3 1-10 16,14 7-12-16,6-5-51 15,1 1 0-15,3-1 0 0,-1 2 0 0,0-4 0 16,-1 2 0-16,-1-5 0 0,-8-1 0 16,-8-2 0-16,2-1 0 0,-7 0 0 0,2 1 0 15,-6-2 0-15,-3 0 0 0,-2 2 0 16,-7-2 0-16,0 4 0 0,-8 0 0 15,-10 4 0-15,-1-1 0 0,-7-1 0 0,-1-2 0 16,0-2 0-16,0 1 0 0,0-3 0 16,4-3 0-16,4-3 0 0,5 0 0 15,0-4 0-15,-3-2 0 0,2-1 0 0,7 0 0 16,-2 0 0-16,9 1 0 0,0-4 0 16,6 1 0-16,4-1-233 0,7-3-726 15,5-1 12-15,13-5 106 0,6 2-931 0,4 1-1203 0</inkml:trace>
  <inkml:trace contextRef="#ctx0" brushRef="#br0" timeOffset="71949.49">13211 11253 4802 0,'0'0'-41'0,"0"0"38"0,0 0 44 0,-18-5 50 16,18 5 45-16,-23 9 36 0,5-1 20 15,2 4 12-15,-9 7 12 0,2 0-7 16,0 1-9-16,4 1-20 0,5-2-17 15,5-1-21-15,3-6-9 0,5 5-15 0,2-3-8 16,5 1-7-16,3-5-10 0,7 0-6 16,7-5-14-16,1-1-15 0,5-4-11 15,10-4-16-15,-2-3-4 0,-1-3-4 0,-3 2 4 16,-8-4-4-16,-9 3 3 0,2-2 8 16,-2-1 4-16,-9 1 3 0,-2-4-1 0,-3 1-2 15,-4-6 1-15,-3 0-6 0,-9-9-6 16,-1-1-3-16,-6 2-17 0,-4 2-6 0,1 0 0 15,-5 6-10-15,-1 3-18 0,-7 5-42 16,1 3-57-16,5 5-64 0,3 6-87 0,-1 0-112 16,2 3-97-16,-7 3-116 15,6 4-205-15,5-3 67 0,2 1 84 0,7-2-578 16,3 2-696-16</inkml:trace>
  <inkml:trace contextRef="#ctx0" brushRef="#br0" timeOffset="72349.77">12962 10522 3561 0,'-42'-10'33'0,"-9"8"21"0,-18 14 35 0,-20 19 49 16,-1 10 41-16,-1 17 38 0,-3 8 25 15,5 16 25-15,1 11 5 0,9 6-3 16,7 5 14-16,11-2-6 0,13 0-8 0,18-5-10 15,13-6-23-15,19-22-21 0,11-3-21 16,23 7-20-16,16-12-13 0,18-4-17 0,20-13-11 16,13-15-29-16,9-6-32 0,6-12-17 15,6-10-12-15,4-13 2 0,-4-7-16 0,-2-9-13 16,-7-7-14-16,-11-7 6 0,-9-9-1 16,-7-8-1-16,-11-4 0 0,-15-7 2 15,-9-9 14-15,-9-6 6 0,-15-5 6 16,-12-6-11-16,-14 15-6 0,-12-21-17 0,-16-5 0 15,-11 4 0-15,-16 7 0 0,-4 11 0 16,-13 17 0-16,-9 15 0 0,-6 22 0 0,6 18 0 16,-12 15-28-16,-24 20-79 0,-6 12-56 15,4 12-68-15,1 10-86 0,6 5-100 16,9 8-126-16,3-1-213 0,11 2-44 0,10-2 86 16,8 0-686-16,14-6-851 0</inkml:trace>
  <inkml:trace contextRef="#ctx0" brushRef="#br0" timeOffset="84930.69">12383 9968 1593 0,'-2'-6'381'15,"-2"0"-87"-15,4 6-35 0,-2-6-3 16,2 6 17-16,0 0-25 0,-3-7-13 0,3 7-17 16,-7-4 7-16,7 4-6 0,0 0-3 15,-4-6-16-15,4 6-10 0,0 0-3 16,0 0-5-16,-18 12 0 0,10-1 6 0,-3 5-22 16,-9 9 4-16,7 0-17 0,-1 2-1 15,5-4-21-15,5-5-4 0,1 2-20 16,3-3-16-16,2 0 3 0,3-4-11 0,3 3 2 15,4-3-3-15,-1-2-3 0,4 2-4 16,0-7-2-16,5-3-3 0,-6-1-11 16,4-2 5-16,-2-2-7 0,2-3-4 0,0 1 10 15,-4-9 8-15,2 1 7 0,-5-2-2 16,0-1-7-16,-2-6-4 0,-6 3-9 0,-1-3 5 16,0 2-18-16,-6-5-3 0,2 2-5 15,-6 0-18-15,3 2-17 0,-3 5 0 0,1 3 0 16,-3 1 0-16,-3 7-31 0,-1 0-36 15,-1 4-42-15,-3 2-50 0,2 3-68 0,-4 3-81 16,-4 8-103-16,5-1-95 16,-4 3-118-16,5-5-176 0,7-2 67 0,2-2 83 0,5-1-563 15,3-3-676-15</inkml:trace>
  <inkml:trace contextRef="#ctx0" brushRef="#br0" timeOffset="85165.55">12750 9803 3330 0,'6'-14'152'0,"-1"5"38"0,-3 3 26 16,1 1 16-16,1 1-1 0,-4 4-5 15,0 0 31-15,0 0 27 0,9 12-3 16,-5 1-20-16,-1 8-27 0,1 12-20 16,5 4-20-16,-6 3-18 0,1 1-19 0,0 0-13 15,-3 0-34-15,-1-1-47 0,-1-3-37 0,-1-2-41 16,-6-3-29-16,5-4-44 0,-6-5-43 15,-4 2-53-15,-6-3-77 0,-1-1-91 16,-5-4-85-16,-8-3-123 0,-1-2-154 0,-5-5 63 16,0-1-553-16,-8-4-669 0</inkml:trace>
  <inkml:trace contextRef="#ctx0" brushRef="#br0" timeOffset="85447.67">11881 9610 3289 0,'-29'9'108'0,"11"-1"26"0,-11 15 14 16,-7 8 29-16,-3 6 24 0,-2 6 16 0,1 4 22 15,6 4 2-15,2 5-4 0,3 1-25 16,10-3-16-16,3 4-24 0,10-7-13 0,8-5-16 15,10 2-17-15,9-3-11 0,5-4-19 16,10-3-31-16,7-4-42 0,2-6-60 16,5-4-76-16,4-7-105 0,1-5-111 15,-10-4-110-15,2-3-157 0,-6-5-99 0,-7 0 75 16,-3-1-486-16,-3-1-575 0</inkml:trace>
  <inkml:trace contextRef="#ctx0" brushRef="#br0" timeOffset="86431.05">18743 7368 1611 0,'0'0'384'0,"0"-6"-92"15,0 6-25-15,0 0-11 0,0 0-30 0,0 0-19 16,0 0 3-16,0 0-5 0,0 0 12 16,0 0 13-16,-14 15 4 0,6-3 0 0,5 2-6 15,-4-2-11-15,3 2-6 0,1 2-17 16,3-3-21-16,-2 2-10 0,4-2-3 15,1-1 1-15,1 1 0 0,6 0-6 16,-1-4-5-16,3 3-8 0,1-7-13 0,0 3-12 16,1-6-11-16,-1-1-8 0,1-2-8 15,-1-3 3-15,0-3-2 0,1-1 6 0,-1-2-8 16,-3-4-1-16,-3 0-9 0,1-1-9 16,-5-2-8-16,-1-2-6 0,-2-1-5 0,0-3-7 15,-4 0-6-15,-3 5-3 0,0-1-15 16,-2 5-20-16,2 2-26 0,-4 5-26 0,-5 2-37 15,0 2-42-15,-2 6-56 0,-5 4-69 16,-8 6-105-16,1-1-107 0,-1 6-141 0,6 0-220 16,0 0 82-16,5-6 74 15,9-1-590-15,7-2-723 0</inkml:trace>
  <inkml:trace contextRef="#ctx0" brushRef="#br0" timeOffset="86649.39">19125 7263 3352 0,'18'-14'132'0,"-6"5"72"0,-2 3 43 0,-2 1 23 16,-2 0 10-16,-6 5 6 0,9-5 14 16,-9 5 21-16,0 0-1 0,17 19-23 0,-11-4-24 15,1 14-27-15,2 3-25 0,-2 6-20 16,-1 3-24-16,-5 2-29 0,1-1-49 16,2-3-48-16,-6-2-65 0,-2-2-54 15,-5-6-45-15,1-2-51 0,0-10-52 0,-3 1-80 16,-3-5-73-16,0 0-78 0,-8-4-95 15,-1-4-145-15,-2-5-3 0,-12-2 78 0,-1-5-479 16,-4-1-561-16</inkml:trace>
  <inkml:trace contextRef="#ctx0" brushRef="#br0" timeOffset="86897.75">18435 7014 2957 0,'-27'18'99'15,"-7"11"49"-15,-8 3 35 0,3 7 39 16,0 4 27-16,3 3 17 0,3 3 8 16,10 1 5-16,7 1-16 0,7-2-17 15,9-4-17-15,14 5-26 0,6-2-18 0,5-3-14 16,9-6-22-16,2-1-12 0,2-8-39 16,0-1-45-16,-1-4-62 0,-6-6-71 0,4-4-83 15,-3 1-110-15,-3-4-113 0,-11-2-126 16,-2-1-201-16,-5 1 48 0,-2-3 75 0,-4 3-437 15,-1 2-502-15</inkml:trace>
  <inkml:trace contextRef="#ctx0" brushRef="#br0" timeOffset="87780.94">21235 4311 2745 0,'-16'6'57'15,"5"2"52"-15,-3 1 63 0,3-1 38 16,-3 7 24-16,3 2 11 0,0 0 5 0,3 0-1 0,2-1-4 16,3 1-10-16,1-4-7 15,6 4-7-15,1-1-6 0,5-3-16 0,7 1-13 16,8 4-10-16,0-9-16 0,0-3-17 15,-1-3-7-15,3 0 16 0,-1-6 10 16,-1 0 15-16,0-2 11 0,-2-3 12 0,-2-1 0 16,-2-4-7-16,-1 0-8 0,-5-1-13 15,-4-3-25-15,-2-3-147 0,-2-1 0 16,-5 0 0-16,-5-1 0 0,0 0 0 16,-3 2 0-16,-3 3 0 0,-3 5 0 0,1 0 0 0,-6 7 0 15,-2 2 0-15,-5 6 0 16,-11 8 0-16,1 3-84 0,0 3-313 0,-4 5-109 0,11-1-99 15,3-2-123-15,4-6-112 0,11-1 83 16,1-2-697-16,6-3-902 0</inkml:trace>
  <inkml:trace contextRef="#ctx0" brushRef="#br0" timeOffset="88030.85">21713 4309 4220 0,'10'-9'135'0,"-5"2"65"15,3 2 39-15,-5 1 16 0,-3 4 2 16,8-4 16-16,-8 4 12 0,0 0 2 0,16 16-8 16,-9-5-18-16,0 10-28 0,5 10-20 15,-2 3-19-15,-1 4-18 0,-5-3-20 16,-2 3-16-16,0-1-15 0,-4-7-35 16,-2 2-41-16,0-4-46 0,-5 1-47 0,0-5-63 15,-5 2-61-15,1-7-56 0,-3-6-75 16,-1-2-84-16,-6-3-101 0,0-3-127 0,-5-3-201 15,-12-4 62-15,-2-6 83 0,-8-7-531 16,0-1-661-16</inkml:trace>
  <inkml:trace contextRef="#ctx0" brushRef="#br0" timeOffset="88246.82">21147 4135 3217 0,'-21'-1'88'16,"0"2"48"-16,-1 5 34 0,-14 6 32 15,2 3 25-15,-5 8 15 0,1 4 15 0,1 2 2 16,6 4-26-16,7 3-20 0,10-4-13 16,9 6-14-16,5 0-20 0,4 1-19 0,9 7-6 15,11 0-18-15,5-1-36 16,5-5-47-16,9-3-52 0,2-1-63 0,9-3-95 16,-3-6-99-16,-2-3-108 0,1-3-138 15,-14-7-201-15,-2-5 43 0,-9-3 81 16,-2-3-406-16,-8 0-475 0</inkml:trace>
  <inkml:trace contextRef="#ctx0" brushRef="#br0" timeOffset="95912.13">13713 7267 3000 0,'0'0'109'16,"0"0"32"-16,0 0 29 0,0 0 21 16,0 0 25-16,0 0 22 0,0 0 16 0,0 0 12 15,0 0 2-15,0 0 5 0,0 0-13 16,0 0-9-16,0 0-10 0,0 0-16 0,0 0-17 15,0 0-10-15,9-17-21 0,-1 9-13 16,-3 2-11-16,4-3-11 0,-4 3 1 0,1 2-6 16,-3-2-3-16,-3 6-7 15,11-9-8-15,-11 9-10 0,5-6-6 0,-5 6-3 16,7-6-26-16,-7 6-74 0,0 0 0 16,0 0 0-16,0 0 0 0,0 0 0 0,0 0 0 15,-9 31 0-15,7-14 0 0,-1-2 0 16,-4 6 0-16,3-1 0 0,-1 0 0 0,-1 3 0 15,3-3 0-15,-1 1 0 0,-1-2 0 16,4-4 0-16,-3 1 0 0,0-2 0 0,2-3 0 16,0 0 0-16,-1-1 0 0,1-2 0 15,0 0 0-15,0-2 0 0,0 1 0 16,2-7 0-16,-1 10 0 0,-4-3 0 0,5-7 0 16,-7 11 0-16,1-6 0 0,0-2 0 15,6-3 0-15,-7 9 0 0,7-9 0 0,-5 5 0 16,5-5 0-16,0 0 0 0,-3 7 0 15,3-7 0-15,0 0 0 0,0 0 0 16,14 7 0-16,-14-7 0 0,18 1 0 16,-6-1 0-16,-12 0 0 0,25 0 0 0,-25 0 0 15,20-1 0-15,-20 1 0 0,20 0 0 16,-20 0 0-16,13 0 0 0,-13 0 0 0,0 0 0 16,15-2 0-16,-15 2 0 0,0 0 0 15,0 0 0-15,0 0 0 0,15 2 0 0,-15-2 0 16,0 0 0-16,9-4 0 0,-9 4-401 15,0 0-267-15,0-9-127 0,0 9-73 16,-5-11 83-16,3 0-805 0,0 0-1030 0</inkml:trace>
  <inkml:trace contextRef="#ctx0" brushRef="#br0" timeOffset="96145.25">14018 6924 4534 0,'7'-9'-79'0,"-3"5"38"0,-4 4 76 0,0 0 45 0,0 0 42 16,21 20 31-16,-15-3 35 0,-1 5 21 0,-1 16 4 16,0 1-10-16,0 4-21 0,-5 1-11 15,-2 0-22-15,-1 2-16 0,-1 5-16 16,-5-1-2-16,-4-4-24 0,5-8-35 0,-4-3-32 16,-1-1-44-16,1-4-41 0,-6 0-64 15,2-7-64-15,-2-1-85 0,0-1-76 16,-2-2-74-16,0-7-73 0,3-2-161 0,2-6 21 15,-4-3 65-15,2-1-397 0,0-1-446 16</inkml:trace>
  <inkml:trace contextRef="#ctx0" brushRef="#br0" timeOffset="96395.49">13613 6992 2600 0,'-13'-8'51'0,"-6"2"27"15,2 6 7-15,-6 6 22 0,-9 9 24 16,-13 11 29-16,0 8 26 0,-3 6 18 16,5 2 3-16,1 7 2 0,-2 15-5 0,10-10-9 15,7-1-20-15,10 6-17 0,3-8-15 16,9-9-10-16,5-1-20 0,5-1-6 0,8-2-9 16,3 4-11-16,9-9-14 0,4-2-38 15,5-4-51-15,-2-10-82 0,2-1-123 16,2-6-140-16,3-4-163 0,-1-3-142 0,-4-1 65 15,-5-4-437-15,7-3-512 0</inkml:trace>
  <inkml:trace contextRef="#ctx0" brushRef="#br0" timeOffset="100994.5">17579 4859 2747 0,'0'0'-24'0,"0"0"42"0,0 0 30 0,-1 8 41 16,1-8 19-16,0 0 32 0,0 0 32 16,0 0 27-16,0 0 17 0,0 0 6 0,0 0 8 15,0 0 0-15,0 0 4 16,0 0 0-16,0 0 2 0,0 0 12 0,0 0-8 16,0 0-1-16,0 0-2 0,0 0-6 15,0 0-12-15,0 0-10 0,0 0-13 0,0 0-10 16,28-12-12-16,-28 12-17 0,8-5-16 15,-8 5-11-15,0 0-6 0,5-7-13 16,-5 7-14-16,0 0-11 0,8-5-19 0,-8 5-67 16,0 0 0-16,0 0 0 0,0 0 0 15,0 0 0-15,0 0 0 0,0 0 0 0,0 0 0 16,-1 29 0-16,-4-20 0 0,3 3 0 16,-2 2 0-16,3 0 0 0,-3 1 0 0,0-4 0 15,2 4 0-15,0-1 0 0,1-2 0 16,-1-2 0-16,2 0 0 0,-4 0 0 15,2-1 0-15,2-2 0 0,-3 1 0 16,3-8 0-16,0 11 0 0,0-11 0 0,-1 8 0 16,1-8 0-16,-2 10 0 0,2-10 0 15,0 0 0-15,-4 8 0 0,4-8 0 0,0 0 0 16,-4 8 0-16,4-8 0 0,0 0 0 16,-3 7 0-16,3-7 0 0,0 0 0 0,0 0 0 15,0 0 0-15,0 0 0 0,0 0 0 16,7 6 0-16,-7-6 0 0,0 0 0 15,16 0 0-15,-16 0 0 0,0 0 0 0,15 2 0 16,-15-2 0-16,0 0 0 0,0 0 0 16,21-2 0-16,-21 2 0 0,7 0 0 15,-7 0 0-15,12-4 0 0,-12 4 0 16,0 0 0-16,11-4 0 0,-11 4 0 0,0 0-10 16,11 0-411-16,-11 0-104 0,0 0-109 15,0 0-138-15,0 0-59 0,12 4 85 0,-12-4-700 16,0 0-896-16</inkml:trace>
  <inkml:trace contextRef="#ctx0" brushRef="#br0" timeOffset="101244.51">17922 4799 3738 0,'8'-8'-55'0,"-4"2"73"0,0 1 49 0,-4 5 23 0,4-7 10 16,-4 7 21-16,0 0 21 0,0 0 10 15,0 0 1-15,12 19-7 0,-9-6-13 16,-1 6-14-16,0-2-10 0,-2 9-10 0,-2 11-6 16,0-1-13-16,-2-2-5 0,-2 2-9 15,-1-2-8-15,-3-1-20 0,0-1-26 0,-3 0-43 16,2-3-51-16,-4-5-80 0,0-2-86 16,-3-3-102-16,2-6-117 0,-6 6-196 15,1-7 63-15,2-2 60 0,-2-3-280 0,-2-1-307 16</inkml:trace>
  <inkml:trace contextRef="#ctx0" brushRef="#br0" timeOffset="101494.48">17534 4734 2517 0,'-19'7'129'16,"-3"3"15"-16,-4 9 40 0,-9 8 24 0,1 4 22 15,2 6 4-15,0 4-7 0,7 3-10 16,3 2-16-16,6 0-21 0,7-5-9 0,7 0-26 16,2-2-9-16,2-2-13 0,7-4-13 15,6 0-12-15,2-3-8 0,6-1-31 16,2-3-38-16,9 1-56 0,-5-6-66 16,3-7-101-16,-3-3-112 0,-5-3-148 0,-3-4-202 15,-3-4 55-15,-3 0 66 0,-2-4-305 16,-1 2-334-16</inkml:trace>
  <inkml:trace contextRef="#ctx0" brushRef="#br0" timeOffset="103544.02">19975 1980 2506 0,'-4'-12'98'0,"4"12"45"16,-2-9 41-16,2 9 15 0,0-12 13 0,2 6 21 16,2-1 15-16,1-1 6 0,1-1-2 15,2 2-17-15,2-2-19 0,-1 3-22 0,3 0-19 16,-3 1-20-16,0 2-14 0,3 1-16 16,-12 2-12-16,22 0-13 0,-22 0-8 15,22 2-13-15,-15 1-14 0,5 1-3 16,-3 1 1-16,-1 1-3 0,-3 1-5 0,0 4-1 15,-1-2 1-15,-4 0 9 0,-2 3-2 16,0 0 1-16,-3 0-1 0,3-1-7 16,1-1-3-16,-1 0-1 0,0-1-3 0,2-1 2 15,0-8-5-15,0 15-1 0,0-9-1 16,2 0 16-16,1 4-6 0,-1-3 7 16,5 3-4-16,-4 0-1 0,5 2 4 15,-3-1-3-15,4 4 8 0,-6-3 4 0,1 2 21 16,2-4 0-16,-5 3 16 0,1-1 13 0,-2 1 19 15,2 0-21-15,-6 3-116 0,1-3 0 16,-3 1 0-16,1 2 0 0,-5-3 0 16,-2 1 0-16,2-3 0 0,1 1 0 15,-2 0 0-15,1-5 0 0,1 3 0 16,-1-4 0-16,1 0 0 0,3-4 0 0,-4 2 0 16,10-4 0-16,-13 2 0 0,13-2 0 15,-17 0 0-15,17 0 0 0,-18-3 0 0,13 0 0 16,-4 1 0-16,9 2 0 0,-10-4-265 15,10 4-291-15,-10-2-99 0,10 2-123 0,0 0-88 16,0 0 71-16,0 0-659 0,0 0-904 16</inkml:trace>
  <inkml:trace contextRef="#ctx0" brushRef="#br0" timeOffset="103894.18">20552 2063 3730 0,'-13'-3'-108'0,"13"3"71"0,0 0 51 0,0 0 52 15,0 0 45-15,0 0 32 16,0 0 31-16,-17 0 18 0,17 0 10 16,0 0 0-16,0 0-10 0,0 0-7 0,0 0-11 15,0 0-6-15,0 0-8 0,0 0-13 16,0 0-11-16,40-2-18 0,-21 2-10 0,0 0-16 16,4-2-42-16,0 2-39 0,-2-2-52 15,4 2-56-15,-5-2-60 0,3 1-74 0,-1-2-77 16,-4 1-92-16,0 2-126 0,-1-4-193 15,-2 2 58-15,-4 0-390 0,-1-2-524 16</inkml:trace>
  <inkml:trace contextRef="#ctx0" brushRef="#br0" timeOffset="104194.41">21133 1841 2860 0,'0'-10'87'0,"-1"2"77"0,1 1 60 16,0 7 20-16,0-10 6 0,0 10 1 16,0 0-13-16,-2-8-24 0,2 8-29 15,0 0-14-15,0 0 12 0,0 0 4 16,-4 29-8-16,2-11-8 0,2 1-30 16,-2 8-12-16,2 10-3 0,0 1-18 0,0 1-28 15,0 2 3-15,0-6-16 0,0-2-4 16,-1-8-5-16,1 0 1 0,0 2-8 0,0-6-7 15,-2-1-15-15,0-3-32 0,0-1-33 16,-1-5-45-16,1 1-51 0,0 1-63 16,2-1-66-16,0-4-76 0,-1 0-79 0,-3-3-173 15,0-1-134-15,4-4 60 0,-7 4-429 16,7-4-562-16</inkml:trace>
  <inkml:trace contextRef="#ctx0" brushRef="#br0" timeOffset="105228.53">21664 2011 2907 0,'-9'2'53'0,"9"-2"52"15,0 0 39-15,0 0 25 0,0 0 23 16,0 0 26-16,-16 0 23 0,16 0 14 0,0 0 6 15,0 0-10-15,0 0-23 0,0 0-20 16,0 0-28-16,0 0-13 0,0 0-18 0,39-16-23 16,-14 11-43-16,0-2-50 0,8-2-62 15,3 1-81-15,-2-1-86 0,-5 5-96 16,-8 0-96-16,-5 0-142 0,0 1-189 0,-7 3 65 16,-9 0-384-16,0 0-512 0</inkml:trace>
  <inkml:trace contextRef="#ctx0" brushRef="#br0" timeOffset="105376.96">21723 2148 3024 0,'-12'7'27'0,"4"0"29"16,3 0 44-16,-2-4 38 0,7-3 38 15,-9 5 26-15,9-5 6 0,0 0-12 0,0 0-16 16,0 0-21-16,0 0-14 0,0 0-44 16,34-8-61-16,-1-4-83 0,6-2-94 15,9-1-105-15,8-7-112 0,1 3-124 0,0-5-141 16,4 1 52-16,-5-3-220 0,-5 4-274 15</inkml:trace>
  <inkml:trace contextRef="#ctx0" brushRef="#br0" timeOffset="105643.15">22378 1860 2145 0,'0'0'88'0,"4"-5"57"15,-4 5 16-15,0 0 12 0,8-10 10 16,-1 8 27-16,4-2 18 0,3 3 10 16,3 1-3-16,2 1-3 0,3 1-19 0,-2 5-4 15,3 4 3-15,2 4 4 0,-2 2 7 16,-5 5 15-16,-6 4 1 0,-2-2 17 0,-7 1 8 15,-6-4 16-15,-5 10 2 0,-4 2-5 16,3-6-7-16,0-6-12 0,-1-3-18 16,4-4-22-16,1-3-24 0,1 1-130 0,0-2-64 15,6-1 0-15,4-1 0 0,3-1 0 16,5-2 0-16,4-2 0 0,7-1 0 16,6-2 0-16,6-7 0 0,6 0 0 15,-2 0-8-15,2-1-430 0,0-1-128 0,-5 3-136 16,-2-3-211-16,-3 4 87 0,-10 2 90 15,0-4-625-15,-6 5-816 0</inkml:trace>
  <inkml:trace contextRef="#ctx0" brushRef="#br0" timeOffset="106076.7">22442 1721 3864 0,'-26'4'-87'0,"2"1"43"0,-9 9 40 0,3 5 51 15,-13 7 52-15,4 8 41 0,-1 3 5 16,-1 9 7-16,5-1 4 0,6 6-14 0,5 3-29 15,6 0-6-15,7 0-13 0,10-8-7 16,6 0-11-16,6 7-41 0,11-2-51 0,4-5-70 16,1-5-66-16,9-7-91 0,2-9-124 15,10-4-172-15,4-6-94 0,4-8 49 16,-2-5-267-16,10-7-336 0</inkml:trace>
  <inkml:trace contextRef="#ctx0" brushRef="#br0" timeOffset="106278.28">23489 1877 2783 0,'8'-8'323'0,"-7"1"8"16,1 4 3-16,-2 3 7 0,0 0 38 15,0 0 27-15,0 0-12 0,0 0-24 0,-5 29-32 16,-4 0-27-16,-9 13-19 0,-3 4-29 16,-3 3-26-16,-9 3-23 0,-11 12-56 0,-1-2-67 15,-11-4-81-15,14-14-107 16,-3-3-106-16,0-4-101 0,2-1-82 0,-1-5-98 15,0-4-130-15,-3-7-186 0,-5-5 69 16,0-5-615-16,7-6-800 0</inkml:trace>
  <inkml:trace contextRef="#ctx0" brushRef="#br0" timeOffset="109126.54">19070 1781 3420 0,'13'0'-87'0,"-13"0"63"16,0 0 53-16,0 0 45 0,0 0 58 0,0 0 33 16,0 0 37-16,0 0 21 0,0 0-2 15,0 0 12-15,0 0-4 0,0 0 1 16,-8-16-11-16,8 16-6 0,-17-7-17 0,8 1-1 16,-3 2-14-16,-3-2-6 15,2-2-19-15,-6 4-9 0,3-1-17 0,-3-1-14 16,-1 1-11-16,-3 2-14 0,-1-3 3 15,-1 6-14-15,5-4-2 0,-5 2 3 0,0 0-2 16,-1 0 0-16,-3 0-2 0,0 2-1 16,2-1-7-16,0 1 0 0,-7-2-2 15,9 2-3-15,-9 0 1 0,7 0-2 0,-4 0-3 16,3 0-11-16,-3 2 0 0,2-1-28 16,-9 3-21-16,5-2 0 0,-3 4 0 0,6-4 0 15,3 0 0-15,0 2 0 0,3 2 0 16,-1-4 0-16,0 2 0 0,0-1 0 15,2 3 0-15,1-4 0 0,3 2 0 16,-3 2 0-16,4-4 0 0,-1 4 0 16,-3 0 0-16,2-3 0 0,2 3 0 0,-5 0 0 15,5-1 0-15,-3 2 0 0,-3-2 0 16,2-1 0-16,-1 6 0 0,0-4 0 0,-7 3 0 16,-3 1 0-16,8 0 0 0,2-4 0 15,1 2 0-15,-7 4 0 0,4-7 0 16,6 2 0-16,2-2 0 0,4 2 0 0,-2 0 0 15,-3-2 0-15,4 0 0 0,0 2 0 16,-5 2 0-16,0-1 0 0,-1 1 0 16,4 3 0-16,-4-2 0 0,-5 5 0 15,3 3 0-15,3-5 0 0,-2 5 0 0,-3-1 0 16,2-1 0-16,5 1 0 0,0-5 0 16,-2 5 0-16,-1-2 0 0,7-1 0 0,-2-1 0 15,2 1 0-15,-3 0 0 0,1-2 0 16,2-1 0-16,-1 5 0 0,0-4 0 15,-2 2 0-15,-3 6 0 0,0-5 0 0,3 1 0 16,0 5 0-16,-2-3 0 0,7-3 0 16,-3-1 0-16,3 1 0 0,-2 2 0 0,3-3 0 15,3 1 0-15,-3-3 0 0,5 0 0 16,-2 0 0-16,-2 1 0 0,5-2 0 16,-3 3 0-16,2-3 0 0,-2 1 0 15,3 2 0-15,-1-2 0 0,1 0 0 0,-1 3 0 16,1-1 0-16,-3 1 0 0,6-1 0 15,-3 1 0-15,-2 0 0 0,5 1 0 16,-3-1 0-16,0-1 0 0,-1 3 0 0,4-2 0 16,1-1 0-16,-2 3 0 0,0-3 0 15,0-1 0-15,2 4 0 0,0-1 0 0,0 2 0 16,0-1 0-16,2 1 0 0,0 1 0 16,-2-1 0-16,2 1 0 0,-2-1 0 15,1 1 0-15,-1 0 0 0,0-1 0 0,3-1 0 16,-3 2 0-16,2-2 0 0,-2 1 0 15,4-3 0-15,0 2 0 0,-3-5 0 0,-1 3 0 16,4 2 0-16,0-4 0 0,-1 1 0 16,4 1 0-16,-2-1 0 0,3 0 0 15,-3 1 0-15,5-1 0 0,-2-1 0 16,-1 1 0-16,4 1 0 0,1 1 0 0,-2-1 0 16,3 1 0-16,-1-1 0 0,1-1 0 15,-1-1 0-15,0 2 0 0,2-4 0 16,-1 1 0-16,-2-2 0 0,3 2 0 0,3 1 0 15,-1-5 0-15,-2 2 0 0,6 0 0 16,-3 0 0-16,0-1 0 0,2-1 0 0,2 4 0 16,-2-4 0-16,2-1 0 0,0 0 0 15,-6 0 0-15,5 0 0 0,-5-2 0 0,0 0 0 16,2 1 0-16,-1 0 0 16,-2-1 0-16,2 0 0 0,1-1 0 0,-2 0 0 15,0 0 0-15,3-1 0 0,-4 1 0 16,6-2 0-16,-4-1 0 0,6 1 0 0,-5 0 0 15,2-2 0-15,0 1 0 0,1-1 0 16,-2 0 0-16,0 0 0 0,-2-1 0 16,4 1 0-16,-6 0 0 0,2 1 0 0,4-2 0 15,-6 1 0-15,2 0 0 0,1 0 0 16,-3 0 0-16,0 0 0 0,4 0 0 0,0-2 0 16,4 2 0-16,-3-2 0 15,1 1 0-15,3-1 0 0,2 0 0 0,0 0 0 0,0-1 0 16,-1 0 0-16,-2 2 0 0,-1 0 0 15,-3-1 0-15,3 1 0 0,-1-3 0 16,-4 4 0-16,0-2 0 0,-1 2 0 16,1-1 0-16,-2 1 0 0,2-2 0 0,3 0 0 15,-2 0 0-15,4 1 0 0,0-1 0 16,4 0 0-16,2-1 0 0,-1 0 0 16,1 2 0-16,2-2 0 0,-2 1 0 0,-2-1 0 15,2 1 0-15,0 1 0 0,-6-1 0 16,6-1 0-16,-9 2 0 0,4 0 0 15,-3-1 0-15,-2 0 0 0,0 0 0 16,-2 1 0-16,3-2 0 0,-4 1 0 0,6 0 0 16,-4-2 0-16,0 1 0 0,2 0 0 15,-2-1 0-15,4-1 0 0,-4-1 0 0,6 0 0 16,-3-2 0-16,1 3 0 0,2-5 0 16,-3 4 0-16,1-2 0 0,0-1 0 0,1 1 0 15,-3-2 0-15,4 2 0 0,-5 0 0 16,4-1 0-16,-4 2 0 0,4-2 0 15,-2 2 0-15,-2-1 0 0,2-1 0 16,-3 2 0-16,1-3 0 0,2 2 0 0,-2-1 0 16,2-3 0-16,-2 0 0 0,3 2 0 15,2-6 0-15,3 1 0 0,0-3 0 0,-2-2 0 16,-1 2 0-16,1-2 0 0,-4 5 0 16,-6 3 0-16,1 0 0 0,1 1 0 15,-1-1 0-15,-3 4 0 0,0-1 0 0,1 1 0 16,-1-1 0-16,1 1 0 0,-3-1 0 15,2 2 0-15,2-1 0 0,-4-1 0 0,2-1 0 16,-1 0 0-16,1-1 0 0,0-1 0 16,1 2 0-16,-3 0 0 0,2-2 0 0,2-2 0 15,-2-2 0-15,1 3 0 0,-1-5 0 16,0 4 0-16,-1-3 0 0,-1 0 0 0,0 1 0 16,2 0 0-16,-2-1 0 15,-2-2 0-15,1 0 0 0,-2 1 0 0,1-3 0 16,-1 2 0-16,0-1 0 0,-5 3 0 15,3-2 0-15,-2 0 0 0,1-1 0 0,-3 2 0 16,-3-3 0-16,1-2 0 0,0 0 0 16,-1 1 0-16,1-1 0 0,0 4 0 0,-2 3 0 15,0 0 0-15,1-1 0 0,-1 0 0 16,-1 2 0-16,2-1 0 0,-3 0 0 0,3 3 0 16,-5-3 0-16,4 3 0 0,-2-3 0 15,0 3 0-15,1-3 0 0,-1 1 0 0,3 1 0 16,-6 0 0-16,4 1 0 15,-3-1 0-15,5 0 0 0,-5 2 0 0,5 2 0 16,-4-2 0-16,2 5 0 0,1-3 0 16,-2-2 0-16,3 5 0 0,-3 0 0 0,0-2 0 15,4 3 0-15,-4 0 0 0,4 0 0 16,-1 1 0-16,-3-1 0 0,6 6 0 0,-5-8 0 16,0 2 0-16,5 6 0 0,-7-9 0 15,5 5 0-15,2 4 0 0,-8-8 0 0,7 6 0 16,1 2 0-16,-11-10 0 0,8 8 0 15,-1-3 0-15,4 5 0 0,-9-8 0 0,3 4 0 16,3-2 0-16,-6 2 0 0,5-1 0 16,-3 2 0-16,0-2 0 0,-2-1 0 15,4 3 0-15,-3-2 0 0,5 1 0 16,-5-2 0-16,2 2 0 0,-1-3 0 0,-1 3 0 16,3-2 0-16,-1 1 0 0,0 0 0 15,-2 1 0-15,8 4 0 0,-9-8 0 0,3 3 0 16,0 1 0-16,-1-1 0 0,-1 2 0 15,3-2 0-15,-6-1 0 0,-1 2 0 16,-1-3 0-16,-7 2 0 0,-1-2 0 0,-11-2 0 16,-3 1 0-16,-2 1 0 0,-4 0 0 15,-1 1 0-15,1 2 0 0,-4 0 0 0,4 2 0 16,-5 0 0-16,-1 2 0 0,0 2 0 16,2 2 0-16,3 1 0 0,-4 2 0 0,10 1 0 15,4 1-735-15,7-2-290 0,7 1 104 16,7-1-953-16,8-2-1298 0</inkml:trace>
  <inkml:trace contextRef="#ctx0" brushRef="#br0" timeOffset="110026.34">21074 2634 4961 0,'-39'-4'-145'0,"-6"1"56"0,2-1 32 0,-1 0 33 16,2 2 34-16,4-1 26 0,9 2 39 16,4-1 20-16,9 2 7 0,2 0 4 15,14 0-2-15,-19 0-11 0,19 0-11 0,0 0-2 16,0 0-3-16,0 0-1 0,60 6-2 16,6-2-10-16,15 0-6 0,32 1-8 0,9 0-3 15,2 0-4-15,1-3-8 0,-4 0-4 16,-7-2-3-16,-30-2-5 0,-8-1-2 0,-10 1-3 15,-21 0 0-15,-11 1 2 16,-7 1 10-16,-6-3 15 0,-4 3 6 0,-3-1-5 16,-2 0-8-16,-4-3-7 0,-8 4-4 15,2-8-5-15,-2 8-1 0,-22-8-4 16,-13 0-10-16,-7-1-4 0,-17 1-9 0,-10 0-3 16,-7 1 1-16,-7-1 1 0,-5 3-2 15,-4 0-1-15,-19 0 5 0,26 5-1 0,0-2 12 16,4 2 20-16,8 2 12 0,22-2 23 15,1 1 16-15,13 1 11 0,4 0 17 0,10-2 8 16,7 0 2-16,2 0 5 0,14 0 0 16,-22 0-1-16,22 0 4 0,0 0 13 15,0 0-6-15,0 0-11 0,73 0-12 16,-17-2-13-16,18-1-12 0,8-2-60 16,22-4-22-16,-20 3-17 0,-1-5-128 0,-8 4-86 15,-2 0-76-15,-12-3-74 0,-13 5-65 16,-11 0-56-16,-6 0-79 0,-10-2-127 0,0 0-49 15,-8-2 82-15,1 3-495 0,-5-2-637 16</inkml:trace>
  <inkml:trace contextRef="#ctx0" brushRef="#br0" timeOffset="114660.69">14764 8820 597 0,'0'0'70'0,"0"0"-21"0,0 0 22 0,0 0-1 16,0 0 13-16,0 0-8 0,0 0-6 0,0 0-6 16,0 0 1-16,0 0-2 15,0-19-6-15,0 19 2 0,0 0-7 0,0 0-6 0,0 0-4 16,0 0-3-16,0 0-5 15,0 0-3-15,0-7-7 0,0 7-21 0,0 0-49 16,0 0-92-16,-1-7-181 0,1 7-69 16,-8-5 98-16</inkml:trace>
  <inkml:trace contextRef="#ctx0" brushRef="#br0" timeOffset="115292.65">13124 10749 1349 0,'1'7'175'0,"-1"-7"11"0,0 0 16 0,0 0 19 16,0 6 41-16,0-6 29 0,0 0 20 16,0 0 4-16,0 0-8 0,0 0-19 0,0 0-33 15,0 0-27-15,0 0-26 0,-11 6-23 16,11-6-16-16,-7 3-18 0,2 1-73 0,-2 1-87 15,1 2-133-15,3 2-162 16,-1 0-222-16,2 2-138 0,4-1 77 0,0 0-388 16,2 3-457-16</inkml:trace>
  <inkml:trace contextRef="#ctx0" brushRef="#br0" timeOffset="118957.58">20538 7227 2850 0,'-34'0'170'0,"34"0"8"0,-13-2-1 16,4 1 40-16,9 1-14 15,-19-3 9-15,8 3-3 0,11 0-4 0,-22 3-9 16,13-3 1-16,9 0 3 0,0 0-1 15,-21-3 0-15,21 3 2 0,-13-1 3 0,13 1 4 16,0 0 4-16,-14 0-1 0,14 0-6 16,0 0 8-16,0 0-1 0,0 0 0 0,0 0-14 15,0 0-20-15,57 7-18 0,-15-5-15 16,4 0-13-16,21 1-44 0,1-3-88 16,11 4 0-16,5-3 0 0,26 2 0 15,6 4 0-15,2 0 0 0,0 0 0 0,1 0 0 16,-3 1 0-16,1-1 0 0,-8-1 0 0,-19-3 0 15,2 0 0-15,-3-1 0 0,3 2 0 16,-5-3 0-16,5 1 0 0,-4-2 0 16,-2 2 0-16,-5-2 0 0,-3 0 0 15,-7 0 0-15,-9 3 0 0,-12-3 0 0,-6 2 0 16,-14-1 0-16,-3-1 0 0,-8 0 0 16,-1 0 0-16,-3 2 0 0,-4-2 0 0,-11 0 0 15,21 0 0-15,-12 0 0 0,-9 0 0 16,16 2 0-16,-16-2 0 0,0 0 0 0,19 0 0 15,-19 0 0-15,0 0 0 0,13 0 0 16,-13 0 0-16,0 0 0 0,0 0 0 0,11-2 0 16,-11 2 0-16,0 0-181 15,0 0-326-15,0 0-101 0,-22-10-162 0,16 3-86 16,-3 2 84-16,1-2-757 0,1-1-975 16</inkml:trace>
  <inkml:trace contextRef="#ctx0" brushRef="#br0" timeOffset="119290.81">22919 7129 3886 0,'-3'-7'-97'0,"-1"2"61"0,4 5 54 0,-6-9 59 0,4 7 57 0,2 2 34 0,0-7 11 15,0 7 9-15,0 0 11 0,10-6 7 16,-10 6 6-16,0 0-13 0,30 13 4 15,-13-4-26-15,0 4-6 0,5 5-16 0,-2 3-8 16,-4 2-6-16,-3 4-6 0,-5-4 9 16,-4 2 0-16,-6-1-8 0,-7 10 1 0,-2-1 17 15,-6 0 0-15,-5 4-7 0,-5-5-9 16,-6 2-16-16,1-6-10 0,-2 0-9 0,4-9-10 16,-4-1-12-16,4 0-17 0,-3-3-64 15,3 0 0-15,1-3 0 0,7-1 0 0,5-3 0 16,2-1-73-16,-3 0-154 15,5-2-75-15,-1 1-106 0,5-5-123 0,2-1-169 0,7 0-136 16,-12-5 81-16,12 5-728 16,-6-11-929-16</inkml:trace>
  <inkml:trace contextRef="#ctx0" brushRef="#br0" timeOffset="120027.47">20939 7883 4164 0,'4'-11'31'0,"0"2"66"16,-2 0 55-16,-1 1 55 0,1 1 46 0,0 0 41 15,2-1 14-15,1-1 13 16,-4 2 12-16,-1 7 2 0,8-12-14 0,-6 9-27 0,-2 3-46 15,1-9-26-15,-1 9-23 16,0 0 45-16,0 0-76 0,0 0-168 0,-11 30 0 16,-4-5 0-16,0 6 0 0,-6 7 0 15,-2 3 0-15,-2 0 0 0,2 1 0 0,2 0 0 16,5-9 0-16,5-1 0 0,0-3 0 16,-1-1 0-16,7-4 0 0,-1-7 0 0,3-1 0 15,1-5 0-15,0 1 0 0,2-2 0 16,4-1 0-16,-1 2 0 0,8-2 0 0,7 0 0 15,0-1 0-15,5-4 0 0,2 4 0 16,-2-5 0-16,2 0 0 0,1 1 0 16,-1-2 0-16,-4-1 0 0,-1-1 0 0,-4 1 0 15,-2-1 0-15,-3 3 0 0,0-3 0 16,-11 0 0-16,18 0 0 0,-18 0 0 16,13 0 0-16,-13 0 0 0,10 0 0 0,-10 0 0 15,0 0 0-15,0 0 0 0,17 0 0 16,-17 0 0-16,0 0 0 0,0 0 0 0,0 0 0 15,0 0 0-15,0 0-488 0,-6-11-525 16,6 11 111-16,0-10-1066 0,2 6-1388 0</inkml:trace>
  <inkml:trace contextRef="#ctx0" brushRef="#br0" timeOffset="120374.22">21479 7925 5714 0,'2'-6'-13'0,"0"2"59"0,-2 4 62 16,0 0 42-16,0 0 21 0,-2-11 4 15,2 11 51-15,0 0 47 0,0 0 18 16,-33 28-14-16,7-6 10 0,-5 1 14 0,-1 9-116 16,0 1-185-16,1-2 0 0,8-6 0 15,2 1 0-15,1 0 0 0,5-1 0 0,6-4 0 16,3-3 0-16,4-4 0 0,2 1 0 15,5-1 0-15,2 1 0 0,6-4 0 0,4 1 0 16,2-4 0-16,4-2 0 0,2-2 0 16,2-2 0-16,-4-2 0 0,-3 0 0 15,1 0 0-15,-6 0 0 0,1 0 0 0,-3 0 0 16,-3-2 0-16,-10 2 0 0,17-2 0 16,-17 2 0-16,10-2 0 0,-10 2 0 15,0 0-349-15,0 0-612 0,0 0 30 0,0 0 108 16,0 0-921-16,-33-10-1175 0</inkml:trace>
  <inkml:trace contextRef="#ctx0" brushRef="#br0" timeOffset="123223">20095 3071 4857 0,'4'-9'-198'0,"-4"0"64"15,2 3 50-15,-2 6 28 0,1-12 42 0,-1 12 29 16,2-9 39-16,-2 9 27 0,0-8 17 16,0 8 12-16,0-9 10 0,0 9 5 15,0 0 1-15,2-8 6 0,-2 8 0 16,0 0-3-16,2-7-6 0,-2 7-11 0,0 0 0 15,0 0-18-15,0 0-11 0,0-11-9 16,0 11-13-16,0 0-10 0,0 0-3 16,0 0-8-16,0 0 4 0,0 0 21 15,-19 26 4-15,7-11-2 0,-2 9 10 0,-4 4 20 0,0-1-2 16,-4 4-7-16,5 0-6 16,-2 0-2-16,-2-2-15 0,6 0-3 0,-2-1-4 15,2-1-2-15,3-6-9 0,3-2-3 16,0-2-1-16,0-3-6 0,4-1-6 15,-1-1-3-15,2-1 3 0,1-3-3 0,-4-2-8 16,5 2 3-16,2-8-1 0,-3 10-14 16,1-5-27-16,2-5-31 0,0 0-35 0,-6 9-62 15,6-9-75-15,0 0-72 0,0 0-83 16,0 0-77-16,0 0-104 0,0 0-167 0,18-20-28 16,-13 14 87-16,5-3-459 0,-1-1-594 15</inkml:trace>
  <inkml:trace contextRef="#ctx0" brushRef="#br0" timeOffset="123508.85">20053 3043 3270 0,'0'-8'23'0,"0"8"52"16,-4-11 32-16,4 11 30 0,-2-6 6 16,2 6-2-16,0 0-15 0,0 0-17 15,0 0-3-15,0 0 50 0,0 0 16 0,0 0-18 16,16 32-10-16,-5-4 10 15,3 1-2-15,0 3-14 0,11 6-6 0,2-1-13 0,2 1-8 16,-1-1-7-16,1-2-14 0,-4-9-8 16,-5 0-8-16,2-2-6 0,-10-7-14 15,2-2 1-15,-4-2-9 0,-5-2-6 16,4-2-5-16,-4-1-32 0,-1 0-28 16,-1-4-25-16,-1 3-34 0,-2-7-47 0,0 0-65 15,2 8-62-15,-2-8-61 0,0 0-75 16,0 0-90-16,0 0-170 0,-16-19 7 0,14 9 75 15,-5 1-281-15,3-2-336 0</inkml:trace>
  <inkml:trace contextRef="#ctx0" brushRef="#br0" timeOffset="123739.81">20061 3313 2567 0,'-20'0'102'0,"8"0"33"0,-2 0 25 0,14 0 16 16,-19 0 14-16,19 0 11 0,-14 1 1 15,14-1-16-15,0 0-15 0,-11 2-10 16,11-2 3-16,0 0-9 0,0 0-15 0,23 12-13 16,-4-7-12-16,4 0-11 0,4-1-8 15,11-1-10-15,-1 1-16 0,-6-3-35 0,-10 1-48 16,0-2-52-16,-6 1-45 0,-3-1-62 16,-3 0-88-16,-9 0-97 0,0 0-152 0,0 0-149 15,0 0 70-15,0 0-300 16,0 0-371-16</inkml:trace>
  <inkml:trace contextRef="#ctx0" brushRef="#br0" timeOffset="124442.86">15738 4171 1552 0,'-2'-15'291'0,"0"1"-30"0,2 6 6 16,-1 3-21-16,1 5-40 0,-2-11-27 16,2 11-28-16,0-8-11 0,0 8 42 0,0 0 14 15,0 0 12-15,0 0 18 0,5 31-4 16,-3-16-3-16,3 4 7 0,-3 3 0 16,-1 1-12-16,1 0-24 0,-2 4-22 0,2-1-13 15,0-1-13-15,-2-1-12 0,2 2-11 16,0-2-16-16,-2-5-49 0,0 1-47 0,-4 2-49 15,2-3-52-15,2-2-56 0,-2-2-53 16,0-2-58-16,2-5-56 0,0-2-81 16,0-6-78-16,0 0-107 0,0 0-60 15,0 0 64-15,6-38-283 0,1 8-346 0</inkml:trace>
  <inkml:trace contextRef="#ctx0" brushRef="#br0" timeOffset="124823.33">15856 4113 2267 0,'2'-22'-22'0,"0"2"53"0,1 3 31 0,1-1 19 16,-3 1 27-16,3-3 13 0,3 1 17 15,7-6 2-15,-3 3 10 0,2 7-4 0,1-1-19 16,3 5-11-16,0 0-15 0,5 2-6 16,-6 6-9-16,6 1-8 0,-3 2-5 15,1 4-7-15,3 1-2 0,-3 4 1 16,-5 0 18-16,0 7 20 0,-7-1 10 16,-5 3 4-16,-1 0-10 0,-4 6-4 0,-1 9-12 15,-7 0-2-15,0 0-11 0,3-10-7 0,1-2-5 16,1-2-6-16,-2-3-6 0,5 0-4 15,1 1-3-15,-1-3-4 0,2 1 0 16,2-1-3-16,-1 3-1 0,1-1 2 0,7 3 10 16,-6-4 1-16,5 5 11 0,-3 0 8 15,3-1 4-15,-2 0 14 0,0-2 10 16,-3-3 8-16,1 4 10 0,0-2 15 0,-2-4 14 16,-2 1-1-16,-2 1 2 0,-2-2-6 15,0 1-10-15,-1 0-12 0,-5-2-12 16,0 0-8-16,-1-3-10 0,-3 2-4 0,3-4-17 15,-2-3-49-15,1-3-54 0,12 0-66 16,-25-3-59-16,14-1-64 0,0 0-71 16,-1 0-87-16,3 2-99 0,2 0-121 0,7 2-192 15,-14 0 59-15,14 0-583 0,-8 4-774 16</inkml:trace>
  <inkml:trace contextRef="#ctx0" brushRef="#br0" timeOffset="126589.84">26748 4584 1782 0,'0'0'328'0,"15"-2"-27"0,-15 2-20 0,10-6 2 0,-10 6-25 16,5-9-10-16,-5 9-16 0,6-6-17 15,-6 6 7-15,1-8 2 0,-1 8-1 0,0 0-4 16,2-11-9-16,-2 11-15 0,0 0-24 15,0-10-16-15,0 10-21 0,0 0-17 16,0 0-8-16,0 0-14 0,0 0-5 16,0 0-11-16,0 0-4 0,-32 18-6 15,15-3 10-15,-8 4 13 0,-9 10 17 0,-4 0 8 16,-4 0-15-16,-5 6 8 0,-1 2 4 16,1 0 0-16,-3 4-10 0,4-1-5 0,0-1-4 15,8 3-8-15,6-1-4 0,3 0-3 16,6-2-13-16,9-7-4 0,7-3-2 0,3-4-7 15,4-3 2-15,6 1-5 0,-1-4-4 16,11 5 1-16,4-2-4 0,2-5-44 16,-1-5 0-16,-3-2 0 0,0-3 0 15,-2 0 0-15,-1-4 0 0,-2 0 0 0,-2-1 0 16,1-2 0-16,-12 0 0 0,23-7 0 16,-16 1 0-16,1-5 0 0,2-1 0 0,-3-5 0 15,0-2 0-15,2-1 0 0,-6 1 0 16,3 6 0-16,-2-1 0 0,-3 3 0 0,1 3 0 15,-2-1 0-15,0 9 0 0,-5-9 0 16,5 9 0-16,-20-2 0 0,7 4 0 16,-1 3 0-16,-8 2 0 0,5 3-196 0,0 0-284 15,3-3-85-15,1 1-92 16,1-4-153-16,7 2 7 0,3-2 85 0,2-4-630 16,0 0-802-16</inkml:trace>
  <inkml:trace contextRef="#ctx0" brushRef="#br0" timeOffset="126989.88">27198 4834 3622 0,'7'-18'-21'0,"-2"7"66"0,0 1 72 0,-1 0 35 15,-2 3 24-15,0 2 1 0,-2 5-13 0,0 0-4 16,0 0 16-16,0 0 13 0,0 0 4 0,-35 18-7 15,12 3 0-15,-7 8-4 0,-3 4-16 16,1 2-8-16,3 1-18 0,3-2-13 16,8-3-7-16,5 0-8 0,4-4-7 15,4 0-3-15,5-8-11 0,9 3 3 0,0-4-11 16,8 3-4-16,6-2 1 0,1-4-5 16,7-5-3-16,-4-4-10 0,0-3 2 15,3-3-15-15,12-3-3 0,-4-5 11 0,4-1-1 16,-6-3 10-16,-2-6 16 0,-3-1 7 15,-5-2-7-15,-4-3-3 0,-9-1-10 0,-3-3-11 16,-6 3-34-16,-4 1-24 0,-6 0 0 16,-8-7 0-16,-2 5 0 0,-11 4 0 15,-6 3 0-15,-5 5 0 0,-15 3-103 16,-4 5-70-16,5 2-42 0,-13 6-55 0,4 2-77 16,11 2-93-16,7-2-59 0,0-1-98 15,13 1-177-15,10-4 30 0,2 0 87 0,9 0-490 16,9 0-614-16</inkml:trace>
  <inkml:trace contextRef="#ctx0" brushRef="#br0" timeOffset="127459.35">26687 4124 3253 0,'-58'-10'-84'0,"5"9"30"15,-10 12 34-15,-9 6 28 0,-23 15 30 16,-2 11 23-16,-3 13 35 0,-3 8 15 0,3 14 15 16,-20 29 6-16,34-15 11 0,9 5 9 15,9 7 20-15,10 5-4 0,19 0-5 0,17 0 4 16,19-2-4-16,18-2-6 0,20-5-14 15,22-8-5-15,20-8-2 0,17-6-19 16,13-8-14-16,9-9-10 0,14-10 12 16,-1-11-7-16,0-13-10 0,2-13-13 0,-6-10-12 15,-5-12-10-15,-3-13-3 0,-4-7-8 16,-2-13 0-16,-3-12 3 0,-8-11 21 0,-3-10 19 16,-5-6 28-16,-6-8 21 0,-6-5 3 15,-8-9-8-15,-9-3-16 0,-10-3-12 0,-17-3-15 16,-11 1-12-16,-15 2-10 0,-20 9-12 15,-16 10-6-15,-14 11-10 0,-21 15-25 16,-16 10-20-16,-12 17-34 0,-14 10-52 0,-13 15-38 16,-6 5-53-16,0 12-63 0,0 11-85 15,5 1-83-15,6 5-102 0,13 4-169 16,10 0-61-16,25-3 72 0,6-2-510 16,4 4-653-16</inkml:trace>
  <inkml:trace contextRef="#ctx0" brushRef="#br0" timeOffset="128807.48">27619 5945 1785 0,'-21'-13'195'0,"2"1"-25"16,3 0-8-16,-9-3-1 0,4 1-7 0,5 4 21 16,-9-7 2-16,3 5 4 0,8 0 13 15,-2 2 14-15,-1 0 7 0,3 2 6 0,5 2-3 16,2 0-17-16,-2 2-14 16,2-1-16-16,0 5-23 0,7 0-14 0,0 0 20 15,0 0 8-15,-10 17 8 0,16 3 4 0,12 11 21 16,16 10-7-16,7 3-3 0,26 15 0 15,15 3-5-15,15 1-17 0,8 4-16 16,3-1-14-16,9 0-16 0,-4 1-11 0,-4-6-7 16,-5-2-8-16,-11-4-12 0,-10-9-8 15,-10-5-5-15,-23-12-9 0,-8-3-8 0,-12-9-5 16,-5-1-2-16,-3-5 2 0,-10-2 22 16,1 0 13-16,-2-4 9 0,-4 0-88 0,0-2 0 15,1 1 0-15,-4-1 0 16,4-1 0-16,-8-2 0 0,9 5 0 0,-9-5 0 15,7 3 0-15,-7-3 0 0,9 6-290 16,-9-6-211-16,0 5-165 0,0-5-240 0,-4 12 78 16,-2-2 91-16,-4 5-713 0,-1 5-899 15</inkml:trace>
  <inkml:trace contextRef="#ctx0" brushRef="#br0" timeOffset="129322.03">29008 7014 3759 0,'8'-12'-117'0,"-5"-1"30"0,3 3 31 16,-1 2 27-16,-1 2 29 0,1 1 38 0,-3-2 28 16,-2 7 25-16,2-7 1 0,-2 7 7 15,0 0 25-15,0 0 38 0,0 0 33 0,0 0 16 16,-43 39 6-16,7-4 10 16,-6 4 6-16,-15 14 21 0,2 2-1 0,-3 5 2 15,3 2-8-15,2-1-5 0,14-12-9 0,5-2-18 16,7 2-17-16,5-3-11 0,8-2-14 15,7-4-16-15,3-5-14 0,8-5-8 16,3 2-13-16,11-2-8 0,2-7-76 16,5-3-38-16,4-3 0 0,5-8 0 0,0-1 0 15,0-8 0-15,-9-2 0 0,12-5 0 16,-4-1 0-16,-6-6 0 0,-3 0 0 0,-7-1 0 16,-6-2 0-16,-2-3 0 0,-6-1 0 15,-1 0 0-15,-4 2 0 0,-1-3 0 0,-4 1 0 16,0 3 0-16,-4 2 0 15,-3 4 0-15,-3 2 0 0,1 5 0 0,0 1 0 16,-4 2 0-16,1 2 0 0,0 0 0 16,4 4-18-16,-2-1-325 0,1 1-72 0,5 1-84 15,4-3-74-15,0 1-105 0,7-3-117 16,0 0 79-16,0 0-697 0,0 0-864 0</inkml:trace>
  <inkml:trace contextRef="#ctx0" brushRef="#br0" timeOffset="129721.54">29681 7210 4217 0,'-14'-12'86'0,"-1"2"29"15,-1 0 26-15,0 6 27 0,-5-3 29 0,-1 5 13 16,2 2 4-16,-9 4 3 0,-7 5 1 15,-6 3 0-15,-5 5-12 0,1 5-12 0,4-1-14 16,10 1-16-16,7-2-19 0,3 2-10 16,11 1-7-16,10-4-2 0,4-1 6 15,6 1 2-15,11 8-2 0,7-2-7 0,5 4-10 16,-3-7-10-16,1-1-10 0,-1 1-21 16,-5-1-74-16,-1-2 0 0,-2-1 0 15,-8-1 0-15,1-4 0 0,-9 0 0 0,-1-1 0 16,-2 0 0-16,-8 4 0 0,1-5 0 15,-7 5 0-15,-8 3 0 0,-2 0 0 16,-4-3 0-16,-5-3 0 0,-1-3 0 0,-1-1 0 16,3-4 0-16,-1-3 0 0,5-2 0 15,-12-5 0-15,2-2 0 0,-1-7 0 0,4-2 0 16,-1-10-456-16,4-3-201 0,7 0-132 16,6 2-75-16,1-2 93 0,5 1-812 0,6 6-1024 15</inkml:trace>
  <inkml:trace contextRef="#ctx0" brushRef="#br0" timeOffset="130138.6">29063 6687 4057 0,'-53'-10'-87'0,"5"4"40"0,-17 12 28 0,-5 4 42 16,-21 11 38-16,-5 11 19 0,0 11 33 15,0 6 29-15,-3 14 13 0,2 10 7 0,3 6 6 16,10 6 0-16,14 7-11 16,13 2-11-16,12 2 5 0,19-2 2 0,18-19-1 15,17 3-3-15,24 14 21 0,20-4-8 16,19-10-17-16,14-6-10 0,16-8-18 0,10-7-4 16,10-8-17-16,3-14-6 0,4-9-2 15,-5-8-18-15,-4-13-7 0,0-11-3 0,-6-11-10 16,-2-8 3-16,-7-11-6 0,-6-6 1 15,-4-12-8-15,-5-5 12 0,-10-8 22 0,-7-11 19 16,-7-8 1-16,-11-4-1 0,-6-10-12 16,-13-3-7-16,-11-1-9 0,-16-2-8 0,-13 1-4 15,-15 4-29-15,-16 10-24 0,-12 11 0 16,-14 11 0-16,-17 12-21 0,-15 13-84 16,-8 13-51-16,-14 16-59 0,-3 11-61 0,-6 8-89 15,4 13-93-15,2 5-94 0,5 3-151 16,12 9-69-16,10-1 71 0,11-2-614 15,17-5-773-15</inkml:trace>
  <inkml:trace contextRef="#ctx0" brushRef="#br0" timeOffset="131689.71">26986 5828 3514 0,'4'-7'-106'0,"-1"0"39"16,1 1 37-16,-2 0 36 0,-2 6 33 0,0-10 21 15,0 10 27-15,0-8 20 16,0 8 9-16,0 0 2 0,-2-11-10 0,2 11-11 16,0 0-10-16,0 0 1 0,0 0 21 15,-49 27 13-15,8 6 9 0,-2 8 5 0,-22 22 6 16,-5 15-2-16,-8 3 1 0,-5 11 6 15,-25 31 10-15,24-28-5 0,-27 23-2 0,27-31 17 16,3-2 24-16,1-4 10 0,6-5 2 16,4-4-2-16,11-6-8 0,18-20-10 0,1-5-18 15,8-4-16-15,5-3-12 16,6-10-15-16,6-7-13 0,3-3-7 0,3-1-10 16,1-5-4-16,3 1-3 0,-4-3-33 15,6 0-52-15,-1-2 0 0,4-4 0 0,0 0 0 16,-9 0 0-16,9 0 0 0,0 0 0 15,0 0 0-15,-12-11 0 0,12 11-62 0,-6-5-166 16,6 5-67-16,-4-5-87 0,4 5-95 16,0 0-98-16,0 0-155 0,0 0-58 15,-23 11 86-15,18 2-642 0,-3 2-800 0</inkml:trace>
  <inkml:trace contextRef="#ctx0" brushRef="#br0" timeOffset="133338.53">25410 7952 3901 0,'2'-7'-23'0,"0"2"32"0,-2-2 31 0,0 7 27 0,0-12 18 15,-4 6 22-15,0-1 12 0,1-2 9 16,-8 2 4-16,2-2-2 0,-4 1-13 0,-4 3-4 16,-5 0-4-16,-3 3-2 0,-4 2 0 15,-14 2 4-15,4 5-3 0,-1 2 2 0,-10 4 1 16,2 3-6-16,3 1-1 16,3 1-12-16,10-1-5 0,-1 1-12 0,10 1-2 15,-2 0-5-15,12-5-10 0,3 1-1 16,5-1-4-16,3-1-5 0,2-1 0 0,7 4 14 15,3 1 0-15,9 2-4 0,6-1 3 16,2-1 0-16,3-1-5 0,1 1-4 0,-1-3-14 16,1 1-4-16,-11-5 7 0,-2-1 12 15,-7-2 13-15,1-2 23 0,-5 3 23 0,0-2 32 16,-5 0 13-16,-2 3 13 0,-2-1-15 16,-3 0-6-16,-4 1-134 0,-5-1-15 0,-5 2 0 15,2-3 0-15,-6 2 0 16,1-5 0-16,-3 2 0 0,-2-3 0 0,-2-3 0 15,0 0 0-15,1 0 0 0,-1-2 0 16,2-2 0-16,9 4 0 0,-1 0 0 0,1-3 0 16,5 2 0-16,4 1-16 0,9 0-350 15,-9-3-50-15,9 3-49 0,0 0-46 0,31-14-59 16,2 6-128-16,16-6-45 0,7-3 73 16,5 2-601-16,7-3-730 0</inkml:trace>
  <inkml:trace contextRef="#ctx0" brushRef="#br0" timeOffset="133672.7">25675 8049 3452 0,'7'-11'-32'0,"-1"2"44"0,-4 2 43 0,-2 3 32 16,0 4 25-16,-6-11 23 0,6 11 12 0,-9-4 5 15,2 1 3-15,7 3-4 16,-23 6 8-16,7-1-2 0,-3 4 2 0,-6 9-2 16,0 1 1-16,-1-1-5 0,4 2-12 15,8-3-12-15,3-4-8 0,0 1-11 0,4 0-10 16,3-2-9-16,6 2-8 0,4 1 0 15,3 2-11-15,3-3 0 0,1 4-2 0,6 0-2 16,-2-3-4-16,4 4 6 0,-3-3-3 16,-3-4-4-16,-5 0 5 0,-3-2 27 15,0-1 35-15,-3 1 20 0,0 0 4 0,-6 1 1 16,-4 2-5-16,1-1-7 0,-7 2-14 16,-5 0-11-16,-8 1-14 0,0 0-82 15,-3-1-22-15,-6-2 0 0,-1-5 0 0,-4-2 0 16,-2-1 0-16,-1-8 0 0,3-5-54 15,-2-1-187-15,5-5-67 0,-4-7-79 0,14-3-62 16,2-2-68-16,6-4-89 0,4-4-175 16,9-2 57-16,6-2 91 0,5-2-554 15,6 1-653-15</inkml:trace>
  <inkml:trace contextRef="#ctx0" brushRef="#br0" timeOffset="134039.56">25360 7412 3184 0,'-32'8'-7'0,"-15"10"28"16,-9 11 37-16,-21 21 43 0,-6 8 39 16,-6 14 35-16,-5 7 22 0,5 10 23 15,-22 33 10-15,31-27 5 0,6 5-7 0,7 1-15 16,10-2-11-16,12-6-23 0,13-4-13 16,19-21-13-16,11-1-17 0,13-4-8 0,14-3-9 15,23 7-10-15,21-10-9 0,13-9-11 16,11-11-12-16,15-10-3 0,11-14-21 15,4-8 7-15,5-12-2 0,6-10-18 0,-1-9-1 16,-3-6-7-16,-12-9 0 0,-8-7-5 0,-13-10-5 16,-11-10 7-16,-14-4-10 0,-13-11-1 15,-14-4-3-15,-16-12 1 0,-17-3 8 0,-12-7-15 16,-12-1 4-16,-15-5-6 16,-6 6-2-16,-17 8 1 0,-12 13-5 0,-7 17-6 15,-7 19 2-15,-7 19-27 0,6 19-25 16,-7 14-30-16,-21 16-36 0,5 15-56 0,-2 8-67 15,9 9-84-15,5 5-85 16,7 4-122-16,8-1-198 0,10-2 68 0,18-10 61 16,0 1-435-16,9-8-512 0</inkml:trace>
  <inkml:trace contextRef="#ctx0" brushRef="#br0" timeOffset="134938.26">24623 9012 2634 0,'19'-17'-120'16,"0"1"40"-16,2-4 36 0,2-1 34 0,0 1 38 15,-1 1 42-15,-4 6 26 0,-3 1 24 16,-3 3 20-16,-1 1 0 0,-6 2-12 15,4 4 31-15,-9 2 45 0,1 16 41 16,-13 15 13-16,-10 17-1 0,-18 23-1 0,-11 7-10 16,-5 5 8-16,-5 7 3 0,-3 4 0 15,-4 1-1-15,0-1-2 0,-2-2-12 0,3-7-17 16,4-10-19-16,8 0-17 0,7-12-18 16,10-15-16-16,4-1-15 0,3-7-12 0,5-3-17 15,4-9-11-15,8-5-9 0,0-4-5 16,4-5-18-16,5-2-30 0,-1-3-40 15,2-3-38-15,-4-4-90 0,8-2-85 0,0 0-67 16,0 0-72-16,-13-14-55 0,13 10-60 16,-1-4-79-16,1 8-193 0,-4-8 31 15,4 8 82-15,-5-4-538 0,5 4-631 0</inkml:trace>
  <inkml:trace contextRef="#ctx0" brushRef="#br0" timeOffset="135371.24">23798 10510 3452 0,'-2'-10'122'0,"-2"2"16"0,1 1 23 15,-4 0 26-15,0 0 22 0,-3 0 19 16,-1 4 3-16,-6-1 6 0,-3 4-7 16,-8 5-1-16,-8 4-12 0,-9 9-15 15,-2 3-8-15,6 4-8 0,-4 0-8 0,6 5-20 16,1 1-15-16,4 1-13 0,5 2-11 15,0 2-19-15,14-7-10 0,2 0-22 0,7-5-4 16,4-2-6-16,8 0-6 0,1-3-3 16,11 10-7-16,2-5-5 0,3-2-3 0,6 2-2 15,-1-2-4-15,8 4-1 16,-5-6 2-16,-4-1-6 0,0-2 14 0,-4 2 31 0,-9-5 30 16,0 0 16-16,-4-2 33 15,-5 0-104-15,-1-1-43 0,-4 1 0 0,-4 1 0 0,-3 1 0 16,-4 1 0-16,-3 0 0 15,-8 3 0-15,0 0 0 0,-4-1 0 0,-1 0 0 16,-4-3 0-16,3-2 0 0,-5-3 0 16,5-4 0-16,1-5 0 0,-4-2 0 0,6-1 0 15,-7-6 0-15,9 1 0 0,5 1 0 16,0 0 0-16,3 0-254 0,5-1-259 0,4 0-51 16,1 2-63-16,1 1-130 0,6-2-21 15,2-2 70-15,-1-1-649 0,11-3-812 16</inkml:trace>
  <inkml:trace contextRef="#ctx0" brushRef="#br0" timeOffset="136058.45">24108 10751 3714 0,'-2'-7'-48'0,"2"7"30"15,-1-7 28-15,1 7 33 0,0 0 32 16,-15 0 28-16,15 0 31 0,-25 21 19 0,4 1 8 16,-12 12 4-16,3 7-1 0,-3 3-2 15,3 3 2-15,1-1-6 0,4-6-9 0,7-1-1 16,4-8-16-16,8-5-13 0,8-3-8 15,6-6-7-15,4 3-10 0,12-3-3 16,6-7-15-16,11-3-2 0,2-8-11 0,16-6-6 16,2-7-6-16,0-8-5 0,-2-3-2 15,-1-3-4-15,-10-4 2 0,-7 3-3 16,-8-2-1-16,-14 6-6 0,-4-4 6 0,-10 5 0 16,-5-1-3-16,-5-8-4 0,-8-2-4 15,-12-1-1-15,-4 3-6 0,-8 7-3 16,8 8-20-16,-5 6-32 0,-3 5-37 0,4 5-47 15,-6 4-51-15,-1 5-71 0,-1 3-77 16,2 3-72-16,-10 3-98 0,4 4-168 16,4-2-21-16,8-3 75 0,-4-1-470 15,3 2-543-15</inkml:trace>
  <inkml:trace contextRef="#ctx0" brushRef="#br0" timeOffset="136437.29">23373 10270 3218 0,'-56'33'91'0,"-17"27"15"0,-4 16 29 16,-1 14 13-16,-22 41 17 0,5 5 3 16,6 6 16-16,7 1 7 0,23-27 11 0,9-2-4 15,14-3-12-15,13-2-20 16,16-1-16-16,12-8-14 0,18-6-17 0,15-11-10 15,16-6-10-15,18-13-9 0,19-9-8 0,18-10-7 16,13-11-9-16,17-11-6 0,4-15-10 16,0-9-7-16,1-12-18 0,3-11-20 15,-11-9-15-15,-3-9 2 0,-9-16-8 0,-13-8-2 16,-14-11 1-16,-20-12 2 0,-15-12 4 16,-20-8 3-16,-15-10 5 0,-22-11 6 0,-12-7-2 15,-14-5 4-15,-25-42-1 0,-7 12-8 16,-14 11 6-16,8 53-2 0,-7 15 2 0,-7 21-5 15,-10 17-2-15,-2 21-25 0,7 24-42 16,-6 15-61-16,-22 12-90 0,5 12-85 0,8 9-92 16,10 5-153-16,10 2-114 15,23-10 58-15,5 1-470 0,7-1-549 0</inkml:trace>
  <inkml:trace contextRef="#ctx0" brushRef="#br0" timeOffset="138070.72">17253 9539 981 0,'-5'3'376'0,"-3"4"-116"0,5-4-71 15,3-3-59-15,-6 4-34 0,6-4-15 0,0 0-12 16,-5 6-1-16,5-6 1 0,0 0-5 16,0 0 16-16,0 0 26 0,0 0 4 0,18 2 7 15,1-9 9-15,17-10-12 0,14-8-13 16,22-16 1-16,11-7-11 0,3-8-10 0,11 1-11 15,1-4-4-15,-1-1-6 0,-7 7-7 16,-10 4-8-16,-9 6 1 0,-28 18-8 16,-2 1 5-16,-16 10-10 0,-9 2-2 15,-2 2-12-15,-5 5 3 0,-9 3-1 0,0 2-9 16,0 0 6-16,-55 8 0 0,13 3-8 16,-15 6 4-16,-4 2-9 0,-4 5 2 15,1 2 1-15,-20 3 3 0,19-6 0 0,2 4 3 16,4-3 9-16,5 1-1 0,3-2-5 15,6 2 3-15,10-8-6 0,7-1-4 0,5-6 6 16,7-1-9-16,5-3 3 0,2-2 3 16,0-1-5-16,9-3 1 0,0 0 6 0,0 0-6 15,46-22 10-15,1-4-6 0,11-4-4 16,20-15-2-16,10-1 1 0,0 3 1 16,1 3 0-16,-5 4-4 0,-22 9 0 15,-4 3 1-15,-7 2-3 0,-16 10-1 0,-7-1-4 16,-5 5 1-16,-10 3 2 0,-4 2 4 15,-9 3-9-15,0 0 5 0,0 0 3 0,-56 24-8 16,6-9 7-16,-1 6 0 0,-9 1 4 16,2-2-6-16,-3 2 4 0,2 1-7 0,0 0 4 15,5 3-1-15,6-5 4 0,3 2-2 16,13-6-3-16,3-3 0 0,10 1 2 16,6-5 3-16,3 0-16 0,6-4 12 0,6 2 2 15,-2-8 1-15,17 10 0 16,6-10 1-16,15-3 6 0,21-8-4 0,4-5-4 15,7-7 5-15,16-6 2 0,-23 9-7 16,-4-5 3-16,-9 6-3 0,-14 9 1 0,-11 1-2 16,-6 3 3-16,-9 0-2 0,-6 6-4 15,-4 0 5-15,0 0-9 0,-58 21 4 0,8 1 3 16,-9 7-4-16,-16 8 2 16,-8 1 1-16,6-1 10 0,4 1-6 0,15-11-2 0,9-1 3 15,5-4 5-15,15-7-4 0,7-2-4 16,7-5-5-16,5 2 8 0,7-8-3 15,3 3 6-15,0-5-3 0,0 0 3 0,45-5-3 16,-4-3 2-16,15-6-4 0,-1-1 0 16,3-1 0-16,-5 1-5 0,-11 4 4 15,-10 1-2-15,-7 3 1 0,-6 2 4 0,-6 2-6 16,-5-1 0-16,-8 4 6 0,0 0-8 16,0 0 1-16,0 0 5 0,-44-5-1 15,19 7 9-15,-11 1-2 0,-3 1-1 0,0 1-3 16,3 0 6-16,5-2-2 0,10 1-4 15,4-1-4-15,4 2-9 0,2 2-24 0,-1 0-40 16,6 3-52-16,2 0-49 0,4 4-54 16,0 1-69-16,4 1-89 0,2 5-186 0,-4-3 38 15,0-1-236-15,-2 2-258 0</inkml:trace>
  <inkml:trace contextRef="#ctx0" brushRef="#br0" timeOffset="140953.12">28726 8251 2076 0,'0'0'-14'0,"10"-4"37"0,-10 4 29 16,0 0 18-16,0 0 27 0,0 0 27 15,0 0 23-15,3-4 17 0,-3 4-6 0,4-6 1 16,-4 6-4-16,2-5-2 0,-2 5-9 15,4-9-6-15,-4 9-6 0,3-8 3 0,1 4-4 16,-4 4-6-16,4-7-7 0,-4 7-12 16,3-7-6-16,-3 7-6 0,1-7-11 0,-1 7-3 15,0 0-11-15,0 0-8 0,0 0-7 16,0-5-2-16,0 5-3 0,0 0-5 0,0 0 11 16,-23 21 1-16,9-5 12 0,-4 9 19 15,-7 11 5-15,-7 9 12 0,-1 5 5 16,-1 3 7-16,-10 17 4 0,0-3-1 15,4 1 7-15,2 1 4 0,11-12-10 0,-2 1-5 16,5-4-1-16,1 2-1 0,2-3 3 16,3-2-10-16,2-4-11 0,3-10-6 0,1-4-9 15,3 0-6-15,1-10-8 0,2-5-5 16,0-3-5-16,4-3 1 0,-1-1-1 16,-1-1 14-16,2-2 5 0,0 1-2 0,1-2-8 15,-1 0-3-15,0-3 1 0,2-4-4 16,-2 9-2-16,2-9-7 0,0 0-12 15,-3 5-38-15,3-5 0 0,0 0 0 0,0 0 0 16,0 0 0-16,0 0-88 0,0 0-104 16,0 0-76-16,0 0-98 0,0 0-122 15,0 0-134-15,0 0-219 0,0 0 72 0,0 0 84 16,0 0-632-16,-24-3-774 0</inkml:trace>
  <inkml:trace contextRef="#ctx0" brushRef="#br0" timeOffset="141570.64">27818 9732 3505 0,'0'0'-67'0,"11"-6"35"0,-11 6 34 16,5-4 43-16,-5 4 49 0,6-6 18 0,-6 6 15 0,0 0 2 15,0 0-1-15,0 0-11 16,0 0 13-16,0 0 8 0,-36 22 9 0,7 0 12 16,-13 7 4-16,0 7 15 0,-3 0 6 15,-14 15-4-15,10-7-9 0,6-1 14 0,-1 1-17 16,4-1 6-16,6 1-15 0,1-1-8 16,10 0-9-16,4-1-20 0,8-6-8 0,3 0-2 15,5-1-8-15,3-8-16 0,3-2-11 16,5 5-7-16,1-8-5 0,7 2-3 0,5-3-7 15,-1-4-7-15,0-3 0 0,-4-6-2 16,2-1 3-16,-5-2-11 0,1-5-5 16,-3 3-2-16,-1-6-4 0,1 0-2 15,-4-3-2-15,-1 1-3 0,1-3-1 0,-4 0-2 16,-1-1-1-16,-2 2-6 0,-4-2 3 16,3-1-5-16,-10 0-4 0,6 1 4 0,-3-1-4 15,-2 0-2-15,1 0-1 0,0-1 0 16,-3 3-3-16,2 1-5 0,5 0-24 0,-4 0-36 15,0 0-7-15,6 2-48 0,-5 2-45 16,8 3-53-16,-13-7-55 0,9 4-67 0,-4-1-59 16,8 4-54-16,-7-5-77 15,7 5-139-15,-6-5-29 0,6 5 82 0,0 0-493 0,10-11-579 16</inkml:trace>
  <inkml:trace contextRef="#ctx0" brushRef="#br0" timeOffset="141959.65">27927 10197 3010 0,'0'-9'104'0,"0"9"41"0,0 0 3 0,-7-7 0 16,7 7 14-16,-12-3 10 0,12 3 19 15,-22 5 5-15,2 5 4 0,-5 7 1 0,-1-1 0 16,1 7-3-16,3-4-9 15,0 4-9-15,9 1-6 0,1-1-15 0,7-4-5 16,1 5-15-16,4-4-18 0,6 2-2 16,5 6-12-16,4-3-11 0,5-4-11 0,2-2-6 15,7-9-5-15,-3-3-5 0,-1-4-11 16,2-4-2-16,0-5-6 0,5-1 0 0,-1-10-4 16,-4-1 10-16,-5-7 8 15,-1-2-2-15,-5-7-2 0,-7-6-11 0,-2-11-6 0,-1 9 0 16,-4 1-6-16,-2 2-7 15,-2 5-5-15,-5 1-6 0,-1 11-8 0,-3 4-11 16,-7-3-35-16,-1 7-24 0,-1 6-36 16,0 4-32-16,6 4-48 0,-8 4-44 0,-1-2-64 15,-4 13-72-15,6-5-57 0,6 2-57 16,3-3-92-16,1 1-140 0,6-3 52 16,3-2-521-16,2-5-636 0</inkml:trace>
  <inkml:trace contextRef="#ctx0" brushRef="#br0" timeOffset="143219.76">27920 9866 3500 0,'-10'-4'110'0,"2"-1"31"16,5 2 32-16,3 3 19 0,-8-7 15 0,10 0 6 16,-2 7 5-16,11-17-2 0,1 7 1 15,5-2-8-15,1 0-27 0,0 2-22 0,1 3-7 16,3 0-17-16,-8 2-17 0,6 2-18 15,-5 3-6-15,-2 3-8 0,4 2-14 0,-3-1-9 16,-1 4-7-16,-1 4 1 16,-3 0-5-16,-2 0 0 0,-1 2 8 0,-4 1 4 15,-4-1 12-15,-2 8 3 0,-3 7 17 16,-6 0 0-16,-3 0 2 0,3-1-13 0,-2-3-6 16,5-3 5-16,-2-7-6 0,5 2-3 15,1 0-5-15,3-3-6 0,-1 2-2 0,2 0-7 16,2 0-6-16,0-1-3 0,4 2-1 15,0 2-22-15,-3-2-24 0,3 5 0 0,0-1 0 16,0-2 0-16,-3 3 0 0,1-3 0 16,-2 2 0-16,-2 3 0 0,1-2 0 0,-7 0 0 15,-1 7 0-15,-5-1 0 0,-3-1 0 16,0-3 0-16,-3 0 0 0,-5-3 0 0,0-3 0 16,0-1 0-16,3-5 0 15,6-2 0-15,2-3 0 0,1-1 0 0,2 0 0 16,1 0 0-16,1-2 0 0,-1-1 0 15,10-3 0-15,-15 5 0 0,5-3 0 0,10-2 0 16,-12 1 0-16,12-1 0 0,-16-1 0 16,16 1 0-16,-16-2 0 0,9 1 0 15,-1-3 0-15,8 4 0 0,-9-14-410 0,6 5-453 16,6-4-65-16,1-3 97 0,7-9-924 16,6-2-1185-16</inkml:trace>
  <inkml:trace contextRef="#ctx0" brushRef="#br0" timeOffset="143753">27922 9883 5205 0,'-8'-8'83'0,"2"1"30"0,0 1 14 16,5 1 14-16,1 5 8 0,3-11 2 15,6 2-12-15,2-1-16 0,3 1-8 0,8 1-9 16,-3 2-12-16,6 3-14 0,-1 1-7 0,-3 2-9 16,2-1-10-16,-2 4-3 15,-2 0-6-15,1 1-11 0,-6 3 4 0,2-1 4 16,-3 5 17-16,-6 1 31 0,2 0 30 16,-9 3 24-16,-2 2 16 0,-10 10 11 0,-7 6 11 15,-7 1 3-15,-7 0-132 0,-1 3-53 16,1-6 0-16,-1 0 0 0,11-7 0 0,0-2 0 15,8-5 0-15,4-2 0 0,3-1 0 16,3 0 0-16,2-2 0 0,3 0 0 16,3 1 0-16,-2-3 0 0,7 4 0 15,-1 1 0-15,1-3 0 0,4 1 0 0,-3 1 0 16,0 2 0-16,-1-5 0 0,2 3 0 0,-5-1 0 16,1 3 0-16,-4 1 0 0,-2 2 0 15,0-2 0-15,-6 5 0 0,-5 7 0 0,-5-3 0 16,0 0 0-16,-4-2 0 0,1 0 0 15,-1-4 0-15,4-2 0 0,1-5 0 16,1 1 0-16,3-3 0 0,0-3 0 16,-1 2 0-16,-1-3 0 0,1 0 0 0,-3 0 0 15,1-2 0-15,3 0 0 0,0 0 0 16,-1-3 0-16,-1 2 0 0,1-1 0 0,3-1 0 16,-4 1 0-16,5-1 0 0,8-2 0 15,-11 4 0-15,11-4-59 0,0 0-942 0,-10-9 49 16,10 9 107-16,6-12-969 0,1 1-1242 15</inkml:trace>
  <inkml:trace contextRef="#ctx0" brushRef="#br0" timeOffset="144369.04">28309 9403 5119 0,'-8'-18'-179'0,"-3"3"21"0,-2 1 26 0,-3 2 38 0,-9-5 38 0,-7-2 29 15,-3 3 23-15,-13 0 17 0,-2 3 18 16,-10 7 10-16,-2 5 16 0,-10 13 21 16,-19 12 20-16,-8 15 25 0,-3 15 14 15,-6 12 14-15,-26 30 7 0,1 3 16 0,13 10 10 16,35-17 20-16,-18 29-1 0,33-22 7 15,11 2-14-15,11 5-2 0,13-5-12 16,15-3-19-16,15-20-12 0,17 19-14 0,15-3-13 16,18-7-11-16,15-1-8 0,13-7-13 15,12-9-3-15,11-6-15 0,8-12-2 0,2-6-10 16,3-15-5-16,4-7-8 0,2-12-49 16,-4-13 0-16,-2-12 0 0,-1-8 0 0,1-14 0 15,-6-10 0-15,1-15 0 0,-7-14 0 16,-6-12 0-16,15-43 0 0,-12-6 0 0,-14-12 0 15,-7-10 0-15,-24 32 0 16,-8-8 0-16,-7-5 0 0,-14 12 0 0,-12 9 0 16,-12 16 0-16,-17 13 0 0,-16 16 0 15,-23 14 0-15,-16 15 0 0,-14 10 0 0,-11 12 0 16,-15 12 0-16,-11 10 0 0,-6 13-43 16,6 10-180-16,-1 10-70 0,8 1-93 0,9 5-101 15,13 1-98-15,17 1-157 0,30-11-33 16,9-4 71-16,16-3-641 0,7-12-799 0</inkml:trace>
  <inkml:trace contextRef="#ctx0" brushRef="#br0" timeOffset="145118.97">29183 8251 3570 0,'-7'-11'-99'0,"1"-1"44"0,0 6 43 0,1-2 45 0,-2 0 44 15,6 3 30-15,-3 1 20 0,4 4 5 0,-8-8-12 16,8 8-4-16,-3-4-11 0,3 4-6 15,0 0 21-15,0 0 16 0,0 0 7 0,20 29-2 16,7 2 6-16,10 10-8 0,6 3-15 16,26 16-8-16,9 7-8 0,14 2-16 0,8 8 44 15,47 27 35-15,7-5 12 16,3 8-2-16,-9 1-16 0,1-3-12 0,-11-13-20 16,-38-20-11-16,-4-6-5 0,-10-8-10 15,-14-11-14-15,-23-12-8 0,-9-8-6 0,-11-6-4 16,-2-3 5-16,-8-5 18 0,-6-3 12 15,-2-2 2-15,-3-3 7 0,2 1 0 0,-5 0-7 16,-1-6-57-16,-4 0-55 0,0 0 0 16,0 0 0-16,0 0 0 0,0 0 0 15,10-12 0-15,-10 12 0 0,0-6 0 16,0 6-170-16,0 0-140 0,0-7-96 0,0 7-94 16,0 0-110-16,-25 1-201 0,13 3 13 15,-5 1 94-15,2 2-616 0,2 1-778 16</inkml:trace>
  <inkml:trace contextRef="#ctx0" brushRef="#br0" timeOffset="145421.48">30676 9786 4030 0,'-18'-6'181'0,"5"3"22"0,5-2 21 15,1 2 46-15,-1 1 44 16,8 2 18-16,-7-4-5 0,7 4-19 0,-7-3-25 0,7 3-26 15,0 0-23-15,0 0-32 16,0 0-19-16,43 12-19 0,-16 0-16 0,-3 3-17 16,2 4-13-16,-2 2-7 0,-3 4-17 15,-5 4-17-15,-2 5-77 0,-4 3 0 0,-5 0 0 16,-3 5 0-16,-4-1 0 0,-3 0 0 16,-5 9 0-16,-2 1 0 0,-1 1 0 0,-6-2 0 15,1 3 0-15,-4-6 0 0,3 1 0 16,-1-5 0-16,-4-2 0 0,9-10 0 0,-2-1 0 15,1-5 0-15,7-4-198 0,0-6-240 16,3-1-75-16,-2-7-111 0,4-4-167 16,4-3-16-16,0 0 88 0,0 0-676 15,10-34-847-15</inkml:trace>
  <inkml:trace contextRef="#ctx0" brushRef="#br0" timeOffset="145602.43">30536 10471 4168 0,'-15'-4'131'0,"2"-1"35"0,3 4 38 16,10 1 59-16,-17-5 57 0,17 5 16 15,-9-4 16-15,9 4-11 0,0 0-24 0,-11-3-27 16,11 3-27-16,0 0-27 0,0 0-26 16,34-9-24-16,2 2-44 0,5 1-78 15,17-6-90-15,3-2-97 0,9-3-89 16,3 0-75-16,20-10-77 0,2-2-88 0,-1-6-64 16,-3-5-86-16,-5-1-138 0,-7-8 22 15,-4-3-625-15,-5-2-799 0</inkml:trace>
  <inkml:trace contextRef="#ctx0" brushRef="#br0" timeOffset="145919.45">31834 9760 3443 0,'15'-22'-62'0,"-3"2"79"0,-6 7 70 16,-3 2 47-16,-3 2 27 0,0 3 14 0,0 6 20 16,-7-7 26-16,-7 3 18 0,14 4 24 15,-38 6 20-15,6 2-1 0,0 7-1 0,-11 4-3 16,3 8-10-16,4-1-16 0,4 6-20 16,2-1-20-16,3 3-20 0,11-2-18 15,5 1-15-15,4 0-14 0,7-4-14 16,1-4-15-16,9 8-8 0,4 0-14 0,6 8-7 15,3-4-63-15,2 3-24 0,2-3 0 16,-11-8 0-16,2 0 0 0,-5 0 0 0,1-2 0 16,-7-1 0-16,-5-6 0 0,-2-1 0 15,-6 3 0-15,-8 6 0 0,-2-4 0 0,-7-2 0 16,-2-5 0-16,-8 1 0 0,-4-5 0 16,-5-5 0-16,-4 2 0 0,-1-8 0 15,-5-2 0-15,2-2 0 0,3-2 0 16,-7-8 0-16,4-1 0 0,11 1 0 0,-5-11 0 15,18 2 0-15,-1-5 0 0,5-3-125 0,8-5-811 16,2 0-26-16,10-2 112 0,4-3-959 16,3 2-1236-16</inkml:trace>
  <inkml:trace contextRef="#ctx0" brushRef="#br0" timeOffset="146301.99">31033 9408 5192 0,'-61'-19'-90'0,"-1"12"34"16,-12 6 40-16,-34 14 47 0,-12 9 39 16,-7 17 32-16,-12 7 28 0,-34 24 33 0,8 7 12 15,50-14 46-15,9 12 12 0,15 8 0 16,13 8-14-16,17 6-21 0,19 8-20 16,17 5-17-16,19-3-14 0,26 3-16 15,21-5-12-15,22 7-4 0,41 21-13 0,14-15-13 16,9-14-15-16,-20-35-29 0,2-6-31 15,9-6-15-15,4-13-32 0,2-9-45 0,3-12-1 16,2-6-10-16,4-13 5 0,-6-16 12 16,-10-14 7-16,-9-22 8 0,-7-18 13 0,-7-16 21 15,10-40 21-15,-13-19 7 0,-8-14 6 16,-15-13-6-16,-14-4 0 0,-11-5-5 16,-20 34-2-16,-12-6 3 0,-16 6-4 0,-16 15 1 15,-23 12-9-15,-23 17 16 0,-26 16-5 16,-56 3-32-16,18 36-23 0,-18 19-50 0,-5 17-61 15,-10 16-62-15,-3 11-114 0,-40 22-120 16,23 10-165-16,10 12-147 0,56-11 84 16,12 4-632-16,4 0-778 0</inkml:trace>
  <inkml:trace contextRef="#ctx0" brushRef="#br0" timeOffset="149185.53">15637 3401 2913 0,'-3'9'101'16,"-1"-2"32"-16,0 0 30 0,-3-1-17 0,-3 0 35 16,-1 0 2-16,-5 3 17 0,1-1 1 15,-6-2-8-15,0 0 9 0,-3 0-16 0,-3 0-11 16,0-4-14-16,-11 4-7 0,6-5-20 16,1-1 6-16,-7-1 4 0,-2-2-12 15,0-4-13-15,-2-3-15 0,-7-5-5 0,1-3-5 16,-6-7-14-16,3-4-9 0,1-6-16 15,-12-19-9-15,2 0 2 0,5-7-11 0,0-6-2 16,2-1-9-16,3-7-1 0,6-5-5 16,0 2-7-16,6-4 4 0,4-2-14 15,6 1-4-15,3-1-5 0,11 15 1 16,5-1 1-16,7 1-4 0,5 1 0 0,9 0-3 16,3 6 2-16,8 2-4 0,17-11-4 15,6 6 8-15,9 7-1 0,8 6-2 16,8 8-1-16,4 6 0 0,-3 14-1 0,-2 4 0 15,6 6 3-15,9 4 2 0,1 6 2 16,2 4 6-16,4 4-7 0,18 4 1 0,-3 2 7 16,-6 2-1-16,-23 0-2 0,-3 2 3 15,-9-2 7-15,-7 0-9 0,-15-2 5 0,-8 0-8 16,-9-4-4-16,-4-1 5 16,-8-2 0-16,2 0 2 0,-6 1-1 0,3 0 2 15,-5 0 0-15,1-2-3 0,-2-2 0 16,-8 0 6-16,13 4 0 0,-13-4-2 0,12 2-5 15,-12-2-8-15,5 2-23 0,-5-2-42 16,0 0-52-16,11 4-73 0,-11-4-68 16,0 5-85-16,0-5-127 0,-9 15-273 0,2-8 43 15,-2-2 84-15,-3 5-331 0,2-6-438 16</inkml:trace>
  <inkml:trace contextRef="#ctx0" brushRef="#br0" timeOffset="149553.2">16070 1428 2581 0,'-15'-6'36'0,"4"1"39"0,1 1 19 0,2-2-9 15,8 6-14-15,-11-2-5 0,11 2-10 16,0 0-3-16,0 0 12 0,0 0 21 0,0 0-2 15,29 19-10-15,1 1-9 0,8 5-2 16,6 8 0-16,-4 3 11 0,-2 2-24 16,4 1-5-16,-12 1-5 0,-1 0 2 0,-8 1 6 15,-10-6 9-15,-2 0 23 16,-9-2 2-16,-7 4-4 0,-6-3 0 0,-10 12 4 16,-6-1-6-16,-3-4-5 0,-6-3-3 15,-2 0-13-15,-2-6 1 0,0-1-8 0,-2-4-4 16,4-5-5-16,8-1-4 0,2-5 1 15,3-1-6-15,7-7-9 0,4-2-28 16,2 0-40-16,3-3-83 0,0 3-129 0,-1-3-160 16,1 0-271-16,1 1 55 0,2 0 78 15,4 0-194-15,4-4-242 0</inkml:trace>
  <inkml:trace contextRef="#ctx0" brushRef="#br0" timeOffset="151769.85">17226 6582 2210 0,'0'0'51'15,"0"0"0"-15,0 0 11 0,0 0 22 16,-45 27 14-16,13 2 21 0,-8 6 30 16,-2 3 27-16,-2 0 4 0,-4 3 9 0,1 1 1 15,3 0-7-15,-2-1-4 0,9-2-11 16,1-2-17-16,4-5-13 0,5-8-15 0,7 0-10 15,2-9-10-15,9-2-14 0,-1-5-8 16,5 0-8-16,-1-3-10 0,0 1-8 0,6-6-15 16,0 0-16-16,0 0-27 0,0 0-18 15,10-23-14-15,4-1-15 0,2-8-14 0,9-7 1 16,4-6 3-16,1 1 7 16,6-1 8-16,-2 3 12 0,-1 5 12 0,-5 4 10 15,-4 13 17-15,-9 3 4 0,-4 5 8 16,-1 3 3-16,-5 1 9 0,2 4 8 0,-7 4 8 15,0 0-1-15,0 0 2 0,0 0-3 16,-35 21 3-16,7-4-3 0,-13 7-1 0,3 1-7 16,-3 1-2-16,-6 1-2 0,4 0-5 15,1-2 0-15,-4 0-5 0,4-1-3 16,-2-3-2-16,14-4-4 0,1-1-12 0,8-4-27 16,4-2-32-16,3-1-54 0,3-2-73 15,0 3-69-15,5-3-77 0,0 0-81 16,4-4-157-16,2-3-8 0,0 0 74 0,0 0-287 15,29 4-279-15</inkml:trace>
  <inkml:trace contextRef="#ctx0" brushRef="#br0" timeOffset="152251.37">17456 6853 2477 0,'0'0'148'0,"0"0"-9"16,0 0 7-16,0 0 12 0,-38 31 24 0,11-8 22 16,-9 8 13-16,-5 6-3 0,0 2-11 15,-7 3-20-15,1-3-14 0,-3 2-15 0,3-2-11 16,2-1-14-16,5-2-12 0,1-2-15 15,6-3-9-15,10-8-11 0,2 0-7 0,8-9-10 16,1-2-10-16,7-1-14 0,-1-5-16 16,4 0-13-16,2-6-24 0,0 0-25 0,0 0-28 15,31-16-34-15,-6-6-38 0,9-9-22 16,4-1-12-16,0-6 0 0,0 0 18 0,0 4 16 16,-4 3 14-16,-7 9 16 15,-4 3 13-15,-4 3 21 0,-5 6 30 0,-7 3 45 16,0 4 49-16,-7 3 40 0,0 0 21 15,0 0 12-15,-5 20-2 0,-4-4 1 0,-5-1-5 16,-9 7-11-16,1 3-8 0,-3-3-8 16,0 0-8-16,-2 0-9 0,4-1-10 15,2 0-7-15,0-3-8 0,4-4-28 0,5-2-31 16,1-2-42-16,3 0-48 0,1-6-65 16,-1 3-57-16,3-4-46 0,5-3-74 0,-8 3-67 15,8-3-109-15,0 0-39 16,2-17 57-16,0 4-247 0,2-2-239 0</inkml:trace>
  <inkml:trace contextRef="#ctx0" brushRef="#br0" timeOffset="159517.34">27920 9956 911 0,'0'0'133'15,"6"-5"1"-15,-6 5-14 0,5-4-4 16,-5 4 2-16,6-4 0 0,-6 4 0 0,0 0-4 0,8-4 4 16,-8 4 8-16,0 0 1 15,0 0 2-15,4-4 8 0,-4 4-1 0,0 0-4 16,0 0-6-16,0 0-10 0,0 0-5 15,0 0-13-15,0 0 0 0,0 0-17 0,0 0 5 16,0 0-14-16,0 0 18 0,0 0-1 16,0 0-2-16,0 0-4 0,0 0 9 0,0 0 9 15,0 0 9-15,0 0 13 0,0 0 8 16,0 0 8-16,0 0-1 0,0 0 9 0,0 0-4 16,0 0-6-16,0 0-14 0,0 0-12 15,-20-4-19-15,20 4-2 0,0 0-3 16,-2-9-8-16,2 9-5 0,0 0-9 0,8-10-3 15,-5 5-8-15,1 2 2 0,-4 3-11 16,14-11-8-16,-7 6-3 0,5 2-1 16,0-1 1-16,-1-1-9 0,2 0-4 15,4 2 1-15,-1-1-1 0,-1 1-5 0,0-2-1 16,4 1-3-16,-5 2-4 0,0-1 3 16,-2 0 2-16,-1 1-2 0,2 0-2 0,-4 1-2 15,-9 1 0-15,15-2-2 0,-15 2-1 16,12-2 2-16,-12 2-4 0,9-2-2 0,-9 2 3 15,0 0 2-15,13 4-1 0,-13-4 0 16,12 5-1-16,-12-5 0 0,9 8-1 0,-5-4 2 16,-4-4 0-16,10 10-2 15,-6-5-4-15,-1 1 5 0,-3-6-3 0,6 11 1 16,-6-4 3-16,0 0-6 0,0-7 0 16,0 15 6-16,0-8 0 0,-2 2-3 0,0 1-1 15,0-1-1-15,0 1 1 0,1 0 0 16,-3 1 1-16,2 1 4 0,-5-2-6 15,6 1 4-15,-3-1-3 0,-2-2 6 0,3 3 2 16,-3-3 7-16,-2 2 3 0,-1 1 4 16,-2-2 8-16,-1 0-3 0,-5 2 2 0,3-4-1 15,-4 2-5-15,2-3 0 0,-1 3-3 16,2-2-3-16,-2 0-1 0,-1-2 3 16,4 0 3-16,-8 1 31 0,7-2 17 15,-2 1-2-15,-1-1-5 0,2 2-1 0,-4-6-11 16,3 4 0-16,0-1 0 0,0 1 18 15,2-3 0-15,1 3-2 0,1-3-7 0,-3 3-11 16,5-2-3-16,2 0-4 0,9-2-4 16,-18 4 4-16,18-4-11 0,-12 0 2 0,12 0-2 15,-12 2 10-15,12-2 10 0,0 0 0 16,-13 2 3-16,13-2 2 0,0 0-15 0,0 0-41 16,0 0 0-16,0 0 0 0,0 0 0 15,0 0 0-15,0 0 0 0,0 0 0 16,0 0 0-16,26 7 0 0,-26-7 0 0,21 3 0 15,-9 0 0-15,-3-1 0 0,3 2 0 16,-1-1 0-16,-2 0 0 0,3 1 0 0,-2 2 0 16,-1-4 0-16,1 3 0 15,-3 1 0-15,1 0 0 0,-3 0 0 0,4 0 0 16,-6 0 0-16,5 1 0 0,-5 1 0 16,3 0 0-16,-2 0 0 0,-1 1 0 0,2 1 0 15,-3-2 0-15,0 1 0 0,0 1 0 16,-1-1 0-16,-1 1 0 0,0 0 0 0,2-1 0 15,-2 1 0-15,0-1 0 0,-2-1 0 16,2 1 0-16,0 0 0 0,0-1 0 16,0 0 0-16,-1-1 0 0,-1 2 0 15,0 2 0-15,0-3 0 0,-3 2 0 0,3-1 0 16,1-1 0-16,-1 1 0 0,0 0 0 16,0-2 0-16,-2 0 0 0,3 1 0 0,-1 0 0 15,0 0 0-15,0-2 0 0,2-6 0 16,-6 11 0-16,5-3 0 0,-4-2 0 0,-1 0 0 15,6-6 0-15,-7 11 0 0,0-3 0 16,-4-1 0-16,2-2 0 0,-2 0 0 0,-1-1 0 16,-1 0 0-16,-4-2 0 0,0 2 0 15,-2-4 0-15,2 0 0 0,-2 0 0 16,-3 0 0-16,2-2 0 0,3 0 0 16,-1 0 0-16,3 1 0 0,1-2 0 0,1 3 0 15,13 0 0-15,-17-4 0 0,8 1 0 16,9 3 0-16,-13-4 0 0,13 4 0 0,-11-6 0 15,11 6 0-15,-7-4 0 0,7 4 0 16,0 0 0-16,-2-10 0 0,2 10 0 0,0 0 0 16,8-5 0-16,-8 5 0 0,14-6 0 15,-5 5 0-15,0 1 0 0,5-3 0 16,2 3 0-16,0 0 0 0,5-1 0 16,0 1 0-16,2 0 0 0,0 0 0 0,-3 0 0 15,3 0 0-15,2-1 0 0,-2-1 0 16,-4 2 0-16,0-2 0 0,1 0 0 0,-4 0 0 15,4 0 0-15,-6 0 0 0,0 2 0 16,-1-4 0-16,1 2 0 0,-1-3 0 16,1 4 0-16,-3-4 0 0,2 1 0 0,-1-2 0 15,-1 0 0-15,1 0 0 0,-3-1 0 16,2 1 0-16,1 0 0 0,-4-2 0 0,-1 3 0 16,1-2 0-16,-2 0 0 0,-2 0 0 15,-1 0 0-15,1 2 0 0,0-1 0 16,-2 0 0-16,-1 0 0 0,-1-1 0 0,0 7 0 15,0-14 0-15,0 7 0 0,0 0 0 0,0 7 0 16,-1-13 0-16,1 4 0 16,-2 2 0-16,-2 0 0 0,2 1 0 0,0-3 0 15,-1 2 0-15,-1 0 0 0,-4-1 0 16,-2-4 0-16,3 5 0 0,-5-1 0 0,-1-2 0 16,-4 2 0-16,0 0 0 0,-2 1 0 15,-5-1 0-15,6 2 0 0,-3-1 0 0,-1 1 0 16,8 2 0-16,-2-2 0 0,-1 4 0 15,3-4 0-15,2 2 0 0,-1 2 0 0,1-1 0 16,1 1 0-16,11 2 0 0,-24-4 0 16,17 2 0-16,7 2 0 0,-18-4 0 0,7 2 0 15,11 2 0-15,-13 0 0 0,13 0 0 16,-12-4 0-16,12 4 0 0,0 0 0 0,-15-2 0 16,15 2 0-16,0 0 0 15,-11-4 0-15,11 4 0 0,0 0 0 0,0 0 0 0,0 0 0 16,-13 0 0-16,13 0 0 15,0 0 0-15,0 0 0 0,0 0 0 0,0 0 0 16,0 0 0-16,0 0 0 0,0 0 0 16,0 0 0-16,0 0 0 0,0 0 0 0,0 0 0 15,0 0 0-15,0 0 0 0,39 6 0 16,-17-5 0-16,-2 2 0 0,5-1 0 0,0 0 0 16,2 0 0-16,0 0 0 0,-3 0 0 15,-1-2 0-15,0 0 0 0,-2-2 0 16,4 0 0-16,-7 0 0 0,5 0 0 0,-3 0 0 15,-2-2 0-15,2 0 0 0,-5 0 0 16,0 1 0-16,0 0 0 0,-1-2 0 16,-3 1 0-16,1 2 0 0,-3-4 0 0,0 0 0 15,1 1 0-15,0 0 0 0,-5-2 0 16,5 1 0-16,-5-1 0 0,2 1 0 0,-4-2 0 16,5 0 0-16,-5-1 0 0,1-1 0 15,0 0 0-15,0 1 0 0,-2-1 0 0,0 1 0 16,2-1 0-16,-4 0 0 0,2 4 0 15,-2-2 0-15,0 1 0 0,0-1 0 0,0 0 0 16,-2 2 0-16,0-4 0 16,-2 5 0-16,1-3 0 0,-6-1 0 0,4 2 0 15,-4 0 0-15,-4-1 0 0,1-2 0 16,-2 4 0-16,-3-5 0 0,-2 1 0 0,-2 2 0 16,0 0 0-16,-2-1 0 0,2 3 0 15,0-1 0-15,-2 0 0 0,4 2 0 0,0 1 0 16,2-1 0-16,-2 4 0 0,4-5 0 15,2 5 0-15,-1-3 0 0,3 4 0 0,-1-3 0 16,3 1 0-16,-1 0 0 0,10 2 0 16,-17-1 0-16,8-1 0 0,9 2 0 15,0 0 0-15,-16-2 0 0,16 2 0 16,-9-2 0-16,9 2 0 0,0 0 0 0,-10-1 0 16,10 1 0-16,0 0 0 0,0 0 0 15,0 0 0-15,-13-2 0 0,13 2 0 0,0 0 0 16,0 0 0-16,0 0 0 0,-10-1 0 15,10 1 0-15,0 0 0 0,0 0 0 0,0 0 0 16,0 0 0-16,0 0 0 0,0 0 0 16,0 0 0-16,0 0 0 0,0 0 0 0,0 0 0 15,38 3 0-15,-22 0 0 16,-1-1 0-16,2 3 0 0,3-2 0 0,0 3 0 16,-1 1 0-16,4-1 0 0,-4-1 0 15,0 2 0-15,3 2 0 0,-4-1 0 0,0 3 0 0,-2-1 0 16,2 0 0-16,-5-1 0 0,-1 1 0 15,-1 0 0-15,0 1 0 0,-1-1 0 16,-3 2 0-16,1-4 0 0,-3 1 0 16,0-1 0-16,1 2 0 0,-5-4 0 0,1 3 0 15,0-2 0-15,-2 2 0 0,-2-1 0 16,4 1 0-16,-6-1 0 0,1 1 0 0,1-1 0 16,-5 0 0-16,4 1 0 0,-1 0 0 15,-2 0 0-15,1-3 0 0,-1 1 0 0,2 0 0 16,-2-2 0-16,-1 2 0 0,-2-2 0 15,-2 0 0-15,0 0 0 0,-2 0 0 0,-2 1 0 16,-2-3 0-16,-2 0 0 0,-1-1 0 16,2 2 0-16,-3-2 0 0,-3-1 0 15,6-1 0-15,-1 2 0 0,-3-2 0 16,8 0 0-16,0 1 0 0,-1-1 0 0,1 0 0 16,5 2 0-16,9-2 0 0,-20 0 0 15,20 0 0-15,-16 0 0 0,16 0 0 0,-14 0 0 16,14 0 0-16,-9 2 0 0,9-2 0 15,0 0 0-15,-13 0 0 0,13 0 0 0,0 0 0 16,0 0 0-16,0 0 0 0,0 0 0 16,0 0 0-16,0 0 0 0,0 0 0 0,0 0 0 15,32 7 0-15,-17-5 0 0,1 2 0 16,-2-4 0-16,6 4 0 0,-7 0 0 0,1 0 0 16,-2-4 0-16,0 5 0 15,0-1 0-15,-3 0 0 0,3 0 0 0,-3 0 0 0,-2 4 0 16,1-3 0-16,-2 1 0 15,2 0 0-15,-5 0 0 0,1 0 0 0,0 2 0 16,-1-1 0-16,2 1 0 0,-3 0 0 16,0 0 0-16,0-1 0 0,-1 3 0 0,1-1 0 15,-2 1 0-15,2-2 0 0,0-1 0 16,-2 2 0-16,2 0 0 0,-2-3 0 0,0 1 0 16,0 0 0-16,-2 0 0 0,2 0 0 15,-2-1 0-15,0 4 0 0,2-10 0 0,-2 11 0 16,2-4 0-16,0-7 0 0,-1 10 0 15,-1-3 0-15,0-4 0 0,2-3 0 16,-2 11 0-16,2-11 0 0,-5 8 0 16,5-3 0-16,0-5 0 0,-3 7 0 0,3-7 0 15,-4 9 0-15,2-3 0 0,2-6 0 16,-5 7 0-16,1-3 0 0,0 2 0 0,4-6 0 16,-10 10 0-16,5-8 0 0,-3 4 0 15,-1-2 0-15,-3-1 0 0,1 1 0 0,-7-2 0 16,4 0 0-16,-6 0 0 0,-1 0 0 15,1-2 0-15,-2 0 0 0,3 2 0 0,0-4 0 16,2 2 0-16,4-2 0 0,-3 2 0 16,3 0 0-16,1-2 0 0,12 2 0 0,-16-2 0 15,6 2 0-15,10 0 0 0,-13-2 0 16,13 2 0-16,-10-4 0 0,10 4 0 16,-7-5 0-16,7 5 0 0,-7-8 0 15,7 8 0-15,-3-4 0 0,3 4 0 0,0 0 0 16,0 0 0-16,0 0-822 0,0 0-158 15,0 0 104-15,0 0-999 0,0 0-1299 16</inkml:trace>
  <inkml:trace contextRef="#ctx0" brushRef="#br0" timeOffset="168814.16">24564 10067 683 0,'3'-10'370'0,"-3"10"-94"15,4-4-58-15,-4 4-24 0,5-5-4 0,-5 5-2 16,5-8 12-16,-1 6 6 0,0-2 13 15,-1-2 6-15,-3 6 8 0,8-8 3 0,-4 3-1 16,-4 5-1-16,8-6 0 0,-6 2-7 16,-2 4-11-16,3-6-15 0,-3 6-24 0,0 0-21 15,0 0-13-15,0 0 22 0,0 0 7 16,0 0 1-16,-19 16-7 0,8-5 1 0,0 6 1 16,-1 0-2-16,-1 0-13 15,3 0-9-15,0 2 2 0,7 0-2 0,1 0 2 16,4-2-6-16,3 3-9 0,4-1-11 15,11 3-14-15,3 0-6 0,2-5-12 0,2-4-8 16,1-1-8-16,-4-6-8 0,-1 0-5 16,4-4-4-16,-6 0-50 0,-2-4-5 0,-2-2 0 15,-2-2 0-15,-1 0 0 0,-1-4 0 16,-3-3 0-16,-1-4 0 0,-3 1 0 0,0-9 0 16,-5 1 0-16,-2 2 0 0,1-2 0 15,-2 5 0-15,-4 2 0 0,-1-1 0 0,-2 4 0 16,-2-1 0-16,4 4 0 0,-5 1 0 15,-1 0 0-15,-2 4 0 0,1 1-16 16,0 1-133-16,0 2-48 0,1 0-67 16,-3 0-75-16,5 4-109 0,11-2-96 0,-21 4-161 15,13-1-86-15,5 1 76 0,3 2-653 16,0-6-823-16</inkml:trace>
  <inkml:trace contextRef="#ctx0" brushRef="#br0" timeOffset="169079.94">25118 9939 3642 0,'6'-6'16'0,"-2"2"31"0,-4 4 21 0,9-2 34 16,-9 2 37-16,18 6 27 0,-5 0-1 0,1 2-15 16,-1 7 1-16,8 8-7 0,-4 3-9 15,-2 1-15-15,-4 4-11 0,0 1-10 0,-6-5-8 16,-3 7-11-16,-4 2-3 0,-4-1-9 15,-4 0-5-15,-3-2-2 0,-4 0-9 16,-3-4-3-16,-2-3-8 0,1-4-3 0,-8 0-5 16,3-4-28-16,-3-2-56 0,-3-5-73 15,3-6-98-15,0-1-102 0,-10-6-114 16,1-5-184-16,-5-2-29 0,-2-6 73 16,1-4-409-16,-2-3-463 0</inkml:trace>
  <inkml:trace contextRef="#ctx0" brushRef="#br0" timeOffset="169365.43">24503 9782 2957 0,'0'0'90'0,"-11"-7"15"16,11 7 44-16,-29 5 37 0,8 1 36 0,-12 7 26 15,-3 3 11-15,-5 9-3 16,4 1-6-16,3 5-4 0,1 1-7 0,8 4 13 16,11-4-7-16,4 2-16 0,8 2-15 15,6 0-19-15,11 1-22 0,4 4-14 0,8 0-20 16,4-1-49-16,3-5-77 0,-2-4-120 16,-5-6-140-16,0-4-156 0,-5-5-167 0,-5-2-206 15,-4-5 56-15,-1-2 80 0,-2-2-535 16,-5-2-639-16</inkml:trace>
  <inkml:trace contextRef="#ctx0" brushRef="#br0" timeOffset="170947.67">29136 9091 887 0,'2'-10'280'16,"-2"10"-53"-16,-2-8-60 0,2 8-18 15,0 0-14-15,-2-8 2 0,2 8 12 0,0 0 5 16,0 0 8-16,0 0 14 0,-44 16 15 16,27-4 7-16,-8 3-6 0,2 3-1 0,-2-1-7 15,8-3 2-15,2 1-4 0,4-1-7 16,0 1-14-16,0-5-8 0,6 4 7 15,1-4 6-15,0-1 1 0,8 3-2 16,2-2-9-16,3-2-14 0,5 1-17 0,7 0-7 16,1-4-12-16,1 0-10 0,2-2-8 15,-2-3-11-15,-2 0-7 0,0-3-3 16,-4-1-2-16,2-1-16 0,-3-2-1 0,-5-1-7 16,-2-2-8-16,1-4-2 0,-6 0-2 15,-1 1-14-15,-3-1-15 0,0 2-16 0,-1 0-17 16,-5 1-15-16,1 2-11 0,-7 0-11 15,0 4-13-15,-1 1-15 0,-2 2-21 0,1 2-25 16,-3 0-39-16,3 4-43 0,0-2-44 16,0 0-53-16,3 1-65 0,0 0-75 0,2-1-151 15,9-2 29-15,0 0-343 16,-5 4-408-16</inkml:trace>
  <inkml:trace contextRef="#ctx0" brushRef="#br0" timeOffset="171181.03">29385 9070 2462 0,'16'-5'8'0,"-5"2"35"0,-4-1 17 16,1 2 16-16,-8 2 23 0,14-3 31 15,-14 3 31-15,0 0 17 0,21 15 4 16,-12-6-3-16,-1 5-8 0,-1 6-9 0,3 9-8 16,-6 0-13-16,-1-4-17 0,-4 2-9 15,-1 9-10-15,-4-1-13 0,-4-1-6 16,-1-2-8-16,-5-1-7 0,0-2-9 0,-6-4-29 15,4 1-45-15,-7-5-59 0,-2-2-73 16,-1-5-86-16,3-4-99 0,0-4-110 0,-2-5-153 16,3-2 34-16,-3-3-325 0,-5-4-367 15</inkml:trace>
  <inkml:trace contextRef="#ctx0" brushRef="#br0" timeOffset="171429.85">28947 8944 2554 0,'-21'5'37'0,"-2"3"42"16,-8 4 32-16,-1 5 24 0,-8 5 27 0,3 6 15 16,0-2 5-16,4 3-9 0,5 2-16 15,3-4-14-15,1 10-12 0,6-8-10 0,7 0-12 16,3 3-12-16,8-3-5 0,8 5-8 15,5 0-7-15,10 3-8 0,6-4-26 0,5 0-60 16,2-6-92-16,5-3-121 0,-9-11-137 16,6 1-199-16,1-6-12 0,-3-2 55 15,-7-3-274-15,-2-3-285 0</inkml:trace>
  <inkml:trace contextRef="#ctx0" brushRef="#br0" timeOffset="172531.05">31684 8685 2012 0,'-2'-11'-61'0,"2"11"27"0,0 0 37 16,0 0 20-16,0-9 17 0,0 9 11 15,0 0 0-15,0 0 0 0,0 0 25 16,0 0 30-16,0 0 19 0,0 0 21 16,-29 20 15-16,15-9 15 0,1 3 8 0,-2 0-1 15,2 0 5-15,-1-1 0 0,3 3-9 16,-2-1 1-16,6 0 1 0,2 2-11 0,3-3-4 16,2 1-1-16,4-1-6 0,6 3-9 15,-1 1-11-15,4-4-12 0,1 1-13 0,3-4-11 16,0-1-11-16,3-2-6 0,-4-1-9 15,2-1-5-15,-3-5-8 0,-2-1-5 16,2-1-5-16,-1-5-7 0,-1-2-4 0,1-1-8 16,-3-6-4-16,0-3-4 15,-1-3-1-15,-4 1-5 0,-3-1 0 0,1 0-4 16,-2 3-4-16,-2 3-5 0,0 1-1 16,-6 0-3-16,5 4-10 0,-5 0-5 0,-2 1-19 15,-3 2-21-15,0 2-33 0,-3 2-38 16,-3-1-44-16,-4 3-61 0,0 1-70 0,0 0-88 15,0 1-115-15,-2-1-186 0,2 2 46 16,4 2-415-16,-1-1-527 0</inkml:trace>
  <inkml:trace contextRef="#ctx0" brushRef="#br0" timeOffset="172779.87">31455 8531 2752 0,'-33'2'-49'0,"-5"5"53"0,-1 2 47 16,-15 6 29-16,2 5 27 0,2-1 29 15,9 5 0-15,-1-2 9 0,14 0 2 0,-1 0-8 16,6 4-2-16,2-2-7 16,6 3 4-16,6 2-7 0,4-4-9 0,8 0-13 15,2 6-9-15,12 4-7 0,2 4-15 0,12 0-57 16,3-6-93-16,8-1-114 0,4-5-139 0,6-2-190 15,-2-3-90-15,10-7 57 16,-3-1-264-16,-4-6-304 0</inkml:trace>
  <inkml:trace contextRef="#ctx0" brushRef="#br0" timeOffset="172996.76">32105 8719 2545 0,'6'-14'192'16,"-3"4"19"-16,-1 3-5 0,2 2 1 15,-4 5 14-15,0 0 25 0,0 0 19 16,21 13-2-16,-14 1-16 0,6 12-25 16,-1 1-14-16,-1 4-22 0,-2 3-18 0,-5 3-13 15,-3-6-17-15,-4 5-11 0,-6 3-13 16,-4-3-12-16,-6 3-25 0,-1-8-56 16,-3-4-75-16,-12 5-91 0,-3-7-105 0,3-8-133 15,1-1-202-15,-5-4-129 0,-4-3 68 16,1-3-491-16,6-2-606 0</inkml:trace>
  <inkml:trace contextRef="#ctx0" brushRef="#br0" timeOffset="175829.89">26086 7294 1459 0,'-5'3'207'0,"-3"2"-65"0,8-5 2 0,-3 4 32 15,3-4 20-15,0 0 19 0,0 0 5 16,-6 2-1-16,6-2 18 0,0 0 12 16,0 0-6-16,0 0-11 0,0 0-16 15,0 0-8-15,0 0-14 0,32-5-12 0,-32 5-12 16,19-6-17-16,-9 1-13 0,-3 2-13 16,4-3-15-16,0 1-7 0,-4 2-9 15,-7 3-10-15,13-8-4 0,-8 4-9 0,-5 4-2 16,11-5-9-16,-11 5-14 0,7-4-3 15,-7 4-6-15,0 0-9 0,0 0 3 0,0 0-3 16,0 0 3-16,0 0 8 0,-5 20 12 16,3-11 4-16,-4 4 0 0,1-1 20 15,0 7 4-15,3-3 5 0,-2 2-12 0,3 2-1 16,-1-2-1-16,0 0-9 0,2 0-4 16,0-4-4-16,-2 1 0 0,0-1-9 15,0-2-8-15,0-2 1 0,2 0 0 0,-1-3-3 16,1 1 1-16,-5-1-3 0,1 2 27 15,1-4 8-15,-5 2-4 0,-1-2 5 0,-1-2-9 16,-1 3 1-16,2-3 9 0,-4 2-8 16,4-1 1-16,9-4-4 0,-16 4 4 0,16-4-29 15,-11 6-35-15,11-6 0 0,-7 3 0 16,7-3 0-16,0 0 0 0,0 0 0 0,0 0 0 16,34 11 0-16,-12-8 0 15,1 1 0-15,4 0 0 0,7 2 0 0,0-3 0 16,-10 1 0-16,-5 0 0 0,1-2 0 15,-8-2 0-15,1 2 0 0,1 0 0 0,-4 0 0 16,-10-2 0-16,19 1 0 0,-19-1 0 16,13 0 0-16,-13 0-203 0,5 3-240 0,-5-3-90 15,0 0-100-15,9-8-194 0,-7 1 34 16,-1 0 73-16,5-4-654 0,1-2-827 16</inkml:trace>
  <inkml:trace contextRef="#ctx0" brushRef="#br0" timeOffset="176063.34">26574 7242 3905 0,'0'-4'-75'0,"0"4"32"0,0-11 24 0,0 11 15 0,0 0 53 0,0 0 54 16,0 0 34-16,0 0 16 0,-17 19 15 16,10-2 4-16,-5 9-1 0,-1 3-10 0,1 3-7 15,-3 3-12-15,1 0-12 0,-4 9-11 16,-2 0-18-16,0-4-6 0,-1-1-9 0,0-10-8 15,-2 0-22-15,0-3-39 0,-2-2-51 16,-3-1-60-16,-1-3-78 0,1-5-84 16,-3-3-79-16,-3-3-93 0,7-4-140 0,4-3-64 15,3-2 56-15,-3-6-363 0,1 2-419 16</inkml:trace>
  <inkml:trace contextRef="#ctx0" brushRef="#br0" timeOffset="176329.96">25831 7242 2601 0,'-19'2'-18'0,"-2"0"45"0,-2 2 31 16,0 4 34-16,-5 4 34 0,-5 3 36 15,6 3 16-15,1 0 14 0,2 6 4 16,1 1-3-16,1 2 0 0,9 4-5 15,1-1-9-15,5 7-10 0,3-3-15 0,8 0-13 16,3 0-16-16,5 0-8 0,11 5-14 16,3-3-27-16,5-2-70 0,3-1-85 15,-2-6-111-15,5-2-109 0,-10-7-127 0,-1-3-207 16,-7-6 33-16,-1-2 58 0,-9-4-305 16,-1-1-331-16</inkml:trace>
  <inkml:trace contextRef="#ctx0" brushRef="#br0" timeOffset="178896.37">30615 7128 2311 0,'0'0'-34'0,"4"-4"24"16,-4 4 27-16,0 0 40 15,0 0 24-15,0 0 25 0,-25 12 22 0,13-3 6 16,1-1 16-16,-2 0 1 0,1 4 0 16,1-1 14-16,1 1-6 0,2 2 8 0,2 1-7 15,3-1 4-15,1 0-6 0,2 0-13 16,4 2-6-16,5 3-11 0,1-3-12 16,5 6-10-16,0-5-11 0,8 0-9 0,3-2-11 15,1-1-5-15,-2-5-8 0,-4-4-5 16,2 0-7-16,-4-3-1 0,-3-4-4 0,-2 0-5 15,2-3-8-15,-5-3-1 16,-2-2-3-16,-3-6-6 0,1-1 2 0,-7-2-5 16,-2-1-3-16,-3-3-2 0,-1-1-5 15,-3 6 0-15,-2-2 1 0,-1 4-6 0,-3 2 4 16,1 0-4-16,-2 2-1 0,0 6-9 16,1-1-7-16,2 3-27 0,1 2-19 0,1 0-40 15,11 2-55-15,-17 2-57 0,9 2-50 16,8-4-59-16,-5 6-80 0,5-6-146 0,0 0-71 15,16 13 58-15,-2-6-266 0,9 0-312 16</inkml:trace>
  <inkml:trace contextRef="#ctx0" brushRef="#br0" timeOffset="179113.29">31175 7014 2207 0,'7'-11'28'15,"-3"4"34"-15,-2 0 15 0,-1 2-2 16,-1 5-10-16,0 0 38 0,0 0 38 15,0 0 23-15,0 0 14 0,0 0 9 0,-1 36 2 16,-1-13-8-16,-2 12-18 0,-1-1-14 16,-1 3-12-16,-6 2-16 0,3 2-5 0,-6 5-14 15,-4-1-8-15,-5-1-11 0,-2-1-22 16,0-1-43-16,-7-7-53 0,2-2-62 16,-5-2-70-16,2-5-75 0,0-8-88 15,1-2-121-15,-1-4-129 0,2-1 44 0,3-5-234 0,6-3-259 16</inkml:trace>
  <inkml:trace contextRef="#ctx0" brushRef="#br0" timeOffset="179362.56">30689 6940 2177 0,'-33'-11'9'0,"-6"1"40"15,-6 2 29-15,-6 6 30 0,-14 4 25 16,-2 7 25-16,5 2 23 0,-1 6 5 15,2 6 4-15,5 8-5 0,6 0-16 0,7 7-3 16,9 3-14-16,7 2-7 0,11 4-7 16,9-5-12-16,11 13-12 0,11 2-10 15,14 2-7-15,18 12-12 0,9-4-21 16,1-2-65-16,2-9-86 0,-15-10-98 0,0-9-93 16,-10-4-116-16,-5-11-233 0,-6-3 59 15,-9-7 62-15,-1-5-232 0,-8-1-228 0</inkml:trace>
  <inkml:trace contextRef="#ctx0" brushRef="#br0" timeOffset="180762.36">23884 9579 2058 0,'-22'27'-34'0,"13"-9"1"0,7-3 4 0,8-10-7 0,3-1-39 16,3-8-58-16,8-5-109 0,19-16-260 15,7-7-8-15</inkml:trace>
  <inkml:trace contextRef="#ctx0" brushRef="#br0" timeOffset="181711.93">28524 4046 1459 0,'-27'13'41'16,"12"-4"37"-16,-12 11 26 0,1-2 23 15,-3 3 14-15,3 3 9 0,1 0 15 0,3 0 1 16,8 1 27-16,2-6 19 0,6 4 6 15,6-5 5-15,9 11 7 0,13 0-8 0,1-4-9 16,13 1-13-16,2-1-17 0,-1-8-15 16,-1-1-7-16,0-6-6 0,0-3-3 15,-10-2 8-15,-1-5 16 0,-6 0-1 16,-2-5-10-16,-2-2-14 0,1-5-12 16,-7 0-13-16,-1-5-18 0,-2 2-7 0,-2-4-10 15,-2 0-14-15,-4-3-8 0,0-2-9 0,-6-7-24 16,2 0-8-16,-3 7-5 0,0 5-5 15,-4 2-12-15,2 3-23 0,-6 2-19 16,-2 2-22-16,4 1-29 0,-6 3-32 0,6 1-48 16,-2 1-43-16,3 2-64 0,3 0-59 15,-1 1-64-15,12 1-61 0,-13 1-98 0,13-1-97 16,0 0 52-16,0 0-319 0,0 0-400 16</inkml:trace>
  <inkml:trace contextRef="#ctx0" brushRef="#br0" timeOffset="181928.65">28930 4108 2732 0,'16'-8'85'16,"-7"1"45"-16,-2 2 19 0,-1 1 28 16,-1 1 6-16,-5 3-10 0,9-4-20 0,-9 4-13 15,0 0 22-15,9 12 9 0,-6-1 0 16,3 6-8-16,0 7 0 0,0 10-6 0,0 4-9 16,-1 2-15-16,-3 0-13 0,0 5-10 15,-2-2-12-15,-2 0-7 0,-4-1-8 16,-3-6-24-16,-3-2-41 0,-4 0-46 0,-6-5-65 15,-5-5-79-15,-9 1-94 0,-5-6-88 16,2-9-121-16,-3-6-193 0,8-4 35 0,-5-7 60 16,-2-3-280-16,7-6-337 0</inkml:trace>
  <inkml:trace contextRef="#ctx0" brushRef="#br0" timeOffset="182147.34">28435 3928 2498 0,'-39'9'41'16,"-8"4"31"-16,-7 7 32 0,2 3 20 16,3 5 21-16,3 6 12 0,6 4 7 0,4 3-3 15,8 3-9-15,7 2-11 0,8 0-14 16,11-3-7-16,13 11-13 0,10 1-12 16,10 0-7-16,8 10-6 0,15-4-38 15,-13-14-64-15,6-4-85 0,-4 0-114 0,-7-6-146 16,3-4-229-16,-7-3 30 0,-10-9 62 15,-8-2-197-15,-6-5-191 0</inkml:trace>
  <inkml:trace contextRef="#ctx0" brushRef="#br0" timeOffset="25411.63">5547 2908 185 0,'0'-8'54'0,"-2"-4"-26"0,4-5 2 16,2-7-7-16,5-15-1 0,9-12 15 15,4-9 5-15,13-20-6 0,7-10 4 16,1-2-5-16,7-3-4 0,9-1-3 16,2-3 0-16,0-4-6 0,5 0-7 15,-3 2 15-15,-2 7-11 0,0 6-2 0,-5 8 1 16,-5 8-9-16,-9 6 1 0,-10 18 6 16,-5 4-3-16,-4 4 13 0,-8 11-9 15,1 4 10-15,-9 4-3 0,2 4 4 0,-4 3-8 16,0 2-3-16,-3 1 0 0,0 1-9 15,0 2-30-15,-2 0-39 0,0 5-49 0,4-5-155 16,-4 8 215-16</inkml:trace>
  <inkml:trace contextRef="#ctx0" brushRef="#br0" timeOffset="25928.74">6612 846 674 0,'-12'35'-27'0,"-1"13"9"0,2 2 14 0,3 3 8 0,6-9 3 16,4-3 12-16,6-5 11 15,5 0 6-15,5-2 2 0,12-5-6 0,1-9 10 0,9-7-5 16,1-5-3-16,9-8 4 16,13-8-5-16,1-7-3 0,1-3-5 15,-2-8-4-15,-6-2 4 0,-5 1-5 0,-9-4-1 16,-7 0 6-16,-16 5 2 0,-4-1-2 16,-11 1 7-16,-7 4-2 0,-7-10-4 15,-16-4-4-15,-7-1 2 0,-9 3-7 0,0 3-3 16,-8 7 0-16,1 3-8 0,-2 6 3 15,8 8-14-15,1 6-15 0,-2 1-27 0,3 8-40 16,3 4-33-16,-1 4-76 0,4-1-114 16,2 0 173-16</inkml:trace>
  <inkml:trace contextRef="#ctx0" brushRef="#br0" timeOffset="48940.85">4619 3012 1442 0,'0'0'203'0,"0"0"-43"0,-13 2-25 15,13-2-13-15,0 0-9 0,0 0-7 0,0 0-8 16,0 0-11-16,-9-7-9 0,9 7-8 16,0 0-5-16,24-24-5 0,-7 11-4 15,8-3-9-15,1-1-7 0,4 1-1 0,-1 1-3 16,3 1-5-16,-5 0-1 0,-4 5 1 16,-3-1-8-16,-2 2-2 0,-2 1 1 0,-1 1 6 15,-1-2 3-15,-2 2-3 0,-3 0 0 16,0 1-5-16,0 2-2 0,-3-2 0 15,2 3-5-15,-8 2-26 0,9-5-29 0,-9 5-49 16,8-3-70-16,-8 3-102 0,5-4-137 16,-5 4-104-16,0 0-131 0,0 0-130 0</inkml:trace>
  <inkml:trace contextRef="#ctx0" brushRef="#br0" timeOffset="49540.01">5162 3595 2137 0,'-6'7'331'0,"6"-7"36"0,0 0 31 0,-3 7 42 15,3-7 21-15,0 0 25 0,0 0 7 16,-6 4-2-16,6-4-21 0,0 0-20 0,0 0-38 16,0 0-33-16,0 0-29 0,0 0-28 15,0 0-118-15,0 0-204 0,-10 5 0 16,10-5 0-16,0 0 0 0,0 0 0 16,0 0 0-16,0 0 0 0,0 0 0 15,0 0 0-15,0 0 0 0,0 0 0 0,0 0 0 16,0 0 0-16,0 0 0 0,-4 6-601 15,4-6-356-15,-5 9 40 0,1-1 98 0,0 0-846 16,-6 3-1103-16</inkml:trace>
  <inkml:trace contextRef="#ctx0" brushRef="#br0" timeOffset="50206.23">3569 5949 4724 0,'-4'7'65'0,"4"-7"60"0,0 0 46 0,0 0 55 0,-6 5 65 0,6-5 40 16,0 0 21-16,0 0 9 0,-5 7-11 16,5-7-13-16,0 0-16 0,0 0-12 15,0 0-81-15,0 0-228 0,-8 6 0 0,8-6 0 16,0 0 0-16,0 0 0 15,0 0 0-15,0 0 0 0,0 0 0 0,0 0 0 16,0 0 0-16,-4 4 0 0,4-4 0 16,0 0 0-16,0 0 0 0,0 0 0 0,0 0-147 15,0 0-801-15,0 0-4 0,0 0 102 16,0 0-950-16,0 0-1230 0</inkml:trace>
  <inkml:trace contextRef="#ctx0" brushRef="#br0" timeOffset="50656.5">6317 5531 5502 0,'0'4'279'0,"0"-4"21"16,-2 7 15-16,2-7 25 0,0 0 36 0,-4 8 34 16,4-8 1-16,0 0-153 0,0 0-258 15,0 0 0-15,-3 7 0 0,3-7 0 0,0 0 0 16,0 0 0-16,0 0 0 0,0 0 0 16,0 0 0-16,0 0 0 0,0 0 0 15,0 0 0-15,0 0 0 0,0 0 0 0,0 0 0 16,0 0 0-16,0 0 0 0,-8 5 0 15,3 0-512-15,0 2-493 0,-2 3 91 16,-1 4-1045-16,-6 12-1378 0</inkml:trace>
  <inkml:trace contextRef="#ctx0" brushRef="#br0" timeOffset="51806.42">2422 10175 5205 0,'0'0'-112'0,"-2"-7"52"0,2 7 46 16,0 0 37-16,-2-7 38 0,2 7 29 15,0 0 42-15,0 0 37 0,0 0 26 0,20 34 0 16,-6-7 15-16,5 4-7 0,4 10-16 16,2 1-17-16,0 1-11 0,0-1-17 0,-1-1-19 15,-1 1-10-15,-4-11-15 0,-2 2-14 16,0-4-50-16,-6 0-69 0,0-7-69 15,-2-3-67-15,-2 0-70 0,-3-4-87 16,0-1-85-16,-3-4-118 0,2-2-123 0,-6 1-75 16,2-4 65-16,1-5-539 0,0 0-667 15</inkml:trace>
  <inkml:trace contextRef="#ctx0" brushRef="#br0" timeOffset="52206.03">2469 10353 3226 0,'-9'-19'16'0,"-1"4"48"16,2 1 18-16,1 0 29 0,3-1 18 15,0 4 31-15,4-1 18 0,0 0 4 16,2 0-1-16,4 1-13 0,1-1-13 0,3 1-10 16,1 2-10-16,-3 4-5 0,2 2 6 15,-10 3 15-15,18 0 15 0,-18 0 22 16,25 12 2-16,-15-2 2 0,2 8-9 16,2 11-10-16,-3 5-15 0,-2 2-15 0,-2 4-16 15,3 1-10-15,-4-4-15 0,1-4-9 16,-1-9-8-16,-2-6-10 0,-1-4-3 15,2-2-17-15,0-1-6 0,-3-2-2 0,4-1-2 16,1 0-1-16,3-2 3 0,-2 1 8 16,1-2 5-16,3-1 2 0,-1-1 6 0,4 5 7 15,-1-3-2-15,-3-1 2 0,5 1-52 16,-4 0-23-16,2 1 0 0,-3 0 0 16,2 2 0-16,-1 0 0 0,-2-2 0 15,-3 1 0-15,1 0 0 0,-2 3 0 16,-3 0 0-16,1 1 0 0,-2 1 0 0,-4 1 0 15,2-1 0-15,-5 2 0 0,1-4 0 16,-2 2 0-16,-6 2 0 0,1-6 0 0,-1 1 0 16,1-6 0-16,0 1-361 0,3-2-422 15,8-2-158-15,-13-6 82 0,13-2-925 0,2-1-1215 16</inkml:trace>
  <inkml:trace contextRef="#ctx0" brushRef="#br0" timeOffset="52573.39">2987 10200 4853 0,'-3'-12'-73'16,"-3"2"53"-16,2 1 54 0,2 2 45 16,-1 1 39-16,3 6 33 0,-6-7 21 0,6 7 11 15,-8-7-10-15,8 7-7 0,0 0-23 16,0 0-10-16,-20 14-17 0,11-1-6 16,0 8-6-16,-2 7-13 0,-1 5-13 0,3 2-9 15,3-1-3-15,4-6-7 0,0-4-10 16,2-6-9-16,2 0 4 0,2-1-1 0,3-3 6 15,1-2 20-15,7-1 7 0,0 0 6 16,6-4-7-16,-1 0 0 0,2-4-1 16,1 2 10-16,0-2 4 0,-3 3 9 0,-4-3 11 15,2 2 13-15,-2 1 11 16,-2-2-52-16,-3 5-80 0,3-1 0 0,-3 4 0 16,-5-1 0-16,1 3 0 0,-2 1 0 15,-3 3 0-15,0-1 0 0,-4 3 0 0,-3 1 0 16,0-1 0-16,-3-1 0 0,1 0 0 15,-2-5 0-15,2-1 0 0,-4 3 0 0,0-8 0 16,-3 1 0-16,5-1 0 16,0-4 0-16,-2-3-355 0,11-1-317 0,-16-5-127 0,7-5-84 15,2-4 76-15,3-1-783 0,-1-9-1031 16</inkml:trace>
  <inkml:trace contextRef="#ctx0" brushRef="#br0" timeOffset="52788.85">3173 10188 4209 0,'2'-17'-28'0,"-2"2"74"0,2 3 89 15,-2 1 63-15,-2 3 62 0,2 1 38 16,0 7 3-16,0-12-2 0,0 12-19 0,0-7-21 16,0 7-8-16,0 0 10 0,0 0-7 15,27 19-17-15,-13-4-22 0,8 8-18 16,0 2-17-16,-1 4-18 0,2 0-19 0,-2 0-109 16,-2 2-34-16,2-2 0 0,-4-2 0 15,0-1 0-15,-6-6 0 0,1-4 0 0,-4-1 0 16,-3-3 0-16,3 0 0 0,-2-1-229 15,-2-3-142-15,0-3-114 0,-3 0-111 16,-1-5-135-16,0 0-88 0,0 0 68 16,0 0-681-16,-17-29-881 0</inkml:trace>
  <inkml:trace contextRef="#ctx0" brushRef="#br0" timeOffset="52955.95">3066 10128 3814 0,'-16'-5'135'0,"3"3"76"0,6-1 34 16,7 3 30-16,-14-5 29 0,14 5 0 0,-8-9-6 15,8 3-13-15,0 6-22 0,4-19-24 16,6 5-25-16,1-3-23 0,14-3-50 0,-3-1-104 16,10 1-127-16,-3 1-127 15,0 2-139-15,6 2-138 0,-4 1-172 0,-3 7-86 16,-4 4 61-16,-4 6-564 0,-1 8-716 16</inkml:trace>
  <inkml:trace contextRef="#ctx0" brushRef="#br0" timeOffset="53324.05">2955 11360 3953 0,'-19'27'279'0,"-2"0"17"0,4-2 45 0,4-5 42 16,2-5 30-16,0-4 2 0,6-3-24 15,1-1-28-15,4-7-29 0,0 0 1 16,0 0-8-16,56-43-33 0,-13-4-227 0,25-24-67 16,7-11 0-16,4-7 0 0,-3 6 0 15,-6 2 0-15,-5 7 0 0,-2 8 0 0,-2 2 0 16,-5 10 0-16,-17 18 0 0,-5 7 0 16,-9 6 0-16,-6 8 0 0,-5 0 0 0,-3 8 0 15,-4-3 0-15,3 6 0 16,-6-2 0-16,3 2 0 0,-3-2 0 0,-4 6 0 0,8-6 0 15,-8 6 0-15,4-5 0 16,-4 5 0-16,4-4 0 0,-4 4 0 0,0 0 0 16,0 0 0-16,0 0 0 0,0 0 0 15,-12 15 0-15,6-9-749 0,-1 4-231 0,-2 0 96 16,-2 1-1013-16,0 5-1320 0</inkml:trace>
  <inkml:trace contextRef="#ctx0" brushRef="#br0" timeOffset="55956.48">1151 7956 4738 0,'1'5'-217'0,"-1"-5"71"0,0 0 49 16,0 0 55-16,0 0 56 0,0 0 72 15,6 7 63-15,-6-7 56 0,0 0 56 16,0 0 21-16,0 0 11 0,0 0-3 0,0 0 6 16,0 0 8-16,0 0-8 0,0 0-10 15,0 0-24-15,0 0-13 0,0 0-15 0,0 0-7 16,0 0-15-16,0 0-203 0,0 0-9 15,0 0 0-15,0 0 0 16,0 0 0-16,0 0 0 0,0 0 0 0,0 0 0 16,0 0 0-16,0 0 0 0,0 0 0 15,0 0 0-15,0 0 0 0,0 0 0 0,0 0 0 16,0 0 0-16,0 0 0 0,0 0 0 16,0 0 0-16,-9 9 0 0,9-9 0 0,0 0 0 15,0 0 0-15,0 0 0 0,0 0 0 16,0 0 0-16,0 0 0 0,0 0 0 15,0 0 0-15,0 0 0 0,0 0 0 0,0 0 0 16,0 0 0-16,0 0 0 0,0 0 0 16,0 0 0-16,0 0 0 0,0 0 0 0,-21 1-818 15,13 4-179-15,-3 3 107 16,-5 7-976-16,3-1-1290 0</inkml:trace>
  <inkml:trace contextRef="#ctx0" brushRef="#br0" timeOffset="56942.02">5854 8833 6487 0,'-4'6'581'0,"4"-6"-126"0,0 6-42 0,0-6-158 0,0 0-255 15,0 0 0-15,-2 10 0 0,2-10 0 16,0 0 0-16,0 0 0 0,0 0 0 15,0 0 0-15,-8 5 0 0,8-5 0 16,0 0 0-16,0 0 0 0,0 0 0 0,0 0 0 16,0 0 0-16,0 0 0 0,0 0 0 15,0 0 0-15,0 0 0 0,0 0 0 0,0 0 0 16,0 0 0-16,0 0 0 0,0 0 0 16,0 0 0-16,0 0 0 0,0 0 0 0,0 0 0 15,0 0 0-15,0 0 0 0,0 0 0 16,0 0 0-16,0 0 0 0,0 0 0 0,0 0 0 15,0 0 0-15,0 0 0 0,0 0 0 16,0 0 0-16,0 0 0 0,-13-25 0 0,9 16 0 16,-8-55 0-16,5 40 0 15,1 7-670-15,-3 3-1888 0,-1 7-1941 16</inkml:trace>
  <inkml:trace contextRef="#ctx0" brushRef="#br0" timeOffset="58588.24">1968 6099 3545 0,'0'0'305'0,"6"3"-113"16,-6-3 12-16,0 0 11 0,0 0 31 15,3 9 35-15,-3-9 24 0,0 0-7 0,0 0-17 16,0 0-13-16,0 0-26 0,0 0-21 15,0 0-19-15,0 0-23 0,0 0-14 16,0 0-19-16,0 0-16 0,0 0-15 0,0 0-30 16,0 0-69-16,0 0-103 15,0 0-123-15,0 0-134 0,0 0-178 0,0 0-309 16,0 0 7-16,0 0 90 0,-11-22-657 0,11 22-843 16</inkml:trace>
  <inkml:trace contextRef="#ctx0" brushRef="#br0" timeOffset="60921.84">8461 5366 3581 0,'4'0'-16'0,"-4"0"82"0,0 0 52 0,7 6 40 16,-7-6 49-16,0 0 54 0,7 3 68 16,-7-3 24-16,0 0 33 0,0 0 14 15,7 5 4-15,-7-5 0 0,0 0 5 0,0 0-11 16,0 0-7-16,0 0-49 0,0 0-342 16,0 0 0-16,0 0 0 0,0 0 0 0,0 0 0 15,0 0 0-15,0 0 0 0,0 0 0 16,0 0 0-16,0 0 0 0,0 11 0 0,0-11 0 15,0 0 0-15,0 0 0 16,7 4 0-16,-7-4 0 0,0 0 0 0,0 0 0 16,11 0 0-16,-11 0 0 0,0 0 0 15,0 0 0-15,0 0 0 0,0 0 0 0,0 0 0 16,0 0 0-16,0 0 0 0,16 0 0 16,-16 0 0-16,0 0 0 0,0 0 0 0,0 0 0 15,0 0 0-15,0 0 0 0,0 0 0 16,0 0 0-16,0 0 0 0,13-4 0 15,-13 4 0-15,0-9 0 0,0 2 0 0,0 7 0 16,-11-44 0-16,-1 30-360 16,-1 0-630-16,-3 4-1336 0,3 3-1725 0</inkml:trace>
  <inkml:trace contextRef="#ctx0" brushRef="#br0" timeOffset="62770.74">7588 2769 1504 0,'-23'12'199'0,"4"-4"-23"15,0 3-5-15,3-4-3 0,3-1 14 0,2 3 4 16,1-6 4-16,1 2-3 0,2 1 9 15,1 0 18-15,6-6 28 0,0 0 31 16,0 0 7-16,18 5-7 0,0-6-13 16,14-6-28-16,6-2-19 0,14-4-15 0,-3-1-31 15,-1-1-13-15,-7 3-20 0,-2 0-9 16,-3 0-14-16,-3 1-14 0,-7 5-6 0,-7-1-17 16,-2 2-16-16,-4 0-59 0,-2 1-53 15,-2 0-66-15,-2 3-84 0,-7 1-154 16,9-3-220-16,-9 3-199 0,0 0 79 15,0 0-515-15,0 0-675 0</inkml:trace>
  <inkml:trace contextRef="#ctx0" brushRef="#br0" timeOffset="70769.83">18123 2910 2248 0,'0'0'387'15,"0"0"-80"-15,0 0-33 0,3 7-50 16,-3-7-18-16,0 0-7 0,0 0-11 15,0 0-9-15,0 0 9 0,0 0 0 0,0 0-4 16,0 0-11-16,0 0-13 0,2 8-11 16,-2-8-13-16,0 0-10 0,0 0-12 0,0 0-8 15,0 0-13-15,0 0-6 0,0 0-10 16,0 0-11-16,0 0-5 0,0 0-10 16,0 0-30-16,0 0-41 0,0 0-46 0,0 0-59 15,0 0-75-15,-7 14-86 0,-1-7-89 16,-2 5-129-16,-6 7-193 0,-4 5 53 15,4-2 73-15,-2 2-349 0,0 3-400 16</inkml:trace>
  <inkml:trace contextRef="#ctx0" brushRef="#br0" timeOffset="72551.95">16539 5699 2620 0,'6'4'90'0,"-3"0"23"0,-3-4 19 0,0 0 26 15,2 6 30-15,-2-6 39 0,0 0 33 16,0 0 11-16,0 0 15 0,0 0-1 0,0 0-4 15,0 0-10-15,0 0-3 0,0 0-14 16,0 0-12-16,0 0-7 0,0 0-8 0,0 0-8 16,0 0-10-16,0 0-14 0,6 7-9 15,-6-7-13-15,0 0-9 0,0 0-10 16,0 0-9-16,0 0-9 0,0 0-10 16,0 0-50-16,0 0-76 0,0 0 0 0,0 0 0 15,0 0 0-15,0 0 0 0,0 0 0 16,0 0 0-16,0 0 0 0,0 0 0 0,0 0 0 15,0 0-159-15,0 0-386 0,0 0-224 16,0 0-130-16,0 0 88 0,0 0-892 0,0 0-1138 16</inkml:trace>
  <inkml:trace contextRef="#ctx0" brushRef="#br0" timeOffset="73618.89">14698 8657 4696 0,'0'0'-30'16,"10"0"21"-16,-10 0 19 0,0 0 34 16,0 0 48-16,9 2 45 0,-9-2 41 0,0 0 34 15,0 0 18-15,0 0 11 0,2 10-12 16,-2-10-9-16,-4 12-16 0,4-12-9 0,-1 14-6 16,-1-7-1-16,0-1-5 0,2-6-13 15,-2 9-12-15,2-9-17 0,-3 7-9 0,3-7-13 16,0 0-5-16,-2 10-7 0,2-10-66 15,0 0-41-15,0 0 0 0,0 9 0 16,0-9 0-16,0 0 0 0,0 0 0 16,0 0 0-16,0 0 0 0,0 8 0 0,0-8 0 15,0 0 0-15,0 0 0 0,0 0 0 16,0 0 0-16,2 9 0 0,-2-9 0 16,0 0 0-16,0 0 0 0,0 0 0 0,0 0 0 15,0 0 0-15,0 0 0 0,0 0 0 16,0 0 0-16,0 0 0 0,0 0 0 0,0 0 0 15,0 0 0-15,0 0 0 0,0 0 0 16,0 0 0-16,0 0 0 0,0 0 0 0,0 0 0 16,0 0 0-16,0 0 0 0,0 0 0 15,0 0 0-15,0 0 0 0,0 0 0 16,0 0 0-16,0 0 0 0,0 0 0 16,0 0 0-16,0 0 0 0,0 0 0 0,0 0 0 15,0 0 0-15,0 0 0 0,0 0 0 16,7 5 0-16,-7-5 0 0,0 0 0 0,0 0 0 15,0 0 0-15,0 0 0 0,0 0 0 16,0 0 0-16,0 0 0 0,0 0 0 0,0 0 0 16,0 0 0-16,0 0 0 0,0 0 0 15,0 0 0-15,0 0 0 0,0 0 0 0,0 0 0 16,0 0 0-16,0 0 0 16,0 0 0-16,0 0-103 0,0 0-654 0,0 0-177 15,0 0 71-15,0 0 99 0,0 0-858 16,0 0-1062-16</inkml:trace>
  <inkml:trace contextRef="#ctx0" brushRef="#br0" timeOffset="74436.23">13143 11615 3565 0,'13'0'96'0,"-13"0"-58"0,0 0 5 16,8 3 8-16,-8-3 64 0,0 0 38 0,6 5 18 15,-6-5-5-15,4 6-8 0,-4-6-5 16,3 6-9-16,-3-6-9 0,4 4 0 0,-4-4-6 16,2 5 3-16,-2-5 2 15,0 0-15-15,3 6-10 0,-3-6-9 0,0 0-14 0,0 0-4 16,0 0-12-16,5 6-22 0,-5-6-47 15,0 0-62-15,0 0-82 0,2 6-115 16,-2-6-127-16,2 10-149 0,0-3-161 16,-2 1 59-16,0 1-528 0,2-2-629 0</inkml:trace>
  <inkml:trace contextRef="#ctx0" brushRef="#br0" timeOffset="76768.78">15047 10294 2181 0,'-2'-7'384'0,"2"7"-66"15,-2-7-13-15,2 7-18 0,-1-12-9 16,1 12-1-16,-5-12-4 0,3 7-6 0,2 5 10 16,-2-16 10-16,2 7-2 0,0 1 9 15,0 8-1-15,0-16-13 0,2 9-3 0,-2 7-2 16,0-10-6-16,0 10-14 16,0-10-16-16,0 10-23 0,0 0-25 0,0 0-8 15,0 0-183-15,0 0 0 0,0 0 0 16,0 31 0-16,-2-13 0 0,2 9 0 0,0 2 0 15,2 8 0-15,0 1 0 0,3-1 0 16,-2-1 0-16,3 0 0 0,-1-3 0 0,-1-8 0 16,0-2 0-16,-1-6 0 0,-1 1 0 15,0-1 0-15,3-4 0 0,-3 0 0 0,-2-4 0 16,1-1 0-16,-1 2 0 0,2-2 0 16,-2-8 0-16,0 9 0 0,0-9 0 0,0 0 0 15,0 0 0-15,0 0 0 0,0 0 0 16,2-23 0-16,-4 5-375 0,2 1-585 0,0-4 34 15,-2-3 98-15,2-1-907 0,0 5-1168 16</inkml:trace>
  <inkml:trace contextRef="#ctx0" brushRef="#br0" timeOffset="77036.3">14900 10103 4740 0,'-19'-2'-38'0,"0"0"62"0,0 2 58 15,1 0 64-15,5 2 63 0,-2-2 71 0,2 2 15 16,13-2 10-16,-21 0-3 0,21 0-14 16,-15 0-13-16,15 0-16 0,0 0-7 0,0 0-12 15,0 0-24-15,0 0-22 16,45-21-72-16,-8 13-122 0,12-5 0 0,6 1 0 16,-3 3 0-16,-8 0 0 0,0 2 0 15,-4 1 0-15,-10 3 0 0,-5 2 0 0,-5 1 0 16,0 1-205-16,-4 2-62 0,-4 5-45 15,-2 4-76-15,-7 1-85 0,-3 3-92 0,-2 3-163 16,-3 14-36-16,-4 4 87 0,-3-1-620 16,-5 11-754-16</inkml:trace>
  <inkml:trace contextRef="#ctx0" brushRef="#br0" timeOffset="77252.62">14933 10773 3883 0,'-10'5'123'0,"6"0"44"0,-2-1 58 15,6-4 61-15,0 0 73 0,-7 6 25 16,7-6 12-16,0 0-19 0,0 0-25 0,0 0-24 16,-6 4-38-16,6-4-24 0,0 0-30 15,0 0-24-15,0 0-23 0,19 8-71 0,-13-6-118 16,3 3 0-16,2-1 0 0,2-1-197 16,-1 2-134-16,6-2-139 0,0-1-120 0,-2-2-136 15,4-2-96-15,-2-1 70 0,3-2-712 16,2-2-911-16</inkml:trace>
  <inkml:trace contextRef="#ctx0" brushRef="#br0" timeOffset="77617.98">15286 10549 4074 0,'-3'-13'20'16,"-1"3"62"-16,2 2 58 0,0 0 48 0,2 8 30 16,-2-8 16-16,2 8-15 0,-1-7-16 15,1 7-28-15,0 0-2 0,0 0 15 0,0 0-5 16,0 0-2-16,14 21-14 0,-9-10-12 15,2 1-10-15,-3 2-12 0,0 1-2 0,-1-3-10 16,-3 5-12-16,2 0-8 0,-2-5-9 16,2 2-10-16,1-1-11 0,-3-3-4 0,2-1-8 15,0-2 1-15,0 0-4 16,-2-7-4-16,0 0-6 0,0 0-5 0,0 0-3 16,20-18-2-16,-10 2-9 0,5-10 0 15,0-1-5-15,-2 6 1 0,1 3-3 0,-4 5-10 16,-1 2 0-16,-4 4-8 0,5 2 4 15,0 3-4-15,-5 2 0 0,-5 0-2 0,20 4 0 16,-9 3 0-16,1-1 0 0,-1 6 0 16,-2-1 0-16,-1 1 0 0,3 0 0 0,-3 1 0 15,-1-1-69-15,2 1-64 0,-4-3-64 16,1-1-62-16,-3 1-75 0,1-3-82 16,3 0-50-16,-6 0-65 0,3-4-89 15,-4-3-122-15,0 0 66 0,0 0-599 0,22-9-734 16</inkml:trace>
  <inkml:trace contextRef="#ctx0" brushRef="#br0" timeOffset="77967.69">15849 10363 3255 0,'7'-13'-88'0,"-5"3"65"15,0 0 49-15,1 6 51 0,-3-2 36 0,0 6 26 16,-3-9 16-16,3 9 7 0,-4-4 8 16,4 4 7-16,0 0 2 0,-20 10 4 0,10-1-3 15,-1 3-2-15,0 2-6 0,-3 3-13 16,-3 6-13-16,7-2-18 0,3-6-9 0,1 1-10 15,4-4 6-15,4-1 21 0,4-2 17 16,-1 0 6-16,9 1 8 0,-1-3 12 16,6 1 1-16,4 0 6 0,-4 0-1 15,2-1-10-15,-2 3-12 0,0-2-12 0,-1 3-6 16,-5-1-10-16,1 0-5 0,-3 1-14 16,-2-1-116-16,-4 1 0 0,4-1 0 15,-6-2 0-15,1 3 0 0,0-1 0 0,-2-2 0 16,-2-1 0-16,0-7 0 0,-6 14 0 15,2-9 0-15,-3 0 0 0,7-5 0 0,-18 4 0 16,9-2 0-16,9-2 0 0,-23-2 0 16,11 0 0-16,-1 0 0 0,2-4 0 15,-3-1-251-15,3 0-311 0,-1 0-90 16,8 0-108-16,3-1-72 0,4-3 73 0,15-9-729 16,7-2-935-16</inkml:trace>
  <inkml:trace contextRef="#ctx0" brushRef="#br0" timeOffset="78601.95">16196 10379 3872 0,'4'-10'-92'0,"2"2"65"0,-5 0 58 16,-1 1 64-16,0 7 44 0,2-12 40 16,-2 12 35-16,4-8 18 0,-4 8 8 0,2-9 0 15,-2 9-3-15,0 0-18 0,2-7-11 16,-2 7 12-16,0 0 24 0,0 0-6 16,0 0-11-16,0 0-19 0,0 0-12 0,5 26-18 15,-3-19-14-15,-2-7-21 0,5 12-14 16,-5-4-9-16,0-8-12 0,3 11-10 15,-3-11-7-15,2 8-51 0,-2-8-40 16,2 7 0-16,-2-7 0 0,0 0 0 0,0 0 0 16,0 0 0-16,0 0 0 0,0 0 0 15,0 0 0-15,0 0 0 0,0 0 0 0,0 0 0 16,-5-26 0-16,5 26 0 0,0 0 0 16,-27 14 0-16,15-4 0 0,1 6 0 0,1-1 0 15,0 4 0-15,5 0 0 0,1 0 0 16,4-1 0-16,4 1 0 0,-1 0 0 0,8 1 0 15,5 3 0-15,5-3 0 0,4-4 0 16,2-2 0-16,4-4 0 0,-3-5 0 16,-4-1 0-16,-1-3 0 0,2-2 0 15,0-4 0-15,-3-1 0 0,2-2 0 0,-5-1 0 16,0-3 0-16,-4 0 0 0,1-3 0 16,-7-1 0-16,0-1 0 0,-5-4 0 0,-4 1 0 15,-2-4 0-15,-1 0 0 0,-5-9 0 16,3 10 0-16,-4 4 0 0,4 3 0 0,-1 3 0 15,3 3 0-15,-1 4 0 0,-2 0 0 16,6 6 0-16,-6-6 0 0,6 6 0 0,0 0 0 16,-6-7 0-16,6 7 0 0,0 0 0 15,18-8 0-15,-3 2 0 0,6-1 0 16,7-2 0-16,-1 4 0 0,-4 1 0 16,-2 0 0-16,-2 4 0 0,2 2 0 0,-4 4 0 15,2 1 0-15,-2 3 0 0,-1 4 0 16,-3 3 0-16,-3 3 0 0,-1-1 0 0,-2 3 0 15,-3 0 0-15,3 2 0 0,-4-2 0 16,3 1 0-16,-4-5 0 0,1-2 0 0,-1-1 0 16,0-2 0-16,2-4 0 0,-4 2 0 15,2-3 0-15,-1 0 0 0,1-6 0 0,-2-2 0 16,0 0 0-16,0 0 0 16,10-20-626-16,-6 2-357 0,5-17 89 0,5-1-1040 15,8-7-1356-15</inkml:trace>
  <inkml:trace contextRef="#ctx0" brushRef="#br0" timeOffset="78850.93">17034 9948 5189 0,'-11'-17'-99'0,"-3"3"88"0,5 4 76 0,2 1 63 0,-1 1 52 0,-2 1 45 16,5 2 14-16,-3 2 2 0,8 3 26 0,0 0 18 16,-17 18 11-16,11 3-12 0,2 13 3 15,4 3-13-15,2 6-14 0,8 10-179 0,2-1-81 16,2 0 0-16,6-2 0 0,-4-3 0 15,2-3 0-15,1 2 0 0,-6-12 0 16,-2-1 0-16,0-3 0 0,-4-4 0 16,-2-5 0-16,-1-4 0 0,0-1 0 0,-2-1 0 15,-2-3-182-15,1-2-402 0,-4-3-108 16,3-3-165-16,0-4 40 0,0 0 77 0,0 0-729 16,0 0-917-16</inkml:trace>
  <inkml:trace contextRef="#ctx0" brushRef="#br0" timeOffset="78984.47">17025 10492 4063 0,'-7'-3'45'0,"-3"-3"59"15,4 4 62-15,6 2 56 0,-9-5 59 0,9 5 47 16,0 0 20-16,-8-5-5 0,8 5-24 16,0 0-30-16,0 0-36 0,-4-4-26 0,4 4-53 15,0 0-91-15,21-16-122 16,-5 11-142-16,0-4-174 0,15-3-174 0,-8 4-213 16,-4 1-33-16,2 3 79 0,-4 1-640 15,3 1-792-15</inkml:trace>
  <inkml:trace contextRef="#ctx0" brushRef="#br0" timeOffset="79334.43">17477 10476 4048 0,'-6'2'172'0,"6"-2"53"0,0 0 79 0,0 0 54 16,0 0 41-16,-15 2 13 0,15-2-24 16,0 0-8-16,0 0-47 0,0 0-40 15,0 0-32-15,0 0-24 0,3-19-28 0,6 9-37 16,5-2-172-16,-1 0 0 0,1-2 0 15,-1 0 0-15,1 1 0 0,-3-1 0 16,-2 3 0-16,-2 0 0 0,-5 1 0 0,-2 2 0 16,-9 2 0-16,0 0 0 0,0 5 0 15,-11 1 0-15,6 5 0 0,-9 1 0 0,-8 8-4 16,4 3-13-16,8 4 19 0,0 3 13 16,4 2-11-16,0 1-4 0,7-3 0 0,2-2 0 15,4 0 0-15,4-2 0 0,2 1 0 16,2 1 0-16,5-3 0 0,7 2 0 15,2-3 0-15,9-5 0 0,-1-2 0 16,3-8 0-16,-4-1 0 0,1-4-111 0,10-1-269 16,0-6-95-16,1-2-85 0,2-11-82 15,1-1-139-15,-3-4 22 0,-1-4 72 0,-2-8-604 16,-4 2-750-16</inkml:trace>
  <inkml:trace contextRef="#ctx0" brushRef="#br0" timeOffset="79700.74">18090 9866 3562 0,'-7'-26'6'0,"-3"5"80"0,-1 5 73 15,0-1 74-15,-3 3 57 0,-1 2 64 0,1 1 30 16,3 7 10-16,2 3 9 0,9 1 23 16,-27 13-20-16,9 12 5 0,4 4-4 0,0 17-13 15,5 7-118-15,-4 2-276 16,10 4 0-16,-3 1 0 0,4 0 0 0,4-2 0 0,-2-9 0 16,2-3 0-16,2-3 0 15,-1-2 0-15,2-7 0 0,-1-9 0 0,0-4 0 16,-3-4 0-16,1-5 0 0,0 0 0 15,2-4 0-15,-2-8 0 0,-2 0 0 0,0 0 0 16,0 0 0-16,12-23 0 0,-12 9 0 16,-2-3 0-16,-7-4 0 0,2 3 0 0,-2 4 0 15,-3 1 0-15,-1 7 0 0,-3 4 0 16,-2 6 0-16,-13 6 0 0,1 7 0 16,-6 9 0-16,9-4 0 0,4 4 0 15,3-3 0-15,6 2 0 0,2-5 0 0,6-3 0 16,4-3 0-16,0-3 0 0,2 1 0 15,2-2 0-15,4-3 0 0,-3-3 0 0,8 2 0 16,-2-3 0-16,0-2 0 0,3 2 0 16,-12-3 0-16,20 0-205 0,-9 0-558 0,-11 0-178 15,16 1 78-15,-11 3 91 0,-3 3-808 16,-9 6-1023-16</inkml:trace>
  <inkml:trace contextRef="#ctx0" brushRef="#br0" timeOffset="80136.23">16267 11951 4596 0,'-10'-24'-15'0,"-4"-2"33"0,3 4 55 0,-1 5 60 0,1-2 49 15,0 4 28-15,-1-1 28 0,-3 4 2 0,0 2-4 16,-6 3-8-16,-4 4-7 0,-3 6-5 15,-13 4-9-15,3 3-15 0,0 4-14 0,1 8-16 16,4-1-19-16,6-2-12 0,6 1-15 16,10-1-7-16,5-4-8 0,8 1 3 15,8 0 3-15,6 3-42 0,13-1-65 16,5-1 0-16,14-1 0 0,2-1 0 0,5-5 0 16,-4 1 0-16,3 1 0 0,-13-4 0 15,-6 1 0-15,-2-1 0 0,-11-1 0 0,-4 0 0 16,-6-4 0-16,-1 3 0 0,-8 0 0 15,-3 1 0-15,0 2 0 0,-3-1 0 0,-8 5 0 16,-1-2 0-16,-6 3 0 0,1-2 0 16,-8 2 0-16,-3-1 0 0,3-3 0 0,4-5 0 15,-2-1 0-15,4-2 0 0,2-2 0 16,-2-4 0-16,3-1 0 0,2-5 0 16,2 0 0-16,0-3 0 0,7-1-104 15,3 0-632-15,8-1-115 0,3-1-39 0,7-8 88 16,7 0-833-16,7-3-1074 0</inkml:trace>
  <inkml:trace contextRef="#ctx0" brushRef="#br0" timeOffset="80417.89">16632 11761 4747 0,'8'-4'19'0,"-4"-2"58"0,-4 6 44 16,1-4 53-16,-1 4 55 0,0 0 42 16,0 0 27-16,0 0 9 0,-13 18-2 0,10-8-10 15,-3 0-8-15,4 2-19 0,-2 1-41 16,4-1-17-16,2 2-20 0,2 0-24 15,5-1-166-15,4 0 0 0,7-2 0 16,1-2 0-16,10 0 0 0,-1-6 0 0,-1-3 0 16,-4-2 0-16,2 0 0 0,7-6 0 15,-7 1 0-15,-5 0 0 0,-9 1 0 0,-2-3 0 16,-1-3 0-16,-7 0 0 0,-3-2 0 16,-5-6 0-16,-10-11 0 0,-2-2 0 0,-7 6 0 15,-1 2 0-15,1 5 0 0,-8 11 0 16,4 5-52-16,-10 12-175 0,-7 9-57 0,-5 8-77 15,1 12-97-15,-10 14-99 0,0 8-150 16,0 7-79-16,2 4 80 0,-2 8-673 0,-1-2-831 16</inkml:trace>
  <inkml:trace contextRef="#ctx0" brushRef="#br0" timeOffset="80834.37">15567 13104 4029 0,'-17'14'136'0,"-10"5"14"0,0 6 28 0,-1 6 36 0,3-4 47 16,2-1 32-16,4-1 8 15,10-2-8-15,1-3-18 0,6-3-18 0,6-2-13 16,5 4-13-16,5-5-15 0,5-2-17 16,0-3-22-16,10-5-18 0,-2-4-13 0,12-4-17 15,1-3-13-15,1-5-15 0,-2 0-15 16,-4-5-86-16,-5 1 0 0,-5 1 0 0,-6 1 0 16,-7 1 0-16,-7 1 0 0,-1-1 0 15,-8-2 0-15,-3-5 0 0,-13-6 0 0,2-2 0 16,-5 1 0-16,0 2 0 0,1 1 0 15,8 11 0-15,0 3 0 0,1 4 0 16,0 3 0-16,1 6 0 0,-1 5-32 16,-3 2-210-16,5 1-51 0,0 3-59 0,1-3-69 15,2 3-57-15,3-6-82 0,3 0-130 16,2-1-67-16,0-7 79 0,9 8-576 16,-1-6-716-16</inkml:trace>
  <inkml:trace contextRef="#ctx0" brushRef="#br0" timeOffset="81384.63">16000 12997 3830 0,'-15'0'176'15,"-3"3"3"-15,1 6 26 0,-4 1 34 16,4 2 49-16,0 0 36 0,1 3 9 0,4-2-10 15,1 5-20-15,4-6-17 0,3 5-19 16,4-6-15-16,2 1-14 0,6 2-19 0,2-3-19 16,3-3-17-16,2-2-13 0,4-2-21 15,2-2-122-15,0-4-27 0,5-2 0 0,-3-2 0 16,11-4 0-16,-7-3 0 0,2-3 0 16,-6 2 0-16,-2-3 0 0,-6 2 0 15,-1 1 0-15,-5 4 0 0,0 3 0 16,-1-3 0-16,-2 3 0 0,0 0 0 0,-1 2 0 15,-5 5 0-15,10-6 0 0,-10 6 0 16,5-6 0-16,-5 6 0 0,0 0 0 16,0 0 0-16,0 0 0 0,16 12 0 0,-16-12 0 15,5 11 0-15,-1-5 0 0,2-2 0 16,-6-4 0-16,12 8 0 0,-9-4 0 0,-3-4 0 16,15 3 0-16,-15-3 0 0,23-7 0 15,-7 1 0-15,0-6 0 0,9-5 0 0,0-1 0 16,-1 0 0-16,-6 2 0 0,0 4 0 15,-6 4 0-15,0-1 0 0,-4 1 0 0,-1 4 0 16,3 0 0-16,0 3 0 16,-10 1 0-16,14-2 0 0,-14 2 0 0,16 3 0 15,-7 1 0-15,-1 0 0 0,0-4 0 16,1 5 0-16,1-2 0 0,0-1 0 0,-10-2 0 16,18 2 0-16,-4-2 0 0,1-2 0 15,-1-5 0-15,0 4-291 0,2-5-581 0,3 4-72 16,-4-1 99-16,2-1-937 0,-1 0-1211 15</inkml:trace>
  <inkml:trace contextRef="#ctx0" brushRef="#br0" timeOffset="81617.95">17093 12402 5253 0,'-12'-12'63'0,"-1"4"43"0,2 1 63 0,6 0 64 0,-1 3 35 16,6 4 11-16,-6-5-10 0,6 5 14 15,0 0 11-15,0 0-7 0,0 24-21 16,6-5-21-16,4 10-69 0,1 2-176 0,3 3 0 16,-2 0 0-16,4 2 0 0,-3-1 0 15,3-2 0-15,-1 2 0 0,-3-2 0 0,1-1 0 16,-2-1 0-16,1-4 0 16,-9-1 0-16,5-9-129 0,-3-1-382 0,1-3-117 15,-3-3-149-15,2-8-75 0,1 2 83 0,-6-4-770 16,0 0-983-16</inkml:trace>
  <inkml:trace contextRef="#ctx0" brushRef="#br0" timeOffset="82284.13">17473 12704 4640 0,'0'0'152'16,"0"0"13"-16,0 0 24 0,0 0 42 16,0 0 17-16,0 0 8 0,0 0-17 15,0 0-21-15,0 0-24 0,0 0-14 16,0 0-21-16,0 0-16 0,13-11-16 0,-4 5-21 15,2-1-22-15,-6-2-14 0,2 2-6 16,-1-2-8-16,-1 3-5 0,-2-1-6 16,-3 7-10-16,0-10-6 0,0 10-2 0,0 0 0 15,0 0-4-15,0 0 8 0,-40 17 1 16,23-5 5-16,-2 7 6 0,-3 1 11 0,8 2 3 16,2-1 3-16,2-2 8 0,5 0-17 15,-1 1-51-15,4 0 0 0,2-2 0 0,2 1 0 16,2-1 0-16,1-3 0 0,7 2 0 15,-2-5 0-15,4 2 0 0,2-1 0 0,3-4 0 16,-4-4 0-16,7-3 0 0,-4-4 0 16,3 0 0-16,2-6 0 0,10-4 0 15,-5-5 0-15,1 0-64 0,-2-6-117 16,-3-2 2-16,-3-3 5 0,2-12 16 0,-4-3 16 16,-4-5 16-16,0-3 21 0,-3 1 18 15,-3 11 25-15,-3 2 33 0,-2 10 34 0,-3 5 37 16,2 5 34-16,-1 2 29 0,-2 3 20 15,0 0 18-15,0 1 16 0,-2 4 10 0,2 7 16 16,-6-8 8-16,6 8-88 0,0 0-105 16,0 0 0-16,0 0 0 0,-9 29 0 0,9-8 0 15,1 4 0-15,5 11 0 0,-1 4 0 16,2 1 0-16,2 11 0 0,2 2 0 0,5 4 0 16,1-3 0-16,-2 1 0 15,-2-5 0-15,1 2 0 0,-3-5 0 0,-3-11 0 16,-4-4 0-16,-2-6 0 0,0-4 0 15,0-5 0-15,-4-6 0 0,-2 1 0 0,1-5 0 16,-4-2 0-16,7-6 0 0,-17-4 0 16,2-6 0-16,-2-17 0 0,1-8 0 0,3-17 0 15,1-13 0-15,7-8 0 0,1-29 0 16,6 0 0-16,4 1 0 0,-1 23 0 0,3 8 0 16,4 8 0-16,0 8 0 0,-1 18 0 15,0 1 0-15,1 6 0 0,-1 7 0 0,2 7 0 16,-1 1 0-16,-1 5 0 0,5 0 0 15,-3 3-230-15,-1 2-439 0,0 4-199 16,1-1-7-16,-2 6 90 0,-6 1-835 16,2 6-1060-16</inkml:trace>
  <inkml:trace contextRef="#ctx0" brushRef="#br0" timeOffset="82467.82">17898 12775 4873 0,'-12'2'141'0,"3"-4"19"0,9 2 30 15,-11 0 28-15,11 0-17 0,0 0-19 16,-9-6-23-16,9 6-53 0,9-15-72 0,0 2-92 16,12-6-107-16,1-3-114 0,11-9-111 15,-5-1-109-15,5-2-138 0,-1 1-27 16,-1-2 74-16,-1-4-424 0,-1 1-490 16</inkml:trace>
  <inkml:trace contextRef="#ctx0" brushRef="#br0" timeOffset="82767.46">18250 12194 2922 0,'0'-19'107'16,"-2"1"60"-16,0 7 31 0,2 1 26 0,0 3 21 15,0 7 41-15,-7-6 55 0,7 6 35 16,0 0 19-16,-14 17-1 0,10-2-16 16,1 6-26-16,-3 15-32 0,4 2-32 0,2 5-28 15,2 3-29-15,0 1-39 0,2 10-51 16,-1 0-57-16,-3-10-75 0,2-1-73 0,2 10-92 16,1-15-79-16,-5 0-79 15,1-3-67-15,-1-9-38 0,-1-6 2 0,1-7 29 16,-2-2 38-16,-3-6 41 0,3 1 55 15,0-3 69-15,-1-4 82 0,3-2 99 0,-6 8 77 16,6-8 59-16,-2 7 59 0,2-7 42 16,0 0 44-16,-5 6 27 0,5-6 13 0,0 0-18 15,0 0-22-15,0 0-25 0,0 0-26 16,0 0-24-16,0 0-40 0,0 0-55 0,0 0-75 16,32-9-88-16,-23 3-119 15,-1 3-126-15,2-2-150 0,-3 1-150 0,4 0-207 0,-2 0 76 16,-2 1 73-16,1 1-576 15,-8 2-698-15</inkml:trace>
  <inkml:trace contextRef="#ctx0" brushRef="#br0" timeOffset="84249.69">16356 11635 3322 0,'9'-5'-49'16,"-3"2"40"-16,-1-1 34 0,-5 4 51 15,9-5 45-15,-9 5 37 0,0 0 27 0,7-7 18 16,-7 7 6-16,0 0 8 0,4-5 0 16,-4 5 2-16,0 0 5 0,0 0-3 0,0 0 10 15,0 0-18-15,4-6-9 0,-4 6-28 16,0 0-18-16,0 0-15 0,0 0-11 15,-46 6-15-15,21-1-11 0,-9 6-10 16,-4-3-7-16,1 2-14 0,0 1-4 0,4-2-2 16,6-5-4-16,6 2 11 0,6-3 9 15,2-1 1-15,1 2 5 0,1-3-5 16,-1 0 1-16,7 1-10 0,5-2-3 0,-15 4-6 16,15-4-2-16,-10 2-6 0,10-2-9 15,-9 1-51-15,9-1 0 0,-10 3 0 0,10-3 0 16,0 0 0-16,0 0 0 0,-14 0 0 15,14 0 0-15,0 0 0 0,0 0 0 16,0 0 0-16,0 0 0 0,0 0 0 16,-12 0 0-16,12 0 0 0,0 0 0 0,0 0 0 0,-8 8 0 15,6-1 0-15,1-1 0 16,-4 5 0-16,1 1 0 0,0-2 0 0,4 4 0 16,0-2 0-16,0 0 0 0,2 0 0 15,2 1 0-15,4-1 0 0,2 0 0 0,-1-3 0 16,5 1 0-16,0-3 0 0,8-2 0 15,3 1 0-15,1-2 0 0,12 0 0 0,2-1 0 16,0 1 0-16,0 1 0 0,-4-2 0 16,-1 4 0-16,-3 2 0 0,-3-3 0 0,-6 3 0 15,-5 1 0-15,-2-4 0 0,-3 4 0 16,-3-1 0-16,-1 3 0 0,-1 1 0 0,-7 1 0 16,-2 1 0-16,-7 5 0 15,-3-3 0-15,-6 5 0 0,-7 2 0 0,-4-2 0 0,-3 0 0 16,-1-5 0-16,0 1 0 15,-3-3 0-15,3-5 0 0,7-1 0 0,5-3 0 16,4 0 0-16,-1-5 0 0,4 1 0 16,0 0 0-16,1-2 0 0,12 0 0 0,-21 0 0 15,11 0 0-15,10 0 0 0,-13 0 0 16,13 0 0-16,-14 0 0 0,14 0 0 0,0 0 0 16,-11 2 0-16,11-2-369 0,-7 4-419 15,7-4-151-15,-4 4 84 0,4-4-927 16,-1 13-1212-16</inkml:trace>
  <inkml:trace contextRef="#ctx0" brushRef="#br0" timeOffset="103046.27">12243 9636 1369 0,'-3'-5'329'0,"-1"0"-95"0,4 5-17 0,-8-7-4 0,3 3 14 16,5 4 14-16,-7-5 2 0,7 5-6 0,-5-6 16 15,5 6 0-15,-6-6-2 0,6 6-7 16,0 0-11-16,-9-5-10 0,9 5-9 0,0 0-18 15,0 0-17-15,-7-5-19 0,7 5-15 16,0 0 20-16,0 0 23 0,0 0 4 16,5 27-14-16,-1-11-15 0,2-1-6 0,-3 1-1 15,5-1-6-15,-4-1-9 0,2 0-13 16,-1-3-5-16,3 1-4 0,-5-2-4 16,1-3-8-16,3-1-4 0,-2 0 3 15,-5-6 12-15,11 6 3 0,-11-6-121 0,16 0 0 16,-16 0 0-16,20-8 0 0,-2-7 0 15,5-7 0-15,7-14 0 0,6-5 0 0,2-5 0 16,10-16 0-16,1-2 0 0,1-4 0 16,-2 3 0-16</inkml:trace>
  <inkml:trace contextRef="#ctx0" brushRef="#br0" timeOffset="105412.79">12718 7903 346 0,'-2'-6'349'0,"2"6"-59"0,0 0-32 0,0 0-17 0,0 0-9 0,0 0-12 0,0 0 24 0,-9-7-1 16,9 7 1-16,0 0 5 0,0 0-4 15,0 0-2-15,0 0-9 0,0 0-11 0,-10-3-6 16,10 3-14-16,0 0-13 16,0 0-15-16,0 0-15 0,0 0-22 0,0 0-13 0,0 0-15 15,0 0-9-15,0 0-15 16,0 0 3-16,0 0 1 0,-2 19-5 0,2-19-10 15,7 15-4-15,-4-9 0 0,3 0-8 16,-3 1-5-16,-1 0 8 0,4-2-3 0,-6-5-4 16,7 9 19-16,0-6 14 0,-7-3 38 15,0 0 5-15,22-7-8 0,-6-5-12 16,7-10-16-16,4-11-10 0,8-4-5 16,-2-8-8-16,-1-2-13 0,15-15-4 0,-13 13-5 15,-7 7-8-15,2 1 1 0,-12 10-9 0,5 6 0 16,-9 6-6-16,-6 5 2 0,3 5-8 15,-2 1-4-15,-3-1-2 0,1 2-5 0,-3 2-6 16,3 0 5-16,-6 5 0 16,8-3-3-16,-8 3-3 0,0 0 8 0,9-4-6 15,-9 4-1-15,0 0 1 0,0 0-6 16,13-2 7-16,-13 2-7 0,0 0 0 0,0 0 0 16,0 0-1-16,0 0-2 0,16-2 10 15,-16 2-6-15,0 0 2 0,0 0-20 0,6-2-36 16,-6 2-67-16,0 0-97 0,0 0-156 15,0 0-183-15,0 0-240 0,0 0-27 0,0 0 94 16,-29 16-697-16,16-8-874 0</inkml:trace>
  <inkml:trace contextRef="#ctx0" brushRef="#br0" timeOffset="108162.49">18189 6903 3904 0,'0'0'-1'0,"-9"-5"41"0,9 5 22 0,-6-3 24 0,6 3 39 0,0 0 30 0,0 0 34 16,0 0 22-16,-12-5 3 0,12 5 5 0,0 0 8 15,0 0-18-15,0 0-1 0,0 0-11 16,-7-6-7-16,7 6-9 0,0 0-21 16,0 0-13-16,0 0-14 0,0 0-19 15,0 0-9-15,0 0-1 0,0 0 9 0,0 0-14 16,-2 23-8-16,6-17 0 0,-4-6-8 16,5 16-8-16,-3-9-4 0,3-1-3 0,-1 1 11 15,-1-2 4-15,-3-5 13 0,11 9-33 16,-2-5-63-16,-9-4 0 0,22-2 0 15,-7-3 0-15,14-9 0 0,3-1 0 0,12-9 0 16,0-3 0-16,7-1 0 0,3-4 0 16,-1-2 0-16,-2 0 0 0,-3 3 0 15,-5 2 0-15,-6 2 0 0,-10 10 0 16,-6 3 0-16,-6 1 0 0,-2 5 0 0,-4 2 0 16,3-2 0-16,-4 1 0 0,-1 5 0 15,0-4 0-15,-7 6 0 0,11-6 0 0,-11 6 0 16,5-4 0-16,-5 4 0 0,8-6 0 15,-8 6 0-15,0 0 0 0,10-3 0 0,-10 3 0 16,0 0 0-16,0 0 0 0,5-4 0 16,-5 4 0-16,0 0 0 0,0 0 0 0,0 0 0 15,8-4 0-15,-8 4 0 0,0 0 0 16,0 0 0-16,0 0 0 0,0 0 0 0,0 0 0 16,0 0 0-16,0 0 0 15,0 0 0-15,0 0 0 0,0 0 0 0,0 0 0 0,0 0 0 16,0 0 0-16,0 0 0 15,0 0 0-15,-25 25 0 0,-36 14-916 16,34-22-45-16,1 1 103 0,7 3-998 16,-2 1-1280-16</inkml:trace>
  <inkml:trace contextRef="#ctx0" brushRef="#br0" timeOffset="110345.26">19864 4359 4782 0,'0'0'-171'0,"0"0"65"0,0 0 50 0,0 0 42 0,-18 1 35 0,18-1 30 0,0 0 25 0,0 0 19 0,0 0 2 16,0 0-7-16,0 0-4 0,-20 0-6 16,20 0 0-16,0 0 40 0,0 0 5 0,-4 8-3 15,4-8-10-15,0 0-6 0,0 0 5 16,0 0 6-16,0 9 2 0,0-9-7 0,0 0-1 16,0 0-5-16,0 0 2 15,4 14-13-15,0-9-2 0,0 4 0 0,-1-1-21 0,4 1 4 16,-4 0-17-16,7-1 3 15,-3-1 26-15,1 0-5 0,2-2 5 0,1-2 8 16,4-3 1-16,2-3-6 0,18-12-7 16,10-4-12-16,3-7-5 0,3-5-9 15,3-2-2-15,-2-2 3 0,-3 2 5 0,-7 0 10 16,-2 7 3-16,-13 8-70 0,-2 0-7 16,-9 7 0-16,0 0 0 0,-5 4 0 0,-4 0 0 15,3 4 0-15,-2 0 0 0,-8 3 0 16,11-7 0-16,-5 3 0 0,-6 4 0 15,10-5 0-15,-10 5 0 0,5-5 0 16,-5 5 0-16,0 0 0 0,9-5 0 0,-9 5 0 16,0 0 0-16,7-3 0 0,-7 3 0 15,0 0 0-15,0 0-454 0,0 0-225 0,0 0-269 16,0 0 75-16,0 0 95 0,0 0-739 16,0 0-961-16</inkml:trace>
  <inkml:trace contextRef="#ctx0" brushRef="#br0" timeOffset="113213">17215 4511 3962 0,'0'0'-90'16,"0"0"47"-16,0 0 39 0,0 0 23 0,0 0 23 0,0 0 18 0,-11-2 36 0,11 2 44 0,0 0 11 0,-2 21 7 15,2-13-8-15,0 4 7 0,2 1-5 0,0-4 1 16,4 3-5-16,-3-3 3 0,8-1-7 16,3-2-6-16,4-4-3 0,8-8-11 0,24-9-10 15,5-6-13-15,4-10-15 0,15-9-4 16,-3-5-7-16,-2 4-14 0,-19 5-5 16,-2 4 6-16,-3 1 17 0,-9 4 18 15,-11 7 6-15,-3 1 6 0,-3 5-4 16,-6 4-9-16,-3 2-10 0,0 1-10 0,-5 3-8 15,3-1-7-15,-8 5-10 0,10-6-9 16,-10 6-15-16,7-4-26 0,-7 4-55 0,0 0-62 16,0 0-69-16,0 0-82 0,0 0-108 15,-4 19-117-15,4-19-182 0,-12 10-133 0,5-5 88 16,2-1-605-16,5-4-780 0</inkml:trace>
  <inkml:trace contextRef="#ctx0" brushRef="#br0" timeOffset="116459.9">22677 1577 3331 0,'-21'-8'-180'0,"-3"-1"40"0,-11 1 26 0,-1 3 27 0,-6 3 39 0,3 0 27 0,-10 6 27 16,3 1 24-16,-8 7 16 0,-4 3 14 15,5 5 15-15,-3 6 7 0,5 5-2 16,0 5 45-16,3 6 2 0,-8 13 8 0,7 3 7 15,13-4-7-15,1 18 33 0,17-5 14 16,4 3-3-16,8 1-8 0,8 1-13 16,12 2-2-16,20 11-12 0,12-9-13 0,9-9-6 15,13-13-12-15,16-7-11 16,12-14-5-16,5-8-11 0,5-6-11 0,9-11-7 16,1-9-7-16,8-11-19 0,-4-12-2 15,0-5-5-15,-8-7-2 0,-5-7-6 0,-11-4-1 16,-11-1-3-16,-4-8 14 0,-15-2 20 15,-5-6 17-15,-10 0 18 0,-7-6 11 16,-11 14 16-16,-8-8-2 0,-9-3-8 0,-4-5-9 16,-6 1-5-16,-10-1-9 0,-3 4-14 15,-13 4-7-15,-6 7-8 0,-9 4-6 16,-22 0-3-16,-6 5-6 0,-9 11-13 0,5 18 4 16,-28-3-5-16,15 12-7 0,-6 7 0 15,-3 4 0-15,-18 6-7 0,-1 8 1 16,0 2 0-16,8 9 2 0,4 6-4 15,7 6 0-15,5 4-2 0,7 6-2 0,11 3-2 16,5 4 0-16,3 2 10 0,20-7-2 16,4 5-13-16,9 1 9 0,7 4-3 0,4 6 1 15,8-1 3-15,10 3 0 16,10 0-1-16,10 13 0 0,8-3 9 0,13-7-8 0,6-5-4 16,10-10 3-16,10-8-3 15,3-8 4-15,-10-16 2 0,7-6-3 0,7-6-1 16,0-5 2-16,5-7-1 0,-4-7-3 15,0-8-2-15,14-9-3 0,-7-5 0 16,-7-8-4-16,-4-2-1 0,-5-3 0 0,-9-8 1 16,-2-7 2-16,-5-3-1 0,-9-4 0 15,-12 12-3-15,-7-4 2 0,-4-2-5 0,-8 0-2 16,-7-4 0-16,-7 0 0 0,-10-4-3 16,-9 2 1-16,-7 4-5 0,-23-12 12 0,-8 7-6 15,-7 9-5-15,-20 3 5 0,-12 15-11 16,-6 7 0-16,-11 13 0 0,-13 20-2 15,-5 15-3-15,-3 17 0 0,1 16-21 0,-32 24-14 16,12 8-22-16,46-14-22 16,10 7-47-16,13 9-72 0,10 3-76 0,15 8-100 15,15-6-130-15,15-2-245 0,22-16-4 16,7-8 90-16,13-1-505 0,13-8-656 0</inkml:trace>
  <inkml:trace contextRef="#ctx0" brushRef="#br0" timeOffset="130857.79">26687 1243 925 0,'-15'5'329'0,"15"-5"-83"0,-14 4-35 0,14-4-17 0,-15 3-11 0,15-3 0 0,-14 5 11 0,7-1 5 16,-2-1 20-16,0 0 9 0,9-3-1 15,-12 6 3-15,4-5-6 0,8-1-5 0,-12 6-7 16,12-6-13-16,-7 4-10 0,7-4-14 16,0 0-6-16,-10 4-22 0,10-4-13 15,0 0 0-15,0 0 23 0,0 0 8 0,0 0 6 16,35 5-22-16,-7-7-14 0,18-3-14 16,13-3-8-16,3-3-18 0,-2 1-8 0,-1-3-11 15,-2 1-5-15,-13 3-8 0,-8 1-6 16,0 0-7-16,-9 4-6 0,-4-2-1 15,-8 0-10-15,-1 4-6 0,-1-1 0 16,-6 2-7-16,5-3-7 0,-12 4 2 16,13-3 9-16,-13 3-24 0,9-4-25 0,-9 4-35 15,0 0-43-15,9 0-48 0,-9 0-58 16,0 0-79-16,0 0-60 0,0 0-67 16,0 0-116-16,5-4-238 0,-5 4 52 0,0 0 83 15,4-9-344-15,-4 9-456 0</inkml:trace>
  <inkml:trace contextRef="#ctx0" brushRef="#br0" timeOffset="131490.17">27613 929 2644 0,'0'0'41'0,"0"0"49"0,-10-3 41 0,10 3 34 0,0 0 27 0,-9-3 31 0,9 3 16 0,0 0 14 16,0 0-2-16,-9-4-18 15,9 4-26-15,0 0-19 0,0 0-18 0,0 0-18 0,0 0-22 16,0 0-19-16,0 0-11 15,0 0-7-15,0 0 2 0,0 0 0 0,3 24 12 16,1-7 18-16,3 4 25 0,1 14 23 16,0 0 12-16,1 1 9 0,-1-1-12 15,2 2-15-15,1-2-16 0,-4-3-15 0,4 0-11 16,-2-3-14-16,-4-4-9 0,1-5-10 16,-1-1-10-16,2-6-6 0,-3 1-8 15,-3-2-6-15,5-3-2 0,-4-1-20 16,0-1-40-16,-2-7 0 0,0 12 0 0,0-4 0 15,0-8 0-15,-10 10 0 0,3-3 0 16,-5-1 0-16,-3 2 0 0,1 2 0 16,0-2 0-16,0 1 0 0,-1-1 0 0,5-2 0 15,1-2 0-15,-1 2 0 0,5-4 0 16,5-2 0-16,-16 5 0 0,16-5 0 16,-5 6 0-16,5-6 0 0,0 0 0 0,0 0 0 15,0 0 0-15,0 0 0 0,59-8 0 16,-36 3 0-16,1 1 0 0,11-2 0 0,-6 0 0 15,-7 0 0-15,3 1 0 0,-6 3 0 16,-2-2 0-16,-2 2 0 0,-2-2 0 16,-1 4 0-16,-1-2 0 0,-11 2 0 0,20-2 0 15,-11 0 0-15,-3 0 0 16,1-2 0-16,1 2 0 0,0-2-352 0,-1 0-265 16,0-3-155-16,4 1-152 0,-4-2 87 15,2 4-758-15,1-4-1035 0</inkml:trace>
  <inkml:trace contextRef="#ctx0" brushRef="#br0" timeOffset="131824.24">28413 674 4592 0,'-9'-18'-6'0,"1"4"60"0,2 5 37 0,3-1 26 0,1 4 14 0,0-1 3 0,2 7-14 16,0 0-5-16,0 0 24 0,-8 23 42 16,7 18-2-16,1 7-1 0,0 15-9 15,-4 9 18-15,9 6 22 0,-5 2-16 0,0 0-18 16,0 2-20-16,0-1-12 0,-1-4-16 16,-1-1-3-16,-3-7-9 0,1-6 2 15,4-5-6-15,-3-13 3 0,-1-3-6 0,0-5-9 16,3-10-79-16,-1-4-20 15,2-6 0-15,-2-3 0 0,2 1 0 0,-2-5 0 16,2 0 0-16,0-3 0 0,0-7 0 16,2 7-12-16,-2-7-283 0,0 0-111 0,0 0-135 15,18-14-163-15,-8 4-182 0,2-2 76 16,0-1-733-16,0-4-987 0</inkml:trace>
  <inkml:trace contextRef="#ctx0" brushRef="#br0" timeOffset="132207.67">28813 1151 4031 0,'0'0'15'0,"-7"-5"56"0,7 5 40 16,0 0 32-16,0 0 37 0,0 0 43 15,-21 27 42-15,13-8 9 0,3 3-2 16,1 2-23-16,-1 10-23 0,2 4-22 0,3-2-18 15,3 0-17-15,2-1-14 0,-1-4-14 16,1-4-12-16,3-8-20 0,2-1-4 16,-1 1-7-16,0-7-11 0,7 0-3 0,-3-5-4 15,3-5-9-15,-2 1-7 16,4-6-7-16,-1 1-5 0,0-7 2 0,0 1 7 16,0-6 5-16,1-8-6 0,-1-6-1 15,-6-1-19-15,-1-6-40 0,-5-4 0 0,-1 0 0 16,-8 10 0-16,4 4 0 0,-3 2 0 15,-5 2 0-15,0 3 0 0,1 7 0 16,-4 3 0-16,-3 0-23 0,-1 4-121 0,-1 4-56 16,3 0-66-16,-4 2-103 0,2 0-95 15,-1 6-128-15,1-2-246 0,3 2 33 0,1-3 75 16,4-1-549-16,1 0-738 0</inkml:trace>
  <inkml:trace contextRef="#ctx0" brushRef="#br0" timeOffset="132557.49">29511 592 3866 0,'-8'-15'154'15,"1"3"33"-15,3 2 16 0,0 3 11 16,0 0 3-16,4 7 16 0,-5-3-8 15,5 3 12-15,-10 21 5 0,5 14 4 0,-4 17 2 16,9 10-2-16,0 8-18 0,-1 3-11 16,1 7 1-16,0 1-19 0,1 2-17 15,6 20-17-15,-3 2-16 0,-1-26-13 16,1-4-13-16,3-9-67 0,-5 0-56 16,0-9 0-16,2-15 0 0,0-5 0 0,-4-8 0 15,2-6 0-15,0-6 0 0,0-1 0 16,-2-3 0-16,2-1 0 0,-2-2 0 0,0-2 0 15,0-1 0-15,0-7-230 0,0 10-257 16,2-6-154-16,-2-4-203 0,0 0-24 16,0 0 92-16,1 5-702 0,-1-5-925 0</inkml:trace>
  <inkml:trace contextRef="#ctx0" brushRef="#br0" timeOffset="132824.16">30031 1231 4413 0,'-20'0'109'0,"4"-2"28"0,3 4 29 0,13-2 40 16,-19 0 47-16,19 0 42 0,-15 0 4 15,15 0-7-15,0 0-21 0,-14 2-6 16,14-2-7-16,0 0-19 0,0 0-23 15,0 0-19-15,19 14-17 0,0-11-20 0,4-1-24 16,6-2-60-16,12 0-73 0,0 0-110 16,0-4-160-16,2-5-160 0,-2 1-145 15,1 0-197-15,-6-1-117 0,1-1 88 0,-5-2-680 16,-10 6-925-16</inkml:trace>
  <inkml:trace contextRef="#ctx0" brushRef="#br0" timeOffset="133272.77">30628 952 3746 0,'0'0'-30'0,"0"-7"127"0,0 7 86 0,0 0 67 16,-4-10 56-16,4 10 27 0,0 0 24 15,-4-9-2-15,4 9-19 0,0 0-30 16,0 0-29-16,0-7-32 0,0 7-31 16,0 0-24-16,0 0-14 0,0 0-4 15,4 28-15-15,2-10-14 0,-5 6 3 0,9 12-12 16,-6 3-36-16,0-1-98 0,0 2 0 15,-1-1 0-15,1-2 0 0,2 0 0 0,-4-7 0 16,-1-3 0-16,1-5 0 0,0-5 0 16,1 0 0-16,-1 0 0 0,-2-5 0 15,0-4 0-15,2 1 0 0,-4-1 0 16,2-8 0-16,0 14 0 0,-2-6 0 0,2-8 0 16,-8 8 0-16,2-1 0 0,-5-2 0 15,-1 2 0-15,3-1 0 0,-1 0 0 16,2 0 0-16,3-1 0 0,5-5 0 0,-12 6 0 15,12-6 0-15,-5 6 0 0,5-6 0 16,-2 6 0-16,2-6 0 0,0 0 0 16,13 6 0-16,-13-6 0 0,25-2 0 0,-12 2 0 15,4-4 0-15,0 1 0 0,2 0 0 16,-1 1 0-16,0-4 0 0,-4 4 0 0,-3 0 0 16,3 0 0-16,-3-1 0 0,-1 3 0 15,-10 0 0-15,17 0 0 0,-17 0-646 16,0 0-325-16,6 5 35 0,-6-5 105 0,-13 22-804 15,-1-7-1073-15</inkml:trace>
  <inkml:trace contextRef="#ctx0" brushRef="#br0" timeOffset="134372.81">30006 1229 4320 0,'-6'6'-116'0,"6"4"64"0,-1-3 59 0,1-7 44 0,0 12 50 0,0-12 42 15,0 10 39-15,0-10 20 0,0 0 20 16,0 9 2-16,0-9-9 0,0 0-1 0,0 0-14 16,7 4 2-16,-7-4-11 0,0 0-13 15,0 0-26-15,0 0-3 0,27-15-19 0,-21 10-7 16,2-4-15-16,-5 3-7 0,1-1-12 16,0-3-9-16,-2 4-4 0,-2 6-19 15,1-15-8-15,-1 10-8 0,0 5-8 0,0-11-16 16,0 11 11-16,4-9-6 15,-4 9-3-15,0 0-10 0,0-12 3 0,0 12-5 16,0 0-2-16,0-8 4 0,0 8-6 16,0 0 0-16,0 0 1 0,0 0 9 15,0 0 22-15,0 0 16 0,0 0 35 0,-2 27 18 16,0-13-12-16,1 3-92 0,-1 1 0 16,2 1 0-16,-2 8 0 0,2-3 0 0,2 0 0 15,-2 0 0-15,0 1 0 0,0-6 0 16,0 0 0-16,2-1 0 0,-1-5 0 15,-1-1 0-15,0 0 0 0,4-1 0 0,-4-1 0 16,0-6 0-16,0-4 0 0,3 13 0 16,-3-13 0-16,2 8 0 0,-2-8 0 15,0 0 0-15,0 0 0 0,4-31 0 0,-3 6 0 16,7-16 0-16,-1-13 0 0,0 1 0 16,-2 9 0-16,1 3 0 0,-3-1 0 15,-1 9 0-15,2 5 0 0,-4 8 0 16,0 2 0-16,0 4 0 0,0 4 0 0,0-2 0 15,2 3 0-15,-4 1 0 0,2-1 0 16,2 1 0-16,-2 8 0 0,0-11 0 16,0 11 0-16,2-8 0 0,-2 8 0 0,0 0 0 15,0 0 0-15,0 0 0 0,1 31 0 16,-1-11 0-16,0 6 0 0,0 13 0 0,0 1 0 16,4 2 0-16,-4-1 0 0,3-3 0 15,-1 2 0-15,0-4 0 0,-1-2 0 16,1-7 0-16,2-1 0 0,-2-9 0 0,0 1 0 15,0-1 0-15,-1-3 0 16,-1-5 0-16,0 3 0 0,2-4 0 0,0-1 0 16,0-1 0-16,-2-6 0 0,2 11 0 15,-2-11 0-15,0 9 0 0,0-9 0 0,2 7 0 16,-2-7 0-16,0 0 0 0,1 5 0 16,-1-5 0-16,0 0 0 0,0 0-923 15,0 0-67-15,-22-16 92 0,22 16-932 16,-23 2-1256-16</inkml:trace>
  <inkml:trace contextRef="#ctx0" brushRef="#br0" timeOffset="135306.79">27162 1895 4932 0,'-29'6'-125'0,"2"1"34"0,-3 2 19 0,3 0 41 0,6-5 45 0,4 1 58 16,-1 1 42-16,7-1 33 0,-1-2 8 0,7-1-5 15,5-2-19-15,-9 8 2 0,9-8 16 16,0 0-6-16,32 0-14 0,-4 0-14 0,21-8-9 16,13-2-14-16,3-1-14 0,-4-1 5 15,0 2-16-15,-18 3-7 0,2 1 0 16,-9-3-13-16,-8 6-7 0,-6-3-3 0,-6 3 2 16,0 1-6-16,-5 0-4 0,-2-1 0 15,-9 3-7-15,20-3-1 0,-20 3-17 0,13 0-12 16,-13 0-37-16,0 0-44 0,12-2-56 15,-12 2-82-15,0 0-91 0,0 0-117 16,0 0-162-16,7 7-173 0,-7-7 77 16,0 0-526-16,13 3-683 0</inkml:trace>
  <inkml:trace contextRef="#ctx0" brushRef="#br0" timeOffset="135790.8">28824 1899 3685 0,'-22'2'131'0,"8"0"4"0,1 1 19 0,6-1 40 0,7-2 45 0,-16 0 41 16,16 0 11-16,0 0-17 0,-13 2-21 0,13-2-31 16,0 0-23-16,0 0-14 0,0 0-21 15,0 0-11-15,0 0-12 0,46 0-17 16,-27-2-18-16,2 0-9 0,2 1-14 0,-2-1-12 16,0 2-16-16,-3-2-24 0,-2 2-18 15,-1 0-36-15,-1-2-31 0,-3 2-39 0,-11 0-51 16,18 0-69-16,-18 0-87 0,12 2-88 15,-12-2-107-15,12 0-173 16,-12 0-93-16,12 2 76 0,-12-2-491 0,0 0-640 16</inkml:trace>
  <inkml:trace contextRef="#ctx0" brushRef="#br0" timeOffset="136073.06">30081 2017 3731 0,'-9'6'323'0,"0"-2"-4"0,9-4-25 16,-5 4-21-16,5-4-12 0,0 0 9 15,0 0 13-15,0 0 15 0,0 0-13 0,0 0-26 16,28 3-26-16,-6-3-24 0,4-3-23 15,12 3-55-15,4-2-59 0,-12 0-69 16,1 0-96-16,-4 0-110 0,-6 2-124 0,2 0-106 16,-6 4-126-16,-2 0-212 0,-4-1 0 15,-3 5 84-15,-5-4-533 0,-3-4-682 0</inkml:trace>
  <inkml:trace contextRef="#ctx0" brushRef="#br0" timeOffset="139238.8">22862 2818 2893 0,'-9'12'298'0,"1"0"-48"0,0-7-42 0,2 1-15 0,5 0-17 0,1-6-18 0,0 0-7 0,0 0-5 15,0 0 5-15,25-17-6 0,0-1-13 16,11-8-14-16,7-5-11 0,1 1-14 16,5-3-7-16,-1 4-34 0,0 2-29 0,-4 2-24 15,-10 9-34-15,-5 5-29 0,-8 5-3 16,-6 8-10-16,-7 6 11 0,-6 3 2 0,-11 20 10 16,-13 16 8-16,-10 2 3 15,-20 11 8-15,-3 1 21 0,-3-6 35 0,15-11 30 16,2-10 26-16,9-2 31 0,10-9 6 15,4-8 17-15,7-6 20 0,3-2 7 0,2-6-11 16,6-1-19-16,0 0-15 0,0 0-12 16,38-36-13-16,-1 12-5 0,5-3-11 15,1-1-38-15,3 3-48 0,-2-1-70 0,-2 3-79 16,-6 4-95-16,-1 4-106 0,-3-2-118 16,0 2-136-16,-1-2-90 0,-3 3 67 0,1 0-400 15,-8 4-513-15</inkml:trace>
  <inkml:trace contextRef="#ctx0" brushRef="#br0" timeOffset="144138.09">12313 12944 2826 0,'0'0'268'0,"0"0"-114"0,-7-5-66 0,7 5-29 0,0 0 11 15,0 0 14-15,0 0 29 0,0 0 3 0,7 29 15 16,-4-14 0-16,5 0-2 0,-3 3-8 16,3-3-8-16,2 0-6 0,1 2-8 0,-2-5-3 15,1 2-2-15,1-7 4 16,3 1 12-16,1-6 10 0,4-4 7 0,10-8 3 0,3-9-9 16,8-10-4-16,2-8-7 15,0-6-12-15,2-5-12 0,5-13-10 0,0 0 3 16,-10 13-18-16,-5 2-6 0,-1 7 1 15,-8 4-9-15,-7 10 8 0,0 2-19 0,-5 7-4 16,-5 5 0-16,-1 1 5 0,-1 2-7 16,-1 0-1-16,-1 2-2 0,3 3-2 15,-7 3-6-15,5-10-3 0,-5 10-13 0,6-7-26 16,-6 7-21-16,3-3-35 0,-3 3-41 16,0 0-54-16,0 0-68 0,0 0-78 15,0 0-84-15,6 20-110 0,-6-15-177 0,-2 5 47 16,0-4 78-16,0 2-390 0,2-8-434 15</inkml:trace>
  <inkml:trace contextRef="#ctx0" brushRef="#br0" timeOffset="144521.58">13012 13346 2725 0,'-8'14'200'0,"-4"-2"9"0,5 0-15 0,3-5-15 16,1 1 10-16,-2-3 9 0,1-3 5 15,4-2 5-15,-3 10-5 0,3-10-14 0,0 0-15 16,0 0-2-16,0 0-10 0,0 0-4 16,0 0-9-16,38-21-20 0,-14-5-12 0,11-9-5 15,2-7-12-15,-3-4-13 0,2-3-7 16,-2 2-8-16,0 1-11 0,-3 4-5 15,-3 3-2-15,-8 9 1 0,-4 3-3 16,-2 8-12-16,-5 4 10 0,1 3 0 0,-5 1 17 16,2 3 19-16,-2 0 12 0,-1 1 3 0,1 0-1 15,-5 7-9-15,6-11-8 16,-1 7-13-16,-5 4-5 0,3-7-9 0,-3 7-13 16,4-10-41-16,-4 10-36 0,0-6-34 15,0 6-47-15,0 0-59 0,-2-7-67 0,2 7-102 16,0 0-129-16,0 0-173 0,0 0-124 15,0 0 72-15,0 0-640 0,0 0-793 0</inkml:trace>
  <inkml:trace contextRef="#ctx0" brushRef="#br0" timeOffset="145937.99">14681 14221 3934 0,'0'0'25'0,"-6"-9"15"0,6 9 9 0,-6-4 16 0,6 4 32 0,-2-6 11 15,2 6 10-15,0 0 10 0,0 0 29 0,0 0 22 16,0 0 6-16,33 10 14 0,-5 9 8 16,7 14 2-16,2 10 12 0,0 9 2 0,5 14-3 15,2 3-4-15,-11-14 6 0,-3-3-1 16,1 0-8-16,-3-7 1 0,1-4-1 15,-9-12 2-15,3-3-3 0,0-4-111 16,-4-9-101-16,-2-1 0 0,3-4 0 16,-2-4 0-16,4-4 0 0,-3-2 0 0,7-4 0 15,6-4 0-15,1-2 0 0,0-2 0 16,-3 0 0-16,-1-1 0 0,-9 3 0 0,0 2 0 16,-6 3 0-16,0 0 0 0,-3 2 0 15,1 0 0-15,-2 0 0 0,-5 1 0 0,3 1 0 16,-2 0 0-16,-6 3 0 0,7-6 0 15,-7 6 0-15,10-2 0 0,-10 2 0 0,0 0 0 16,7-4-455-16,-7 4-258 16,0 0-190-16,0 0 40 0,0 0 85 0,0 0-745 0,0 0-969 15</inkml:trace>
  <inkml:trace contextRef="#ctx0" brushRef="#br0" timeOffset="146271.59">15370 14118 4593 0,'-3'-9'155'0,"-1"5"6"16,4 4-3-16,-4-9 0 0,4 9-9 15,0 0-9-15,0 0 17 0,0 0 62 0,0 0 13 16,23 13-1-16,-2 10-16 0,4 1-18 16,5 14-11-16,1 3-5 0,-3 5 2 15,1 2-2-15,0 0 0 0,-3-5 0 16,1 0-7-16,-5-14-15 0,0-4-159 0,-1-1 0 15,2-7 0-15,-3-7 0 0,2-6 0 16,-5-1 0-16,2-8 0 0,9-7 0 0,-1-5 0 16,-4-5 0-16,2-3 0 0,-5 1 0 15,2-2 0-15,-3 0 0 0,-4 2 0 0,-1 7 0 16,-7 2 0-16,0 3 0 0,1 4 0 16,-3-1 0-16,-2 2 0 0,-1-1 0 0,0 4-69 15,-2 4-446-15,-2-9-101 0,2 9-134 16,-8-4-103-16,8 4 74 0,0 0-789 15,-21 8-1009-15</inkml:trace>
  <inkml:trace contextRef="#ctx0" brushRef="#br0" timeOffset="146703.02">14576 14543 4493 0,'-6'71'-93'0,"12"-2"25"0,10 28 63 16,12 5 56-16,14 4 34 0,11 1 25 16,8-1 14-16,6-2 8 0,13-9-5 15,3-12-12-15,11-14-8 0,0-13-9 0,3-12-11 16,0-17-6-16,-13-17-6 0,-1-13-8 15,21-17-8-15,-9-15-2 0,-6-13-13 0,-4-7-15 16,-8-12-15-16,-6-5-8 0,-10-12-11 16,-4-5-8-16,-11-3-5 0,-8-7-9 0,-12 0-8 15,-12-4-1-15,-14 19 1 0,-10-19 11 16,-13 4 16-16,-7 1 17 0,-12 2 17 0,-12 3 10 16,-14 2-1-16,-12 8-7 15,-12 4 0-15,-8 5-5 0,-17 5-7 0,-3 9-1 16,2 12 2-16,0 16-10 0,9 19 2 15,27 16-10-15,-13 19-7 0,11 16-18 16,12 16-18-16,7 15-31 0,14 8-43 0,3 4-67 16,10 1-74-16,11 0-74 0,8-16-111 15,4-1-166-15,4-9-20 0,-1-4 65 0,0-13-301 16,5-5-349-16</inkml:trace>
  <inkml:trace contextRef="#ctx0" brushRef="#br0" timeOffset="152770.71">19315 1142 2277 0,'0'0'-36'0,"0"0"49"0,0 0 33 0,0 0 29 0,0 0 32 0,0 0 42 0,0 0 30 0,0 0 28 0,0 0 20 0,0 0 16 0,0 0-2 0,0 0 5 0,0 0-8 0,0 0-10 0,16-18-11 16,-16 18-21-16,0 0-17 0,0 0-26 15,0 0-18-15,0 0-1 0,0 0-2 0,-6 36-5 0,3-12-10 16,-4 13-2-16,2 2 4 15,-3 2-1-15,5 0-2 0,-3 2-6 0,1 0 20 16,4-2-3-16,-1-4-15 0,2-8-6 16,0-6-17-16,-2-4-2 0,2-3-11 15,0-4-6-15,0 1-11 0,2-3 1 0,-2-1-9 16,0-2-14-16,0-7-29 0,-2 12-32 16,2-12-54-16,0 0-93 0,-2 5-89 15,2-5-77-15,0 0-73 0,0 0-65 0,-4-22-100 16,3 8-192-16,2-5 42 0,1-3-499 15,6-2-686-15</inkml:trace>
  <inkml:trace contextRef="#ctx0" brushRef="#br0" timeOffset="153004.55">19401 1151 3191 0,'-3'-3'-16'16,"-3"-3"59"-16,6 6 59 0,-7-11 43 0,7 11 39 15,-9-5 17-15,9 5 1 0,0 0-17 16,-5-5-22-16,5 5-15 0,0 0 26 15,0 0-15-15,9 25-10 0,1-11-21 0,7 10-13 16,0 2-8-16,6-1-14 0,1 2-6 16,7 4-6-16,-6-6-5 0,7 6-12 15,-3-9-6-15,-2 0-4 0,-4-1-7 16,2-4-24-16,-7 0-27 0,0-6-43 16,-7-3-48-16,1 0-65 0,-5 0-47 0,2-2-38 15,-1-1-44-15,-8-5-75 0,8-2-119 16,-8 2-178-16,0 0 30 0,-4-17-314 15,4 5-423-15</inkml:trace>
  <inkml:trace contextRef="#ctx0" brushRef="#br0" timeOffset="153221">19500 1409 2766 0,'-17'8'96'0,"4"-4"43"0,1-1 37 0,3 3 32 15,9-6 25-15,-12 4 8 0,12-4 2 0,-5 4-17 16,5-4-27-16,0 0-20 0,0 0-14 15,0 0-14-15,0 0-11 0,0 0-14 16,0 0-18-16,0 0-11 0,34 2-45 16,-18-8-68-16,4 0-79 0,-3 0-98 0,-1 3-86 15,1 3-76-15,-3-2-111 0,-3 4-169 16,-4 1-3-16,0 5-338 0,-5 4-452 16</inkml:trace>
  <inkml:trace contextRef="#ctx0" brushRef="#br0" timeOffset="154486">15672 4226 2464 0,'-6'-2'-81'0,"6"2"33"0,0 0 34 0,-11-8 30 0,11 8 27 0,-5-9 22 16,5 9 17-16,-7-7 24 0,7 7 12 0,-6-5 5 16,6 5-6-16,-3-8-6 0,3 8-9 15,0 0-21-15,-6-5-3 0,6 5-4 0,0 0 25 16,0 0 15-16,13 25 4 0,-3-7 9 16,5 12-6-16,3 1 2 0,-2 13 6 15,4-3-2-15,-2 1-8 0,2-1-10 0,-7-6-8 16,2-3-6-16,3 2-13 0,-3-5-7 15,-2-4-4-15,-2-4-7 0,-1-6-7 0,-3-1-5 16,1-2-7-16,-2-2-1 0,-1-2-2 16,-1-1-3-16,2-1-3 0,-6-6-24 0,0 0-43 15,0 0-47-15,0 0-64 16,0 0-68-16,4-19-70 0,-8 3-94 0,0-1-113 16,-2-3-155-16,3-1 45 0,-5-2-286 15,5 0-367-15</inkml:trace>
  <inkml:trace contextRef="#ctx0" brushRef="#br0" timeOffset="155002.33">15847 4175 2578 0,'0'0'74'0,"-28"8"24"0,28-8 19 0,0 0 40 16,-15-1 21-16,15 1 12 15,-10-7-12-15,6 0-18 0,0-3-11 0,4-2-15 16,2-5-17-16,4-4-11 0,7-10-15 15,0 2-10-15,3 0-7 0,4 2-6 0,0 1-8 16,1 2-8-16,-1 6-7 0,3-2-4 16,-7 7-3-16,-1 2-6 0,-3 2-3 0,-1 6-3 15,-2-1 0-15,2 3-1 0,-11 1 7 16,16 5 3-16,-7 2 13 0,0 2 11 16,-6 2 7-16,-1 6 0 0,-2 2 3 0,-2 7-1 15,1 9 9-15,-5-2 7 0,-1 2 1 16,0-4-3-16,3-8-5 0,1-3-9 0,1-6-5 15,0-2-9-15,2-2-2 16,0-3-4-16,4-1 4 0,-1 2 10 0,-3-8 9 16,15 6-9-16,-3-4 0 0,1-2-9 15,1 0 1-15,-14 0-8 0,29 0 1 0,-16 1-6 16,0 1-1-16,-1 0-4 0,-1 1 7 16,1 1 2-16,-5 3 17 0,0 0 29 15,3 4 8-15,-4 6 6 0,-2 0 7 0,-1 5 0 16,-4 3-8-16,-3 10-7 0,-4 2-11 15,-2 1-2-15,-1-2-8 0,-3-2-9 0,3-3-7 16,0-4-5-16,1-6-4 0,6-5-2 16,-3-5-7-16,3-1-2 0,-1-2-12 0,-2-4-28 15,4 1-32-15,-5-4-75 16,8-1-73-16,-13 4-73 0,13-4-78 0,0 0-82 16,-14-4-92-16,14 4-108 0,-5-6-161 15,5 6-2-15,-2-9 94 0,2 9-517 16,4-15-663-16</inkml:trace>
  <inkml:trace contextRef="#ctx0" brushRef="#br0" timeOffset="163767.56">26367 4737 3062 0,'13'0'-107'0,"-13"0"43"0,0 0 34 0,0 0 23 0,0 0 31 15,0 0 25-15,0 0 29 0,0 0 30 0,0 0 16 16,0 0 4-16,0 0 14 0,0 0 0 15,0 0 3-15,0 0 4 0,0 0 0 0,0 0 1 16,0 0 2-16,7-5-3 0,-7 5-5 16,0 0-4-16,0 0-7 0,0 0-10 0,0 0-13 15,0 0-12-15,0 0-7 0,0 0-8 16,0 0-14-16,0 0-2 0,0 0-13 16,0 0-25-16,0 0-32 0,0 0-45 0,0 0-62 15,0 0-105-15,0 0-117 16,0 0-143-16,0 0-198 0,0 0 61 0,-18-7 60 0,18 7-354 15,0 0-388-15</inkml:trace>
  <inkml:trace contextRef="#ctx0" brushRef="#br0" timeOffset="177332">20007 12506 1282 0,'6'-8'246'0,"-6"8"-6"15,3-7-4-15,-3 7 12 0,0 0 6 0,5-8 17 0,-5 8-10 0,0 0-5 0,2-8 17 0,-2 8 19 16,0 0 3-16,0 0 16 0,2-8 26 16,-2 8 12-16,0 0 11 0,0 0-8 0,0 0-2 15,0 0-6-15,0-9-8 0,0 9-8 16,0 0-9-16,0 0-10 0,0 0-27 16,0 0-222-16,0 0-60 0,0 0 0 15,0 0 0-15,0 0 0 0,0 0 0 0,0-8 0 16,0 8 0-16,0 0 0 0,0 0 0 15,0 0 0-15,0 0 0 0,0 0 0 16,0 0 0-16,0 0 0 0,7 27 0 0,-1-12 0 16,-3 1 0-16,5 3 0 0,-2 1 0 15,2 1 0-15,-3 2 0 0,4-3 0 0,-2 1 0 16,-2-2 0-16,-1-2 0 0,2-2 0 16,-3-1 0-16,1-2 0 0,0-2 0 0,-1 0 0 15,-2-3 0-15,1 3 0 0,2-4 0 16,-4-6 0-16,4 11 0 0,-2-7 0 0,-2-4 0 15,1 8 0-15,-1-8 0 0,0 0 0 16,0 6 0-16,0-6 0 0,0 0 0 16,0 0 0-16,0 0 0 0,0 0 0 15,0 0 0-15,-13-21 0 0,12 13-1001 0,-2-1 29 16,3-5 106-16,0 1-954 0,0-1-1248 16</inkml:trace>
  <inkml:trace contextRef="#ctx0" brushRef="#br0" timeOffset="177981.65">20147 12187 4561 0,'-7'-10'-238'0,"2"2"56"0,-3 1 47 0,5 2 43 0,-5-1 41 0,2 2 38 16,-2-3 26-16,8 7 23 0,-11-6 8 15,4 3 11-15,7 3 8 0,-18-3 16 0,18 3 13 16,-21 0 9-16,6 1 11 0,0 3 11 16,-4 1 9-16,0 3 9 0,-10 3 2 15,0 1 12-15,-3 1-5 0,2 3 6 0,1 1 4 16,0 5-1-16,1-1 1 0,-8 10 1 15,5 0-1-15,4 3 3 0,2 4 3 16,5 1-3-16,3 2-4 0,6-3 3 0,-2 2-2 16,6 1-2-16,3 2-1 0,4 1-10 15,2 2-12-15,6 9-9 0,2 1-7 0,3-2-8 16,4-3-91-16,5-1-20 0,3-6 0 16,6-1 0-16,-1-4 0 0,5-8 0 0,3-2 0 15,2-4 0-15,5-4 0 0,-6-9 0 16,5-4 0-16,0-4 0 0,3-4 0 15,-1-4 0-15,1-4 0 0,5-3 0 16,0-4 0-16,-5-4 0 0,-3 0 0 0,0-6 0 16,-6-2 0-16,-1-4 0 0,-7-1 0 15,-2-2 0-15,0-2 0 0,-5 0 0 0,2-4 0 16,-3 1 0-16,-9 4 0 0,-4-4 0 16,-1-2 0-16,-2-2 0 0,-4-1 0 0,-6-2 0 15,-2-8 0-15,-8 4 0 0,0 1 0 16,-8 2 0-16,-6 5 0 0,-5 1 0 0,-6 5 0 15,-7 6 0-15,-3 7 0 0,-7 3 0 16,1 11 0-16,3 6 0 0,0 7 0 16,-11 7 0-16,-1 6 0 0,3 1 0 15,2 7 0-15,1 2 0 0,9 1 0 0,3 0 0 16,3 1 0-16,7 0-602 0,5-6-107 16,6-4-174-16,10-4 36 0,4-1 87 15,1-3-733-15,9-2-940 0</inkml:trace>
  <inkml:trace contextRef="#ctx0" brushRef="#br0" timeOffset="185646.17">21263 12574 898 0,'0'0'395'0,"4"-8"-119"0,-4 8-61 0,0 0-18 0,6-6 2 0,-6 6 4 0,0 0-8 16,4-7-10-16,-4 7 5 0,0 0-6 15,0 0-11-15,0 0-8 0,0 0-5 0,0 0-2 16,0 0-4-16,0 0-3 0,0 0-6 15,0-8-6-15,0 8-5 0,0 0-4 0,0 0-2 16,0 0-5-16,0 0-5 16,0 0-1-16,0 0-8 0,0 0 2 0,0 0-10 15,0 0-2-15,0 0-6 0,0 0-8 16,0 0-4-16,0 0-14 0,0 0-8 0,0 0-11 16,0 0-2-16,0 0-5 0,0 0-5 15,0 0 0-15,-10 34 3 0,10-17 1 0,-4 4 1 16,2 2 20-16,2 0-12 0,-4 2 6 15,2-1-13-15,1 0-1 0,-1 0-2 16,0-1-7-16,-2-2 4 0,4-3-8 0,-2-1 0 16,0 1 1-16,1-5-5 0,-1-1-1 15,0-1 0-15,0 1 1 0,-1-2-6 16,1-2-1-16,2 1-3 0,-1-2 1 16,1-7-5-16,-2 12-10 0,0-7-24 0,2-5-34 15,-4 8-42-15,4-8-82 0,0 0-99 16,0 0-90-16,0 0-101 0,0 0-170 0,0 0-94 15,0 0 79-15,-2-22-482 0,2 22-607 16</inkml:trace>
  <inkml:trace contextRef="#ctx0" brushRef="#br0" timeOffset="185963.42">21219 12504 3023 0,'-13'-6'25'0,"0"0"27"0,1 3 21 0,-1 0 25 0,0 2 43 0,-1-1 36 0,3-2 27 16,11 4 13-16,-22-3-10 0,22 3-13 16,-11-1-21-16,11 1-16 0,-11-3-11 0,11 3 20 15,0 0 8-15,0 0-13 0,0 0-8 16,38-3-24-16,-9 1-10 0,12-2-10 0,2 1-16 15,-2 0-25-15,8-1-49 0,-10 1-44 16,-6 1-53-16,-7 0-49 0,-3 2-68 0,-2 0-59 16,-4 2-43-16,0 1-43 15,-7 3-60-15,-1 2-104 0,-5 4-134 0,-4 2 55 16,-4 3-314-16,1 5-379 0</inkml:trace>
  <inkml:trace contextRef="#ctx0" brushRef="#br0" timeOffset="186263.15">21153 13104 2754 0,'-18'4'135'0,"7"0"10"0,4 0 15 0,-2-2 42 16,9-2 44-16,-12 4 32 15,12-4 4-15,-10 4-11 0,10-4-23 0,0 0-18 16,0 0-21-16,-10 3-21 0,10-3-14 15,0 0-15-15,0 0-19 0,0 0-15 16,57-3-10-16,-21-2-11 0,5 0-13 0,1-3-9 16,-3 1-21-16,0 0-20 0,1 2-19 15,-4 0-9-15,-9 0-14 0,-8 1-5 0,-2 4-6 16,-3-4-2-16,-3 2-1 0,-11 2-12 16,17-4-9-16,-17 4-26 0,11-2-42 0,-11 2-57 15,0 0-73-15,0 0-83 0,0 0-98 16,0 0-155-16,0 0-139 0,0 0 79 0,0 0-446 15,-30-3-546-15</inkml:trace>
  <inkml:trace contextRef="#ctx0" brushRef="#br0" timeOffset="189332.24">22016 12407 2773 0,'2'-10'-30'0,"-2"3"42"0,0 7 33 0,1-10 27 0,-1 6 25 0,0 4 40 0,2-12 29 16,-2 5 14-16,0 7 6 0,0-10-7 0,3 5-6 15,-3 5-7-15,0 0-3 0,-3-14-12 16,3 14-10-16,0-6-16 0,0 6-12 16,3-5-15-16,-3 5-12 0,0 0-6 15,0 0-12-15,0 0-5 0,0 0 4 0,2 34 8 16,0-12-3-16,0 12-1 0,-1 5 13 16,3 2-1-16,0 5-7 0,-1-3-9 0,-3 3-7 15,4-2-1-15,0-1-8 0,1-4-1 16,-4 0-8-16,1-4-3 0,2-6 0 0,-2-4 14 15,0-5-7-15,-1-1-6 0,-1-4-4 16,0-1-3-16,0-4 4 0,2 0-4 16,-2-1 0-16,0-2 6 0,0-7-3 0,2 7-5 15,-2-7 1-15,0 0-7 16,0 0-4-16,0 0 3 0,0 0-7 0,-2-31-5 0,0 19 0 16,1-4-4-16,-3 1 4 15,-2-2-2-15,0-3-5 0,-3 3-3 0,-1 3-3 16,-2-2-4-16,-2 5 4 0,-2-3 2 15,-1 8-8-15,0 0 1 0,-2 6 3 0,0 2 2 16,-4 4-5-16,-10 6-1 0,5 1 7 16,1 7-5-16,5-1 0 0,2 6 8 0,3 3 13 15,6-3 5-15,3-1 23 0,7-3 20 16,1-3 20-16,1 2 17 0,7-2 9 0,3 1 1 16,12 0 3-16,4-6-12 0,3-1-6 15,4-2-12-15,-3-8-7 0,-2 2-8 16,-3-4-4-16,-3 0-5 0,1 0-7 15,-4-4-1-15,-3 4-9 0,2 0-27 0,-3-4-39 16,-4 0-45-16,1 0-69 0,-4 2-83 16,-2-1-92-16,3 2-122 0,-10 1-134 0,10-6-182 15,-10 6-74-15,7-7 91 0,-3 1-643 16,1 0-830-16</inkml:trace>
  <inkml:trace contextRef="#ctx0" brushRef="#br0" timeOffset="190045.45">22365 12911 3938 0,'0'0'71'0,"0"0"14"0,0 0 23 0,0 0 33 0,0 0 27 0,0 0 9 0,0 0-6 0,0 0-17 16,23-6-18-16,-12 2-8 0,2-1-10 0,3-2-15 15,-3 0-8-15,2 1-8 0,-4 0-15 16,3-2 2-16,-3 1-10 0,-1-1-5 15,0 0-7-15,-5 2 0 0,1-3-8 0,-4-1-3 16,0 0-2-16,-4 2-3 0,-2 1 2 16,0-3-7-16,-3 2 1 0,-3 2-3 0,-1 3-1 15,-3 3-2-15,14 0 0 0,-34 5 16 16,13 3 3-16,-5 6-1 0,2 1 4 0,1 5 13 16,9-3-16-16,2-1 4 15,2 1 17-15,5-2-7 0,-1 1-5 0,4 1-7 16,4-5 1-16,2 1-6 0,1 1 2 15,7 1-5-15,1-4-6 0,6-1 0 0,2-2-11 16,0-6-22-16,0-2-9 0,-2-2-1 16,2-1-10-16,3-2-3 0,-2-4-10 0,-5 1 5 15,4-3-3-15,-6 0 5 0,3-3 5 16,-5 0 3-16,0 2 0 0,-3-1 9 0,-1 1 8 16,-2 5 11-16,2 0 6 0,-4-2 2 15,1 3-7-15,-1 4-4 0,-5 2 0 16,0 0 24-16,14-3 2 0,-14 3 10 0,0 0-5 15,19 13 7-15,-14-5 18 16,5 3-6-16,-4 1-1 0,1 2-2 0,1-3-3 16,-2 3-3-16,0-2-3 0,-3-2 1 15,3-1-7-15,-2 0-3 0,-1-3 0 0,-1-1-1 16,3 2 3-16,-5-7 10 0,5 9 18 16,-5-9 0-16,0 0-6 0,0 0-5 0,0 0-19 15,19-22-36-15,-11 3 0 0,1 0 0 16,1 0 0-16,2 2 0 0,-3 1 0 0,-4 3 0 15,5 3 0-15,-4 0 0 0,2 4 0 16,-1 3 0-16,0 1 0 0,-7 2 0 0,18 0 0 16,-18 0 0-16,19 11 0 15,-8-3 0-15,-1 2 0 0,2 5 0 0,-1-1 0 16,-4 0 0-16,1 0 0 0,2-2 0 16,-5 0 0-16,3 0 0 0,-5-4 0 0,4 1 0 15,-4-4 0-15,3 2 0 0,-2-2-11 16,-4-5-165-16,5 7-85 0,-5-7-101 0,8 1-108 15,-8-1-103-15,0 0-156 0,0 0-83 16,2-13 82-16,-2 13-653 0,0-12-837 0</inkml:trace>
  <inkml:trace contextRef="#ctx0" brushRef="#br0" timeOffset="190762.95">23144 12462 3871 0,'-8'-16'0'0,"3"-1"60"0,-1 4 39 0,4 2 56 0,-3 3 39 16,0 1 7-16,3 2-19 0,2 5-21 15,0 0 7-15,0 0 32 0,0 0 3 16,12 51-7-16,-1-11-4 0,-1 7-13 0,4 6 3 15,-2 1-11-15,2 3-14 0,-3-1-18 16,0 1-16-16,2 0-9 0,-6-3-11 0,-2-1-8 16,-1-12-15-16,1 0-6 15,-3-6-4-15,0-10-13 0,-1-2-1 0,-1-5-23 16,0-6-27-16,0 1-23 0,0-5-25 16,0 0-62-16,2-5-49 0,-2-3-41 0,0 0-21 15,0 0-13-15,0 0 4 0,4-34 7 16,-6 7 14-16,-2 3 23 0,-1-13 10 0,-5 2 19 15,0 3 13-15,-4 5 23 0,2 3 40 16,1 7 38-16,-2 3 35 0,4 3 29 0,-2 3 29 16,5 0 18-16,-4 3 13 0,5-3 7 15,-1 4 14-15,3-2 6 0,-4 0-2 0,7 6 1 16,0 0 9-16,0 0 0 0,9-9-19 16,2 9-3-16,3-2-11 0,6 0-7 15,3-2-11-15,4 0-7 0,9-2-8 16,-8 4-9-16,-1 0-4 0,-4-2-3 0,-2 4-7 15,-6-2-2-15,0 4-3 0,3 3-4 16,-5-2-6-16,0 3 9 0,-2 2 5 0,3 0 5 16,-3 3-6-16,1 1-2 0,-2 2-8 15,1 1 4-15,-2-1-5 0,-1 5-1 16,0-7-7-16,-3 3 2 0,1-1-4 0,-3-1-29 16,1-2-46-16,3-1-51 0,-4 2-63 15,-1-3-81-15,2-1-81 0,0-1-86 0,-3-4-140 16,-1-3-197-16,0 0 60 0,0 0 84 15,0 0-444-15,0 0-537 0</inkml:trace>
  <inkml:trace contextRef="#ctx0" brushRef="#br0" timeOffset="190912.74">23520 12798 2840 0,'-8'-14'79'0,"4"2"60"0,-2 0 43 0,2 2 29 0,1 1 21 0,-3 1 10 15,4-1-9-15,1 2-25 0,-3 1-26 0,1 0-38 16,3 6-66-16,-4-8-88 0,4 8-92 15,0 0-114-15,0 0-156 0,0 0-270 16,0 0 46-16,0 0 69 0,11 29-257 0,-10-9-273 16</inkml:trace>
  <inkml:trace contextRef="#ctx0" brushRef="#br0" timeOffset="191261.98">23891 12870 2564 0,'0'-11'294'0,"2"5"38"0,-2 0 36 15,0 6 52-15,0-14 18 0,0 14-26 16,0-8-41-16,0 8-45 0,0 0-34 0,0 0-25 16,0 0-30-16,0 0-21 0,14 18-21 15,-9-6-12-15,-1 1-16 0,2 3-11 16,-1 1-22-16,1 2-12 0,-5-5-11 0,4 3-11 16,-1-2-9-16,0-3-11 0,-3 0-5 15,-1-2-2-15,2-3 13 0,-2 0-5 0,0-7-81 16,0 9 0-16,0-9 0 15,0 0 0-15,0 0 0 0,0 0 0 0,-17-31 0 16,13 8 0-16,-2-14 0 0,6-7 0 16,0-20 0-16,0-6 0 0,8-4 0 0,-5 3 0 15,10 3 0-15,-4 10 0 0,3 4 0 16,-1 15 0-16,2 8 0 0,4 4 0 0,3 5 0 16,-4 5-122-16,7 11-218 0,-3 2-87 15,-2 6-84-15,4 6-108 0,3 4-217 0,-5 13 46 16,-4 2 99-16,-5 4-620 0,-4 2-769 15</inkml:trace>
  <inkml:trace contextRef="#ctx0" brushRef="#br0" timeOffset="191412.57">24131 12834 3794 0,'-15'11'-19'0,"5"-5"35"0,-1 0 48 0,4-1 48 16,0-3 43-16,7-2 23 0,-5 2 4 15,5-2-17-15,0 0-15 0,0 0-31 16,0 0-51-16,0 0-75 0,0 0-110 0,30-13-155 15,-10 7-205-15,0-4-190 0,1 3 71 16,2 1-373-16,10-4-446 0</inkml:trace>
  <inkml:trace contextRef="#ctx0" brushRef="#br0" timeOffset="191662.33">24783 12654 3018 0,'-19'-5'159'0,"3"2"25"0,2-1 18 15,-2 4 19-15,16 0 5 0,-25 4 7 16,8 4-5-16,0 4-8 0,0 14-18 16,1 1-15-16,4 9-14 0,-2 10-10 0,3 4-19 15,0 2-4-15,-2 3-12 16,2-2-10-16,-1-1-10 0,5-1-14 0,0-10-18 0,-1-2 1 16,1-1-11-16,-1-4-4 15,-2-3-19-15,3-5-37 0,-1-6-38 0,4-3-56 16,-2-2-67-16,-3-3-79 0,-1-4-94 15,3-3-96-15,-5-5-102 0,12 0-136 0,-21-11 4 16,14-1-489-16,-7-15-613 0</inkml:trace>
  <inkml:trace contextRef="#ctx0" brushRef="#br0" timeOffset="191829.05">24339 12968 3039 0,'-5'-22'71'0,"0"4"61"0,1 7 36 16,1-1 39-16,-1 4 26 0,-2 2 14 0,5 1-17 15,1 5-21-15,-6-6-14 0,6 6-14 16,0 0-14-16,0 0-17 0,0 0-13 0,0 0-8 15,6 29-13-15,1-16-13 0,4-1-19 16,1 3-44-16,6 5-57 0,-2-4-72 16,-1-3-102-16,3 1-127 0,-3-3-158 15,0-5-234-15,1-1 53 0,-1 1 83 0,-3 0-381 16,2-4-432-16</inkml:trace>
  <inkml:trace contextRef="#ctx0" brushRef="#br0" timeOffset="192727.88">25412 12512 3070 0,'-11'-18'284'16,"0"7"-2"-16,8 0-27 0,-3 2-19 0,3 3-19 15,3 6-17-15,0 0 58 0,0 0-3 16,0 0 2-16,-4 34-24 0,6 0-22 0,3 5-15 15,4 2-18-15,5 8 0 0,-3 4-5 16,3-2-13-16,-3-1-19 0,0 0-14 0,2-11-11 16,-6-2-13-16,-2 0-4 0,1-4-16 15,-1-9-3-15,-4-6-8 0,1-2-8 16,0-3-4-16,0-1-9 0,0-5 0 16,-4 3-6-16,-2-4-5 0,-1 2-1 0,-4-2-3 15,-2-1-4-15,-4-1-5 0,-6-4-6 16,4 0-16-16,-8-3-7 0,1-1-1 0,-1-4-4 15,-6-2 6-15,8 6 2 0,8-2-7 16,2 1 6-16,3 1-2 0,2-1-3 0,4 0 2 16,4 5 1-16,6-14-5 0,10 3-9 15,10-9-48-15,12-2-39 0,9-3-45 16,3-1-45-16,8-3-43 0,3-2-26 16,13-11-22-16,-5 1 13 0,-16 6 25 15,-6-2 27-15,-4 2 17 0,-5-5 29 0,-8 1 23 16,-5-2 36-16,-10 8 44 0,-5-2 37 0,-2 1 23 15,-8 7 18-15,-4 5 15 0,-3 1 11 16,-7-3 13-16,-4 9 18 0,1 3 22 16,-2 5 22-16,1 3 22 0,-2 4 23 0,1 4 17 15,-2 3 12-15,-3 8 22 0,2 7-1 16,8 6-3-16,0 2-12 0,4 3-7 0,5 1-6 16,3 2-17-16,4 3-13 0,2-4-15 15,3 1-11-15,0 0-11 0,5-2-11 0,-2 1-11 16,-1-4-19-16,-4-6-68 0,2 0 0 15,-2-3 0-15,-3-1 0 0,2-4 0 0,-2-5 0 16,0 1 0-16,-1-2 0 0,1-1 0 16,2-5 0-16,-4-5 0 0,0 0 0 0,16-15 0 15,-5-1 0-15,6-6 0 16,0-1 0-16,-3 8 0 0,-5 3 0 0,-2 4 0 16,0 1 0-16,-2 3 0 0,-5 4 0 15,0 0 0-15,0 0 0 0,22 8 0 0,-17 1 0 16,3 2 0-16,-1 1 0 0,0 0 0 15,2-2 0-15,-2 2 0 0,2-3 0 0,2 3 0 16,1-4 0-16,1-1 0 0,-1-4 0 16,1-3 0-16,5-1 0 0,-3-4 0 0,2-4 0 15,3 0 0-15,-6-3 0 0,6-1 0 16,0-6 0-16,-2 3 0 0,-5 2 0 0,-1 5 0 16,-3-1 0-16,-2 4 0 15,2-1 0-15,-6 2 0 0,3 1 0 0,-6 4 0 16,0 0 0-16,0 0 0 0,0 0 0 15,0 0 0-15,16 10 0 0,-11-4 0 0,-1-2 0 16,3 2 0-16,2 0 0 0,2-4 0 16,0 3 0-16,2-5 0 0,0 2 0 0,4-4 0 15,1 2 0-15,1 0 0 0,-2-5 0 16,2 3 0-16,-2-2 0 0,-2-2-321 0,-4 2-715 16,2 0 116-16,-13 4-1091 0,12 0-1428 15</inkml:trace>
  <inkml:trace contextRef="#ctx0" brushRef="#br0" timeOffset="193313.11">27210 12704 5890 0,'-7'-22'32'0,"2"4"63"0,-1 3 46 0,1 3 36 0,0 3 20 0,3 1 0 0,-2 1-14 0,4 7-6 16,0 0 51-16,0 0 18 0,0 0-9 15,0 41 2-15,4-7-87 0,1 6-152 0,0 1 0 16,-1 6 0-16,1-5 0 0,-1 1 0 15,0 0 0-15,-1-4 0 0,2-3 0 0,-3-9 0 16,0-2 0-16,0-7 0 0,0-3 0 16,-2-3 0-16,0 0 0 0,1-3 0 0,-1 1 0 15,0-4 0-15,0-6 0 0,0 0 0 16,0 0 0-16,0 0 0 0,-1-35 0 0,2-4 0 16,5-15 0-16,7-8 0 15,3-10 0-15,7-25 0 0,3 3 0 0,5 2 0 0,-1 5 0 16,5 12 0-16,-10 22 0 0,-1 6 0 15,-3 6 0-15,-4 12 0 0,-2 5 0 16,1 7 0-16,-5 5 0 0,2 7-39 16,-1 3-484-16,-1 7-81 0,1 3-118 0,-5 4-153 15,3 9 87-15,-9 13-790 0,-1 5-1020 16</inkml:trace>
  <inkml:trace contextRef="#ctx0" brushRef="#br0" timeOffset="193628.81">27113 12998 4692 0,'-18'2'86'0,"0"2"41"16,6-1 65-16,-1-1 102 0,13-2 47 0,0 0-8 15,-16-7-37-15,16 7-29 0,0-12-28 16,7 2-25-16,13-2-25 0,7-5-19 16,18-4-45-16,-2 0-51 0,5 3-58 0,-6 6-43 15,-2 3-32-15,-5-2-10 0,-7 5-4 16,-4 4 1-16,-3 1 7 0,-5 1 8 0,1 3-3 15,-3 2 16-15,-3 1 41 0,-2 0 13 16,-2 3 23-16,-2 0 16 0,-1 2 12 0,-2 1 0 16,-1 0 10-16,5 4-8 0,-4 1-3 15,0 0-11-15,-2-3-4 0,1 3-4 16,-2 0-31-16,1 2-72 0,-2-1-89 16,2 7-84-16,0-2-112 0,-2 4-117 0,0-1-125 15,4 1-182-15,3 4 18 0,4-8 81 0,-2-4-564 16,2-3-699-16</inkml:trace>
  <inkml:trace contextRef="#ctx0" brushRef="#br0" timeOffset="193778.34">27725 12988 3516 0,'-9'-20'236'16,"1"3"26"-16,1 3 39 0,-3-1 21 0,3 2-11 16,-3 1-34-16,7 3-23 0,-4 0-33 15,3 0-70-15,3 3-85 0,-1 0-99 0,2 6-116 16,0 0-120-16,0 0-116 0,0 0-188 15,0 0-131-15,-10 18 82 0,5 2-460 0,-9 9-554 16</inkml:trace>
  <inkml:trace contextRef="#ctx0" brushRef="#br0" timeOffset="194228.06">27817 13153 3418 0,'-2'-10'245'0,"2"10"18"0,0 0 28 0,0 0 39 15,0 0-1-15,0 0-29 0,-6-13-28 16,6 13-29-16,0 0-28 0,0 0-28 16,0 0-19-16,2-6-14 0,-2 6-17 15,0 0-14-15,0 0-26 0,14-2-34 0,-14 2-17 16,0 0-8-16,9-1-6 0,-9 1-11 16,6-3 0-16,-6 3-14 0,3-12-11 0,-1 4-3 15,-2-1 5-15,0-5-10 0,-2-3 6 16,-1 0 1-16,-3-3 4 0,1 3 1 0,-4 0-4 15,4 3 0-15,-1 2 7 0,1 2 6 16,1 1 7-16,0 1-2 0,2 2 4 0,-2 0 2 16,2 1-4-16,2 5 10 15,-2-12 3-15,2 12-5 0,8-8 2 0,3 2 3 16,11-3-4-16,6-3 9 0,5 1-7 16,-7 5-6-16,-2 0-3 0,0 4-5 0,-5 0 1 15,-1 2-2-15,2 2 3 0,-4 3 4 0,2 3-5 16,-2-2 0-16,-1 6 3 15,-2 0 3-15,-2-3 14 0,-3 5-16 0,-1 0 1 16,2-2-6-16,-2-2-1 0,-2-1-3 16,1 1-1-16,1-1-40 0,-4-1-63 0,1 1-67 15,1-3-74-15,-3 1-94 0,4-1-115 16,-6-6-140-16,12 0-215 0,-12 0 62 0,18-7 92 16,2-4-542-16,7-2-652 15</inkml:trace>
  <inkml:trace contextRef="#ctx0" brushRef="#br0" timeOffset="194561.33">28693 12724 3566 0,'-5'-15'111'0,"-1"10"40"0,1-1 34 0,5 6 38 0,-16-10 22 0,9 7 8 0,-3 1-28 0,10 2 6 0,-30 2-2 16,9 3-2-16,-14 7-2 0,5 3 3 0,-1 4-8 15,-1 0-19-15,-2 9-20 0,2 1-17 16,8-4-14-16,5 2-16 0,8-5-16 0,1-5-6 15,8-2-9-15,4-1-9 16,4 0-6-16,5-2-5 0,4-2-5 0,6-2 10 16,1 3 11-16,6-1-2 0,-1-2-15 15,-5-1-82-15,-1-2 0 0,-1 4 0 0,-4-4 0 16,-2 2 0-16,-1-2 0 0,-1 0 0 16,-2-1 0-16,-3-1 0 0,-2 0 0 0,-5-3 0 15,14 7 0-15,-14-7 0 0,4 10 0 16,-4-10 0-16,0 0 0 0,-11 12 0 0,4-8 0 15,-4-1 0-15,0-1 0 0,-3 0 0 16,2 1 0-16,-4-3 0 0,1 3-594 0,-1-3-159 16,5-3-176-16,2 0 88 15,1-4 95-15,6-3-726 0,4-2-920 0</inkml:trace>
  <inkml:trace contextRef="#ctx0" brushRef="#br0" timeOffset="194812.66">29206 12208 4425 0,'2'-17'146'0,"-4"3"46"0,0 4 45 16,-2 0 20-16,4 3 27 0,0 7-2 16,-11-3-7-16,11 3-6 0,-21 11-12 0,2 10-13 15,-2 5-14-15,-2 14-17 0,2 4-7 16,2 7-10-16,4 2-25 0,2 5-17 0,3-1-13 16,2-1-129-16,3 2-12 15,1 2 0-15,2-4 0 0,0 2 0 0,0 4 0 16,2-3 0-16,-2-13 0 0,0 8 0 15,0-8-155-15,0-3-180 0,-1-2-68 0,1-8-61 16,-4-8-48-16,3-3-54 0,-8-5-53 16,4-5-73-16,-4-7-4 0,-1-2-579 15,1-1-735-15</inkml:trace>
  <inkml:trace contextRef="#ctx0" brushRef="#br0" timeOffset="194946.34">28810 13217 3399 0,'-13'-12'3'16,"-1"3"81"-16,3 2 69 0,2 2 79 0,-2 0 69 15,4 2 50-15,7 3 42 0,-11-8 18 16,4 4 2-16,7 4-13 0,0 0-31 0,-11-5-37 15,11 5-36-15,0-8-34 0,0 8-66 16,11-10-102-16,3 2-143 0,8 1-141 16,0-1-142-16,12-2-176 0,5 2-212 15,0 1-116-15,13-5 93 0,5 2-723 0,4 1-915 16</inkml:trace>
  <inkml:trace contextRef="#ctx0" brushRef="#br0" timeOffset="195327.86">29877 12891 4459 0,'0'0'202'16,"0"-9"34"-16,0 9 17 0,0 0 7 0,0 0-11 15,0 0-26-15,-4-10-25 0,4 10-24 16,0 0-20-16,0 0-10 0,0 0-14 16,0 0-11-16,0 0-15 0,11 24-14 15,-8-15-4-15,-1 3-4 0,-2-4-11 16,-2 4-25-16,-1 2-3 0,-1-1-3 0,-1 3-4 15,-3-4-6-15,3 0 0 0,-1-2-2 16,0-3-3-16,2 0 5 0,1-2-3 0,3-5-3 16,0 0-2-16,0 0-8 0,3-28 9 15,7 8-11-15,7-4 4 0,2 0-4 0,-2 4 10 16,1 2 15-16,-4 7 24 0,0-1 21 16,-1 4 13-16,1 2 10 0,-3 2-8 0,2 3-97 15,1 1 0-15,-14 0 0 0,29 5 0 16,-15-1 0-16,4 6 0 0,-2-2 0 0,2 1 0 15,-2 3 0-15,-1 1 0 16,0-1 0-16,0 2 0 0,-1 0 0 0,-3-3 0 16,-2 0 0-16,1 1 0 0,0-4-426 15,-3-1-178-15,0-2-146 0,2-3-141 16,-9-2 96-16,18-3-812 0,-4-6-1047 0</inkml:trace>
  <inkml:trace contextRef="#ctx0" brushRef="#br0" timeOffset="195644.29">30622 12814 4692 0,'0'-8'43'0,"0"8"62"0,0 0 58 16,0 0 66-16,0 0 57 0,-21-5 27 16,21 5-4-16,0 0-25 0,-11-3-30 15,11 3-21-15,0 0-25 0,0 0-19 0,-12 14-20 16,10-5-18-16,-2 0-13 16,4 4-16-16,0-1-11 0,4 3-13 0,0 1-29 15,4-1-44-15,1 1-25 0,2-1-2 16,7-1-44-16,-1-2-26 0,8 1-5 0,-4-2-1 15,-2-8 8-15,-2 2 9 0,-3-3 10 16,-1-1 13-16,-13-1-1 0,21-3 19 0,-12-2 12 16,-3-2 19-16,-1-5 5 0,0-3 4 15,-5-2 0-15,0 1 2 0,-5 1 5 16,1 0 3-16,-1 1-2 0,-2-1-7 0,-1 6-4 16,-2 0-1-16,1 5-11 0,-7 2-42 0,3 6-76 15,-10 2-73-15,-7 7-99 16,-3 3-126-16,3-1-121 0,9-1-149 0,6-2-124 15,4-2 83-15,0-1-669 0,8-3-844 16</inkml:trace>
  <inkml:trace contextRef="#ctx0" brushRef="#br0" timeOffset="196077.49">31322 12225 3797 0,'-2'-20'140'0,"2"2"44"0,-2 7 48 0,2 4 70 15,-2-2 58-15,0 2 25 0,2 7 2 16,-3-10-26-16,3 10-45 0,0 0-32 16,0 0-24-16,0 0-22 0,0 0-15 0,-5 43-21 15,3-6-15-15,-2 6-18 0,-1 13-5 16,1 2-164-16,-1 2 0 0,-4-2 0 0,6-2 0 16,-1 1 0-16,0-13 0 0,0-2 0 15,3-1 0-15,-1-4 0 0,-2-8 0 16,2-6 0-16,-1-3 0 0,3-3 0 0,-1-5 0 15,-1 0 0-15,2-3 0 0,0-1 0 16,0-8 0-16,-2 12 0 0,2-12 0 16,0 0 0-16,0 0 0 0,-11-21 0 0,5 11 0 15,1 0 0-15,0 4 0 0,1 0 0 16,-1 0 0-16,5 6 0 0,-20-1 0 16,9 3 0-16,-3 3 0 0,0 5 0 0,-1 0 0 15,-1 2 0-15,3 1 0 0,-1 1 0 16,3 2 0-16,2-1 0 0,3-1 0 0,0 1 0 15,4-3 0-15,0 0 0 0,4-3 0 16,2 0 0-16,2-5 0 0,4 0-52 16,3-4-459-16,2-2-183 0,10-3-243 0,13-4 86 15,0-3 95-15,10-5-737 0,-10 4-940 16</inkml:trace>
  <inkml:trace contextRef="#ctx0" brushRef="#br0" timeOffset="196427.83">31663 12783 4439 0,'-4'-12'98'0,"2"3"44"0,0 1 48 0,0 0 42 0,2 8 30 15,-2-10-14-15,2 10-22 0,0-8-24 0,0 8-23 16,4-11-22-16,-4 11-16 0,8-6-10 16,-8 6-21-16,5-6-14 0,-5 6-6 0,0 0-14 15,4-7-5-15,-4 7-11 0,0 0-7 16,0 0-4-16,0 0-4 0,0 0 1 0,-58 24 12 15,26-8 35-15,-2 1 35 0,-4 7 22 16,9-2 14-16,3 1 3 0,1 0-79 16,4 0-88-16,6 0 0 0,2 4 0 15,4-5 0-15,8-3 0 0,1-4 0 16,4 1 0-16,5-1 0 0,2-1 0 0,11 5 0 16,1-1 0-16,-3-5 0 0,7 0 0 15,-2-4 0-15,-4-2 0 0,2-3 0 0,-4 2 0 16,0-2 0-16,-2-2 0 0,-3 0 0 15,-1-2 0-15,-1 3 0 0,-1-3 0 0,-11 0-274 16,14-3-754-16,-7-1 82 0,-2-2 113 16,1-1-905-16,-6-3-1170 0</inkml:trace>
  <inkml:trace contextRef="#ctx0" brushRef="#br0" timeOffset="197294.53">20882 14202 4641 0,'0'-12'109'15,"0"2"-84"-15,0 5-9 0,0 5-1 0,0 0 56 0,0 0 21 0,0 0 8 0,-4 37 1 0,1-16 2 16,1 4 6-16,-3 12 0 15,3-2-7-15,-1 0-8 0,6 0-5 0,-3-10-10 16,0-1-3-16,0-5-10 0,0 0-8 16,0-6-6-16,9 69 1471 15,-9-82-1552 1,0 0 48-16,0 0-27 0,-18-32 55 16,9 1-76-16,3-5 57 0,0-15-68 15,2-5 9-15,2-9 8 0,6-5 92 0,4-1-91 16,-8-3-103-16,24-10-148 0,-4 20 95 15,-1 10-572-15,3 7 339 0,-4 15-394 16,1 6-206-16,2 6 192 0,-2 10-148 16,1 8-220-16</inkml:trace>
  <inkml:trace contextRef="#ctx0" brushRef="#br0" timeOffset="198578.03">20692 14407 391 0,'-16'-2'640'0,"16"2"-167"0,0 0-88 0,0 0-42 0,-18-2-17 16,18 2 6-16,0 0-10 0,0 0 11 16,0 0-5-16,-11-5-17 0,11 5-39 0,0 0-22 15,0 0-28-15,29-24-19 0,-8 15-9 16,8-5-48-16,3 3-16 0,3-1-8 15,1 0-18-15,-4 5-11 0,-7-1-17 0,-4 4-43 16,-2 0-45-16,-2 0-53 0,-2 2-56 16,-1 2-70-16,-1 0-67 0,-3 0-57 0,-10 0-70 15,16 4-114-15,-12 0-180 0,5 1 65 16,-6 4-369-16,-1 0-460 0</inkml:trace>
  <inkml:trace contextRef="#ctx0" brushRef="#br0" timeOffset="199060.64">21375 14719 2697 0,'0'0'179'0,"-14"1"36"0,14-1 35 16,0 0 24-16,0 0-3 0,0 0-8 16,-20-8 2-16,20 8-16 0,0-9-16 0,0 9-27 15,2-12-19-15,-2 12-14 0,8-14-26 16,-5 9-13-16,4-5-6 0,-2 1-22 15,3 1-7-15,-3-3-10 0,4-1-9 16,-6-1-10-16,3-1-4 0,-3-3-9 0,-3 0-7 16,0-3 2-16,-1 2-12 0,-5-3 0 15,1 1-7-15,-8 1-8 0,2 2 1 16,-1 1-11-16,-2 3 1 0,-8 1-2 0,6 3 1 16,-6 2-2-16,-1 0-2 0,7 4-4 15,-4 0 2-15,6-1-3 0,0 3-1 0,3-3 1 16,11 4 5-16,-16-3-7 0,16 3-1 15,-7-5 4-15,7 5 2 0,0 0-4 0,28-19 6 16,3 8-4-16,1 2 0 0,2 3-4 16,-3 1-3-16,-5 3 3 0,-1 2-1 15,0 2-4-15,-1 3 0 0,-1 1 3 16,6 8-5-16,-4 2 10 0,-4 1-3 16,-2 2-2-16,-4 0 3 0,-3-2-3 0,0 0 1 15,-1 1-1-15,-2-2 4 0,-2 1-4 16,2-3 1-16,0-2-25 0,-4 1-27 0,3-1-44 15,0-3-57-15,-1-1-68 0,-1 2-78 16,1-6-84-16,0 2-103 0,0-4-172 0,-7-2-69 16,17 0 79-16,-17 0-438 0,16-10-554 15</inkml:trace>
  <inkml:trace contextRef="#ctx0" brushRef="#br0" timeOffset="199377.58">21845 14284 3057 0,'-9'-6'20'0,"9"6"32"0,-9-3 29 0,9 3 52 0,0 0 37 0,-25 4 29 16,18 4 20-16,-9 6 6 0,0 11 4 16,0 0 6-16,-1 6 0 0,1 2 2 0,5 0-20 15,0-1-9-15,5 0-21 0,0-3-24 16,8-8-10-16,2 1-6 0,2-1-12 16,5-2-13-16,0-3-14 0,13 1-5 0,-5-5-3 15,-1-5-37-15,4-4-6 0,-5-5 7 16,4 1-9-16,-4-4-11 0,4-4 2 15,-4-3-8-15,-1-2-2 0,0-9-4 16,0-3 3-16,-3-6-8 0,-6 0-7 0,-10-6-4 16,3 1 1-16,-6 1-10 0,-1 1-13 15,-1 11 3-15,4 5-48 0,-7 5-37 0,-2 7-29 16,-1 3-35-16,-3 6-49 0,-8 3-56 16,-1 13-80-16,-1 5-77 0,-6 6-108 0,10-2-242 15,7 1 60-15,2 1 72 0,6-7-403 16,7-5-510-16</inkml:trace>
  <inkml:trace contextRef="#ctx0" brushRef="#br0" timeOffset="199926.38">21934 14558 2764 0,'10'-9'90'0,"-7"-3"66"15,1 4 54-15,0 0 51 0,-2 3 45 16,-2 5 40-16,1-10-13 0,-1 10-22 16,5-9-36-16,-5 9-15 0,0 0-40 15,0 0-20-15,0 0-14 0,0 0-14 0,19 15-6 16,-16-4-26-16,7 1-16 0,0 3-12 15,-5-1-11-15,1 2-10 0,-1-1-9 16,0 1-8-16,-3-1-8 0,0-3-2 0,-1 3-9 16,-1-3-5-16,0 0 11 0,2-2-17 15,-2-1 3-15,0-2 5 0,0-7-5 0,0 0-3 16,0 0-6-16,0 0-4 0,17-27-5 16,-3-1 0-16,0-4 0 0,4 3-6 15,-1 3-7-15,0 2-3 0,3 3 3 0,-6 5-4 16,2 4-6-16,-1 6 10 0,-1 1 5 15,1 5 1-15,-2 0 6 0,6 2-4 16,-2 2 2-16,2 3 4 0,-2 3-10 0,3-1 0 16,-3-1-1-16,-4 0-4 0,0-1-1 15,-2 0 0-15,0-3-2 0,-2 0 1 0,-2 1 1 16,2-3 7-16,-9-2 0 0,11 4 4 16,-11-4 4-16,0 0-1 0,21-11-24 15,-14-1-4-15,1-2 0 0,1-3 0 16,-1 0 0-16,1 1 0 0,-1 4 0 0,-5 2 0 15,6 2 0-15,-5 1 0 0,-1 2 0 16,-3 5 0-16,11-2 0 0,-11 2 0 16,18 9 0-16,-11-1 0 0,4 0 0 0,-1 5 0 15,3-1 0-15,-1-1 0 0,-2 1 0 16,3-3 0-16,-1-1 0 0,2 1 0 0,-2-2 0 16,5-3 0-16,-1 0 0 0,-2-6 0 15,6 0 0-15,-3-3 0 0,2-2 0 0,0-2 0 16,-2-1 0-16,1-2 0 0,-6-3 0 15,2-1 0-15,-3 1-112 0,-1-1-319 16,-7 1-119-16,4 3-145 0,-5 3-201 16,0 2 83-16,-1 2 97 0,-1 5-637 15,11-5-808-15</inkml:trace>
  <inkml:trace contextRef="#ctx0" brushRef="#br0" timeOffset="200792.88">23834 13699 4049 0,'-19'-22'108'0,"2"3"38"0,4 2 31 0,1 5 34 0,3 4-9 0,1-1-12 0,2 2-24 16,0 6-9-16,6 1 3 0,0 0 12 16,-13 25-9-16,11-6 8 0,2 8 12 0,0 14-11 15,6 5 17-15,-2 12-11 0,1 2-16 16,1-1-19-16,0-1-9 0,2-2-17 15,-3-4-6-15,1-10-13 0,-3-4-7 0,6-2-17 16,-6-11-3-16,1-1-9 0,0-7-6 16,-2-4-4-16,-1 0-2 0,-1-2-5 0,2-2-5 15,-2 0 4-15,0-4-9 0,0-5-23 16,-3 10-12-16,-7-8 0 0,0-2 0 0,-3 0 0 16,-6 0 0-16,-3-2-20 15,-5-2-20-15,-2 1 3 0,4-2 2 0,0 2 4 0,6-1 9 16,2 2-6-16,2 0 3 15,4 1-1-15,11 1-16 0,-10-5 0 0,10 5-10 16,19-12-24-16,13 0-23 0,14-8-39 16,10 0-32-16,-1-3-20 0,6-2-16 0,0-3 8 15,0 1 11-15,-5-2 21 0,-4 0 20 16,-6-2 13-16,-4 2 29 0,-17 2 44 16,-6 2 38-16,-6 0 28 0,-3 0 21 0,-10 1 9 15,0-1 4-15,-10-8 3 0,-1 3 0 16,-5 2 1-16,2 6 1 0,-6 7-13 0,5 4 8 15,0 5 15-15,-3 4 22 0,3 4 17 16,-6 4 18-16,-4 12 14 0,5 4 13 0,1 7-4 16,-3 12-6-16,9 5-14 15,2 3-11-15,7-6-11 0,2 1-6 0,2-1-5 16,3-1-10-16,6-1-9 0,-2 0-3 16,4-5-1-16,3-3-8 0,-1-1-5 0,1-7-3 15,-7-4-1-15,3-8 29 0,-3-1 13 16,-1-3-84-16,0-4 0 0,1-3 0 0,-7-2 0 15,27-9 0-15,-7-2 0 0,2-5 0 16,1-3 0-16,0-2 0 0,-8 6 0 0,-1 3 0 16,-7 2 0-16,0 2 0 0,2 4 0 15,-4-1 0-15,-5 5 0 0,0 0 0 16,0 0 0-16,17 11 0 0,-13-5 0 16,-2 2 0-16,4 2 0 0,-2 1 0 15,-1-3 0-15,3 2 0 0,-1-1 0 0,4-1 0 16,-4 0 0-16,4-2 0 0,1-2 0 15,2-2 0-15,-1-2 0 0,1 0 0 0,1-2 0 16,-2-2 0-16,1-2 0 0,-1 4 0 16,0-2 0-16,-1 1 0 0,-2 0 0 0,-1 1 0 15,-7 2 0-15,14-3 0 0,-14 3 0 16,9 1 0-16,-9-1 0 0,13 4 0 0,-7-4 0 16,4 6 0-16,3-4 0 0,6 2 0 15,0-1 0-15,2-1 0 0,2-4 0 0,4-1 0 16,-2 3 0-16,0-4 0 0,-2 0 0 15,4 0 0-15,-4 2-148 0,2-1-641 16,-2-5-175-16,0 3 80 0,-4 0 98 16,0-3-785-16,-2-3-1014 0</inkml:trace>
  <inkml:trace contextRef="#ctx0" brushRef="#br0" timeOffset="200965.46">24990 14219 4280 0,'-14'10'-605'0,"2"-4"-18"0,2 4 67 0,1 0-293 0,-5 5-334 0</inkml:trace>
  <inkml:trace contextRef="#ctx0" brushRef="#br0" timeOffset="201326.28">25349 13745 2846 0,'-9'-24'249'0,"5"4"35"0,-1 6 6 16,8 2-13-16,-6 5-34 0,3 7-10 0,0 0 72 16,0 0 35-16,0 0 4 0,9 62-2 15,-2-4 2-15,0 6-4 0,4 9-8 0,-2-1-10 16,2 3-18-16,3 18-23 0,1-3-33 16,-3-21-21-16,1-2-187 0,-1-1-40 0,1-9 0 15,-1-1 0-15,-1-4 0 0,0-12 0 16,-4-4 0-16,0-4 0 0,-2-8 0 0,1-5 0 15,-5-4 0-15,1-1 0 0,0-4 0 16,2-2 0-16,-2-5-102 0,-2-3-387 16,0 0-53-16,9-15-52 0,-4-5-52 15,2-16-99-15,-2-15-14 0,1-7 74 0,-4-5-549 16,2-1-697-16</inkml:trace>
  <inkml:trace contextRef="#ctx0" brushRef="#br0" timeOffset="201560.91">25584 14212 3407 0,'0'-22'12'0,"-2"2"49"0,2 2 61 0,0 2 44 16,2 2 42-16,-1-1 28 0,3 1 16 15,4-3-18-15,-3 5-2 0,5-1-10 0,1 4-30 16,5 0-20-16,-3 6-20 0,3 1-8 16,-2 4-12-16,-1 4-13 0,5 4-7 0,1 11-2 15,-8 0 13-15,-3-2 19 16,-5 1 14-16,-3 0-1 0,-3 4-8 0,-8 9-11 16,-3-2-10-16,-3-2-15 0,-2-6-10 15,-1 4-6-15,-4-7-15 0,7-4-6 0,0-4-6 16,2-3-10-16,2-3-30 0,-1-1-52 15,1-5-76-15,-1-2-83 0,5-2-79 16,-4-10-99-16,4-3-97 0,4-4-90 0,3-4-136 16,6-14-95-16,6-12 78 0,5-4-586 15,4 1-747-15</inkml:trace>
  <inkml:trace contextRef="#ctx0" brushRef="#br0" timeOffset="201793.33">25940 13559 3699 0,'6'-20'81'16,"-3"3"66"-16,-3 4 63 0,2 5 55 0,0 1 33 15,-2 7 10-15,0-12 1 0,0 12-22 16,0 0 39-16,0 0 14 0,0 0-15 0,-7 47-29 16,5-10-25-16,-2 4-26 0,8 4-20 15,0 9-18-15,-1 2-22 0,7 2-18 16,0-3-167-16,-1-4 0 0,-2-9 0 0,3-3 0 16,0-3 0-16,-1-3 0 0,-4-6 0 15,1-8 0-15,-1-2 0 0,-2-4 0 0,1 0 0 16,-2-1-52-16,2-2-304 0,-3-2-68 15,1-1-71-15,-2 0-71 0,0-7-60 0,0 0-50 16,-5 5-7-16,5-5 29 16,0 0-591-16,-22-2-705 0</inkml:trace>
  <inkml:trace contextRef="#ctx0" brushRef="#br0" timeOffset="201927.54">25980 14206 3383 0,'-18'-4'39'0,"5"2"85"0,0-3 63 16,3 4 76-16,10 1 79 0,-14-6 46 0,14 6 40 16,-14-3 15-16,14 3 4 0,-10-2-15 15,10 2-20-15,0 0-40 0,-9-5-43 0,9 5-41 16,0 0-34-16,17-19-194 0,0 9-60 15,10-3 0-15,6 0 0 0,1 1-348 16,11-5-183-16,5 2-208 0,5 1-156 0,6 6 82 16,4 1-842-16,1 7-1091 0</inkml:trace>
  <inkml:trace contextRef="#ctx0" brushRef="#br0" timeOffset="202293.01">27112 14096 4997 0,'-27'-3'150'0,"7"1"19"0,0-1 41 16,6 1 33-16,1 0 22 0,13 2-7 15,-14-4-25-15,14 4-26 0,-12-1-25 0,12 1-13 16,0 0-13-16,-6 9-14 0,6-9-10 16,2 13-11-16,-2-13-8 0,9 16-6 15,-1-8-10-15,2 1-8 0,1 1-10 0,3-2-7 16,0-1-72-16,6 0 0 0,-4 0 0 15,6-5 0-15,-3 0 0 0,1-2 0 16,2-2 0-16,-3-2 0 0,-2 1 0 0,0 0 0 16,-2-4 0-16,-3-4 0 0,-5 1 0 15,-1-2 0-15,-4-5 0 0,-6-3 0 16,-5-9 0-16,-9 0 0 0,0 0 0 0,-13-2 0 16,1 2 0-16,3 5 0 0,-3 7 0 15,1 0 0-15,0 5 0 0,4 7 0 0,4 4 0 16,4 1 0-16,0 3 0 0,4 0-128 15,3 2-212-15,2 2-71 0,7 0-63 16,4 0-66-16,7-2-113 0,7-1-152 16,4-3 68-16,8-2-659 0,12-1-847 0</inkml:trace>
  <inkml:trace contextRef="#ctx0" brushRef="#br0" timeOffset="202610.11">27477 13866 4192 0,'8'-3'144'15,"-2"-1"53"-15,-6 4 52 0,0 0 71 16,10-3 27-16,-10 3-2 0,0 0-28 0,0 0-37 15,0 0-24-15,0 0 34 0,5 22-10 16,-7-4-24-16,0 7-22 0,2 0-24 0,-3 12-20 16,-1-2-106-16,4 2-84 0,-4-3 0 15,3-6 0-15,-1-6 0 0,2-3 0 16,-3-2 0-16,3-4 0 0,0 1 0 16,0-4 0-16,-2-3 0 0,2 0 0 0,0-7 0 15,0 0 0-15,0 0 0 0,0 0 0 16,-18-20 0-16,9 1 0 0,4-14 0 0,-3-4 0 15,8-8 0-15,4-15 0 0,5-6 0 16,3-2 0-16,11-16 0 0,-6 20 0 0,1 9 0 16,-2 6 0-16,0 13 0 0,-3 7 0 15,3 2 0-15,0 11 0 0,0 3 0 0,-3 6-316 16,1 3-443-16,-5 3-188 0,-9 1 81 16,16 10 95-16,-13 0-770 0,3 6-986 0</inkml:trace>
  <inkml:trace contextRef="#ctx0" brushRef="#br0" timeOffset="202759.96">27483 14028 4636 0,'-13'8'150'0,"4"-1"41"0,2-3 53 0,2 2 53 15,5-6 36-15,-8 6-5 0,8-6-35 16,0 0-36-16,0 0-43 0,25-16-71 0,-6 6-106 16,8-5-102-16,3 2-124 0,1-1-144 15,1 4-182-15,-2-1-258 0,-5 1-2 0,-3 8 86 16,-8-1-598-16,-2 6-746 15</inkml:trace>
  <inkml:trace contextRef="#ctx0" brushRef="#br0" timeOffset="203226.53">28426 14147 3864 0,'3'-6'128'0,"-3"6"13"0,2-7 1 0,-2 7 12 0,0 0 25 0,0 0 9 0,4-7 4 16,-4 7 61-16,0 0 12 0,0 0-3 15,7 27-27-15,-7-11-22 0,2 2-22 0,0 6-20 16,0-1-17-16,-1 0-18 0,1 0-10 16,0-3-18-16,-2-1-5 0,0-1-58 15,-2-3-73-15,4-3-85 0,-2 0-80 0,0 0-100 16,0-3-115-16,-2-2-155 0,2-2-247 16,0-5 71-16,0 0 85 0,0 0-519 0,0 0-639 15</inkml:trace>
  <inkml:trace contextRef="#ctx0" brushRef="#br0" timeOffset="203393">28546 13955 3680 0,'-13'-12'228'0,"2"0"-7"0,-1 4-8 16,7 2-16-16,-3 0-18 0,3 2-21 16,-2-1-33-16,7 5-75 0,-7-2-79 15,7 2-75-15,0 0-102 0,-7 14-84 0,5-5-86 16,4-1-86-16,1 2-108 0,5-3 18 15,6 3-286-15,-2-6-322 0</inkml:trace>
  <inkml:trace contextRef="#ctx0" brushRef="#br0" timeOffset="203709.92">28655 14026 2268 0,'10'4'74'0,"-2"-1"64"0,-8-3 41 15,6 3 20-15,-6-3 23 16,0 0 11-16,5 7 9 0,-5-7 23 0,4 7 8 16,-2 0-16-16,1 0-22 0,1 1-22 15,2 6-24-15,0 1-18 0,-2 2-13 0,-1 2-16 16,3 0-12-16,-1 0-14 0,-3-2-13 15,3-1-8-15,-3-1-5 0,-2-1-10 16,2-3-5-16,-1-1 6 0,-1 0 35 0,2-3 28 16,-2-7 4-16,0 0-13 0,0 0-17 15,0 0-16-15,0 0-7 0,13-23-6 0,-4 4-14 16,-2-2-2-16,8-4-9 0,-1 1-8 16,-5 7-7-16,0 3-26 0,-2 4-9 15,0 3 6-15,-2 1-10 0,3 4 0 0,-8 2 3 16,16 0 10-16,-16 0 1 0,14 10 1 15,-6-2-8-15,0 3 0 0,-1 0-1 16,1 3 1-16,-1-2-6 0,2 2-14 0,-2-1-57 16,-2-1-56-16,8 2-74 0,-6-1-99 15,4 0-140-15,-6-1-169 0,9 0-241 16,1 1 72-16,10 3 73 0,4-3-580 0,5-1-735 16</inkml:trace>
  <inkml:trace contextRef="#ctx0" brushRef="#br0" timeOffset="204060.08">29511 14040 3654 0,'-15'-19'75'0,"-1"2"27"0,2 0 43 15,-2 5 46-15,1-1 36 0,-1 1 21 16,0 3 2-16,0 3 7 0,-1 0-14 16,2 6-14-16,-3 0-3 0,2 2-12 0,-8 6-18 15,6-1-16-15,-1 5-13 0,1 1-21 16,5 0-12-16,4 0-10 0,2 0-14 0,6-1-5 15,2 0-6-15,8 1-15 0,0 4-4 16,4-2-9-16,8 7-3 0,2-1-6 0,2-1-7 16,-5 3 0-16,4-3 1 0,-5-1 9 15,-1 2 6-15,0-5 0 0,-9-3 4 16,1 1-19-16,-2-3-56 0,-4-1 0 16,-3 1 0-16,3 0 0 0,-6-2 0 0,0 1 0 15,-3 2 0-15,-3-3 0 0,-4-1 0 16,-1 2 0-16,1-5 0 0,1-2 0 15,-2 0 0-15,1-1 0 0,1 0 0 0,-1-2 0 16,-1 0-151-16,13 0-443 0,-19-5-119 16,12 0-202-16,3 0 78 0,4-5 97 0,0 4-702 15,5-2-893-15</inkml:trace>
  <inkml:trace contextRef="#ctx0" brushRef="#br0" timeOffset="204660.03">29715 14132 4126 0,'4'-7'157'0,"-2"4"60"15,-2 3 45-15,0 0 59 0,5-7 31 16,-5 7 16-16,0 0-12 0,0 0-27 0,0 0-35 16,0 0-31-16,4-7-24 0,-4 7-23 15,0 0-21-15,19-1-20 0,-19 1-16 0,18-2-19 16,-7 0-118-16,2 0-22 0,-3 1 0 16,-3 1 0-16,4-2 0 0,0-2 0 0,-11 4 0 15,14-3 0-15,-14 3 0 0,12-3 0 16,-12 3 0-16,6-4 0 0,-6 4 0 0,0 0 0 15,0 0 0-15,0 0 0 16,-36 16 0-16,22-8 0 0,-3 6 0 0,4-2 0 16,-2 3 0-16,3 1 0 0,1 1 0 15,0 1 0-15,6-2 0 0,-1 1 0 0,6 0 0 16,0 1 0-16,4 1 0 0,2-5 0 16,2 3 0-16,1 1 0 0,4-4 0 0,1-2 0 15,3 0 0-15,2-4 0 0,0-1 0 16,6-2 0-16,-6-3 0 0,0 0 0 15,0 0 0-15,-4-2 0 0,-2-2 0 0,-1-2 0 16,-2-1 0-16,-3-4 0 0,0 0 0 16,-6-5 0-16,1-1 0 0,0-7 0 15,-2 3 0-15,-4-6 0 0,3 3 0 0,-6 1 0 16,1 2 0-16,3 5 0 0,-3-3 0 16,3 4 0-16,-1 1 0 0,-1 1 0 15,3 5 0-15,1-3 0 0,1 9 0 0,0-15 0 16,1 7 0-16,10-1 0 0,1 0 0 15,2 2 0-15,3-1 0 0,2 8 0 0,0-2 0 16,0 4 0-16,4 1 0 0,-1 2 0 16,0 4 0-16,-5 1 0 0,10 7 0 0,-10-1 0 15,4 4 0-15,-4 2 0 0,0 0 0 16,-4-1 0-16,-1-1 0 0,-5-3 0 0,5 3 0 16,-4-3 0-16,-3 1 0 15,3-3 0-15,1 0 0 0,-1-1 0 0,3 1 0 16,3-1 0-16,3 1 0 0,6 2-463 15,2-3-337-15,4-2-132 0,-7-2 83 16,-3-5-901-16,-1-3-1183 0</inkml:trace>
  <inkml:trace contextRef="#ctx0" brushRef="#br0" timeOffset="204976.16">30753 13491 4893 0,'-9'-26'10'0,"2"8"30"0,0 1 27 0,2 5 20 0,1 4 21 0,0-1 18 0,1 3 2 15,-1-2-7-15,4 8-10 0,0 0 0 16,0 0 35-16,0 0 14 0,-10 29 2 0,10-4-10 16,0 20 11-16,0 13 10 0,0 5 8 15,2 9 6-15,-2 6 7 0,-2 2-5 16,2-1-14-16,0-2-11 0,2 1-13 0,2-3-15 15,2-5-80-15,-4-2-56 0,0-7 0 0,-1-5 0 16,1-15 0-16,0-1 0 0,-4-10 0 16,4-7 0-16,-2-4 0 0,-2-3 0 15,2-3 0-15,2-3 0 0,-2-2-230 16,0-2-174-16,0-6-105 0,0 0-91 0,0 0-107 16,0 0-111-16,4-31 65 0,-6 9-665 15,-7-13-870-15</inkml:trace>
  <inkml:trace contextRef="#ctx0" brushRef="#br0" timeOffset="205276.33">30500 14359 4006 0,'-25'0'80'16,"6"-2"53"-16,6 0 62 0,1 2 65 0,12 0 73 16,-17-4 38-16,17 4 18 0,-14-1-7 15,14 1-15-15,0 0-31 0,-7-5-39 16,7 5-27-16,0 0-30 0,31-21-20 0,-3 10-28 16,6-3-72-16,2 2-120 0,3 1 0 15,1 1 0-15,0-1 0 0,0 2 0 0,-4 4 0 16,-3 1-24-16,-6 0-78 15,-6 4 3-15,-5 0 14 0,2 2 8 0,-3 0 10 16,-1 2 2-16,-1 3 11 0,-2 3 17 16,-3 2 27-16,-3 5 14 0,3 0 22 0,-4 1 4 15,-3 2-4-15,1 3 0 0,0 1 2 16,-2 2-4-16,-2 0 3 0,0 1-12 0,1-3-33 16,-3 9-54-16,0-4-68 0,0-7-67 15,4-1-64-15,-3-2-72 0,1-1-76 0,2-2-77 16,-2-2-90-16,2-4-136 0,0-2 16 15,2-6-585-15,-2-2-751 0</inkml:trace>
  <inkml:trace contextRef="#ctx0" brushRef="#br0" timeOffset="205392.52">31062 14204 3468 0,'6'-43'-16'0,"-6"12"67"0,-2 6 60 16,0 6 43-16,-2 4 28 0,0 3 12 16,3 0-15-16,-3 5-17 0,-2-3-19 0,-2 6-50 15,-1 2-73-15,9 2-106 0,0 0-126 16,-31 10-175-16,20-1-249 0,-1 7 46 0,3-3 59 15,3 1-251-15,5-4-271 0</inkml:trace>
  <inkml:trace contextRef="#ctx0" brushRef="#br0" timeOffset="205892.76">31388 13641 2319 0,'-9'-20'293'16,"-3"4"51"-16,3 5 13 0,1 2-23 15,3 2-34-15,5 7-11 0,0 0 20 0,-22 14 10 16,9 11 3-16,0 8-12 0,2 14-18 16,-1 7-16-16,-1 8-11 0,2 3-18 0,6 0-22 15,-1-3-20-15,1 2-22 0,3-4-20 16,0-2-15-16,2-12-16 0,0-3-15 16,-4-3-11-16,4-11-11 0,0-5-10 15,0-5-9-15,0-6-23 0,0 1-26 16,0-4-27-16,-1-1 0 0,1-9-55 0,-7 3-53 15,7-3-30-15,0 0-11 0,-18-19-2 16,6 9 6-16,2 0 14 0,-1 1 11 0,3 2 14 16,1 1 11-16,-1 1 18 0,3 1 28 15,5 4 26-15,-11-8 23 0,11 8 35 0,0 0 4 16,-7-4 29-16,7 4 20 0,0 0 12 16,16-12-6-16,-1 3-7 0,4-1-9 0,8-7-5 15,1-1-12-15,5 1-5 0,-5-1-6 16,-1 3-4-16,-1-1-4 0,-7 5-4 15,-6 1-3-15,-1 3-7 0,-2 4-9 16,-3-1-3-16,-7 4 9 0,0 0 32 0,19 16 16 16,-15-4 3-16,2 3-13 0,-4 4-63 15,2 1 0-15,0-1 0 0,0-1 0 16,-1 3 0-16,1-4 0 0,0-3 0 0,-1-2 0 16,1-1 0-16,3-2 0 0,-4-2 0 15,3-2 0-15,-1-3 0 0,-5-2-476 0,12 0-212 16,-12 0-251-16,0 0 63 0,15-9 112 15,-15 9-749-15,4-7-958 0</inkml:trace>
  <inkml:trace contextRef="#ctx0" brushRef="#br0" timeOffset="207977.7">31626 14065 1080 0,'-9'0'405'0,"9"0"-105"0,-21 6-34 0,7-1-23 0,-4 7-4 0,-9 5-17 0,0 3 25 16,2 2 1-16,0 2 6 0,5 2 12 16,0 3-5-16,9-1 0 0,3-4-16 0,6-2-16 15,4 2-8-15,8 5-18 0,9 0-23 16,4-4-15-16,5-3-12 0,3-3-22 16,5-4-11-16,3-3-14 0,-1-4-11 15,0-4-8-15,-6-4-19 0,-4-4-12 0,8-2-6 16,-3-5-15-16,-1-3-3 0,-5-1-2 15,-2-5-2-15,-6-3-4 0,-4-2-4 16,-3-4 3-16,-6 2-3 0,-6 1-3 0,-8-9-7 16,0-1 1-16,-7 3 0 0,-4 2-2 15,-3 4-2-15,-3 5 0 0,-2 5-2 16,-4 7-1-16,1 6 0 0,5 4 0 0,-11 7 0 16,2 5 0-16,0 4-3 15,7 4-1-15,2 2 7 0,2 6-4 0,5-1-1 16,5-2 2-16,8 0-1 0,1-4 4 15,6-5 2-15,3 4 2 0,8-5 0 0,10 2-3 16,6-3 1-16,3-6 11 0,1-6-13 16,-3-4 1-16,10-4 3 0,1-2 2 0,-4-3 7 15,3-5 14-15,-8 1 38 0,2-1 32 16,-7 2 27-16,-3 5 28 0,-7-1 15 16,-4 5 0-16,-1-4-9 0,-5 6-16 0,3 1-18 15,-3-2-97-15,-7 4-34 0,0 0 0 16,20 6 0-16,-11-1 0 0,1 5 0 0,1 0 0 15,2 3 0-15,3-1 0 0,1 0 0 16,0-1 0-16,10 2 0 0,-1 0 0 16,7-4 0-16,-3-1 0 0,-3-2 0 0,0-2 0 15,1-2 0-15,-4-2 0 0,7-2 0 16,-2 2 0-16,-4-4-240 0,-1 3-509 16,1-4-233-16,-6 5 94 0,-5 0 92 15,-14 0-747-15,13 5-986 0</inkml:trace>
  <inkml:trace contextRef="#ctx0" brushRef="#br0" timeOffset="209691.94">20842 15363 4199 0,'-6'-19'-67'0,"0"2"59"0,3 5 26 0,1 4-1 0,-2-1-4 0,4 9-4 0,0 0 61 15,0 0 40-15,-7 22 13 0,0 12 4 16,4 5 0-16,-7 12-11 0,7 4-7 0,-5-2-5 15,6-9-8-15,-6 8-6 0,3-9-12 16,1-2-6-16,-2 0-5 0,3-3-9 0,-1-2-2 16,-3-9-8-16,6-5-4 0,-3-3-3 15,0-3-3-15,2-3-2 0,-1-3-3 0,1 2 0 16,-4-7-8-16,3-1-12 0,-6 0-16 16,9-4-18-16,0 0-11 0,-22-9-11 0,12-1-11 15,-1-4-7-15,2-5-3 16,-5-5 0-16,5 0 5 0,0 4 8 0,4-1 6 15,-1 4 2-15,4 0 5 0,0 3 0 16,2 2 4-16,2 0 2 0,6-1 2 16,4-3 1-16,6-1 7 0,11-3-3 0,3 3 2 15,14-4 5-15,6-1-4 0,3-3 5 16,-2 1 0-16,-1-2 0 0,-3 2 4 0,-5-1 5 16,-4-1-2-16,-11 4 3 0,-6-1-4 15,-4 0 5-15,-2-4 0 0,-12 7 2 0,1-1 0 16,-6 4 6-16,-2 3 1 0,-4-2-4 15,-3 3-3-15,2 3 5 0,-3 5 4 0,-3 3 1 16,13 2 6-16,-33 13 4 0,12 5 9 16,0 8 6-16,-1 13 5 0,0 6 5 15,8 1 0-15,2 3-6 0,2 3-1 16,10-6-4-16,0-5-3 0,8 0-4 16,-3-4 1-16,7-2 4 0,-1-5 1 0,2-2 2 15,-1-6-2-15,-1-6 3 0,0-5 10 16,-2 1 11-16,-2-5 8 0,2-2-1 0,2-1-4 15,-2-4-5-15,-9 0-5 0,21-9-3 16,-10 1-9-16,0-3 0 0,1 1 3 0,-1 1 7 16,-3 1 1-16,-2 1 1 0,2 0-1 15,-5 2-6-15,3 2-9 0,-6 3-1 16,5-5-6-16,-5 5 1 0,0 0-4 16,0 0 2-16,24 18-3 0,-17-13 1 15,3 7-3-15,-1 0-4 0,2-1 6 0,1 1-10 16,-1-2 5-16,-1 3-3 0,0-4 2 15,-3-2-4-15,3 3-3 0,-4-6 0 0,0 1 7 16,-1 1 0-16,1-4 1 0,-6-2 1 16,0 0-3-16,0 0-4 0,21-10 1 0,-16-1-1 15,3-2-1-15,-3-2 0 0,4 1-1 16,-4 0 1-16,3 2-4 0,-5 2-1 16,3 2 1-16,-2 1-1 0,-2 0-2 0,0 2-2 15,-2 5 1-15,8-4 3 0,-8 4 5 16,0 0 1-16,14 9-4 0,-3-4 1 15,-2 2-2-15,2 1 0 0,1 1 1 16,-1-1 3-16,3 1-4 0,-1-2 5 0,2-2-1 16,-2 0-1-16,5-1-1 0,-3-4-5 15,2-2-5-15,0-2-15 0,2-4-14 0,0-1-8 16,-2-2-7-16,6-12-2 0,1-4-1 16,-10-6-8-16,6-12-6 0,-7-6-9 0,0-5-6 15,-5-6 3-15,-4-3 8 0,-4-2 9 16,-4 1 7-16,-4 6 5 0,-2-1 8 15,-3 11 3-15,-1 5 10 0,3 15 10 0,2 5 11 16,3 8 7-16,-4 4 1 0,7 6 13 16,-5 5 9-16,8 2 16 0,-17 18 10 0,9 0 8 15,-1 17-4-15,3 5 16 16,6 7-7-16,3 13 0 0,4 3-3 0,4-1-4 16,7 0-7-16,2-4-4 0,3-3-4 15,6-3-3-15,3-4-4 0,-3-5-11 0,3-6-25 16,-2-4-32-16,-7-12-36 0,1-1-42 15,-8-5-31-15,0-4-40 0,-5-4-41 0,-2-6-51 16,0 1-47-16,-9-2-27 0,0 0-16 16,11-14 18-16,-15 6 29 0,-2-6 36 15,-7-1 27-15,-11-11 31 0,-12-8 43 0,0 0 42 16,-1-3 42-16,-3 4 47 0,-1 4 51 16,7 0 39-16,7 10 38 0,5 4 20 15,4 1-3-15,7 6 3 0,1 1-4 16,5 2 5-16,3 1 30 0,2 4 12 0,0 0-10 15,25-5-15-15,-2 7-16 0,18 0-13 16,9-1-37-16,17 3-73 0,-3-2-83 16,7 2-79-16,2 2-61 0,4-3-73 0,7-3-166 15,2 0-29-15,-2 0-149 0,-1-2-159 16</inkml:trace>
  <inkml:trace contextRef="#ctx0" brushRef="#br0" timeOffset="209878.7">22948 15476 2045 0,'2'-8'117'0,"0"1"33"0,-2 7 36 0,0-10 41 15,0 10 39-15,0 0 9 0,-2-10-6 16,2 10-28-16,0 0-20 0,0 0-26 0,0 0-9 16,0 0 2-16,0 0-20 0,0 0-15 15,3 35-17-15,-1-19-13 0,-2 1-12 0,2 0-23 16,0 2-52-16,0 1-69 0,-2-2-90 16,-2 0-112-16,4 1-110 0,-2-3-187 0,0-2-139 15,0-2 63-15,2-4-356 0,0 1-442 16</inkml:trace>
  <inkml:trace contextRef="#ctx0" brushRef="#br0" timeOffset="210291.63">23095 15389 2882 0,'-6'-24'81'0,"2"5"34"16,0 3 38-16,2 3 15 0,-2 1-8 16,4 1-20-16,0 1-11 0,2 0-14 15,0 1-19-15,2-1-35 0,0 3-30 16,2 0-45-16,-2 0-24 0,-4 7-24 0,7-8-12 15,-7 8 3-15,2-3 9 0,-2 3 4 16,0 0-1-16,0 0 12 0,-25 18 3 0,6-5 8 16,-6 3 10-16,-1 4 6 0,1-2 19 15,2-1 14-15,6-1 18 0,3-3 8 0,5-4 25 16,2 1 15-16,3 0 23 0,0 0 14 16,4-3 18-16,6 1 11 0,-3-1 9 15,10 3-3-15,14 2-15 0,-4-2-3 16,6 4 7-16,-2 0-7 0,-1 1 1 15,1 0 7-15,2 3-2 0,-5 0 2 0,-3 0 10 16,-3-1-7-16,-4-3 17 0,-3-1 2 16,0 3 2-16,-6-3-9 0,3 1 1 0,-7-2-10 15,3 0 2-15,-1-2-5 0,-3 3-4 16,-7-2-13-16,2 1-14 0,-4 1-7 0,-5-1-11 16,1 0-11-16,-5-2-11 0,2 0-7 15,-4-1-9-15,4-4-19 0,0 0-37 16,-1-2-52-16,3-1-52 0,2 0-77 0,0-2-88 15,12 0-120-15,-21 0-140 16,21 0-204-16,-14 0-117 0,14 0 92 0,0 0-680 16,0 0-887-16</inkml:trace>
  <inkml:trace contextRef="#ctx0" brushRef="#br0" timeOffset="210624.98">23941 15444 4380 0,'-21'-15'182'0,"5"8"23"0,7-3 8 0,0 6-8 0,5 0-5 0,4 4 37 0,0 0 22 0,0 0-2 0,0 0-21 0,16 33-20 0,6-12-17 16,1-1-17-16,6 2-9 0,3-1-11 15,-4-2-18-15,7 0-11 0,-9-2-13 0,-2 1-16 16,-2-7-8-16,-7-3-8 0,-4 2-10 15,-1-6-8-15,0 1-18 0,-5 0-52 0,3-1 0 16,-3-1 0-16,-5-3 0 0,16-2 0 16,-7-3 0-16,3-3 0 0,-1-2 0 0,2-6 0 15,5-5 0-15,-3-7 0 0,-1-3 0 16,-2-2 0-16,-1 1 0 0,-4-1-54 16,-1 8-150-16,-3 8-43 0,3 0-71 15,-4 8-97-15,-1 2-105 0,-1 7-130 0,0 0-178 16,0 0 69-16,0 0-668 0,0 0-878 15</inkml:trace>
  <inkml:trace contextRef="#ctx0" brushRef="#br0" timeOffset="211091.98">24488 15377 3698 0,'-7'-12'-182'0,"6"1"27"16,-3-1 32-16,-2 0 38 0,5 2 36 0,-1 1 40 0,0-4 38 0,0 3 34 0,-2 1 27 0,4 0 32 15,0 9 7-15,-2-11 12 0,1 4 5 16,1 7-5-16,0 0 21 0,0 0 57 16,0 0 28-16,0 0-2 0,7 22 1 15,-3-2-2-15,-1 11-7 0,1 6-18 0,2-4-24 16,-2 4-13-16,4-3-21 0,-5-1-17 15,3 1-11-15,-2-8-15 0,-3-3-18 16,1-6-33-16,3 3-60 0,-3-5-76 0,0 1-78 16,-1-4-86-16,-1-1-81 0,2-1-93 15,0-4-136-15,-2 0-227 0,0-6 64 0,0 0 75 16,0 0-411-16,0 0-514 0</inkml:trace>
  <inkml:trace contextRef="#ctx0" brushRef="#br0" timeOffset="211225.81">24650 15272 3148 0,'-4'-20'114'0,"-2"1"19"16,1 4 31-16,-2 2 34 0,2 0 6 16,-3-1-15-16,3 2-16 0,-1 1-21 0,2 3-23 15,2 2-57-15,-4 0-74 0,6 6-46 16,0 0-56-16,0 0-74 0,0 0-95 0,-7 26-134 16,1-5-203-16,5 1 42 0,1 3-278 15,1 0-330-15</inkml:trace>
  <inkml:trace contextRef="#ctx0" brushRef="#br0" timeOffset="211541.94">24732 15441 2577 0,'11'0'105'0,"-11"0"5"15,0 0 47-15,0 10 49 0,0-10 30 0,-6 10 11 16,6-10 4-16,-1 15-11 0,-3-8-14 16,4 2-16-16,-2-1-13 0,2 1-14 15,0-9-10-15,4 17-13 0,-1-9-11 0,3 1-12 16,1-2-17-16,3-2 0 0,5 1-22 15,-1-5-11-15,5 2-6 0,-6-3-14 0,6-3 1 16,-2 0-14-16,0-2-7 0,2-2-7 16,-6-4-3-16,3-2-3 0,-7-3-6 15,2-3-1-15,-10-5-1 0,-1 1-4 16,0-2 0-16,-8-5-2 0,1 4-1 16,-3 8-6-16,1 1-4 0,-5 5 4 0,1 4-5 15,-4 4 3-15,-3 3 3 0,0 2-12 16,-3 5-31-16,0 0-51 0,1 4-65 0,-3 8-74 15,2-1-98-15,1 4-129 0,8-5-195 16,3-3-95-16,10-5 74 0,1-2-486 0,0-6-616 16</inkml:trace>
  <inkml:trace contextRef="#ctx0" brushRef="#br0" timeOffset="211757.99">25025 14945 3496 0,'-4'-23'171'0,"0"5"33"0,2 4 26 15,2 4 24-15,0 0 21 0,0 4-12 0,0 6 27 16,0 0 19-16,0 0-18 0,0 0-42 16,11 41-23-16,0-6-20 0,-2 2-21 0,5 11-19 15,-3-2-18-15,2 5-31 0,-3-3-60 16,-3-7-76-16,3 0-81 0,2 7-80 16,-5-11-76-16,0 1-79 0,3-4-77 0,-4-2-115 15,3-3-185-15,1-5-15 16,-3-7 76-16,1-5-444 0,2-5-564 0</inkml:trace>
  <inkml:trace contextRef="#ctx0" brushRef="#br0" timeOffset="212091.82">25345 15341 3279 0,'0'-18'124'0,"0"3"44"0,2 3 49 0,0 4 30 16,0 2 24-16,-2 6 1 0,2-10-25 16,-2 10 1-16,0 0 4 0,0 0-23 15,0 0-21-15,0 0-16 0,19 19-19 0,-15-9-19 16,-1 4-14-16,1 1-21 0,0 1-5 15,-4-4-15-15,0 3-1 0,-2 3-17 0,-4-3-10 16,-1 5-8-16,-11 5-8 0,-5-1-21 16,-1-4-25-16,-2-2-38 0,-1-3-24 15,4-5-7-15,4-7-1 0,5-6-12 16,1-5-14-16,7-6 0 0,0-8 8 0,6-4 7 16,9-10 7-16,0 2 10 0,4 1 23 15,-1 5 31-15,1 8 16 0,-2 6 16 0,1 2 25 16,-1 5 15-16,1 2 19 0,-1 3 8 15,-11 2-2-15,25 5-7 0,-10-1-5 16,-1 4-11-16,0 3-5 0,4 1-10 0,2 5-7 16,-2-1-41-16,-4-3-74 0,-1 1-78 15,0-2-79-15,-1-1-104 0,1 1-87 0,-1-2-79 16,1-3-152-16,-2-4-112 0,1-2 73 16,1-1-531-16,0-4-675 0</inkml:trace>
  <inkml:trace contextRef="#ctx0" brushRef="#br0" timeOffset="212508.07">25756 14711 3595 0,'-25'-34'71'0,"1"7"46"15,3 5 71-15,5 1 67 0,2 5 45 16,3 5-6-16,0 1-30 0,6 4-28 0,5 6-6 16,0 0 5-16,-9 23 9 0,9 3-16 15,1 11-21-15,7 20-17 0,-3 4-15 16,6 6-11-16,-2-1-22 0,0-2-10 0,-1 0-16 15,2-2-9-15,-1-2-13 0,-4-2-10 16,4-5-7-16,-4-12-9 0,-1 0-6 16,0-5-7-16,-3-10-8 0,1-3-2 15,2-8-7-15,-4-1-8 0,2-2-8 0,-2-4-11 16,-2-2-5-16,0-2-24 0,2-4-11 16,0 0-3-16,0 0-10 0,-27-15-19 0,20 3 14 15,-4-4-1-15,2 0 2 0,-2 3 10 16,4 3 9-16,0-1 9 0,1 5 14 0,0-3 3 15,2 4 17-15,-2 0 4 0,5 0 4 16,1 5 7-16,0 0 24 0,0-7 9 16,0 7 0-16,11-4-5 0,3-2-2 0,4-1-8 15,13-7-17-15,-1 0-32 0,0 1 0 16,-1-4 0-16,0 1 0 0,-2-1 0 16,-6 5 0-16,-6 3 0 0,-2 3 0 15,-3 1 0-15,-1-1 0 0,-3 3 0 0,-6 3 0 16,0 0 0-16,13 9 0 0,-9-2 0 15</inkml:trace>
  <inkml:trace contextRef="#ctx0" brushRef="#br0" timeOffset="214009.81">26247 15641 109 0,'-5'-9'1262'0,"2"2"-471"0,-1-1-253 0,4 8-137 0,-2-9-87 0,2 9-48 0,0-7-37 15,0 7-6-15,0 0-6 0,0 0 2 16,6-6-10-16,-6 6-12 0,0 0-22 0,13-1-13 16,-13 1-11-16,0 0-4 15,13-3 9-15,-13 3 3 0,0 0 0 0,14-3-12 0,-14 3-3 16,0 0-22-16,9-6-16 15,-7 0-5-15,-2 6-16 0,10-9-9 0,-10 9-3 16,4-6-7-16,-4 6-9 0,8-6-9 16,-8 6-11-16,0 0 2 0,5-7-10 15,-5 7 1-15,4-5-1 0,-4 5-13 0,0 0 3 16,0 0-1-16,0 0 2 0,9-5 3 16,-9 5-1-16,0 0 3 0,14-2-1 0,-14 2 4 15,18-6-4-15,0 0-2 16,1-2 7-16,5-6-11 0,5-1-3 0,-4-2-1 0,0 1-1 15,-6 3-4-15,-2 4-2 16,-5 1-1-16,-3 0-15 0,0 4-6 0,-1 1-2 16,-8 3 0-16,0 0 2 0,14 16 8 15,-11 0-4-15,-1 1 6 0,0 5-4 0,0 3 6 16,2 10 1-16,-3-6 2 0,4 5 6 16,-1-6-2-16,1 7 6 0,3-3 12 15,1-1 19-15,3-2-2 0,-1-3-7 0,-4-3 5 16,2-6-11-16,-6-3-1 0,3 0-2 15,-4-1 7-15,2-6-2 0,-4 4 4 0,-2 0 8 16,-6 0-5-16,-1 3-1 16,-9-2-2-16,-10 1-3 0,-6-1-4 0,-6-2-1 0,-1-6-1 15,2-1-5-15,-5-5-5 16,3 0-13-16,0-4-16 0,5-3-44 0,2-1-50 16,0 0-45-16,10 3-58 0,5-1-76 15,0 1-99-15,6 0-125 0,3-2-170 0,2 1-155 16,4-1 85-16,6 0-650 0,8-2-855 15</inkml:trace>
  <inkml:trace contextRef="#ctx0" brushRef="#br0" timeOffset="214610.69">27660 15112 4109 0,'-18'-4'-17'0,"0"5"4"0,4 6 1 0,0 1 10 0,3 1 34 0,0 3 39 0,0 5 24 0,0 3 8 16,3-1 0-16,1 13-7 0,-3-2-2 16,7-2-4-16,-8 4-6 0,10-5-8 0,-3-6-2 15,-2 3-10-15,5-7-4 0,-3 0-5 16,2-5-5-16,-2 1-3 0,4-3-1 15,-3 1 21-15,0-3 20 0,1-1 20 16,2-7-1-16,0 0-8 0,0 0-11 0,0 0-10 16,2-29 0-16,3-7-14 0,2-16-1 15,6-9-14-15,3-11-1 0,2-19-4 16,5 5-1-16,-2 23 3 0,-2 3 22 0,2 7 24 16,-3 9 2-16,-5 13 5 0,-4 7-12 15,-3 7-8-15,2 7-13 0,1 3 15 0,-2 7 30 16,9 5 7-16,9 11-3 0,2 6-6 15,7 10 9-15,4 5-4 0,1 2-3 0,4 1-9 16,-1 1-9-16,4-2-7 0,-7-1-9 16,5-4-47-16,-5-2-29 0,-5-3 0 0,-7-11 0 15,-11-2 0-15,0-7 0 16,-5 2 0-16,-4-4 0 0,4 0 0 0,-4-3 0 16,-3 2 0-16,-4-6 0 0,0 0 0 15,0 0 0-15,0 0 0 0,0 0 0 16,0 0 0-16,-50-10 0 0,12 2 0 0,-4-1 0 15,-2 0 0-15,-9 1 0 0,9 0 0 16,1 4 0-16,4-4 0 0,10 6 0 0,7-2 0 16,4 2 0-16,6 0 0 0,0 1 0 15,0-2 0-15,1 0 0 0,5 2 0 0,6 1 0 16,-11-1-312-16,11 1-217 16,0 0-73-16,0 0-93 0,25-15-165 0,-7 6 76 15,14-2-716-15,0-1-945 0</inkml:trace>
  <inkml:trace contextRef="#ctx0" brushRef="#br0" timeOffset="-214605.72">28135 14982 4351 0,'11'-13'9'0,"0"2"68"0,-6 1 62 0,1 3 67 0,-3 0 66 15,3 2 27-15,-6 5-3 0,5-8-25 0,-5 8-22 0,0 0 27 16,0 0-3-16,29 12-12 0,-15 2-27 0,2 8-30 16,6 2-19-16,-5-2-16 0,2 4-16 15,-2-2-16-15,0-2-14 0,-3-3-116 0,-3-3-7 16,1-3 0-16,-5-1 0 15,-1-4 0-15,-1 1 0 0,3-3 0 0,-2 0 0 16,-2 0 0-16,-4-6 0 0,9 2 0 16,-9-2 0-16,0 0 0 0,21-18 0 0,-11 3 0 15,4-12 0-15,-2-6 0 0,0-1 0 16,3-12 0-16,-2-6 0 0,-1 4 0 16,1 1-72-16,-4 15-266 0,-2 6-68 0,-2 8-86 15,-1 9-62-15,-2 1-65 0,0 5-143 16,-2 3 3-16,0 0 84 0,0 0-520 0,0 0-660 15</inkml:trace>
  <inkml:trace contextRef="#ctx0" brushRef="#br0" timeOffset="-214355.78">28646 14821 3432 0,'0'0'129'0,"13"-6"53"15,-13 6 39-15,7-6 31 0,-7 6 33 0,0 0 35 16,0 0-3-16,11-3 1 0,-11 3 25 0,0 0-5 16,14 17-15-16,-3-1-3 15,-2 3-19-15,0 10-22 0,-2 2-11 0,2 3-20 16,-6 0-17-16,-1-5-147 0,2 6-84 15,-2-6 0-15,0-4 0 0,0 0 0 0,-1-3 0 16,3-3 0-16,-2-1 0 0,3-2 0 16,-2-2 0-16,5-2 0 0,-3-2 0 0,4-2 0 15,3-2 0-15,0-3 0 0,1-1 0 16,0 1 0-16,3-3 0 0,-1 1 0 0,2-1 0 16,2 0 0-16,0-1 0 15,3-2 0-15,0 3-421 0,3-2-315 0,1-1-209 16,12-1 69-16,0-1 107 0,1 1-742 15,1 3-958-15</inkml:trace>
  <inkml:trace contextRef="#ctx0" brushRef="#br0" timeOffset="-213922.68">29780 14841 4126 0,'2'-23'-51'0,"-2"7"36"0,-2 1 40 0,2 5 24 0,0-1 26 0,0 6 36 0,0 5 67 15,0 0 66-15,0 0 61 0,-13 25 27 0,4 7 6 16,2 8 9-16,-2 15-3 0,0 8-15 16,2 1-28-16,3-2-21 0,1 2-27 0,5 0-24 15,-1-3-23-15,-1-4-21 0,6-12-185 16,-2-5 0-16,0 0 0 0,2-6 0 0,-2-7 0 15,-3-4 0-15,3-6 0 0,0-3 0 16,-2-1 0-16,-1-2-285 0,3-6-164 16,1-3-101-16,-5-2-97 0,0 0-152 0,0 0-19 15,3-24 82-15,-6 6-593 0,-7-11-785 16</inkml:trace>
  <inkml:trace contextRef="#ctx0" brushRef="#br0" timeOffset="-213772.53">29576 15312 3626 0,'-23'-9'-16'0,"10"2"39"16,0 2 47-16,1 2 47 0,4 1 53 15,8 2 44-15,-13-4 29 0,13 4 4 16,-8-5-24-16,8 5-6 0,0 0-17 0,0 0-20 16,23-7-11-16,0 4-24 0,6-1-59 15,10 0-71-15,8 4-76 0,0-2-95 0,5 2-106 16,-3 0-125-16,4 2-174 0,-3-2-154 16,-5 6 71-16,-4 1-425 0,-7 5-541 15</inkml:trace>
  <inkml:trace contextRef="#ctx0" brushRef="#br0" timeOffset="-213339.04">30074 15500 2952 0,'-18'7'116'16,"5"-2"42"-16,1-1 31 0,3-1 30 0,1 1 43 15,8-4 42-15,-14 5 38 0,14-5 6 16,-11 2-6-16,11-2-17 0,0 0-27 16,0 0-27-16,0 0-29 0,0 0-23 0,0 0-24 15,20-18-21-15,-5 8-22 0,0 0-31 16,2 0-23-16,-3-2-10 0,2 3-11 0,-5-5-4 15,2-1-10-15,-4 1-9 0,-6-2-5 16,1 1-5-16,-1-3 0 0,-6-1-12 0,-1-1-1 16,-3 2-8-16,0 0-1 0,-4 0-4 15,4 4-2-15,-2 2 0 16,0 3-8-16,-3 1-2 0,2 1 3 0,-1 4-4 16,3-1-2-16,8 4 1 0,-13-6 0 15,13 6-4-15,-7-2 10 0,7 2-2 0,0 0 4 16,18-10 2-16,5 6-2 0,13-5 1 15,2 3-2-15,-1 0 4 0,-6 2 2 0,-5 2 6 16,-5 2 9-16,0 2-24 0,-2 2-8 16,4 2 0-16,-6 2 0 0,0 1 0 15,-3 3 0-15,-2 3 0 0,-1 0 0 0,-2 1 0 16,0 1 0-16,-2 0 0 0,4 3 0 16,-4-4 0-16,0 1 0 0,2-1 0 15,-4-3 0-15,1 0 0 0,-1-1-42 16,3-2-356-16,0 0-97 0,0-2-116 0,-3-5-234 15,-1 0-6-15,-4-3 92 0,0 0-666 16,0 0-876-16</inkml:trace>
  <inkml:trace contextRef="#ctx0" brushRef="#br0" timeOffset="-213004.08">30742 15230 4273 0,'0'0'109'0,"0"0"22"0,0 0 39 0,-8-7 47 0,8 7 31 0,0 0 22 15,0 0-8-15,0 0-21 16,0 0-16-16,0 0-18 0,12-5-17 0,-12 5-27 16,21-2-13-16,-8-1-19 0,0 2-35 15,1 0-30-15,-3-3-30 0,1 2-28 0,-1-2-24 16,0 2-2-16,-1-2 2 0,-2-1-5 16,-8 5 2-16,7-8-1 0,-7 8-3 0,2-7 1 15,-2 7 0-15,0 0 5 0,-27 0 6 16,7 7 3-16,-10 3 23 0,-1-1 27 15,4 6 19-15,4-1 4 0,4 1 5 0,4-3 5 16,6-2 10-16,-1 2 16 16,2-1-2-16,4-1-5 0,3 1-8 0,-1-2-6 15,4 1-6-15,3 1-9 0,4-1-5 16,3-1-32-16,-1-3-64 0,1 1-99 0,1-1-103 16,4-5-113-16,2 2-125 0,3-3-160 15,-4-3-237-15,9 2 63 0,-2-3 98 0,0 0-585 16,-2 2-755-16</inkml:trace>
  <inkml:trace contextRef="#ctx0" brushRef="#br0" timeOffset="-212640.52">31173 15211 3998 0,'-4'-6'226'0,"4"6"6"16,0 0 13-16,-5-5 8 0,5 5 27 0,0 0 0 15,0 0-20-15,0 0-23 0,0 0-21 16,0 0-20-16,0 0-15 0,0 0-19 0,24-3-20 15,-24 3-13-15,21 2-12 0,-7-4-11 16,-1 0-31-16,1 0-22 0,2-1-19 16,-3 0-10-16,1-2-1 0,-5-1-6 0,0 0-9 15,0 0 0-15,-6 0-2 0,-3 6-7 16,-1-7-3-16,1 7-1 0,-23-4 2 0,-1 10 4 16,-12 5 0-16,-1 5 19 0,-8 4 22 15,13-1 22-15,-1 2 20 0,11 1 19 16,1-1 24-16,7-1 16 0,5-4-32 15,7-1-111-15,2-3 0 0,2 2 0 0,5-1 0 16,5 0 0-16,5-1 0 0,2-4 0 16,3-2 0-16,0 0 0 0,-1-2 0 15,2-1 0-15,2-2 0 0,-5 2 0 0,-2-3 0 16,-3 3-7-16,-1 0-609 0,-3 0-176 16,-2 0-137-16,-3 3 84 0,-6 1-856 0,0-7-1136 15</inkml:trace>
  <inkml:trace contextRef="#ctx0" brushRef="#br0" timeOffset="-211906.27">22018 16677 4662 0,'-8'-12'-61'16,"4"5"23"-16,3 0 8 0,1 7 5 0,0 0 43 0,0 0 62 0,0 0 33 16,11 31 31-16,1 0 5 0,-1 5 6 0,5 15-10 15,-2-2-12-15,4-3-11 0,-2 7-12 16,0-6-15-16,1 2-8 0,0-3-10 15,-2-1-7-15,-5-11-4 0,1-2-10 0,-1-1-11 16,-7-5-20-16,4-6-32 0,-5-3-37 16,-1 1-43-16,-1-7-41 0,-1 1-56 0,-1-8-66 15,2-4-69-15,0 0-82 0,0 0-95 16,-12-21-139-16,6-1-20 0,-1-14-363 16,1-5-492-16</inkml:trace>
  <inkml:trace contextRef="#ctx0" brushRef="#br0" timeOffset="-211673.15">22117 16731 2953 0,'-4'-18'4'0,"0"2"49"0,2 4 40 16,0 4 38-16,0-1 19 0,2 0-7 16,0 9-11-16,6-12-13 0,2 8-9 0,2 2-7 15,-10 2-11-15,0 0-5 0,36 12-4 16,-23 0-6-16,8 10-5 0,-6 4-8 0,-3-1-6 16,-5 4-4-16,-1-2 2 0,-6-2-13 15,-2 3-2-15,-2-3-7 0,-2-2-1 16,1 0-5-16,-3-2-5 0,-2-2-2 15,5-5-10-15,-3-2-27 0,1-2-47 16,-1-7-44-16,0 1-43 0,8-4-46 0,0 0-47 16,0 0-63-16,-14-17-95 0,12 5-190 15,0-2 19-15,2-5-184 0,4 2-247 0</inkml:trace>
  <inkml:trace contextRef="#ctx0" brushRef="#br0" timeOffset="-211207.03">22462 16796 2066 0,'7'6'9'0,"1"0"33"0,-4 0 46 16,-4 3 27-16,2-3 24 0,-2-6 18 0,0 14 12 16,0-5 5-16,2-3-4 0,-2-6-6 15,2 11-14-15,2-6-15 0,-4-5-9 16,7 10-7-16,-2-7-10 0,4 1-14 16,-9-4-7-16,16 4 2 0,-16-4-13 0,20 0-9 15,-20 0-10-15,16-6-4 0,-4 1-5 16,-4-1-16-16,-3-3-7 0,1-2-6 15,-2 0-8-15,-4-3-5 0,-2-3-3 0,-4-5-5 16,-1 2 6-16,-1-1-2 0,-4 4-7 16,0 2 1-16,0 0 0 0,-1 3 1 0,0 3-5 15,-1 2 7-15,1 4 4 16,1 1 11-16,-1 2 1 0,13 0-2 0,-20 0 1 16,20 0 2-16,-12 4-2 0,12-4 4 15,0 0 8-15,0 0 4 0,0 0 2 0,0 0-3 16,55-9-2-16,-15-1-2 0,6-5-2 15,-6 1-3-15,7 0-1 0,-10 2 2 16,-1 4-4-16,-11 0-1 0,-5 4 0 16,-1 4 4-16,-6 0 7 0,3 4 8 0,-3 2 7 15,-3-1 8-15,1 4 1 0,-2 2 0 16,0 0-1-16,-2 3-8 0,1-3-3 0,-3 3 1 16,1 0-10-16,-2 1 0 0,4-3-7 15,-5 0-2-15,3 0-3 0,-1-1-33 16,4 0-53-16,-6-1-55 0,3-2-37 15,3 1-63-15,1 0-61 0,2-2-71 16,-3-3-88-16,1-2-159 0,-10-2-23 0,20-6-304 16,-4 2-407-16</inkml:trace>
  <inkml:trace contextRef="#ctx0" brushRef="#br0" timeOffset="-210906.62">23184 16610 2621 0,'0'-11'15'0,"-1"5"34"0,1 6 34 0,-2-10 22 0,2 10 18 0,0 0 21 0,0 0 20 16,0 0 5-16,0 0 7 0,0 0-5 15,-27 18-5-15,21-7-4 0,6-3-10 0,0 1-12 16,0-1-12-16,2 2-7 0,6 1-9 16,1-1-10-16,0-1-10 0,7-1-8 15,-2-3-8-15,6-1-6 0,-1-4-6 16,3-2-9-16,2-2-3 0,1-1-12 16,-4-3-3-16,-3-2-4 0,2-2-2 0,-5-2-7 15,-4-3 1-15,-5 0-7 0,-4-2 2 16,-4-5-7-16,-5-7-1 0,-5 4-1 0,-1 2-2 15,-7-1-3-15,4 9-1 0,-6 2-4 16,6 6 0-16,-4 6-6 0,6 1-17 16,-2 4-25-16,-2 5-41 0,2 1-48 0,0 4-52 15,1 4-61-15,5 1-68 16,-5 9-115-16,4-4-220 0,8-2 7 0,-2-3 80 0,3-7-230 16,6 2-282-16</inkml:trace>
  <inkml:trace contextRef="#ctx0" brushRef="#br0" timeOffset="-210639.2">23554 16082 2403 0,'-4'-26'96'0,"2"7"46"0,1 4 10 16,-1 3 0-16,-3 5-16 0,5 7 41 0,0 0 21 16,0 0-10-16,3 35-5 0,2 7-8 15,6 14-6-15,3 4-5 0,5 8-9 0,6 15-11 16,0 1-8-16,0-4-20 0,-5-13-12 15,-1-2-10-15,3 1-9 0,-6-4-3 16,2-4-14-16,-3-4-10 0,-2-5-28 16,-2-13-30-16,-1-2-32 0,-6-8-27 0,2-6-24 15,-2-3-25-15,-3-5-17 0,-1-4-41 16,0-2-44-16,0-6-48 0,0 0-46 16,0 0-30-16,0 0-39 0,-3-26-49 0,-3 3-51 15,-4-15-364-15,1-12-322 0</inkml:trace>
  <inkml:trace contextRef="#ctx0" brushRef="#br0" timeOffset="-210440.03">23716 16639 2261 0,'-12'-29'4'0,"-1"0"52"0,3 10 49 16,1 3 42-16,4 3 27 0,-2 3 20 16,3 0 12-16,-1 3-11 0,1 1-21 0,4 6-9 15,-2-9-14-15,2 9 3 16,0 0-7-16,0 0-14 0,0 0-12 0,0 0-15 16,35 13-14-16,-28-9-6 0,-2 1-10 15,4 2-6-15,-6-2-8 0,-1 3-4 0,-2-8-18 16,0 16-25-16,-2-7-47 0,-3 2-39 15,-5-1-50-15,2-2-44 0,-1 0-50 0,2-4-56 16,-2 0-69-16,9-4-67 0,-11-2-89 16,11 2-68-16,-5-8-222 0,5 8-274 15</inkml:trace>
  <inkml:trace contextRef="#ctx0" brushRef="#br0" timeOffset="-209872.2">23778 16541 2095 0,'14'2'-13'0,"-5"0"45"0,-9-2 43 15,16 4 40-15,-8-1 32 0,-8-3 30 16,11 6 22-16,-8 0 7 0,4-1 2 0,-7-5-10 15,11 9-7-15,-7-4-8 0,1-1-14 16,-5-4-19-16,12 8-11 0,-4-4-15 16,-8-4-10-16,14 6-9 0,-3-6-10 0,-11 0-7 15,20-2-9-15,-10-3-10 0,-1 0-3 16,0-2-6-16,-3-1-5 0,2-8-8 0,-6 0-4 16,2-5-5-16,-8-2-3 0,2 0-4 15,-1-3-3-15,-8-3-6 0,0 9 2 16,4 3-11-16,-1 3 5 0,-2 6-4 0,1 1-3 15,-1 7 4-15,10 0-1 16,-26 10-2-16,10 4 5 0,5 3 3 0,-2 7-1 16,3 0 0-16,7-2 1 0,1-3-2 15,4 1-2-15,1-1 0 0,7-1 1 0,3-3-1 16,6-1 0-16,9-2-1 0,-3-7-2 16,0-3 4-16,2-4-1 0,0-2-2 0,5-5 1 15,-1-3-1-15,-3-6 0 0,-4-1 1 16,1 1 2-16,-7 1 15 0,-1-4 16 15,-4 3 15-15,-3 5 15 0,-5 2 22 0,2 1 6 16,-4 1-28-16,1 3-8 16,0 1-6-16,-4 5-18 0,5-9-1 0,-5 9-8 0,0 0-2 15,0 0 0-15,0 0-5 16,0 0-5-16,22 19-1 0,-17-11-2 0,2 1 1 16,4 1-4-16,0 0 6 0,2 4-8 15,1-2 2-15,-2 2-5 0,1-4 2 0,-1 0-5 16,-2-1 3-16,2 1 0 0,-5-2-8 15,0-2 4-15,2 1-3 0,-6-1 6 16,5-2-7-16,-4 2 9 0,-4-6-10 0,9 8-1 16,-9-8-6-16,6 6 3 0,-6-6-5 15,6 5-57-15,-6-5-48 0,0 0-53 0,7 4-55 16,-7-4-38-16,8 2-38 0,-8-2-51 16,19-3-70-16,-6-4-98 0,10-8-157 15,2-8-7-15,4-10 75 0,-3-2-315 0,3-5-397 16</inkml:trace>
  <inkml:trace contextRef="#ctx0" brushRef="#br0" timeOffset="-209374.04">24789 16045 2737 0,'4'-25'91'0,"-4"8"55"0,0 3 33 0,0 4 16 0,0 1 16 0,0 2-1 0,0 7-9 0,0 0 25 0,0 0 35 0,0 0-16 0,0 0 5 0,0 0-11 0,2 30-18 16,-1-11-24-16,3 3-16 0,2 10-14 15,3 3-19-15,-1 0-14 0,0 2-14 16,1 1-14-16,-4 1-19 0,4 0-71 0,-6-1-59 15,3 3-63-15,-2-2-62 0,-4-1-61 16,0-2-50-16,0-6-40 0,-2-6-29 16,0-7-14-16,0-3-12 0,0-4-11 15,0-3 4-15,2-7 45 0,0 0 73 0,0 0 62 16,0 0 62-16,-3-25 51 0,1 8 51 16,-2 0 48-16,1 1 53 0,0-1 45 0,1 5 47 15,0 0 14-15,-2 2-1 0,4 1-19 16,-1 3-16-16,1 6-17 0,-2-9-9 0,2 9 2 15,0 0-12-15,0 0-10 0,25 3-3 16,-11 1-14-16,8 0-40 0,-1-3-52 16,6-1-50-16,11-1-43 0,7-5-21 0,14-6-12 15,4-2-28-15,1-6-38 16,-3-2-21-16,-3-5 9 0,-7-1 27 0,-1-1 58 16,-8-1 66-16,-10-1 58 0,-9 6 48 15,-3-1 48-15,-6 2 76 0,-2 4 65 0,-4 3 41 16,-3 6 21-16,-1 3 3 0,0-1-30 15,-2 6-22-15,-2 3 3 0,0 0 24 0,0 0-10 16,-19 17-23-16,5 7-23 0,1 3-17 16,-2 4-13-16,2 5-23 0,-3 9-17 15,5-7-15-15,-5 7-37 0,3 0-60 0,4-5-65 16,-1-3-74-16,-1 2-66 16,2-4-54-16,-2 0-55 0,-1-6-59 0,-2-4-63 15,3-4-88-15,1-9-126 0,0-3-4 16,3-4-354-16,1-5-463 0</inkml:trace>
  <inkml:trace contextRef="#ctx0" brushRef="#br0" timeOffset="-209223.95">25293 16566 2639 0,'-11'-35'18'0,"-1"-15"67"0,1 0 59 0,4 13 65 0,-2 2 69 0,0 12 58 0,6 3 0 0,-3 5-19 0,2 3-28 0,3 2-36 0,-3 3-21 0,0 1-28 0,4 6-18 0,0 0-20 16,0 0-19-16,0 0-71 0,0 0-74 15,8 21-86-15,-1-13-94 0,0 7-111 0,5-1-125 16,1-1-220-16,-2 1-76 0,5-2 85 15,-1 0-390-15,-3-2-489 0</inkml:trace>
  <inkml:trace contextRef="#ctx0" brushRef="#br0" timeOffset="-209040.57">25799 16349 3376 0,'0'0'442'0,"0"0"6"16,0 0 6-16,0 0 1 0,0 0-14 0,0 0-34 15,0 0-41-15,0 0-40 0,0 0-43 16,0 0-64-16,0 0-96 0,0 0-132 0,-8-12-142 16,8 12-134-16,0 0-126 15,0 0-161-15,0 0-269 0,0 0 57 0,0 0 93 16,0 0-532-16,0 0-686 0</inkml:trace>
  <inkml:trace contextRef="#ctx0" brushRef="#br0" timeOffset="-206956.95">2479 14091 3526 0,'6'-12'-28'0,"-1"4"5"0,1 1 0 0,-3 2 6 0,-3 5 41 0,0 0 31 0,0 0 26 0,20 17 13 0,-13-2 14 16,1 2 8-16,4 11-7 0,-5-5-9 15,-1 0-5-15,4 9-6 0,-3-1-7 16,2-1-2-16,-1-5-11 0,-2-5-2 16,0 2-13-16,-1-5-3 0,-1 0-6 0,0-2-4 15,-1-1-4-15,1-4-28 0,1 0-35 16,-2-1-48-16,-1-1-43 0,0-2-54 0,2-2-94 15,-4-4-128-15,0 0-188 0,0 0-33 16,13-13 72-16,-9 1-158 0,2-7-194 16</inkml:trace>
  <inkml:trace contextRef="#ctx0" brushRef="#br0" timeOffset="-206755.82">2748 14076 2072 0,'4'-17'111'16,"-2"8"28"-16,-1 1 7 0,-1 0 4 15,0 8 6-15,2-10 1 0,-2 10 40 0,0 0 10 16,0 0-20-16,0 0-15 0,9 26-12 15,-5-11-4-15,3 4-18 0,0 2-11 16,0 1-10-16,1 7-16 0,2-2-6 0,-1 2-11 16,0-4-6-16,-5-4-12 0,4-1-25 15,-4 1-39-15,0-4-43 0,-1-4-60 16,-1 0-61-16,0-2-51 0,0-2-61 0,-4-4-92 16,2-5-141-16,0 0-105 0,0 0 63 15,0 0-143-15,-15-22-186 0</inkml:trace>
  <inkml:trace contextRef="#ctx0" brushRef="#br0" timeOffset="-206423.57">2391 13813 1935 0,'-40'4'-10'0,"-2"2"28"0,-10 8 26 0,3 8 31 16,-2 7 24-16,5 4 29 0,0 6 20 16,8 5 9-16,2 3 16 0,6 7 18 15,10 2 3-15,5 6-6 0,11 2-6 0,12 0 37 16,7-2-19-16,12-2 2 0,25 8 11 15,12-10-13-15,10-7-18 0,8-8-17 0,-1-11-15 16,-15-13-9-16,1-5-10 16,1-11-15-16,3-7-6 0,-2-7-12 0,1-10-9 15,10-8-4-15,-4-5-12 0,-5-8-4 16,-4-2-26-16,-8-6-2 0,-18 7-5 16,-5-3 7-16,-7-5 2 0,-10-6 1 0,-6-4-6 15,-13-5 5-15,-9-4 0 0,-18-15-5 16,-10 2-6-16,-13 4-6 0,-11 7-6 0,-11 14-8 15,-9 13 1-15,-5 16-6 0,12 20-17 16,-8 12-33-16,-19 17-41 0,6 9-69 0,8 6-94 16,8 11-124-16,9 5-158 15,20-11-248-15,8 3 55 0,8 1 79 0,9-1-363 16,12-7-480-16</inkml:trace>
  <inkml:trace contextRef="#ctx0" brushRef="#br0" timeOffset="-203890.65">3959 13880 2565 0,'0'-5'-45'0,"0"5"51"0,3-10 37 0,-3 10 39 15,0-9 29-15,0 9 22 0,0-9 10 0,0 9-10 16,0 0 6-16,0 0 10 0,0 0 17 16,0 0 24-16,0 0 14 0,0 0 2 0,4 26-1 15,-3-7 2-15,-1 3 1 0,0 5-15 16,0-2-18-16,0 2-16 0,0 1-13 16,2-2-11-16,-2 1-15 0,2-1-12 0,-2-1-11 15,2-1-10-15,-2-5-9 0,2 0-7 16,-2-6-8-16,2 1-8 0,0-2 0 0,-2-3-2 15,1-1 1-15,-1 1 52 16,0-9-1-16,0 0-9 0,0 0-9 0,0 0-12 16,0 0-3-16,6-35-13 0,-4 1-2 15,4-5-11-15,0-2-4 0,1 2-4 0,1-1-2 16,0 3-5-16,-1 8-4 0,-3 4-3 16,1 6-4-16,-1 7-6 0,0 4-3 15,1 2-5-15,-5 6-6 0,11 0 0 0,-11 0 0 16,14 12 1-16,-2-1 8 0,-1 4-6 15,3 0 0-15,3 8 0 0,2-3-2 0,-6-3 6 16,1-2-3-16,-3-3 0 0,0-4 3 16,1-1 3-16,-1-3 5 0,-1-4-2 0,-10 0-16 15,26-9-10-15,-8-1 13 16,5-11-8-16,-3-2 1 0,0-1 1 0,1 1-5 16,-4 0 3-16,-2 6 0 0,-4 5-4 15,-3 2 2-15,0 1-4 0,1 6-5 16,-3 1 3-16,-6 2 0 0,0 0 5 0,21 12-6 15,-13 0 10-15,-1 3 1 0,1-3-1 16,2 9 1-16,-3-2 0 0,2 0-3 0,1 1 2 16,0-1 0-16,-3 1-10 0,1-4-26 15,3 0-37-15,-7-2-44 0,3-1-56 16,-1 1-76-16,2-2-76 0,-4-2-82 0,0-1-102 16,1-2-146-16,1-2-82 0,-3-2 88 15,-3-3-456-15,14 0-580 0</inkml:trace>
  <inkml:trace contextRef="#ctx0" brushRef="#br0" timeOffset="-203507.86">4828 13865 2886 0,'6'-13'-13'0,"0"5"40"0,-2 1 17 0,-2 2 6 0,-2 5 17 0,6-7 22 0,-6 7 3 16,0 0 20-16,0 0 6 0,0 0-13 16,0 0 4-16,28 19 9 0,-20-7-9 0,-1 5-12 15,1 2-3-15,-2 1 10 0,-2-3-8 16,-3 2-6-16,-2 1-3 0,-5 1-14 0,-1 2-1 15,-7 5-8-15,-2-3-10 16,-1-2-4-16,0-8-5 0,4-3-5 0,2-4-2 16,-3-1 0-16,3-5-5 0,11-2-2 15,-20-9-4-15,13-3-10 0,-7-13 3 0,7-8-3 16,1-4-3-16,4 2-5 0,2 0 0 16,0 5 1-16,0 8 0 0,2 3-6 15,2 2-2-15,-2 5-2 0,3 5 2 0,1 4 0 16,-6 3 1-16,0 0 4 0,29 10 3 15,-16 2 0-15,11 6-5 0,-4 6 3 0,1 1 1 16,0-2-3-16,-2 4 3 0,2-2-3 16,0-3 1-16,-2-1-5 0,-2-5 2 15,-6-3-11-15,1-3-21 0,1 1-35 16,-3-3-56-16,0-2-75 0,-1-2-91 0,-2-2-121 16,-7-2-183-16,16-4-39 0,-16 4 72 15,15-8-251-15,-7-5-295 0</inkml:trace>
  <inkml:trace contextRef="#ctx0" brushRef="#br0" timeOffset="-203274.16">5076 13578 2327 0,'-11'-19'28'0,"-3"6"28"15,5 4 18-15,0 2 9 0,1 2 23 16,0 3 34-16,8 2 38 0,0 0 28 0,-15 17 9 16,13-3 10-16,2 5-2 15,4 8-3-15,2 9-15 0,3 3-20 0,3 8-17 16,4 2-16-16,-2-2-15 0,3 1-11 15,0-2-12-15,-2-3-9 0,1-7-12 0,-5-1-12 16,3-4-15-16,-1-4-33 0,-4-4-41 16,1-5-49-16,-1-2-70 0,-3-5-69 15,1 2-55-15,2-5-48 0,-6-3-69 0,3-1-71 16,-6-4-69-16,0 0-48 0,0 0-375 16,9-16-411-16</inkml:trace>
  <inkml:trace contextRef="#ctx0" brushRef="#br0" timeOffset="-203141.54">5202 14040 2452 0,'-6'-22'-48'0,"2"4"53"0,3 2 40 0,-1 2 32 0,2-2 31 15,-2 1 14-15,4-5 18 16,1 3-5-16,3-3-17 0,1-1-2 0,2 2-14 16,-2-1-4-16,2 3-17 0,2 0-10 15,-6 3-30-15,2 2-50 0,-3 3-77 16,2 1-88-16,-3-1-97 0,4 3-125 0,-3 2-141 16,-4 4 44-16,0 0-84 0,0 0-79 15</inkml:trace>
  <inkml:trace contextRef="#ctx0" brushRef="#br0" timeOffset="-202991.18">5264 13832 1487 0,'2'14'-9'0,"-2"-1"65"16,5-1 52-16,-3 4 31 0,3-1 26 0,-1 0 26 16,3 1 18-16,-1 1-3 0,4 1-10 15,-1-2-21-15,5 0-15 0,5 2-13 16,0-2-13-16,-2-4-12 0,2-3-18 0,1 0-35 16,-4-4-67-16,2-2-83 0,-2 1-104 15,0-4-164-15,-3 0-210 0,3 0 39 16,-3-4-149-16,2 3-165 0</inkml:trace>
  <inkml:trace contextRef="#ctx0" brushRef="#br0" timeOffset="-202625">5795 14076 2148 0,'-14'4'145'15,"14"-4"13"-15,0 0 28 0,0 0 23 0,0 0 7 16,0 0-24-16,0 0-12 0,0 0-16 15,0 0-24-15,-4-15-11 0,4 15-14 16,0 0-8-16,21-14-12 0,-13 9-12 0,-3 1-7 16,2-2-11-16,-2-2-6 0,-1-2-8 15,0 2-2-15,-4-1-10 0,0-3-7 0,-6-2-7 16,-3-3-2-16,-9-2-3 0,1 1-7 16,-2 8-6-16,-2 3 0 0,0 0 1 0,-1 7-3 15,-7 3 3-15,-7 6 2 0,-1 5 12 16,3 4 10-16,3 1 16 0,8 5 16 15,5 0 13-15,6-2 24 0,8-1 27 16,4-1 20-16,7 0 2 0,7 7 2 16,10-3-11-16,2-3-11 0,5-4-15 0,5-2-10 15,0-2-9-15,5-4-10 0,2-1-16 16,-1-4-37-16,0 0-53 0,0 0-74 0,-1-2-110 16,2-2-137-16,-4-2-178 0,3-2-266 15,-1 0 66-15,-2 1 81 0,-3-2-431 0,3 0-540 16</inkml:trace>
  <inkml:trace contextRef="#ctx0" brushRef="#br0" timeOffset="-201958.64">6625 13675 3206 0,'-9'-15'123'15,"5"3"44"-15,-1 4 8 0,1 1 2 16,1 3-6-16,3 4 2 0,0 0 39 0,0 0 8 15,-9 19-20-15,5 1-15 0,4 3-16 16,0 16-13-16,0 0-18 0,2 1-9 16,-2 7-14-16,4-3-8 0,-2 2-8 15,2-5-15-15,-3 2-5 0,4-2-9 0,-1-3-9 16,-2-8-5-16,-1-4 2 0,1-3-14 16,-2-5 4-16,0-3-10 0,0-1-3 15,-2-3 2-15,-1 1-11 0,-3-4-1 0,-2-2 0 0,0-2-7 16,-3-2-1-16,11-2-8 15,-28-8-5-15,10-2-3 0,2-2-11 0,-8-7-2 16,1 2 4-16,10 2-4 0,1 5-1 16,3 0 2-16,4 1-7 0,3 2 1 0,4 0-2 15,5-1-2-15,11-4-7 0,12-5-11 16,13-2-27-16,7-3-23 0,-1-1-21 0,7 0-21 16,-3-2-1-16,3-3 8 0,-5-1 14 15,-2 0 14-15,-7-2 10 0,-5-1 4 16,-5 1 11-16,-13 0 13 0,-3-1 5 15,-9-2 4-15,-7 3 10 0,-4-4 10 0,-3 2 7 16,-5 4 23-16,-3 5 2 0,-3 9 5 16,2 5 19-16,-2 3 7 0,-1 7 12 15,-5 3 14-15,3 6 12 0,-8 6 4 0,4 6 21 16,7 3 3-16,2 3-5 0,7 5 19 16,3-1-11-16,6-1-2 0,7 8-9 0,-1-4-4 15,7 2-16-15,1-2-5 0,4-1 0 16,0-1 0-16,1-5-15 0,2-2-7 0,-2-6 0 15,-1-3-1-15,-4-4-9 0,-1-7 1 16,-1 3 8-16,1-4-4 0,-1-4-12 0,3-2 0 16,-1-2-5-16,2-3-3 0,0 1-3 15,-3-4 1-15,1 2 0 0,-3 2-2 16,-2 0-6-16,1 3-10 0,-4-3-11 16,1 4-26-16,-7 2-19 0,0 0-15 15,0 0-21-15,4 11-39 0,-6-3-53 0,2-8-58 16,-2 16-75-16,2-7-65 0,0-2-88 15,0 2-119-15,2-3-112 0,6 0 58 0,-5-3-406 16,6-1-523-16</inkml:trace>
  <inkml:trace contextRef="#ctx0" brushRef="#br0" timeOffset="-201423.3">7256 14024 2866 0,'4'-6'22'0,"-2"0"43"0,-2 6 30 0,0-7 45 0,0 7 29 15,0 0 37-15,0 0 21 0,0 0 6 0,2-8-9 0,-2 8-17 0,0 0-16 16,0 0-19-16,0 0-18 0,0 0-15 15,0 0-12-15,0 0-15 0,0 0-8 16,0 0-11-16,0 0-7 0,0 0-13 0,0 0-9 16,0 0-8-16,19 13-6 0,-19-13-7 15,0 0-4-15,0 0-12 0,-17 16-8 0,7-12-16 16,-1-4-10-16,11 0-10 0,-23 0-11 16,23 0-5-16,-16-16-1 0,9 1 3 15,3-7 6-15,2 3 1 0,4 2 8 0,0-1 8 16,4 2 13-16,2 5 18 15,-1 2 19-15,3 4 28 0,1 3 35 0,-11 2 20 16,28 5-1-16,-14 2 4 0,3 3-5 16,0 2-8-16,3-1-1 0,-4 1-10 0,9 5-6 15,-3-7-9-15,-4 1-7 0,2-5-8 16,-6 0-6-16,6-2-4 0,-3-2 2 0,2-4-20 16,2-2-30-16,2-2-42 0,-3-4-22 15,5-3-29-15,-2-4-12 0,-5 1-16 0,0-5-18 16,-5 0-13-16,-6-1-18 0,0-7-12 15,-5-7-9-15,-4-1-25 0,-7-18-17 0,-5-3-3 16,-1-1 14-16,-6-1 23 16,2 1 15-16,-3 3 19 0,-2 8 21 0,1 7 31 15,3 15 23-15,4 9 48 0,-1 6 40 16,2 8 43-16,-3 6 38 0,2 10 23 16,-4 12 24-16,4 6 14 0,2 15 3 0,7 5-1 15,7-4-11-15,1 10-19 0,5 4-9 16,3-7-11-16,3 6-9 0,1-2-12 0,1-7-15 15,1-3-31-15,1-3-29 0,-5-11-37 16,2-3-56-16,-1-2-73 0,-5-6-85 0,3-6-72 16,1 0-27-16,-3-5-89 0,1-3-108 15,-3-3-137-15,-2-2 46 0,-4-4-395 0,5 3-495 16</inkml:trace>
  <inkml:trace contextRef="#ctx0" brushRef="#br0" timeOffset="-201291.21">7527 14016 3092 0,'-4'-4'159'0,"4"4"46"0,-5-7 37 0,5 7 50 0,0 0 34 0,-2-8 13 0,2 8-13 0,0 0-37 16,7-10-32-16,3 7-31 0,3-2-96 16,4-2-117-16,4 1-133 0,2-2-188 0,0 2-251 15,-2 0-192-15,2 1 90 0,-5 5-528 16,2 0-655-16</inkml:trace>
  <inkml:trace contextRef="#ctx0" brushRef="#br0" timeOffset="-200375.8">8079 13946 3669 0,'2'-11'201'0,"-2"2"-10"0,2 2-13 0,0 4-4 0,-2 3 60 0,0 0 53 0,0 0 6 0,0 0-7 0,10 30-9 15,-6-12-17-15,0 5-23 0,-3 4-18 0,3 6-23 16,-2-4-13-16,0-4-7 0,-2-1-13 15,0 0-16-15,0-3-13 0,0-3-13 16,2-4-11-16,-1-2-10 0,-1 0-3 0,0-1 29 16,2-5 6-16,-2-6-132 0,2 7 0 15,-2-7 0-15,0 0 0 0,14-24 0 0,-3-2 0 16,3-8 0-16,4-9 0 0,-2-1 0 16,-1 8 0-16,-1 3 0 0,-1 4 0 15,-3 6 0-15,-1 6 0 0,-1 5 0 16,-5 2 0-16,6 5 0 0,-4 2 0 0,-5 3 0 15,0 0 0-15,29 15 0 0,-18 0 0 16,6 6 0-16,0 1 0 0,2 2 0 16,-2 1 0-16,2-3 0 0,-6-1 0 0,-1-4 0 15,-4-3 0-15,1-3 0 0,-1 1 0 16,3-3 0-16,-5-1-213 0,-1-1-73 0,2-3-18 16,-7-4-6-16,0 0 1 0,0 0 36 15,18-16 25-15,-12 3 25 0,4-7 31 0,1-7 17 16,-2-2 39-16,0 6 50 0,-4 5 62 15,-3 5 32-15,0 1 29 0,2 0 12 0,-2 7 7 16,-1-1 40-16,-1 6 49 0,0 0 43 16,0 0 21-16,0 0 2 0,0 0 0 15,6 23-12-15,-4-11-17 0,2-3-13 0,-2 4-15 16,6-1-15-16,-1 0-11 16,0-4-15-16,4 3 0 0,2-4-16 0,0-2-10 15,2-1-10-15,3-4-14 0,-4 0-18 16,2-1-42-16,-1-2-3 0,1-2 0 0,-3-2 0 15,-2 0-28-15,-3 0-8 0,-1-1-6 16,-7-1-7-16,0 0-6 0,-1-3-15 0,-9-5-22 16,-9-6-23-16,-2-1-21 0,-8 1-21 15,2 0 0-15,1 3 9 0,0 1 7 16,4 7-15-16,7 5-26 0,0 3-36 16,-1 3-47-16,3 2-57 0,-2 5-69 0,2 2-125 15,0 1-216-15,2 3 53 0,2 0 76 16,6-3-384-16,4-3-463 0</inkml:trace>
  <inkml:trace contextRef="#ctx0" brushRef="#br0" timeOffset="-199975.91">9280 13253 3106 0,'-13'-19'235'0,"-4"7"28"0,5 3 16 0,3 5 42 0,0 4 43 0,9 0 28 0,-24 14 15 16,9 10-9-16,4 9-22 15,3 4-10-15,5 4-29 0,3 5-28 0,0 1-23 16,5 7-29-16,2-3-23 0,1-10-25 16,0 0-157-16,3-4-52 0,0-2 0 0,0-6 0 15,-4-6 0-15,-2-5 0 0,-1-2 0 16,2-7 0-16,-4 3 0 0,2-2 0 16,-2-3 0-16,-2-4 0 0,0-3 0 0,0 0 0 15,0 0 0-15,0 0 0 0,-19-12 0 16,9 4 0-16,-5-4 0 0,-4 1 0 0,2 1 0 15,-3 2 0-15,5 3 0 0,-2 5-13 16,2 0-62-16,-8 5 38 0,5 5 35 16,-7 5 32-16,3 4 26 0,9-2-15 15,1 2-41-15,7-2 0 0,3 0 0 0,4 0 0 16,3 1 0-16,3-2 0 0,4 1 0 16,3-4 0-16,2-3 0 0,4-4 0 0,2 0 0 15,1-2 0-15,3-4 0 0,2 0-323 16,9-4-336-16,0-2-268 0,-1 0 42 0,-7 2 104 15,-3 2-789-15,-3-2-1012 0</inkml:trace>
  <inkml:trace contextRef="#ctx0" brushRef="#br0" timeOffset="-199659.1">9693 13902 4765 0,'0'0'185'0,"-9"5"43"15,9-5 38-15,-5 5 70 0,5-5 59 0,0 0 21 0,0 0-25 16,0 0-38-16,0 0-30 15,0 0-36-15,0 0-41 0,0 0-246 0,18-16 0 16,-6 8 0-16,-3 0 0 0,3-1 0 16,-4 3 0-16,-1 0 0 0,1-1 0 0,-7 2 0 15,1 0 0-15,-2 5 0 0,0 0 0 16,0 0 0-16,-34 7 0 0,16 0 0 0,-13 8 0 16,2 2 0-16,5 2 0 0,0 0 0 15,6 1 0-15,2 0 0 0,7-5 0 16,2-1 0-16,2 1 0 0,3-3 0 15,2 2 0-15,2-4 0 0,3 1 0 0,2-4 0 16,4-2 0-16,7-2 0 0,-4-3 0 16,8 0 0-16,3-5 0 0,-1 2 0 15,2 1 0-15,1-1 0 0,0 6-538 0,2 0-413 16,5 4 23-16,0 3 111 0,-4 4-869 16,-1 1-1121-16</inkml:trace>
  <inkml:trace contextRef="#ctx0" brushRef="#br0" timeOffset="-199172.57">10423 14209 5071 0,'0'0'156'0,"0"0"60"0,-22-12 39 0,17 5 13 16,5 7-10-16,3-19-19 0,1 6-24 0,3-6-22 16,6-5-18-16,3-2-14 15,2 1-23-15,4-3-13 0,3-7-21 0,0-2-14 16,0-2-27-16,-3-4-10 0,1-7-19 15,-2-6-16-15,0 1-4 0,-2-2 2 0,-3 5 8 16,-4 5-9-16,-4 14 8 0,-2 6 17 16,-2 10 8-16,0 1 2 0,-2 3 3 0,-1 4 7 15,-1 6-44-15,0 3-16 0,0 0 0 16,0 0 0-16,-1 33 0 0,1-12 0 0,3 12 0 16,5 1 0-16,-1-2 0 15,9 1 0-15,-2-2 0 0,4-2 0 0,3-1 0 16,-2-6 0-16,2-1 0 0,2-3 0 15,-4-4 0-15,-4-5 0 0,-2-1 0 0,-3-1 0 16,0-4 0-16,-3 3 0 0,1-3 0 16,-8-3 0-16,0 0 0 0,0 0 0 0,0 0 0 15,0 0 0-15,-42-10 0 0,4 5 0 16,-8 1 0-16,-3 2 0 0,1 0 0 16,3 2 0-16,10 2 0 0,9-2 0 0,2-2 0 15,5 2 0-15,4 0 0 0,-1 0 0 16,16 0 0-16,-20 0 0 0,20 0 0 0,-17 0 0 15,7 0 0-15,10 0 0 16,-12-1 0-16,12 1 0 0,0 0 0 0,-11 7 0 16,11 0 0-16,-2 23-812 15,4-9-163-15,-2-6 96 0,0-1-1000 0,0 1-1303 16</inkml:trace>
  <inkml:trace contextRef="#ctx0" brushRef="#br0" timeOffset="-197892.16">4154 15362 5346 0,'0'0'-137'0,"-7"-11"24"0,7 11 16 0,-7-7 19 15,7 7 22-15,0 0 30 0,0 0 44 0,0 0 30 16,0 0 0-16,0 0 3 0,41 16-4 0,-25-5 0 16,0 1 4-16,-1 3 9 0,-3-1 8 15,-1 6 7-15,-4-3 4 0,-5 2 4 0,-2 0 10 16,-2 1 3-16,-10 9-8 0,-8-3 1 15,0-2 1-15,-7-3-3 0,2-3 0 16,-4-2-13-16,-1-3-2 0,3-7-1 16,4-4 5-16,1-6-7 0,-10-8-11 15,8-9-9-15,1-5-5 0,6-3-4 0,6 2-3 16,5 5-6-16,6 3-4 0,4 4 0 16,3 3-3-16,9 0-6 0,1 4 0 0,2 7-5 15,6 2 4-15,13 7-1 0,0 2 1 16,2 4 6-16,4 1-13 0,-5 1 2 15,-3-4 8-15,-5 3 7 0,-2-3 9 0,-10-4 4 16,-3-1 7-16,-2-2 21 0,-4 1 19 16,2-3 22-16,-5-1 18 0,-7-2 15 0,18-2-11 15,-18 2-14-15,14-17-11 0,-2-2-12 16,-2-10-41-16,3-8-53 0,1-9 0 16,-3 10 0-16,2-1 0 0,-3 2 0 15,-1 6 0-15,0 7 0 0,0 6 0 16,-4 5 0-16,2 4 0 0,-1 3 0 0,-6 4 0 15,25 6 0-15,-6 4 0 0,10 10 0 16,7 4 0-16,4 5 0 0,2-1 0 0,3 0 0 16,2-2 0-16,-2-6 0 0,1-1 0 15,-12-9 0-15,-1-1 0 0,-7-4 0 0,-7-4 0 16,-2-1 0-16,0-3 0 0,-1-4 0 16,0-5 0-16,-2-4 0 0,-1-7 0 15,1-3 0-15,-3-3 0 0,-2-4-52 0,-2-3-108 16,-2-3-7-16,1-8 0 15,-4-7 11-15,3-5 15 0,-5 1 14 0,2 8 16 16,-2 6 8-16,0 3 15 0,-2 3 13 16,2 10 15-16,-2 7 16 0,2 3 13 0,0 4 4 15,0 4 7-15,0 3 20 0,0 7 41 16,0 0 41-16,0 0 13 0,0 0 3 0,13 55 3 16,-8-15 13-16,6 13 8 0,3-1-9 15,3 4-8-15,0-4-16 0,0-1-7 16,4-3-6-16,4-6-7 0,-2-4-6 0,-3-9-7 15,4-3-4-15,-7-6-4 0,-2-3-1 16,-4-5 0-16,-1-3-18 0,-3-3-29 0,1-4 0 16,-8-2 0-16,0 0 0 0,0 0 0 15,17-17 0-15,-17 7 0 0,-1-2 0 0,-5-3 0 16,-4-4 0-16,-9-7 0 0,-4 4 0 16,-3 2 0-16,-5 8 0 0,2 6 0 15,4 7 0-15,-12 5 0 0,1 8 0 16,5 3 0-16,2 5 0 0,4 4 0 15,8 3 0-15,6 1 0 0,7-4 0 0,6-3 0 16,4 0 0-16,7 3 0 0,4-1 0 16,4-5 0-16,2-1 0 0,8-4 0 0,1-2 0 15,6-5 0-15,5-1 0 0,0-4 0 16,2-3-306-16,1-3-137 0,2 0-135 0,-2-2-185 16,-1-4-117-16,-1 4 95 15,10-7-724-15,-12 5-954 0</inkml:trace>
  <inkml:trace contextRef="#ctx0" brushRef="#br0" timeOffset="-197658.93">6259 15175 4599 0,'-5'-14'230'0,"1"2"81"0,2 4 49 0,1-1 19 0,-1 2-3 0,2 7-32 0,-2-7-28 0,2 7 13 15,0 0 24-15,0 0-25 0,11 27-62 0,-4-4-266 16,4 6 0-16,0 3 0 0,-2 1 0 15,1-1 0-15,1-1 0 0,-2 2 0 0,2-8 0 16,-8-4 0-16,5-1 0 16,-5-3 0-16,1-5 0 0,-2-1 0 0,1 0 0 15,-3-4-176-15,0-2-444 0,0-5-137 16,0 0-165-16,0 0 78 0,0 0-813 16,2-34-1094-16</inkml:trace>
  <inkml:trace contextRef="#ctx0" brushRef="#br0" timeOffset="-197508.28">6429 14991 4517 0,'-5'-22'-56'0,"0"5"47"0,3 3 46 16,-3 4 35-16,3 1 23 0,0 2-3 16,0 0-9-16,2 7-17 0,-3-10-23 0,3 10-43 15,-2-8-59-15,2 8-64 0,0 0-75 16,0 0-89-16,0 0-109 0,0 0-177 16,18 0-26-16,-18 0 67 0,18-3-207 15,-7 2-231-15</inkml:trace>
  <inkml:trace contextRef="#ctx0" brushRef="#br0" timeOffset="-196975.11">6568 14786 2305 0,'5'-16'169'0,"-3"4"51"16,-2 5 42-16,0 0 34 0,0 7 7 0,0 0 5 16,0 0 20-16,0 0 45 0,0 0 15 15,0 0-9-15,5 46-41 0,-3-7-29 0,5 2-26 16,-1 2-28-16,2 9-26 16,0 0-22-16,-3-11-22 0,2-2-18 0,1-1-18 15,-2-3-15-15,4-4-13 0,-7-4-11 16,1-7-21-16,0-5-19 0,-3-2-17 0,4-1-11 15,-1-2-8-15,-2-3-8 0,0-1-1 16,-2-6-10-16,0 0-7 0,0 0 2 16,0 0-9-16,0 0-1 0,0 0 0 0,-45-20 0 15,30 8 0-15,-4 0 0 0,2-1 0 16,3 2 0-16,-2 1 0 0,4 2 0 0,4 2 0 16,-1 0 0-16,4 2 0 0,5 4 0 15,-9-8 0-15,9 8 0 0,0 0 0 16,20-14 0-16,-4 3 0 0,15-7 0 0,2 1 0 15,7-6 0-15,0-3 0 0,-3 3 0 0,4 0 0 16,-12 6 0-16,-2 3 0 16,-9 4 0-16,-2 3 0 0,-3 3 0 0,-6 3 0 15,-7 1 0-15,10 10 0 0,-12 2 0 16,1 5 0-16,-10 2 0 0,0 7 0 0,-3 3 0 16,2-2 0-16,2-5 0 0,2-1 0 15,2-2 0-15,1-3 0 0,1-1 0 16,2-3 0-16,2 0 0 0,2 0 0 0,2 0 0 15,1-2 0-15,1 2 0 0,2-1 0 16,0 1 0-16,3 5 0 0,1 1 0 0,3 5 0 16,-3-5 0-16,-7 2 0 0,1-6 0 15,-5 4 0-15,-1-2 0 0,0 1 0 16,-5-2 0-16,-2 2 0 0,-9-3 0 16,3 1 0-16,-3-4 0 0,0-1 0 0,-6-3 0 15,3-2 0-15,0-3 0 0,-5-6-97 16,-13-3-974-16,-1-4 114 0,-6-10 100 15,8 7-915-15,-3 0-1201 0</inkml:trace>
  <inkml:trace contextRef="#ctx0" brushRef="#br0" timeOffset="-196817.84">7461 15636 4266 0,'1'-7'-692'0,"-1"3"77"0,0 4-392 0,0 0-481 0</inkml:trace>
  <inkml:trace contextRef="#ctx0" brushRef="#br0" timeOffset="-196542.67">7971 14841 3202 0,'0'-12'258'16,"0"4"-9"-16,0 8-6 0,0 0 50 0,0 0 59 15,0 0 16-15,0 40 0 0,-1-2 3 16,-2 3-10-16,3 3-16 0,3 2-21 16,-2 1-15-16,3 5-19 0,0-6-22 0,1-2-28 15,1-1-21-15,1-2-88 0,2-3-131 16,-4-2 0-16,2-5 0 0,-1-7 0 0,-2-3 0 15,0-6 0-15,-2-3 0 16,0-2 0-16,0 0 0 0,2-1-279 0,-3-5-236 0,-1-4-165 16,4 5-220-16,-4-5 47 15,0 0 101-15,14-18-681 0,-5 1-882 16</inkml:trace>
  <inkml:trace contextRef="#ctx0" brushRef="#br0" timeOffset="-196242.43">8295 15320 4050 0,'14'3'49'16,"-14"-3"30"-16,0 0 49 0,7 4 63 15,-7-4 54-15,0 0 48 0,0 0 8 0,0 0-6 16,7 5-20-16,-7-5-17 0,0 0-20 16,0 0-19-16,11 2-15 0,-11-2-24 15,0 0-13-15,20-5-22 0,-8 1-15 16,-1-4-24-16,2 2-25 0,-1-5-31 16,3 1-19-16,-5-1-22 0,-1-1-2 0,-2 2-1 15,-3-4-6-15,0 1 0 0,-2 8-1 16,-4-4 0-16,2 9-3 0,-9-9-2 0,-6 7 5 15,15 2 12-15,-39 11 9 0,10 1 7 16,1 1 13-16,4 5 8 0,2 0 7 0,3-1 2 16,8 1 0-16,0-1-1 0,4 4-2 15,6-5-12-15,1 1-42 0,3 0 0 16,4 3 0-16,4-5 0 0,5 1 0 0,-4-4-76 16,8-5-163-16,0 1-104 0,1-6-118 15,4-2-117-15,2-2-109 0,15-6-92 0,-3 1 11 16,11-9-681-16,-2-2-898 15</inkml:trace>
  <inkml:trace contextRef="#ctx0" brushRef="#br0" timeOffset="-195942.4">8979 15091 4152 0,'4'-16'117'0,"-2"4"68"0,2 3 99 0,-4 1 66 16,0 8 24-16,-4-9 7 0,4 9 20 16,0 0 0-16,0 0-9 0,-21 28-29 0,11-7-37 15,3 1-34-15,-5 7-119 0,6 0-173 16,-1-2 0-16,3-4 0 0,1-1 0 0,-1-3 0 15,-1-4 0-15,3 1 0 0,1-4 0 16,-3 0 0-16,0-4 0 0,2 1 0 0,1-2 0 16,-7-3 0-16,2-2 0 15,6-2 0-15,-19 0 0 0,19 0 0 0,-23-12 0 16,10-1 0-16,5-6 0 0,4-3 0 16,2-20 0-16,6-14 0 0,8-7 0 0,5-4 0 15,4 1 0-15,2 8 0 0,-1 9 0 16,1 6 0-16,-1 13 0 0,-8 3 0 15,8 9 0-15,-3 5 0 0,-2 6 0 0,-4 6-443 16,-2 2-187-16,3 6-148 0,-4 3-121 16,-5 6 97-16,-1 8-776 0,-6 11-1019 0</inkml:trace>
  <inkml:trace contextRef="#ctx0" brushRef="#br0" timeOffset="-195792.44">8771 15325 4643 0,'-12'-6'40'0,"-1"-5"22"0,8 1 36 15,1 0 23-15,2-2 3 0,2-1-12 16,2 0-12-16,6-3-17 0,6 1-36 0,2-5-68 16,9-1-86-16,2 1-107 0,3-1-119 15,-3-1-129-15,0-2-193 0,5-4 17 0,1-3 84 16,-1 2-278-16,2-3-318 0</inkml:trace>
  <inkml:trace contextRef="#ctx0" brushRef="#br0" timeOffset="-195607.89">9318 14729 2446 0,'10'-21'138'0,"-5"6"79"16,-2 4 51-16,1 1 47 15,-3 3 49-15,1 0 39 0,-2 7 7 0,2-8-19 16,-2 8-32-16,0 0-7 0,0 0-13 16,0 0-27-16,-2 27-27 0,2-6-30 0,0 6-26 15,0 11-23-15,2 3-22 0,2 2-17 16,-2-3-25-16,-2 3-46 0,2 1-44 0,-6-1-57 16,4-1-85-16,0-1-90 0,0 0-76 15,-2-6-82-15,0-6-80 0,2-6-77 16,-2-4-96-16,0-7-145 0,1-2-9 0,-3-3 84 15,1-4-501-15,3-3-627 0</inkml:trace>
  <inkml:trace contextRef="#ctx0" brushRef="#br0" timeOffset="-195459.2">9280 15180 3107 0,'-10'-10'111'0,"3"1"64"0,1 3 45 0,1 2 39 16,5 4 58-16,-8-7 58 0,8 7 15 16,-8-7-8-16,8 7-35 0,-4-5-35 15,4 5-29-15,0 0-30 0,0 0-33 0,24-8-71 16,-13 6-88-16,2-2-134 0,4 1-125 15,3 0-143-15,-4-1-152 0,5-2-191 0,4 4-94 16,0-4 76-16,11 3-554 0,11 1-716 16</inkml:trace>
  <inkml:trace contextRef="#ctx0" brushRef="#br0" timeOffset="-194743.28">10214 14884 3645 0,'-17'-14'112'0,"1"2"36"15,1 5 47-15,4-1 43 0,-3 4 36 16,-2 0 26-16,2 2-28 0,-1 4-4 0,-2 4-16 16,-3 2-11-16,-4 9-21 0,5 4-5 15,1 5-11-15,5 6-11 0,2-1-19 0,8-4-11 16,3-1-16-16,0-1-17 0,3 1-9 16,7 6-15-16,-3-3-5 0,2-4-14 15,5-8-6-15,-3-1-11 0,5-3-23 0,0-4-29 16,6-2-40-16,-5-6-53 0,7-4-48 15,9-5-35-15,0-6-28 0,-1-3-22 16,6-9-12-16,-4-9 3 0,-1-4 15 16,-5-8 2-16,-1-5 24 0,-4-7 10 0,-3-6 19 15,2-22 16-15,-5-4 13 0,-8 18 15 16,-1 1 22-16,-6 6 35 0,-4 6 44 0,-4 17 28 16,1 5 29-16,-5 8 21 0,0 9 23 15,1 8 19-15,-3 7 44 0,-1 4 11 0,13 2 17 16,-38 25-6-16,17 1-17 0,-2 14-13 15,3 8-19-15,0 5-9 0,7 9-15 16,1 5-8-16,5 5-11 0,3 3-6 0,4 1-12 16,0-4-8-16,8-5-2 15,-3-4-15-15,5-6-11 0,1-7-10 0,-1-11-15 0,4-6 0 16,-3-2-18-16,1-11 0 16,-1-4 6-16,-2-7 3 0,2-3-3 0,3-5 4 15,-1-2-4-15,2-5 1 0,0-3-1 16,3-5 2-16,3-8-7 0,-2-1 8 0,-4 3-3 15,-2 3 3-15,-1 3 20 0,-4 5 7 16,-3 0 3-16,1 3 2 0,-3 2 6 0,-3 4 38 16,0 0 8-16,0 0-88 0,0 0 0 15,0 0 0-15,12 17 0 0,-12-9 0 16,2 2 0-16,-2-3 0 0,2 1 0 16,0-2 0-16,2 2 0 0,-4-8 0 15,3 12 0-15,1-7 0 0,-4-5 0 0,10 4 0 0,-10-4 0 16,0 0 0-16,20-2 0 15,-20 2 0-15,22-12 0 0,-9 3 0 0,-3-1 0 16,1 0 0-16,-2 1 0 0,1 1 0 16,0 0 0-16,-5 4 0 0,1 0 0 0,-6 4 0 15,10-5 0-15,-10 5 0 0,0 0 0 16,0 0 0-16,15 9 0 0,-12-1 0 0,1 0 0 16,1 0 0-16,-2 0 0 0,1 1 0 15,2-3 0-15,-5 0 0 0,5-1 0 16,-6-5 0-16,10 8 0 0,-10-8 0 15</inkml:trace>
  <inkml:trace contextRef="#ctx0" brushRef="#br0" timeOffset="-192927.03">11391 15187 3044 0,'-11'1'158'0,"4"1"29"0,7-2 33 0,0 0 43 0,0 0 39 16,0 0 38-16,0 0 33 0,0 0 13 0,0 0-16 15,0 0-30-15,67-10-30 0,-26 0-33 16,3 6-28-16,14-7-26 0,-4 3-34 0,-8-1-49 15,-4 0-61-15,0 2-75 0,-2 0-104 16,-2-2-101-16,-6 3-107 0,-3-2-141 0,-8 3-161 16,-6-2-216-16,-1 2 69 0,-5-1 85 15,0 0-529-15,-9 6-665 0</inkml:trace>
  <inkml:trace contextRef="#ctx0" brushRef="#br0" timeOffset="-192657.78">11732 14919 3680 0,'-7'-12'184'0,"1"4"36"16,6 0 22-16,0 8 25 0,2-9 34 16,-2 9 26-16,16-4 16 0,-3 4-5 15,8 2-31-15,13 5-28 0,2 6-27 0,11 8-25 16,-8 3-23-16,1 2-21 0,-4 1-18 16,-1 2-13-16,-11-2-19 0,-3-1-12 0,-8 2-10 15,1 1-9-15,-10-5-49 0,-4-2-53 16,-6 0 0-16,-6 6 0 0,-6-2 0 0,-3 1 0 15,-14 0 0-15,3-6 0 16,2-4 0-16,-5-3 0 0,5-2 0 0,5-6 0 16,7-3 0-16,4-6 0 0,1 3-252 15,3-6-259-15,0-2-174 0,9-3-236 0,1-1 66 16,1-5 98-16,9 0-675 0,3-9-882 16</inkml:trace>
  <inkml:trace contextRef="#ctx0" brushRef="#br0" timeOffset="-192460.17">12396 14664 4332 0,'8'-13'164'0,"-2"5"12"0,-3 3 15 0,3 3 33 15,-6 2 65-15,0 0 31 16,9 15-7-16,-4-1-16 0,-2 5-27 0,1 4-26 16,2 9-26-16,-1 2-29 0,2 2-19 15,-2 2-23-15,-1-2-50 0,0 0-63 16,-4-7-97-16,0-3-88 0,1-2-82 0,-1-3-88 15,-1 0-99-15,-1-4-85 0,2-5-106 16,-2-4-179-16,0-2 64 0,2-6-585 0,0 0-769 16</inkml:trace>
  <inkml:trace contextRef="#ctx0" brushRef="#br0" timeOffset="-192094.07">12447 14882 3394 0,'-3'-41'-58'0,"-5"2"63"16,8 0 66-16,-3 3 69 0,3 7 50 0,0 3 25 15,3 2 11-15,1 4 6 0,3-3 4 0,9 0-15 16,1 5 0-16,4 1-16 15,-1 5-21-15,2 6-11 0,-5 3-20 0,3 2 1 16,-2 5-27-16,3 2-8 0,-2 2-11 16,-2 7 0-16,3 5-2 0,-6-1 3 0,-4 0 6 15,-4 1 8-15,-2 2 9 0,-6 3 13 16,-4 7 3-16,-4-1 0 0,5-7-2 0,-1-6-4 16,4-4 3-16,1 0 0 0,-1-4-1 15,4 1-125-15,1-3-19 0,8 1 0 16,3-2 0-16,-1-2 0 0,2-1 0 15,2 4 0-15,-4-2 0 0,3 1 0 16,2 3 0-16,-5 0 0 0,-1 0 0 0,2 5 0 16,-3 1 0-16,0-1 0 0,-8 1 0 15,-1-1 0-15,-2 2 0 0,-4-2 0 0,-6 6 0 16,-8 3 0-16,-5-2 0 0,-8 1 0 16,-8 1 0-16,-8-6 0 0,-3 0 0 0,-2-6 0 15,7-5 0-15,-12-1 0 0,14-2 0 16,-4-4 0-16,0-4-462 0,-1-4-564 0,-7-2 87 15,13 3 108-15,-3 2-847 0,-3-2-1113 16</inkml:trace>
  <inkml:trace contextRef="#ctx0" brushRef="#br0" timeOffset="-191460.37">10923 14614 4545 0,'0'-32'-100'0,"0"2"52"0,-2 7 46 0,2-2 58 0,0 8 48 0,-2 0 33 0,2 4 20 16,-1 0 0-16,1 5-6 0,0 8-4 0,-2-7 62 15,2 7 34-15,0 0 26 0,7 39-3 16,2-1-4-16,7 14 1 0,-3 3-5 0,6 4-9 16,2 3-11-16,-4 4-8 15,4-4-14-15,-2 4-32 0,-1-6-184 0,-2 2 0 16,0-6 0-16,-5-1 0 0,-3-3 0 0,0-10 0 16,-7-3 0-16,1-3 0 0,-4-8 0 15,2-6 0-15,-1-4 0 0,-3-4 0 16,-3 0 0-16,6-3 0 0,-5-3 0 0,2-2-326 15,4-6-218-15,-11-2-101 0,11 2-148 16,-14-12-68-16,7 1 91 0,2-3-676 16,-3 0-896-16</inkml:trace>
  <inkml:trace contextRef="#ctx0" brushRef="#br0" timeOffset="-191208.84">11052 15112 3772 0,'-5'-10'-85'16,"-3"0"41"-16,-4 1 43 0,5 3 60 15,-4 0 48-15,3 5 40 0,-7 0 28 0,-5 5 31 16,-6 6 17-16,-5 9 14 0,-7 5 28 16,4 5 7-16,0 4 24 0,5 2 4 15,10-6 8-15,6 2 7 0,1-1 2 0,10-3 12 16,7-4-1-16,8 3 5 0,6-3-25 16,12-3-284-16,12-3-24 0,0-7 0 0,5-6 0 15,1-3 0-15,-2-4 0 0,1 0 0 16,-3-2 0-16,-3 1 0 0,-2 2-477 15,44 0-555-15,-62 8 117 16,-4 2 92-16,0 3-858 0,-7 6-1118 0</inkml:trace>
  <inkml:trace contextRef="#ctx0" brushRef="#br0" timeOffset="-187377.62">2490 16736 4818 0,'2'-8'-106'0,"-2"8"10"16,0 0 32-16,0 0 62 0,0 0 21 0,0 0 30 0,19 24 26 0,-17-9 3 15,2 4 13-15,-2 6-2 0,2-1-9 0,-1 11-5 16,-1 0 6-16,0-6-7 0,0-2-7 16,2-1-5-16,-4 2-9 0,2-3-4 15,0 0-4-15,0-2-13 0,-2-3-32 0,2-3-45 16,0-2-59-16,-1-3-56 0,1-2-57 16,0-3-76-16,2-6-104 0,-4-1-120 15,0 0-156-15,25-12 51 0,-14 3-242 16,10-11-349-16</inkml:trace>
  <inkml:trace contextRef="#ctx0" brushRef="#br0" timeOffset="-187177.65">2837 16794 2573 0,'4'-13'84'0,"0"3"52"0,-2 0 46 15,0 2 18-15,-1 4 8 0,-1 4-11 16,0 0-10-16,0 0 18 0,0 0-2 16,0 0-12-16,0 0-12 0,-1 39-19 0,1-19-15 15,1 7-14-15,-1 0-13 0,2 10-9 16,2 1-13-16,-2 0-5 0,2-2-18 15,-1-9-31-15,2-3-45 0,0-1-54 0,-3-4-61 16,0-3-60-16,2-3-48 16,-2-1-40-16,3-1-33 0,-3-3-78 0,2-6-134 15,-4-2-123-15,0 0 50 0,0 0-184 16,23-14-257-16</inkml:trace>
  <inkml:trace contextRef="#ctx0" brushRef="#br0" timeOffset="-186977.73">3089 16820 2339 0,'2'-9'108'0,"-2"0"19"15,2 3 18-15,-2 6 10 0,0 0 34 16,0 0 30-16,0 0 10 0,0 0-10 16,0 0-12-16,1 39-31 0,-1-22-15 0,4 7-15 15,2 10-15-15,2-1-13 16,-1-1-9-16,4 0-14 0,-3-1-4 0,2-2-54 16,-3-5-59-16,1-4-80 0,-1-2-64 15,0-2-56-15,-4-1-71 0,1-3-115 16,-2-1-229-16,-2-5 23 0,0-6 78 0,-2 10-145 15,2-10-175-15</inkml:trace>
  <inkml:trace contextRef="#ctx0" brushRef="#br0" timeOffset="-186594.49">2648 16513 1800 0,'-45'0'16'0,"-1"4"24"0,4 6 25 0,-10 12 41 15,3 8 34-15,1 9 29 0,-9 16 28 16,5 12 26-16,9 10 21 0,3 7-2 16,5 9 13-16,7 4 8 0,13 7 38 0,5-7 17 15,9-20-33-15,8-3-29 0,12-5-8 16,16 6-1-16,10-8-7 0,8-10-13 0,1-19-20 16,22 1-14-16,13-10-28 0,-12-14-5 15,11-11-19-15,22-6 7 0,8-12-18 16,2-9-11-16,-3-12-13 0,-3-7-23 0,-10-7-28 15,-1-7-18-15,-12-6-6 0,-8-3-12 16,-15-3 3-16,-16-4-7 0,-14 1-18 16,-21 6-4-16,-13-6-6 0,-15-1-7 15,-16-17-12-15,-17 2-6 0,-14 5-16 16,-14 2-4-16,-8 14-1 0,-3 13 1 0,-5 13-6 16,-2 17-8-16,14 15-16 0,-5 13-31 15,-19 11-33-15,1 9-41 0,11 4-55 0,12 11-67 16,26-6-79-16,3 2-106 0,10 0-252 15,11-2 32-15,11-6 75 0,11-5-345 16,6-4-465-16</inkml:trace>
  <inkml:trace contextRef="#ctx0" brushRef="#br0" timeOffset="-184559.11">5718 16761 2605 0,'0'-12'-59'0,"0"12"46"0,0-13 41 0,0 13 35 0,0-12 34 16,0 12 63-16,0-9 11 0,0 9 18 16,0-9 0-16,0 9-16 0,0 0 18 15,0 0 37-15,0 0 39 0,0 0-3 0,12 34 1 16,-10-12-9-16,2 12-24 0,-1 5-18 16,-1-4-14-16,0 3-18 0,0 0-20 0,0 0-8 15,1-3-19-15,2-1-12 0,-3-6-12 16,-2-5-13-16,0-4-7 0,2-1-26 15,0-5-30-15,-1-1-55 0,-1 1-58 16,0-3-61-16,0-4-91 0,0 0-128 0,0-6-135 16,0 0-157-16,0 0-129 0,0 0 64 15,0 0-446-15,-3-25-628 0</inkml:trace>
  <inkml:trace contextRef="#ctx0" brushRef="#br0" timeOffset="-184126.98">5701 16827 2967 0,'-1'-13'-70'0,"-3"3"33"15,4-3 30-15,0 3 18 0,2 2 22 16,1-3 21-16,3 1 7 0,1-2-3 16,2 2-9-16,4 1 1 0,0 3-5 0,2-2-5 15,2 5-4-15,0 1-1 0,1 2-6 16,-1 2-8-16,0 0 3 0,-2 3-7 16,-1 3 0-16,-3 1 11 0,-4 3 1 15,2 1 14-15,-6 3-5 0,-3-1-1 16,-6 7 4-16,-2-3 15 0,-1 10-15 0,-5 0 17 15,3-7 9-15,2-5 22 0,4-3 17 16,-4-1 7-16,6-3 1 0,-1-1-5 16,2-2-6-16,0 2 0 0,4-3 6 0,0 3-1 15,3-1-2-15,4 0-15 0,2 1-6 16,4 3-8-16,0 0-8 0,8 5-6 0,-1-1-3 16,3 3-8-16,-3-1-5 0,-6-3 4 15,-2-1 2-15,-3 1 14 0,-1-3 7 16,-6 0 2-16,2 0-1 0,-4 0 4 0,-6 2 4 15,-2-1-6-15,-6 3-2 16,-1-3-3-16,-2-1-10 0,-4 0 0 0,-8 4-7 16,2-7 6-16,4-5-18 0,-1 1-4 15,-3-3-6-15,4-2-1 0,0 0-14 0,2-3-26 16,2-1-43-16,0 1-48 0,3 0-61 16,1-3-96-16,3 3-90 0,4 0-104 15,3-3-171-15,3 6-133 0,0 0 67 0,5-13-412 16,-5 13-568-16</inkml:trace>
  <inkml:trace contextRef="#ctx0" brushRef="#br0" timeOffset="-183694.96">6878 16961 3267 0,'-11'-8'60'0,"2"4"29"0,2 1 27 0,7 3 54 0,-16 0 38 0,16 0 26 16,-17 10 10-16,7-1 10 0,-1 1-15 0,0 3-13 15,1 3-13-15,3 1-7 0,1-2-24 16,2 2 0-16,4 1-15 0,2-1-27 0,6 3-10 15,1-3-10-15,6-2-10 0,6 1-7 16,2-6-10-16,0 0-2 0,4-7-19 16,0-1-15-16,1 0-18 0,-1-4 2 0,-3-1-5 15,-1-1-5-15,-3-4-4 0,-8 2 3 16,0-2-6-16,-6-3-6 0,0-1-5 0,-6-1 2 16,-4-1 2-16,-2-9-13 0,-8-4-4 15,0 1-16-15,-4-1-11 0,2 3-24 16,-6 3-36-16,7 8-47 0,-2 4-52 0,1 6-52 15,1 3-43-15,-4 5-37 16,2 2-30-16,0 3-36 0,2 0-46 0,3 1-76 16,-1 4-133-16,3-5-20 0,4 0-349 15,3-1-484-15</inkml:trace>
  <inkml:trace contextRef="#ctx0" brushRef="#br0" timeOffset="-183411.76">6894 17065 2733 0,'0'0'-38'0,"20"4"30"15,-15 1 59-15,2 0 47 0,-1 4 43 0,4 1 29 16,-1 4 21-16,-1 5 22 0,6 8 12 15,-3 3 9-15,-2 2 4 0,1 4 0 16,-1 2-8-16,2-2-17 0,-2-1-18 0,-2 4-11 16,1-6-13-16,-3 2-13 0,2-8-14 15,-6-4-9-15,3-1-10 0,-2-1-12 16,-2-4-8-16,-2-2 4 0,0 3 7 16,-1-3-3-16,-6-1-1 0,-2 2-8 0,-8 3-13 15,-6-3-8-15,-1-3-9 0,-4-1-4 16,-6-6-7-16,6-1-2 0,6-3-17 15,1-4-13-15,-4 1-10 0,4-5-38 0,4 2-61 16,4-4-67-16,2 2-72 0,1-5-84 16,4 1-71-16,3 2-66 0,3-4-130 0,0 3-228 15,6-2 60-15,1-1 79 0,1 0-372 16,6-3-504-16</inkml:trace>
  <inkml:trace contextRef="#ctx0" brushRef="#br0" timeOffset="-183062.21">7423 16944 3112 0,'-12'-1'112'0,"-5"4"38"16,1 2 27-16,3 3 30 0,-6 5 22 16,-6 3 20-16,4 3-4 0,0 2-17 0,2 1-9 15,6-3-18-15,8-1-9 0,0-3-13 16,5-1-22-16,5 1-5 0,0 1-19 15,6-3-12-15,5-1-11 0,2-3-9 16,5-1-12-16,1-2-11 0,-4-6-19 0,1 0-19 16,0 0-15-16,-4-2 1 0,2-2-7 15,-3-1 0-15,-3 0-1 0,-4-4-5 16,0 1-1-16,-6-5-6 0,-1 1-1 0,-4-2 4 16,-4-3-3-16,-2-2-2 0,-1 1 3 15,-2-1-2-15,-1 2-2 0,1 3-12 0,1 2-15 16,1 4-37-16,-1 4-47 0,-2 1-57 15,12 3-63-15,-14 2-71 0,14-2-87 16,-18 10-134-16,11-5-228 0,1-1 42 16,6-4 85-16,0 0-346 0,0 0-444 15</inkml:trace>
  <inkml:trace contextRef="#ctx0" brushRef="#br0" timeOffset="-182462.66">7611 16951 2637 0,'0'0'113'16,"7"-7"43"-16,-7 7 44 0,0 0 11 15,0-8 15-15,0 8 12 0,0 0-5 0,0 0-12 16,0 0-15-16,0 0-8 0,0 0 6 16,0 0-16-16,27 15-20 0,-16-8-16 15,1 1-14-15,1-1-14 0,-2 0-12 0,3 0-11 16,-1 0-7-16,-1-2-12 16,-3-2-4-16,2-1-8 0,2 1-17 0,-13-3-3 15,16 2 3-15,-16-2-11 0,18-5-6 16,-11 0-7-16,-1-2 1 0,-5-1-6 15,-1-3 1-15,0 1-10 0,0 0 2 0,-3 0-7 16,-3 3-4-16,1 1 2 0,5 6-7 16,-22 2 3-16,10 5-2 0,-8 5 4 0,-1 7-6 15,1 3 4-15,0 2 0 0,7 2 6 16,5-3-6-16,2-5 2 0,3-1-5 16,4-1 2-16,-1-1-1 0,8-1 6 15,4-5 0-15,4 1-2 0,4-8 2 0,1-2-2 16,6-2-1-16,9-8-6 0,9-7-15 0,1-6-7 15,-2-1-16-15,-2-7-2 16,-2-4 5-16,-4 3 5 0,-4-2-1 0,-12 6 4 16,-4-3 4-16,-2 1 3 0,-8 6 3 15,-1 3 8-15,-3 5 12 0,-2 4-2 16,-2 6-4-16,-3 0 8 0,5 6 10 0,-20 2 4 16,20-2 4-16,-20 16-1 0,10-6-4 15,3 3 2-15,1 2-3 0,4-3 3 0,2 2 5 16,6-4 20-16,1 1 19 0,7 0 11 15,1-1 10-15,4 0 4 0,2-1 3 16,7 5 3-16,-1-2 0 0,3 0 8 0,-3 3-2 16,-4-1-9-16,-3-1-4 15,-7-1 10-15,-6 0 16 0,0-1 6 0,-6 0 2 0,-1 1-7 16,-1 2-13-16,-10-2-75 16,-2 5-26-16,-2-5 0 0,-10 5 0 0,-1-2 0 15,-1-1 0-15,4-4 0 0,4-3 0 16,-2-2 0-16,2-2 0 0,3 1-321 15,1-6-226-15,4 0-251 0,-1-1-138 0,1-2 102 16,4-2-783-16,0 0-1057 0</inkml:trace>
  <inkml:trace contextRef="#ctx0" brushRef="#br0" timeOffset="-181445.69">9053 17311 4115 0,'-9'8'-100'0,"3"-6"39"0,-2 1 22 0,8-3 44 0,0 0 64 0,-5 6 54 0,5-6 15 16,0 0-5-16,0 0-11 0,0 0-7 15,19-31-13-15,-8 16-6 0,8-6-6 0,-4-3-12 16,5-3-7-16,-1-1-6 15,-1-2-5-15,-2-1-21 0,-1 2-6 0,1-3-1 16,-3 6-4-16,-5 3 2 0,-2 5 10 16,-3 5 0-16,3 3 2 0,-3 1-4 15,-1 2 0-15,-2 7 6 0,2-5 22 0,-2 5 19 16,0 0 14-16,-9 21 16 0,2-3 24 16,3-1-5-16,-1 7-4 0,8 2-5 15,1 7-13-15,1 0-7 0,4 0-12 0,3-3-7 16,1-3-6-16,2-3-9 15,1-5-3-15,-1-5-5 0,0-4-3 0,-2-4-2 0,3-5 3 16,-3-1-9-16,4-5-6 0,0-4-6 16,6-8-5-16,-2-3 0 0,3-6-4 15,-8-1-5-15,0-4 1 0,-1-1-5 16,-5-3 0-16,-1 3-1 0,-2 7-2 16,-3 6 0-16,0 4 7 0,-2 5 0 0,-1-2 0 15,2 3-5-15,-3 9-5 0,0 0 15 16,0 0-3-16,0 0 3 0,0 0-1 0,0 0-5 15,-4 32 4-15,5-16-5 0,4 1 0 16,1 3-4-16,-1-1 0 0,4 1-2 0,2-3-4 16,2-1-3-16,-1-1 3 0,4-5-6 15,0-3-18-15,1-5-29 0,2-2-24 16,3-5-31-16,11-4-33 0,-7-6-14 16,1-2-11-16,0-6-4 0,-6-3-3 15,2-12 1-15,-3-3-1 0,-6-7 0 0,-1-5 0 16,-4-3 15-16,0-8 13 0,-5-3 12 15,-4 2 12-15,-2 4 12 0,-4 3 15 0,0 5 23 16,-2 16 31-16,3 6 15 0,-3 9 0 16,7 6 6-16,-8 10 37 0,4 6 35 15,5 0 20-15,-22 32 13 0,9 2 23 0,2 16 9 16,6 8 8-16,0 8 15 0,7 7 10 16,5 7-8-16,0 19-16 0,8-2-15 0,0-1-9 15,2-4-11-15,-3-21-12 0,1-3-13 16,-1-4-7-16,0-8-7 0,-2 0-8 15,-2-17-7-15,-5-3-22 0,2-9-15 16,-4-6-5-16,3-6-9 0,-4-1-4 0,0-4-3 16,-1-5-22-16,-1-1-35 0,0-4-29 15,0 0-11-15,0 0-7 0,-3-24-1 16,-1 3 2-16,0-16 3 0,0-3 5 0,-2-3 9 16,4-4 7-16,4-11 7 0,0-5 8 15,3 5 8-15,0 1 12 0,3 17-2 0,-7 3 21 16,3 11 5-16,2 7 8 0,-5 2 3 15,3 7 28-15,4 0 29 0,-2 5 28 16,1 3 4-16,-7 2 1 0,22 3 4 0,-13 3-2 16,3 2 4-16,-1 2-5 15,0 2-2-15,-1 2 0 0,-2 2 6 0,-1 2 6 16,-1-3 0-16,-6-1 12 0,0-2 8 16,-4 5-2-16,-2-5-6 0,-3 1-10 0,-1-3-6 15,-1-1-9-15,-5-2-49 0,-1-2-24 16,4-3 0-16,-4-2-4 0,-1-2-179 0,2-2-111 15,-2-2-118-15,4-1-149 0,-4-3-223 16,9 2-95-16,-2-1 100 0,6 7-682 16,5 2-909-16</inkml:trace>
  <inkml:trace contextRef="#ctx0" brushRef="#br0" timeOffset="-180427.88">11222 16872 3836 0,'-1'-16'10'0,"-6"1"39"0,5 1 46 0,0 4 64 0,2 4 48 16,-1-1 22-16,1 7 7 0,-2-10-11 16,2 10-6-16,0 0 65 0,0 0 26 0,-11 18-2 15,0 5-9-15,2 8-18 0,-2 4-17 16,-3 1-19-16,3 0-17 0,2-2-26 0,1 1-14 16,-2-3-17-16,1 0-25 0,5-9-146 15,-4-3 0-15,6-7 0 0,0 1 0 16,1-4 0-16,-1-1 0 0,0-1 0 0,2-8 0 15,-2 10 0-15,2-10 0 16,0 0 0-16,0 0 0 0,16-20 0 0,-1-4 0 16,0-8 0-16,7-9 0 0,2-7 0 15,0 1 0-15,0-1 0 0,0 5 0 0,-7 11 0 16,1 3 0-16,-5 9 0 0,-6 5 0 16,0 3 0-16,0 4 0 0,-2 2 0 15,1 4 0-15,-6 2 0 0,0 0 0 0,21 10 0 16,-12 2 0-16,2 0 0 15,3 5 0-15,-3 0 0 0,3-2 0 0,-3 2 0 0,0 0 0 16,3-2 0-16,-4-3 0 0,-3-1 0 16,3-1 0-16,-4-3 0 0,-3 0 0 0,1 0 0 15,-4-7 0-15,6 6 0 16,-6-6 0-16,0 0 0 0,0 0 0 0,-33 2 0 16,17-4 0-16,-9-1 0 0,-9-4 0 15,1 4 0-15,6 1 0 0,1 0 0 16,2 2 0-16,1 0 0 0,3 2 0 0,3 0 0 15,0 1 0-15,5 1 0 0,-1 2 0 16,1 2 0-16,1 0 0 0,3 0 0 0,3 1 0 16,3 1-492-16,2-1-224 0,4-1-253 15,5 2 87-15,4-3 108 0,12-1-708 16,12 0-930-16</inkml:trace>
  <inkml:trace contextRef="#ctx0" brushRef="#br0" timeOffset="-179845.85">12099 16946 4483 0,'-37'8'142'0,"1"4"20"0,2 4 23 0,3-3 11 0,5 3-4 0,7-1-4 0,5-1-12 15,7-2-6-15,1 1-15 0,6 1-16 16,4 1-5-16,5 2-11 0,14 1-9 0,4-2-15 15,7-3-7-15,2-5-4 0,2-4-18 16,-4-4-30-16,-3-1-12 0,8-2-33 16,-5-5-14-16,0-1-9 0,-5-3-4 15,-8 2 5-15,-4-1 0 0,-3-3-1 0,-5-3-5 16,-6-3-10-16,-1-3-6 0,-2 2 3 16,-3-13-1-16,-5 10 4 0,0 5 2 15,2 5 1-15,-5 2 2 0,0 6 3 0,-1 2-2 16,-3 4-28-16,15 0-33 0,-34 12-48 15,19-3-42-15,3-1-24 0,0-1-12 0,9 0 16 16,-1-2 25-16,4-5 21 0,0 0 15 16,9 9 22-16,1-8 31 0,2 1 35 15,0 0 41-15,2 1 42 0,1 2 44 16,3 4 36-16,1 3 28 0,1 8 27 16,2 1 15-16,-5 8 29 0,0 2 27 0,-1 4 6 15,-2 8 9-15,-3-4-2 0,3 9-2 16,-5 0 0-16,2-7-8 0,-6-1-14 0,-1-1-13 15,-2-2-18-15,0-6-15 0,-2-3-16 16,-4 6-18-16,0-7-12 0,-4 4-107 0,0-7-20 16,-1-4 0-16,-7 6 0 0,2-5 0 15,-4-3 0-15,-2-1 0 0,-7-2 0 16,-2-1 0-16,-1-6 0 0,1-1 0 0,3-5 0 16,1-4 0-16,0-1 0 15,1-4 0-15,-5-5 0 0,4-5 0 0,7-5 0 16,9-2-254-16,4-9-206 0,8-2-105 15,7-1-140-15,7-5-174 0,3 0 65 0,0 11-721 16,3 2-980-16</inkml:trace>
  <inkml:trace contextRef="#ctx0" brushRef="#br0" timeOffset="-179111.7">12591 17081 4294 0,'-6'-14'30'0,"1"4"54"0,0 3 62 0,1 1 43 0,4 6 8 0,-5-11-9 0,5 11-11 0,-4-5-20 16,4 5 16-16,0 0 10 0,0 0-9 0,0 0-19 15,0 0-16-15,11 22-10 0,-4-13-15 16,0-3-4-16,2 6-18 0,0-2-4 16,3-3-7-16,-1 1-11 0,2 1-5 0,-2-4-2 15,2-1-12-15,0-1 1 0,-2-3-9 16,5 0-9-16,-16 0-4 0,26-3-8 0,-8-3-2 15,-6-2-3-15,2-7 2 16,-3-2-6-16,5-9 1 0,-7-6-4 0,-5 4-4 0,-2 6 3 16,-4 4-13-16,0-1 19 15,-1 5-8-15,-7 4-3 0,-4 3 2 0,2 7 0 16,-13 3 7-16,-8 8 14 0,5 7 9 16,-3 3-3-16,8 6 1 0,3-1 0 15,4 3-3-15,10-3 0 0,5-4-4 0,2 3-4 16,9 4 3-16,5-4-8 0,2-1 1 15,6-3 0-15,6-6-3 0,1-5 2 0,4-3-1 16,1-7-5-16,-9-1-12 0,14-5 0 16,3-4 1-16,-5-3-1 0,8-8 6 15,-12 4-5-15,6-7-1 0,-3-3-16 0,-6-6 9 16,-4-4-5-16,0-7-5 16,-8-1 5-16,-1-2 3 0,-6-5-2 0,0 0 3 15,-9-4 0-15,-3 11 1 0,-5-8-4 16,-3 15 1-16,-2 5-5 0,-1 6-2 0,-2 11 4 15,-3 9-5-15,-1 5 3 0,-2 6 3 16,-4 4-3-16,-4 5 0 0,4 7 4 0,10-3 4 16,2-2-5-16,5 4 6 0,4 0 0 15,2-2 2-15,8 3 5 0,2 1 2 16,7 5-4-16,3-1 6 0,4-1 3 0,1-1 20 16,1-1 4-16,-2 3 12 0,1 0 9 15,-2-1 12-15,-1 2 6 0,-6-2 24 0,0 1 8 16,1-1-39-16,-7-2-64 0,-5-5 0 15,-1-1 0-15,2-1 0 0,-5 1 0 0,-1-3 0 16,0-1 0-16,-3 0 0 16,-3 3 0-16,1-1 0 0,-7-3 0 0,-7 3 0 15,3-4 0-15,-2 1 0 0,-3-1 0 16,-2-3 0-16,-1 0 0 0,6-4 0 16,0-1 0-16,7 3 0 0,-3-4 0 0,5-1 0 15,9 0 0-15,-16 0-516 0,16 0-505 16,0 0 80-16,-20-1 104 0,20 1-821 0,0 0-1096 15</inkml:trace>
  <inkml:trace contextRef="#ctx0" brushRef="#br0" timeOffset="-178329.07">12641 16887 4086 0,'7'-3'-243'0,"-7"3"70"0,0 0 51 0,0 0 52 0,0 0 67 0,0 0 80 0,0 0 56 15,5 26 42-15,-8-12 31 16,-3 8 35-16,0 0 10 0,0 11 13 0,4-4 8 16,0-6-10-16,4 5-9 0,2 5-9 15,3-2-20-15,5 0-16 0,5-4-9 16,2-1-4-16,6-4-18 0,-1-3-6 0,-1-3-17 15,1-8-11-15,-5-3-11 0,-1-5-13 16,4-2-12-16,-3-5-10 0,1-1-12 0,0-4-7 16,1-7-4-16,-2-3 5 0,-6-2-4 15,-3 0-54-15,-8 1-21 0,-4-12 0 16,-4-1 0-16,-5-3 0 0,-6-8 0 0,-1 14 0 16,-1 1 0-16,-2 8 0 15,-2 5 0-15,1 9 0 0,-1 6 0 0,-4 8-18 16,-7 8-239-16,-6 11-73 0,3 5-92 15,13-2-118-15,5 1-184 0,3 0-140 0,11-1 95 16,5-4-682-16,3-2-901 0</inkml:trace>
  <inkml:trace contextRef="#ctx0" brushRef="#br0" timeOffset="-177946.34">13109 17023 4206 0,'-9'0'69'0,"9"0"-3"0,0 0-3 0,-20 0 10 15,20 0 17-15,0 0 16 0,0 0 3 16,0 0-2-16,0 0-2 0,0 0-8 0,0 0-4 16,0 0-10-16,0 0-4 0,0 0-7 15,0 0-5-15,0 0-9 0,0 0-7 0,42-2-3 16,-42 2-3-16,17-2-2 15,-17 2-5-15,15-4-1 0,-15 4-4 0,10-2 7 16,-10 2 1-16,0 0 10 0,0 0 28 16,6 13 27-16,-6-13 25 0,-21 22 20 15,8-5 17-15,1-3 3 0,2-3-3 0,3 1-6 16,3 0 4-16,3-3-1 0,2 1-11 16,5-2-14-16,5 0-17 0,5-3-7 0,2-3-9 15,5 0-10-15,4-4-80 0,11-5-17 16,-2-1 0-16,-1-2 0 0,-1-1-172 15,-1-1-89-15,-7 4-86 0,-7 2-57 0,-2 0-75 16,-4-1-92-16,1 5-157 0,-5-3-71 16,-3 5 81-16,-6 0-545 0,0 0-722 15</inkml:trace>
  <inkml:trace contextRef="#ctx0" brushRef="#br0" timeOffset="-176796.91">14328 16467 3869 0,'0'-12'193'0,"0"4"16"0,-1 1 13 0,1 7 1 0,0 0-1 0,0 0 61 0,0 0 35 0,-20 25 13 0,5 5-5 15,1 4-15-15,-4 11-17 0,2 3-9 16,2 0-21-16,0 3-20 0,4-3-22 0,3-5-19 15,2-1-31-15,0-3-172 0,-1-5 0 16,6-5 0-16,0-5 0 0,2-5 0 0,0-2 0 16,-4-3 0-16,2-2 0 0,-2-1 0 15,4-2 0-15,-2 0 0 0,0-1 0 16,0-8 0-16,0 0 0 0,0 0 0 16,0 0 0-16,0 0 0 0,-4-26 0 0,-3 9 0 15,-4-12 0-15,-3 9 0 0,1 5 0 16,-3 1 0-16,0 5 0 0,-4 4 0 15,-1 5 0-15,-4 5 0 0,-9 9 0 0,2 5 0 16,-2 6 0-16,7 1 0 0,6 0 0 16,4 3 0-16,8 1 0 0,0-5 0 0,7-2 0 15,4-5 0-15,7 3 0 16,5 4 0-16,8-2 0 0,5-4 0 0,1-7 0 16,4-4 0-16,8-5 0 0,0-4 0 15,-1-6 0-15,0 0-178 0,-1-7-221 0,10-1-43 16,-12 0-27-16,0-4-18 0,-5 1 3 15,-2 2 33-15,-5-1 23 0,-4 5 61 16,-5 1 85-16,-6 3 85 0,-3 2 73 0,2 0 66 16,-5 3 40-16,-3 3 80 0,0 0 52 15,0 0 53-15,0 0 37 0,0 0 35 0,0 0 21 16,0 0 21-16,0 0-6 0,0 0-12 16,0 0-11-16,0 0-19 0,-11 21-21 15,11-21-14-15,0 0-21 0,8 8-8 0,-8-8-14 16,15 3-18-16,-15-3-7 0,26-7-15 15,-8 3-12-15,0-2-9 0,5-4-10 16,-1 3-6-16,6-9-13 0,-5 2-3 16,-2 5-5-16,-5-1-4 0,-5 3-5 0,-2 4-6 15,-3-3 0-15,-6 6-29 0,11-5-13 16,-11 5 0-16,0 0 0 0,0 0 0 0,0 0 0 16,0 0 0-16,0 0 0 0,0 0 0 15,-3 25 0-15,3-25 0 0,-4 14 0 16,2-7 0-16,2-7 0 0,2 12 0 0,-2-7 0 15,0-5 0-15,9 9 0 0,0-6 0 16,2 1 0-16,0-2 0 0,3-2 0 0,-14 0 0 16,27-2 0-16,-7-2 0 15,-3 1 0-15,-2 3 0 0,1-4 0 0,-3 2 0 16,-2-1 0-16,-11 3 0 0,17-3 0 16,-17 3-8-16,16-2 3 0,-16 2 14 0,0 0-5 15,15 2-4-15,-15-2 0 0,5 4 0 16,-5-4 0-16,6 11 0 0,-4-5 0 15,1 2 0-15,-3-8 0 0,5 12 0 0,1-7 0 16,-3 1 0-16,5 0 0 0,-8-6 0 16,15 6 0-16,-4-6 0 0,7-2 0 0,-1-2 0 15,4 0 0-15,0-2 0 0,-2 4 0 16,-6-3 0-16,0 5 0 0,-13 0 0 16,18-2 0-16,-18 2 0 0,11 0 0 15,-11 0 0-15,7 7 0 0,-7-7 0 0,0 12 0 16,0-12 0-16,-5 15 0 0,-1-7 0 15,3-2 0-15,-5 4 0 0,-2-2 0 16,-1-1 0-16,-5 0 0 0,-2 0 0 0,-7 0 0 16,-11 0-404-16,-2-4-558 0,-3 2 7 15,3-2 105-15,4-1-857 0,9-2-1142 0</inkml:trace>
  <inkml:trace contextRef="#ctx0" brushRef="#br0" timeOffset="-175429.76">15734 17551 4899 0,'0'0'-74'0,"0"0"51"0,0 0 31 0,0 0 22 0,-12-25 30 0,15 9 22 0,6-3 9 16,5-10-4-16,-1-4-6 0,10-7-9 15,2-5-9-15,2-4-4 0,2 0-18 16,-1-6-4-16,8-20-4 0,-1-3-4 16,-1 3-3-16,-2-2-3 0,-9 16-2 0,0 5-1 15,-2 6-4-15,-8 14 0 0,0 7-2 16,-5 7-2-16,-2 8-6 0,0 9 0 0,-4 5 4 16,-2 0 11-16,2 21 0 0,-4 4 4 15,2 17-3-15,2 5 7 0,1 13-7 16,6 1-7-16,3 0 3 0,1-3-3 0,3-2 0 15,3-4-5-15,-2-3 0 16,0-5-1-16,-3-11 0 0,-3-4 2 0,-4-7 31 0,1-5 42 16,-4-5 56-16,-2-1 47 15,0-3 30-15,-6-1 1 0,-3 1-9 0,-5-6-15 16,-5 0-19-16,-8-2-10 0,-15-4-17 16,-17-6-14-16,-2-5-10 0,-2-4-13 15,0-7-65-15,-10-13-46 0,1-2 0 0,20 4 0 16,3 0 0-16,7 2 0 0,7 0 0 15,12 12 0-15,0-1 0 0,8 11 0 0,3 3 0 16,4 3-64-16,-1 5-226 0,7 2-58 16,0 0-79-16,0 0-98 0,7 24-189 15,6-9-149-15,-4 4 96 0,9 8-659 0,13 4-877 16</inkml:trace>
  <inkml:trace contextRef="#ctx0" brushRef="#br0" timeOffset="-174713.69">17294 16963 4204 0,'2'-10'73'0,"-4"1"32"0,4 4 22 0,-2 5 7 0,0 0-7 0,0 0 38 0,0 0 38 0,0 0 1 15,0 0 7-15,-10 39-27 0,8-16-14 16,-2 2-23-16,4-1-2 0,2 5-21 0,0-4-16 15,0 2-15-15,-1-4-14 0,2 2-35 16,-1-6-45-16,-2 0-49 0,2-4-45 16,0-1-53-16,-2-2-42 0,0-4-43 15,-2-1-64-15,2-7-50 0,-2 5-46 0,2-5-9 16,0 0 6-16,-8-19 36 0,4 4 42 16,2-2 33-16,-1-7 44 0,-9-10 62 15,4 0 57-15,-3-3 50 0,2 4 52 0,-3-2 44 16,4 6 47-16,1 6 39 0,1 4 18 15,3 6 9-15,-2-1 1 0,5 2-13 0,2 2 3 16,3 1-4-16,0 3-4 0,6-2-12 16,1 7 9-16,3 1-11 0,3 3 2 15,4 3-1-15,6 9-1 0,1 2-11 16,0 4-2-16,-8 1-7 0,0 3-7 16,-2-1-4-16,-5 5 1 0,-7-6 7 0,-2 0 7 15,-1-3 12-15,-2-1 14 0,0-3-1 16,-2 1-4-16,2-2-2 0,-2-1 9 0,0-1 5 15,0-1 1-15,-2 2-7 0,2 0-9 16,-4 1-14-16,0 2-4 0,1 4-7 16,-3-1-4-16,-8 7-12 0,1-2-1 0,-4 0-10 15,-2 0 1-15,-6-1-13 0,2-5-4 16,-2 1-2-16,3-1-2 0,-5-4-5 16,6-3-7-16,2-3 5 0,0-1-16 15,2-2-7-15,0-3-51 0,3 0-69 0,1-6-101 0,-2-2-128 16,5 1-173-16,-1-6-258 0,7 1-5 15,4-1 81-15,1-2-473 16,12 2-638-16</inkml:trace>
  <inkml:trace contextRef="#ctx0" brushRef="#br0" timeOffset="-173947.1">17226 17073 3174 0,'0'-11'-50'0,"-1"4"44"0,1 0 46 0,0 7 45 15,-2-12 48-15,2 12 44 0,0-10 28 16,0 10 1-16,0 0-8 0,0 0-5 0,0 0 34 16,0 0 28-16,0 0 18 0,-2 31-16 0,0-9-18 15,-2 15-9-15,1 1-6 16,-1-1-17-16,-2 2-21 0,3-1-17 0,-4 1-21 16,4-2-14-16,1-4-12 0,-4 2-14 15,4-7-5-15,2-6-18 0,-1-3-26 16,1-2-44-16,-2-3-54 0,2 0-54 0,0-4-61 15,0 0-62-15,-2-3-79 0,4-2-115 16,-2-5-140-16,0 0-261 0,0 0 36 0,7-21 81 16,-1 3-449-16,4-15-609 0</inkml:trace>
  <inkml:trace contextRef="#ctx0" brushRef="#br0" timeOffset="-173430.27">17120 16856 3372 0,'-3'-13'60'16,"-1"-1"37"-16,2 2 35 0,6 3 27 15,1-5 19-15,4 1 10 0,5-1 6 0,8-5-6 16,5 1-14-16,4 3-18 0,1 1-10 16,3 3-17-16,-1 4-9 0,-3 6-11 0,-1 1-15 15,-5 3-8-15,11 7-4 0,-9 4-7 16,-3 3 4-16,-8 1 5 0,-7 0 11 15,-2 2-3-15,-2 6-12 0,-7-1 6 16,-4 8-1-16,-5 2 3 0,-7-2-3 16,3 1-10-16,-10 5-3 0,-1-1-7 0,5-9-13 15,0-1 0-15,3-3-8 0,2 0-1 16,4-11-5-16,4 3-5 0,1-7 11 0,2 0 11 16,3 0 28-16,0-1 21 0,4-1 13 15,1 4 2-15,3-3-3 0,1 3-5 0,7 2-2 16,3-1-5-16,4 4-6 0,2 2-10 15,3-1-32-15,-3 0-56 0,-3-3 0 16,-4-1 0-16,-2-3 0 0,-3-1 0 16,-1 1 0-16,-4-1 0 0,-1 0 0 15,-3 1 0-15,0-1 0 0,-6 2 0 0,1 2 0 16,-8-3 0-16,-1 1 0 0,-13 5 0 16,-2-1 0-16,-4-4 0 0,1-2 0 0,-4 0 0 15,5-4 0-15,0-3 0 0,4 0 0 16,0-3 0-16,1 0 0 0,3-3 0 0,6 2 0 15,2-1 0-15,0 0 0 0,-1 2 0 16,6-2 0-16,-1-1-264 0,9 3-351 16,0 0-127-16,-3-9-195 0,3 9 81 0,0 0-769 15,18-10-1063-15</inkml:trace>
  <inkml:trace contextRef="#ctx0" brushRef="#br0" timeOffset="-172413.65">18099 17170 4188 0,'-9'-18'-101'0,"0"3"58"0,1 3 56 0,0 3 91 0,5 1 62 0,-3 2 56 16,2 0 43-16,4 6 20 0,-8-9 3 15,8 9-13-15,-4-8-13 0,4 8-22 0,-3-8-19 16,3 8-18-16,0 0-16 16,-6-6-16-16,6 6-15 0,0 0-14 0,0 0-11 0,0 0-12 15,0 0-12-15,0 0-10 0,0 0-9 16,0 0-12-16,0 0-5 0,0 0-8 16,0 0-8-16,-7 20-4 0,7-20-5 15,0 0-3-15,0 0-43 0,2 9 0 16,-2-9 0-16,0 0 0 0,0 0 0 0,1 12 0 15,-1-12 0-15,0 8 0 0,4-2 0 16,2-1 0-16,-1 1 0 0,5 3 0 0,1 0 0 16,2-4 0-16,9 3 0 0,-3 0 0 15,1-2 0-15,3-3 0 0,-1-1 0 16,-3-2 0-16,1-2 0 0,4-5 0 0,-3 1 0 16,-5-6 0-16,6-7 0 15,-3-8 0-15,-4-2 0 0,-8-5 0 0,2-5 0 0,-8-4 0 16,-1-2 0-16,-8-9 0 15,3 2 0-15,-7 11 0 0,3 6 0 0,-3 5 0 16,5 9 0-16,-4 8 0 0,-1 2 0 16,1 8 0-16,-3 1 0 0,-5 4 0 0,4 3 0 15,-4 4 0-15,3 1 0 0,7 0 0 16,4-1 0-16,-2-1 0 0,9 2 0 16,5-1 0-16,4-1 0 0,6-2 0 0,7-3 0 15,19 0 0-15,0-6 0 0,5 0 0 16,-1-3 0-16,-1 1 0 0,-2 0 0 0,-14 2 0 15,-3-1 0-15,-6 4 0 16,-6 2 0-16,3 3 0 0,-1 5 0 0,-6 6 0 16,0 1 0-16,1 10 0 0,-2 2 0 15,-7 0 0-15,-1 6 0 0,4 0 0 0,-4 4 0 16,-1-3 0-16,-1-5 0 0,0-4 0 16,-1 10 0-16,-1-8 0 0,0-5 0 0,0 1 0 15,-2-2 0-15,3-3 0 0,-1-1 0 16,-2-2 0-16,2-2 0 0,2-3 0 15,0 0 0-15,0-5 0 0,4 2 0 16,-2-2 0-16,-2-7-353 0,5 2-138 0,-5-2 17 16,20-16 38-16,-4-5 47 0,5-6 38 15,3-9 50-15,-1-3 56 0,-1 0 60 16,-3-4 65-16,-2 11 65 0,-3 6 78 0,-3 5 48 16,-3 5 30-16,0 4 16 0,-3 3 8 15,-1 3 1-15,1 2 39 0,-5 4 49 16,0 0 10-16,11 18-10 0,-10-2-16 0,1 8-16 15,0 3-20-15,-2 14-18 0,2-2-12 16,-2 4-17-16,2 1-24 0,-2-3-54 0,0 2-80 16,-2-2-95-16,0-3-88 0,-2-9-91 15,4-4-92-15,0-7-79 0,0-4-135 0,0-4-161 16,0-5 69-16,0-5-472 0,0 0-651 16</inkml:trace>
  <inkml:trace contextRef="#ctx0" brushRef="#br0" timeOffset="-171313.9">19019 16917 3543 0,'-9'-9'93'0,"6"2"16"0,-3 1 25 0,4 0 3 15,2 6-3-15,0 0-9 0,-3-6-11 0,3 6-9 16,0 0-11-16,0 0-6 0,0 0-7 16,0 0-10-16,0 0-6 0,0 0-7 15,16 20-17-15,-9-16-15 0,-2 1-5 0,-5-5-2 16,10 6-3-16,-10-6 1 0,7 6 6 15,-7-6 6-15,5 6 10 0,-5-6 11 0,5 9 21 16,-3 0 68-16,-2 1 46 16,-2 2 15-16,0 6 7 0,-1 7 2 0,-2 10 2 15,-1 2-12-15,5 1-13 0,-3 5-18 16,0 3-17-16,2-2-13 0,2 2-12 16,2 0-11-16,7 4-11 0,-3-11-10 0,-4-10-11 15,0-2-6-15,2-7-7 0,-2-3-6 16,2-1-6-16,-2-1 6 0,-1-6-24 0,-1-1-40 15,0 0 0-15,0-8 0 0,-5 6 0 16,5-6 0-16,0 0 0 0,-29-6 0 16,15-2 0-16,-4-4 0 0,-5-3 0 0,-4-2 0 15,8 5 0-15,6 0 0 16,2 3 0-16,0 3 0 0,4-1 0 0,2 2 0 16,5 5 0-16,-8-5 0 0,8 5 0 15,0 0 0-15,0 0 0 0,0 0 0 0,36 8 0 16,-16-8 0-16,7 2 0 0,4-4 0 15,13-3 0-15,12-6 0 0,0-5 0 0,-3-1 0 16,1-8 0-16,-4 0 0 0,-3-8 0 16,-3-2-19-16,-8-6-64 0,0-3 5 15,-3-4 8-15,-6-7 4 0,-4-5-18 0,-5-5-8 16,2 2 9-16,-13-4 5 0,-2 2 10 16,-5 3 9-16,0 17 3 0,-5 6 9 15,-1 6 3-15,-5 13 7 0,-3 6 7 16,2 9 20-16,-8 7 19 0,-3 2 21 0,-9 13 6 15,-4 13 20-15,3 6 22 0,5 6 17 16,3 8 5-16,4 7 2 0,4 1 6 16,6 2-6-16,2 2-7 0,6 0-9 0,3-2-6 15,2-4-53-15,-1-1-27 0,6-9 0 16,-1-8 0-16,-1-1 0 0,2-6 0 0,-3-7 0 16,3-4 0-16,-4-5 0 0,-1-4 0 15,2 1 0-15,0-6 0 0,-3-2 0 0,-1-4 0 16,16-2 0-16,-7-5 0 0,2-2 0 15,1 1 0-15,-2 1 0 0,-5 1 0 16,3 0 0-16,-2 3 0 0,0 0 0 16,-6 3 0-16,0 0 0 0,0 0 0 15,16 8 0-15,-7 1 0 0,-4 1 0 0,2 2 0 16,1 0 0-16,-3-1 0 0,4 3 0 16,-4-1 0-16,5 0 0 0,-3-3 0 0,1 2 0 15,0-5 0-15,-1 2 0 0,3-4 0 16,-1-3 0-16,1-2 0 0,-10 0 0 0,26-9-248 15,-6-1-71-15,7-9-20 16,-9-10-6-16,9-10 3 0,-4-6 23 0,2-9 28 16,-3 1 26-16,1-7 29 0,0-1 22 15,0-4 51-15,-4 4 57 0,-3 3 67 16,-3 12 54-16,-3 12 44 0,-5 8 40 0,1 6 24 16,3 161 24-16,-2-303 1791 15,-7 162-1774 1,0 0-218-16,-13 39 77 0,12-15-354 15,-5 12 324-15,1 7 420 0,-6 10-484 16,2 1-167-16,-2 2 21 0,3 1-267 0,-2-6 5 16,-1-2-287-16,5-11 151 0,0-1-109 15,3-11 107-15,-3-6 92 0,2-5 472 0,3-3 73 16,-3-1 5-16,2-7-47 0,-3 0 106 16,5-4 456-16,0 0 51 0,0 0 35 15,-9-17 57-15,7 7 107 0,1 0-78 16,-1 1-104-16,0 1-88 0,2 0-271 0,-2 4-249 15,2 4 0-15,-2-12 0 0,2 12 0 16,0-5 0-16,0 5 0 0,8-8-258 16,-5 4-477-16,-3 4-500 0,9-4-261 0,-9 4-431 15,11-6-3-15</inkml:trace>
  <inkml:trace contextRef="#ctx0" brushRef="#br0" timeOffset="-170347.88">17578 17551 682 0,'0'-10'1134'0,"0"1"-527"0,-4 3-236 0,4 6-122 0,0 0 6 16,0 0 22-16,0 0-22 0,-9 35-35 16,-2-4 1-16,4 6-15 0,3 1-15 0,1 1-15 15,-3 4-19-15,4 1-12 0,4 2-15 16,-4-5-11-16,-1 0-8 0,3-2-16 0,0-10-14 15,-1-4-5-15,-1-4-6 16,2-1 0-16,-2-6-6 0,2 0-5 0,-2-4 13 16,2 0 26-16,0-3 15 0,0-7 4 0,-2 9-14 15,2-9-11-15,0 0 2 16,0 0-10-16,0 0-13 0,0 0-11 0,0 0 2 0,0 0-8 16,12-22-14-16,-12 22-3 15,11-6-1-15,-11 6-4 0,13 0-10 0,-13 0-5 16,18 7-9-16,-11-2 3 0,2 4 2 15,0 1-6-15,-2 2 1 0,1 1 6 16,-7 1 9-16,1 3 11 0,-4-1 6 0,1 1 16 16,-5 3 11-16,0 1 4 0,-3-1 1 15,-1-5 1-15,5 1-8 0,-3-5-7 16,-4-1-5-16,7-1-2 0,-3-2-11 0,3-4-25 16,5-3-30-16,-14 2-65 15,14-2-81-15,-17-12-99 0,10-1-117 0,2-3-98 16,3-3-109-16,2-4-190 0,11-8-51 15,1 4 95-15,4 3-536 0,4 4-727 0</inkml:trace>
  <inkml:trace contextRef="#ctx0" brushRef="#br0" timeOffset="-170013.93">17966 18137 3760 0,'0'0'107'0,"8"5"43"0,-8-5 41 15,0 0 46-15,0 0 37 0,0 0 3 0,0 0 16 16,0 0-7-16,0 0-28 0,0 0-20 15,0 0-22-15,0 0-23 0,0 0-15 16,0 0-19-16,19-8-19 0,-9 1-15 16,-5 0-22-16,2 0-24 0,2-1-5 0,-2 0-19 15,-1-3 4-15,-3 3-12 0,1-4-5 16,-4 3-6-16,2 1-6 0,-2 8-13 16,-6-14-1-16,6 14 4 0,-13-2-4 0,13 2-8 15,-23 7 0-15,10 2 0 0,1-1-2 16,-1 4-1-16,1 3 1 0,3-1 3 15,4 1 1-15,-1 3 3 0,2-2 2 0,4-2-3 16,0 0-4-16,4 1 3 16,2-1-2-16,-1 1 1 0,4-5-6 0,5-2-10 15,1-3-32-15,3-3-70 0,1-2-90 16,3-2-107-16,12-9-91 0,2 2-97 0,0-6-112 16,9-5-205-16,3 0 30 0,-5 0 94 15,2-5-468-15,-6 6-621 0</inkml:trace>
  <inkml:trace contextRef="#ctx0" brushRef="#br0" timeOffset="-169797.96">18650 17969 3376 0,'0'0'133'0,"0"0"31"15,0 0 34-15,0 0 39 0,-49 12 36 16,33 1 27-16,2-1 13 0,-8 8-16 0,3 3-24 16,2 2-22-16,2 1-31 15,5-2-19-15,3-1-22 0,2-1-22 0,3-1-17 16,2 0-36-16,0-1-32 0,2-3-54 15,-1 0-51-15,5-3-58 0,-1-2-73 16,3 0-100-16,2-7-80 0,-1-1-71 0,2-2-104 16,-11-2-161-16,36-10-52 0,-14 1 84 15,3-7-378-15,1-1-500 0</inkml:trace>
  <inkml:trace contextRef="#ctx0" brushRef="#br0" timeOffset="-169514.91">18801 18074 3043 0,'0'0'76'16,"0"0"33"-16,0 0 49 0,0 0 38 15,0 0 30-15,-31 4 19 0,31-4 4 16,-16 17-4-16,4-4-10 0,-1 3-15 16,-3 9-13-16,3 1-20 0,4-2-17 15,0-4-20-15,6 3-13 0,-3 1-16 0,6-5-7 16,2-1-15-16,4-5-8 0,-2 3-8 16,4-5-7-16,1-2-14 0,0-4-2 15,3-1-4-15,1-4-13 0,-13 0 0 0,29-7-6 16,-14-2-10-16,0-1 2 0,-1-2 2 15,-3-1-9-15,-4 2-5 0,1-7-2 0,-3-1 3 16,-4 2-12-16,-1-3-6 16,-1 1-9-16,-1 0-17 0,-3 2-19 15,1 0-27-15,2 5-40 0,-3 3-55 0,-2 1-65 16,-4 4-67-16,6 1-65 0,5 3-72 16,-11 0-98-16,11 0-161 0,0 0 9 0,0 0-411 15,0 0-568-15</inkml:trace>
  <inkml:trace contextRef="#ctx0" brushRef="#br0" timeOffset="-168964.81">18924 18083 2961 0,'13'-2'4'0,"-13"2"55"16,12-3 46-16,-12 3 48 0,0 0 50 15,12 0 33-15,-12 0 31 0,0 0 16 16,0 0 7-16,13 8-6 0,-7-3-19 0,-1-1-17 16,-5-4-6-16,11 10-15 0,-8-3-21 0,1-2-15 15,2 2-20-15,-5 0-18 16,1-1-12-16,2 4-13 0,-1-2-17 0,-1 0-1 15,-2-1-18-15,0-7-9 0,-2 15-8 16,2-8-6-16,0-7-4 0,-3 12-11 16,3-12 2-16,3 7-4 0,-3-7-9 0,0 0-4 15,0 0-9-15,22-31-8 0,-6 9-2 16,0 0-1-16,0 5 14 0,-5 3-3 0,-1 4-4 16,-2 3-1-16,-1 0-1 0,0 2-2 15,-7 5 4-15,14 2 9 0,-14-2 3 16,11 15-2-16,-5-1 7 0,-2 3-5 15,0 6-4-15,0 0-10 0,0-1-24 16,-3 2 0-16,5-2 0 0,-2-2 0 0,-1-4 0 16,3 0 0-16,-3-3 0 0,0-4 0 15,-1-1 0-15,4-2 0 0,-3 0 0 16,-3-6 0-16,0 0 0 0,0 0-57 0,0 0-60 16,27-13-18-16,-18 0-26 0,2 4-11 15,-2-3 6-15,-2 1 14 0,1 5 12 0,-5-2 3 16,6 2 8-16,-6 0 14 0,-3 6 9 15,0 0 12-15,0 0 10 0,0 0 10 16,0 0 8-16,23 12 18 0,-19-2 11 0,4-1 8 16,-3 3 5-16,2 3 1 15,2-2 3-15,-2 0 8 0,1-2-2 0,-5 1 0 16,7 0 5-16,-6-1-4 0,2-3 3 16,-3 1-1-16,3-1 3 0,-2-3-17 0,-3 2-22 15,4-2-35-15,-5-5-46 0,6 7-55 16,-6-7-58-16,5 5-59 0,-5-5-91 15,0 0-119-15,0 0-176 0,18-19 60 0,-13 7-325 16,3-6-429-16</inkml:trace>
  <inkml:trace contextRef="#ctx0" brushRef="#br0" timeOffset="-168614.74">19579 18158 2902 0,'0'0'151'0,"-8"-7"11"0,8 7 30 0,0 0 22 16,0 0 25-16,0 0 16 0,0 0-6 15,0 0-21-15,0 0-22 0,0 0-14 0,-10-7-20 16,10 7-23-16,0 0-9 0,0 0-8 16,0 0-7-16,0 0-23 0,21-8-14 0,-13 4-17 15,0 1-19-15,-1-2-22 0,3-2-18 16,2-2-6-16,-3 1 1 0,-4 1-5 16,1-2-2-16,-2-1 0 0,-1 0-1 0,-3 0 0 15,0 10-2-15,-5-17 1 0,-4 15 0 16,-4 2 7-16,-10 5 13 0,-12 9 11 15,-5 6 16-15,0 9 14 0,6 5 5 0,1 2 8 16,10 4 0-16,10-5 7 16,3 4-8-16,8-3-4 0,6-2-7 0,4 0 2 15,5-3-16-15,-3-9 16 0,2-6-4 16,-1 0-12-16,4-7 0 0,-4 0-7 0,2-4-2 16,1-2-37-16,-1-3-70 0,1 0-94 15,3-4-131-15,-3-2-152 0,4-2-228 16,0-3-156-16,-6 3 94 0,2-4-585 15,1 0-779-15</inkml:trace>
  <inkml:trace contextRef="#ctx0" brushRef="#br0" timeOffset="-167964.72">20477 18420 4050 0,'0'0'174'0,"0"0"8"0,-27-1 16 0,27 1 12 0,0 0 40 0,-16-9-18 0,16 9-9 0,-5-12-21 0,3 4-27 16,2-3-17-16,2-4-21 0,1-8-30 15,6-10-3-15,3-5-5 0,3-13-14 0,5-10 1 16,1-2-6-16,-1-2-9 0,1 4-6 15,-1 8-6-15,-5 10-5 0,-3 12-5 16,-7 8-1-16,3 7-9 0,-5 3-3 16,-1 1-6-16,2 4 7 0,-4 8 22 15,5-1 21-15,-5 1 8 0,0 0 6 0,14 24 9 16,-5-7 4-16,7 5-1 0,3 7-8 16,4-4-10-16,0 2-7 0,0-2-34 0,9 4-47 15,-3-6 0-15,-3-1 0 0,1-2 0 16,-8-7 0-16,-4-1 0 0,-3-2 0 15,1-1 0-15,-3-2 0 0,-6-2 0 16,-1 0 0-16,-3-5 0 0,0 0 0 16,0 0 0-16,-17 10 0 0,-2-6 0 0,-6-3 0 15,-1 3 0-15,-16-1 0 0,-1 1 0 16,2-3 0-16,5 3 0 0,5-4 0 0,8 2 0 16,8-4 0-16,3 4 0 0,12-2 0 15,-17 0 0-15,17 0 0 0,-13-4 0 16,13 4-1-16,-4-3-429 0,4 3-87 0,0 0-115 15,0 0-244-15,0 0 13 0,0 0 99 16,42-2-633-16,-42 2-850 0</inkml:trace>
  <inkml:trace contextRef="#ctx0" brushRef="#br0" timeOffset="-167714.71">21435 17660 4368 0,'-10'-15'285'0,"0"6"38"0,6 2 1 0,1-1-12 0,3 8-18 0,0 0 27 0,0 0 6 0,-9 29-9 15,7-5-30-15,2 14-27 0,2 4-26 0,-1 1-21 16,5 1-21-16,-2-1-65 0,6 9-128 16,-5-11 0-16,1 0 0 0,-1 0 0 15,-1-2 0-15,3-3 0 0,-6-7 0 0,-1-5 0 16,2-4-136-16,0-2-326 15,2-1-112-15,0-3-175 0,-3-2-157 0,5-3 96 0,-2 1-739 16,1-6-992-16</inkml:trace>
  <inkml:trace contextRef="#ctx0" brushRef="#br0" timeOffset="-167364.83">21692 18160 4694 0,'0'0'185'0,"0"0"55"0,-6-9 34 16,6 9 24-16,-4-4 10 0,4 4-9 15,0 0-22-15,0 0-32 0,0-10-27 0,0 10-22 16,12-6-19-16,-3 2-1 0,1 1-16 16,0-2-17-16,1 1-27 0,-4 1-22 15,5-2-18-15,-1 1-61 0,-3-1-15 16,-8 5 0-16,14-7 0 0,-11 2 0 0,-3-3 0 16,0-1 0-16,-3-1 0 0,-8-2 0 15,2 0 0-15,-5 3 0 0,-8 3 0 16,-3 0 0-16,2 6 0 0,-4 4 0 0,-7 6 0 15,12-1 0-15,3 3 0 0,5 1 0 16,1 3 0-16,5 1 0 0,5 3 0 0,1-1 0 16,6 3 0-16,-1-1 0 0,7 1 0 15,2 4 0-15,0-6 0 0,8 1 0 16,-5-4 0-16,0-5-96 0,2-1-197 0,4-5-92 16,1 1-73-16,-2-6-49 15,1-2-74-15,6-2-112 0,9-9-101 0,-4-2 65 16,-1-6-514-16,5-8-705 0</inkml:trace>
  <inkml:trace contextRef="#ctx0" brushRef="#br0" timeOffset="-167081.28">22042 18035 3398 0,'6'-25'83'0,"2"6"101"0,-6 5 78 16,2 3 58-16,-8 1 69 0,4 2 27 15,0 0 9-15,0 8-11 0,-2-9-42 0,2 9-30 16,0 0-7-16,0 0-8 0,0 0-16 16,-8 34-32-16,2-12-30 0,1 9-164 15,-2 3-85-15,-4 0 0 0,6 0 0 0,-3-1 0 16,3-8 0-16,1-1 0 0,1-7 0 15,0-5 0-15,-1 2 0 0,0-3 0 0,1-2 0 16,-5-2 0-16,3-5 0 16,5-2 0-16,-22-2 0 0,13-10 0 0,1 0 0 15,1-5 0-15,-3-18 0 0,8-8 0 16,6-17 0-16,5-5 0 0,5-7 0 0,15-23 0 16,-3 3 0-16,2 14 0 0,-5 25 0 15,-1 9 0-15,-8 15 0 0,0 1 0 16,-3 10 0-16,3 7 0 0,-3 6-455 15,2 3-164-15,-2 4-153 0,-2 5-131 16,-4 3 81-16,3 4-749 0,-2 1-1014 0</inkml:trace>
  <inkml:trace contextRef="#ctx0" brushRef="#br0" timeOffset="-166947.96">21940 17997 4554 0,'-18'9'18'16,"4"1"57"-16,3-2 44 0,2-2 35 15,4-3 32-15,-3 1-8 0,8-4-16 0,0 0-19 16,0 0-36-16,0 0-73 0,26-13-92 15,-5 5-121-15,12-4-107 0,-1-2-110 16,0-2-175-16,-1 0-123 0,-3-2 57 0,1-3-353 16,2 0-465-16</inkml:trace>
  <inkml:trace contextRef="#ctx0" brushRef="#br0" timeOffset="-166614.88">22355 17476 3084 0,'0'-19'239'15,"-2"5"47"-15,0 4 37 0,0 2 48 0,0 3 3 16,2 5-3-16,0 0 7 0,0 0-17 15,-18 20-23-15,6 9-29 0,1 1-33 0,2 7-27 16,-2 0-29-16,8 5-22 0,-5-5-29 16,5 2-44-16,-1 0-53 0,-3-3-58 15,4-3-78-15,-3-6-93 0,4-5-78 0,1-5-71 16,-5 2-51-16,2-4-40 0,0 2-25 16,-4-2-7-16,1-2 3 0,-6 1 30 0,-1-1 64 15,-1-1 90-15,3-1 84 0,1-4 84 16,4-2 87-16,-5-1 98 0,1 2 92 15,2-4 94-15,9-2 64 0,-22 2 25 0,22-2 5 16,-12 3-8-16,12-3-16 16,0 0-28-16,0 0-40 0,0 0-31 0,0 0-29 15,21-22-21-15,-7 15-30 0,5-2-56 16,0 1-61-16,2 2-85 0,-2 1-115 0,-2-1-121 16,-4 6-115-16,1-2-129 0,-3 4-145 15,0 0-232-15,0 3 59 0,-6 1 91 16,4 6-549-16,-1 2-729 0</inkml:trace>
  <inkml:trace contextRef="#ctx0" brushRef="#br0" timeOffset="-166464.96">22611 18177 4343 0,'0'0'599'0,"0"0"-40"16,0 0-31-16,0 0-74 0,0 0-40 15,0 0-66-15,0 0-102 0,0 0-121 0,-47-14-170 16,47 14-217-16,7-7-206 0,-7 7-277 15,0 0-148-15,0 0 99 0,0 0-706 0,0 0-945 16</inkml:trace>
  <inkml:trace contextRef="#ctx0" brushRef="#br0" timeOffset="-38406.79">16926 4245 903 0,'0'0'247'0,"-2"-7"-54"0,2 7-36 0,0-7-23 0,0 7 1 0,0-7-5 16,0 7-5-16,0-11-1 0,0 11 4 16,0 0 0-16,0-13 5 0,0 13 6 15,-2-8-6-15,2 8-2 0,-6-7-11 16,6 7-9-16,-7-7-3 0,-3 4-18 16,0-2 1-16,-1 1 0 0,0 1-9 0,-3 0-11 15,-1-1-7-15,0 2-4 0,-2-3-5 16,0 4-6-16,-5-4-3 0,2 4 0 0,-5-2-1 15,-2 3-3-15,-1-2-5 0,-5 2 7 16,-8 0-4-16,-4 2-2 0,4-2-7 0,-2 3 0 16,4 3-6-16,-1 2-2 0,-1-2 4 15,1 0-4-15,4-3-4 0,-1 6-1 16,-2-2-4-16,3 3 2 0,-2 0-2 16,2 1-4-16,0-4 3 0,1 4-1 15,0 2-5-15,-1-1 0 0,0-1 4 0,0 1-3 0,0 3 0 16,-12 2-1-16,10-3 0 15,-10 1 0-15,1 4 2 0,-3 0 1 0,-3 1 3 16,-3-1 8-16,6 2 1 0,-4 2 4 16,2-4-3-16,3 0-3 0,-4 3-2 0,3 1 2 15,-1-2-3-15,-1 1 1 16,1-1-4-16,-5 1 4 0,5 0-3 0,0 0 0 16,-3 1 0-16,5-1 0 0,-1 2-4 15,2-2-1-15,5 3-2 0,-4-2-3 16,8 0 4-16,-5-1-4 0,12-3 2 0,3 3 1 15,1-1 0-15,1-1-2 0,2 1 1 16,2-1-2-16,3 1 2 0,-2 1-9 0,5 0 1 16,0 1-3-16,3-5 4 0,0 4 1 15,-4 2 1-15,5-5 0 0,1-1 0 0,1-1 1 16,2 0 1-16,-9 7-7 0,7-3 4 16,1-4 0-16,-5 7-8 0,1-4 12 15,5-3-3-15,-4 9 0 0,-1-6-4 0,1 6 6 16,-1 0-3-16,1-1 5 0,2 2-1 15,-4 0-4-15,-2-1 6 0,1-1-9 0,2 3 5 16,-4-2 2-16,0-3-2 0,0 1 0 16,-1 2 2-16,0-4-2 0,-2 1-1 15,1-2-5-15,-1 3 0 0,3-5 0 16,-2 3 6-16,6-3 1 0,-8 1-1 0,8 2 0 16,-4-5-2-16,5 1-8 0,-4 5 9 15,5-4-1-15,-5 7 4 0,2-1-5 0,-1 2 1 16,2 0-1-16,0-1 1 0,-1 0 3 15,1 3 2-15,-3-4-4 0,5 3 3 16,-2-1-1-16,2 0-2 0,1-6 5 0,3 0-3 16,0-3-4-16,0 1 2 0,1 3 1 15,3-2-2-15,1 2 2 0,-3 0 3 0,3 1-6 16,0 1 7-16,1 1-5 0,-2 1 0 16,4-1 0-16,-2 3-1 0,0 6 1 15,2-2 0-15,-1-7 1 0,-5 11-9 0,4-7 10 16,0-3 2-16,1-1-3 0,-1 0-2 15,-1-2 0-15,1 2 5 0,2-3-5 16,-2-3 2-16,2 2-2 0,0-1 3 0,0 1-5 16,0-1 4-16,0-1-2 0,0 2 5 15,0-1 0-15,0 1-3 0,0 0 2 16,0 2 3-16,0 4-3 0,0-8-2 0,0 3 3 16,0 3-1-16,0 2 0 0,0-1-1 15,0 0 3-15,0 1-3 0,0-1 0 0,2 12 2 16,-2-8-1-16,7 4 2 0,-7-2-13 15,3 4 10-15,-1-7 1 0,0-3 3 16,2-1-6-16,-3 1 11 0,1 0 4 16,0-1 3-16,4 8-2 0,-3 0-2 0,4 0 3 15,-2-6-2-15,-1 6 1 0,2 2-1 16,-1-4-5-16,4 5-1 0,-6-3 1 0,5-2 1 16,-3 2-1-16,2-1-1 0,4-3-4 15,-6 2 1-15,3-5 4 0,-3 4-3 16,3-6 0-16,-2-2 7 0,1 1 7 0,1 6-4 15,2 0 7-15,-3 2 4 0,3 0 1 16,-1-2-3-16,1 0-2 0,1 2 5 0,1-3 4 16,-1 1 1-16,4-1-5 0,1-3-7 15,-2 2 1-15,0-1 0 0,3 0-3 16,0 1-1-16,-4-1 2 0,3-2-8 16,2 2-4-16,-5-3 3 0,-2-2-4 0,-1-4 1 15,5 9-3-15,-8-6 2 0,3-3 0 16,-2 3 18-16,1-1-8 0,1 0 1 0,1-4-4 15,2 2 4-15,6 7-1 0,-1-2 1 16,0 0-1-16,4-3-1 0,1 2 1 16,1-4 3-16,1-2-3 0,2 3 0 0,-1-1-2 15,7-1-2-15,-5-3 1 0,5 1-1 16,-5 0-4-16,3-1 1 0,-3 1-7 0,3-1 3 16,-1-1-3-16,1 1 4 15,-3-1-6-15,3 1 1 0,1-1 2 0,1 0-3 16,-1 0 3-16,0 0-6 0,2 0 10 15,5 0-3-15,-3-2 19 0,2-1 1 0,4-1 5 16,0 0-1-16,2-2 1 0,-2-1-2 16,3 1-5-16,-2-2 1 0,0 0-4 0,1 1-1 15,-2 0-2-15,-2-1 0 0,3-1-13 16,-6 1-4-16,1 0 5 0,-4 2-5 0,2 2 5 16,-5-4-14-16,-4 2 5 15,5 1 10-15,-3-1-6 0,5 0 5 0,5 4 25 16,0-5 12-16,3-1-4 0,6 2 2 0,11-2-3 15,4 4 8-15,-2-4-2 0,2 1-2 16,-2 1-20-16,-11-4 11 0,0 2-3 16,-1-1-2-16,-4 2-9 0,-3-1 1 0,4-1 0 15,-6 2-2-15,2-3-4 0,-3 1 6 16,-3 1-8-16,3-1-2 0,1 2 0 0,0-3-5 16,-8 0-2-16,1-2 6 0,11 0-4 15,-3-2-1-15,7 0 5 0,-1 0-3 0,3 1-4 16,-2-1 2-16,1 2-1 0,-4-3 0 15,-2 6 2-15,-9-6 5 0,11 3-8 0,-13 0-2 16,-1 3 1-16,-3-3 0 0,3 2 3 16,-1-2 1-16,14-2-5 0,-10 2 5 15,6-3 1-15,-5 3-4 0,4-2 3 16,6-1 4-16,-4-3-2 0,3 1 3 0,-4 0-3 16,6-3 2-16,-4 2 2 0,1-2 2 15,2 3-4-15,-5-5-4 0,-1 2 2 0,4-1 6 16,-3 1-4-16,-1 0 3 0,4-2 3 15,-4 1-7-15,3 1-1 0,1-2 1 0,-2 0-11 16,1 1 12-16,-2-1 6 0,-5 0 2 16,2 1-9-16,-2-3 4 0,-1 2 0 15,-7 3 6-15,-1-6 7 0,5 1 4 0,-6 3 0 16,-6-1-1-16,1 0 4 0,5-6-3 16,0 1-2-16,2-1-25 0,0-4-4 15,2 5 0-15,-4-2 0 0,2 0 0 0,4 1 0 16,-4-3 0-16,-3-1 0 0,3 5 0 15,-2-3 0-15,0 1 0 0,-1-1 0 0,1-1 0 16,-5 6 0-16,-6-1 0 0,4 0 0 16,-5 2 0-16,1-1 0 0,-5 1 0 15,0 1 0-15,1-2 0 0,1 1 0 0,-1-3 0 16,2-1 0-16,-3-1 0 0,7-9 0 16,-2 1 0-16,0 0 0 0,1-4 0 0,1 0 0 15,-2 0 0-15,-1-2 0 0,1 2 0 16,-1-2 0-16,1-2 0 0,-5 2 0 0,0-1 0 15,0-1 0-15,-4 1 0 0,-1-3 0 16,0 8 0-16,-1 3 0 0,-1-10 0 16,0 3 0-16,0-6 0 0,0 7 0 0,1 4 0 15,-3-10 0-15,2-2 0 0,-1 8 0 16,-1-7 0-16,-1 4 0 0,2-4 0 16,-1-2 0-16,0-2 0 0,-1 0 0 0,-4-4 0 15,-1-9 0-15,1 1 0 0,-3 11 0 16,1-10 0-16,-3 3 0 0,2 8 0 0,-3 1 0 15,1 3 0-15,1 0 0 0,0 3 0 16,0 1 0-16,0 1 0 0,4 1 0 0,-3 5 0 16,5 6 0-16,-2-4 0 0,1 3 0 15,2-1 0-15,1 2 0 0,-1 0 0 16,0-1 0-16,0 0 0 0,0 1 0 16,0 2 0-16,-1-3 0 0,1-1 0 0,-2 1 0 15,-2 1 0-15,2-1 0 0,-2 1 0 16,3 4 0-16,-5-2 0 0,3 2 0 0,-4 0 0 15,4-1 0-15,-3 1 0 0,-1-1 0 16,1 0 0-16,1 0 0 0,-5 0 0 0,0 0 0 16,0-7 0-16,-4 0 0 0,-1-1 0 15,1-1 0-15,-2 0 0 0,-1 0 0 0,-5 0 0 16,4 0 0-16,-3-1 0 0,0 1 0 16,2 1 0-16,-1 3 0 0,-2-2 0 15,3 1 0-15,0 0 0 0,1 5 0 16,0-5 0-16,4 6 0 0,-6-7 0 0,-1 5 0 15,5-2 0-15,-3 1 0 0,-1-1 0 16,6 1 0-16,-6 2 0 0,1-3 0 0,3 1 0 16,-4-1 0-16,5 4 0 0,2 3 0 15,-4-4 0-15,2 1 0 0,3 3 0 0,-1-1 0 16,2 1 0-16,0 2 0 0,-9-8 0 16,8 5 0-16,-4 1 0 0,3 0 0 0,1-1 0 15,-7-6 0-15,3 1 0 0,0 1 0 16,5 4 0-16,-4-7 0 0,-2-2 0 15,5 7 0-15,1 1 0 0,-1 1 0 16,3 1 0-16,-1-2 0 0,-1 1 0 0,2 1 0 16,1 0 0-16,-1 0 0 0,4 2 0 15,-3 0 0-15,2 0 0 0,1 3 0 0,-1-5 0 16,0 1 0-16,3 3 0 0,-3-3 0 16,3-1 0-16,-1 0 0 0,0-1 0 0,0 1 0 15,2-1 0-15,-5-4 0 0,4-1 0 16,-4 3 0-16,0-1 0 0,2-1 0 0,-4 0 0 15,2-2 0-15,-4-4 0 0,1-3 0 16,1 1 0-16,-2-2 0 0,3 2 0 0,-3-2 0 16,-1 3 0-16,1-2 0 0,4 7 0 15,-3-5 0-15,3 3 0 0,0 4 0 0,-7-5 0 16,-2-2 0-16,2 0 0 16,-5 1 0-16,-3-2 0 0,0 4 0 0,-6-9 0 15,-2 0 0-15,-4 1 0 0,4 1 0 16,-6-4 0-16,0 6 0 0,1 1 0 0,-4 1 0 15,-1 0 0-15,4 3 0 0,4 6 0 16,1 1 0-16,1 3 0 0,-1 1 0 0,9 4 0 16,3 2 0-16,2 1 0 0,0 4 0 15,3 2 0-15,-3 5-645 0,-1 2-306 0,-13 9 26 16,-11 12 100-16,-22 13-823 0,-15 15-1085 16</inkml:trace>
  <inkml:trace contextRef="#ctx0" brushRef="#br0" timeOffset="-37607.84">14483 9139 4402 0,'5'0'-112'0,"-5"0"36"0,9-5 28 0,-9 5 39 0,0 0 31 0,0 0 22 0,0 0 21 0,0 0 20 15,0 0 13-15,-34 19 9 0,12 0 6 0,-3 5 11 16,-11 7 14-16,0 3 6 0,-5 5 8 16,0 5-4-16,-15 11 0 0,3 1-1 15,-1 0-4-15,0-1 0 0,-2 0-6 0,10-12-10 16,-8 7-10-16,7-7-16 0,-1-4-2 15,9-2-27-15,1-1 12 0,4 1-15 16,1-4-1-16,8-8-11 0,4-4-7 0,3 3-9 16,-4-5 0-16,8-1-15 0,2-4-8 15,0-5-13-15,0 4-13 0,5-3-19 0,-2-1-15 16,0-2-11-16,2 0-19 0,2-1-23 16,-3 0-20-16,5-1-26 0,-6-2-38 15,9-3-45-15,-9 4-54 0,9-4-50 0,0 0-48 16,-7-20-58-16,8 9-88 0,7-8-117 15,8-9 56-15,7-9-429 0,8-2-486 0</inkml:trace>
  <inkml:trace contextRef="#ctx0" brushRef="#br0" timeOffset="-37124.07">14422 9281 2864 0,'14'-8'85'16,"-5"1"46"-16,-4 2 27 0,-1 1 24 15,0 1 13-15,-4 3 14 0,0 0 15 0,0 0 12 16,0 0-1-16,-53 22-1 0,23-5 2 15,-13 9-15-15,-2 6-3 0,-7 2-13 0,-9 15-15 16,-2 1-2-16,0-2-17 0,1 1-15 16,-8 1-13-16,2 1-11 0,5-1-9 15,13-10-15-15,-1-2-6 0,3 1-6 16,1-2-20-16,8 1-6 0,0-2-7 0,3-2-10 16,3-2-6-16,8-9-26 0,4 0-30 15,3-3-36-15,0-4-36 0,9-5-29 0,2-2-30 16,-2 0-34-16,4-2-33 0,1-4-46 15,4-3-40-15,0 0-23 0,0 0-18 0,16-32-2 16,2 3 6-16,14-13 19 0,9-5 27 16,15-19 31-16,7 1 32 0,5-5 41 0,0 2 36 15,-1 4 45-15,-1 6 42 0,-5 2 41 16,-13 15 48-16,-8 6 55 0,-4 4 61 16,-11 12 39-16,-8 3 29 0,-2 5 28 0,-5 1 11 15,-4 8 10-15,-6 2 11 0,0 0 10 16,-10 25 2-16,-16 10 5 0,-3 10-5 15,-10 4-10-15,-11 12-21 0,-8 1-18 16,-3 0-20-16,0-2-20 0,2 2-17 0,2-6-19 16,2-2-17-16,11-11-16 0,3-2-14 15,5-4-19-15,4-3-44 0,7-6-44 0,7-3-59 16,-4-4-71-16,10-6-78 0,1-3-86 16,2-2-114-16,4-3-106 0,-1-1-129 0,1-5-179 15,5-1 70-15,0 0 86 0,0 0-610 16,-12-20-728-16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3:34:06.4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2048 5564 964 0,'0'0'239'16,"4"-7"-49"-16,-4 7-29 0,0 0-13 15,4-3-11-15,-4 3-6 0,0 0-5 0,4-5 2 16,-4 5 5-16,0 0 9 0,0 0 8 16,0 0 3-16,3-9 3 0,-3 9 10 0,0 0 1 15,0 0-1-15,0 0 0 16,0 0-5-16,0 0 1 0,0-9-5 0,0 9-5 15,0 0-9-15,0 0-12 0,0 0-9 0,0 0-16 16,0-8-8-16,0 8-11 16,0 0-8-16,0 0-8 0,0 0-9 0,0 0-3 15,-1-12-2-15,1 12-3 0,0 0-1 16,0 0-3-16,0 0 2 0,0 0-5 0,0 0 5 16,0 0 0-16,-6-5 2 0,6 5-1 15,0 0-5-15,0 0-3 0,0 0-2 16,0 0-6-16,0 0-5 0,0 0-2 0,0 0-5 15,0 0-4-15,0 0-3 0,0 0 0 16,0 0-5-16,0 0 2 0,0 0-4 0,0 0 0 16,0 0-3-16,0 0 0 0,-6 19 2 15,6-19 0-15,0 0 0 0,2 12 1 16,-2-12-1-16,0 0 2 0,0 12 0 16,0-12-1-16,2 8 2 0,-2-8-5 15,2 9 2-15,-2-9-1 0,2 10-4 0,-2-3 0 16,0-7 2-16,2 12-4 0,0-7 3 15,-2-5 0-15,1 10-2 0,-1-10 0 0,2 12 0 16,0-7 3-16,-2-5 0 0,2 10 2 16,-2-2 11-16,0-8-3 0,2 11 1 15,-2-4 1-15,0-7-3 0,3 15 0 0,-3-9 1 16,2 1-3-16,0 1-2 0,-2 0-2 16,3 0-2-16,-1-2 1 0,0 3 0 15,-1-1-4-15,1 2 3 0,2-1-6 0,0 1 2 16,-2-2-2-16,1 2 3 0,-1-1-4 15,4 1 1-15,-4 0-1 0,2-1 2 16,0 1 0-16,1-1-4 0,1-1 4 16,1 1-1-16,0-1 2 0,-2 1 6 0,1 0-6 15,-1-3 2-15,1-1-1 0,-1 1-2 16,-5-6 2-16,9 10-1 0,-6-6 9 0,-3-4 2 16,6 4 12-16,-6-4-18 0,6 5 14 15,-6-5 9-15,0 0-3 0,5 6 4 16,-5-6-1-16,0 0-3 0,0 0-3 0,0 0 1 15,0 0-3-15,8 5-16 16,-8-5-24-16,0 0-44 0,0 0-67 0,0 0-93 0,4 3-119 16,-4-3-133-16,0 0-191 15,0 0-102-15,0 0 86 0,0 0-534 16,0 0-675-16</inkml:trace>
  <inkml:trace contextRef="#ctx0" brushRef="#br0" timeOffset="700.65">2327 5678 3093 0,'0'0'-130'0,"0"0"42"0,-4-4 35 0,4 4 25 15,0 0 21-15,0 0 18 0,0 0 7 16,0 0 2-16,-5-6 1 0,5 6 0 0,0 0 0 16,0 0-2-16,0 0-2 0,0 0-1 15,0 0-2-15,0 0 1 16,0 0-2-16,0 0 3 0,0 0 4 0,0 0 3 0,0 0 4 15,0 0 9-15,0 0 7 16,-7 16 5-16,7-16 3 0,0 15 5 0,2-7-3 16,-2 5 2-16,2-1-5 0,-1 0-6 15,3-1-7-15,-1 1 7 0,3 3-6 16,-3-5-9-16,3 0 5 0,-1 1 2 0,1-4-7 16,2 1 1-16,-2-3 0 0,1 0 19 15,-7-5 0-15,18 4 7 0,-18-4-2 0,20-4-10 16,-8-1 1-16,-1-3 1 0,3 3-3 15,-3-6 8-15,-2 2 2 0,1-1 12 16,-4-1 5-16,-2-1 17 0,-1 2 9 16,-1 1 3-16,-4-3 10 0,1 0 3 15,-5-3-4-15,0 5-2 0,0 2-13 0,0 1-11 16,-1 1-14-16,0 2-8 0,7 4-18 16,-18-2-25-16,18 2-29 0,-19 8-32 0,9-4-39 15,1 3-43-15,2-1-44 0,-2 4-44 16,2-4-57-16,3-1-71 0,-3 1-91 15,3 0-161-15,-2-2 6 0,6-4-313 0,0 0-383 16</inkml:trace>
  <inkml:trace contextRef="#ctx0" brushRef="#br0" timeOffset="1049.91">2454 5395 2638 0,'0'0'93'0,"-12"-3"12"0,12 3 1 0,0 0-11 0,0 0-7 16,-9-3-11-16,9 3-5 0,0 0-5 15,0 0 16-15,0 0-14 16,25 20-3-16,-12-5-3 0,10 3-11 0,0 7 1 0,0 0 9 15,-1 2 5-15,3 8 23 16,-4-6 5-16,-4 0 1 0,2 0 3 0,-5-2-8 16,-3 0-4-16,0-5-12 0,-4-3-4 15,0-5-7-15,-3 1-5 0,0-3-9 16,-1-1-7-16,-1 0-26 0,0-2-32 0,0-3-46 16,-2-6-69-16,2 11-79 0,-2-11-84 15,-2 8-127-15,2-8-165 0,0 0 10 0,0 0-277 16,0 0-337-16</inkml:trace>
  <inkml:trace contextRef="#ctx0" brushRef="#br0" timeOffset="-184061.17">10799 6129 1341 0,'0'0'313'0,"0"0"-48"0,0 0-27 16,0 0-25-16,0 0-16 0,0 0-9 0,0 0-14 16,0 0-23-16,0 0 3 0,-12 13 1 15,12-13-5-15,0 0 7 0,0 0 6 0,0 0-6 16,-2 7-2-16,2-7-3 16,0 0-2-16,0 0-1 0,0 0 1 0,0 0 1 15,0 0-5-15,-1 7 2 0,1-7 8 16,0 0-3-16,0 0 6 0,0 0-5 0,0 0 3 15,0 0-3-15,0 0-9 0,0 0-1 16,0 0-9-16,0 0-7 0,0 0-5 0,-8 1-4 16,8-1-8-16,0 0-5 0,0 0-5 15,0 0-8-15,0 0-1 0,0 0-5 0,0 0-4 16,0 0-2-16,-9 3-4 0,9-3-2 16,0 0 0-16,-7 7-7 0,7-7-6 15,-5 4-6-15,5-4-4 0,0 0-24 16,-6 5-28-16,6-5 0 0,0 0 0 0,-7 5 0 15,7-5 0-15,0 0 0 0,-6 4 0 16,6-4 0-16,0 0 0 0,-8 6 0 16,8-6 0-16,-4 4 0 0,4-4 0 0,-7 3 0 15,7-3 0-15,-5 4 0 0,5-4 0 16,-8 5 0-16,8-5 0 0,-6 5 0 0,6-5 0 16,-10 5 0-16,10-5 0 0,-5 5 0 15,5-5 0-15,-6 7 0 0,6-7 0 0,-3 7 0 16,-2-4 0-16,5-3 0 0,-6 7 0 15,5-2 0-15,1-5 0 0,-6 9 0 0,4-3 0 16,0-2 0-16,-1 4 0 16,-1-4 0-16,2 4 0 0,-3-3 0 0,5-5 0 15,-3 12 0-15,1-8 0 0,0 2 0 16,-2 1 0-16,4-7 0 0,-1 10 0 0,-3-8 0 16,2 6 0-16,2-8 0 0,-4 9 0 15,3-4 0-15,-1 2 0 0,0-1 0 16,-1 2 0-16,1 2 0 0,-2-3 0 0,3 5 0 15,-3-2 0-15,2 1 0 0,0 0 0 16,0 1 0-16,1-2 0 0,-1 0 0 0,0 1 0 16,4-1 0-16,-4 0 0 0,4 2 0 15,0 1 0-15,-1-4 0 0,1 3 0 16,2-2 0-16,0-1 0 0,-3 1 0 16,3 2 0-16,1-4 0 0,-1 1 0 0,-1-3 0 15,-1 1 0-15,-2-7 0 0,6 12 0 16,-5-8 0-16,-1-4 0 0,2 10 0 0,-2-10 0 15,4 7 0-15,-4-7 0 0,4 7 0 16,-4-7 0-16,0 0 0 0,4 5 0 0,-4-5 0 16,0 0 0-16,6 6 0 0,-6-6 0 15,0 0 0-15,0 0 0 0,4 8 0 0,-4-8 0 16,0 0 0-16,0 0 0 0,0 0 0 16,0 0 0-16,0 0 0 0,0 0 0 0,0 0 0 15,0 0-542-15,0 0-456 0,0 0 92 16,-14 3-1048-16,14-3-1373 0</inkml:trace>
  <inkml:trace contextRef="#ctx0" brushRef="#br0" timeOffset="-183176.86">10952 6234 4929 0,'0'0'-259'0,"0"0"69"16,0 0 64-16,0 0 51 0,-14-2 41 0,14 2 36 15,0 0 23-15,0 0 9 0,0 0 10 16,-9-1 3-16,9 1-3 0,0 0 1 16,0 0-11-16,0 0-2 0,0 0-1 15,0 0 0-15,0 0 3 0,-13-2 8 0,13 2 2 16,0 0 14-16,0 0 7 0,0 0 6 15,0 0 8-15,-16 3 5 0,16-3 0 0,0 0 4 16,-9 4-2-16,3-3 1 0,6-1-3 16,-10 4 1-16,4 0-8 0,6-4-2 15,-11 6-5-15,6 0 0 0,-2-2 2 0,0 1-1 16,0 3-5-16,-1 0-3 0,2 0 1 16,-2-1 4-16,5 0-1 0,-5 4-1 0,5-1-8 15,-6 1-1-15,2 3-1 0,3-4-4 16,0 1-4-16,3 2 7 0,-3-2-12 0,2 2 5 15,2-1 2-15,0-3-3 0,0 2-8 16,2-2 0-16,3 1-2 0,-3 0-1 0,4-3 2 16,-1 0-4-16,4 0-3 15,-2-4-9-15,2 2 6 0,2-3-4 0,-11-2 2 16,24 0 2-16,-12 0 9 0,0-4 6 16,1 1 11-16,-1-2-4 0,3-2-1 0,-1 0 1 15,-3-3 2-15,1 2-3 0,-3-3-5 16,2-1-7-16,0 2-4 0,-6-2-2 0,3 0-1 15,-5 0-7-15,1 0 1 0,-2 0-4 16,0-1-2-16,-2 1-2 0,-6 1-9 0,2 3-1 16,-3 0-7-16,0 1-3 0,-4 2-17 15,0 1-10-15,-2 4-25 0,0-3-24 16,0 2-14-16,1 1-22 0,1 1-26 16,-1 2-23-16,0 1-27 0,1-2-27 0,1 1-24 15,1 0-38-15,3 1-32 0,-3 0-40 0,9-4-58 16,-12 6-74-16,10-3-99 15,2-3-69-15,-1 6 53 0,1-6-407 0,0 0-481 16</inkml:trace>
  <inkml:trace contextRef="#ctx0" brushRef="#br0" timeOffset="-182795.07">11066 6082 2603 0,'0'0'-46'0,"4"-9"46"0,2 6 45 16,-6 3 42-16,0 0 29 0,11-3 36 0,-11 3 14 15,0 0 12-15,17 15 13 0,-8-3 8 16,1 5 0-16,-2 1 6 0,3 10 0 0,-4 3 4 15,-1 1 4-15,0 3 8 0,-4 1 2 16,-2-6 14-16,-3 9 8 0,-2-3 12 0,-2 1 1 16,-3-3-9-16,1-1-14 0,-1-2-18 15,1-1-23-15,-1-9-17 0,2-4-20 16,1 1-16-16,-1-4-28 0,3-3-44 16,-1 0-60-16,2-2-67 0,0-4-66 0,0-1-61 15,4-4-68-15,-7 6-79 0,7-6-75 16,0 0-68-16,0 0-82 0,0 0-96 15,0 0-43-15,0 0 63 0,0 0-507 0,0 0-607 16</inkml:trace>
  <inkml:trace contextRef="#ctx0" brushRef="#br0" timeOffset="-181612.04">15363 4853 2812 0,'-2'-8'-133'0,"2"8"51"0,0 0 53 0,0 0 44 15,0 0 44-15,0 0 43 0,0 0 45 16,0 0 18-16,-7-7 21 0,7 7 8 16,0 0 12-16,0 0 4 0,-6-6 3 0,6 6 3 15,0 0-4-15,0 0-11 0,0 0-9 16,-6-6-11-16,6 6-20 0,0 0-17 16,0 0-6-16,0 0 5 0,-29 12 4 0,18-5 15 15,-4 5 15-15,-10 5 8 0,0 3 9 16,-3 3 6-16,-5 8 15 0,-1 2-5 0,2 3 4 15,1 1 0-15,1 1-3 0,3 0-14 16,8-7-10-16,4 0-162 0,1 0-25 16,3 0 0-16,7-4 0 0,3-5 0 0,1-1 0 15,1-2 0-15,3 4 0 0,2-4 0 16,-1-3 0-16,5-1 0 0,0-1 0 0,-1-2 0 16,1-4 0-16,1 1 0 15,-2-1 0-15,3-4 0 0,-1 0 0 0,-1 0 0 16,0-4 0-16,-10 0 0 0,15 5 0 15,-10-3 0-15,-5-2 0 0,12 4 0 0,-12-4 0 16,7 2 0-16,-7-2 0 0,0 0 0 16,0 0 0-16,0 0 0 0,0 0-87 0,0 0-796 15,0 0-83-15,0 0 106 16,0 0-975-16,0 0-1261 0</inkml:trace>
  <inkml:trace contextRef="#ctx0" brushRef="#br0" timeOffset="-181129.08">15558 5063 4656 0,'-16'0'-230'0,"16"0"67"0,-17 7 61 0,8-2 56 16,-3 5 56-16,0 0 41 0,-1-1 33 0,1 5 16 15,-2 0 13-15,3 1 5 0,-1-3 4 0,2 0-2 16,1 1 1-16,5-1 4 0,-4-2-5 16,6 0 9-16,2-1 2 0,-2-3 10 15,4 3 0-15,2-3 12 0,-4-6-2 16,8 8-16-16,0-3-10 0,-8-5-8 0,14 0-16 15,-14 0-5-15,24-5-12 0,-11-1-2 16,0 1-11-16,-2-3-3 0,1-2-13 0,-2-2 0 16,-3 1-7-16,1-3-2 0,-4-1 2 15,-2-3 2-15,0 5-8 0,-4-3-2 16,-2 2-12-16,1 1 4 0,-8-1-11 16,0 6-4-16,-3-1-4 0,1 7-14 0,-4-3-18 15,2 5-31-15,-2 2-16 0,-4 1-20 16,6 3-24-16,-2-1-18 0,-1 3-27 0,3 2-25 15,4-1-30-15,0-1-40 0,-2-2-47 16,6 1-38-16,2-4-48 0,1 3-59 0,4-6-81 16,-4 4-123-16,4-4 45 0,0 0-398 15,0 0-475-15</inkml:trace>
  <inkml:trace contextRef="#ctx0" brushRef="#br0" timeOffset="-180879.13">15710 4909 2731 0,'0'0'72'0,"0"0"55"15,0 0 46-15,0 0 34 0,0 0 37 16,0 0 20-16,0 0 7 0,0 0 4 0,17 24-4 16,-10-5-13-16,-3 4-21 0,3 12-1 15,-6-3-23-15,-1 4-16 0,-1 2-16 16,-1 0-16-16,-7-2-18 0,-2-1-21 0,0 2-6 15,-3-4-22-15,-4-3-49 0,0-2-62 16,-1-1-73-16,1-3-84 0,-4-2-111 0,1 0-113 16,3-9-127-16,0-3-163 15,3-2-8-15,-6-3 73 0,3-1-470 0,-2-2-560 16</inkml:trace>
  <inkml:trace contextRef="#ctx0" brushRef="#br0" timeOffset="-179362.76">17711 3680 2884 0,'-24'-2'-18'0,"-1"2"51"16,3-2 45-16,6 2 37 0,0-2 39 0,3 0 31 16,13 2 30-16,-19-1 17 0,9 0 5 15,10 1 2-15,0 0-6 0,0 0-11 16,0 0-15-16,0 0-18 0,0 0-22 0,36-15-17 15,-3 9-11-15,3-1-17 0,2 0-12 16,2 2-27-16,0-1-22 0,-4 2-21 16,-5-2-15-16,-8 1-11 0,-9 3-1 15,0 1-2-15,-4-1 1 0,-5 0-3 0,-5 2-3 16,0 0 11-16,0 0 14 0,-34-5 8 16,3 7 4-16,-16 0 6 0,-17-1 4 0,-4 1 9 15,5 1 25-15,16-1 17 0,5 2 12 16,9-3-14-16,11-1-12 0,7 2-8 0,0-2-19 15,5 2-7-15,10-2-1 0,0 0-39 16,0 0-63-16,0 0-82 0,37 6-89 16,4-4-116-16,4-2-132 0,3-3-177 0,-2 3-148 15,-2 0 78-15,-2 1-610 16,-8-1-781-16</inkml:trace>
  <inkml:trace contextRef="#ctx0" brushRef="#br0" timeOffset="-177846.05">11294 3995 3630 0,'-16'1'-40'0,"-2"3"39"16,4-3 27-16,5 1 36 0,9-2 29 0,-15 2 34 15,15-2 24-15,0 0 13 16,0 0-1-16,0 0-7 0,0 0-12 0,0 0-15 16,6-12-11-16,-6 12-12 0,25-12-13 15,-9 9-8-15,4-4-12 0,-2 0-16 16,-2 2-20-16,-3 1-15 0,-1-2-15 0,-5 4-9 16,1 0-4-16,-8 2 0 0,0 0 4 15,0 0 4-15,0 0-3 0,0 0 5 0,-38 17 7 16,15-9 6-16,1 0 6 0,0-2 13 15,3-2 5-15,4 3 7 0,3-6-2 0,1 3 6 16,6-1 4-16,5-3 0 0,-11 4-2 16,11-4-6-16,0 0-4 0,0 0-11 15,0 0-48-15,36-12-61 0,-22 7-95 16,8-4-129-16,-1 2-136 0,11-3-192 16,2 1-56-16,2-4 75 0,-1 1-391 0,1-4-477 15</inkml:trace>
  <inkml:trace contextRef="#ctx0" brushRef="#br0" timeOffset="-177396.45">12569 3175 3023 0,'-21'2'131'0,"4"-2"38"16,5 0 30-16,12 0 18 0,-14 2 25 0,14-2 3 15,0 0 14-15,0 0-24 0,-10-6-24 16,10 6-20-16,0 0-24 0,26-18-60 0,-6 7-85 15,14 1-112-15,2-4-120 0,12-1-139 16,0-1-256-16,-6 6-87 0,-5-3 84 16,-1 4-366-16,-11 2-452 0</inkml:trace>
  <inkml:trace contextRef="#ctx0" brushRef="#br0" timeOffset="-175595.51">16116 2512 1063 0,'-27'-4'331'16,"0"-1"-73"-16,2 3-48 0,2-3-35 16,-2 4-27-16,3-3 1 0,3 2 6 0,0-1 10 15,7 1 23-15,-1-1 2 0,2 1 4 16,11 2-12-16,-14-2-12 0,14 2-7 16,0 0-9-16,0 0-7 0,0 0-11 0,61-1-11 15,-12 1-11-15,15 0-12 0,10 0-11 16,5 0-9-16,-2 0-7 0,4 0-5 0,-5-4-10 15,-4 2-5-15,-1 1-9 0,-7-4-4 16,-5 1-3-16,-12 1-5 0,-8-1-2 16,-8 3 1-16,-10-1-7 0,-3 0-1 15,-4 2-1-15,-3-1-8 0,1-1 1 16,-12 2-4-16,13-2-5 0,-13 2 0 0,0 0-1 16,0 0-2-16,0 0-1 0,-59-8 1 15,-4 6-5-15,-7 0 3 0,-14-1 2 0,-7 1-3 16,-29 2 0-16,-2 0-2 0,3 0 1 15,28 2 2-15,3 1-7 0,7 1 4 16,4 0-4-16,11 4 3 0,7-2-2 16,12 0 3-16,9-3-2 0,12 1 0 15,5-1-1-15,6-2-2 0,4 1 4 0,2 0 5 16,9-2 2-16,0 0 4 0,0 0 11 16,46 3 6-16,17-3 4 0,18-1-3 15,6-3-1-15,27 2-2 0,2 1-5 0,3-2 0 16,-30 3-2-16,3-4-2 0,-8 2-2 15,-7 1 2-15,-7-1-5 0,-19 0 2 0,-5 2-2 16,-14 0 1-16,-7-2 1 0,-7 2 6 16,-2 0 8-16,-5 0 1 0,-11 0 5 15,0 0 5-15,0 0 9 0,0 0-6 16,0 0 3-16,-75-14-4 0,3 10 1 16,-11-1-9-16,-5-1-5 0,1 1-2 0,-1 4-4 15,11-1-2-15,13 2-4 0,16 0-3 16,16 0-4-16,7 2 0 0,9 1 6 0,5 0 8 15,10 1 9-15,1-4 4 0,0 0-4 16,34 15-1-16,4-8-7 0,8-2 4 16,3 0-20-16,14-3-36 0,0-2-43 0,-2 4-54 15,-10-4-59-15,-1-4-59 0,-3 4-58 16,-1 0-52-16,-6-2-57 0,-8-1-92 0,-9 1-191 16,-5-1 55-16,-7-1-333 15,-4 3-448-15</inkml:trace>
  <inkml:trace contextRef="#ctx0" brushRef="#br0" timeOffset="-167098.52">14466 3606 3650 0,'6'-13'406'0,"-3"5"-32"0,-1 1-30 16,4 0-19-16,-5 0-11 0,-1 7 22 0,6-10-9 16,-2 7-11-16,-4 3-22 15,4-8 8-15,-4 8-3 0,4-6-17 0,-4 6-15 16,0 0-19-16,7-6-141 0,-7 6-107 16,0 0 0-16,18 15 0 0,-11-5 0 15,1 2 0-15,-1 4 0 0,3 1 0 0,-4 2 0 16,-1-1 0-16,1 3 0 0,-2-6 0 15,-4 2 0-15,1-3 0 0,-1 0 0 0,0-3 0 16,0 1 0-16,0-2 0 0,0 0 0 16,-3-4 0-16,1 0 0 0,-2 1 0 0,4-7 0 15,0 0 0-15,-5 3-571 0,5-3-207 16,0 0-147-16,-6-17 78 0,6 9-877 0,0-6-1158 16</inkml:trace>
  <inkml:trace contextRef="#ctx0" brushRef="#br0" timeOffset="-166698.39">14574 3513 4564 0,'-4'-11'-71'16,"1"3"87"-16,-3 2 64 0,6 6 57 0,-2-11 38 16,2 11 28-16,0-9 9 0,0 9-1 15,2-9-9-15,-2 9-17 0,9-4-24 0,-9 4-8 16,11-5-16-16,-11 5-15 0,14-2-9 16,-14 2-17-16,22 3-5 0,-22-3-7 15,20 8-17-15,-11-2 0 0,1 0-10 0,-2 2 3 16,-3 1-8-16,1-1 13 15,-2 4 19-15,-4 0 21 0,-1-1 23 0,-4 4 18 16,1-2 13-16,1 1 4 0,-5 0 0 16,6-4-159-16,1 0-4 0,-3 1 0 0,2-3 0 15,4 3 0-15,0-3 0 0,1 2 0 16,1 1 0-16,3-3 0 0,4 5 0 0,-4-5 0 16,4 4 0-16,-2-3 0 0,3 0 0 15,-1 0 0-15,0 2 0 0,-4-2 0 16,0-4 0-16,1 4 0 0,-5-2 0 0,-1 2 0 15,-2-2 0-15,0 2 0 0,-2-1 0 16,-3 2 0-16,-3 1 0 0,-3-3 0 0,-1 1 0 16,-1 0 0-16,-2-4 0 15,0 1 0-15,-1-1 0 0,2-3 0 0,-2-2 0 16,-1-3 0-16,1-1 0 0,-2-4 0 16,2 3 0-16,3-2 0 0,1 2 0 0,3-1-527 15,2 1-481-15,-3 2 86 0,4 1-1028 16,6 2-1370-16</inkml:trace>
  <inkml:trace contextRef="#ctx0" brushRef="#br0" timeOffset="-165015.08">13805 3006 5034 0,'0'0'-197'0,"-9"6"70"0,9-6 49 0,0 0 49 16,-9 4 42-16,9-4 42 0,0 0 39 15,-13 3 20-15,13-3 15 0,0 0 13 16,-14 2-8-16,14-2 2 0,0 0-1 0,0 0-1 16,-15 0 5-16,15 0-5 0,0 0 0 15,-17-2 9-15,17 2-17 0,-13-3 1 16,13 3-5-16,-18-7-7 0,11 4-13 16,-2-4 1-16,-3 0-12 0,-1-4-1 0,-1 0-12 15,-1-5-4-15,-2-4-10 0,-4-4 0 16,4-4-8-16,-5-5-5 0,4-8-3 15,0-3-14-15,2-4 3 0,0 2-8 0,9 6-3 16,-7-8-6-16,6 10-4 0,1-1 7 16,2 1-11-16,-3 1 3 0,5 1-3 15,0 2 1-15,-1 8 1 0,4 1 4 16,-2 8 5-16,4-4-3 0,2-1-6 0,2 0-7 16,7-6 0-16,7-1 0 0,2 2-1 15,8-2-4-15,7 2 0 0,7 0-2 0,-5 5-4 16,6 1 5-16,0 5-3 0,-6 3 2 15,-1 1-6-15,-2 6 0 0,-2 0 2 16,-6 5 3-16,-4-1-7 0,-6 0 9 0,0 2-5 16,-4 0 4-16,2 0-2 0,-1 0 1 15,-1 0-1-15,-3 0 1 0,-11 0 3 0,21 0 2 16,-12 0-1-16,-9 0 2 0,18 0-3 16,-18 0 1-16,15 0-4 0,-15 0 1 15,12 0 3-15,-12 0-6 0,0 0 4 16,12 2-8-16,-12-2-28 0,0 0-46 0,0 0-56 15,10 2-59-15,-10-2-65 0,0 0-71 16,0 8-86-16,0-8-112 0,-6 11-189 16,2-5-62-16,-5 0 76 0,2 1-548 0,-1-1-715 15</inkml:trace>
  <inkml:trace contextRef="#ctx0" brushRef="#br0" timeOffset="-164749.3">14136 1918 3493 0,'0'0'2'0,"0"0"18"15,2-8-3-15,-2 8 2 0,0 0 0 16,0 0 26-16,0 0 41 0,0 0 17 0,0 0 8 16,0 0-6-16,13 25-9 0,-7-14-6 15,-5 2-2-15,-1-1-9 0,0 2 0 0,0-2-10 16,-3 4-6-16,-1 0-5 0,0-1-7 15,1 1-13-15,-7 1-40 0,-2 3-52 16,3-3-73-16,-2 2-72 0,-1-2-89 0,-5 5-114 16,2-3-162-16,4-4-18 15,-7 9 60-15,5-3-155 0,-1 4-173 0</inkml:trace>
  <inkml:trace contextRef="#ctx0" brushRef="#br0" timeOffset="-161531.74">14031 4451 1767 0,'-17'17'-17'0,"3"-10"17"0,-4 3 4 16,-11 5 7-16,-8 10-2 0,-2-1 11 16,-3-1 19-16,1 4 17 0,3-5 14 15,6-3 2-15,2-2-1 0,1 0-11 16,2-3-2-16,11-4-6 0,0-2-7 16,5-1-3-16,3-2-9 0,0 1 0 0,4-5-5 15,4-1-3-15,0 0-1 0,0 0-5 16,0 0-13-16,22-12 0 0,3-3-10 0,3-4-2 15,8-6-1-15,2 1 0 0,-9 7 2 16,-2 0 1-16,-2-1 6 0,-11 7 3 16,0 3 15-16,-5 2 12 0,-3 0 13 0,-2 2 4 15,-4 4 3-15,0 0 2 16,0 0 7-16,0 0 9 0,-29 10 1 0,12-4 3 16,-4 2 5-16,-6 5-6 0,4-3 2 15,-3 3-14-15,5-3 1 0,5-2-11 0,5 1 0 16,0-4-8-16,1 0-3 0,5 0-4 15,-3-2-8-15,8-3-1 0,0 0-12 0,-5 6-2 16,5-6-17-16,0 0-10 0,0 0-24 16,38-12-13-16,-24 8-4 0,4-1-1 15,-2 0 0-15,-7 2 2 0,0 1 1 0,0 0 3 16,-9 2 2-16,10-2 9 0,-10 2 4 16,0 0 10-16,0 0 1 0,0 0 3 15,-15 17 3-15,5-11 1 0,1 0 3 16,-5 1 2-16,5-2-8 0,0 2-31 0,1-3-37 0,-2 2-49 15,3-2-67-15,1 1-67 16,6-5-110-16,-8 5-250 0,8-5-127 0</inkml:trace>
  <inkml:trace contextRef="#ctx0" brushRef="#br0" timeOffset="-154867.33">21667 6391 1971 0,'-12'4'607'0,"3"0"-167"0,4-1-101 0,-1-1-42 16,6-2-15-16,0 0-35 0,0 0-28 16,0 0-17-16,-10-12-3 0,12 5-14 0,-2 7-15 15,14-15-19-15,-5 5-17 0,3 0-13 16,1 1-16-16,0 2-3 0,2 0-17 0,-2 4-15 15,-1-2-52-15,1 3-52 0,1 0-61 16,-5 0-75-16,2 2-96 0,0-2-79 16,-11 2-96-16,14-2-167 0,-8-3-38 15,0 2 69-15,2-6-363 0,-3-3-418 0</inkml:trace>
  <inkml:trace contextRef="#ctx0" brushRef="#br0" timeOffset="-154433.99">22302 4945 2474 0,'-8'7'38'0,"0"-2"29"0,3 0 19 0,1-1 19 15,4-4 25-15,0 0 20 0,-5 3-10 0,5-3-13 16,0 0-11-16,0 0-10 0,0 0-15 16,20-15-6-16,-6 9-13 0,1 0-51 0,4-1-62 15,2-3-83-15,10-2-112 0,-1-2-169 16,-1-3-145-16,-3 0 45 0,0-3-157 0,-2-1-159 15</inkml:trace>
  <inkml:trace contextRef="#ctx0" brushRef="#br0" timeOffset="-153834.25">25962 2539 1959 0,'-11'3'41'0,"4"-3"13"0,7 0 13 0,-12 4 9 0,12-4 8 16,0 0 3-16,-13 1 0 0,13-1-9 15,0 0-8-15,0 0-9 0,-9 2-22 16,9-2-41-16,0 0-45 0,0 0-66 16,0 0-91-16,0 0-147 0,0 0-325 0,0 0-170 15</inkml:trace>
  <inkml:trace contextRef="#ctx0" brushRef="#br0" timeOffset="-153417.22">27520 3647 1856 0,'0'0'74'16,"-10"0"28"-16,10 0 24 0,0 0 13 0,0 0 6 15,0 0 10-15,0 0 6 0,0 0 10 16,-13-9-4-16,13 9-18 0,0 0-16 0,0 0-16 16,0 0-19-16,-6-8-43 0,6 8-56 15,0 0-51-15,0 0-55 0,0 0-85 16,-14 11-121-16,3-5-244 0,-2 2 39 0,-4-1-131 15,-12 9-146-15</inkml:trace>
  <inkml:trace contextRef="#ctx0" brushRef="#br0" timeOffset="-152998.97">26007 4742 2146 0,'-20'-5'235'0,"13"2"-3"16,1 0 5-16,0-1 0 0,0-1 4 0,3-2 7 15,-1 0-11-15,-2 1-18 0,5-1-23 16,-1 0-19-16,0 2-18 0,2 5-22 0,-2-12-22 15,2 7-52-15,0 5-59 16,0-9-81-16,0 9-94 0,0 0-80 0,6-3-115 16,-6 3-175-16,0 0-62 0,0 0 58 15,0 0-247-15,0 0-281 0</inkml:trace>
  <inkml:trace contextRef="#ctx0" brushRef="#br0" timeOffset="-152747.39">28356 4899 2582 0,'-17'-3'262'0,"17"3"-4"15,-12-6-4-15,12 6 14 0,-7-4 5 16,7 4-3-16,-5-4-8 0,5 4-26 0,-6-8-22 15,6 8-23-15,-7-4-26 0,7 4-64 16,0 0-74-16,-1-5-99 0,1 5-127 0,0 0-132 16,0 0-131-16,0 0-206 15,0 0 47-15,0 0 73 0,-24 2-290 0,24-2-322 16</inkml:trace>
  <inkml:trace contextRef="#ctx0" brushRef="#br0" timeOffset="-151784.48">25675 6872 4393 0,'2'-7'175'0,"-2"7"-66"0,0 0-19 0,0 0 62 15,0 0 60-15,0 0 14 0,-6 23-1 16,-2-4-20-16,-1 12-15 0,-4 18-3 0,-5-1-14 16,4 5-17-16,-4-3-10 15,3-2-14-15,-1 2-16 0,2-7-7 0,2-4-15 16,1 0-8-16,-1-5-39 0,1-1-34 16,-1-5-44-16,2-6-41 0,5-6-43 0,-1 1-46 15,1-7-42-15,-3-3-64 0,4-2-61 16,0-3-35-16,4-2-36 0,0 0-24 0,-11-18-5 15,5 1-2-15,4-1 2 0,1-7 19 16,-1-13 48-16</inkml:trace>
  <inkml:trace contextRef="#ctx0" brushRef="#br0" timeOffset="-151434.65">25424 7314 2356 0,'0'-44'-116'16,"2"-1"60"-16,1 1 48 0,3 2 42 15,1 2 37-15,1 0 31 0,2 2 32 0,-1 4 18 16,0 0 21-16,7 2 6 16,-1 6 4-16,0-2 1 0,7 6-9 0,-2 3-13 15,-1 7-19-15,3 3-12 0,-6 6-14 0,7 1-11 16,2 7-11-16,6 4-7 0,-1 5-13 15,-3 1-6-15,-5 7-7 0,-6-5-3 16,-9 4-4-16,-5 0 21 0,-4 3 22 0,-7 7 15 16,-8 1 15-16,-8 4 8 0,-6-4 0 15,1 1 5-15,3-11-5 0,1-1 2 16,1-3-11-16,8-7-11 0,2-3-11 0,5 0-5 16,-2-1 9-16,7-3-14 0,-2 2 4 15,7-6-17-15,-11 7-6 0,8-2-11 0,3-5-12 16,-4 11-8-16,2-3 3 0,2-2-9 15,2 7 4-15,2-2-6 0,-1 5 0 16,3-2-3-16,0 9-3 0,4-5-7 16,3 10 1-16,0-2-11 0,-1-7 4 0,-2-1-3 15,-1-1 7-15,-4-5-23 0,3 0-20 16,-3-3-28-16,2-1-30 0,-3-3-46 0,-1 0-67 16,-3-5-89-16,0 0-97 0,0 0-97 15,20-10-116-15,-17 0-137 0,5 0 54 0,-3-4-582 16,6-4-716-16</inkml:trace>
  <inkml:trace contextRef="#ctx0" brushRef="#br0" timeOffset="-150732.95">25984 7217 3275 0,'-2'10'71'0,"2"-10"74"0,-2 7 46 0,2-7 47 16,0 0 52-16,0 0 46 0,0 0 21 0,4 6 3 15,-4-6-14-15,0 0-27 0,19-1-30 16,-19 1-30-16,22-8-25 0,-8 1-24 0,-1 0-18 16,3-3-36-16,-3 5-16 0,1-7-13 15,-2-3-12-15,-2 1-11 0,0 2-14 16,-5-3-8-16,-1 3-11 0,-4 0-9 16,0 5-10-16,-4-3-8 0,-3 7-8 0,-5 1-36 15,12 2 0-15,-34 3 0 0,1 9 0 16,5 5 0-16,-3 2 0 0,-5 7 0 0,9-1 0 15,-3 5 0-15,9-2 0 0,0-2 0 16,8-1 0-16,0 1 0 0,2-4 0 0,10-5 0 16,1 0 0-16,1-3 0 0,6 0 0 15,0-1 0-15,3-3 0 0,5 3 0 0,4-5 0 16,2 0 0-16,-2-8 0 0,5 0-86 16,3 0-148-16,12-6-44 0,-1-3-48 0,-2-2-49 15,7-4-40-15,-6-2-24 0,9-8-13 16,-7-1-11-16,2-3 14 0,-1-2 38 15,-4-1 39-15,-2-1 48 0,-6 1 52 16,3-2 52-16,-12 9 48 0,-3 1 48 0,-3 5 43 16,-4 4 44-16,0 1 41 0,-2 2 34 15,-3 2 34-15,-1 0 41 0,-1-1 35 0,0 3 22 16,-2 1 20-16,0-2 10 0,0 9 0 16,-4-12 2-16,1 9-5 0,-3-1-9 0,6 4-2 15,0 0-1-15,-25 7-3 0,11 0-5 16,1 4-13-16,1 0-17 0,-2 6-9 0,-1 6-24 15,5 0-6-15,4-5-7 0,2-1-18 16,4 0 2-16,-1 3-12 0,2-4-2 16,3 1-9-16,3 3 21 0,0-2 20 15,-1-2 14-15,-1-2 29 0,1 3 14 0,-1-2 15 16,2-1 12-16,-4-2 6 0,1 1 18 16,-2 1-3-16,-2-2 16 0,-2-2-99 0,-2 4-125 15,-2-2 0-15,-3-2 0 0,-1 3 0 16,-2-5 0-16,-2 2 0 0,-4-2 0 0,0 2 0 15,0-6 0-15,1 2 0 0,-2-5 0 16,1-1 0-16,4-1 0 0,-2-5 0 0,1 0 0 16,1-5 0-16,5 2 0 15,-2-8 0-15,4-1-386 0,2-3-294 0,5-3-166 16,8-8-10-16,19-8 80 0,11-1-804 16,9 0-1023-16</inkml:trace>
  <inkml:trace contextRef="#ctx0" brushRef="#br0" timeOffset="-150055.33">27127 6561 4616 0,'-3'-15'41'0,"-6"3"79"0,6 4 65 0,-3-3 74 15,1 3 22-15,1 3 23 0,-3-2-4 16,7 7-17-16,-5-7-33 0,5 7-3 0,0 0-11 16,-22 27-18-16,6 7-13 0,-2 15-10 15,2 3-4-15,-4 9-15 0,4 2-92 0,-2 4-84 16,3 1 0-16,0 2 0 0,0-2 0 15,1-3 0-15,-1-3 0 0,1-5 0 16,2-6 0-16,-2-5 0 0,4-10 0 16,3-3 0-16,0-10 0 0,0-1 0 0,3-7 0 15,-1-1 0-15,1-4 0 0,2-3 0 16,2-5-134-16,0-2-101 0,0 0 3 0,0 0 24 16,0 0 18-16,0 0 21 0,-12-29 14 15,7 17 19-15,-3-2 22 0,-1-1 28 0,-5 1 33 16,1 1 24-16,-4 3 24 0,-3 1 20 15,2 5 29-15,-3 2 26 0,0-2 32 0,4 4 23 16,-3-2 12-16,8 2 11 16,12 0-9-16,-22-1-5 0,22 1 1 0,-9-1 20 15,9 1 4-15,0 0-10 0,0 0-13 16,42-18-38-16,-5 3-98 0,12-4 0 0,0 0 0 16,5-2 0-16,-7 1 0 0,-1-1 0 15,-12 5 0-15,1 3 0 0,-7 1 0 0,-3 1 0 16,-8 3 0-16,-3 2 0 0,-3 0 0 15,0 3 0-15,-5 0 0 0,-6 3 0 16,0 0 0-16,8 14 0 0,-12-3 0 0,-1 3 0 16,-6 2 0-16,-2 11 0 0,1-5 0 15,1 4 0-15,2-2 0 0,4-6 0 16,0 1 0-16,1-3 0 0,2 2 0 0,4-6 0 16,5 2 0-16,-2-2 0 0,4-4 0 15,6 0 0-15,3-4 0 0,-1-4 0 0,4 0 0 16,2-3 0-16,2-2 0 0,-2 1 0 15,-5-6 0-15,11-5 0 0,-10 1 0 16,-4 1 0-16,5-8 0 0,-9 2 0 0,-3-1 0 16,-3-1 0-16,-3 2 0 0,-2-1 0 15,-2 3 0-15,-5-4 0 0,-1 1 0 16,-3 5 0-16,-3 1 0 0,-1 2 0 0,-4 4 0 16,0-1 0-16,2 5 0 0,0 2 0 0,-1 0-115 15,1-2-645-15,0 4-191 0,3-3 79 16,3 3 95-16,11 0-827 0,0 0-1044 15</inkml:trace>
  <inkml:trace contextRef="#ctx0" brushRef="#br0" timeOffset="-149600.52">27456 7386 4754 0,'-9'4'92'0,"9"-4"41"0,0 0 38 16,0 0 43-16,0 0 33 0,0 0 10 0,0 0-7 15,0 0-11-15,0 0-18 16,0 0-22-16,32-9-17 0,-18 6-19 0,3-1-11 16,-1 1-20-16,-4 0-12 0,0-3-10 15,3 1-9-15,-4 2-8 0,1-2-12 0,-4-2-7 0,-1 0-3 16,0-3-7-16,-4 1-9 16,-1 1-39-16,-2-1-16 0,-2-3 0 0,0 0 0 15,-4 4 0-15,-3-3 0 0,-2 3 0 16,-3-1 0-16,-1 4 0 0,-1 0 0 0,0 0 0 15,4 1 0-15,-1 1 0 0,2-1 0 16,0 2 0-16,6-2 0 0,5 4 0 0,-7-7 0 16,8-1 0-16,5 0 0 0,7-5 0 15,3 1 0-15,5 2 0 0,6-5 0 0,-3 7 0 16,1 6 0-16,-4 2 0 0,2 4 0 16,-3 2 0-16,2 3 0 0,-5 1 0 15,2 11 0-15,-4-5 0 0,-6 1 0 16,-1 5 0-16,-3-3 0 0,0-2 0 0,-1 1 0 15,-2 1 0-15,-2-3 0 0,1-1 0 16,1-1 0-16,-2-1 0 0,0-2 0 0,4-1 0 16,-2-1 0-16,0-2 0 0,-1-1 0 15,7 0 0-15,-2-5-261 0,-6-1-373 0,23-7-154 16,-8 1-77-16,12-12 69 0,0 0-852 16,3-3-1087-16</inkml:trace>
  <inkml:trace contextRef="#ctx0" brushRef="#br0" timeOffset="-149218.46">28223 7139 4539 0,'0'0'9'0,"0"0"59"16,-16 4 62-16,13-1 54 0,3-3 35 0,-10 7 24 16,9-3 18-16,1-4 2 0,-2 8 2 15,2-2-12-15,0-6-18 0,3 7-20 0,-3-7-17 16,8 8-17-16,-3-4-22 0,1-2-12 15,-6-2-15-15,14 6-11 0,-14-6-13 0,11 0-9 16,-11 0-9-16,0 0-18 0,14-6-72 16,-14 6 0-16,7-8 0 0,-7-1 0 0,0 1 0 15,-2-2 0-15,-1-1 0 0,-6-1 0 16,0 2 0-16,-4 3 0 0,-5 2 0 16,-5 3 0-16,-2 4 0 0,-14 6 0 15,3 0 0-15,1 5 0 0,1 3 0 0,8 0 0 16,2 1 0-16,6 0 0 0,6-4 0 15,3 5 0-15,1-6 0 0,6 5 0 0,4-6 0 16,6 5 0-16,1-2 0 0,3 3 0 16,5-5 0-16,2 0 0 0,11 0-195 0,5-3-116 15,-5-5-98-15,1-4-86 0,6-3-73 16,6-4-59-16,-1-3-87 0,9-7-4 16,-2-7-695-16,1-4-864 0</inkml:trace>
  <inkml:trace contextRef="#ctx0" brushRef="#br0" timeOffset="-148801.02">29027 6292 3782 0,'0'-26'-29'16,"-4"3"73"-16,0 2 65 0,-1 6 54 15,-3 1 48-15,2 0 23 0,-1 2 15 0,1 4 7 16,-3 5 27-16,9 3 20 0,-27 6 20 16,4 15 12-16,-6 13-3 0,2 9-10 0,1 6-11 15,1 13-10-15,-8 17 1 0,3 2-15 16,10-16-214-16,-3 18-73 0,3-17 0 0,9-1 0 15,-5-3 0-15,5-5 0 16,2-7 0-16,-1-11 0 0,2-3 0 0,3-5 0 16,1-9 0-16,1-5 0 0,1-3 0 15,0-3 0-15,2-5 0 0,2 0 0 0,-2-6 0 16,0 0 0-16,0 0 0 0,0 0 0 16,11-25 0-16,-8 11 0 0,-3-1 0 0,-1-1 0 15,-3 2 0-15,-3-2 0 0,-4 5 0 16,-2 4 0-16,-6 4 0 0,-8 8 0 0,-11 4 0 15,-7 9 0-15,-1 7 0 16,2 2 0-16,7 1 0 0,3 4 0 0,4 1 0 16,10-8 0-16,2 5 0 0,7 0 0 15,4-7 0-15,4-3 0 0,3-1 0 0,4-4 0 16,4 3 0-16,5-3 0 0,2-3 0 16,7-4 0-16,0 2 0 0,1-7 0 0,4 1 0 15,-1-4 0-15,16-3 0 0,-4-3-370 16,3-5-219-16,-2 2-169 0,-1-2-111 0,3 1 76 15,-5 0-844-15,0 0-1074 0</inkml:trace>
  <inkml:trace contextRef="#ctx0" brushRef="#br0" timeOffset="-148450.92">29758 7420 4857 0,'0'0'115'0,"-26"4"55"0,7 1 69 15,-13 2 72-15,-13 3 46 0,-14 5 21 0,-15 2 18 16,-33 12 3-16,-17 2-15 0,-14 8-11 16,-70 17-161-16,-21 6-212 0,-32 4 0 0,-27 6 0 15,-19 5 0-15,-14 3 0 0,-9 1 0 16,8-2 0-16,6 4 0 0,18 2 0 0,29-5 0 16,35-6 0-16,34-6 0 15,75-22 0-15,17-4 0 0,21-6 0 0,29-7 0 0,9-5 0 16,11 0 0-16,9-7 0 0,7 0 0 15,4-1 0-15,7-3 0 0,6-2 0 0,-4 2 0 16,4-6 0-16,1 2 0 16,0-2 0-16,3-1 0 0,-3 2 0 0,2-4 0 15,2-4 0-15,-5 9 0 0,5-9 0 16,-1 6 0-16,1-6 0 0,0 0 0 0,0 0 0 16,0 0 0-16,13-19-21 0,-2 7-1003 15,3-1 89-15,1-9 97 0,5-2-989 0,-2-3-1255 16</inkml:trace>
  <inkml:trace contextRef="#ctx0" brushRef="#br0" timeOffset="-131737.48">19798 11255 5821 0,'0'0'77'0,"-19"0"-8"0,19 0 41 0,-10 0 37 0,10 0 26 16,0 0 5-16,-13 2 18 0,13-2 14 16,0 0-2-16,0 0 4 0,15 12 0 0,-1-6-12 15,4 3-14-15,14 1-15 0,5 2-150 16,5-1-21-16,4-5 0 0,10 1 0 0,-7-2 0 16,0-3 0-16,-1-4 0 15,0 2 0-15,-3-5 0 0,-1 2 0 0,-2-3 0 0,-3-2 0 16,-2-1 0-16,-1-1 0 0,-3-2 0 15,-5-2 0-15,1 1 0 0,0-3 0 16,-4-4 0-16,1-1 0 0,-3-1 0 16,-2-3 0-16,0 0 0 0,-1-1 0 0,2-1 0 15,1-2 0-15,-7 0 0 0,4 1 0 16,-7-1 0-16,1 1 0 0,-7 5 0 0,-1 2 0 16,-3-1 0-16,-1 3 0 0,0-4 0 15,-6-1 0-15,-1-10 0 0,-5 2 0 16,-3-1 0-16,-10-5 0 0,0 1 0 0,-3-1 0 15,-9 3 0-15,-2 0 0 0,-8 2 0 0,-5 6 0 16,-2 1 0-16,-8 2 0 16,-2 4 0-16,-8 3 0 0,4 3 0 0,-3 2 0 15,5 1 0-15,-1 5 0 0,4 2 0 16,17 1 0-16,4-1 0 0,8 3 0 0,7-2 0 16,4 3 0-16,0 0 0 0,7-1 0 15,1 1 0-15,0 0 0 0,3-1 0 0,10 1 0 16,-17 0 0-16,17 0 0 0,-15-2 0 15,15 2 0-15,-11 2 0 0,11-2 0 0,0 0 0 16,-16 0 0-16,16 0 0 0,0 0 0 16,-11 0 0-16,11 0 0 0,0 0 0 15,0 0 0-15,-8 5-513 0,8-5-265 16,0 6-126-16,0-6 71 0,4 10-923 0,-4-10-1187 16</inkml:trace>
  <inkml:trace contextRef="#ctx0" brushRef="#br0" timeOffset="-131304.37">19919 10079 5052 0,'4'-14'-67'0,"0"5"36"0,-1 1 33 0,-1 3 41 15,-2 5 37-15,0-9 35 0,0 9 31 16,-5-8 34-16,5 8 28 0,0 0 18 16,-45 20 11-16,5 3 5 0,-8 6 7 0,-8 1 9 15,-14 11 6-15,-2 2 0 0,-1-2 3 16,16-8 6-16,0-2-90 0,6-2-183 0,5-6 0 16,11-3 0-16,10-5 0 0,5-2 0 15,8-3 0-15,7 2 0 0,5-2 0 0,3 3 0 16,11 1 0-16,14 7 0 0,11 0 0 15,6 0 0-15,10 2 0 0,6 1 0 0,6-1 0 16,-1-2 0-16,4-1 0 0,-6-2 0 16,-5 0 0-16,-3-3 0 0,-16-3 0 15,-4-3 0-15,-10-1 0 0,-6-3 0 16,-4 0 0-16,-3-1 0 0,-1-1 0 0,-2-1 0 16,-10-2 0-16,10-2 0 0,-10 2 0 15,0 0 0-15,5-7 0 0,-5 7 0 0,-3-8 0 16,3 8 0-16,-9-11-887 0,6 5-73 15,-7 1 103-15,10 5-1009 0,-11-9-1291 0</inkml:trace>
  <inkml:trace contextRef="#ctx0" brushRef="#br0" timeOffset="-118274.17">27138 14324 1432 0,'0'0'68'0,"0"0"-33"0,-7 0-13 16,7 0-12-16,0 0-2 0,0 0-1 16,0 0 0-16,27 5 1 0,-16-5 15 15,-11 0 19-15,19 1 21 0,-9-1 8 16,-10 0 10-16,12-1 9 0,-12 1 4 0,14-1 2 16,-14 1 2-16,0 0-7 0,10-2-10 15,-10 2 1-15,0 0-10 0,9-2-5 0,-9 2-8 16,0 0-7-16,0 0-9 0,12-2-15 15,-12 2-30-15,0 0-38 0,0 0-43 0,0 0-60 16,15 2-84-16,-15-2-140 0,13 0-303 16,-1-2-164-16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3:39:24.1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8868 2402 2608 0,'0'0'168'0,"0"0"-36"0,0 0-39 0,-11 0-31 15,11 0-13-15,0 0-13 0,0 0-9 0,0 0-8 16,0 0-11-16,0 0-34 16,0 0-47-16,0 0-63 0,0 0-77 0,0 0-103 15,0 0-198-15,-12 4-141 0,10 4-150 16</inkml:trace>
  <inkml:trace contextRef="#ctx0" brushRef="#br0" timeOffset="499.72">10140 4098 2175 0,'-2'7'265'0,"2"-7"-5"16,0 0-23-16,-4 7-19 0,4-7-8 0,0 0 14 15,0 0 3-15,0 0-13 0,0 0-19 16,-5 8-18-16,5-8-21 0,0 0-30 0,0 0-53 15,0 0-58-15,0 0-77 0,0 0-97 16,-2 5-105-16,2-5-120 0,-2 7-191 16,-3-4-22-16,5-3 67 0,-9 14-219 15,3-3-239-15</inkml:trace>
  <inkml:trace contextRef="#ctx0" brushRef="#br0" timeOffset="832.91">11565 5835 2275 0,'-4'7'76'0,"4"-7"-6"15,0 0-12-15,-7 3-22 0,7-3-20 16,0 0-18-16,0 0-29 0,-5 4-49 0,5-4-71 15,0 0-116-15,0 0-152 0,0 8-119 16,0-8-41-16</inkml:trace>
  <inkml:trace contextRef="#ctx0" brushRef="#br0" timeOffset="1516.12">11834 6679 1924 0,'0'0'355'0,"-6"-9"8"0,5 4-2 16,-4-2 3-16,1 2 6 0,2-2 31 0,1 1 14 16,1 6 4-16,-6-9-9 0,6 9-16 15,-2-7-26-15,2 7-31 0,0 0-29 16,0 0-19-16,0 0 3 0,0 0-1 0,0 0-20 0,31 22-12 15,-6-3-259-15,7 7 0 16,10 1 0-16,-2-2 0 0,5 6 0 0,4-2 0 16,-1 2 0-16,2 2 0 0,0-4 0 15,-1-1 0-15,-1-3 0 0,-3-1 0 0,-4-1 0 16,-8-8 0-16,-8-1 0 0,-2-4 0 16,-7-2 0-16,-3-1 0 0,-1-1 0 0,-5-3 0 15,1-1 0-15,-3 1 0 0,4-1 0 16,-9-2 0-16,9 5 0 0,-9-5 0 0,7 1 0 15,-7-1 0-15,0 0 0 0,10 2 0 16,-10-2 0-16,0 0 0 0,0 0 0 0,0 0 0 16,0 0 0-16,0 0 0 15,0 0-477-15,0 0-373 0,-15-18-56 0,9 12 94 16,6 6-938-16,-5-7-1182 0</inkml:trace>
  <inkml:trace contextRef="#ctx0" brushRef="#br0" timeOffset="1950.02">13236 6745 4537 0,'4'-5'28'0,"0"2"51"0,-4 3 20 15,3-5 20-15,-3 5 19 0,0 0 14 16,0 0 50-16,0 0 45 0,0 0 24 0,-32 27 11 15,14-3 1-15,-7 3-6 0,-6 9-6 16,3 8-10-16,-1 0-9 0,-2 4-3 0,3 2-12 16,1-1-30-16,2 2-207 0,8-2 0 15,2-1 0-15,7-9 0 0,1-3 0 0,3-1 0 16,2-8 0-16,4-7 0 16,0-3 0-16,4 0 0 0,-1-5 0 0,4 0 0 15,3-4 0-15,-2-3 0 0,4-4 0 16,-3 2 0-16,2-3 0 0,-1 0 0 0,-1-6 0 0,-2-3 0 15,1-1 0-15,-1 0 0 16,-5-4 0-16,-2 2 0 0,0 1 0 0,-2-4 0 16,-2 3 0-16,-2 0 0 0,-1-1 0 15,-5 3 0-15,0-1 0 0,1 3 0 0,0 2 0 16,-1 0 0-16,-3 2 0 0,2 3 0 16,0 1 0-16,11 0 0 0,-23 0 0 0,23 0 0 15,-16 0 0-15,8 0 0 0,8 0-380 16,0 0-205-16,-12-6-94 0,12 6-173 0,0 0 54 15,16-17 89-15,1 7-715 0,9-6-876 16</inkml:trace>
  <inkml:trace contextRef="#ctx0" brushRef="#br0" timeOffset="2299.11">13549 6872 3943 0,'-4'-9'87'0,"-2"1"43"0,-1 2 36 16,0 2 27-16,7 4 30 0,-20-2 42 15,9 2 32-15,11 0 28 0,-25 9 3 0,9-2-11 16,5 2-13-16,-1-2-42 0,1 2-22 16,4-3-20-16,3 4-18 0,2-3-14 15,2 3-20-15,4 0-10 0,3 1-19 16,5 0-103-16,0 3-36 0,2-2 0 0,2 4 0 16,4 1 0-16,0 0 0 0,-5-4 0 15,-2 3 0-15,-2 0 0 0,0 2 0 0,-4 1 0 0,-3 0 0 16,-2-2 0-16,-6 1 0 15,-2-1 0-15,-3 3 0 0,-5 6 0 0,1-8 0 16,-8 3 0-16,-2-2 0 0,-2-4 0 16,7-4 0-16,-4-3 0 0,6-3 0 0,-4-3 0 15,6 0 0-15,1-4 0 0,1-3 0 16,1-5 0-16,0 1 0 0,4-1-188 0,0-4-571 16,4 2-160-16,-1-3 68 0,0-2 84 15,4-3-834-15,0 1-1041 0</inkml:trace>
  <inkml:trace contextRef="#ctx0" brushRef="#br0" timeOffset="2666.26">13244 6496 4118 0,'-21'11'-60'0,"-5"8"75"16,-15 14 56-16,1 9 44 0,-10 22 57 15,1 3 52-15,1 9 47 0,1 6 44 16,1 5 16-16,6-2-1 0,6 2-14 0,11 2-19 15,12-19-23-15,4 1-27 0,14-1-20 16,6-4-24-16,8-7-17 0,12-6-34 16,3-6-14-16,7-8-16 0,11-10-12 0,1-7-93 15,4-8-17-15,2-10 0 0,0-7 0 16,0-7 0-16,0-10 0 0,4-3 0 16,13-18 0-16,-4-4 0 0,-6-10 0 0,-7-9-68 15,-5-8-7-15,-8-9 12 0,-8-8 10 16,-10-2-1-16,-5-11 5 0,-6-7 3 0,-6-7-1 15,-7 2 7-15,-10 3-8 0,-11 3 1 16,-11 9 3-16,-17 14-5 0,-8 15 8 0,-18 13-7 16,-7 16 8-16,3 22-2 0,-8 14-10 15,-5 12-14-15,-19 17-34 0,2 9-46 0,4 10-54 16,6 5-86-16,7 6-93 16,8 3-116-16,9-1-145 0,6 2-67 0,8-2 51 15,15-12-572-15,6-1-690 0</inkml:trace>
  <inkml:trace contextRef="#ctx0" brushRef="#br0" timeOffset="4848.77">26382 6793 3298 0,'-9'6'-23'16,"-2"-3"41"-16,2 0 36 0,4 0 44 0,-5 1 35 15,10-4 29-15,-8 5 20 0,8-5 17 16,-7 3 10-16,7-3 7 0,0 0 1 0,0 8-4 16,0-8-12-16,0 0-14 0,19 8-18 15,-6-7-16-15,-1 3-20 0,3-2-10 0,-1 1-14 16,-1 0-12-16,-2 0-14 16,-1-2-3-16,-3 1-12 0,2 0-8 0,-9-2-6 15,11 2-7-15,-11-2-7 0,0 0 0 0,-18 8 2 16,0-5 0-16,-4 2 10 0,-3 0 17 15,-12 1 18-15,1 3 18 0,9-4 15 16,4-1 7-16,7-1 8 0,-1 1-4 0,5 0-9 16,3 0 0-16,4-3 7 0,5-1 15 15,0 0-11-15,0 0-122 0,26 14-11 0,-2-10 0 16,3-2 0-16,0 0 0 0,2 0 0 16,-5-2 0-16,0 2 0 0,-6 0 0 0,1-1 0 15,1 0 0-15,-7-1 0 0,1 0-19 16,-3 3-303-16,-11-3-78 0,13 0-87 0,-13 0-94 15,10-3-159-15,-10 3-40 16,5-4 70-16,-5 4-702 0,6-10-864 0</inkml:trace>
  <inkml:trace contextRef="#ctx0" brushRef="#br0" timeOffset="6384.31">25040 5854 4088 0,'-15'0'-27'0,"0"0"30"0,1 3 20 0,5-3 23 0,9 0 21 15,-17 2 26-15,17-2 30 16,-12 0 18-16,12 0 1 0,0 0-12 0,-13 0-14 16,13 0-10-16,0 0-9 0,0 0-10 15,0 0-8-15,56 3-9 0,-15-3-5 0,11-2-4 16,1 2-8-16,9-1-7 0,-6 1-1 15,-4 0-5-15,-1-2-3 0,-4 2-5 0,0 2 1 16,-8-4 8-16,-8-1 8 0,-6 3 10 16,-6 0 12-16,-2 0 11 0,-1-2 7 0,-4 0 10 15,-2 2 5-15,-10 0 9 0,19 0-10 16,-19 0 1-16,13 0-6 0,-13 0-10 0,10 2-4 16,-10-2-17-16,0 0-3 0,0 0-9 15,17-2-9-15,-17 2 1 0,0 0-10 16,0 0 6-16,8 4-10 0,-8-4-1 15,0 0-13-15,0 0-16 0,4 6-34 0,-4-6-36 16,0 0-36-16,0 0-42 0,0 6-59 16,0-6-85-16,0 0-111 0,0 0-115 0,-14 5-164 15,14-5-47-15,0 0 66 0,-20-2-567 16,20 2-689-16</inkml:trace>
  <inkml:trace contextRef="#ctx0" brushRef="#br0" timeOffset="8198.19">23887 3754 3207 0,'-19'-4'-35'0,"-1"4"22"0,0-2 14 15,1 0 16-15,-3 2 14 0,0 0 27 16,7 0 45-16,0-1 27 0,4 1 21 0,1-3-1 15,10 3-11-15,0 0-10 0,0 0-12 16,21-8-9-16,11-1-6 0,12 3-4 16,17-3-4-16,4 0-13 0,6 1-9 0,-3-1-5 15,-3 1-9-15,-4 3-7 16,-15 0-3-16,-8 1-5 0,-12 2-4 0,-2 2-5 16,-12-1-1-16,-4 1-2 0,-8 0 2 15,0 0 5-15,0 0 14 0,-40 8 16 0,2-3 12 16,-6-1 12-16,-3 1 15 0,-1 1 11 15,2-2 9-15,8 0 19 0,7-3 13 0,11 3-1 16,0-4-7-16,9 1-9 0,11-1-14 16,-14-1-12-16,14 1-11 0,0 0-13 15,0 0-7-15,33-9-14 0,-10 5-6 0,11-2-7 16,-3 1-30-16,6 1-47 0,2 2-63 16,-6-2-66-16,-7 4-69 0,-3-2-88 15,-2 2-84-15,-4 2-70 0,-4-2-73 16,-1 1-119-16,-1-1-60 0,-11 0 65 0,11 0-444 15,-11 0-560-15</inkml:trace>
  <inkml:trace contextRef="#ctx0" brushRef="#br0" timeOffset="10014.83">19859 6311 3519 0,'-8'4'348'0,"8"-4"-16"0,-14 2-26 16,14-2 3-16,0 0-1 0,-22-2 25 0,22 2 19 0,-14 0 5 15,14 0-16-15,0 0-13 16,-15 0-30-16,15 0-18 0,0 0-25 0,0 0-22 16,0 0-13-16,-15-2-148 0,15 2-72 15,0 0 0-15,0 0 0 0,0 0 0 0,0 0 0 16,0 0 0-16,0 0 0 0,0 0 0 16,0 0 0-16,0 0 0 0,27-16 0 0,-12 10 0 15,7-3 0-15,12 1 0 0,2-3 0 16,2 1 0-16,-1-2 0 0,13-4 0 0,-10 5 0 15,0-1 0-15,-1 1 0 0,-2 3 0 16,-12 3 0-16,-3-1 0 0,-8 3 0 16,-1 1-38-16,-1 1-373 0,-2-1-77 0,-10 2-79 15,9-4-115-15,-9 4-153 0,5-3 83 16,-5 3-751-16,0 0-948 0</inkml:trace>
  <inkml:trace contextRef="#ctx0" brushRef="#br0" timeOffset="10748.31">18403 3674 4312 0,'-10'6'-62'0,"7"-2"42"16,-3 0 23-16,6-4 21 0,-6 5 15 0,6-5 23 16,0 0-6-16,0 0 4 0,0 0-5 15,30-22-2-15,2 3-10 0,13 0-3 0,5-1-2 16,-3-1-3-16,5 4-14 0,-5 0 3 15,-7 2-43-15,-6 6-44 0,2-2-33 16,-7 1-48-16,-6 3-36 0,-4 3-41 0,-4 2-43 16,-5-2-64-16,-5 2-100 0,-5 2-134 15,0 0 43-15,0 0-148 0,0 0-161 0</inkml:trace>
  <inkml:trace contextRef="#ctx0" brushRef="#br0" timeOffset="12647.26">21955 1899 1775 0,'-15'0'-30'0,"3"-1"29"0,12 1 24 16,-19 0 11-16,9-2 4 0,10 2 11 15,-13-1 14-15,13 1 5 0,-11 0 3 0,11 0 3 16,0 0-6-16,-14-2-5 0,14 2-6 16,0 0-2-16,0 0-4 0,0 0-8 0,0 0-3 15,0 0-5-15,36-10-1 0,-11 4-5 16,13-2-3-16,5-1-3 0,0 1 0 16,2-1-2-16,0 1-5 0,-3 2 0 0,0 0 1 15,-6 1-4-15,-9-1-2 16,-6 3-2-16,-6 0-2 0,-3 3 1 0,-7 0-2 15,-5 0 1-15,0 0-3 0,0 0 4 16,-28 13 0-16,-8-6-2 0,-5 2 3 0,-14 4-4 16,-4 1 2-16,2-2 1 0,2-2 2 15,1 2 6-15,14-5 2 0,6 2-2 16,9-4-2-16,8 0 2 0,4-1 7 0,5-3 12 16,8-1 9-16,0 0-4 15,0 0 1-15,44-5 1 0,-5-4 7 0,19 1-5 0,3-2-4 16,1-2-1-16,6-1-1 0,-2 3-3 15,-3 0 3-15,-4 1-7 0,-15 3-7 16,-6-2 2-16,-10 5 12 0,-5 0 15 0,-5 0 30 16,-5 1 3-16,-4 0-1 0,0-2-10 15,-9 4-3-15,0 0-12 0,0 0 4 16,-22-8-7-16,9 6-5 0,-2 0-9 16,-5 0-9-16,5 0 6 0,3 2-5 0,-2-2-7 15,3 2 0-15,11 0-4 0,-18 0-2 16,18 0-1-16,-13-3-5 0,13 3-8 15,0 0 2-15,-14 0-1 0,14 0-4 0,0 0-20 16,0 0-26-16,0 0-28 0,0 0-12 16,0 0-18-16,0 0-19 0,0 0-22 15,0 0-29-15,0 0-30 0,0 0-53 0,0 0-58 16,0 0-78-16,0 0-170 16,0 0 46-16,0 0-57 0,0 0-71 0</inkml:trace>
  <inkml:trace contextRef="#ctx0" brushRef="#br0" timeOffset="15713.76">24795 2772 1874 0,'9'4'208'0,"5"-3"2"0,1 1-4 15,4-2 0-15,-1-2-2 0,5 1 13 16,2-1 13-16,2-1 9 0,9-4-1 16,0 2-11-16,2-4-11 0,3-1-11 0,0 0-6 15,9-4-23-15,3-3-12 16,0 1-6-16,3-1-8 0,-1-3-10 0,5 3-14 15,-3-1-6-15,-2 1-6 0,2-4-11 16,-6 3-3-16,1 1-11 0,-7-3-1 0,-6 7 10 16,-3-3 13-16,-4 3-11 0,3-3 15 15,-7 1 5-15,1-2 0 0,-2-5-5 0,-2 3 1 16,-5-4 13-16,-1-3-1 0,0-7-5 16,-3 1-10-16,-7-6-13 0,1 1-9 15,-3-4-11-15,-5-2-4 0,-2-4-10 0,-2-9-8 16,-7-2-7-16,-1 1-6 15,-5-1-16-15,-2 0-29 0,-5 3 0 0,4 0 0 16,-5 3 0-16,-2 3 0 0,0 3 0 16,1 4 0-16,-5 3 0 0,1 2 0 0,-5 5 0 15,1 3 0-15,-2 2 0 0,-5 3 0 16,-1 1 0-16,6 5 0 0,-2 7 0 0,-1 1 0 16,1 0 0-16,2 3 0 0,3 3 0 15,6 3 0-15,-1 1 0 0,2 3 0 16,-1-1 0-16,3-2 0 0,3 2 0 0,2 0 0 15,4-1 0-15,0 1 0 0,13-2 0 16,-24 0 0-16,24 0 0 0,-12 2 0 16,4-2 0-16,8 0 0 0,-14 0 0 15,14 0 0-15,0 0 0 0,-13 0 0 0,13 0 0 16,0 0 0-16,0 0 0 0,-17 0 0 16,17 0 0-16,0 0 0 0,0 0 0 15,0 0 0-15,-13 0 0 0,13 0 0 0,0 0 0 16,0 0 0-16,-8 3 0 0,8-3 0 15,0 0-10-15,0 0-14 0,0 0 2 0,0 0 6 16,0 0 4-16,0 0 0 0,-11 0 2 16,11 0-3-16,0 0 6 0,0 0 3 0,0 0-4 15,0 0 2-15,0 0-4 16,0 0 4-16,0 0-2 0,0 0-22 0,0 0-27 16,0 0-44-16,-4-7-48 0,4 7-54 15,0 0-63-15,0 0-56 0,-2-9-53 16,2 9-50-16,-6-4-49 0,6 4-75 0,-6-6-191 15,6 6 13-15,-4-6 76 0,4 6-354 16,0 0-480-16</inkml:trace>
  <inkml:trace contextRef="#ctx0" brushRef="#br0" timeOffset="16046.11">25469 1066 2565 0,'2'-12'-110'0,"-2"4"51"0,-2 1 30 0,2 7 27 15,-11-11 22-15,3 8 25 0,8 3 33 16,-35 2 32-16,-1 6 18 0,0 1 39 0,-15 8 15 16,-7 2 15-16,-1 6 6 0,5 1 7 15,-2 2 8-15,6-1-4 0,2-1-5 0,10 0-11 16,10-4 0-16,3 1 4 0,6-1-2 16,6-2 1-16,7-1 15 0,6 0 4 15,6 2 3-15,6 8-13 0,8 0-20 0,9 6-19 16,6-6-15-16,4 4-15 0,1-5-17 15,3-2-9-15,-4 1-12 0,3-5-11 0,-12-3-10 16,-5-4-7-16,-2-3-7 0,-8-1-10 16,-1-3-6-16,-1-1-7 15,-6-2-24-15,2 1-26 0,-4-1-29 0,-5-5-55 16,8 6-63-16,-8-6-68 0,0 0-87 16,0 0-93-16,-22 8-101 0,11-8-147 0,-5 4-166 15,-6-4 76-15,3 3-554 0,-8 2-751 16</inkml:trace>
  <inkml:trace contextRef="#ctx0" brushRef="#br0" timeOffset="18529.3">21639 4778 3558 0,'-14'-3'-33'0,"3"-1"40"16,2 3 54-16,0-1 31 0,9 2 23 0,-11-2 23 16,11 2 13-16,-9-3 3 0,9 3-16 15,0 0-14-15,0 0 20 0,-10 10 17 16,10-10-10-16,12 23-7 0,-1-8-2 16,10 8-15-16,8 0-13 0,5 6-16 0,6-2-11 15,0 0-7-15,4 0-8 0,-1-3-6 16,-8-5-7-16,-2-4-8 0,-7 1-3 0,-5-4-4 15,-7-4-6-15,-1-1-5 0,-1 0 0 16,-5-2 1-16,-2-2-1 0,-5-3-9 16,10 4 6-16,-10-4-9 0,0 0 4 0,0 0-8 15,-29-21 0-15,2 6-6 0,-3-4 6 16,-12-5-6-16,3-1 0 0,-8-4-3 16,6 0 1-16,-2 3-6 0,13 5 17 0,-3 2 2 15,9 3 19-15,3 5-1 0,5 3 4 0,5 2-9 16,2 0-7-16,1 3-4 15,8 3-1-15,0 0 0 0,-11 12 3 0,13-1 1 16,1 2 0-16,15 13 4 0,3 3-10 16,11 8 1-16,4-3 19 0,10-2-1 0,4-1-1 15,1-2-5-15,2 3-7 0,-3-9 3 16,-7 0 0-16,0-3-4 0,-13-3-6 0,-7-7-2 16,-6 1-3-16,-3-6-1 0,-5 2-1 15,-2-2-3-15,-3-2 7 0,-4-3-1 16,0 0-7-16,0 0-1 0,-27 6 3 15,3-6 4-15,-16-6-11 0,-4-2 7 0,-11-7-6 16,-4-3-3-16,-2-5 4 0,3 2-8 16,1-2 2-16,6 3 0 0,5 4 4 15,16 4-7-15,5 3 5 0,6 4-2 0,5 0-13 16,3 2 6-16,1 3-6 0,10 0 9 16,-5 10 0-16,6-1 2 0,3 5 0 0,6 4 6 15,12 6-3-15,2 1 2 0,8 4-3 16,5-3 5-16,1-1-7 0,0-3 3 0,-6-5-5 15,0-1-23-15,-1-3-22 0,-8-6-21 16,-4 2-18-16,-2-2-18 0,-3-2-14 0,-5-2-14 16,-2 1-30-16,-7-4-40 0,4 1-46 15,-4-1-51-15,0 0-36 0,0 0-44 16,-38-10-56-16,19 3-60 0,-3 1-116 16,-1-1 13-16,-1 0-410 0,-1 0-485 0</inkml:trace>
  <inkml:trace contextRef="#ctx0" brushRef="#br0" timeOffset="21329.13">14073 13466 2606 0,'4'-4'-64'0,"-2"4"27"0,-2 0 10 15,0 0 11-15,-6 24 18 0,-4-5 29 16,-3 10 21-16,-1 5 24 0,-6 7 8 16,4-9 19-16,-2 2 5 0,0-5 6 0,4-3-3 15,0-5 3-15,5-3-14 0,-2-7-4 16,8 0-4-16,-3-2-12 0,2-4-7 0,4-1-11 16,0-4-4-16,0 0-1 15,0 0-10-15,0 0-21 0,20-27-25 0,-7 0-20 0,4-2-6 16,0 0-1-16,0 0 4 15,0 2-1-15,-5 9 5 0,-3 2 2 0,-1 6 0 16,-3 1 4-16,0 6-4 0,-5 3 22 16,0 0 8-16,0 0 10 0,0 20 5 0,-7-6 5 15,4 0 2-15,-5-1 4 0,5 3-9 16,-5-3-4-16,5-1-6 0,-4 0 5 16,3-3-19-16,1-1-24 0,-1-2-32 0,2 2-43 15,0-4-45-15,2-4-49 0,-2 9-47 16,2-9-57-16,0 0-117 0,0 0-87 15,0 0 34-15,0 0-114 0,0 0-74 16</inkml:trace>
  <inkml:trace contextRef="#ctx0" brushRef="#br0" timeOffset="22778.32">20805 13468 2159 0,'0'0'477'0,"0"6"-26"0,0-6-51 0,0 0-43 16,0 0-41-16,0 0-32 0,18-10-28 16,-3-3-31-16,2 1-20 0,10-6-27 0,-2-3-29 15,4-4-28-15,-2 8-20 0,-5-1-16 16,1 1-10-16,-6 6-11 0,-6 3-5 16,-1 0-8-16,-5 2-2 0,2 4-6 15,-7 2-6-15,0 0-3 0,0 0 1 0,-14 17 3 16,-3-5 12-16,-4 7 15 0,-2-1 10 15,6-3 9-15,5-3-4 0,5-4 0 0,-1 2-13 16,7-5-13-16,2 1-28 0,-1-6-39 16,15 6-46-16,-1-8-67 0,3-2-92 15,4-5-115-15,6-5-98 0,-2-1-82 0,1 1-92 16,-2-4-70-16,-2 7 56 0,-7-2-482 16,-2 2-572-16</inkml:trace>
  <inkml:trace contextRef="#ctx0" brushRef="#br0" timeOffset="25794.91">14460 6543 3327 0,'-4'-15'154'0,"0"1"23"0,0 2 24 16,4 0 27-16,-3 3 19 0,1 0 27 16,0 3 27-16,2 6 12 0,-4-10 1 15,4 3-22-15,0 7-30 0,0 0-16 16,0 0 13-16,0 0 6 0,0 0-3 0,13 53-14 16,-3-14-16-16,3 12-18 0,-2 3-26 15,3 0-11-15,-4 3-167 0,1-2-10 16,-8 0 0-16,6-2 0 0,-6-10 0 0,-1-3 0 15,0-1 0-15,-2-11 0 0,0-5 0 16,0-6 0-16,-2-1 0 0,2-4 0 0,0-1 0 16,-2-1 0-16,1-6 0 0,1-4 0 15,0 0 0-15,0 0-141 0,0 0-251 0,-14-31-74 16,8 9-60-16,2-14-60 0,1-3-76 16,-1-5-97-16,0-13 66 0,-2 1-656 15,0-2-804-15</inkml:trace>
  <inkml:trace contextRef="#ctx0" brushRef="#br0" timeOffset="26197.19">14439 6505 3461 0,'-10'-19'-76'0,"5"2"67"0,-5 2 59 16,5 1 56-16,-4 2 42 0,2-2 38 0,1 0 33 16,1 1 23-16,1-3 23 0,4 5-3 15,0-1 2-15,2 0-16 0,5 0-8 0,3 1-27 16,4 5-13-16,0 0-13 0,4 2-16 16,2 4-18-16,3 2-11 0,12 8-11 15,-3 2-19-15,-4 3-1 0,1 5-20 0,-6 1-5 16,0 1-10-16,-8 6-8 0,-5 2 1 15,-2 3-8-15,-10 5 2 0,-6 0 4 16,-5 9 6-16,-7 0 6 0,-2-1 12 16,1-9 14-16,-1-6 14 0,8-5-2 0,0-6-117 15,5-8 0-15,-1-3 0 0,3-1 0 16,1-5 0-16,0-2 0 0,6-1 0 0,0 0 0 16,0 0 0-16,0 0 0 0,0 0 0 15,0 0 0-15,0 0 0 0,0 0 0 0,0 0 0 16,19 10 0-16,-2 1 0 0,10 7 0 15,1 1 0-15,-1 3 0 0,11 1 0 0,3 3 0 16,-9-6 0-16,6 5 0 0,-6-7 0 16,1 1 0-16,-5-2 0 0,-1 1 0 15,-6-9 0-15,-8 0 0 0,-4-2 0 0,4-2 0 16,-8 0 0-16,2 0 0 0,-1-1 0 16,-6-4 0-16,0 0 0 0,0 0 0 15,16-11-60-15,-14 3-563 0,-2-2-121 0,-2-4-144 16,0-1 68-16,-2-8 87 0,0-1-737 15,2 0-919-15</inkml:trace>
  <inkml:trace contextRef="#ctx0" brushRef="#br0" timeOffset="26796.21">14999 6379 4391 0,'-11'-8'176'0,"-1"0"29"0,3 3 27 15,1 0 6-15,1 2 4 0,7 3 1 16,0 0 26-16,0 0 39 0,0 0 15 16,0 29 0-16,9 0-30 0,6 6-26 0,4 12-29 15,5 2-20-15,-6 2-40 0,0-3-131 16,-4 3-47-16,2-3 0 0,-9-7 0 0,-1 1 0 16,-4-3 0-16,-2-2 0 0,-4 0 0 15,2-10 0-15,-1-3 0 0,-3-4 0 0,0 1 0 16,1-3 0-16,-2-4 0 0,4-3 0 15,-5-5 0-15,3-1 0 0,5-5 0 0,0 0 0 16,-23-13 0-16,8-13 0 0,5-8 0 16,-5-16 0-16,1-11 0 0,3-10 0 15,4-1 0-15,0 2 0 0,5 3 0 16,2 3 0-16,5 9 0 0,-1 16 0 0,-1 3 0 16,5 2 0-16,-3 8 0 0,5 7 0 15,0 1 0-15,3 1 0 0,2 5 0 0,0 3 0 16,6 3 0-16,-3 4 0 0,0 2 0 15,0 6 0-15,11 5 0 0,-4 7 0 16,-3 3 0-16,-5 5 0 0,-2 3 0 0,-7 7 0 16,-4 3 0-16,-6 4 0 0,-8 9 0 15,-7 0 0-15,-6-1 0 0,2-5 0 16,4-16 0-16,2-1 0 0,5-8 0 0,3-4 0 16,2-7 0-16,2-3 0 0,1-5 0 15,2-2 0-15,0 0 0 0,0 0 0 0,0 0 0 16,32-4 0-16,-20 1 0 0,-12 3 0 15,27 3 0-15,-8 1 0 0,-2 1 0 16,4 2 0-16,0 2 0 0,-2 1 0 0,2 0 0 16,1 5 0-16,0-5 0 0,-5 2 0 15,-4-5 0-15,0 1 0 0,1-1 0 0,-1 0 0 16,-3-2 0-16,-1 1 0 0,-3-2-18 16,-1 0-580-16,-5-4-111 0,7 4-187 0,-7-4 72 15,0 0 84-15,0 0-759 0,0 0-944 16</inkml:trace>
  <inkml:trace contextRef="#ctx0" brushRef="#br0" timeOffset="27163.02">14872 5814 4324 0,'-72'9'-31'0,"-20"18"32"0,-2 16 29 0,1 22 49 16,-4 18 69-16,-22 45 36 0,17 7 31 0,8 4 21 15,37-27 22-15,16 4 8 0,16-1 9 16,16 2-6-16,19-11-15 0,21-3-19 16,16-8-17-16,24-10-41 0,17-11-15 15,9-14-17-15,15-12-28 0,0-11-54 0,-1-9-36 16,-4-13-1-16,-22-8-13 0,0-10-7 16,-8-7-8-16,16-11 0 0,-27-3 3 15,-1-4-16-15,1-15 26 0,-18 0 15 0,1-23 10 16,-4-1 22-16,-13-7 10 0,-12 9-2 15,-8-9-7-15,-2-23-7 0,-10 14-10 0,-10-19-4 16,-5 4-17-16,-8 1-18 0,-14 9-13 16,1 4-28-16,-7 11-18 0,-7 11-24 0,7 23-28 15,-9 7-31-15,-5 13-37 0,-8 10-45 16,-3 15-53-16,-5 9-77 0,-15 12-92 16,7 10-116-16,4 6-225 0,10 3 59 15,6 5 80-15,-1 4-562 0,6 5-672 0</inkml:trace>
  <inkml:trace contextRef="#ctx0" brushRef="#br0" timeOffset="27378.65">14108 8364 3856 0,'-4'21'293'0,"-1"-3"-9"16,12 0 21-16,0-3 34 0,16 2 33 15,10-3 17-15,6-9-8 0,11-7-17 0,20-10-30 16,26-13-35-16,4-6-33 0,6-13-43 15,-6-3-67-15,7-8-72 0,-8-9-68 16,-2-3-76-16,-2-1-62 0,-9 1-86 16,-3 4-93-16,-13 1-102 0,-9 9-75 0,-21 14-83 15,-5 2-105-15,-15 19-66 0,-8 7 66 16,-8 7-614-16,-4 4-740 0</inkml:trace>
  <inkml:trace contextRef="#ctx0" brushRef="#br0" timeOffset="27596.38">14470 8424 3387 0,'-68'39'120'15,"19"-11"74"-15,5-4 11 0,18-6-7 0,9 0 12 16,9-7 39-16,10-1 46 0,7-6 29 16,13-4 23-16,19-8 4 0,27-9-16 15,32-12-33-15,6-11-28 0,3-3-29 16,3-1-28-16,-6-6-19 0,-8 0-42 0,-10 8-16 16,-9-3-33-16,-11 2-34 0,-16 11-40 15,-9 3-48-15,-3 3-63 0,-13 9-58 0,-4-2-43 16,-6 6-49-16,-4 4-54 0,-5 2-75 15,-6 3-81-15,-2 4-85 0,0 0-137 0,0 0-54 16,0 0 53-16,-42 19-594 0,13-2-715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1713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85948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5391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2323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8383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50515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110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6582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0326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4160-A831-13A3-F98D-CA56A014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6E67-4ED4-325D-0B77-1D0CCD67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7FD1-E7D9-F2AA-A018-AB7225B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E2BB-F51F-9F11-5F3A-BF031C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D587-2983-773A-9076-62C9A1F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C482-33E5-7551-CF34-F2369A2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BEC8-EA17-FB07-09A2-10A46F0A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603B-D0EC-CFDB-075F-BDD89B9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8C70-B100-8826-DE08-AC0A48E3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27BE-4D1D-C5FD-0287-BD09A742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3874-A132-C147-FE04-0DB82035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D521F-AB16-E7AC-0DCB-E20BA90D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675C-F0E8-7F97-5569-8C77F5B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B0F8-D415-BFDD-8143-C7DA5AAB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C38F-E0AE-C59C-E3E9-D9F2C88D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1E-5B23-46C1-4DD2-368D479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4077-C9D9-CB3F-5CFD-097AFE0F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C54A-BA25-D553-7F35-6C76327D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E35B-8FB4-FE6E-8E3B-6DB01DF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D637-B64D-0B71-E121-F43CED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FA3A-6BBC-A1B2-3A39-22A7E3CA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6A4-76CA-5958-0469-F71D257A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9E4A-A0B1-BF20-5784-B36C68A1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9D47-D566-E65D-A4FD-823C3FB6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EA1CA-FC11-D865-83AF-1B3B781D4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2046-96FF-DB0C-7361-F518E49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98822-7764-92E0-8627-39A978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5CDC5-1E08-B25B-286F-920F24F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A1DE-638F-2354-ADEF-9E16D1F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58B-7733-91CB-5F2E-6A293B87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EE8B-533C-04CD-833A-C76C79B6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AD946-AC69-FD3F-54A1-526479C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2FB49-9319-798D-955F-9FE6C825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B8AC8-1E71-6B42-051E-B72C3A40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0300-83BF-32AC-2A89-A0C0089C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DB06-D25D-D5CE-2284-EE2B6EC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43B1-FC57-3267-74C0-4326D8C8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A9A9-E1FB-BA8F-5375-8273741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2490-EE11-F1E8-9B44-06429A19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7F2-4FF2-3217-4C5B-D759EB8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F9F02-97D4-33BD-ED1B-B315A48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7AA60-932F-8E34-FE0F-FA513C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9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2E7-2DF5-6D91-ACFB-CCB38D2E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3B560-074A-5557-702B-42D2D1D1C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0DB99-CFE1-E46E-78CE-F98E7D4E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7956-3DB8-0C6A-7351-9C136CB4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CEED-781F-747D-F0AC-C01EBF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4B60E-C28A-E092-05AC-55074FE2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31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AF0-DB33-5693-1549-ED111B6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13C9-EFE9-4F0E-165C-416A22C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43A4-4DA4-D6B1-C02A-DEA93C98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290A-2546-AE04-A07F-78DAE22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4EAD-C91E-E8BD-8404-85B96E6A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1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B330-843E-312A-3BAC-E7CE5DE3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7D3A-DBBE-26CC-1A4A-FA307D53B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5140-151A-83A0-414A-32100D82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940A-B8DD-D050-44A9-8A940BFF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467E-AC6D-EFAB-630C-FD153527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8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BA5D-C013-A12C-8A24-ED9748BA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59A4-52AB-D3AF-3EB2-BCFD4A9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DA92-C26C-4C88-803A-F4E4A782C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8E78-8985-A9C5-3529-44DFFE3C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CB7B-953B-EA87-B8E2-2A9EE466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6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5.emf"/><Relationship Id="rId4" Type="http://schemas.openxmlformats.org/officeDocument/2006/relationships/customXml" Target="../ink/ink2.xml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Designing and Analysis of Algorithms</a:t>
            </a:r>
            <a:b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Course Code: ECS 5101/CS514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915" y="28882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Dr Rahul Mishra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IIT Patna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95BC3-E4B0-FB16-BB70-D128FA5BDC2D}"/>
              </a:ext>
            </a:extLst>
          </p:cNvPr>
          <p:cNvSpPr txBox="1"/>
          <p:nvPr/>
        </p:nvSpPr>
        <p:spPr>
          <a:xfrm>
            <a:off x="6417731" y="2888250"/>
            <a:ext cx="4292594" cy="29597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Lecture 15</a:t>
            </a:r>
          </a:p>
        </p:txBody>
      </p:sp>
    </p:spTree>
    <p:extLst>
      <p:ext uri="{BB962C8B-B14F-4D97-AF65-F5344CB8AC3E}">
        <p14:creationId xmlns:p14="http://schemas.microsoft.com/office/powerpoint/2010/main" val="54560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" b="7034"/>
          <a:stretch/>
        </p:blipFill>
        <p:spPr>
          <a:xfrm rot="16200000">
            <a:off x="2689871" y="-2123068"/>
            <a:ext cx="6671412" cy="1111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213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372919" y="-2259406"/>
            <a:ext cx="6610216" cy="1135154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54093" y="4441371"/>
            <a:ext cx="440872" cy="1815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229850" y="5076957"/>
            <a:ext cx="1153886" cy="16445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406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922615" y="-2420461"/>
            <a:ext cx="6060482" cy="11493137"/>
          </a:xfrm>
          <a:prstGeom prst="rect">
            <a:avLst/>
          </a:prstGeom>
        </p:spPr>
      </p:pic>
      <p:sp>
        <p:nvSpPr>
          <p:cNvPr id="4" name="L-Shape 3"/>
          <p:cNvSpPr/>
          <p:nvPr/>
        </p:nvSpPr>
        <p:spPr>
          <a:xfrm rot="10800000">
            <a:off x="10799993" y="253732"/>
            <a:ext cx="899432" cy="1109704"/>
          </a:xfrm>
          <a:prstGeom prst="corne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AC3A102-4CF9-A0D1-594B-E79E673EFB49}"/>
                  </a:ext>
                </a:extLst>
              </p14:cNvPr>
              <p14:cNvContentPartPr/>
              <p14:nvPr/>
            </p14:nvContentPartPr>
            <p14:xfrm>
              <a:off x="6779160" y="2033640"/>
              <a:ext cx="3292200" cy="2001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AC3A102-4CF9-A0D1-594B-E79E673EFB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69800" y="2024280"/>
                <a:ext cx="3310920" cy="202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4947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6"/>
          <p:cNvPicPr preferRelativeResize="0"/>
          <p:nvPr/>
        </p:nvPicPr>
        <p:blipFill rotWithShape="1">
          <a:blip r:embed="rId3">
            <a:alphaModFix/>
          </a:blip>
          <a:srcRect l="9345" b="2222"/>
          <a:stretch/>
        </p:blipFill>
        <p:spPr>
          <a:xfrm rot="-5400000">
            <a:off x="2956538" y="-2215925"/>
            <a:ext cx="6139174" cy="114861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9303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467887" y="-2219545"/>
            <a:ext cx="6589612" cy="1129242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 rot="10800000">
            <a:off x="10904084" y="131862"/>
            <a:ext cx="899432" cy="1109704"/>
          </a:xfrm>
          <a:prstGeom prst="corner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3149280" y="3846960"/>
              <a:ext cx="17640" cy="144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38120" y="3836160"/>
                <a:ext cx="396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4F13AB3-A411-6018-61D4-716EAD13C4A6}"/>
                  </a:ext>
                </a:extLst>
              </p14:cNvPr>
              <p14:cNvContentPartPr/>
              <p14:nvPr/>
            </p14:nvContentPartPr>
            <p14:xfrm>
              <a:off x="4767120" y="1908000"/>
              <a:ext cx="748440" cy="2168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4F13AB3-A411-6018-61D4-716EAD13C4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57760" y="1898640"/>
                <a:ext cx="767160" cy="21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E8A1CE7-E6A0-CFE6-72CA-8FB83EFD6FD6}"/>
                  </a:ext>
                </a:extLst>
              </p14:cNvPr>
              <p14:cNvContentPartPr/>
              <p14:nvPr/>
            </p14:nvContentPartPr>
            <p14:xfrm>
              <a:off x="390240" y="1502280"/>
              <a:ext cx="9665280" cy="2588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E8A1CE7-E6A0-CFE6-72CA-8FB83EFD6FD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0880" y="1492920"/>
                <a:ext cx="9684000" cy="260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0602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5F6FAD-D23B-289B-106C-BB38FAE68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213BF9E-7688-A7C8-0BD3-7EDDCF394860}"/>
                  </a:ext>
                </a:extLst>
              </p14:cNvPr>
              <p14:cNvContentPartPr/>
              <p14:nvPr/>
            </p14:nvContentPartPr>
            <p14:xfrm>
              <a:off x="251640" y="193680"/>
              <a:ext cx="11456640" cy="6467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213BF9E-7688-A7C8-0BD3-7EDDCF3948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2280" y="184320"/>
                <a:ext cx="11475360" cy="648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6233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8"/>
          <p:cNvPicPr preferRelativeResize="0"/>
          <p:nvPr/>
        </p:nvPicPr>
        <p:blipFill rotWithShape="1">
          <a:blip r:embed="rId3">
            <a:alphaModFix/>
          </a:blip>
          <a:srcRect l="8400"/>
          <a:stretch/>
        </p:blipFill>
        <p:spPr>
          <a:xfrm rot="-5400000">
            <a:off x="2802132" y="-2235078"/>
            <a:ext cx="6437450" cy="1147565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DC96F97-9CA9-4F1B-27D2-7CA456EEA78D}"/>
                  </a:ext>
                </a:extLst>
              </p14:cNvPr>
              <p14:cNvContentPartPr/>
              <p14:nvPr/>
            </p14:nvContentPartPr>
            <p14:xfrm>
              <a:off x="737280" y="687600"/>
              <a:ext cx="9975960" cy="4471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DC96F97-9CA9-4F1B-27D2-7CA456EEA7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7920" y="678240"/>
                <a:ext cx="9994680" cy="449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9852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3198089" y="-1482500"/>
            <a:ext cx="6473462" cy="983796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0F3AAFE-7D27-505A-9FD5-4887A229E126}"/>
                  </a:ext>
                </a:extLst>
              </p14:cNvPr>
              <p14:cNvContentPartPr/>
              <p14:nvPr/>
            </p14:nvContentPartPr>
            <p14:xfrm>
              <a:off x="3183480" y="369000"/>
              <a:ext cx="6357600" cy="4602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0F3AAFE-7D27-505A-9FD5-4887A229E1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74120" y="359640"/>
                <a:ext cx="6376320" cy="462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53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46D3BC-FAED-CDE2-802A-C95E676CA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804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3730593" y="-2651231"/>
            <a:ext cx="4548424" cy="112821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64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919226" y="-2242444"/>
            <a:ext cx="6493748" cy="1143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773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881" y="195071"/>
            <a:ext cx="11696368" cy="6419215"/>
            <a:chOff x="926591" y="195071"/>
            <a:chExt cx="10549255" cy="6419215"/>
          </a:xfrm>
        </p:grpSpPr>
        <p:sp>
          <p:nvSpPr>
            <p:cNvPr id="3" name="object 3"/>
            <p:cNvSpPr/>
            <p:nvPr/>
          </p:nvSpPr>
          <p:spPr>
            <a:xfrm>
              <a:off x="1075943" y="259080"/>
              <a:ext cx="10399776" cy="63550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9545" y="208025"/>
              <a:ext cx="2964180" cy="645160"/>
            </a:xfrm>
            <a:custGeom>
              <a:avLst/>
              <a:gdLst/>
              <a:ahLst/>
              <a:cxnLst/>
              <a:rect l="l" t="t" r="r" b="b"/>
              <a:pathLst>
                <a:path w="2964179" h="645160">
                  <a:moveTo>
                    <a:pt x="0" y="644651"/>
                  </a:moveTo>
                  <a:lnTo>
                    <a:pt x="2964179" y="644651"/>
                  </a:lnTo>
                  <a:lnTo>
                    <a:pt x="2964179" y="0"/>
                  </a:lnTo>
                  <a:lnTo>
                    <a:pt x="0" y="0"/>
                  </a:lnTo>
                  <a:lnTo>
                    <a:pt x="0" y="64465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3216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DD3182-CD34-7C0E-DDB0-D3C6AE84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02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0604" y="512064"/>
            <a:ext cx="11529059" cy="58719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8781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3264</TotalTime>
  <Words>34</Words>
  <Application>Microsoft Office PowerPoint</Application>
  <PresentationFormat>Widescreen</PresentationFormat>
  <Paragraphs>18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Calibri</vt:lpstr>
      <vt:lpstr>Arial</vt:lpstr>
      <vt:lpstr>Aptos Display</vt:lpstr>
      <vt:lpstr>Office Theme</vt:lpstr>
      <vt:lpstr>Designing and Analysis of Algorithms Course Code: ECS 5101/CS514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Rahul Mishra</cp:lastModifiedBy>
  <cp:revision>128</cp:revision>
  <dcterms:created xsi:type="dcterms:W3CDTF">2023-01-02T04:30:03Z</dcterms:created>
  <dcterms:modified xsi:type="dcterms:W3CDTF">2025-10-11T03:55:46Z</dcterms:modified>
</cp:coreProperties>
</file>