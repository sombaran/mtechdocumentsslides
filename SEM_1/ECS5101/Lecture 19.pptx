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14"/>
  </p:notesMasterIdLst>
  <p:sldIdLst>
    <p:sldId id="405" r:id="rId2"/>
    <p:sldId id="431" r:id="rId3"/>
    <p:sldId id="432" r:id="rId4"/>
    <p:sldId id="433" r:id="rId5"/>
    <p:sldId id="434" r:id="rId6"/>
    <p:sldId id="435" r:id="rId7"/>
    <p:sldId id="436" r:id="rId8"/>
    <p:sldId id="744" r:id="rId9"/>
    <p:sldId id="747" r:id="rId10"/>
    <p:sldId id="748" r:id="rId11"/>
    <p:sldId id="745" r:id="rId12"/>
    <p:sldId id="74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46EA8F-55C7-4B54-BA3C-2BCF949C70BC}" v="3" dt="2025-11-02T02:41:30.992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" Type="http://schemas.openxmlformats.org/officeDocument/2006/relationships/slide" Target="slides/slide1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0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21FFD693-4E0E-4C6A-9B31-7A4B381D4AA0}"/>
    <pc:docChg chg="undo custSel addSld modSld">
      <pc:chgData name="Rahul Mishra" userId="57c6469e-ac64-4888-811b-35f0aabddbad" providerId="ADAL" clId="{21FFD693-4E0E-4C6A-9B31-7A4B381D4AA0}" dt="2024-08-31T18:40:31.090" v="18" actId="1076"/>
      <pc:docMkLst>
        <pc:docMk/>
      </pc:docMkLst>
      <pc:sldChg chg="delSp add mod">
        <pc:chgData name="Rahul Mishra" userId="57c6469e-ac64-4888-811b-35f0aabddbad" providerId="ADAL" clId="{21FFD693-4E0E-4C6A-9B31-7A4B381D4AA0}" dt="2024-08-31T17:30:57.514" v="13" actId="478"/>
        <pc:sldMkLst>
          <pc:docMk/>
          <pc:sldMk cId="3580903429" sldId="277"/>
        </pc:sldMkLst>
      </pc:sldChg>
      <pc:sldChg chg="modSp mod">
        <pc:chgData name="Rahul Mishra" userId="57c6469e-ac64-4888-811b-35f0aabddbad" providerId="ADAL" clId="{21FFD693-4E0E-4C6A-9B31-7A4B381D4AA0}" dt="2024-08-31T18:38:41.288" v="14" actId="1076"/>
        <pc:sldMkLst>
          <pc:docMk/>
          <pc:sldMk cId="0" sldId="283"/>
        </pc:sldMkLst>
      </pc:sldChg>
      <pc:sldChg chg="modSp mod">
        <pc:chgData name="Rahul Mishra" userId="57c6469e-ac64-4888-811b-35f0aabddbad" providerId="ADAL" clId="{21FFD693-4E0E-4C6A-9B31-7A4B381D4AA0}" dt="2024-08-31T18:38:50.743" v="15" actId="1076"/>
        <pc:sldMkLst>
          <pc:docMk/>
          <pc:sldMk cId="0" sldId="284"/>
        </pc:sldMkLst>
      </pc:sldChg>
      <pc:sldChg chg="modSp mod">
        <pc:chgData name="Rahul Mishra" userId="57c6469e-ac64-4888-811b-35f0aabddbad" providerId="ADAL" clId="{21FFD693-4E0E-4C6A-9B31-7A4B381D4AA0}" dt="2024-08-31T18:40:31.090" v="18" actId="1076"/>
        <pc:sldMkLst>
          <pc:docMk/>
          <pc:sldMk cId="0" sldId="285"/>
        </pc:sldMkLst>
      </pc:sldChg>
      <pc:sldChg chg="modSp mod">
        <pc:chgData name="Rahul Mishra" userId="57c6469e-ac64-4888-811b-35f0aabddbad" providerId="ADAL" clId="{21FFD693-4E0E-4C6A-9B31-7A4B381D4AA0}" dt="2024-08-31T17:30:54.298" v="5" actId="27636"/>
        <pc:sldMkLst>
          <pc:docMk/>
          <pc:sldMk cId="2182143427" sldId="298"/>
        </pc:sldMkLst>
      </pc:sldChg>
      <pc:sldChg chg="modSp mod">
        <pc:chgData name="Rahul Mishra" userId="57c6469e-ac64-4888-811b-35f0aabddbad" providerId="ADAL" clId="{21FFD693-4E0E-4C6A-9B31-7A4B381D4AA0}" dt="2024-08-31T17:30:54.307" v="6" actId="27636"/>
        <pc:sldMkLst>
          <pc:docMk/>
          <pc:sldMk cId="3430712330" sldId="299"/>
        </pc:sldMkLst>
      </pc:sldChg>
      <pc:sldChg chg="modSp mod">
        <pc:chgData name="Rahul Mishra" userId="57c6469e-ac64-4888-811b-35f0aabddbad" providerId="ADAL" clId="{21FFD693-4E0E-4C6A-9B31-7A4B381D4AA0}" dt="2024-08-31T17:30:54.313" v="7" actId="27636"/>
        <pc:sldMkLst>
          <pc:docMk/>
          <pc:sldMk cId="2853893709" sldId="300"/>
        </pc:sldMkLst>
      </pc:sldChg>
      <pc:sldChg chg="modSp mod">
        <pc:chgData name="Rahul Mishra" userId="57c6469e-ac64-4888-811b-35f0aabddbad" providerId="ADAL" clId="{21FFD693-4E0E-4C6A-9B31-7A4B381D4AA0}" dt="2024-08-31T17:30:54.329" v="8" actId="27636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21FFD693-4E0E-4C6A-9B31-7A4B381D4AA0}" dt="2024-08-31T17:30:54.329" v="9" actId="27636"/>
        <pc:sldMkLst>
          <pc:docMk/>
          <pc:sldMk cId="3799010131" sldId="302"/>
        </pc:sldMkLst>
      </pc:sldChg>
      <pc:sldChg chg="modSp mod">
        <pc:chgData name="Rahul Mishra" userId="57c6469e-ac64-4888-811b-35f0aabddbad" providerId="ADAL" clId="{21FFD693-4E0E-4C6A-9B31-7A4B381D4AA0}" dt="2024-08-31T17:30:54.345" v="10" actId="27636"/>
        <pc:sldMkLst>
          <pc:docMk/>
          <pc:sldMk cId="2187071181" sldId="303"/>
        </pc:sldMkLst>
      </pc:sldChg>
      <pc:sldChg chg="add">
        <pc:chgData name="Rahul Mishra" userId="57c6469e-ac64-4888-811b-35f0aabddbad" providerId="ADAL" clId="{21FFD693-4E0E-4C6A-9B31-7A4B381D4AA0}" dt="2024-08-31T17:30:54.156" v="0"/>
        <pc:sldMkLst>
          <pc:docMk/>
          <pc:sldMk cId="4132747667" sldId="353"/>
        </pc:sldMkLst>
      </pc:sldChg>
      <pc:sldChg chg="modSp mod">
        <pc:chgData name="Rahul Mishra" userId="57c6469e-ac64-4888-811b-35f0aabddbad" providerId="ADAL" clId="{21FFD693-4E0E-4C6A-9B31-7A4B381D4AA0}" dt="2024-08-31T17:30:54.251" v="1" actId="27636"/>
        <pc:sldMkLst>
          <pc:docMk/>
          <pc:sldMk cId="3256313146" sldId="366"/>
        </pc:sldMkLst>
      </pc:sldChg>
      <pc:sldChg chg="modSp mod">
        <pc:chgData name="Rahul Mishra" userId="57c6469e-ac64-4888-811b-35f0aabddbad" providerId="ADAL" clId="{21FFD693-4E0E-4C6A-9B31-7A4B381D4AA0}" dt="2024-08-31T17:30:54.266" v="2" actId="27636"/>
        <pc:sldMkLst>
          <pc:docMk/>
          <pc:sldMk cId="3617587182" sldId="367"/>
        </pc:sldMkLst>
      </pc:sldChg>
      <pc:sldChg chg="modSp mod">
        <pc:chgData name="Rahul Mishra" userId="57c6469e-ac64-4888-811b-35f0aabddbad" providerId="ADAL" clId="{21FFD693-4E0E-4C6A-9B31-7A4B381D4AA0}" dt="2024-08-31T17:30:54.266" v="3" actId="27636"/>
        <pc:sldMkLst>
          <pc:docMk/>
          <pc:sldMk cId="1559975623" sldId="368"/>
        </pc:sldMkLst>
      </pc:sldChg>
      <pc:sldChg chg="modSp mod">
        <pc:chgData name="Rahul Mishra" userId="57c6469e-ac64-4888-811b-35f0aabddbad" providerId="ADAL" clId="{21FFD693-4E0E-4C6A-9B31-7A4B381D4AA0}" dt="2024-08-31T17:30:54.282" v="4" actId="27636"/>
        <pc:sldMkLst>
          <pc:docMk/>
          <pc:sldMk cId="3336479956" sldId="369"/>
        </pc:sldMkLst>
      </pc:sldChg>
      <pc:sldChg chg="modSp mod">
        <pc:chgData name="Rahul Mishra" userId="57c6469e-ac64-4888-811b-35f0aabddbad" providerId="ADAL" clId="{21FFD693-4E0E-4C6A-9B31-7A4B381D4AA0}" dt="2024-08-31T17:30:54.360" v="11" actId="27636"/>
        <pc:sldMkLst>
          <pc:docMk/>
          <pc:sldMk cId="2983673248" sldId="376"/>
        </pc:sldMkLst>
      </pc:sldChg>
      <pc:sldChg chg="modSp mod">
        <pc:chgData name="Rahul Mishra" userId="57c6469e-ac64-4888-811b-35f0aabddbad" providerId="ADAL" clId="{21FFD693-4E0E-4C6A-9B31-7A4B381D4AA0}" dt="2024-08-31T17:30:54.360" v="12" actId="27636"/>
        <pc:sldMkLst>
          <pc:docMk/>
          <pc:sldMk cId="3694120147" sldId="377"/>
        </pc:sldMkLst>
      </pc:sldChg>
    </pc:docChg>
  </pc:docChgLst>
  <pc:docChgLst>
    <pc:chgData name="Rahul Mishra" userId="57c6469e-ac64-4888-811b-35f0aabddbad" providerId="ADAL" clId="{5BEE9467-BEE1-463A-ACAA-8D19ED3E1345}"/>
    <pc:docChg chg="delSld">
      <pc:chgData name="Rahul Mishra" userId="57c6469e-ac64-4888-811b-35f0aabddbad" providerId="ADAL" clId="{5BEE9467-BEE1-463A-ACAA-8D19ED3E1345}" dt="2024-10-04T18:25:53.055" v="4" actId="47"/>
      <pc:docMkLst>
        <pc:docMk/>
      </pc:docMkLst>
      <pc:sldChg chg="del">
        <pc:chgData name="Rahul Mishra" userId="57c6469e-ac64-4888-811b-35f0aabddbad" providerId="ADAL" clId="{5BEE9467-BEE1-463A-ACAA-8D19ED3E1345}" dt="2024-10-04T18:25:43.822" v="0" actId="47"/>
        <pc:sldMkLst>
          <pc:docMk/>
          <pc:sldMk cId="2819216235" sldId="727"/>
        </pc:sldMkLst>
      </pc:sldChg>
      <pc:sldChg chg="del">
        <pc:chgData name="Rahul Mishra" userId="57c6469e-ac64-4888-811b-35f0aabddbad" providerId="ADAL" clId="{5BEE9467-BEE1-463A-ACAA-8D19ED3E1345}" dt="2024-10-04T18:25:46.040" v="1" actId="47"/>
        <pc:sldMkLst>
          <pc:docMk/>
          <pc:sldMk cId="2187513785" sldId="728"/>
        </pc:sldMkLst>
      </pc:sldChg>
      <pc:sldChg chg="del">
        <pc:chgData name="Rahul Mishra" userId="57c6469e-ac64-4888-811b-35f0aabddbad" providerId="ADAL" clId="{5BEE9467-BEE1-463A-ACAA-8D19ED3E1345}" dt="2024-10-04T18:25:47.418" v="2" actId="47"/>
        <pc:sldMkLst>
          <pc:docMk/>
          <pc:sldMk cId="1904412074" sldId="729"/>
        </pc:sldMkLst>
      </pc:sldChg>
      <pc:sldChg chg="del">
        <pc:chgData name="Rahul Mishra" userId="57c6469e-ac64-4888-811b-35f0aabddbad" providerId="ADAL" clId="{5BEE9467-BEE1-463A-ACAA-8D19ED3E1345}" dt="2024-10-04T18:25:49.131" v="3" actId="47"/>
        <pc:sldMkLst>
          <pc:docMk/>
          <pc:sldMk cId="2959901174" sldId="730"/>
        </pc:sldMkLst>
      </pc:sldChg>
      <pc:sldChg chg="del">
        <pc:chgData name="Rahul Mishra" userId="57c6469e-ac64-4888-811b-35f0aabddbad" providerId="ADAL" clId="{5BEE9467-BEE1-463A-ACAA-8D19ED3E1345}" dt="2024-10-04T18:25:53.055" v="4" actId="47"/>
        <pc:sldMkLst>
          <pc:docMk/>
          <pc:sldMk cId="1392852137" sldId="731"/>
        </pc:sldMkLst>
      </pc:sldChg>
    </pc:docChg>
  </pc:docChgLst>
  <pc:docChgLst>
    <pc:chgData name="Rahul Mishra" userId="57c6469e-ac64-4888-811b-35f0aabddbad" providerId="ADAL" clId="{181BC7F3-2120-400D-B4AA-A1CF5463A9D1}"/>
    <pc:docChg chg="undo custSel addSld delSld modSld">
      <pc:chgData name="Rahul Mishra" userId="57c6469e-ac64-4888-811b-35f0aabddbad" providerId="ADAL" clId="{181BC7F3-2120-400D-B4AA-A1CF5463A9D1}" dt="2024-09-13T18:02:46.289" v="54"/>
      <pc:docMkLst>
        <pc:docMk/>
      </pc:docMkLst>
      <pc:sldChg chg="del">
        <pc:chgData name="Rahul Mishra" userId="57c6469e-ac64-4888-811b-35f0aabddbad" providerId="ADAL" clId="{181BC7F3-2120-400D-B4AA-A1CF5463A9D1}" dt="2024-09-13T17:57:49.309" v="6" actId="47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181BC7F3-2120-400D-B4AA-A1CF5463A9D1}" dt="2024-09-13T17:57:50.507" v="7" actId="47"/>
        <pc:sldMkLst>
          <pc:docMk/>
          <pc:sldMk cId="0" sldId="283"/>
        </pc:sldMkLst>
      </pc:sldChg>
      <pc:sldChg chg="del">
        <pc:chgData name="Rahul Mishra" userId="57c6469e-ac64-4888-811b-35f0aabddbad" providerId="ADAL" clId="{181BC7F3-2120-400D-B4AA-A1CF5463A9D1}" dt="2024-09-13T17:57:51.679" v="8" actId="47"/>
        <pc:sldMkLst>
          <pc:docMk/>
          <pc:sldMk cId="0" sldId="284"/>
        </pc:sldMkLst>
      </pc:sldChg>
      <pc:sldChg chg="del">
        <pc:chgData name="Rahul Mishra" userId="57c6469e-ac64-4888-811b-35f0aabddbad" providerId="ADAL" clId="{181BC7F3-2120-400D-B4AA-A1CF5463A9D1}" dt="2024-09-13T17:57:52.484" v="9" actId="47"/>
        <pc:sldMkLst>
          <pc:docMk/>
          <pc:sldMk cId="0" sldId="285"/>
        </pc:sldMkLst>
      </pc:sldChg>
      <pc:sldChg chg="del">
        <pc:chgData name="Rahul Mishra" userId="57c6469e-ac64-4888-811b-35f0aabddbad" providerId="ADAL" clId="{181BC7F3-2120-400D-B4AA-A1CF5463A9D1}" dt="2024-09-13T17:57:53.224" v="10" actId="47"/>
        <pc:sldMkLst>
          <pc:docMk/>
          <pc:sldMk cId="0" sldId="286"/>
        </pc:sldMkLst>
      </pc:sldChg>
      <pc:sldChg chg="del">
        <pc:chgData name="Rahul Mishra" userId="57c6469e-ac64-4888-811b-35f0aabddbad" providerId="ADAL" clId="{181BC7F3-2120-400D-B4AA-A1CF5463A9D1}" dt="2024-09-13T17:57:55.037" v="12" actId="47"/>
        <pc:sldMkLst>
          <pc:docMk/>
          <pc:sldMk cId="0" sldId="287"/>
        </pc:sldMkLst>
      </pc:sldChg>
      <pc:sldChg chg="del">
        <pc:chgData name="Rahul Mishra" userId="57c6469e-ac64-4888-811b-35f0aabddbad" providerId="ADAL" clId="{181BC7F3-2120-400D-B4AA-A1CF5463A9D1}" dt="2024-09-13T17:57:56.566" v="14" actId="47"/>
        <pc:sldMkLst>
          <pc:docMk/>
          <pc:sldMk cId="0" sldId="289"/>
        </pc:sldMkLst>
      </pc:sldChg>
      <pc:sldChg chg="del">
        <pc:chgData name="Rahul Mishra" userId="57c6469e-ac64-4888-811b-35f0aabddbad" providerId="ADAL" clId="{181BC7F3-2120-400D-B4AA-A1CF5463A9D1}" dt="2024-09-13T17:57:57.525" v="15" actId="47"/>
        <pc:sldMkLst>
          <pc:docMk/>
          <pc:sldMk cId="0" sldId="290"/>
        </pc:sldMkLst>
      </pc:sldChg>
      <pc:sldChg chg="del">
        <pc:chgData name="Rahul Mishra" userId="57c6469e-ac64-4888-811b-35f0aabddbad" providerId="ADAL" clId="{181BC7F3-2120-400D-B4AA-A1CF5463A9D1}" dt="2024-09-13T17:57:57.934" v="16" actId="47"/>
        <pc:sldMkLst>
          <pc:docMk/>
          <pc:sldMk cId="0" sldId="291"/>
        </pc:sldMkLst>
      </pc:sldChg>
      <pc:sldChg chg="del">
        <pc:chgData name="Rahul Mishra" userId="57c6469e-ac64-4888-811b-35f0aabddbad" providerId="ADAL" clId="{181BC7F3-2120-400D-B4AA-A1CF5463A9D1}" dt="2024-09-13T17:58:03.419" v="27" actId="47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181BC7F3-2120-400D-B4AA-A1CF5463A9D1}" dt="2024-09-13T17:58:03.939" v="28" actId="47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181BC7F3-2120-400D-B4AA-A1CF5463A9D1}" dt="2024-09-13T17:58:04.411" v="29" actId="47"/>
        <pc:sldMkLst>
          <pc:docMk/>
          <pc:sldMk cId="2502611286" sldId="294"/>
        </pc:sldMkLst>
      </pc:sldChg>
      <pc:sldChg chg="del">
        <pc:chgData name="Rahul Mishra" userId="57c6469e-ac64-4888-811b-35f0aabddbad" providerId="ADAL" clId="{181BC7F3-2120-400D-B4AA-A1CF5463A9D1}" dt="2024-09-13T17:58:04.933" v="30" actId="47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181BC7F3-2120-400D-B4AA-A1CF5463A9D1}" dt="2024-09-13T17:58:05.451" v="31" actId="47"/>
        <pc:sldMkLst>
          <pc:docMk/>
          <pc:sldMk cId="615098788" sldId="296"/>
        </pc:sldMkLst>
      </pc:sldChg>
      <pc:sldChg chg="del">
        <pc:chgData name="Rahul Mishra" userId="57c6469e-ac64-4888-811b-35f0aabddbad" providerId="ADAL" clId="{181BC7F3-2120-400D-B4AA-A1CF5463A9D1}" dt="2024-09-13T17:57:48.378" v="5" actId="47"/>
        <pc:sldMkLst>
          <pc:docMk/>
          <pc:sldMk cId="2187071181" sldId="303"/>
        </pc:sldMkLst>
      </pc:sldChg>
      <pc:sldChg chg="del">
        <pc:chgData name="Rahul Mishra" userId="57c6469e-ac64-4888-811b-35f0aabddbad" providerId="ADAL" clId="{181BC7F3-2120-400D-B4AA-A1CF5463A9D1}" dt="2024-09-13T17:58:08.830" v="36" actId="47"/>
        <pc:sldMkLst>
          <pc:docMk/>
          <pc:sldMk cId="1419033139" sldId="305"/>
        </pc:sldMkLst>
      </pc:sldChg>
      <pc:sldChg chg="del">
        <pc:chgData name="Rahul Mishra" userId="57c6469e-ac64-4888-811b-35f0aabddbad" providerId="ADAL" clId="{181BC7F3-2120-400D-B4AA-A1CF5463A9D1}" dt="2024-09-13T17:58:06.060" v="32" actId="47"/>
        <pc:sldMkLst>
          <pc:docMk/>
          <pc:sldMk cId="2079535757" sldId="375"/>
        </pc:sldMkLst>
      </pc:sldChg>
      <pc:sldChg chg="del">
        <pc:chgData name="Rahul Mishra" userId="57c6469e-ac64-4888-811b-35f0aabddbad" providerId="ADAL" clId="{181BC7F3-2120-400D-B4AA-A1CF5463A9D1}" dt="2024-09-13T17:58:06.665" v="33" actId="47"/>
        <pc:sldMkLst>
          <pc:docMk/>
          <pc:sldMk cId="2983673248" sldId="376"/>
        </pc:sldMkLst>
      </pc:sldChg>
      <pc:sldChg chg="del">
        <pc:chgData name="Rahul Mishra" userId="57c6469e-ac64-4888-811b-35f0aabddbad" providerId="ADAL" clId="{181BC7F3-2120-400D-B4AA-A1CF5463A9D1}" dt="2024-09-13T17:58:07.171" v="34" actId="47"/>
        <pc:sldMkLst>
          <pc:docMk/>
          <pc:sldMk cId="3694120147" sldId="377"/>
        </pc:sldMkLst>
      </pc:sldChg>
      <pc:sldChg chg="del">
        <pc:chgData name="Rahul Mishra" userId="57c6469e-ac64-4888-811b-35f0aabddbad" providerId="ADAL" clId="{181BC7F3-2120-400D-B4AA-A1CF5463A9D1}" dt="2024-09-13T17:58:07.674" v="35" actId="47"/>
        <pc:sldMkLst>
          <pc:docMk/>
          <pc:sldMk cId="3465334699" sldId="378"/>
        </pc:sldMkLst>
      </pc:sldChg>
      <pc:sldChg chg="del">
        <pc:chgData name="Rahul Mishra" userId="57c6469e-ac64-4888-811b-35f0aabddbad" providerId="ADAL" clId="{181BC7F3-2120-400D-B4AA-A1CF5463A9D1}" dt="2024-09-13T17:57:55.997" v="13" actId="47"/>
        <pc:sldMkLst>
          <pc:docMk/>
          <pc:sldMk cId="0" sldId="379"/>
        </pc:sldMkLst>
      </pc:sldChg>
      <pc:sldChg chg="del">
        <pc:chgData name="Rahul Mishra" userId="57c6469e-ac64-4888-811b-35f0aabddbad" providerId="ADAL" clId="{181BC7F3-2120-400D-B4AA-A1CF5463A9D1}" dt="2024-09-13T17:57:58.328" v="17" actId="47"/>
        <pc:sldMkLst>
          <pc:docMk/>
          <pc:sldMk cId="0" sldId="388"/>
        </pc:sldMkLst>
      </pc:sldChg>
      <pc:sldChg chg="del">
        <pc:chgData name="Rahul Mishra" userId="57c6469e-ac64-4888-811b-35f0aabddbad" providerId="ADAL" clId="{181BC7F3-2120-400D-B4AA-A1CF5463A9D1}" dt="2024-09-13T17:57:59.211" v="18" actId="47"/>
        <pc:sldMkLst>
          <pc:docMk/>
          <pc:sldMk cId="0" sldId="390"/>
        </pc:sldMkLst>
      </pc:sldChg>
      <pc:sldChg chg="del">
        <pc:chgData name="Rahul Mishra" userId="57c6469e-ac64-4888-811b-35f0aabddbad" providerId="ADAL" clId="{181BC7F3-2120-400D-B4AA-A1CF5463A9D1}" dt="2024-09-13T17:57:59.684" v="19" actId="47"/>
        <pc:sldMkLst>
          <pc:docMk/>
          <pc:sldMk cId="0" sldId="391"/>
        </pc:sldMkLst>
      </pc:sldChg>
      <pc:sldChg chg="del">
        <pc:chgData name="Rahul Mishra" userId="57c6469e-ac64-4888-811b-35f0aabddbad" providerId="ADAL" clId="{181BC7F3-2120-400D-B4AA-A1CF5463A9D1}" dt="2024-09-13T17:58:00.220" v="20" actId="47"/>
        <pc:sldMkLst>
          <pc:docMk/>
          <pc:sldMk cId="0" sldId="392"/>
        </pc:sldMkLst>
      </pc:sldChg>
      <pc:sldChg chg="del">
        <pc:chgData name="Rahul Mishra" userId="57c6469e-ac64-4888-811b-35f0aabddbad" providerId="ADAL" clId="{181BC7F3-2120-400D-B4AA-A1CF5463A9D1}" dt="2024-09-13T17:58:00.645" v="21" actId="47"/>
        <pc:sldMkLst>
          <pc:docMk/>
          <pc:sldMk cId="0" sldId="393"/>
        </pc:sldMkLst>
      </pc:sldChg>
      <pc:sldChg chg="del">
        <pc:chgData name="Rahul Mishra" userId="57c6469e-ac64-4888-811b-35f0aabddbad" providerId="ADAL" clId="{181BC7F3-2120-400D-B4AA-A1CF5463A9D1}" dt="2024-09-13T17:58:01.086" v="22" actId="47"/>
        <pc:sldMkLst>
          <pc:docMk/>
          <pc:sldMk cId="0" sldId="394"/>
        </pc:sldMkLst>
      </pc:sldChg>
      <pc:sldChg chg="del">
        <pc:chgData name="Rahul Mishra" userId="57c6469e-ac64-4888-811b-35f0aabddbad" providerId="ADAL" clId="{181BC7F3-2120-400D-B4AA-A1CF5463A9D1}" dt="2024-09-13T17:58:01.529" v="23" actId="47"/>
        <pc:sldMkLst>
          <pc:docMk/>
          <pc:sldMk cId="0" sldId="395"/>
        </pc:sldMkLst>
      </pc:sldChg>
      <pc:sldChg chg="del">
        <pc:chgData name="Rahul Mishra" userId="57c6469e-ac64-4888-811b-35f0aabddbad" providerId="ADAL" clId="{181BC7F3-2120-400D-B4AA-A1CF5463A9D1}" dt="2024-09-13T17:58:02.490" v="25" actId="47"/>
        <pc:sldMkLst>
          <pc:docMk/>
          <pc:sldMk cId="0" sldId="397"/>
        </pc:sldMkLst>
      </pc:sldChg>
      <pc:sldChg chg="del">
        <pc:chgData name="Rahul Mishra" userId="57c6469e-ac64-4888-811b-35f0aabddbad" providerId="ADAL" clId="{181BC7F3-2120-400D-B4AA-A1CF5463A9D1}" dt="2024-09-13T17:58:02.931" v="26" actId="47"/>
        <pc:sldMkLst>
          <pc:docMk/>
          <pc:sldMk cId="0" sldId="398"/>
        </pc:sldMkLst>
      </pc:sldChg>
      <pc:sldChg chg="del">
        <pc:chgData name="Rahul Mishra" userId="57c6469e-ac64-4888-811b-35f0aabddbad" providerId="ADAL" clId="{181BC7F3-2120-400D-B4AA-A1CF5463A9D1}" dt="2024-09-13T17:58:02.008" v="24" actId="47"/>
        <pc:sldMkLst>
          <pc:docMk/>
          <pc:sldMk cId="0" sldId="401"/>
        </pc:sldMkLst>
      </pc:sldChg>
      <pc:sldChg chg="del">
        <pc:chgData name="Rahul Mishra" userId="57c6469e-ac64-4888-811b-35f0aabddbad" providerId="ADAL" clId="{181BC7F3-2120-400D-B4AA-A1CF5463A9D1}" dt="2024-09-13T17:57:46.596" v="4" actId="47"/>
        <pc:sldMkLst>
          <pc:docMk/>
          <pc:sldMk cId="1992141454" sldId="404"/>
        </pc:sldMkLst>
      </pc:sldChg>
      <pc:sldChg chg="delSp modSp mod">
        <pc:chgData name="Rahul Mishra" userId="57c6469e-ac64-4888-811b-35f0aabddbad" providerId="ADAL" clId="{181BC7F3-2120-400D-B4AA-A1CF5463A9D1}" dt="2024-09-13T17:57:42.036" v="3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181BC7F3-2120-400D-B4AA-A1CF5463A9D1}" dt="2024-09-13T17:59:12.293" v="37" actId="47"/>
        <pc:sldMkLst>
          <pc:docMk/>
          <pc:sldMk cId="1740156467" sldId="406"/>
        </pc:sldMkLst>
      </pc:sldChg>
      <pc:sldChg chg="del">
        <pc:chgData name="Rahul Mishra" userId="57c6469e-ac64-4888-811b-35f0aabddbad" providerId="ADAL" clId="{181BC7F3-2120-400D-B4AA-A1CF5463A9D1}" dt="2024-09-13T17:59:15.004" v="38" actId="47"/>
        <pc:sldMkLst>
          <pc:docMk/>
          <pc:sldMk cId="658975334" sldId="40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303821214" sldId="407"/>
        </pc:sldMkLst>
      </pc:sldChg>
      <pc:sldChg chg="del">
        <pc:chgData name="Rahul Mishra" userId="57c6469e-ac64-4888-811b-35f0aabddbad" providerId="ADAL" clId="{181BC7F3-2120-400D-B4AA-A1CF5463A9D1}" dt="2024-09-13T17:59:15.891" v="39" actId="47"/>
        <pc:sldMkLst>
          <pc:docMk/>
          <pc:sldMk cId="832144480" sldId="408"/>
        </pc:sldMkLst>
      </pc:sldChg>
      <pc:sldChg chg="del">
        <pc:chgData name="Rahul Mishra" userId="57c6469e-ac64-4888-811b-35f0aabddbad" providerId="ADAL" clId="{181BC7F3-2120-400D-B4AA-A1CF5463A9D1}" dt="2024-09-13T17:59:16.756" v="40" actId="47"/>
        <pc:sldMkLst>
          <pc:docMk/>
          <pc:sldMk cId="4711899" sldId="409"/>
        </pc:sldMkLst>
      </pc:sldChg>
      <pc:sldChg chg="del">
        <pc:chgData name="Rahul Mishra" userId="57c6469e-ac64-4888-811b-35f0aabddbad" providerId="ADAL" clId="{181BC7F3-2120-400D-B4AA-A1CF5463A9D1}" dt="2024-09-13T17:59:17.831" v="41" actId="47"/>
        <pc:sldMkLst>
          <pc:docMk/>
          <pc:sldMk cId="1349400572" sldId="410"/>
        </pc:sldMkLst>
      </pc:sldChg>
      <pc:sldChg chg="del">
        <pc:chgData name="Rahul Mishra" userId="57c6469e-ac64-4888-811b-35f0aabddbad" providerId="ADAL" clId="{181BC7F3-2120-400D-B4AA-A1CF5463A9D1}" dt="2024-09-13T17:59:18.464" v="42" actId="47"/>
        <pc:sldMkLst>
          <pc:docMk/>
          <pc:sldMk cId="2231131565" sldId="411"/>
        </pc:sldMkLst>
      </pc:sldChg>
      <pc:sldChg chg="del">
        <pc:chgData name="Rahul Mishra" userId="57c6469e-ac64-4888-811b-35f0aabddbad" providerId="ADAL" clId="{181BC7F3-2120-400D-B4AA-A1CF5463A9D1}" dt="2024-09-13T17:59:19.018" v="43" actId="47"/>
        <pc:sldMkLst>
          <pc:docMk/>
          <pc:sldMk cId="897648036" sldId="412"/>
        </pc:sldMkLst>
      </pc:sldChg>
      <pc:sldChg chg="del">
        <pc:chgData name="Rahul Mishra" userId="57c6469e-ac64-4888-811b-35f0aabddbad" providerId="ADAL" clId="{181BC7F3-2120-400D-B4AA-A1CF5463A9D1}" dt="2024-09-13T17:59:19.975" v="44" actId="47"/>
        <pc:sldMkLst>
          <pc:docMk/>
          <pc:sldMk cId="2939944465" sldId="413"/>
        </pc:sldMkLst>
      </pc:sldChg>
      <pc:sldChg chg="delSp add del mod">
        <pc:chgData name="Rahul Mishra" userId="57c6469e-ac64-4888-811b-35f0aabddbad" providerId="ADAL" clId="{181BC7F3-2120-400D-B4AA-A1CF5463A9D1}" dt="2024-09-13T17:59:25.517" v="47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181BC7F3-2120-400D-B4AA-A1CF5463A9D1}" dt="2024-09-13T17:59:28.322" v="48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181BC7F3-2120-400D-B4AA-A1CF5463A9D1}" dt="2024-09-13T17:59:30.485" v="49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181BC7F3-2120-400D-B4AA-A1CF5463A9D1}" dt="2024-09-13T17:59:33.470" v="50" actId="478"/>
        <pc:sldMkLst>
          <pc:docMk/>
          <pc:sldMk cId="1508322553" sldId="417"/>
        </pc:sldMkLst>
      </pc:sldChg>
      <pc:sldChg chg="del">
        <pc:chgData name="Rahul Mishra" userId="57c6469e-ac64-4888-811b-35f0aabddbad" providerId="ADAL" clId="{181BC7F3-2120-400D-B4AA-A1CF5463A9D1}" dt="2024-09-13T17:57:54.394" v="11" actId="47"/>
        <pc:sldMkLst>
          <pc:docMk/>
          <pc:sldMk cId="4154801453" sldId="44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624487864" sldId="66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534343136" sldId="669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5107067" sldId="670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88985167" sldId="671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632104634" sldId="67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862732049" sldId="67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4739878" sldId="67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635984662" sldId="67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02975413" sldId="67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162057113" sldId="67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806669630" sldId="67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774752012" sldId="680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522852980" sldId="681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8856468" sldId="68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526344510" sldId="683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469525153" sldId="68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217440676" sldId="68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928924749" sldId="68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072301149" sldId="68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77943677" sldId="68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18591328" sldId="68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393512214" sldId="691"/>
        </pc:sldMkLst>
      </pc:sldChg>
    </pc:docChg>
  </pc:docChgLst>
  <pc:docChgLst>
    <pc:chgData name="Rahul Mishra" userId="57c6469e-ac64-4888-811b-35f0aabddbad" providerId="ADAL" clId="{77054C20-5B73-411C-AF9F-27685B677E1A}"/>
    <pc:docChg chg="custSel modSld">
      <pc:chgData name="Rahul Mishra" userId="57c6469e-ac64-4888-811b-35f0aabddbad" providerId="ADAL" clId="{77054C20-5B73-411C-AF9F-27685B677E1A}" dt="2025-10-17T17:30:07.266" v="12" actId="478"/>
      <pc:docMkLst>
        <pc:docMk/>
      </pc:docMkLst>
      <pc:sldChg chg="delSp mod">
        <pc:chgData name="Rahul Mishra" userId="57c6469e-ac64-4888-811b-35f0aabddbad" providerId="ADAL" clId="{77054C20-5B73-411C-AF9F-27685B677E1A}" dt="2025-10-17T17:29:38.362" v="0" actId="478"/>
        <pc:sldMkLst>
          <pc:docMk/>
          <pc:sldMk cId="545609971" sldId="405"/>
        </pc:sldMkLst>
      </pc:sldChg>
      <pc:sldChg chg="delSp mod">
        <pc:chgData name="Rahul Mishra" userId="57c6469e-ac64-4888-811b-35f0aabddbad" providerId="ADAL" clId="{77054C20-5B73-411C-AF9F-27685B677E1A}" dt="2025-10-17T17:29:43.803" v="2" actId="478"/>
        <pc:sldMkLst>
          <pc:docMk/>
          <pc:sldMk cId="3193239192" sldId="431"/>
        </pc:sldMkLst>
      </pc:sldChg>
      <pc:sldChg chg="delSp mod">
        <pc:chgData name="Rahul Mishra" userId="57c6469e-ac64-4888-811b-35f0aabddbad" providerId="ADAL" clId="{77054C20-5B73-411C-AF9F-27685B677E1A}" dt="2025-10-17T17:29:46.360" v="3" actId="478"/>
        <pc:sldMkLst>
          <pc:docMk/>
          <pc:sldMk cId="2433910946" sldId="432"/>
        </pc:sldMkLst>
      </pc:sldChg>
      <pc:sldChg chg="delSp mod">
        <pc:chgData name="Rahul Mishra" userId="57c6469e-ac64-4888-811b-35f0aabddbad" providerId="ADAL" clId="{77054C20-5B73-411C-AF9F-27685B677E1A}" dt="2025-10-17T17:29:48.521" v="4" actId="478"/>
        <pc:sldMkLst>
          <pc:docMk/>
          <pc:sldMk cId="1996821928" sldId="433"/>
        </pc:sldMkLst>
      </pc:sldChg>
      <pc:sldChg chg="delSp mod">
        <pc:chgData name="Rahul Mishra" userId="57c6469e-ac64-4888-811b-35f0aabddbad" providerId="ADAL" clId="{77054C20-5B73-411C-AF9F-27685B677E1A}" dt="2025-10-17T17:29:51.900" v="5" actId="478"/>
        <pc:sldMkLst>
          <pc:docMk/>
          <pc:sldMk cId="4252156963" sldId="436"/>
        </pc:sldMkLst>
      </pc:sldChg>
      <pc:sldChg chg="delSp mod">
        <pc:chgData name="Rahul Mishra" userId="57c6469e-ac64-4888-811b-35f0aabddbad" providerId="ADAL" clId="{77054C20-5B73-411C-AF9F-27685B677E1A}" dt="2025-10-17T17:29:56.850" v="8" actId="478"/>
        <pc:sldMkLst>
          <pc:docMk/>
          <pc:sldMk cId="4087702411" sldId="744"/>
        </pc:sldMkLst>
      </pc:sldChg>
      <pc:sldChg chg="delSp mod">
        <pc:chgData name="Rahul Mishra" userId="57c6469e-ac64-4888-811b-35f0aabddbad" providerId="ADAL" clId="{77054C20-5B73-411C-AF9F-27685B677E1A}" dt="2025-10-17T17:30:04.668" v="11" actId="478"/>
        <pc:sldMkLst>
          <pc:docMk/>
          <pc:sldMk cId="2194219352" sldId="745"/>
        </pc:sldMkLst>
      </pc:sldChg>
      <pc:sldChg chg="delSp mod">
        <pc:chgData name="Rahul Mishra" userId="57c6469e-ac64-4888-811b-35f0aabddbad" providerId="ADAL" clId="{77054C20-5B73-411C-AF9F-27685B677E1A}" dt="2025-10-17T17:30:07.266" v="12" actId="478"/>
        <pc:sldMkLst>
          <pc:docMk/>
          <pc:sldMk cId="2456420004" sldId="746"/>
        </pc:sldMkLst>
      </pc:sldChg>
      <pc:sldChg chg="delSp mod">
        <pc:chgData name="Rahul Mishra" userId="57c6469e-ac64-4888-811b-35f0aabddbad" providerId="ADAL" clId="{77054C20-5B73-411C-AF9F-27685B677E1A}" dt="2025-10-17T17:29:59.128" v="9" actId="478"/>
        <pc:sldMkLst>
          <pc:docMk/>
          <pc:sldMk cId="3900354233" sldId="747"/>
        </pc:sldMkLst>
      </pc:sldChg>
      <pc:sldChg chg="delSp mod">
        <pc:chgData name="Rahul Mishra" userId="57c6469e-ac64-4888-811b-35f0aabddbad" providerId="ADAL" clId="{77054C20-5B73-411C-AF9F-27685B677E1A}" dt="2025-10-17T17:30:01.880" v="10" actId="478"/>
        <pc:sldMkLst>
          <pc:docMk/>
          <pc:sldMk cId="1266426284" sldId="748"/>
        </pc:sldMkLst>
      </pc:sldChg>
    </pc:docChg>
  </pc:docChgLst>
  <pc:docChgLst>
    <pc:chgData name="Rahul Mishra" userId="57c6469e-ac64-4888-811b-35f0aabddbad" providerId="ADAL" clId="{0AB29906-FC17-43A0-9F50-748EB40EBA55}"/>
    <pc:docChg chg="custSel addSld delSld modSld">
      <pc:chgData name="Rahul Mishra" userId="57c6469e-ac64-4888-811b-35f0aabddbad" providerId="ADAL" clId="{0AB29906-FC17-43A0-9F50-748EB40EBA55}" dt="2024-09-07T03:49:40.126" v="34"/>
      <pc:docMkLst>
        <pc:docMk/>
      </pc:docMkLst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1701599832" sldId="271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5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615098788" sldId="296"/>
        </pc:sldMkLst>
      </pc:sldChg>
      <pc:sldChg chg="addSp modSp mod">
        <pc:chgData name="Rahul Mishra" userId="57c6469e-ac64-4888-811b-35f0aabddbad" providerId="ADAL" clId="{0AB29906-FC17-43A0-9F50-748EB40EBA55}" dt="2024-09-07T02:51:14.813" v="32"/>
        <pc:sldMkLst>
          <pc:docMk/>
          <pc:sldMk cId="2187071181" sldId="30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079535757" sldId="375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2983673248" sldId="376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79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93"/>
        </pc:sldMkLst>
      </pc:sldChg>
      <pc:sldChg chg="del">
        <pc:chgData name="Rahul Mishra" userId="57c6469e-ac64-4888-811b-35f0aabddbad" providerId="ADAL" clId="{0AB29906-FC17-43A0-9F50-748EB40EBA55}" dt="2024-09-06T17:23:25.619" v="26" actId="47"/>
        <pc:sldMkLst>
          <pc:docMk/>
          <pc:sldMk cId="0" sldId="39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1992141454" sldId="404"/>
        </pc:sldMkLst>
      </pc:sldChg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545609971" sldId="405"/>
        </pc:sldMkLst>
      </pc:sldChg>
      <pc:sldChg chg="addSp modSp mod">
        <pc:chgData name="Rahul Mishra" userId="57c6469e-ac64-4888-811b-35f0aabddbad" providerId="ADAL" clId="{0AB29906-FC17-43A0-9F50-748EB40EBA55}" dt="2024-09-07T03:49:40.126" v="34"/>
        <pc:sldMkLst>
          <pc:docMk/>
          <pc:sldMk cId="1740156467" sldId="40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658975334" sldId="407"/>
        </pc:sldMkLst>
      </pc:sldChg>
      <pc:sldChg chg="modSp mod">
        <pc:chgData name="Rahul Mishra" userId="57c6469e-ac64-4888-811b-35f0aabddbad" providerId="ADAL" clId="{0AB29906-FC17-43A0-9F50-748EB40EBA55}" dt="2024-09-06T05:49:28.151" v="4" actId="27636"/>
        <pc:sldMkLst>
          <pc:docMk/>
          <pc:sldMk cId="832144480" sldId="408"/>
        </pc:sldMkLst>
      </pc:sldChg>
      <pc:sldChg chg="modSp mod">
        <pc:chgData name="Rahul Mishra" userId="57c6469e-ac64-4888-811b-35f0aabddbad" providerId="ADAL" clId="{0AB29906-FC17-43A0-9F50-748EB40EBA55}" dt="2024-09-06T05:49:28.157" v="5" actId="27636"/>
        <pc:sldMkLst>
          <pc:docMk/>
          <pc:sldMk cId="4711899" sldId="409"/>
        </pc:sldMkLst>
      </pc:sldChg>
      <pc:sldChg chg="modSp mod">
        <pc:chgData name="Rahul Mishra" userId="57c6469e-ac64-4888-811b-35f0aabddbad" providerId="ADAL" clId="{0AB29906-FC17-43A0-9F50-748EB40EBA55}" dt="2024-09-06T05:49:28.181" v="6" actId="27636"/>
        <pc:sldMkLst>
          <pc:docMk/>
          <pc:sldMk cId="1349400572" sldId="410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939944465" sldId="413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214863930" sldId="414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118251881" sldId="415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560525014" sldId="41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508322553" sldId="417"/>
        </pc:sldMkLst>
      </pc:sldChg>
      <pc:sldChg chg="modSp mod">
        <pc:chgData name="Rahul Mishra" userId="57c6469e-ac64-4888-811b-35f0aabddbad" providerId="ADAL" clId="{0AB29906-FC17-43A0-9F50-748EB40EBA55}" dt="2024-09-06T17:26:44.347" v="27" actId="1076"/>
        <pc:sldMkLst>
          <pc:docMk/>
          <pc:sldMk cId="619737420" sldId="418"/>
        </pc:sldMkLst>
      </pc:sldChg>
      <pc:sldChg chg="modSp mod">
        <pc:chgData name="Rahul Mishra" userId="57c6469e-ac64-4888-811b-35f0aabddbad" providerId="ADAL" clId="{0AB29906-FC17-43A0-9F50-748EB40EBA55}" dt="2024-09-06T05:49:28.204" v="7" actId="27636"/>
        <pc:sldMkLst>
          <pc:docMk/>
          <pc:sldMk cId="2076925815" sldId="423"/>
        </pc:sldMkLst>
      </pc:sldChg>
      <pc:sldChg chg="modSp mod">
        <pc:chgData name="Rahul Mishra" userId="57c6469e-ac64-4888-811b-35f0aabddbad" providerId="ADAL" clId="{0AB29906-FC17-43A0-9F50-748EB40EBA55}" dt="2024-09-06T17:30:48.906" v="28" actId="732"/>
        <pc:sldMkLst>
          <pc:docMk/>
          <pc:sldMk cId="3782739295" sldId="433"/>
        </pc:sldMkLst>
      </pc:sldChg>
      <pc:sldChg chg="modSp mod">
        <pc:chgData name="Rahul Mishra" userId="57c6469e-ac64-4888-811b-35f0aabddbad" providerId="ADAL" clId="{0AB29906-FC17-43A0-9F50-748EB40EBA55}" dt="2024-09-06T05:49:28.204" v="8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0AB29906-FC17-43A0-9F50-748EB40EBA55}" dt="2024-09-06T17:31:59.605" v="30" actId="14100"/>
        <pc:sldMkLst>
          <pc:docMk/>
          <pc:sldMk cId="1474668071" sldId="441"/>
        </pc:sldMkLst>
      </pc:sldChg>
      <pc:sldChg chg="modSp mod">
        <pc:chgData name="Rahul Mishra" userId="57c6469e-ac64-4888-811b-35f0aabddbad" providerId="ADAL" clId="{0AB29906-FC17-43A0-9F50-748EB40EBA55}" dt="2024-09-06T17:32:27.644" v="31" actId="14100"/>
        <pc:sldMkLst>
          <pc:docMk/>
          <pc:sldMk cId="39282603" sldId="443"/>
        </pc:sldMkLst>
      </pc:sldChg>
      <pc:sldChg chg="addSp modSp new mod">
        <pc:chgData name="Rahul Mishra" userId="57c6469e-ac64-4888-811b-35f0aabddbad" providerId="ADAL" clId="{0AB29906-FC17-43A0-9F50-748EB40EBA55}" dt="2024-09-07T02:51:14.813" v="32"/>
        <pc:sldMkLst>
          <pc:docMk/>
          <pc:sldMk cId="4154801453" sldId="446"/>
        </pc:sldMkLst>
      </pc:sldChg>
    </pc:docChg>
  </pc:docChgLst>
  <pc:docChgLst>
    <pc:chgData name="Rahul Mishra" userId="57c6469e-ac64-4888-811b-35f0aabddbad" providerId="ADAL" clId="{AFCF1356-6FAB-45E8-91E3-3C93ADA61D1F}"/>
    <pc:docChg chg="undo custSel addSld delSld modSld">
      <pc:chgData name="Rahul Mishra" userId="57c6469e-ac64-4888-811b-35f0aabddbad" providerId="ADAL" clId="{AFCF1356-6FAB-45E8-91E3-3C93ADA61D1F}" dt="2024-09-28T11:37:38.160" v="17" actId="47"/>
      <pc:docMkLst>
        <pc:docMk/>
      </pc:docMkLst>
      <pc:sldChg chg="modSp mod">
        <pc:chgData name="Rahul Mishra" userId="57c6469e-ac64-4888-811b-35f0aabddbad" providerId="ADAL" clId="{AFCF1356-6FAB-45E8-91E3-3C93ADA61D1F}" dt="2024-09-28T11:37:21.820" v="2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AFCF1356-6FAB-45E8-91E3-3C93ADA61D1F}" dt="2024-09-28T11:37:16.293" v="0" actId="47"/>
        <pc:sldMkLst>
          <pc:docMk/>
          <pc:sldMk cId="1145417824" sldId="697"/>
        </pc:sldMkLst>
      </pc:sldChg>
      <pc:sldChg chg="del">
        <pc:chgData name="Rahul Mishra" userId="57c6469e-ac64-4888-811b-35f0aabddbad" providerId="ADAL" clId="{AFCF1356-6FAB-45E8-91E3-3C93ADA61D1F}" dt="2024-09-28T11:37:27.140" v="3" actId="47"/>
        <pc:sldMkLst>
          <pc:docMk/>
          <pc:sldMk cId="1170234801" sldId="698"/>
        </pc:sldMkLst>
      </pc:sldChg>
      <pc:sldChg chg="del">
        <pc:chgData name="Rahul Mishra" userId="57c6469e-ac64-4888-811b-35f0aabddbad" providerId="ADAL" clId="{AFCF1356-6FAB-45E8-91E3-3C93ADA61D1F}" dt="2024-09-28T11:37:27.680" v="4" actId="47"/>
        <pc:sldMkLst>
          <pc:docMk/>
          <pc:sldMk cId="1152963467" sldId="699"/>
        </pc:sldMkLst>
      </pc:sldChg>
      <pc:sldChg chg="del">
        <pc:chgData name="Rahul Mishra" userId="57c6469e-ac64-4888-811b-35f0aabddbad" providerId="ADAL" clId="{AFCF1356-6FAB-45E8-91E3-3C93ADA61D1F}" dt="2024-09-28T11:37:28.986" v="5" actId="47"/>
        <pc:sldMkLst>
          <pc:docMk/>
          <pc:sldMk cId="313190125" sldId="700"/>
        </pc:sldMkLst>
      </pc:sldChg>
      <pc:sldChg chg="del">
        <pc:chgData name="Rahul Mishra" userId="57c6469e-ac64-4888-811b-35f0aabddbad" providerId="ADAL" clId="{AFCF1356-6FAB-45E8-91E3-3C93ADA61D1F}" dt="2024-09-28T11:37:29.776" v="6" actId="47"/>
        <pc:sldMkLst>
          <pc:docMk/>
          <pc:sldMk cId="3326140477" sldId="701"/>
        </pc:sldMkLst>
      </pc:sldChg>
      <pc:sldChg chg="del">
        <pc:chgData name="Rahul Mishra" userId="57c6469e-ac64-4888-811b-35f0aabddbad" providerId="ADAL" clId="{AFCF1356-6FAB-45E8-91E3-3C93ADA61D1F}" dt="2024-09-28T11:37:30.763" v="7" actId="47"/>
        <pc:sldMkLst>
          <pc:docMk/>
          <pc:sldMk cId="2458468115" sldId="702"/>
        </pc:sldMkLst>
      </pc:sldChg>
      <pc:sldChg chg="del">
        <pc:chgData name="Rahul Mishra" userId="57c6469e-ac64-4888-811b-35f0aabddbad" providerId="ADAL" clId="{AFCF1356-6FAB-45E8-91E3-3C93ADA61D1F}" dt="2024-09-28T11:37:31.541" v="8" actId="47"/>
        <pc:sldMkLst>
          <pc:docMk/>
          <pc:sldMk cId="2165929233" sldId="735"/>
        </pc:sldMkLst>
      </pc:sldChg>
      <pc:sldChg chg="del">
        <pc:chgData name="Rahul Mishra" userId="57c6469e-ac64-4888-811b-35f0aabddbad" providerId="ADAL" clId="{AFCF1356-6FAB-45E8-91E3-3C93ADA61D1F}" dt="2024-09-28T11:37:33.500" v="9" actId="47"/>
        <pc:sldMkLst>
          <pc:docMk/>
          <pc:sldMk cId="3906929727" sldId="736"/>
        </pc:sldMkLst>
      </pc:sldChg>
      <pc:sldChg chg="del">
        <pc:chgData name="Rahul Mishra" userId="57c6469e-ac64-4888-811b-35f0aabddbad" providerId="ADAL" clId="{AFCF1356-6FAB-45E8-91E3-3C93ADA61D1F}" dt="2024-09-28T11:37:33.930" v="10" actId="47"/>
        <pc:sldMkLst>
          <pc:docMk/>
          <pc:sldMk cId="2602044277" sldId="737"/>
        </pc:sldMkLst>
      </pc:sldChg>
      <pc:sldChg chg="del">
        <pc:chgData name="Rahul Mishra" userId="57c6469e-ac64-4888-811b-35f0aabddbad" providerId="ADAL" clId="{AFCF1356-6FAB-45E8-91E3-3C93ADA61D1F}" dt="2024-09-28T11:37:34.320" v="11" actId="47"/>
        <pc:sldMkLst>
          <pc:docMk/>
          <pc:sldMk cId="2204806360" sldId="738"/>
        </pc:sldMkLst>
      </pc:sldChg>
      <pc:sldChg chg="del">
        <pc:chgData name="Rahul Mishra" userId="57c6469e-ac64-4888-811b-35f0aabddbad" providerId="ADAL" clId="{AFCF1356-6FAB-45E8-91E3-3C93ADA61D1F}" dt="2024-09-28T11:37:34.640" v="12" actId="47"/>
        <pc:sldMkLst>
          <pc:docMk/>
          <pc:sldMk cId="1280433935" sldId="739"/>
        </pc:sldMkLst>
      </pc:sldChg>
      <pc:sldChg chg="del">
        <pc:chgData name="Rahul Mishra" userId="57c6469e-ac64-4888-811b-35f0aabddbad" providerId="ADAL" clId="{AFCF1356-6FAB-45E8-91E3-3C93ADA61D1F}" dt="2024-09-28T11:37:35.064" v="13" actId="47"/>
        <pc:sldMkLst>
          <pc:docMk/>
          <pc:sldMk cId="770549930" sldId="740"/>
        </pc:sldMkLst>
      </pc:sldChg>
      <pc:sldChg chg="del">
        <pc:chgData name="Rahul Mishra" userId="57c6469e-ac64-4888-811b-35f0aabddbad" providerId="ADAL" clId="{AFCF1356-6FAB-45E8-91E3-3C93ADA61D1F}" dt="2024-09-28T11:37:35.430" v="14" actId="47"/>
        <pc:sldMkLst>
          <pc:docMk/>
          <pc:sldMk cId="1864723585" sldId="741"/>
        </pc:sldMkLst>
      </pc:sldChg>
      <pc:sldChg chg="del">
        <pc:chgData name="Rahul Mishra" userId="57c6469e-ac64-4888-811b-35f0aabddbad" providerId="ADAL" clId="{AFCF1356-6FAB-45E8-91E3-3C93ADA61D1F}" dt="2024-09-28T11:37:35.809" v="15" actId="47"/>
        <pc:sldMkLst>
          <pc:docMk/>
          <pc:sldMk cId="960421760" sldId="742"/>
        </pc:sldMkLst>
      </pc:sldChg>
      <pc:sldChg chg="add del">
        <pc:chgData name="Rahul Mishra" userId="57c6469e-ac64-4888-811b-35f0aabddbad" providerId="ADAL" clId="{AFCF1356-6FAB-45E8-91E3-3C93ADA61D1F}" dt="2024-09-28T11:37:38.160" v="17" actId="47"/>
        <pc:sldMkLst>
          <pc:docMk/>
          <pc:sldMk cId="2708096834" sldId="743"/>
        </pc:sldMkLst>
      </pc:sldChg>
    </pc:docChg>
  </pc:docChgLst>
  <pc:docChgLst>
    <pc:chgData name="Rahul Mishra" userId="57c6469e-ac64-4888-811b-35f0aabddbad" providerId="ADAL" clId="{3C51EBFE-9C35-4409-96DB-F0D02B2A0E50}"/>
    <pc:docChg chg="undo redo custSel addSld delSld modSld sldOrd">
      <pc:chgData name="Rahul Mishra" userId="57c6469e-ac64-4888-811b-35f0aabddbad" providerId="ADAL" clId="{3C51EBFE-9C35-4409-96DB-F0D02B2A0E50}" dt="2024-08-12T10:46:41.631" v="235" actId="47"/>
      <pc:docMkLst>
        <pc:docMk/>
      </pc:docMkLst>
      <pc:sldChg chg="addSp delSp modSp mod">
        <pc:chgData name="Rahul Mishra" userId="57c6469e-ac64-4888-811b-35f0aabddbad" providerId="ADAL" clId="{3C51EBFE-9C35-4409-96DB-F0D02B2A0E50}" dt="2024-08-11T15:31:04.879" v="37" actId="21"/>
        <pc:sldMkLst>
          <pc:docMk/>
          <pc:sldMk cId="109857222" sldId="256"/>
        </pc:sldMkLst>
      </pc:sldChg>
      <pc:sldChg chg="del">
        <pc:chgData name="Rahul Mishra" userId="57c6469e-ac64-4888-811b-35f0aabddbad" providerId="ADAL" clId="{3C51EBFE-9C35-4409-96DB-F0D02B2A0E50}" dt="2024-08-10T17:32:32.862" v="14" actId="47"/>
        <pc:sldMkLst>
          <pc:docMk/>
          <pc:sldMk cId="3133156807" sldId="262"/>
        </pc:sldMkLst>
      </pc:sldChg>
      <pc:sldChg chg="del">
        <pc:chgData name="Rahul Mishra" userId="57c6469e-ac64-4888-811b-35f0aabddbad" providerId="ADAL" clId="{3C51EBFE-9C35-4409-96DB-F0D02B2A0E50}" dt="2024-08-10T17:32:33.607" v="15" actId="47"/>
        <pc:sldMkLst>
          <pc:docMk/>
          <pc:sldMk cId="3544179579" sldId="263"/>
        </pc:sldMkLst>
      </pc:sldChg>
      <pc:sldChg chg="del">
        <pc:chgData name="Rahul Mishra" userId="57c6469e-ac64-4888-811b-35f0aabddbad" providerId="ADAL" clId="{3C51EBFE-9C35-4409-96DB-F0D02B2A0E50}" dt="2024-08-12T10:46:41.631" v="235" actId="47"/>
        <pc:sldMkLst>
          <pc:docMk/>
          <pc:sldMk cId="398065041" sldId="264"/>
        </pc:sldMkLst>
      </pc:sldChg>
      <pc:sldChg chg="del">
        <pc:chgData name="Rahul Mishra" userId="57c6469e-ac64-4888-811b-35f0aabddbad" providerId="ADAL" clId="{3C51EBFE-9C35-4409-96DB-F0D02B2A0E50}" dt="2024-08-12T10:46:40.909" v="234" actId="47"/>
        <pc:sldMkLst>
          <pc:docMk/>
          <pc:sldMk cId="2891437468" sldId="265"/>
        </pc:sldMkLst>
      </pc:sldChg>
      <pc:sldChg chg="addSp delSp modSp mod">
        <pc:chgData name="Rahul Mishra" userId="57c6469e-ac64-4888-811b-35f0aabddbad" providerId="ADAL" clId="{3C51EBFE-9C35-4409-96DB-F0D02B2A0E50}" dt="2024-08-11T17:47:59.027" v="169" actId="6549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3C51EBFE-9C35-4409-96DB-F0D02B2A0E50}" dt="2024-08-10T17:32:36.624" v="16" actId="47"/>
        <pc:sldMkLst>
          <pc:docMk/>
          <pc:sldMk cId="3580903429" sldId="277"/>
        </pc:sldMkLst>
      </pc:sldChg>
      <pc:sldChg chg="del">
        <pc:chgData name="Rahul Mishra" userId="57c6469e-ac64-4888-811b-35f0aabddbad" providerId="ADAL" clId="{3C51EBFE-9C35-4409-96DB-F0D02B2A0E50}" dt="2024-08-10T17:32:37.347" v="17" actId="47"/>
        <pc:sldMkLst>
          <pc:docMk/>
          <pc:sldMk cId="287585719" sldId="278"/>
        </pc:sldMkLst>
      </pc:sldChg>
      <pc:sldChg chg="del">
        <pc:chgData name="Rahul Mishra" userId="57c6469e-ac64-4888-811b-35f0aabddbad" providerId="ADAL" clId="{3C51EBFE-9C35-4409-96DB-F0D02B2A0E50}" dt="2024-08-10T17:32:38.653" v="19" actId="47"/>
        <pc:sldMkLst>
          <pc:docMk/>
          <pc:sldMk cId="2028208407" sldId="280"/>
        </pc:sldMkLst>
      </pc:sldChg>
      <pc:sldChg chg="del">
        <pc:chgData name="Rahul Mishra" userId="57c6469e-ac64-4888-811b-35f0aabddbad" providerId="ADAL" clId="{3C51EBFE-9C35-4409-96DB-F0D02B2A0E50}" dt="2024-08-10T17:32:39.949" v="21" actId="47"/>
        <pc:sldMkLst>
          <pc:docMk/>
          <pc:sldMk cId="858677780" sldId="282"/>
        </pc:sldMkLst>
      </pc:sldChg>
      <pc:sldChg chg="delSp modSp add mod">
        <pc:chgData name="Rahul Mishra" userId="57c6469e-ac64-4888-811b-35f0aabddbad" providerId="ADAL" clId="{3C51EBFE-9C35-4409-96DB-F0D02B2A0E50}" dt="2024-08-11T17:49:08.408" v="182" actId="14100"/>
        <pc:sldMkLst>
          <pc:docMk/>
          <pc:sldMk cId="0" sldId="283"/>
        </pc:sldMkLst>
      </pc:sldChg>
      <pc:sldChg chg="delSp modSp add mod modNotes">
        <pc:chgData name="Rahul Mishra" userId="57c6469e-ac64-4888-811b-35f0aabddbad" providerId="ADAL" clId="{3C51EBFE-9C35-4409-96DB-F0D02B2A0E50}" dt="2024-08-11T17:50:32.669" v="190" actId="33524"/>
        <pc:sldMkLst>
          <pc:docMk/>
          <pc:sldMk cId="0" sldId="28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6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7"/>
        </pc:sldMkLst>
      </pc:sldChg>
      <pc:sldChg chg="del">
        <pc:chgData name="Rahul Mishra" userId="57c6469e-ac64-4888-811b-35f0aabddbad" providerId="ADAL" clId="{3C51EBFE-9C35-4409-96DB-F0D02B2A0E50}" dt="2024-08-12T10:46:38.986" v="232" actId="47"/>
        <pc:sldMkLst>
          <pc:docMk/>
          <pc:sldMk cId="4169999109" sldId="28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9"/>
        </pc:sldMkLst>
      </pc:sldChg>
      <pc:sldChg chg="del">
        <pc:chgData name="Rahul Mishra" userId="57c6469e-ac64-4888-811b-35f0aabddbad" providerId="ADAL" clId="{3C51EBFE-9C35-4409-96DB-F0D02B2A0E50}" dt="2024-08-10T17:32:20.776" v="3" actId="47"/>
        <pc:sldMkLst>
          <pc:docMk/>
          <pc:sldMk cId="2075130990" sldId="2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0"/>
        </pc:sldMkLst>
      </pc:sldChg>
      <pc:sldChg chg="del">
        <pc:chgData name="Rahul Mishra" userId="57c6469e-ac64-4888-811b-35f0aabddbad" providerId="ADAL" clId="{3C51EBFE-9C35-4409-96DB-F0D02B2A0E50}" dt="2024-08-10T17:32:22.590" v="5" actId="47"/>
        <pc:sldMkLst>
          <pc:docMk/>
          <pc:sldMk cId="1375468095" sldId="2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1"/>
        </pc:sldMkLst>
      </pc:sldChg>
      <pc:sldChg chg="del">
        <pc:chgData name="Rahul Mishra" userId="57c6469e-ac64-4888-811b-35f0aabddbad" providerId="ADAL" clId="{3C51EBFE-9C35-4409-96DB-F0D02B2A0E50}" dt="2024-08-10T17:32:24.211" v="7" actId="47"/>
        <pc:sldMkLst>
          <pc:docMk/>
          <pc:sldMk cId="2738630986" sldId="291"/>
        </pc:sldMkLst>
      </pc:sldChg>
      <pc:sldChg chg="modSp add del mod">
        <pc:chgData name="Rahul Mishra" userId="57c6469e-ac64-4888-811b-35f0aabddbad" providerId="ADAL" clId="{3C51EBFE-9C35-4409-96DB-F0D02B2A0E50}" dt="2024-08-11T15:54:55.830" v="59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3C51EBFE-9C35-4409-96DB-F0D02B2A0E50}" dt="2024-08-10T17:32:24.996" v="8" actId="47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3C51EBFE-9C35-4409-96DB-F0D02B2A0E50}" dt="2024-08-10T17:32:25.786" v="9" actId="47"/>
        <pc:sldMkLst>
          <pc:docMk/>
          <pc:sldMk cId="2936543862" sldId="293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3C51EBFE-9C35-4409-96DB-F0D02B2A0E50}" dt="2024-08-10T17:32:26.588" v="10" actId="47"/>
        <pc:sldMkLst>
          <pc:docMk/>
          <pc:sldMk cId="1116881268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502611286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3C51EBFE-9C35-4409-96DB-F0D02B2A0E50}" dt="2024-08-10T17:32:28.393" v="12" actId="47"/>
        <pc:sldMkLst>
          <pc:docMk/>
          <pc:sldMk cId="2876906665" sldId="29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615098788" sldId="296"/>
        </pc:sldMkLst>
      </pc:sldChg>
      <pc:sldChg chg="modSp add del modNotes">
        <pc:chgData name="Rahul Mishra" userId="57c6469e-ac64-4888-811b-35f0aabddbad" providerId="ADAL" clId="{3C51EBFE-9C35-4409-96DB-F0D02B2A0E50}" dt="2024-08-11T18:07:31.581" v="196" actId="47"/>
        <pc:sldMkLst>
          <pc:docMk/>
          <pc:sldMk cId="0" sldId="297"/>
        </pc:sldMkLst>
      </pc:sldChg>
      <pc:sldChg chg="modSp mod">
        <pc:chgData name="Rahul Mishra" userId="57c6469e-ac64-4888-811b-35f0aabddbad" providerId="ADAL" clId="{3C51EBFE-9C35-4409-96DB-F0D02B2A0E50}" dt="2024-08-11T15:54:54.663" v="57" actId="14100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3C51EBFE-9C35-4409-96DB-F0D02B2A0E50}" dt="2024-08-11T17:46:24.274" v="142" actId="13926"/>
        <pc:sldMkLst>
          <pc:docMk/>
          <pc:sldMk cId="2187071181" sldId="303"/>
        </pc:sldMkLst>
      </pc:sldChg>
      <pc:sldChg chg="modSp mod">
        <pc:chgData name="Rahul Mishra" userId="57c6469e-ac64-4888-811b-35f0aabddbad" providerId="ADAL" clId="{3C51EBFE-9C35-4409-96DB-F0D02B2A0E50}" dt="2024-08-11T17:47:25.648" v="164" actId="14100"/>
        <pc:sldMkLst>
          <pc:docMk/>
          <pc:sldMk cId="2669860053" sldId="30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419033139" sldId="305"/>
        </pc:sldMkLst>
      </pc:sldChg>
      <pc:sldChg chg="add del">
        <pc:chgData name="Rahul Mishra" userId="57c6469e-ac64-4888-811b-35f0aabddbad" providerId="ADAL" clId="{3C51EBFE-9C35-4409-96DB-F0D02B2A0E50}" dt="2024-08-12T10:46:25.065" v="230" actId="47"/>
        <pc:sldMkLst>
          <pc:docMk/>
          <pc:sldMk cId="175949506" sldId="306"/>
        </pc:sldMkLst>
      </pc:sldChg>
      <pc:sldChg chg="add del">
        <pc:chgData name="Rahul Mishra" userId="57c6469e-ac64-4888-811b-35f0aabddbad" providerId="ADAL" clId="{3C51EBFE-9C35-4409-96DB-F0D02B2A0E50}" dt="2024-08-12T10:46:13.497" v="229" actId="47"/>
        <pc:sldMkLst>
          <pc:docMk/>
          <pc:sldMk cId="1740424806" sldId="307"/>
        </pc:sldMkLst>
      </pc:sldChg>
      <pc:sldChg chg="add del">
        <pc:chgData name="Rahul Mishra" userId="57c6469e-ac64-4888-811b-35f0aabddbad" providerId="ADAL" clId="{3C51EBFE-9C35-4409-96DB-F0D02B2A0E50}" dt="2024-08-12T10:46:12.758" v="228" actId="47"/>
        <pc:sldMkLst>
          <pc:docMk/>
          <pc:sldMk cId="1905279178" sldId="308"/>
        </pc:sldMkLst>
      </pc:sldChg>
      <pc:sldChg chg="add del">
        <pc:chgData name="Rahul Mishra" userId="57c6469e-ac64-4888-811b-35f0aabddbad" providerId="ADAL" clId="{3C51EBFE-9C35-4409-96DB-F0D02B2A0E50}" dt="2024-08-12T10:46:11.862" v="227" actId="47"/>
        <pc:sldMkLst>
          <pc:docMk/>
          <pc:sldMk cId="772241850" sldId="309"/>
        </pc:sldMkLst>
      </pc:sldChg>
      <pc:sldChg chg="add del">
        <pc:chgData name="Rahul Mishra" userId="57c6469e-ac64-4888-811b-35f0aabddbad" providerId="ADAL" clId="{3C51EBFE-9C35-4409-96DB-F0D02B2A0E50}" dt="2024-08-12T10:46:10.950" v="226" actId="47"/>
        <pc:sldMkLst>
          <pc:docMk/>
          <pc:sldMk cId="2832749223" sldId="310"/>
        </pc:sldMkLst>
      </pc:sldChg>
      <pc:sldChg chg="add del">
        <pc:chgData name="Rahul Mishra" userId="57c6469e-ac64-4888-811b-35f0aabddbad" providerId="ADAL" clId="{3C51EBFE-9C35-4409-96DB-F0D02B2A0E50}" dt="2024-08-12T10:46:09.990" v="225" actId="47"/>
        <pc:sldMkLst>
          <pc:docMk/>
          <pc:sldMk cId="3069650673" sldId="311"/>
        </pc:sldMkLst>
      </pc:sldChg>
      <pc:sldChg chg="add del">
        <pc:chgData name="Rahul Mishra" userId="57c6469e-ac64-4888-811b-35f0aabddbad" providerId="ADAL" clId="{3C51EBFE-9C35-4409-96DB-F0D02B2A0E50}" dt="2024-08-12T10:46:09.047" v="224" actId="47"/>
        <pc:sldMkLst>
          <pc:docMk/>
          <pc:sldMk cId="3317796520" sldId="312"/>
        </pc:sldMkLst>
      </pc:sldChg>
      <pc:sldChg chg="add del">
        <pc:chgData name="Rahul Mishra" userId="57c6469e-ac64-4888-811b-35f0aabddbad" providerId="ADAL" clId="{3C51EBFE-9C35-4409-96DB-F0D02B2A0E50}" dt="2024-08-12T10:46:08.324" v="223" actId="47"/>
        <pc:sldMkLst>
          <pc:docMk/>
          <pc:sldMk cId="2718135778" sldId="313"/>
        </pc:sldMkLst>
      </pc:sldChg>
      <pc:sldChg chg="add del">
        <pc:chgData name="Rahul Mishra" userId="57c6469e-ac64-4888-811b-35f0aabddbad" providerId="ADAL" clId="{3C51EBFE-9C35-4409-96DB-F0D02B2A0E50}" dt="2024-08-12T10:46:07.268" v="222" actId="47"/>
        <pc:sldMkLst>
          <pc:docMk/>
          <pc:sldMk cId="1470101792" sldId="314"/>
        </pc:sldMkLst>
      </pc:sldChg>
      <pc:sldChg chg="add del">
        <pc:chgData name="Rahul Mishra" userId="57c6469e-ac64-4888-811b-35f0aabddbad" providerId="ADAL" clId="{3C51EBFE-9C35-4409-96DB-F0D02B2A0E50}" dt="2024-08-12T10:46:06.531" v="221" actId="47"/>
        <pc:sldMkLst>
          <pc:docMk/>
          <pc:sldMk cId="3620885810" sldId="315"/>
        </pc:sldMkLst>
      </pc:sldChg>
      <pc:sldChg chg="modSp add del modNotes">
        <pc:chgData name="Rahul Mishra" userId="57c6469e-ac64-4888-811b-35f0aabddbad" providerId="ADAL" clId="{3C51EBFE-9C35-4409-96DB-F0D02B2A0E50}" dt="2024-08-11T18:12:00.833" v="216" actId="47"/>
        <pc:sldMkLst>
          <pc:docMk/>
          <pc:sldMk cId="0" sldId="316"/>
        </pc:sldMkLst>
      </pc:sldChg>
      <pc:sldChg chg="del">
        <pc:chgData name="Rahul Mishra" userId="57c6469e-ac64-4888-811b-35f0aabddbad" providerId="ADAL" clId="{3C51EBFE-9C35-4409-96DB-F0D02B2A0E50}" dt="2024-08-10T17:32:21.739" v="4" actId="47"/>
        <pc:sldMkLst>
          <pc:docMk/>
          <pc:sldMk cId="2813401871" sldId="349"/>
        </pc:sldMkLst>
      </pc:sldChg>
      <pc:sldChg chg="del">
        <pc:chgData name="Rahul Mishra" userId="57c6469e-ac64-4888-811b-35f0aabddbad" providerId="ADAL" clId="{3C51EBFE-9C35-4409-96DB-F0D02B2A0E50}" dt="2024-08-10T17:32:23.330" v="6" actId="47"/>
        <pc:sldMkLst>
          <pc:docMk/>
          <pc:sldMk cId="2787916344" sldId="350"/>
        </pc:sldMkLst>
      </pc:sldChg>
      <pc:sldChg chg="del">
        <pc:chgData name="Rahul Mishra" userId="57c6469e-ac64-4888-811b-35f0aabddbad" providerId="ADAL" clId="{3C51EBFE-9C35-4409-96DB-F0D02B2A0E50}" dt="2024-08-10T17:32:29.132" v="13" actId="47"/>
        <pc:sldMkLst>
          <pc:docMk/>
          <pc:sldMk cId="97832908" sldId="352"/>
        </pc:sldMkLst>
      </pc:sldChg>
      <pc:sldChg chg="del">
        <pc:chgData name="Rahul Mishra" userId="57c6469e-ac64-4888-811b-35f0aabddbad" providerId="ADAL" clId="{3C51EBFE-9C35-4409-96DB-F0D02B2A0E50}" dt="2024-08-12T10:46:37.683" v="231" actId="47"/>
        <pc:sldMkLst>
          <pc:docMk/>
          <pc:sldMk cId="4132747667" sldId="353"/>
        </pc:sldMkLst>
      </pc:sldChg>
      <pc:sldChg chg="del">
        <pc:chgData name="Rahul Mishra" userId="57c6469e-ac64-4888-811b-35f0aabddbad" providerId="ADAL" clId="{3C51EBFE-9C35-4409-96DB-F0D02B2A0E50}" dt="2024-08-10T17:32:37.990" v="18" actId="47"/>
        <pc:sldMkLst>
          <pc:docMk/>
          <pc:sldMk cId="3662123702" sldId="354"/>
        </pc:sldMkLst>
      </pc:sldChg>
      <pc:sldChg chg="del">
        <pc:chgData name="Rahul Mishra" userId="57c6469e-ac64-4888-811b-35f0aabddbad" providerId="ADAL" clId="{3C51EBFE-9C35-4409-96DB-F0D02B2A0E50}" dt="2024-08-10T17:32:39.285" v="20" actId="47"/>
        <pc:sldMkLst>
          <pc:docMk/>
          <pc:sldMk cId="3397808700" sldId="355"/>
        </pc:sldMkLst>
      </pc:sldChg>
      <pc:sldChg chg="del">
        <pc:chgData name="Rahul Mishra" userId="57c6469e-ac64-4888-811b-35f0aabddbad" providerId="ADAL" clId="{3C51EBFE-9C35-4409-96DB-F0D02B2A0E50}" dt="2024-08-10T17:32:41.582" v="22" actId="47"/>
        <pc:sldMkLst>
          <pc:docMk/>
          <pc:sldMk cId="3297649533" sldId="356"/>
        </pc:sldMkLst>
      </pc:sldChg>
      <pc:sldChg chg="del">
        <pc:chgData name="Rahul Mishra" userId="57c6469e-ac64-4888-811b-35f0aabddbad" providerId="ADAL" clId="{3C51EBFE-9C35-4409-96DB-F0D02B2A0E50}" dt="2024-08-10T17:32:42.352" v="23" actId="47"/>
        <pc:sldMkLst>
          <pc:docMk/>
          <pc:sldMk cId="676390616" sldId="357"/>
        </pc:sldMkLst>
      </pc:sldChg>
      <pc:sldChg chg="del">
        <pc:chgData name="Rahul Mishra" userId="57c6469e-ac64-4888-811b-35f0aabddbad" providerId="ADAL" clId="{3C51EBFE-9C35-4409-96DB-F0D02B2A0E50}" dt="2024-08-10T17:32:43.124" v="24" actId="47"/>
        <pc:sldMkLst>
          <pc:docMk/>
          <pc:sldMk cId="922770136" sldId="358"/>
        </pc:sldMkLst>
      </pc:sldChg>
      <pc:sldChg chg="del">
        <pc:chgData name="Rahul Mishra" userId="57c6469e-ac64-4888-811b-35f0aabddbad" providerId="ADAL" clId="{3C51EBFE-9C35-4409-96DB-F0D02B2A0E50}" dt="2024-08-10T17:32:43.861" v="25" actId="47"/>
        <pc:sldMkLst>
          <pc:docMk/>
          <pc:sldMk cId="2717827387" sldId="359"/>
        </pc:sldMkLst>
      </pc:sldChg>
      <pc:sldChg chg="del">
        <pc:chgData name="Rahul Mishra" userId="57c6469e-ac64-4888-811b-35f0aabddbad" providerId="ADAL" clId="{3C51EBFE-9C35-4409-96DB-F0D02B2A0E50}" dt="2024-08-10T17:32:44.647" v="26" actId="47"/>
        <pc:sldMkLst>
          <pc:docMk/>
          <pc:sldMk cId="2796676358" sldId="360"/>
        </pc:sldMkLst>
      </pc:sldChg>
      <pc:sldChg chg="del">
        <pc:chgData name="Rahul Mishra" userId="57c6469e-ac64-4888-811b-35f0aabddbad" providerId="ADAL" clId="{3C51EBFE-9C35-4409-96DB-F0D02B2A0E50}" dt="2024-08-12T10:46:39.869" v="233" actId="47"/>
        <pc:sldMkLst>
          <pc:docMk/>
          <pc:sldMk cId="3694793066" sldId="361"/>
        </pc:sldMkLst>
      </pc:sldChg>
      <pc:sldChg chg="del">
        <pc:chgData name="Rahul Mishra" userId="57c6469e-ac64-4888-811b-35f0aabddbad" providerId="ADAL" clId="{3C51EBFE-9C35-4409-96DB-F0D02B2A0E50}" dt="2024-08-10T17:32:51.393" v="27" actId="47"/>
        <pc:sldMkLst>
          <pc:docMk/>
          <pc:sldMk cId="4090776321" sldId="362"/>
        </pc:sldMkLst>
      </pc:sldChg>
      <pc:sldChg chg="del">
        <pc:chgData name="Rahul Mishra" userId="57c6469e-ac64-4888-811b-35f0aabddbad" providerId="ADAL" clId="{3C51EBFE-9C35-4409-96DB-F0D02B2A0E50}" dt="2024-08-10T17:32:52.398" v="28" actId="47"/>
        <pc:sldMkLst>
          <pc:docMk/>
          <pc:sldMk cId="533411327" sldId="363"/>
        </pc:sldMkLst>
      </pc:sldChg>
      <pc:sldChg chg="del">
        <pc:chgData name="Rahul Mishra" userId="57c6469e-ac64-4888-811b-35f0aabddbad" providerId="ADAL" clId="{3C51EBFE-9C35-4409-96DB-F0D02B2A0E50}" dt="2024-08-10T17:32:53.470" v="29" actId="47"/>
        <pc:sldMkLst>
          <pc:docMk/>
          <pc:sldMk cId="3170865946" sldId="364"/>
        </pc:sldMkLst>
      </pc:sldChg>
      <pc:sldChg chg="del">
        <pc:chgData name="Rahul Mishra" userId="57c6469e-ac64-4888-811b-35f0aabddbad" providerId="ADAL" clId="{3C51EBFE-9C35-4409-96DB-F0D02B2A0E50}" dt="2024-08-10T17:32:54.443" v="30" actId="47"/>
        <pc:sldMkLst>
          <pc:docMk/>
          <pc:sldMk cId="1426566100" sldId="365"/>
        </pc:sldMkLst>
      </pc:sldChg>
      <pc:sldChg chg="del">
        <pc:chgData name="Rahul Mishra" userId="57c6469e-ac64-4888-811b-35f0aabddbad" providerId="ADAL" clId="{3C51EBFE-9C35-4409-96DB-F0D02B2A0E50}" dt="2024-08-10T17:32:27.434" v="11" actId="47"/>
        <pc:sldMkLst>
          <pc:docMk/>
          <pc:sldMk cId="2123376252" sldId="373"/>
        </pc:sldMkLst>
      </pc:sldChg>
      <pc:sldChg chg="addSp delSp modSp add del mod">
        <pc:chgData name="Rahul Mishra" userId="57c6469e-ac64-4888-811b-35f0aabddbad" providerId="ADAL" clId="{3C51EBFE-9C35-4409-96DB-F0D02B2A0E50}" dt="2024-08-12T10:46:02.082" v="220" actId="47"/>
        <pc:sldMkLst>
          <pc:docMk/>
          <pc:sldMk cId="3459647960" sldId="37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079535757" sldId="37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983673248" sldId="376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3694120147" sldId="377"/>
        </pc:sldMkLst>
      </pc:sldChg>
      <pc:sldChg chg="modSp add del">
        <pc:chgData name="Rahul Mishra" userId="57c6469e-ac64-4888-811b-35f0aabddbad" providerId="ADAL" clId="{3C51EBFE-9C35-4409-96DB-F0D02B2A0E50}" dt="2024-08-11T18:23:23.928" v="219" actId="1076"/>
        <pc:sldMkLst>
          <pc:docMk/>
          <pc:sldMk cId="3465334699" sldId="37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79"/>
        </pc:sldMkLst>
      </pc:sldChg>
      <pc:sldChg chg="modSp add del modNotes">
        <pc:chgData name="Rahul Mishra" userId="57c6469e-ac64-4888-811b-35f0aabddbad" providerId="ADAL" clId="{3C51EBFE-9C35-4409-96DB-F0D02B2A0E50}" dt="2024-08-11T18:07:07.496" v="191" actId="47"/>
        <pc:sldMkLst>
          <pc:docMk/>
          <pc:sldMk cId="0" sldId="380"/>
        </pc:sldMkLst>
      </pc:sldChg>
      <pc:sldChg chg="modSp add del modNotes">
        <pc:chgData name="Rahul Mishra" userId="57c6469e-ac64-4888-811b-35f0aabddbad" providerId="ADAL" clId="{3C51EBFE-9C35-4409-96DB-F0D02B2A0E50}" dt="2024-08-11T18:07:09.679" v="192" actId="47"/>
        <pc:sldMkLst>
          <pc:docMk/>
          <pc:sldMk cId="0" sldId="381"/>
        </pc:sldMkLst>
      </pc:sldChg>
      <pc:sldChg chg="modSp add del modNotes">
        <pc:chgData name="Rahul Mishra" userId="57c6469e-ac64-4888-811b-35f0aabddbad" providerId="ADAL" clId="{3C51EBFE-9C35-4409-96DB-F0D02B2A0E50}" dt="2024-08-11T18:07:18.374" v="193" actId="47"/>
        <pc:sldMkLst>
          <pc:docMk/>
          <pc:sldMk cId="0" sldId="382"/>
        </pc:sldMkLst>
      </pc:sldChg>
      <pc:sldChg chg="modSp add del modNotes">
        <pc:chgData name="Rahul Mishra" userId="57c6469e-ac64-4888-811b-35f0aabddbad" providerId="ADAL" clId="{3C51EBFE-9C35-4409-96DB-F0D02B2A0E50}" dt="2024-08-11T18:07:28.662" v="195" actId="47"/>
        <pc:sldMkLst>
          <pc:docMk/>
          <pc:sldMk cId="0" sldId="383"/>
        </pc:sldMkLst>
      </pc:sldChg>
      <pc:sldChg chg="modSp add del modNotes">
        <pc:chgData name="Rahul Mishra" userId="57c6469e-ac64-4888-811b-35f0aabddbad" providerId="ADAL" clId="{3C51EBFE-9C35-4409-96DB-F0D02B2A0E50}" dt="2024-08-11T18:07:22.080" v="194" actId="47"/>
        <pc:sldMkLst>
          <pc:docMk/>
          <pc:sldMk cId="0" sldId="384"/>
        </pc:sldMkLst>
      </pc:sldChg>
      <pc:sldChg chg="modSp add del modNotes">
        <pc:chgData name="Rahul Mishra" userId="57c6469e-ac64-4888-811b-35f0aabddbad" providerId="ADAL" clId="{3C51EBFE-9C35-4409-96DB-F0D02B2A0E50}" dt="2024-08-11T18:07:32.774" v="197" actId="47"/>
        <pc:sldMkLst>
          <pc:docMk/>
          <pc:sldMk cId="0" sldId="385"/>
        </pc:sldMkLst>
      </pc:sldChg>
      <pc:sldChg chg="modSp add del modNotes">
        <pc:chgData name="Rahul Mishra" userId="57c6469e-ac64-4888-811b-35f0aabddbad" providerId="ADAL" clId="{3C51EBFE-9C35-4409-96DB-F0D02B2A0E50}" dt="2024-08-11T18:07:53.799" v="206" actId="47"/>
        <pc:sldMkLst>
          <pc:docMk/>
          <pc:sldMk cId="0" sldId="386"/>
        </pc:sldMkLst>
      </pc:sldChg>
      <pc:sldChg chg="modSp add del modNotes">
        <pc:chgData name="Rahul Mishra" userId="57c6469e-ac64-4888-811b-35f0aabddbad" providerId="ADAL" clId="{3C51EBFE-9C35-4409-96DB-F0D02B2A0E50}" dt="2024-08-11T18:07:58.716" v="207" actId="47"/>
        <pc:sldMkLst>
          <pc:docMk/>
          <pc:sldMk cId="0" sldId="387"/>
        </pc:sldMkLst>
      </pc:sldChg>
      <pc:sldChg chg="modSp add del modNotes">
        <pc:chgData name="Rahul Mishra" userId="57c6469e-ac64-4888-811b-35f0aabddbad" providerId="ADAL" clId="{3C51EBFE-9C35-4409-96DB-F0D02B2A0E50}" dt="2024-08-11T18:07:45.733" v="203" actId="47"/>
        <pc:sldMkLst>
          <pc:docMk/>
          <pc:sldMk cId="0" sldId="388"/>
        </pc:sldMkLst>
      </pc:sldChg>
      <pc:sldChg chg="modSp add del modNotes">
        <pc:chgData name="Rahul Mishra" userId="57c6469e-ac64-4888-811b-35f0aabddbad" providerId="ADAL" clId="{3C51EBFE-9C35-4409-96DB-F0D02B2A0E50}" dt="2024-08-11T18:08:03.663" v="208" actId="47"/>
        <pc:sldMkLst>
          <pc:docMk/>
          <pc:sldMk cId="0" sldId="3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1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2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3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6"/>
        </pc:sldMkLst>
      </pc:sldChg>
      <pc:sldChg chg="modSp add del modNotes">
        <pc:chgData name="Rahul Mishra" userId="57c6469e-ac64-4888-811b-35f0aabddbad" providerId="ADAL" clId="{3C51EBFE-9C35-4409-96DB-F0D02B2A0E50}" dt="2024-08-11T18:11:48.631" v="211" actId="47"/>
        <pc:sldMkLst>
          <pc:docMk/>
          <pc:sldMk cId="0" sldId="397"/>
        </pc:sldMkLst>
      </pc:sldChg>
      <pc:sldChg chg="modSp add del modNotes">
        <pc:chgData name="Rahul Mishra" userId="57c6469e-ac64-4888-811b-35f0aabddbad" providerId="ADAL" clId="{3C51EBFE-9C35-4409-96DB-F0D02B2A0E50}" dt="2024-08-11T18:11:50.357" v="212" actId="47"/>
        <pc:sldMkLst>
          <pc:docMk/>
          <pc:sldMk cId="0" sldId="398"/>
        </pc:sldMkLst>
      </pc:sldChg>
      <pc:sldChg chg="modSp add del modNotes">
        <pc:chgData name="Rahul Mishra" userId="57c6469e-ac64-4888-811b-35f0aabddbad" providerId="ADAL" clId="{3C51EBFE-9C35-4409-96DB-F0D02B2A0E50}" dt="2024-08-11T18:11:52.538" v="213" actId="47"/>
        <pc:sldMkLst>
          <pc:docMk/>
          <pc:sldMk cId="0" sldId="399"/>
        </pc:sldMkLst>
      </pc:sldChg>
      <pc:sldChg chg="modSp add del modNotes">
        <pc:chgData name="Rahul Mishra" userId="57c6469e-ac64-4888-811b-35f0aabddbad" providerId="ADAL" clId="{3C51EBFE-9C35-4409-96DB-F0D02B2A0E50}" dt="2024-08-11T18:11:55.476" v="214" actId="47"/>
        <pc:sldMkLst>
          <pc:docMk/>
          <pc:sldMk cId="0" sldId="400"/>
        </pc:sldMkLst>
      </pc:sldChg>
      <pc:sldChg chg="modSp add ord modNotes">
        <pc:chgData name="Rahul Mishra" userId="57c6469e-ac64-4888-811b-35f0aabddbad" providerId="ADAL" clId="{3C51EBFE-9C35-4409-96DB-F0D02B2A0E50}" dt="2024-08-11T18:19:07.275" v="218"/>
        <pc:sldMkLst>
          <pc:docMk/>
          <pc:sldMk cId="0" sldId="401"/>
        </pc:sldMkLst>
      </pc:sldChg>
      <pc:sldChg chg="modSp add del modNotes">
        <pc:chgData name="Rahul Mishra" userId="57c6469e-ac64-4888-811b-35f0aabddbad" providerId="ADAL" clId="{3C51EBFE-9C35-4409-96DB-F0D02B2A0E50}" dt="2024-08-11T18:11:59.764" v="215" actId="47"/>
        <pc:sldMkLst>
          <pc:docMk/>
          <pc:sldMk cId="0" sldId="402"/>
        </pc:sldMkLst>
      </pc:sldChg>
      <pc:sldChg chg="addSp modSp new mod setBg">
        <pc:chgData name="Rahul Mishra" userId="57c6469e-ac64-4888-811b-35f0aabddbad" providerId="ADAL" clId="{3C51EBFE-9C35-4409-96DB-F0D02B2A0E50}" dt="2024-08-11T16:32:30.182" v="80" actId="688"/>
        <pc:sldMkLst>
          <pc:docMk/>
          <pc:sldMk cId="739300501" sldId="403"/>
        </pc:sldMkLst>
      </pc:sldChg>
      <pc:sldChg chg="addSp modSp new mod">
        <pc:chgData name="Rahul Mishra" userId="57c6469e-ac64-4888-811b-35f0aabddbad" providerId="ADAL" clId="{3C51EBFE-9C35-4409-96DB-F0D02B2A0E50}" dt="2024-08-11T17:45:23.043" v="129" actId="1076"/>
        <pc:sldMkLst>
          <pc:docMk/>
          <pc:sldMk cId="1992141454" sldId="404"/>
        </pc:sldMkLst>
      </pc:sldChg>
      <pc:sldMasterChg chg="delSldLayout">
        <pc:chgData name="Rahul Mishra" userId="57c6469e-ac64-4888-811b-35f0aabddbad" providerId="ADAL" clId="{3C51EBFE-9C35-4409-96DB-F0D02B2A0E50}" dt="2024-08-12T10:46:39.869" v="233" actId="47"/>
        <pc:sldMasterMkLst>
          <pc:docMk/>
          <pc:sldMasterMk cId="3966668556" sldId="2147483678"/>
        </pc:sldMasterMkLst>
        <pc:sldLayoutChg chg="del">
          <pc:chgData name="Rahul Mishra" userId="57c6469e-ac64-4888-811b-35f0aabddbad" providerId="ADAL" clId="{3C51EBFE-9C35-4409-96DB-F0D02B2A0E50}" dt="2024-08-12T10:46:39.869" v="233" actId="47"/>
          <pc:sldLayoutMkLst>
            <pc:docMk/>
            <pc:sldMasterMk cId="3966668556" sldId="2147483678"/>
            <pc:sldLayoutMk cId="435949403" sldId="2147483690"/>
          </pc:sldLayoutMkLst>
        </pc:sldLayoutChg>
      </pc:sldMasterChg>
    </pc:docChg>
  </pc:docChgLst>
  <pc:docChgLst>
    <pc:chgData name="Rahul Mishra" userId="57c6469e-ac64-4888-811b-35f0aabddbad" providerId="ADAL" clId="{6CD110FC-ECB1-4188-A54A-469E6335FF4B}"/>
    <pc:docChg chg="custSel addSld delSld modSld">
      <pc:chgData name="Rahul Mishra" userId="57c6469e-ac64-4888-811b-35f0aabddbad" providerId="ADAL" clId="{6CD110FC-ECB1-4188-A54A-469E6335FF4B}" dt="2024-08-08T17:07:15.046" v="45" actId="1076"/>
      <pc:docMkLst>
        <pc:docMk/>
      </pc:docMkLst>
      <pc:sldChg chg="modSp mod">
        <pc:chgData name="Rahul Mishra" userId="57c6469e-ac64-4888-811b-35f0aabddbad" providerId="ADAL" clId="{6CD110FC-ECB1-4188-A54A-469E6335FF4B}" dt="2024-08-07T06:11:09.270" v="7" actId="14100"/>
        <pc:sldMkLst>
          <pc:docMk/>
          <pc:sldMk cId="109857222" sldId="256"/>
        </pc:sldMkLst>
      </pc:sldChg>
      <pc:sldChg chg="del">
        <pc:chgData name="Rahul Mishra" userId="57c6469e-ac64-4888-811b-35f0aabddbad" providerId="ADAL" clId="{6CD110FC-ECB1-4188-A54A-469E6335FF4B}" dt="2024-08-07T06:14:05.233" v="35" actId="47"/>
        <pc:sldMkLst>
          <pc:docMk/>
          <pc:sldMk cId="0" sldId="270"/>
        </pc:sldMkLst>
      </pc:sldChg>
      <pc:sldChg chg="del">
        <pc:chgData name="Rahul Mishra" userId="57c6469e-ac64-4888-811b-35f0aabddbad" providerId="ADAL" clId="{6CD110FC-ECB1-4188-A54A-469E6335FF4B}" dt="2024-08-07T06:14:10.261" v="36" actId="47"/>
        <pc:sldMkLst>
          <pc:docMk/>
          <pc:sldMk cId="4069218776" sldId="275"/>
        </pc:sldMkLst>
      </pc:sldChg>
      <pc:sldChg chg="del">
        <pc:chgData name="Rahul Mishra" userId="57c6469e-ac64-4888-811b-35f0aabddbad" providerId="ADAL" clId="{6CD110FC-ECB1-4188-A54A-469E6335FF4B}" dt="2024-08-07T06:14:04.023" v="34" actId="47"/>
        <pc:sldMkLst>
          <pc:docMk/>
          <pc:sldMk cId="3514271712" sldId="276"/>
        </pc:sldMkLst>
      </pc:sldChg>
      <pc:sldChg chg="del">
        <pc:chgData name="Rahul Mishra" userId="57c6469e-ac64-4888-811b-35f0aabddbad" providerId="ADAL" clId="{6CD110FC-ECB1-4188-A54A-469E6335FF4B}" dt="2024-08-07T06:13:58.696" v="28" actId="47"/>
        <pc:sldMkLst>
          <pc:docMk/>
          <pc:sldMk cId="3852848067" sldId="279"/>
        </pc:sldMkLst>
      </pc:sldChg>
      <pc:sldChg chg="del">
        <pc:chgData name="Rahul Mishra" userId="57c6469e-ac64-4888-811b-35f0aabddbad" providerId="ADAL" clId="{6CD110FC-ECB1-4188-A54A-469E6335FF4B}" dt="2024-08-07T06:14:34.388" v="40" actId="47"/>
        <pc:sldMkLst>
          <pc:docMk/>
          <pc:sldMk cId="1848721818" sldId="281"/>
        </pc:sldMkLst>
      </pc:sldChg>
      <pc:sldChg chg="del">
        <pc:chgData name="Rahul Mishra" userId="57c6469e-ac64-4888-811b-35f0aabddbad" providerId="ADAL" clId="{6CD110FC-ECB1-4188-A54A-469E6335FF4B}" dt="2024-08-07T06:13:53.610" v="24" actId="47"/>
        <pc:sldMkLst>
          <pc:docMk/>
          <pc:sldMk cId="20482556" sldId="283"/>
        </pc:sldMkLst>
      </pc:sldChg>
      <pc:sldChg chg="del">
        <pc:chgData name="Rahul Mishra" userId="57c6469e-ac64-4888-811b-35f0aabddbad" providerId="ADAL" clId="{6CD110FC-ECB1-4188-A54A-469E6335FF4B}" dt="2024-08-07T06:13:52.242" v="23" actId="47"/>
        <pc:sldMkLst>
          <pc:docMk/>
          <pc:sldMk cId="2580848646" sldId="284"/>
        </pc:sldMkLst>
      </pc:sldChg>
      <pc:sldChg chg="del">
        <pc:chgData name="Rahul Mishra" userId="57c6469e-ac64-4888-811b-35f0aabddbad" providerId="ADAL" clId="{6CD110FC-ECB1-4188-A54A-469E6335FF4B}" dt="2024-08-07T06:13:26.058" v="22" actId="47"/>
        <pc:sldMkLst>
          <pc:docMk/>
          <pc:sldMk cId="2416795455" sldId="285"/>
        </pc:sldMkLst>
      </pc:sldChg>
      <pc:sldChg chg="del">
        <pc:chgData name="Rahul Mishra" userId="57c6469e-ac64-4888-811b-35f0aabddbad" providerId="ADAL" clId="{6CD110FC-ECB1-4188-A54A-469E6335FF4B}" dt="2024-08-07T06:13:24.031" v="21" actId="47"/>
        <pc:sldMkLst>
          <pc:docMk/>
          <pc:sldMk cId="1586066216" sldId="286"/>
        </pc:sldMkLst>
      </pc:sldChg>
      <pc:sldChg chg="del">
        <pc:chgData name="Rahul Mishra" userId="57c6469e-ac64-4888-811b-35f0aabddbad" providerId="ADAL" clId="{6CD110FC-ECB1-4188-A54A-469E6335FF4B}" dt="2024-08-07T06:13:21.297" v="20" actId="47"/>
        <pc:sldMkLst>
          <pc:docMk/>
          <pc:sldMk cId="3123173485" sldId="287"/>
        </pc:sldMkLst>
      </pc:sldChg>
      <pc:sldChg chg="modSp mod">
        <pc:chgData name="Rahul Mishra" userId="57c6469e-ac64-4888-811b-35f0aabddbad" providerId="ADAL" clId="{6CD110FC-ECB1-4188-A54A-469E6335FF4B}" dt="2024-08-07T06:12:13.350" v="19" actId="1076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6CD110FC-ECB1-4188-A54A-469E6335FF4B}" dt="2024-08-07T06:14:22.990" v="38" actId="47"/>
        <pc:sldMkLst>
          <pc:docMk/>
          <pc:sldMk cId="3216909728" sldId="296"/>
        </pc:sldMkLst>
      </pc:sldChg>
      <pc:sldChg chg="del">
        <pc:chgData name="Rahul Mishra" userId="57c6469e-ac64-4888-811b-35f0aabddbad" providerId="ADAL" clId="{6CD110FC-ECB1-4188-A54A-469E6335FF4B}" dt="2024-08-07T06:14:20.809" v="37" actId="47"/>
        <pc:sldMkLst>
          <pc:docMk/>
          <pc:sldMk cId="3554936368" sldId="297"/>
        </pc:sldMkLst>
      </pc:sldChg>
      <pc:sldChg chg="del">
        <pc:chgData name="Rahul Mishra" userId="57c6469e-ac64-4888-811b-35f0aabddbad" providerId="ADAL" clId="{6CD110FC-ECB1-4188-A54A-469E6335FF4B}" dt="2024-08-07T06:14:03.166" v="33" actId="47"/>
        <pc:sldMkLst>
          <pc:docMk/>
          <pc:sldMk cId="2406506087" sldId="336"/>
        </pc:sldMkLst>
      </pc:sldChg>
      <pc:sldChg chg="del">
        <pc:chgData name="Rahul Mishra" userId="57c6469e-ac64-4888-811b-35f0aabddbad" providerId="ADAL" clId="{6CD110FC-ECB1-4188-A54A-469E6335FF4B}" dt="2024-08-07T06:14:02.355" v="32" actId="47"/>
        <pc:sldMkLst>
          <pc:docMk/>
          <pc:sldMk cId="2068555102" sldId="337"/>
        </pc:sldMkLst>
      </pc:sldChg>
      <pc:sldChg chg="del">
        <pc:chgData name="Rahul Mishra" userId="57c6469e-ac64-4888-811b-35f0aabddbad" providerId="ADAL" clId="{6CD110FC-ECB1-4188-A54A-469E6335FF4B}" dt="2024-08-07T06:13:57.330" v="27" actId="47"/>
        <pc:sldMkLst>
          <pc:docMk/>
          <pc:sldMk cId="223884994" sldId="339"/>
        </pc:sldMkLst>
      </pc:sldChg>
      <pc:sldChg chg="del">
        <pc:chgData name="Rahul Mishra" userId="57c6469e-ac64-4888-811b-35f0aabddbad" providerId="ADAL" clId="{6CD110FC-ECB1-4188-A54A-469E6335FF4B}" dt="2024-08-07T06:13:56.294" v="26" actId="47"/>
        <pc:sldMkLst>
          <pc:docMk/>
          <pc:sldMk cId="507314074" sldId="340"/>
        </pc:sldMkLst>
      </pc:sldChg>
      <pc:sldChg chg="del">
        <pc:chgData name="Rahul Mishra" userId="57c6469e-ac64-4888-811b-35f0aabddbad" providerId="ADAL" clId="{6CD110FC-ECB1-4188-A54A-469E6335FF4B}" dt="2024-08-07T06:13:55.196" v="25" actId="47"/>
        <pc:sldMkLst>
          <pc:docMk/>
          <pc:sldMk cId="3644562415" sldId="341"/>
        </pc:sldMkLst>
      </pc:sldChg>
      <pc:sldChg chg="del">
        <pc:chgData name="Rahul Mishra" userId="57c6469e-ac64-4888-811b-35f0aabddbad" providerId="ADAL" clId="{6CD110FC-ECB1-4188-A54A-469E6335FF4B}" dt="2024-08-07T06:14:01.555" v="31" actId="47"/>
        <pc:sldMkLst>
          <pc:docMk/>
          <pc:sldMk cId="3048384822" sldId="342"/>
        </pc:sldMkLst>
      </pc:sldChg>
      <pc:sldChg chg="del">
        <pc:chgData name="Rahul Mishra" userId="57c6469e-ac64-4888-811b-35f0aabddbad" providerId="ADAL" clId="{6CD110FC-ECB1-4188-A54A-469E6335FF4B}" dt="2024-08-07T06:14:35.756" v="41" actId="47"/>
        <pc:sldMkLst>
          <pc:docMk/>
          <pc:sldMk cId="3560463952" sldId="345"/>
        </pc:sldMkLst>
      </pc:sldChg>
      <pc:sldChg chg="del">
        <pc:chgData name="Rahul Mishra" userId="57c6469e-ac64-4888-811b-35f0aabddbad" providerId="ADAL" clId="{6CD110FC-ECB1-4188-A54A-469E6335FF4B}" dt="2024-08-07T06:14:36.933" v="42" actId="47"/>
        <pc:sldMkLst>
          <pc:docMk/>
          <pc:sldMk cId="2473714365" sldId="346"/>
        </pc:sldMkLst>
      </pc:sldChg>
      <pc:sldChg chg="del">
        <pc:chgData name="Rahul Mishra" userId="57c6469e-ac64-4888-811b-35f0aabddbad" providerId="ADAL" clId="{6CD110FC-ECB1-4188-A54A-469E6335FF4B}" dt="2024-08-07T06:14:00.617" v="30" actId="47"/>
        <pc:sldMkLst>
          <pc:docMk/>
          <pc:sldMk cId="1116213387" sldId="347"/>
        </pc:sldMkLst>
      </pc:sldChg>
      <pc:sldChg chg="del">
        <pc:chgData name="Rahul Mishra" userId="57c6469e-ac64-4888-811b-35f0aabddbad" providerId="ADAL" clId="{6CD110FC-ECB1-4188-A54A-469E6335FF4B}" dt="2024-08-07T06:13:59.607" v="29" actId="47"/>
        <pc:sldMkLst>
          <pc:docMk/>
          <pc:sldMk cId="164456950" sldId="348"/>
        </pc:sldMkLst>
      </pc:sldChg>
      <pc:sldChg chg="del">
        <pc:chgData name="Rahul Mishra" userId="57c6469e-ac64-4888-811b-35f0aabddbad" providerId="ADAL" clId="{6CD110FC-ECB1-4188-A54A-469E6335FF4B}" dt="2024-08-07T06:14:39.452" v="43" actId="47"/>
        <pc:sldMkLst>
          <pc:docMk/>
          <pc:sldMk cId="3331351185" sldId="371"/>
        </pc:sldMkLst>
      </pc:sldChg>
      <pc:sldChg chg="del">
        <pc:chgData name="Rahul Mishra" userId="57c6469e-ac64-4888-811b-35f0aabddbad" providerId="ADAL" clId="{6CD110FC-ECB1-4188-A54A-469E6335FF4B}" dt="2024-08-07T06:14:32.978" v="39" actId="47"/>
        <pc:sldMkLst>
          <pc:docMk/>
          <pc:sldMk cId="2845789028" sldId="372"/>
        </pc:sldMkLst>
      </pc:sldChg>
      <pc:sldChg chg="addSp modSp new mod setBg">
        <pc:chgData name="Rahul Mishra" userId="57c6469e-ac64-4888-811b-35f0aabddbad" providerId="ADAL" clId="{6CD110FC-ECB1-4188-A54A-469E6335FF4B}" dt="2024-08-08T17:07:15.046" v="45" actId="1076"/>
        <pc:sldMkLst>
          <pc:docMk/>
          <pc:sldMk cId="3459647960" sldId="374"/>
        </pc:sldMkLst>
      </pc:sldChg>
    </pc:docChg>
  </pc:docChgLst>
  <pc:docChgLst>
    <pc:chgData name="Rahul Mishra" userId="57c6469e-ac64-4888-811b-35f0aabddbad" providerId="ADAL" clId="{E081F030-6696-4BF5-AB21-B181E8010C26}"/>
    <pc:docChg chg="undo custSel addSld delSld modSld">
      <pc:chgData name="Rahul Mishra" userId="57c6469e-ac64-4888-811b-35f0aabddbad" providerId="ADAL" clId="{E081F030-6696-4BF5-AB21-B181E8010C26}" dt="2024-09-14T18:17:40.165" v="272" actId="1076"/>
      <pc:docMkLst>
        <pc:docMk/>
      </pc:docMkLst>
      <pc:sldChg chg="addSp modSp">
        <pc:chgData name="Rahul Mishra" userId="57c6469e-ac64-4888-811b-35f0aabddbad" providerId="ADAL" clId="{E081F030-6696-4BF5-AB21-B181E8010C26}" dt="2024-09-14T17:52:41.347" v="168"/>
        <pc:sldMkLst>
          <pc:docMk/>
          <pc:sldMk cId="3668127952" sldId="428"/>
        </pc:sldMkLst>
      </pc:sldChg>
      <pc:sldChg chg="modSp mod">
        <pc:chgData name="Rahul Mishra" userId="57c6469e-ac64-4888-811b-35f0aabddbad" providerId="ADAL" clId="{E081F030-6696-4BF5-AB21-B181E8010C26}" dt="2024-09-14T17:23:56.442" v="2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E081F030-6696-4BF5-AB21-B181E8010C26}" dt="2024-09-14T18:13:59.532" v="242" actId="14100"/>
        <pc:sldMkLst>
          <pc:docMk/>
          <pc:sldMk cId="912258523" sldId="435"/>
        </pc:sldMkLst>
      </pc:sldChg>
      <pc:sldChg chg="addSp delSp modSp mod">
        <pc:chgData name="Rahul Mishra" userId="57c6469e-ac64-4888-811b-35f0aabddbad" providerId="ADAL" clId="{E081F030-6696-4BF5-AB21-B181E8010C26}" dt="2024-09-14T18:14:25.813" v="248" actId="14100"/>
        <pc:sldMkLst>
          <pc:docMk/>
          <pc:sldMk cId="1650621397" sldId="436"/>
        </pc:sldMkLst>
      </pc:sldChg>
      <pc:sldChg chg="addSp delSp modSp mod">
        <pc:chgData name="Rahul Mishra" userId="57c6469e-ac64-4888-811b-35f0aabddbad" providerId="ADAL" clId="{E081F030-6696-4BF5-AB21-B181E8010C26}" dt="2024-09-14T18:12:15.271" v="212" actId="14100"/>
        <pc:sldMkLst>
          <pc:docMk/>
          <pc:sldMk cId="3054585423" sldId="697"/>
        </pc:sldMkLst>
      </pc:sldChg>
      <pc:sldChg chg="new del">
        <pc:chgData name="Rahul Mishra" userId="57c6469e-ac64-4888-811b-35f0aabddbad" providerId="ADAL" clId="{E081F030-6696-4BF5-AB21-B181E8010C26}" dt="2024-09-14T18:15:16.770" v="263" actId="47"/>
        <pc:sldMkLst>
          <pc:docMk/>
          <pc:sldMk cId="1721347195" sldId="698"/>
        </pc:sldMkLst>
      </pc:sldChg>
      <pc:sldChg chg="addSp delSp modSp add mod">
        <pc:chgData name="Rahul Mishra" userId="57c6469e-ac64-4888-811b-35f0aabddbad" providerId="ADAL" clId="{E081F030-6696-4BF5-AB21-B181E8010C26}" dt="2024-09-14T18:15:08.792" v="261" actId="1076"/>
        <pc:sldMkLst>
          <pc:docMk/>
          <pc:sldMk cId="3261997853" sldId="699"/>
        </pc:sldMkLst>
      </pc:sldChg>
      <pc:sldChg chg="addSp delSp modSp add mod">
        <pc:chgData name="Rahul Mishra" userId="57c6469e-ac64-4888-811b-35f0aabddbad" providerId="ADAL" clId="{E081F030-6696-4BF5-AB21-B181E8010C26}" dt="2024-09-14T18:17:40.165" v="272" actId="1076"/>
        <pc:sldMkLst>
          <pc:docMk/>
          <pc:sldMk cId="2555987876" sldId="700"/>
        </pc:sldMkLst>
      </pc:sldChg>
      <pc:sldChg chg="delSp add del mod">
        <pc:chgData name="Rahul Mishra" userId="57c6469e-ac64-4888-811b-35f0aabddbad" providerId="ADAL" clId="{E081F030-6696-4BF5-AB21-B181E8010C26}" dt="2024-09-14T18:15:13.956" v="262" actId="47"/>
        <pc:sldMkLst>
          <pc:docMk/>
          <pc:sldMk cId="1817206990" sldId="701"/>
        </pc:sldMkLst>
      </pc:sldChg>
    </pc:docChg>
  </pc:docChgLst>
  <pc:docChgLst>
    <pc:chgData name="Rahul Mishra" userId="57c6469e-ac64-4888-811b-35f0aabddbad" providerId="ADAL" clId="{2587B58E-4F3B-47AB-B3EB-62407C9160B0}"/>
    <pc:docChg chg="modSld">
      <pc:chgData name="Rahul Mishra" userId="57c6469e-ac64-4888-811b-35f0aabddbad" providerId="ADAL" clId="{2587B58E-4F3B-47AB-B3EB-62407C9160B0}" dt="2025-11-02T02:41:30.988" v="2"/>
      <pc:docMkLst>
        <pc:docMk/>
      </pc:docMkLst>
      <pc:sldChg chg="addSp">
        <pc:chgData name="Rahul Mishra" userId="57c6469e-ac64-4888-811b-35f0aabddbad" providerId="ADAL" clId="{2587B58E-4F3B-47AB-B3EB-62407C9160B0}" dt="2025-11-02T02:41:30.988" v="2"/>
        <pc:sldMkLst>
          <pc:docMk/>
          <pc:sldMk cId="3193239192" sldId="431"/>
        </pc:sldMkLst>
        <pc:inkChg chg="add">
          <ac:chgData name="Rahul Mishra" userId="57c6469e-ac64-4888-811b-35f0aabddbad" providerId="ADAL" clId="{2587B58E-4F3B-47AB-B3EB-62407C9160B0}" dt="2025-11-02T02:41:30.988" v="2"/>
          <ac:inkMkLst>
            <pc:docMk/>
            <pc:sldMk cId="3193239192" sldId="431"/>
            <ac:inkMk id="13" creationId="{0533C3E9-8CDC-D190-7129-8BB7AC4B7100}"/>
          </ac:inkMkLst>
        </pc:inkChg>
      </pc:sldChg>
      <pc:sldChg chg="addSp">
        <pc:chgData name="Rahul Mishra" userId="57c6469e-ac64-4888-811b-35f0aabddbad" providerId="ADAL" clId="{2587B58E-4F3B-47AB-B3EB-62407C9160B0}" dt="2025-11-02T02:41:30.988" v="2"/>
        <pc:sldMkLst>
          <pc:docMk/>
          <pc:sldMk cId="2433910946" sldId="432"/>
        </pc:sldMkLst>
        <pc:inkChg chg="add">
          <ac:chgData name="Rahul Mishra" userId="57c6469e-ac64-4888-811b-35f0aabddbad" providerId="ADAL" clId="{2587B58E-4F3B-47AB-B3EB-62407C9160B0}" dt="2025-10-26T03:29:56.671" v="0"/>
          <ac:inkMkLst>
            <pc:docMk/>
            <pc:sldMk cId="2433910946" sldId="432"/>
            <ac:inkMk id="13" creationId="{A5260C51-DE83-02BD-B2AB-62127BB7BAF0}"/>
          </ac:inkMkLst>
        </pc:inkChg>
        <pc:inkChg chg="add">
          <ac:chgData name="Rahul Mishra" userId="57c6469e-ac64-4888-811b-35f0aabddbad" providerId="ADAL" clId="{2587B58E-4F3B-47AB-B3EB-62407C9160B0}" dt="2025-11-02T02:41:30.988" v="2"/>
          <ac:inkMkLst>
            <pc:docMk/>
            <pc:sldMk cId="2433910946" sldId="432"/>
            <ac:inkMk id="14" creationId="{CC4A513E-AF04-718F-E116-1E01826BC157}"/>
          </ac:inkMkLst>
        </pc:inkChg>
      </pc:sldChg>
      <pc:sldChg chg="addSp">
        <pc:chgData name="Rahul Mishra" userId="57c6469e-ac64-4888-811b-35f0aabddbad" providerId="ADAL" clId="{2587B58E-4F3B-47AB-B3EB-62407C9160B0}" dt="2025-11-02T02:41:30.988" v="2"/>
        <pc:sldMkLst>
          <pc:docMk/>
          <pc:sldMk cId="1996821928" sldId="433"/>
        </pc:sldMkLst>
        <pc:inkChg chg="add">
          <ac:chgData name="Rahul Mishra" userId="57c6469e-ac64-4888-811b-35f0aabddbad" providerId="ADAL" clId="{2587B58E-4F3B-47AB-B3EB-62407C9160B0}" dt="2025-11-02T02:41:30.988" v="2"/>
          <ac:inkMkLst>
            <pc:docMk/>
            <pc:sldMk cId="1996821928" sldId="433"/>
            <ac:inkMk id="13" creationId="{FF4C94F5-5EEA-FBEC-9B7C-350A923AA3DA}"/>
          </ac:inkMkLst>
        </pc:inkChg>
      </pc:sldChg>
      <pc:sldChg chg="addSp">
        <pc:chgData name="Rahul Mishra" userId="57c6469e-ac64-4888-811b-35f0aabddbad" providerId="ADAL" clId="{2587B58E-4F3B-47AB-B3EB-62407C9160B0}" dt="2025-10-26T03:29:56.671" v="0"/>
        <pc:sldMkLst>
          <pc:docMk/>
          <pc:sldMk cId="3969279800" sldId="434"/>
        </pc:sldMkLst>
      </pc:sldChg>
      <pc:sldChg chg="addSp">
        <pc:chgData name="Rahul Mishra" userId="57c6469e-ac64-4888-811b-35f0aabddbad" providerId="ADAL" clId="{2587B58E-4F3B-47AB-B3EB-62407C9160B0}" dt="2025-10-26T03:42:15.887" v="1"/>
        <pc:sldMkLst>
          <pc:docMk/>
          <pc:sldMk cId="2194219352" sldId="745"/>
        </pc:sldMkLst>
      </pc:sldChg>
      <pc:sldChg chg="addSp">
        <pc:chgData name="Rahul Mishra" userId="57c6469e-ac64-4888-811b-35f0aabddbad" providerId="ADAL" clId="{2587B58E-4F3B-47AB-B3EB-62407C9160B0}" dt="2025-10-26T03:42:15.887" v="1"/>
        <pc:sldMkLst>
          <pc:docMk/>
          <pc:sldMk cId="2456420004" sldId="746"/>
        </pc:sldMkLst>
      </pc:sldChg>
      <pc:sldChg chg="addSp">
        <pc:chgData name="Rahul Mishra" userId="57c6469e-ac64-4888-811b-35f0aabddbad" providerId="ADAL" clId="{2587B58E-4F3B-47AB-B3EB-62407C9160B0}" dt="2025-10-26T03:42:15.887" v="1"/>
        <pc:sldMkLst>
          <pc:docMk/>
          <pc:sldMk cId="3900354233" sldId="747"/>
        </pc:sldMkLst>
      </pc:sldChg>
      <pc:sldChg chg="addSp">
        <pc:chgData name="Rahul Mishra" userId="57c6469e-ac64-4888-811b-35f0aabddbad" providerId="ADAL" clId="{2587B58E-4F3B-47AB-B3EB-62407C9160B0}" dt="2025-10-26T03:42:15.887" v="1"/>
        <pc:sldMkLst>
          <pc:docMk/>
          <pc:sldMk cId="1266426284" sldId="748"/>
        </pc:sldMkLst>
      </pc:sldChg>
    </pc:docChg>
  </pc:docChgLst>
  <pc:docChgLst>
    <pc:chgData name="Rahul Mishra" userId="57c6469e-ac64-4888-811b-35f0aabddbad" providerId="ADAL" clId="{CC66390C-5B9B-4697-B352-00FF26BD1B9E}"/>
    <pc:docChg chg="custSel addSld delSld modSld">
      <pc:chgData name="Rahul Mishra" userId="57c6469e-ac64-4888-811b-35f0aabddbad" providerId="ADAL" clId="{CC66390C-5B9B-4697-B352-00FF26BD1B9E}" dt="2025-04-20T04:31:22.463" v="33"/>
      <pc:docMkLst>
        <pc:docMk/>
      </pc:docMkLst>
      <pc:sldChg chg="addSp">
        <pc:chgData name="Rahul Mishra" userId="57c6469e-ac64-4888-811b-35f0aabddbad" providerId="ADAL" clId="{CC66390C-5B9B-4697-B352-00FF26BD1B9E}" dt="2025-04-20T04:14:45.511" v="28"/>
        <pc:sldMkLst>
          <pc:docMk/>
          <pc:sldMk cId="545609971" sldId="405"/>
        </pc:sldMkLst>
      </pc:sldChg>
      <pc:sldChg chg="del">
        <pc:chgData name="Rahul Mishra" userId="57c6469e-ac64-4888-811b-35f0aabddbad" providerId="ADAL" clId="{CC66390C-5B9B-4697-B352-00FF26BD1B9E}" dt="2025-04-18T17:49:26.070" v="17" actId="47"/>
        <pc:sldMkLst>
          <pc:docMk/>
          <pc:sldMk cId="2895264758" sldId="424"/>
        </pc:sldMkLst>
      </pc:sldChg>
      <pc:sldChg chg="del">
        <pc:chgData name="Rahul Mishra" userId="57c6469e-ac64-4888-811b-35f0aabddbad" providerId="ADAL" clId="{CC66390C-5B9B-4697-B352-00FF26BD1B9E}" dt="2025-04-18T17:49:26.796" v="18" actId="47"/>
        <pc:sldMkLst>
          <pc:docMk/>
          <pc:sldMk cId="1522488942" sldId="425"/>
        </pc:sldMkLst>
      </pc:sldChg>
      <pc:sldChg chg="delSp del mod">
        <pc:chgData name="Rahul Mishra" userId="57c6469e-ac64-4888-811b-35f0aabddbad" providerId="ADAL" clId="{CC66390C-5B9B-4697-B352-00FF26BD1B9E}" dt="2025-04-19T02:19:49.767" v="21" actId="47"/>
        <pc:sldMkLst>
          <pc:docMk/>
          <pc:sldMk cId="2210711679" sldId="428"/>
        </pc:sldMkLst>
      </pc:sldChg>
      <pc:sldChg chg="delSp del mod">
        <pc:chgData name="Rahul Mishra" userId="57c6469e-ac64-4888-811b-35f0aabddbad" providerId="ADAL" clId="{CC66390C-5B9B-4697-B352-00FF26BD1B9E}" dt="2025-04-19T02:19:48.370" v="20" actId="47"/>
        <pc:sldMkLst>
          <pc:docMk/>
          <pc:sldMk cId="1342969971" sldId="429"/>
        </pc:sldMkLst>
      </pc:sldChg>
      <pc:sldChg chg="delSp del mod">
        <pc:chgData name="Rahul Mishra" userId="57c6469e-ac64-4888-811b-35f0aabddbad" providerId="ADAL" clId="{CC66390C-5B9B-4697-B352-00FF26BD1B9E}" dt="2025-04-19T02:19:44.287" v="19" actId="47"/>
        <pc:sldMkLst>
          <pc:docMk/>
          <pc:sldMk cId="4180539986" sldId="430"/>
        </pc:sldMkLst>
      </pc:sldChg>
      <pc:sldChg chg="addSp">
        <pc:chgData name="Rahul Mishra" userId="57c6469e-ac64-4888-811b-35f0aabddbad" providerId="ADAL" clId="{CC66390C-5B9B-4697-B352-00FF26BD1B9E}" dt="2025-04-20T04:14:45.511" v="28"/>
        <pc:sldMkLst>
          <pc:docMk/>
          <pc:sldMk cId="3193239192" sldId="431"/>
        </pc:sldMkLst>
      </pc:sldChg>
      <pc:sldChg chg="addSp delSp mod">
        <pc:chgData name="Rahul Mishra" userId="57c6469e-ac64-4888-811b-35f0aabddbad" providerId="ADAL" clId="{CC66390C-5B9B-4697-B352-00FF26BD1B9E}" dt="2025-04-20T04:14:45.511" v="28"/>
        <pc:sldMkLst>
          <pc:docMk/>
          <pc:sldMk cId="2433910946" sldId="432"/>
        </pc:sldMkLst>
      </pc:sldChg>
      <pc:sldChg chg="addSp">
        <pc:chgData name="Rahul Mishra" userId="57c6469e-ac64-4888-811b-35f0aabddbad" providerId="ADAL" clId="{CC66390C-5B9B-4697-B352-00FF26BD1B9E}" dt="2025-04-20T04:14:45.511" v="28"/>
        <pc:sldMkLst>
          <pc:docMk/>
          <pc:sldMk cId="1996821928" sldId="433"/>
        </pc:sldMkLst>
      </pc:sldChg>
      <pc:sldChg chg="addSp delSp mod">
        <pc:chgData name="Rahul Mishra" userId="57c6469e-ac64-4888-811b-35f0aabddbad" providerId="ADAL" clId="{CC66390C-5B9B-4697-B352-00FF26BD1B9E}" dt="2025-04-20T04:01:53.605" v="27" actId="478"/>
        <pc:sldMkLst>
          <pc:docMk/>
          <pc:sldMk cId="3969279800" sldId="434"/>
        </pc:sldMkLst>
      </pc:sldChg>
      <pc:sldChg chg="addSp delSp mod">
        <pc:chgData name="Rahul Mishra" userId="57c6469e-ac64-4888-811b-35f0aabddbad" providerId="ADAL" clId="{CC66390C-5B9B-4697-B352-00FF26BD1B9E}" dt="2025-04-20T04:14:45.511" v="28"/>
        <pc:sldMkLst>
          <pc:docMk/>
          <pc:sldMk cId="4252156963" sldId="436"/>
        </pc:sldMkLst>
      </pc:sldChg>
      <pc:sldChg chg="addSp delSp mod">
        <pc:chgData name="Rahul Mishra" userId="57c6469e-ac64-4888-811b-35f0aabddbad" providerId="ADAL" clId="{CC66390C-5B9B-4697-B352-00FF26BD1B9E}" dt="2025-04-20T04:31:22.463" v="33"/>
        <pc:sldMkLst>
          <pc:docMk/>
          <pc:sldMk cId="4087702411" sldId="744"/>
        </pc:sldMkLst>
      </pc:sldChg>
      <pc:sldChg chg="addSp delSp mod">
        <pc:chgData name="Rahul Mishra" userId="57c6469e-ac64-4888-811b-35f0aabddbad" providerId="ADAL" clId="{CC66390C-5B9B-4697-B352-00FF26BD1B9E}" dt="2025-04-20T04:31:22.463" v="33"/>
        <pc:sldMkLst>
          <pc:docMk/>
          <pc:sldMk cId="2194219352" sldId="745"/>
        </pc:sldMkLst>
      </pc:sldChg>
      <pc:sldChg chg="addSp delSp mod">
        <pc:chgData name="Rahul Mishra" userId="57c6469e-ac64-4888-811b-35f0aabddbad" providerId="ADAL" clId="{CC66390C-5B9B-4697-B352-00FF26BD1B9E}" dt="2025-04-20T04:31:22.463" v="33"/>
        <pc:sldMkLst>
          <pc:docMk/>
          <pc:sldMk cId="2456420004" sldId="746"/>
        </pc:sldMkLst>
      </pc:sldChg>
      <pc:sldChg chg="del">
        <pc:chgData name="Rahul Mishra" userId="57c6469e-ac64-4888-811b-35f0aabddbad" providerId="ADAL" clId="{CC66390C-5B9B-4697-B352-00FF26BD1B9E}" dt="2025-04-18T17:48:27.205" v="0" actId="47"/>
        <pc:sldMkLst>
          <pc:docMk/>
          <pc:sldMk cId="2144230377" sldId="747"/>
        </pc:sldMkLst>
      </pc:sldChg>
      <pc:sldChg chg="addSp new">
        <pc:chgData name="Rahul Mishra" userId="57c6469e-ac64-4888-811b-35f0aabddbad" providerId="ADAL" clId="{CC66390C-5B9B-4697-B352-00FF26BD1B9E}" dt="2025-04-20T04:20:34.822" v="31"/>
        <pc:sldMkLst>
          <pc:docMk/>
          <pc:sldMk cId="3900354233" sldId="747"/>
        </pc:sldMkLst>
      </pc:sldChg>
      <pc:sldChg chg="addSp new">
        <pc:chgData name="Rahul Mishra" userId="57c6469e-ac64-4888-811b-35f0aabddbad" providerId="ADAL" clId="{CC66390C-5B9B-4697-B352-00FF26BD1B9E}" dt="2025-04-20T04:31:22.463" v="33"/>
        <pc:sldMkLst>
          <pc:docMk/>
          <pc:sldMk cId="1266426284" sldId="748"/>
        </pc:sldMkLst>
      </pc:sldChg>
      <pc:sldChg chg="del">
        <pc:chgData name="Rahul Mishra" userId="57c6469e-ac64-4888-811b-35f0aabddbad" providerId="ADAL" clId="{CC66390C-5B9B-4697-B352-00FF26BD1B9E}" dt="2025-04-18T17:48:27.724" v="1" actId="47"/>
        <pc:sldMkLst>
          <pc:docMk/>
          <pc:sldMk cId="3776676151" sldId="748"/>
        </pc:sldMkLst>
      </pc:sldChg>
      <pc:sldChg chg="del">
        <pc:chgData name="Rahul Mishra" userId="57c6469e-ac64-4888-811b-35f0aabddbad" providerId="ADAL" clId="{CC66390C-5B9B-4697-B352-00FF26BD1B9E}" dt="2025-04-18T17:48:28.024" v="2" actId="47"/>
        <pc:sldMkLst>
          <pc:docMk/>
          <pc:sldMk cId="798658446" sldId="749"/>
        </pc:sldMkLst>
      </pc:sldChg>
      <pc:sldChg chg="del">
        <pc:chgData name="Rahul Mishra" userId="57c6469e-ac64-4888-811b-35f0aabddbad" providerId="ADAL" clId="{CC66390C-5B9B-4697-B352-00FF26BD1B9E}" dt="2025-04-18T17:48:28.983" v="3" actId="47"/>
        <pc:sldMkLst>
          <pc:docMk/>
          <pc:sldMk cId="3431074424" sldId="750"/>
        </pc:sldMkLst>
      </pc:sldChg>
      <pc:sldChg chg="del">
        <pc:chgData name="Rahul Mishra" userId="57c6469e-ac64-4888-811b-35f0aabddbad" providerId="ADAL" clId="{CC66390C-5B9B-4697-B352-00FF26BD1B9E}" dt="2025-04-18T17:48:34.522" v="4" actId="47"/>
        <pc:sldMkLst>
          <pc:docMk/>
          <pc:sldMk cId="386443678" sldId="751"/>
        </pc:sldMkLst>
      </pc:sldChg>
      <pc:sldChg chg="del">
        <pc:chgData name="Rahul Mishra" userId="57c6469e-ac64-4888-811b-35f0aabddbad" providerId="ADAL" clId="{CC66390C-5B9B-4697-B352-00FF26BD1B9E}" dt="2025-04-18T17:48:36.370" v="5" actId="47"/>
        <pc:sldMkLst>
          <pc:docMk/>
          <pc:sldMk cId="2311823656" sldId="752"/>
        </pc:sldMkLst>
      </pc:sldChg>
      <pc:sldChg chg="del">
        <pc:chgData name="Rahul Mishra" userId="57c6469e-ac64-4888-811b-35f0aabddbad" providerId="ADAL" clId="{CC66390C-5B9B-4697-B352-00FF26BD1B9E}" dt="2025-04-18T17:48:37.115" v="6" actId="47"/>
        <pc:sldMkLst>
          <pc:docMk/>
          <pc:sldMk cId="1145930187" sldId="753"/>
        </pc:sldMkLst>
      </pc:sldChg>
      <pc:sldChg chg="del">
        <pc:chgData name="Rahul Mishra" userId="57c6469e-ac64-4888-811b-35f0aabddbad" providerId="ADAL" clId="{CC66390C-5B9B-4697-B352-00FF26BD1B9E}" dt="2025-04-18T17:48:38.153" v="7" actId="47"/>
        <pc:sldMkLst>
          <pc:docMk/>
          <pc:sldMk cId="2807160561" sldId="754"/>
        </pc:sldMkLst>
      </pc:sldChg>
      <pc:sldChg chg="del">
        <pc:chgData name="Rahul Mishra" userId="57c6469e-ac64-4888-811b-35f0aabddbad" providerId="ADAL" clId="{CC66390C-5B9B-4697-B352-00FF26BD1B9E}" dt="2025-04-18T17:48:39.379" v="8" actId="47"/>
        <pc:sldMkLst>
          <pc:docMk/>
          <pc:sldMk cId="2411822954" sldId="761"/>
        </pc:sldMkLst>
      </pc:sldChg>
    </pc:docChg>
  </pc:docChgLst>
  <pc:docChgLst>
    <pc:chgData name="Rahul Mishra" userId="57c6469e-ac64-4888-811b-35f0aabddbad" providerId="ADAL" clId="{312D1C11-0546-479D-80D7-0B12BB5A28A7}"/>
    <pc:docChg chg="addSld modSld">
      <pc:chgData name="Rahul Mishra" userId="57c6469e-ac64-4888-811b-35f0aabddbad" providerId="ADAL" clId="{312D1C11-0546-479D-80D7-0B12BB5A28A7}" dt="2024-10-18T17:19:47.026" v="2"/>
      <pc:docMkLst>
        <pc:docMk/>
      </pc:docMkLst>
      <pc:sldChg chg="modSp mod">
        <pc:chgData name="Rahul Mishra" userId="57c6469e-ac64-4888-811b-35f0aabddbad" providerId="ADAL" clId="{312D1C11-0546-479D-80D7-0B12BB5A28A7}" dt="2024-10-18T17:15:42.793" v="1" actId="20577"/>
        <pc:sldMkLst>
          <pc:docMk/>
          <pc:sldMk cId="545609971" sldId="405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2113216562" sldId="719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848781093" sldId="720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3230534890" sldId="72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2:36:51.1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24447 1483 1297 0,'0'0'263'0,"0"0"-66"0,4-6-26 0,-4 6-5 0,0 0 7 0,0 0-6 0,6-6 4 0,-6 6-4 0,0 0 10 0,0 0 1 0,0 0 12 0,0 0-6 0,2-7 5 0,-2 7 0 0,0 0-3 0,0 0-7 0,0 0-6 0,0-9-14 16,0 9-10-16,0 0-5 0,-3-13-7 15,-2 7-7-15,5 6-5 0,-11-12-7 16,3 7-6-16,-4-5-15 0,1 3-8 16,-3 0-3-16,-4 0-11 0,-3 3-7 0,1 2-11 15,-4 0-8-15,-1 4-8 0,-11 4-1 16,0-1-5-16,4 7-2 0,0 2-3 15,3 1 7-15,0 5 1 0,4 3-6 0,2 2 4 16,2 2 1-16,6 2 0 0,0 1-5 16,5 0-3-16,3-4 2 0,3-4 4 0,3 0-7 15,2 3 3-15,1-4 4 0,7 8-8 16,5-3-4-16,5-1-1 0,4-4 3 16,4-3-5-16,-1-1-3 0,5-4 2 0,-6-5-4 15,-7-3-2-15,4-2-3 16,-6 1-7-16,2-4-17 0,-3 0-14 0,0-2-21 15,0 0-22-15,-1 1-33 0,-1-2-42 16,-13 3-54-16,17-6-69 0,-7 3-75 0,0 1-86 16,-5-1-114-16,-5 3-169 0,13-5 51 15,-4 1-443-15,2 1-575 0</inkml:trace>
  <inkml:trace contextRef="#ctx0" brushRef="#br0" timeOffset="384.41">24650 1641 2981 0,'-10'-6'-15'0,"10"6"41"0,0 0 50 0,0 0 60 0,-23 4 43 0,18 3 28 0,-3 0 11 0,0 1 7 0,-1 7 1 15,0-3-4-15,2-1 0 0,0 3-9 0,3 1 0 16,0-3-6-16,4 2-13 0,0-1-18 15,2 1-14-15,2-3-14 0,1 3-12 16,4-1-19-16,0-3-5 0,2 0-7 0,5-2-11 16,-2-2-4-16,4 0-15 0,0-5-5 15,-2 1-5-15,2-2-8 0,0-3-13 16,0-1 3-16,-5-3-3 0,1-2-2 16,-1 1-11-16,-2-5-1 0,-3-3-2 15,-3-3-5-15,-1 1 5 0,-2 1-11 0,-2 0 4 16,-2 0-2-16,-2 0-6 0,1 4-3 15,-6-1-7-15,0 5-8 0,0 1-32 0,-5 2-61 16,1 3-57-16,2 6-78 0,11-3-76 16,-27 6-69-16,15 0-71 0,5 1-106 15,0 0-157-15,1 0-4 0,6 1 62 0,0-3-379 16,0-5-506-16</inkml:trace>
  <inkml:trace contextRef="#ctx0" brushRef="#br0" timeOffset="1034.32">25076 1651 2823 0,'4'-7'16'0,"-4"7"54"0,4-7 39 0,-4 7 45 16,0 0 16-16,3-7 2 0,-3 7-4 16,0 0 20-16,0 0 9 0,0 0 1 0,-1 28-13 15,-1-16-2-15,0 6-6 0,-2-1-10 16,1 4-14-16,-1 1-5 15,-4-3-10-15,5 3-10 0,-4-5 6 0,5-2 7 16,-1-1 2-16,1-1 0 0,-2-2 1 16,2-3-8-16,1 1 5 0,-1-2-5 0,2-7-4 15,-4 10 4-15,4-10-8 0,0 0-2 16,0 0-18-16,0 0-19 0,0 0-4 16,0 0-8-16,0 0-11 0,29-23-2 0,-18 10-9 15,2-5-4-15,2-2-11 0,2 3-1 16,-3 4-10-16,1-1-3 0,-2-1-5 0,0 7 2 15,-1 0-8-15,0 0-2 0,-1 3-4 16,-1 2-4-16,-10 3-4 0,16 0-4 16,-16 0-9-16,22 6 1 0,-13 0-14 0,-1 2-1 15,0-2-4-15,-3 3 5 16,2 1-3-16,-1-2 2 0,-1 3-1 0,-3-1 13 16,-1 0 0-16,-1 1 2 0,0-3-2 15,0 0 4-15,0-8 4 0,0 14-1 0,0-14 7 16,0 11 3-16,0-11 5 0,2 8 4 15,-2-8-2-15,0 0-4 0,0 0 1 16,0 0 0-16,0 0 1 0,27-17-1 0,-18 7-10 16,6-2 7-16,1 0-6 0,-2-3 4 15,0 3 1-15,-3 5-4 0,3-3 2 0,-3 2-7 16,0 2 1-16,-2 1 0 0,-2 3 1 16,-7 2-2-16,15 0 1 0,-15 0-5 15,14 7 12-15,-9 3-6 0,-1-2 4 16,0 3-6-16,-1-1 4 0,0 2 2 15,1-2 0-15,0 1-2 0,-4 2 0 0,1 1 8 16,-1-2-2-16,0 0-2 0,0-2 1 16,0-1-9-16,0-1-5 0,0-1-30 0,0-7-42 15,0 12-47-15,0-12-60 0,0 10-78 16,0-10-82-16,-1 4-87 0,1-4-99 16,0 0-136-16,0 0-97 0,0 0 78 0,0 0-519 15,0 0-674-15</inkml:trace>
  <inkml:trace contextRef="#ctx0" brushRef="#br0" timeOffset="1351.25">26029 1093 3253 0,'-2'-15'-42'0,"0"3"42"0,0 4 39 0,0-1 39 0,2 4 14 0,0 5-2 0,0 0 11 0,0 0 23 15,0 0 12-15,-24 24 4 0,11 10 17 16,-5 15 24-16,0 10 9 0,-9 24 8 16,0 2-6-16,-2 6-9 0,1 0-18 0,-5 0-13 15,8 0-15-15,-1 2-14 0,-1 0-7 16,7 0-11-16,4-25-11 0,1 2-6 16,-1-7-8-16,3-3-7 0,1-8-15 15,5-11-31-15,0-7-41 0,-3-4-56 0,7-7-52 16,-2-6-64-16,1-5-57 0,4-5-57 15,0-4-48-15,0-3-49 0,0 0-45 16,0 0-57-16,14-24-63 0,-8 9-27 0,3-19-281 16,3-2-354-16</inkml:trace>
  <inkml:trace contextRef="#ctx0" brushRef="#br0" timeOffset="1617.53">25804 1780 2373 0,'2'-15'8'0,"2"4"51"0,-2 5 41 16,1-4 28-16,-1 3 18 15,5 2 19-15,-2 0 1 0,-5 5 4 16,17-4-6-16,-7 4-10 0,-10 0-10 0,27 4-7 16,-14 3-9-16,1 1-1 0,-1 4-2 15,-2 0-4-15,-1 1 8 0,-3-1 12 0,-1 3 15 16,-4-3 23-16,-2 2 20 0,-4 1 13 16,-3-1 7-16,-1 0-12 0,-4 1-5 15,-1-1-26-15,-1-2-8 0,3-2-22 16,0 0-15-16,1-1-12 0,1-4-26 15,0 0-41-15,-2-3-55 0,11-2-77 0,0 0-71 16,-23-9-82-16,20-3-65 0,3-1-66 16,1-11-63-16,13-22-71 0,9-7-105 0,1 1-104 15,12-2 62-15,7-10-353 0,7 0-475 16</inkml:trace>
  <inkml:trace contextRef="#ctx0" brushRef="#br0" timeOffset="1884.41">26391 1175 2578 0,'5'-16'20'0,"-2"1"59"15,-1 5 49-15,0-2 61 0,-2 5 49 16,0-1 31-16,0 8 6 0,2-12-8 16,-2 12-19-16,0-8-27 0,0 8-30 0,0 0-16 15,0 0-15-15,0 0-3 0,-23 39-8 16,8-8-15-16,-3 18 1 0,4 5 36 16,-8 8 23-16,3 1-11 0,2 4-9 0,-4-1-22 15,4-3-12-15,0-5-12 0,-1 0-11 16,4-7-9-16,0-3-12 0,3-13-12 0,1-2-8 15,0-2-13-15,5-9-31 0,-1-5-50 16,3-5-57-16,1-3-61 0,0 0-71 16,0-3-93-16,2-6-90 0,6 6-90 0,-6-6-118 15,0 0-162-15,24-13 51 16,-11 5-535-16,3-5-706 0</inkml:trace>
  <inkml:trace contextRef="#ctx0" brushRef="#br0" timeOffset="2266.19">26491 1748 3246 0,'0'0'-71'0,"0"0"44"0,0 0 41 15,0 0 36-15,0 0 43 0,0 0 44 16,0 0 26-16,0 0 14 0,0 0-2 0,0 0-4 16,0 0-10-16,0 0-9 0,0 0-13 15,20 8-12-15,-20-8-13 0,23-5-10 16,-12 2-9-16,3-3-9 0,1 0-8 0,-1 0-9 15,-3-3-4-15,1-1-6 16,-3 0 8-16,0-3 5 0,0 1 4 0,-6-3 5 0,-1 0-6 16,2 3-3-16,-4-2-10 15,-4 0-5-15,1 4-7 0,-4 2-8 0,-4-1-4 16,2 6-8-16,-5 1-3 0,-5 4 1 16,0 5-5-16,0 1-6 0,-8 9 2 15,7 2-3-15,-4 5-2 0,5-2-9 0,2 2-1 16,2 0 5-16,4-3-4 0,3-3-1 15,5-1 0-15,1-2 1 0,2-1-2 16,3 3 5-16,1-5-13 0,3 1-30 0,4-2-43 16,5-1-61-16,1-3-69 15,2 0-51-15,6-2-65 0,2-2-69 0,2-1-86 16,-3-4-123-16,3 0-49 0,5-4 56 16,0-5-263-16,1 1-342 0</inkml:trace>
  <inkml:trace contextRef="#ctx0" brushRef="#br0" timeOffset="2568.67">27167 1095 2328 0,'-4'-17'31'16,"3"3"48"-16,-1 6 52 0,-2-1 49 16,2 3 36-16,2 6 1 0,-5-9-11 15,5 9-17-15,0 0 4 0,0 0 6 16,-30 26 7-16,13 1 9 0,-4 16 21 0,-2 6 4 15,1 9-5-15,-1 1-15 0,-2 3-23 16,5 4-4-16,2-1-13 0,-3-5-18 16,6-2-16-16,1-5-19 0,-1-6-8 15,5-6-16-15,-1-7-37 0,2-5-35 0,-1-5-49 16,2-7-53-16,3-3-48 0,-1-2-52 16,1-2-67-16,0-3-51 0,1-2-30 0,4-5-26 15,0 0-27-15,0 0-50 0,0 0-57 16,0 0-68-16,0 0-44 0,2-31-315 15,0 19-388-15</inkml:trace>
  <inkml:trace contextRef="#ctx0" brushRef="#br0" timeOffset="2717.63">26792 1717 2402 0,'-8'-8'-23'0,"-2"4"54"0,3-2 45 15,2 2 57-15,5 4 53 0,-14-5 28 16,14 5 14-16,-10-2 0 0,10 2-11 16,0 0-12-16,0 0 1 0,0 0 2 0,0 0-13 15,0 0-20-15,0 0-19 0,33-4-16 16,-8 2-38-16,3 0-65 0,16-2-88 0,2-1-101 15,1 4-101-15,3-1-112 16,13-2-163-16,-2 1-132 0,-8 1 69 16,-4 2-265-16,3 0-340 0</inkml:trace>
  <inkml:trace contextRef="#ctx0" brushRef="#br0" timeOffset="3133.4">27472 1635 2383 0,'-19'2'21'0,"4"0"37"0,3 1 43 16,1 1 37-16,1-3 28 0,10-1-11 16,-12 4 1-16,12-4-5 0,-11 2-3 0,11-2-1 15,0 0 13-15,-7 5 10 16,7-5 3-16,0 0-5 0,0 0-14 0,0 0-15 16,0 0-10-16,30 3-15 0,-30-3-10 0,27-3-11 15,-14 0-10-15,1-1-6 16,-1 0-7-16,-2-1-4 0,-1 0-7 0,-1-2-5 15,-1 1-3-15,-3-1 4 0,2-2 7 16,-5 4 5-16,-2 5-5 0,-2-14-5 16,-7 9-6-16,9 5-5 0,-20-5-8 0,4 3-2 15,-5 6-5-15,-3 1-2 0,-8 5-4 16,-3 6 5-16,2-3-1 0,8 6-1 0,0 1 0 16,2 0-3-16,5 1-4 0,7-1 3 15,2-3-2-15,0-1 1 0,7-1 1 16,2-1-2-16,2-1-1 0,3 1-9 0,2-1 3 15,6 1-4-15,3-2-20 16,2-3-39-16,6-1-45 0,-1-1-41 0,3-3-57 16,-1-1-55-16,4-1-40 0,-1-2-52 15,0-2-69-15,11-1-112 0,-10-2-152 16,-2-2 45-16,3-2-331 0,-4 1-436 0</inkml:trace>
  <inkml:trace contextRef="#ctx0" brushRef="#br0" timeOffset="3700.08">28541 1177 2574 0,'-2'-13'66'0,"-2"2"28"0,2 6 4 0,2 5 2 0,-1-6 9 0,1 6 50 15,0 0 50-15,-14 17 21 0,6 1 7 16,-5 15 5-16,-4 9 9 0,-2 5 9 0,2 7-8 16,-4-2-7-16,2 2-7 15,-2 1-18-15,1-5-17 0,4-1-8 0,-4-4-16 0,8-11-10 16,-2-3-16-16,3-3-18 0,-1-6-16 16,6-6-10-16,0-1-8 0,1-1-12 15,-1-5-10-15,5-1-7 0,-1 0-9 16,0-3 6-16,2-5-4 0,-2 9-3 15,2-9-10-15,0 0-8 0,0 0-1 0,0 0-4 16,18-18-6-16,-4 8-5 0,1-3 0 16,1-1-10-16,6-7 0 0,-3 7-5 0,-1 3-2 15,-3 1 0-15,0-2-6 0,2 6 1 16,1 1-4-16,-4 5-7 0,2 0 1 16,1 3-3-16,-2 2-1 0,-2 4 6 0,1 2 1 15,-5 1-2-15,1 0-1 0,-5 2 1 16,0 1 4-16,-5 0 5 0,-2 1 10 0,-5-1 12 15,-4-1 12-15,0 5 14 16,-1-3 6-16,-6 5 2 0,0-7-1 0,5-1-2 16,0-4-15-16,0-1-44 0,1 1 0 15,-1-2 0-15,2 1 0 0,-1-6 0 16,2 2 0-16,10-4 0 0,-17 2 0 0,17-2-22 16,-13-4-180-16,7-3-70 0,4-2-72 15,4 1-67-15,2-7-72 0,5-3-76 0,9-4-83 16,6-3-93-16,3 1 6 0,10-5-561 15,0 4-748-15</inkml:trace>
  <inkml:trace contextRef="#ctx0" brushRef="#br0" timeOffset="3899.71">28795 1620 3539 0,'11'-7'52'0,"-5"0"90"0,-1 4 57 0,-5 3 41 0,7-5 23 0,-7 5 7 0,0 0-33 16,0 0-20-16,0 0-1 0,0 0 12 15,0 29 4-15,-5-9-26 0,-1 3-20 0,-1 9-16 16,-2 0-21-16,0 3-15 0,-2-2-7 15,4-2-20-15,1-5-38 0,-2-6-46 16,3-1-56-16,1-4-50 0,-2-1-51 0,3 0-56 16,-1-6-57-16,1-1-41 0,-1 0-49 15,4-7-40-15,0 7-48 0,0-7-49 0,0 0-79 16,0 0-74-16,0 0 30 16,14-23-301-16,-8 13-381 0</inkml:trace>
  <inkml:trace contextRef="#ctx0" brushRef="#br0" timeOffset="4015.86">28871 1635 2375 0,'3'-20'-32'0,"3"8"40"0,-6 2 30 16,5 0 21-16,-5 4 8 0,0 6-3 16,0-10-8-16,0 10-12 0,1-11-24 15,-1 11-43-15,0-4-57 0,0 4-78 0,0 0-87 16,4-5-135-16,-4 5-237 0,0 0-115 16</inkml:trace>
  <inkml:trace contextRef="#ctx0" brushRef="#br0" timeOffset="4399.62">28897 1646 1840 0,'0'0'115'0,"0"0"38"0,0 0 28 15,0 7 20-15,0-7 17 0,0 0-5 0,0 0-15 16,-1 11 27-16,1 1 9 0,0-3-2 16,-2 8-14-16,-2 0-21 0,0 0-13 0,3 7-9 15,-6-4-13-15,1 2-9 0,3-1-12 16,-1-3 1-16,0-2-13 0,1-3-5 15,1 0-14-15,-5-1-2 0,7-4-6 0,-1-1-12 16,-1 0-2-16,2-7-3 16,-2 11-1-16,2-11 10 0,0 0-1 0,4 6-9 15,-4-6-8-15,0 0-11 0,0 0-8 16,32-14-9-16,-15 4-2 0,1-2-9 16,4-3-2-16,-1 2-8 0,-3 3-3 0,-5 2-6 15,2-1-1-15,-1 1 0 0,-5 4-9 16,1 0-4-16,-3 3-13 0,-7 1-13 0,17-2-10 15,-17 2-11-15,14 7-16 0,-9-3-17 16,1 2-22-16,-1 0-26 0,2 2-35 16,-3 1-57-16,-1 1-31 0,3-1-28 0,-4 1-27 15,1 0-35-15,1-1-81 0,-2-1-101 16,0 0-119-16,1-1 44 0,-3 0-319 16,3-2-394-16</inkml:trace>
  <inkml:trace contextRef="#ctx0" brushRef="#br0" timeOffset="4717.97">29429 1763 2433 0,'0'0'-4'0,"0"-7"41"15,0 7 37-15,0 0 32 0,0 0 35 16,0 0 24-16,0 0 8 0,0 0 3 0,-21 17-4 16,19-10-2-16,-1 0-7 0,-2 2-7 15,1 1-13-15,3-2-11 16,-1 2-14-16,0 1-9 0,2-3-10 0,0 2-11 15,0-1-4-15,4-2-9 0,-1 1-4 16,4-1-4-16,-4-2-4 0,7 1-7 0,-5-3-3 16,-5-3 0-16,16 7 11 0,-9-6 7 15,-7-1 1-15,0 0 1 0,0 0 14 16,23-7 6-16,-19 3 2 0,0-5 2 0,-2 2-5 16,0-3-12-16,-2-2-8 0,0 0-9 15,0-2-12-15,-2 1-20 0,0-1-37 16,-2-1-53-16,0 3-61 0,-1-2-80 0,-2 7-93 15,2-1-93-15,-1 6-109 16,-3-2-184-16,1 2 1 0,8 2 71 0,0 0-308 16,-21 6-397-16</inkml:trace>
  <inkml:trace contextRef="#ctx0" brushRef="#br0" timeOffset="5165.47">29466 1806 2415 0,'0'0'-37'0,"3"6"34"16,-3-6 41-16,0 0 39 0,6 7 30 15,-6-7 21-15,5 5 9 0,-5-5 20 16,10 5-6-16,-10-5-8 0,13 6-8 0,-7-6-1 16,-6 0-16-16,18 4-9 0,-9-2-6 15,-9-2-17-15,16 2 1 0,-16-2-4 16,0 0 10-16,20-4 1 0,-13 0 9 0,0-2 8 16,-2 0 5-16,-3-3-3 15,2-3-8-15,-2-3-7 0,-2-1-4 0,0-1 2 16,-2-1-6-16,0 1-3 0,-4 0-12 15,5 3-5-15,-6-1-11 0,2 3-8 0,-1 4-5 16,0-1-10-16,1 2-4 0,-1 2-6 16,0 0-7-16,6 5-4 0,-7-7-7 15,7 7 2-15,0 0 0 0,0 0-6 0,0 0 0 16,0 0-2-16,32 2-3 0,-15 0 3 16,2-1-3-16,-2 1 1 0,3-1-2 15,-5 1 1-15,-1 2-1 0,-3-1 6 0,0 1 5 16,1 1 7-16,-3 2 4 15,-2-1 3-15,1 3-2 0,0 1 3 0,-2 2-2 0,-3-1-3 16,1 1 2-16,-2 1-4 0,0-1-2 16,-2 2-4-16,0-3-14 15,1 3-30-15,-2-2-51 0,2 1-60 0,-1-1-70 16,0 1-63-16,2 1-61 0,3 0-85 16,0-2-107-16,7 5-136 0,1-3 53 0,11 3-315 15,5-2-407-15</inkml:trace>
  <inkml:trace contextRef="#ctx0" brushRef="#br0" timeOffset="5416.37">30409 1792 2637 0,'9'-19'97'0,"-3"2"37"0,-5 3 54 0,5 3 48 0,-3 3 37 16,-3-1 17-16,2 2-4 0,-2 7-22 16,0-12-30-16,0 12-22 0,0 0-22 0,0 0-7 15,0 0 2-15,-52 33-5 0,16-1-8 16,-7 4 5-16,-2 9-1 0,-10 13-14 15,-3 6-20-15,7 2-8 0,-2-3-13 0,3-3-16 16,2 1-4-16,12-15-25 0,4-5-43 16,-1-3-57-16,8-3-60 0,7-9-56 0,0-4-70 15,5-5-69-15,5-5-55 0,3-2-39 16,-1-4-63-16,1-3-73 0,5-3-98 16,0 0-57-16,0 0 67 0,0 0-332 0,-2-28-409 15</inkml:trace>
  <inkml:trace contextRef="#ctx0" brushRef="#br0" timeOffset="5581.88">29925 1930 2499 0,'7'-25'13'16,"-1"4"52"-16,-3 7 42 0,1 1 51 0,-1 4 42 15,-1 0 12-15,0 3-7 0,-2 6-18 16,1-10-20-16,-1 10-22 0,0-9-16 0,0 9-14 16,0 0-13-16,0 0-7 0,0 0-17 15,0 0-41-15,0 0-51 0,0 0-55 16,33 17-79-16,-19-10-88 0,2-2-109 15,7-1-194-15,1 1-56 0,5-2 61 16,10 1-158-16,4-3-186 0</inkml:trace>
  <inkml:trace contextRef="#ctx0" brushRef="#br0" timeOffset="5848.59">31347 1233 2093 0,'1'-19'138'0,"3"5"47"15,-4 2 39-15,2 5 35 0,0-1 21 16,-2 8 2-16,0-9-27 0,0 9-30 16,0 0-22-16,0 0 18 0,-18 19 27 15,2 8-3-15,-9 15-1 0,-6 7-3 16,3 8-18-16,-10 19-22 0,2 0-16 0,-1 0-21 16,2-3-12-16,13-13-14 0,-3-2 3 15,4-4-24-15,2 1-39 0,2-6-53 16,0-2-75-16,5-12-68 0,-1-1-60 0,3-14-90 15,3-2-47-15,1-3-41 0,5-5-50 16,-1-3-63-16,2-2-104 0,0-5-96 0,0 0 58 16,0 0-326-16,0 0-416 15</inkml:trace>
  <inkml:trace contextRef="#ctx0" brushRef="#br0" timeOffset="6015.6">30997 1898 2403 0,'-2'-15'-2'0,"1"2"51"15,-3 3 38-15,0 3 39 0,1-1 44 0,-1 2 41 16,4 6 16-16,-8-10 5 0,8 10-11 15,-6-6-14-15,6 6-19 0,-2-7-18 16,2 7-19-16,0 0-20 0,0-10-24 0,0 10-27 16,0 0-48-16,16-2-75 0,-7 0-89 15,6 0-113-15,4 2-128 0,3 0-192 0,-2 2-58 16,3 0 75-16,-4 0-221 0,3 4-259 16</inkml:trace>
  <inkml:trace contextRef="#ctx0" brushRef="#br0" timeOffset="6499.9">31358 2009 2296 0,'-13'2'103'15,"1"0"39"-15,1-1 50 0,11-1 22 0,-14 3 19 16,14-3-25-16,-11 2-18 0,11-2-25 16,0 0-9-16,0 0-18 0,0 0-16 15,-8 4-8-15,8-4-10 0,0 0-6 0,0 0-9 16,0 0-6-16,0 0 2 0,0 0-7 15,34-10 1-15,-22 4-8 0,1-2 2 16,2-3 0-16,-1-4 4 0,4-5 4 16,0-3-3-16,-3-1 5 0,2 1 2 15,-6 0 6-15,2 6 7 0,-4 0 4 0,-6 3 10 0,5 0 3 16,-5 5-17-16,2 0-5 16,-3 2-20-16,0-1-10 0,-2 8-7 15,0 0-4-15,-9-7-8 0,9 7-6 0,0 0-4 16,-11-2-11-16,11 2-1 0,0 0-1 15,0 0-12-15,0 0-1 0,0 0 7 0,0 0-10 16,0 0 5-16,0 0-2 0,25 13 3 16,-10-13-2-16,1 2-3 0,3 0 4 15,-2 0-7-15,-3 0 6 0,-3-2-2 0,-11 0 0 16,19 3 0-16,-10 0 7 0,-1 1 19 16,-1 1 3-16,0 5 8 0,0-2-1 15,-1 3-15-15,-4-1 9 0,3 4 1 16,-3-2-13-16,2 0-2 0,-3 2 11 15,2-1-16-15,1-1-5 0,-4-2-40 0,2 2-41 16,0-1-56-16,-1-5-75 0,3 3-75 16,-2-2-69-16,4 1-85 0,-3-3-122 0,6-1-210 15,0 1 51-15,-2-2 68 0,2 1-390 16,3 0-506-16</inkml:trace>
  <inkml:trace contextRef="#ctx0" brushRef="#br0" timeOffset="6848.66">32007 1928 2915 0,'-4'-6'70'0,"4"6"52"0,-5-5 57 0,5 5 43 0,0 0 27 0,-6-9-4 0,6 9-8 16,0 0-19-16,-2-7-20 0,2 7-20 16,0 0-14-16,0 0-18 0,0 0-16 0,8-13-23 15,-3 9-14-15,-5 4-19 0,12-10-14 16,-4 3-6-16,-3 2-9 0,3-4-10 0,0 3-8 15,-2-3 1-15,-3 4-5 0,1-2 1 16,-4 7 3-16,6-10 1 16,-6 10 4-16,1-7-6 0,-1 7-5 0,0 0-1 15,-13-5 7-15,13 5 2 0,0 0-1 0,-32 14 3 16,16-5 9-16,2 2 1 0,-2 3 0 16,1 1-1-16,1-1-7 0,-6 4-2 15,6-2-5-15,7-1-7 0,-1-3 1 16,3 1-2-16,2-4-19 0,1 3-40 0,0-3-48 15,4 0-81-15,5-1-102 0,2-1-113 16,2-3-139-16,3-3-191 0,2 2 15 16,2-3 72-16,0 0-357 0,7-6-462 0</inkml:trace>
  <inkml:trace contextRef="#ctx0" brushRef="#br0" timeOffset="7248.9">32495 1843 2676 0,'0'0'-20'0,"0"0"36"16,-20 5 39-16,20-5 32 0,-11 4 11 16,11-4 2-16,0 0 4 0,-9 3 6 0,9-3 11 15,0 0 17-15,0 0-1 0,-5 5 1 16,5-5-1-16,0 0-4 0,0 0-10 16,0 0-9-16,19 7-7 0,-19-7-8 0,15 0-8 15,-15 0 7-15,0 0 2 0,21-3-7 16,-21 3-4-16,15-4 8 0,-7-3 9 15,-2 4 12-15,-3-4 5 0,-3 7-6 16,10-10 1-16,-10 3-6 0,0 7-23 16,0 0-3-16,-11-12-6 0,0 10-12 0,11 2-9 15,-25 6 10-15,5 0-4 0,-9 5 12 16,3 4-3-16,1 4 2 0,3-2 6 0,6 0-3 16,5-2 8-16,-1 2-4 0,6-1-8 15,1-3-11-15,3-1 3 0,2 0-9 16,4-1-4-16,1-1-16 0,2 0-39 0,5 0-41 15,1-5-57-15,5 3-73 16,-1-4-87-16,-2-2-81 0,2-2-85 0,-3 0-115 16,-1-2-189-16,-5 0-2 0,-8 2 90 15,7-6-443-15,-7 6-554 0</inkml:trace>
  <inkml:trace contextRef="#ctx0" brushRef="#br0" timeOffset="7986.5">22792 1560 3048 0,'-14'2'29'0,"14"-2"18"0,-19-2 11 0,19 2 14 0,0 0 26 0,0 0 37 0,0 0 28 16,0 0 10-16,0 0 0 0,86-2-9 0,-39 2-12 16,18 0-19-16,4 0-11 0,2 0-15 15,1 0-8-15,-8 0-15 16,-10 0-34-16,-6 2-41 0,-14-2-53 0,-7 0-68 0,-9 0-62 15,0 2-88-15,-13-2-126 16,-5 0-214-16,0 0-20 0,0 0 70 0,0 0-183 16,0 0-226-16</inkml:trace>
  <inkml:trace contextRef="#ctx0" brushRef="#br0" timeOffset="8867.9">22805 2565 2182 0,'-21'0'73'0,"6"-2"3"0,2 2 9 0,3 0 23 0,10 0 8 0,-15-2 10 0,15 2-4 16,0 0-16-16,0 0-1 0,0 0 6 15,0 0-5-15,0 0-10 0,75-2-4 16,-12 2-11-16,8 0-9 0,5-3-3 16,5 0-23-16,1 1 6 0,-3-2-4 0,-4 1-8 15,-7 0-4-15,-18 1-3 0,-8-1-2 16,-12 1-1-16,-5 0-9 0,-8 2 1 0,-1-2-6 15,-7 2 8-15,-9 0-12 0,7 0-9 16,-7 0-37-16,0 0-43 0,0 0-63 0,11-3-77 16,-11 3-125-16,0 0-194 0,5-10-21 15,-1 6 65-15,1-1-102 16,3-2-93-16</inkml:trace>
  <inkml:trace contextRef="#ctx0" brushRef="#br0" timeOffset="11797.47">24298 2474 1684 0,'0'-7'55'0,"0"7"29"0,0 0 32 0,3-10 30 0,-3 10 22 0,0-7 21 0,0 7 24 0,0 0 19 15,0-11 6-15,0 11 2 16,0 0-7-16,0 0-18 0,0-8-18 0,0 8-20 16,0 0-23-16,0 0 12 0,0 0 8 15,-12 43-3-15,3-7-12 0,0 5 2 0,-5 10-5 16,-1-2-4-16,-1 1-25 0,5-13-12 15,-1 1-7-15,3-2-12 0,0-2-5 16,-3-5-15-16,4-4-5 0,5-8-7 0,-3 0-6 16,3-5-1-16,1 0-8 0,0-4-3 15,-3 1 2-15,5-9 0 0,-2 8 2 0,2-8-8 16,0 0-7-16,0 0-2 0,0 0-4 16,0 0-2-16,11-24-4 0,-10 11-1 15,3-4 3-15,0-2-12 0,-1-3 6 16,5-11-6-16,0-4-7 0,1 1-1 0,3-3 0 15,3-7-9-15,4 3-5 0,2 0-3 16,0 3-3-16,6 5-6 0,-9 5 3 16,6 5-2-16,-1 1 3 0,2 5-2 0,-3 2 2 15,-3 6-1-15,1 5 5 0,-6 3 2 16,0 1-8-16,1 4 7 0,-1 1-2 0,-1 3 3 16,0 3 1-16,-1 2-1 15,-5 0 1-15,-1 3 5 0,-5 3 1 0,-2-1 5 0,-3 8-4 16,-9 6 4-16,-3 1-1 0,0-2 0 15,-6 0 3-15,-1-2 3 0,4-4 2 16,0-2-4-16,4-5 3 0,2-3 4 16,4-4 11-16,0-1 20 0,4-3-1 15,-3-1-10-15,8-4 1 0,0 0-5 0,0 0-5 16,0 0 0-16,0 0 5 0,0 0-9 16,0 0-3-16,0 0-1 0,0 0-9 0,0 0 4 15,0 0-2-15,0 0 8 0,0 0-10 16,17 19 2-16,-5-7-1 0,1 1 9 0,1 1-7 15,1 1 0-15,4 6-1 0,-4-5 1 16,0-1-7-16,-3-3 2 0,0 0 3 16,-3-1-3-16,-2-3 0 0,1 1-12 15,-4-2-25-15,2-2-27 0,-3-1-44 16,3 0-50-16,-6-4-67 0,7 5-83 0,-7-5-94 16,9 1-105-16,-9-1-100 0,0 0-121 15,0 0 59-15,22-8-446 0,-14 2-581 0</inkml:trace>
  <inkml:trace contextRef="#ctx0" brushRef="#br0" timeOffset="12131.95">24831 2731 2969 0,'0'0'-16'0,"-4"-8"35"0,4 8 30 0,0 0 45 0,-12-2 25 0,12 2 22 0,0 0 9 0,0 0 8 15,-22 14-3-15,13-6-9 0,6 1-9 0,-3 1 2 16,4 0 6-16,1 2-8 15,-1-1-6-15,2-1 2 0,2 0 5 0,-1 0 1 16,7-1 5-16,-5-1 1 0,8-3-13 16,-2 1-12-16,5-3-12 0,-1 0-11 15,1-3 0-15,4-3-15 0,0 2-7 0,-4-3-5 16,6 0 0-16,-7-1 13 16,1-1 2-16,-3 0 4 0,-2-4-11 0,-4 2 0 0,-2-3-4 15,1 1-3-15,-4-4-15 0,-4-3-7 16,0 2-3-16,-2-4-12 0,-1-1 7 0,1 8-16 15,-1-2-7-15,-2 0-31 0,0 4-42 16,2 2-52-16,-2 4-72 16,0 0-80-16,2 4-91 0,7 0-89 0,-18 6-130 15,13-4-207-15,-1 4 68 0,6-6-515 16,-2 12-685-16</inkml:trace>
  <inkml:trace contextRef="#ctx0" brushRef="#br0" timeOffset="12481">25336 2623 3356 0,'0'0'-23'0,"0"0"32"0,0 0 36 0,-29-4 32 15,29 4 16-15,-17 12 15 16,4 3 3-16,-1-1 6 0,-3 9-4 0,2 3-12 16,0 0-3-16,1-1 8 0,5-3-6 15,1-3-2-15,5-3-3 0,0 1 8 0,3-4 2 16,0-1 8-16,3 0 13 0,0-3 0 15,7-1-14-15,-1 0-6 0,1-2-5 0,3-3-8 16,3-3-9-16,-16 0-5 0,30-5-5 16,-13 1-12-16,-1-4-2 0,-2 0-1 15,0 1 17-15,-3-3 16 0,-2-2 7 16,2 0 5-16,-8-3-6 0,1-1-11 0,-2-1-8 16,-4-2-7-16,-2 0-1 0,3-3-23 15,-3 5-4-15,-5 4-12 0,4-1-9 16,-2 2-31-16,-4 3-42 0,4 3-48 0,-4 4-64 15,11 2-64-15,-20 2-78 0,9 4-89 16,-1 3-116-16,1-1-172 0,4 1-33 16,0-2 62-16,2-2-414 0,5-5-539 0</inkml:trace>
  <inkml:trace contextRef="#ctx0" brushRef="#br0" timeOffset="12898.02">25724 2419 3064 0,'5'-24'83'0,"-3"4"52"0,-1 3 69 16,3 3 47-16,-4 1 21 0,2 5 15 0,-2-1-9 16,2 2-35-16,-2 7-27 0,0-9-29 15,0 9-14-15,0 0 8 0,0 0-9 16,-14 29-20-16,3 0-2 0,0 4-14 0,-7 13-14 16,3 3-15-16,3-3-7 0,5-5-10 15,-2-3-4-15,0-1-10 0,4-2-26 0,-1-2-17 16,4-9-44-16,1-5-42 15,-1-2-49-15,2-5-53 0,0-2-32 0,0-1-13 16,0-4-44-16,0-5-33 0,3 5-26 16,-3-5-17-16,0 0-14 0,0 0-7 0,0 0 5 15,0 0 4-15,4-19 25 0,-4 19 22 0,-5-17 46 16,-1 5 61-16,1 0 53 16,-2 2 52-16,0 2 41 0,-1-1 32 0,3 2 36 15,-4 0 25-15,4 3 16 0,-3 0 5 16,8 4 10-16,-9-4 6 0,9 4 9 15,0 0 9-15,-8-1 22 0,8 1 2 0,0 0-6 16,0 0-4-16,0 0-13 0,23-6-23 16,-7 3 2-16,4-4-29 0,-1 2-61 0,6-2-68 15,10-2-70-15,-3-1-95 0,0 0-139 16,4 1-194-16,3 1 20 0,-5 0-181 0,-3 3-212 16</inkml:trace>
  <inkml:trace contextRef="#ctx0" brushRef="#br0" timeOffset="13580.82">26335 2950 2256 0,'-14'6'148'0,"3"-2"36"0,2-1 36 0,9-3 40 0,-11 5 18 0,11-5 4 0,0 0-17 0,-7 4-17 15,7-4-24-15,0 0-20 0,0 0-19 0,0 0-15 16,29-22-19-16,-15 13-16 16,11-7-15-16,2-1-11 0,0-3-13 0,2 1-8 15,-3-6-10-15,3 3-10 0,1-11-4 16,5 3-10-16,-5-3-7 0,1-1 0 0,-6 6-11 15,-3 1-2-15,1 1-5 0,-4 3 2 16,-4 8-8-16,-3 1-3 0,-5 4-3 16,1 3-5-16,-5 1-6 0,3 0 0 0,-6 6-2 15,5-3 0-15,-5 3 0 16,0 0 4-16,0 0-4 0,0 0-2 0,-9 19 0 0,7-6-3 16,2-1 1-16,0 2 4 15,2 3-5-15,4 2 7 0,0 2-2 0,2 0 3 16,-1-3 0-16,0 3-1 0,2-2 5 15,-4-2 9-15,-1 0 8 0,-2-1 3 0,0-1 13 16,-4 2 20-16,0-2 12 0,-3 1 9 16,-8-1-18-16,4 1 1 0,-2-1-5 15,-3-1-6-15,1 0-2 0,1-5-4 0,-1 1-8 16,2 0-1-16,-1-3-8 0,-1-1-13 16,3 0-27-16,-1-4-45 0,0-1-44 0,11-1-57 15,0 0-70-15,-19-7-79 16,15-1-81-16,6-5-73 0,3-7-68 0,13-11-68 15,9-11-81-15,7-1 24 0,4-2-378 16,1-1-501-16</inkml:trace>
  <inkml:trace contextRef="#ctx0" brushRef="#br0" timeOffset="14233.09">27036 2397 2707 0,'7'-28'-33'0,"2"5"57"0,-3 0 46 16,2 2 59-16,-2 1 69 0,-1 1 36 16,3 3 27-16,-4-1 13 0,-3 7 0 0,4-2-20 15,-3 5-26-15,0 2-27 0,-2 5-18 16,0 0 27-16,0 0 14 0,0 0-17 0,-12 53-6 15,1-17-14-15,-5 10-1 0,-3 4 4 16,2 4-20-16,-2-1-14 0,2-2-22 16,-3 2-2-16,2-5-14 0,2-1-12 0,1-11-8 15,3-4-8-15,1-5-13 16,2-2-6-16,4-8-5 0,0-3-10 0,1-5-2 16,2 0-3-16,2 0-5 0,0-9-3 15,0 0-6-15,12 4-1 0,-12-4-8 0,24-10-3 16,-4-2 2-16,5-3-8 0,-7 0-2 15,0 5 4-15,-2-2-6 0,-5 3 1 16,-2 4-6-16,1 0-7 0,-3 0-7 0,-7 5 3 16,0 0 2-16,0 0 3 0,24 11 4 15,-21-2-8-15,3 3 5 0,-3-2-2 0,3 2 1 16,0 5 0-16,2-3-4 16,-3 1 5-16,5-4-1 0,-1 3 5 0,1-2-2 15,-1-3-4-15,0-3 5 0,5 1-8 16,3-3 0-16,2-3 0 0,1-2 0 0,4-3 0 15,11-3 0-15,-3-2 0 0,-1 0 0 16,-3-4 0-16,-2-1 0 0,-5 5 0 16,-3-4 0-16,-3 1 0 0,-3 4 0 0,-3-3 0 15,-2 4 0-15,1 1 0 0,-2-1 0 16,-6 7 0-16,4-7 0 0,-4 7 0 0,0 0 0 16,0 0 0-16,0 0 0 15,0 0 0-15,-21 17 0 0,15-10 0 0,4 1 0 16,-1-2 0-16,3-6 0 0,-4 11 0 15,4-11 0-15,-3 12 0 0,3-12 0 16,3 6 0-16,-3-6 0 0,0 0 0 0,0 0 0 16,15 0 0-16,-15 0 0 0,0 0 0 15,21-12 0-15,-15 8 0 0,-3-1 0 0,3-1 0 16,-3-2 0-16,4 2 0 0,-5-3 0 16,0 1 0-16,-2-1 0 0,0 0 0 0,0-1 0 15,0 2 0-15,-2-1 0 0,0 2 0 16,-3-1 0-16,3 1 0 0,-3-2 0 15,-1 4-103-15,-1 2-135 0,7 3-70 16,-12-5-85-16,12 5-74 0,-9 0-84 16,9 0-88-16,0 0-123 0,0 0 25 0,-2 12-621 15,2-12-813-15</inkml:trace>
  <inkml:trace contextRef="#ctx0" brushRef="#br0" timeOffset="14548.97">27624 2759 3590 0,'11'-7'-9'0,"-11"7"67"0,0 0 67 0,0 0 49 0,0 0 35 15,7-4 16-15,-7 4 2 0,0 0-1 16,0 0-20-16,0 0-12 0,0 0 10 0,0 0 16 16,0 0-5-16,0 0-3 0,5 12-13 15,-5-12-12-15,2 9-14 0,-2-9-15 16,4 10-8-16,-4-10-11 0,6 10-13 0,-1-6-6 16,2 1-14-16,0 0-7 0,0-1-12 15,3-1-7-15,2-1-8 0,-12-2-8 0,20 0-2 16,-20 0-7-16,21-2-6 15,-21 2 1-15,20-5-6 0,-13 1-1 0,-2 1-7 16,1-2-20-16,-2-2-16 0,-4 7 0 16,4-14 0-16,-4 4 0 0,0 1 0 15,0-4 0-15,-1-1-8 0,-2 0-114 0,1-1-57 16,-2-1-55-16,0 3-65 0,3 3-72 16,-1-2-83-16,0 5-86 0,-2-1-83 0,2 2-113 15,2 6 0-15,6-11-587 0,-1 6-779 16</inkml:trace>
  <inkml:trace contextRef="#ctx0" brushRef="#br0" timeOffset="14764.26">28132 2397 3473 0,'5'-21'-34'15,"-1"5"66"-15,-1-2 67 0,-3 3 77 16,2 1 55-16,0 2 34 0,0-1 19 16,0 1 3-16,-2 6-11 0,0-3-34 0,0 9-30 15,0-12-27-15,0 12-17 0,0 0-8 16,0 0-23-16,-19 33-8 0,4-2-7 0,-4 12-10 15,0 3-14-15,-2 4-12 0,0 1-9 16,2 2-1-16,-2-4-63 0,2 0-70 16,2-4-74-16,6-9-73 0,-2-5-67 15,6-6-86-15,3-4-67 0,3-6-82 16,1 0-73-16,3-8-119 0,5 0 55 0,0-1-390 16,5-5-506-16</inkml:trace>
  <inkml:trace contextRef="#ctx0" brushRef="#br0" timeOffset="15148.75">28274 2614 2717 0,'21'-38'3'0,"-3"6"68"0,-5 5 63 16,-4 6 79-16,1 4 62 0,-4 4 48 0,-1 2 27 16,-1 1 4-16,-2 0-17 0,-1 3-28 15,3 0-31-15,-4 7-27 0,0 0-27 16,0 0-16-16,0 0-13 0,-26 22-12 16,7-1-16-16,-2 4-13 0,-6 12-17 15,3 0-10-15,-1 1-11 0,0 0-15 0,2-2-8 16,4-7-10-16,0-2-7 0,6-3-10 15,1-5-5-15,5-4-8 0,-1-3-5 0,2-3-19 16,0 1-14-16,4-3-10 0,-1 0-4 16,3-7-6-16,-4 8-10 0,4-8-19 15,0 0 0-15,0 0-5 0,0 0 2 0,0 0 10 16,0 0 4-16,0 0-6 0,0 0 2 16,0 0-7-16,0 0 0 0,-23-4 1 0,23 4 4 15,-11 6 2-15,3-1 1 0,2 2 2 16,0 0-4-16,1 1-3 0,-1-1-17 15,4 0-19-15,1 0-23 0,1-7-19 16,-4 13-22-16,4-13-20 0,5 12-35 16,1-10-50-16,-6-2-53 0,19 4-43 0,2-4-8 15,6 0-25-15,15-4-59 0,1-2-86 16,15-2-121-16,1-5 28 0,2-3-319 0,3-4-401 16</inkml:trace>
  <inkml:trace contextRef="#ctx0" brushRef="#br0" timeOffset="15598.07">29118 2261 2627 0,'-2'-24'45'0,"-1"5"40"0,1 4 42 16,-4 3 69-16,4 2 29 15,1-1 18-15,-1 5-6 0,-3 1-18 16,5 5-19-16,-9-6 8 0,9 6 14 0,-23 19 13 16,-1 7 14-16,-9 11 5 0,0 8 7 15,1 4 1-15,-2 3-17 0,-8 17-20 0,12-16-20 16,3 3-16-16,-4-4-20 0,6 0-16 15,0-5-10-15,7-5-16 0,0-10-11 0,7-3-13 16,-3 0-9-16,7-9-6 0,0-6-10 16,3-2-7-16,0-2-6 0,0-3-8 15,4-1 1-15,0-6-8 0,0 0-3 0,0 0-34 16,0 0-13-16,0 0 0 16,0 0 0-16,37-23 0 0,-24 10 0 0,2 0 0 15,7-7 0-15,-4 8 0 0,-3 0 0 16,0 4 0-16,-2 1 0 0,-1 4 0 0,0 1 0 15,-3 0 0-15,-9 2 0 0,21 9 0 16,-14-2 0-16,5 3 0 0,-4 2 0 16,-3 1 0-16,1 3 0 0,-4 1 0 0,1-1 0 15,-3-1 0-15,-5 1 0 0,3 0 0 16,-4 0 0-16,-1-2 0 0,0 0 0 0,-2-2 0 16,2-2 0-16,0 2 0 0,-3-2 0 15,0-4 0-15,5-1 0 0,-5-4 0 0,10-1 0 16,-15 2 0-16,15-2 0 0,-15-5-414 15,9 0-94-15,2-4-80 0,2-3-100 16,2-5-179-16,6-3 83 0,9-11-693 16,5 2-924-16</inkml:trace>
  <inkml:trace contextRef="#ctx0" brushRef="#br0" timeOffset="15963.28">29215 2830 3695 0,'9'4'-109'0,"-2"-2"67"0,-7-2 53 0,7 2 66 0,-7-2 59 0,0 0 53 0,12 4 26 15,-12-4 11-15,0 0 0 0,0 0-1 0,0 0-3 16,0 0-7-16,13 0-19 0,-13 0-6 16,0 0-15-16,0 0-9 0,0 0-12 15,0 0-15-15,22-3-13 0,-22 3-15 16,11-5-6-16,-11 5-8 0,9-4-8 16,-3-2-16-16,0-1-4 0,-1 0-5 0,-3-3-6 15,0 1-13-15,0-1-1 0,-4 0-10 16,-2-1-9-16,-1 3-4 0,-5-1-4 0,-1 3 4 15,0 4-6-15,-5 0-10 0,-1 6 6 16,-4 4-4-16,-6 7 1 0,2 4 1 0,2 2-6 16,3 3 2-16,0 1-2 15,7 1 5-15,3-1 3 0,8-4 6 0,1-1-2 16,2-2-15-16,6 3 13 0,0-2-9 0,6-2-1 16,1-3-26-16,1-6-31 0,2-1-35 15,4 1-45-15,0-6-57 0,-2 0-57 16,8-4-78-16,0-1-96 0,-3-4-106 15,13-3-134-15,-7-4-81 0,1 0 74 0,3-4-472 16,-2 2-607-16</inkml:trace>
  <inkml:trace contextRef="#ctx0" brushRef="#br0" timeOffset="17763.62">30218 2203 3258 0,'-4'-12'67'0,"4"2"58"0,0 3 47 15,0 7 30-15,-2-10 10 0,2 10-4 0,0 0 22 16,0 0 30-16,-29 22 24 16,9 5 6-16,-7 13-8 0,1 8-6 0,-5 5 1 15,2 3-11-15,1 3-29 0,-1 2-21 16,0-3-11-16,3 0-18 0,3-3-15 16,0-4-17-16,-2-3-5 0,10-4-14 0,0-12-13 15,1 0-13-15,5-11-19 0,3-4-91 16,1-4 0-16,-1 0 0 0,2-5 0 0,2 0 0 15,0-2 0-15,2-6 0 0,0 0 0 16,4 8 0-16,-4-8 0 0,0 0 0 16,28-13 0-16,-12 5 0 0,-1-1 0 15,2 0 0-15,-2-2 0 0,-1 5 0 16,-3-1 0-16,-3 3 0 0,2 0 0 0,-10 4 0 16,13-6 0-16,-13 6 0 0,0 0 0 15,15 4 0-15,-15-4 0 0,9 10 0 0,-1-3 0 16,-2-1 0-16,4 1 0 0,-5 0 0 15,2-1 0-15,4-1 0 0,-2 1 0 0,0-1 0 16,1 1 0-16,1-5 0 0,2 1 0 16,3 0 0-16,2-4 0 0,4 0 0 15,-3 1 0-15,6-4 0 0,-3-1 0 0,1 0 0 16,0-1 0-16,8-5 0 0,-8 0 0 16,-3 3 0-16,-2-1 0 0,-5 0 0 15,-3 6 0-15,1-1 0 0,-4-1 0 0,2 2 0 16,-9 4 0-16,13-8 0 0,-13 8 0 0,7-2 0 15,-7 2 0-15,0 0 0 16,0 0 0-16,0 0 0 0,0 0 0 0,0 0 0 16,21 4 0-16,-21-4 0 0,0 0 0 15,10 6 0-15,-10-6 0 0,0 0 0 16,0 0 0-16,12 2 0 0,-12-2 0 0,0 0 0 16,0 0 0-16,0 0 0 15,20-4 0-15,-20 4 0 0,0 0 0 0,12-4 0 0,-12 4 0 16,0 0 0-16,0 0 0 0,0 0 0 15,0 0 0-15,0 0 0 0,7 8 0 16,-7-8 0-16,-3 17 0 0,-1-4 0 16,-3 3 0-16,4 1 0 0,-3 5 0 0,3 0 0 15,-3 1 0-15,2-1 0 0,-1-3 0 16,0-2 0-16,0-2 0 0,-1 0 0 16,-1-1 0-16,1 0 0 0,-2-1 0 0,-1-1 0 15,-2-3 0-15,-2 2 0 0,-1-2 0 16,-4 1 0-16,0-3 0 0,0 1 0 0,3-2 0 15,0-2 0-15,0 2 0 16,1-5 0-16,1 1 0 0,3 0 0 0,10-2 0 0,-19 2 0 16,19-2 0-16,0 0 0 15,-10-11 0-15,10 11 0 0,18-20 0 0,5-1 0 16,13-6 0-16,7-3-81 0,13-2-118 16,21-15 11-16,6-6 5 0,4-8-7 15,9-1 1-15,3-7 12 0,0-3 17 0,0-1 6 16,-9-1 16-16,-12 2 16 0,-11 3 15 15,-10 6 34-15,-23 19 34 0,-7 7 27 0,-12 6 9 16,-5 10 5-16,-10-1 3 0,-7 7 1 16,-4 1-3-16,-15-1 0 0,-7 6 4 0,1 9 5 15,-10 2 14-15,-9 13 12 16,-5 6 25-16,3 8 4 0,0 5 7 0,-15 15 10 16,7 0 5-16,16-4 4 0,-7 13-13 15,16-8-2-15,6-1-10 0,-1 1-4 0,8 0-4 16,9-2-12-16,2-7 0 0,6-5-2 15,4 0 2-15,4-6-14 0,4 2 7 16,4-3-13-16,1-8-5 0,3-6-8 0,0-1-14 16,8-4-8-16,-2-1-8 0,3-3 13 15,2-6-3-15,-4 0 3 0,-2 0-7 0,0-3 11 16,1 0 8-16,-4-2-7 0,0 1 19 16,-3-1 16-16,-1 1 8 0,-1 1 11 0,-4-1 4 15,-7 4-1-15,16-4 2 0,-16 4-14 16,11-2-9-16,-11 2-9 0,0 0-2 15,0 0-2-15,0 0-1 0,18 5-2 16,-18-5-1-16,3 5-8 0,-3-5-2 16,10 7-1-16,-10-7 0 0,9 9-3 0,-4-8-9 15,6 4-2-15,0-3-18 0,1 1-12 16,2-3-4-16,0 0-8 0,5 2-1 0,-3-2 5 16,0 0 4-16,0-2 2 0,-1 2 15 15,-15 0-5-15,23 0 2 0,-14 0-2 0,-9 0 9 16,18 0 16-16,-18 0-2 0,0 0 1 15,16 0 5-15,-16 0-3 0,0 0-1 0,16 0 2 16,-16 0-3-16,0 0 2 16,15 0-1-16,-15 0 8 0,12 2-4 0,-12-2 6 15,16 2-5-15,-6 0 0 0,-10-2-2 16,21 1 3-16,-9-1 1 0,-12 0-6 16,28 0 6-16,-17 0 1 0,2 0-2 0,-13 0-1 15,23 0-1-15,-12-1 0 0,-11 1 2 16,18-2 12-16,-18 2 14 0,16 0 14 0,-16 0 13 15,11-2 3-15,-11 2-4 0,0 0-6 16,18-2-5-16,-18 2-7 0,0 0-3 0,12 0-30 16,-12 0-7-16,10-3 0 0,-10 3 0 15,12-3-79-15,-9-2-41 0,5 1-31 0,-1-1-27 16,0-2-29-16,0-1-19 16,2-3-9-16,0-1 6 0,7-3 4 0,4-7 18 15,-2-7-4-15,3 3 35 0,8-12 9 16,0-4 29-16,1 0 10 0,2-1 19 0,-3 6 33 15,-9 11 31-15,-2 1 28 0,-7 10 25 16,-1 1 19-16,-1 5 9 0,-5 3 3 16,0 4 32-16,-4 2 35 0,0 0 9 0,-13 22 11 15,-7 2 15-15,0 6 16 0,-7 6 12 16,-1 5 3-16,1-2-18 0,-2 2-10 0,3 1-15 16,1-4-14-16,1 0-13 0,4 4-6 15,4-11-8-15,2-2-13 0,0-2-7 16,3-6-30-16,2-3-33 0,0 0-41 0,2-5-50 15,-1-2-44-15,5-1-49 0,1-2-49 16,-2-3-35-16,-1 1-45 0,5-6-30 16,-7 6-8-16,7-6 32 0,0 0 43 15,0 0 52-15,-13-13 47 0,10 5 48 0,-4-3 50 16,1-3 65-16,1 2 68 0,-1 2 58 16,5-2 42-16,-3 2 28 0,0 1 36 0,2 1 23 15,0-1 11-15,0 3 12 0,2 6-11 16,-2-13-14-16,2 13-14 0,0-10-20 0,6 3-24 15,2 1-17-15,6-3-22 0,15-3-17 16,5 4-47-16,9-4-47 0,9 2-83 16,6 4-112-16,3-1-119 0,0 0-112 0,0 6-149 15,-13-5-234-15,2 0-30 16,-5 2 72-16,1 2-575 0,-3-1-765 0</inkml:trace>
  <inkml:trace contextRef="#ctx0" brushRef="#br0" timeOffset="28310.99">12228 5654 350 0,'0'-9'101'0,"0"9"10"0,0-9 12 0,0 9 0 0,-1-9 1 0,-1 4 2 16,2 5 2-16,-2-8 0 0,2 8 11 0,-2-11 21 15,2 11 0-15,0-8 12 0,0 8 3 16,-2-9-3-16,2 9-2 0,0 0-13 0,0-12-12 16,0 12-15-16,-3-7-10 0,3 7-14 15,0 0-20-15,0 0 1 0,0-8-9 16,0 8-21-16,0 0-28 0,0 0-27 16,0 0-33-16,0 0-25 0,0 0-34 15,0 0-32-15,0 0-35 0,0 0-42 0,0 0-26 16,12 17-60-16,-12-17-85 0,6 8-285 15,-2-3-150-15</inkml:trace>
  <inkml:trace contextRef="#ctx0" brushRef="#br0" timeOffset="28461.9">12306 5724 1665 0,'5'6'-73'0,"-5"-6"37"0,0 8 23 16,0-8 25-16,2 6 11 0,-2-6 12 0,0 0 2 15,0 6 4-15,0-6-3 16,0 0-8-16,0 7 0 0,0-7-6 0,1 8-5 15,-1-2-27-15,2 2-52 0,2-3-73 16,-2 3-82-16,0-1-267 0,-1 3 12 0</inkml:trace>
  <inkml:trace contextRef="#ctx0" brushRef="#br0" timeOffset="28629.63">12411 6059 1254 0,'-1'12'-29'0,"1"-12"18"0,-2 11 12 15,2-11 14-15,-2 7 1 0,2-7 10 16,0 0-6-16,0 10 1 0,0-10-4 16,2 7 2-16,-2-7-7 0,3 8-10 15,-3-8-32-15,6 9-26 0,-2-4-45 0,-1 0-46 16,-1 2-203-16,2-2 135 0</inkml:trace>
  <inkml:trace contextRef="#ctx0" brushRef="#br0" timeOffset="28728.95">12469 6229 882 0,'0'0'-67'0,"-2"8"-11"0,2-8-50 16,-4 8-80-16,1-4 71 0</inkml:trace>
  <inkml:trace contextRef="#ctx0" brushRef="#br0" timeOffset="29213.09">12544 6541 619 0,'0'0'37'0,"6"-21"19"0,-3 15 15 0,-3 6 5 15,2-7 11-15,-2 7 17 0,1-7 15 16,-1 7 17-16,0 0 16 0,0-12 8 15,0 12-8-15,0 0 0 0,-8-5-3 0,8 5 6 0,0 0-9 16,-17-2-9-16,17 2 5 16,0 0-11-16,-26 7-14 0,16-2-3 0,0 0-19 15,5-1-8-15,-3 2-7 0,8-6-13 16,-9 9-7-16,4-4-4 0,5-5-5 16,-1 10-2-16,1-10-7 0,3 13-7 0,2-9 4 15,2 2 3-15,-1 2-3 0,1-1 3 16,3 1 6-16,2 0-4 0,-1 1-1 0,-3 0-4 15,3 2 1-15,-2-2-8 0,1 1 3 16,0-2 1-16,-5 0-2 0,1 2 18 16,-3-3 0-16,2 5 14 0,-5-2 7 15,0-2-2-15,-3 3-5 0,0-3-3 0,-3 6-5 16,1-2-4-16,-3-4-8 0,1-1-4 16,-2 0-4-16,0-2-3 0,0 0-22 15,1 0-35-15,-2-1-50 0,10-4-70 0,0 0-68 16,-21-4-92-16,16-1-109 0,-1-2-182 15,6-1 31-15,4-2 60 0,1-6-199 0,5 1-194 16</inkml:trace>
  <inkml:trace contextRef="#ctx0" brushRef="#br0" timeOffset="29527.58">12842 6472 1980 0,'0'0'50'0,"0"0"21"0,0 0 21 0,0 0 23 0,-25 14 12 0,18-9 12 0,-3 6 12 0,2-1 0 16,1 2-12-16,-1 0-5 0,3 1-6 0,1-3-14 16,-1 1-3-16,5-3-10 0,0 4-9 15,3-3-4-15,1-1-9 0,1 2-5 16,1-3 4-16,1-2-13 0,4 0-4 0,-2-3-9 16,0 0-5-16,-9-2-5 15,25-2-2-15,-9 2-8 0,-2-4-4 0,2-3-7 16,1 2 0-16,-3 0 5 0,-7-1-7 15,2 0-2-15,-1 1-1 0,-5-1 0 0,2 0-8 16,-5 6-5-16,0 0 2 0,-2-14 2 16,2 14-6-16,-12-9-21 0,5 5-21 0,-3-2-29 15,-2 4-29-15,3 0-35 0,-2 2-31 16,-3 0-50-16,14 0-68 0,-27 4-91 16,15-2-152-16,-4 2 14 0,5-2-203 0,0 0-208 15</inkml:trace>
  <inkml:trace contextRef="#ctx0" brushRef="#br0" timeOffset="29933.11">12415 6354 1897 0,'-34'11'-33'0,"2"3"26"0,-13 7 32 15,5 7 27-15,-1 5 25 0,0 2 20 0,3 5 18 16,4 4 12-16,6 3 6 0,3-1 3 16,3 4-3-16,13-12-15 0,5 3 1 15,10-2-14-15,12 6-22 0,8-6 3 0,14-6-12 16,10-4-7-16,13-7-3 16,11-6-11-16,4-3-5 0,8-6-10 0,1-5 0 15,26-11-18-15,-8-1-16 0,-1-9-14 16,-5-1-4-16,-5-4-16 0,-27 1-23 0,-6-2-5 15,-8-2 6-15,-11 0 8 0,-8-4 17 16,-11 4 18-16,-8-1 17 0,-11-2 10 0,-8-3 10 16,-7-2 1-16,-12-8-3 0,-7 3 1 15,-14-1-4-15,-2-2-4 0,-19-3-6 16,13 9-5-16,-9 7 2 0,1 4-21 0,-1 6-16 16,-2 8-22-16,0 5-37 0,9 7-45 15,-7 4-44-15,2 6-51 0,7 2-105 16,2 3-160-16,14-3 38 0,3 1-92 15,8 0-47-15</inkml:trace>
  <inkml:trace contextRef="#ctx0" brushRef="#br0" timeOffset="33143.17">12497 5438 1457 0,'0'0'-17'0,"-5"-4"21"0,5 4 24 0,0 0 20 0,-9-4 8 0,9 4 6 16,0 0 6-16,-3-6 5 0,3 6-1 0,0 0 5 15,2-11 1-15,-2 11 1 0,3-9-2 16,6 6 0-16,-4-3-3 0,4 2-4 0,2 0-3 16,1 0-3-16,5 3-6 0,4-1-5 15,1 4-2-15,1 3-8 0,7 3 0 0,3 8-4 16,-1 3-4-16,4 10-2 0,-4 2-2 16,1 4 2-16,-7 4-9 0,-3 2 2 15,0-1-3-15,-8-7-1 0,-4 0-4 0,3 0 3 16,-4-2 1-16,-5-6 1 15,1-4-3-15,0 0 3 0,-2-6-2 0,-1 0 1 16,-1-2-6-16,2-2 4 0,-2 1-2 16,2-3-5-16,-3-2 0 0,-1 0-11 0,4-1-22 15,-4-6-34-15,5 12-62 0,-5-12-83 16,-5 4-83-16,5-4-150 0,0 0-40 16,0 0-108-16,-11 2-81 0</inkml:trace>
  <inkml:trace contextRef="#ctx0" brushRef="#br0" timeOffset="33494.26">12859 5945 1629 0,'0'0'39'0,"0"0"8"0,0 0-2 0,0 0 20 0,-17 4 14 16,15 0 12-16,2-4 11 0,-2 10 3 15,2-3 2-15,0-7 4 0,0 14 2 0,4-7-1 16,0-1 11-16,-1 1-5 16,6-2 8-16,0 1 2 0,2-2-3 0,3-2-18 15,2 1-5-15,2-3-9 0,2 0-18 16,3 0-14-16,0-5-1 0,12-3-11 0,-5 4-6 15,-7-2-25-15,-1 0-17 0,-2-1-24 16,-4-1-31-16,-4 3-32 0,2-2-51 0,-6 2-52 16,-5 0-76-16,-3 5-104 0,0-5-150 15,0 5 42-15,0 0-120 0,0 0-97 16</inkml:trace>
  <inkml:trace contextRef="#ctx0" brushRef="#br0" timeOffset="33944.57">12609 5246 1591 0,'0'0'-37'0,"-13"21"17"0,2-12 14 0,1 1 18 16,-3 2 11-16,-1 2 13 0,-1-1 4 15,1 1 3-15,2 1-5 0,-3 1-1 0,1-3-3 16,1 1-4-16,3-2-2 0,1-1-3 16,1-5-3-16,5 2-2 0,-4-4 4 0,7-4-8 15,0 0 4-15,0 0-5 0,0 0-4 16,0 0-7-16,0 0-11 0,44-14-22 0,-31 8-12 16,1-3-23-16,1 4-9 15,1 0-15-15,-5 1-9 0,-4 4-3 0,-7 0-2 16,14 0-16-16,-14 0-23 0,9 9-249 0,-7-4 98 15</inkml:trace>
  <inkml:trace contextRef="#ctx0" brushRef="#br0" timeOffset="36893.25">19500 4272 1239 0,'-4'-15'114'0,"3"3"21"0,1 0 8 0,-2 4 14 0,2-1 10 0,0 9-2 0,-2-10-16 15,2 10-15-15,0 0 24 16,0 0 23-16,0 0 1 0,-6 29-5 0,4-3-4 15,1 12 1-15,-5 2-12 0,1 5-6 0,5-2-13 16,0 0-10-16,-1-1-6 16,1 1-13-16,0-2-10 0,1-12-10 0,-2 0-6 15,2-6-10-15,-1-4-8 0,0 0-7 16,0-5-3-16,0-1-4 0,0-1 5 16,0-3 16-16,0 1 5 0,3-3 9 0,-3-7 2 15,0 11-9-15,0-11-7 0,0 0-7 16,0 0-9-16,0 0-4 0,0 0-9 0,0 0-4 15,9-30-7-15,-1 15-7 0,-3-2-3 16,4 3-9-16,-2-3 2 0,0 3-9 0,1 1-4 16,-3 4 3-16,2 1-9 0,-2 2-4 15,5 0-2-15,-10 6 5 0,15 3-3 16,-15-3-3-16,17 12 3 0,-7-3-1 16,-1 0 2-16,4 5 3 0,-2-1-4 15,-4-2 0-15,0 3 3 0,1 0 3 0,-2 1-1 16,0-3 0-16,-1 0-2 0,1 0 2 15,-3-1-3-15,1-2 1 0,0 0 3 0,-1 2-22 16,-2-5-30-16,1-1-37 0,-2-5-39 16,6 12-42-16,-2-8-57 0,-4-4-68 0,0 0-85 15,3 6-123-15,-3-6-157 16,0 0 56-16,0 0-346 0,0 0-427 0</inkml:trace>
  <inkml:trace contextRef="#ctx0" brushRef="#br0" timeOffset="37259.54">20002 4684 2551 0,'0'0'4'0,"0"0"29"0,0 0 22 0,0 0 22 0,0 0 22 0,0 0 26 0,0 0 18 0,0 0 4 0,0 0-3 16,0 0-7-16,19 0-9 0,-11-1-11 15,-8 1-14-15,16-9-8 0,-4 6-8 0,-3-2-7 16,2-1-11-16,0 0-4 0,-2 0-11 15,-4 0-3-15,3 2-5 0,-2-3-4 16,-2 1-2-16,-2 2-5 0,-2 4-2 0,0-8-5 16,0 8-5-16,0 0-4 0,-21-6-2 15,21 6 4-15,-24 4-4 0,10 1 1 16,-4 4-2-16,3-1-1 0,0 1 5 16,0 3-4-16,-3 0 3 0,9-3-5 0,0 4 7 15,0-1-1-15,2-2 0 0,3 0 1 16,3 1 3-16,-1-3-4 0,4 1 5 0,-1-3-3 15,3 3 1-15,3-4-1 0,6 0-9 16,-2 0-11-16,4-3-38 0,0 0-48 0,5-2-67 16,4-4-65-16,2 1-67 0,9-4-89 15,1-3-95-15,0-2-106 0,0-2 21 16,2 0-231-16,-4-1-272 0</inkml:trace>
  <inkml:trace contextRef="#ctx0" brushRef="#br0" timeOffset="37661.08">20446 4572 2043 0,'-5'-5'11'0,"5"5"41"0,-11-6 34 0,6 0 32 16,5 6 29-16,-12-5 15 0,12 5 10 16,-8-5-9-16,8 5-18 0,-9-3-8 15,9 3-15-15,0 0 10 0,0 0-4 0,-14 17-12 16,12-9-5-16,1 1-5 16,2 3-8-16,-2 0-7 0,1 1-10 0,0 2-5 15,0-3 11-15,0 0-1 0,-2 0 6 16,2-1 1-16,-4 0 2 0,2-1 4 0,-1 0 6 15,-1-1 0-15,-2 0-8 0,0-4-5 16,-2-2-10-16,8-3-4 0,-12 4-9 16,12-4-9-16,-20-7-3 0,13 2-5 0,-2-6-8 15,-4-4-8-15,4-2-7 0,4-2-6 16,-2 3-7-16,5 1-4 0,1 1-8 0,-1 2-1 16,2 3-9-16,2 3-5 0,-2 6 5 15,8-10 0-15,-8 10-2 0,15-2 1 0,-15 2-1 16,21 6-9-16,-6 0-1 15,2 3-7-15,3-1-9 0,2 1-2 0,-1-2 2 16,0 1-6-16,1-1-9 0,2-3-19 16,-1 0-23-16,-4 0-16 0,-4-2-24 15,1-4-24-15,-4 0-35 0,1-1-34 0,-1 0-32 16,-1-3-36-16,0-2-57 0,-4-1-91 16,0-1-111-16,-1-3 29 0,0-1-203 0,0-3-218 15</inkml:trace>
  <inkml:trace contextRef="#ctx0" brushRef="#br0" timeOffset="38126.47">20692 3976 1895 0,'-9'-6'13'0,"6"2"31"0,-3 0 20 0,6 4 15 0,0 0 11 0,-19 10 5 0,11 5 7 16,-1 3 6-16,2 11 13 0,-3 4 3 15,0 6 19-15,1 11 18 0,4 3-2 16,-6 5-14-16,8 5 11 0,-6 3 1 0,3 4-28 15,-2-2-7-15,0-3-13 0,5-4-13 16,-5-3-8-16,5-3 11 0,-2-14-10 16,-1 0-8-16,3-8-6 0,-3-4-9 0,2-6-7 15,3-9-2-15,-1-1-2 0,0-1-5 0,0-5-1 16,-1-2-8-16,3-5-2 16,0 0-3-16,0 0-11 0,0 0 3 0,0 0-2 15,9-46-10-15,0 14-2 0,-2-5-1 0,11-7-5 16,-2-3 5-16,-4 11-4 15,-1 4-2-15,3 1 4 0,-4 9 4 0,-5 4 2 16,3 3-1-16,-5 5-5 0,4 2-1 16,-4 2-4-16,1 2 2 0,-4 4 4 0,0 0 2 15,21 10 0-15,-15-2-1 0,-1 4 0 16,3 0 2-16,-5 2 2 0,4 1 8 0,-3-1 7 16,-2 0 3-16,-4-1-1 0,2 3-2 15,-2-5 0-15,-2 3-3 0,1 0-2 16,1-2-6-16,-3-2 6 0,-1 3-6 0,5-6-2 15,-7 2-18-15,5-2-26 0,-2-1-38 16,5-6-49-16,-11 4-74 0,11-4-75 16,-11-2-73-16,11 2-107 0,-10-10-147 15,8 4-38-15,0-7 63 0,2 2-282 0,2-7-329 16</inkml:trace>
  <inkml:trace contextRef="#ctx0" brushRef="#br0" timeOffset="38793.54">20866 4512 2201 0,'2'-10'-16'0,"5"3"44"0,-7-3 38 0,3 3 26 0,-3 7 29 0,2-8 23 0,-2 8 10 0,4-7-7 15,-4 7-23-15,0 0-13 16,0 0 11-16,0 0 6 0,0 0-9 0,7 24-13 16,-1-9-11-16,-4 1-7 0,1 1-10 15,-3-2-4-15,1 5-8 0,1-4-46 0,-2-1-57 16,0 0-59-16,-2-1-67 0,2-2-78 16,-1 1-101-16,-2-2-170 0,-1-3-11 0,0 1 49 15,4-3-98-15,0-6-72 0</inkml:trace>
  <inkml:trace contextRef="#ctx0" brushRef="#br0" timeOffset="38943.12">20995 4334 1498 0,'-7'-11'42'0,"6"1"22"16,-1 6 10-16,0-4-1 0,2 8-7 15,-2-8-11-15,2 8-44 0,-2-5-61 16,2 5-69-16,0 0-93 0,0 0-299 15,0 0-16-15</inkml:trace>
  <inkml:trace contextRef="#ctx0" brushRef="#br0" timeOffset="39276.72">21112 4325 1645 0,'0'0'154'0,"0"0"0"0,18 5 12 16,-18-5 28-16,0 9 23 15,0-9 7-15,-2 16-1 0,2-6 0 0,-2 4-11 16,0 3-14-16,2 0-12 0,-2-1-15 16,2 1-5-16,-1 0-8 0,-1-2-8 0,0-1-4 15,2-2-11-15,0-2-9 0,-2 0 6 16,-1 0 10-16,3-10 12 0,0 13 20 16,-2-7 3-16,2-6-15 0,0 0-21 0,0 0-18 15,0 0-8-15,0 0-9 0,-13-21-4 16,12 7-25-16,1-5-6 0,1-7-6 0,1-12-8 15,6-11-15-15,2-5-20 0,1-2-16 16,2 4-29-16,3-1-26 0,-2 4-26 16,0 12-29-16,-1 7-29 0,-1 3-42 15,-1 6-53-15,0 7-65 0,-1 2-46 0,0 7-30 16,-1 1-61-16,-1 4-57 0,-8 0-91 16,19 6-31-16,-14 4-352 0,4 3-438 15</inkml:trace>
  <inkml:trace contextRef="#ctx0" brushRef="#br0" timeOffset="39409.49">21202 4323 2493 0,'-11'7'-67'0,"3"1"39"0,5-1 28 16,-3-2 14-16,6-5 4 0,-6 5-2 0,6-5-1 15,-2 5 1-15,2-5-11 0,0 0-24 16,0 0-38-16,14 4-58 16,-14-4-72-16,30-5-90 0,-8 1-345 0,15-3-119 0</inkml:trace>
  <inkml:trace contextRef="#ctx0" brushRef="#br0" timeOffset="39677.47">21802 4220 1729 0,'0'0'47'0,"0"0"34"15,0 0 28-15,0 0 22 0,-32 16 24 16,21-5 27-16,-12 8 12 0,0 3 11 0,-2 6 1 16,-6 10 2-16,4 6-6 0,-7 1-1 15,4 7-9-15,-3 0-9 0,5 1-7 0,-5 1-15 16,8-3-10-16,-4-2-16 15,6 0-16-15,-2-5-12 0,6-3-6 0,4-6-9 16,3-4-11-16,1-2-12 0,1-9-25 16,0-5-27-16,7-2-26 0,-1-5-27 15,2-1-35-15,2-7-68 0,0 0-52 0,0 0-41 16,0 0-33-16,0 0-40 0,14-31-33 16,-9 9-24-16,5-11-15 0,-1-2-5 0,5-16 26 15,-7-2-398-15,7-2-243 16</inkml:trace>
  <inkml:trace contextRef="#ctx0" brushRef="#br0" timeOffset="39792.24">21391 4567 1892 0,'8'-60'-80'0,"-5"13"53"0,3 9 47 15,-4 2 43-15,-1 9 38 0,-1 6 25 16,0 6 14-16,0 3 0 0,-3 0-13 16,3-1-18-16,-2 7-6 0,2 6-8 0,-4-8-12 15,4 8-10-15,0 0-9 16,0 0-18-16,0 0-42 0,0 0-51 0,0 0-56 0,13 27-82 16,-3-23-81-16,1 4-126 15,3-2-80-15,3 0-77 0,2-4-52 0</inkml:trace>
  <inkml:trace contextRef="#ctx0" brushRef="#br0" timeOffset="40276.53">21738 4290 1605 0,'0'0'69'0,"0"0"26"0,0 0 14 0,0 0 13 16,0 15-3-16,0-15 2 0,-6 14-6 16,2-8-12-16,3 7-5 0,-1-3-10 0,0 2-11 15,2-1-4-15,-5 1-11 16,5-2-6-16,0 0-3 0,0-1-4 0,3-3-6 15,-1 1 5-15,-2-7-6 0,4 9 9 16,-4-9-4-16,7 3-7 0,-7-3-4 16,0 0 0-16,0 0-7 0,30-12-9 0,-20 4 4 15,2-3 0-15,1 1 1 0,-4 0 7 16,-1-2 18-16,0 3 15 0,-3 3 12 0,2-3-4 16,-3 4-4-16,-4 5-9 0,9-9-6 15,-9 9-10-15,7-4-1 0,-7 4-3 16,0 0-7-16,0 0 2 0,0 0-3 15,9 20-4-15,-7-13-2 0,3-2-3 16,-4 2-3-16,-1-7 0 0,4 12-6 0,2-7 2 16,-6-5 1-16,3 5-1 0,-3-5 0 15,0 0-2-15,23-4 1 0,-23 4 5 0,19-3-10 16,-11-2 8-16,1-1 14 0,1 2 13 16,-2 0 10-16,-8 4-2 0,11-3-8 0,-11 3-5 15,11-2 1-15,-11 2-5 0,0 0 0 16,20 6-3-16,-15 0-3 0,3-1 1 15,0 2-5-15,-3 0-3 0,3 3-1 0,-3 0-5 16,7-1-16-16,-4 1-19 16,1 0-20-16,-4-1-30 0,-1-2-42 0,6 1-28 15,-4-3-29-15,-1 1-25 0,1-3-35 0,-6-3-50 16,8 9-65-16,-8-6-66 0,0-3-84 16,-6 10-28-16,-7 4-170 0,-14 6-184 15</inkml:trace>
  <inkml:trace contextRef="#ctx0" brushRef="#br0" timeOffset="40508.83">20446 5145 2037 0,'-42'8'66'0,"-2"-4"23"0,5 4 15 0,9-6 40 0,6 1 36 0,4-2 12 0,6 1-8 16,5-2-13-16,9 0-18 0,0 0-17 15,45-14-9-15,10-2-13 0,19-2-9 0,35-8-14 16,15 2-13-16,9 2-34 0,10-4-41 16,8 1-47-16,-3 2-57 0,5 4-72 0,-11-1-84 15,-10 3-120-15,-13-2-172 0,-19 3 43 16,-31 4-178-16,-16 1-179 0</inkml:trace>
  <inkml:trace contextRef="#ctx0" brushRef="#br0" timeOffset="46457.47">26043 14111 1819 0,'0'0'17'0,"0"0"35"0,0 0 23 0,0 0 20 0,0 0 22 15,0 0 18-15,0 0 5 0,0 0 14 0,0 0 3 16,0 0 5-16,0 0-2 0,0 0 2 16,0 0 6-16,-2-8 2 0,2 8 4 15,0 0 4-15,0 0-2 0,0 0-12 16,0 0-17-16,-6-9-15 0,6 9-13 0,-6-5-10 16,6 5-13-16,-9-9-9 0,-1 5-10 15,10 4-7-15,-19-2-6 0,4 4-9 0,-2-2-5 16,-5 6-7-16,0 0-1 0,-8 4-8 15,1 3-1-15,2 3-3 0,2-1-2 0,0 4-4 16,5 0-1-16,4-2 0 0,4-2-2 16,-1 2 0-16,4 0-2 0,6-1-2 15,-1 1 0-15,2-1 0 0,2 0-3 0,2-1 2 16,3 1 1-16,1-1-2 16,3 0-3-16,3-3 1 0,1 0-2 0,3 0-4 0,-1-5-25 15,2-2-37-15,0 0-47 16,0-1-66-16,5-3-84 0,-2-1-76 0,-1-3-94 15,4-2-120-15,1 0-103 0,-2-2 61 16,1 2-322-16,-2-2-386 0</inkml:trace>
  <inkml:trace contextRef="#ctx0" brushRef="#br0" timeOffset="46824.84">26288 14223 2364 0,'0'0'-14'0,"-5"-4"23"0,5 4 18 15,0 0 21-15,-12-5 27 0,12 5 21 16,0 0 18-16,0 0 5 0,-19 11 0 16,16-7 4-16,-4 6-7 0,4-4-1 0,1 4-14 15,-2 1 0-15,2-2-9 0,2 0-7 16,0 0-8-16,2-1 0 0,2 4-4 16,-1-5-8-16,8 1-10 0,-2-2 1 0,5 2-5 15,0-7-4-15,-1 1-6 0,7-2-6 16,-3-2 3-16,2-1-6 0,0-4-3 0,1 0-4 15,-7-3 2-15,-1 3 13 0,-1-3 7 16,-2-2 7-16,-4 0-2 0,-3-1 0 0,-2 1-6 16,-2-1-5-16,1-1 0 15,-3 3-7-15,-3-4-2 0,-1 1-3 0,0 4-5 16,0 0-2-16,1 1-2 0,-3 6-8 16,-1-2-10-16,11 5-27 0,-23 1-42 15,23-1-57-15,-27 11-61 0,14-3-77 0,-2 3-119 16,3-3-185-16,5 4-28 0,-1-1 55 15,5 0-217-15,0-1-247 0</inkml:trace>
  <inkml:trace contextRef="#ctx0" brushRef="#br0" timeOffset="47407.48">26513 14264 2268 0,'-4'-6'106'0,"4"-4"33"0,0 10 25 0,-3-9 11 15,3 9 1-15,-2-6-15 0,2 6-17 16,0 0 1-16,0 0 3 0,0 0-14 0,0 0-7 16,0 0-8-16,0 0-7 0,-4 25-10 15,4-17-7-15,0 1-9 0,0 0-10 0,0 0-6 16,-2 2-6-16,2-2-7 0,-2-4-6 16,2 5-3-16,2-5 1 0,-2-5 8 15,-2 10 10-15,2-10 12 0,0 0 16 0,2 12 16 16,-2-12 0-16,0 0-12 15,0 0-7-15,0 0-11 0,0 0-10 0,21-27-6 16,-9 12-6-16,-1-1-8 0,2 0-7 16,0 1-1-16,-1-1-3 0,1 7-6 0,-2-3-7 15,1 2-6-15,-2 3-1 0,-1 1-4 16,-1 2-2-16,-8 4-3 0,17-2-2 0,-17 2 0 16,17 2-3-16,-7 2-2 0,-1 2 3 15,-1-2-3-15,0 3-2 0,-1-1 1 0,0 2-1 16,-2-4-1-16,1 1 1 0,-3 1 2 15,3-3-1-15,-6-3 2 0,9 7 4 16,-9-7 1-16,8 4 7 0,-8-4-6 16,0 0 2-16,22-8-3 0,-9 0-1 15,1-3-2-15,9-5 0 0,2-3-2 0,-2-3 0 0,1-1 5 16,1 1-6-16,-1 2 2 16,-3-1-4-16,-5 9 2 0,-4 2-1 0,-1 1-6 15,-3 3-2-15,-1 4-3 0,-7 2 1 16,0 0 0-16,0 0 3 0,21 12-1 0,-15-2 4 15,-4 2-4-15,1 2 1 0,0 1 3 16,-3 2-1-16,4 0 1 0,-4-1 1 16,4 1-1-16,-2 0-5 0,-2-4-7 0,1 1-21 15,1-2-27-15,2-1-27 0,-2 1-44 16,0-6-51-16,0 3-65 0,-1-3-63 16,-1 0-110-16,0-6-153 0,9 7-99 15,-9-7 63-15,0 0-380 0,11 1-465 0</inkml:trace>
  <inkml:trace contextRef="#ctx0" brushRef="#br0" timeOffset="47724.11">27354 13509 2669 0,'-10'-16'23'0,"5"2"46"0,-2 1 20 0,4 6 10 0,-1 1-12 0,4 6 16 0,0 0 41 0,0 0 31 15,-21 33 8-15,10 1 3 0,-2 14 5 16,-1 9 3-16,-5 5 3 0,6 13-12 16,-11 15-17-16,8 8-14 0,-2 3-14 15,5 4-11-15,6-3-14 0,0-1-10 0,6-19-11 16,-1-6-7-16,0-2-8 0,-2-6-12 16,2-7-14-16,-3-4-22 0,3-16-35 15,-2-5-40-15,4-8-39 0,-1-9-20 0,1-1-25 16,-2-8-63-16,2-3-67 0,0-7-55 15,0 0-55-15,0 0-42 0,0 0-74 0,11-36-104 16,-2 6 44-16,1-7-238 16,3-13-270-16</inkml:trace>
  <inkml:trace contextRef="#ctx0" brushRef="#br0" timeOffset="47943.25">27341 14033 2246 0,'3'-17'54'0,"-1"8"32"0,2 1 9 16,0 0 1-16,-2 4-4 0,-2 4 18 0,5-8 8 15,-5 8 7-15,0 0-9 0,0 0-2 16,23 16-8-16,-15-6-10 0,0 3-4 0,-4 2-3 16,-1-1 10-16,1 3-1 0,-2-2 2 15,-6 4-2-15,0-4-9 0,3 1-8 16,-8 1-10-16,4-5-4 0,-3 3-15 16,1-5-19-16,1 2-24 0,2-1-35 0,0-5-53 15,-1-2-69-15,5-4-68 0,0 0-82 16,0 0-101-16,0 0-140 0,0-24 4 15,12 5-211-15,2-10-236 0</inkml:trace>
  <inkml:trace contextRef="#ctx0" brushRef="#br0" timeOffset="48157.67">27707 13660 2117 0,'1'-6'86'0,"5"0"25"0,-4 4 17 0,-2 2 3 16,0 0 20-16,0 0 41 0,0 0 29 15,0 0 7-15,-6 26-3 0,3-5 0 16,-8 10-10-16,4 4-3 0,-2 4-21 0,-5 7-12 15,1 2-19-15,-3-3-17 16,5-7-13-16,0 1-13 0,-1-3-11 0,-1 0-11 16,-1 0-20-16,7-7-42 0,-4 0-55 15,3-7-56-15,2-3-76 0,0-5-81 0,5-3-72 16,-3-2-93-16,6-4-146 0,-2-5-87 16,3 4 70-16,-3-4-299 0,0 0-345 0</inkml:trace>
  <inkml:trace contextRef="#ctx0" brushRef="#br0" timeOffset="48492.49">27707 14123 2340 0,'0'0'-5'0,"0"0"21"0,0 0 19 0,0 0 23 15,0 0 19-15,0 0 18 16,0 0 20-16,0 0 4 0,0 0 11 0,0 0-6 16,0 0 5-16,0 0-7 0,0 0-18 15,0 0-9-15,0 0-2 0,14 0-11 0,-3-5-15 16,-2 0-5-16,0-1-13 0,-2 0-9 15,2-1-6-15,-2-1-9 0,-1-2 6 16,1 3-11-16,-3 0 1 0,-1 0-6 0,-2-1 2 16,-1 8 0-16,0 0-3 0,-6-7 7 15,6 7 3-15,0 0 7 0,-31 7 21 16,15 3 9-16,-2 2 8 0,3-1-1 16,0 3-3-16,-6 7-1 0,9-4-10 0,1-3 1 15,6-1-6-15,-4-1-6 0,6-1-2 16,1 1-6-16,0-2-1 0,2-2 1 0,2 1-5 15,2-1-2-15,4-2-24 0,-1 0-46 16,4-4-64-16,1 0-81 0,5-2-82 0,1-2-98 16,-2 0-114-16,7-6-124 0,10-4 53 15,-1-1-263-15,-2-5-301 0</inkml:trace>
  <inkml:trace contextRef="#ctx0" brushRef="#br0" timeOffset="48725.37">28238 13614 2266 0,'3'-22'41'0,"1"6"42"0,-1 3 27 0,-3 4 26 16,-5 1 29-16,5 8 30 0,-5-4 12 16,5 4 4-16,0 0 4 0,-27 27 8 15,10 1 4-15,-2 4 0 0,-4 10-13 0,3 3-12 16,-4 4-19-16,3 3-16 0,1-1-15 16,-1 2-13-16,-1-3-19 0,4-3-6 0,0 2-13 15,1-5-47-15,4-9-38 0,2-4-49 16,-3 0-53-16,5-8-48 0,1-4-49 0,5-1-48 15,-2-5-34-15,1-3-44 0,1-4-53 16,-1-2-58-16,4-4-48 0,0 0-43 16,0 0-430-16,0 0-420 0</inkml:trace>
  <inkml:trace contextRef="#ctx0" brushRef="#br0" timeOffset="48857.44">27886 14168 2418 0,'0'-14'-59'0,"0"2"50"16,0 2 45-16,2 3 37 0,-2-1 27 15,0 8 13-15,0-9 11 0,0 9 3 0,2-12-14 16,-1 7-24-16,5 0 0 0,1-1 11 15,5 2-10-15,1-1-54 0,7-4-68 0,6 4-35 16,16-5-48-16,15 1-114 0,10 1-167 16,5 0-118-16,5 2 49 0,5 0-87 15,18-5-54-15</inkml:trace>
  <inkml:trace contextRef="#ctx0" brushRef="#br0" timeOffset="49324.55">29272 13513 1591 0,'-16'-8'94'0,"0"-1"17"16,3 4 20-16,-1 3 24 0,14 2 15 0,-30 9 20 15,6 4 17-15,-7 8 17 0,6 5-1 16,-5 10 6-16,1 5-5 0,4 1-3 0,0 3-12 16,0 4-10-16,9-2-17 0,-5 0 6 15,-1 0-21-15,8-1-15 0,-2-3-14 0,3-8-14 16,0-2-11-16,3-6-11 0,-1-3-13 15,3-7-11-15,4-2-5 0,-2-1-1 16,3-3-10-16,-1-3-5 0,2-1-5 16,0 1-1-16,2-8-5 0,0 0-20 15,0 0-14-15,0 0-11 0,0 0-9 0,0 0-12 16,27-29-12-16,-12 16-6 0,0 1-5 16,9-7 1-16,-8 7 3 0,-2 5 3 0,-3 0-1 15,-2 6 6-15,2-3 2 0,-11 4 2 16,16 2 4-16,-9 3 3 0,2 1 9 0,-5 2 10 15,1 2 10-15,-3 0 10 0,0 2 7 16,-2-2 7-16,-2 2 5 0,2 0 7 16,-4 0 12-16,2 1 4 0,-1-5 1 15,-1 2-2-15,-1-3 1 0,3 1-5 0,-1-3-3 16,3-5-6-16,-8 12-2 0,8-12-4 16,-7 4-14-16,7-4-31 0,0 0-44 15,0 0-62-15,0 0-76 0,-18-10-95 0,20 3-92 16,0-7-94-16,7-3-119 0,3-7-94 15,10-1 64-15,0 1-376 0,3-4-467 0</inkml:trace>
  <inkml:trace contextRef="#ctx0" brushRef="#br0" timeOffset="49474.33">29269 13995 2620 0,'0'0'-60'0,"16"4"33"0,-16-4 42 0,5 6 26 0,-5-6 15 0,4 9 4 0,-4-9 3 0,2 12-7 0,-1-4-5 0,-1 0-7 16,0 0-2-16,2 1-33 0,0 3-43 15,-2-4-60-15,0 2-72 0,0-1-82 16,0 0-146-16,2-1-73 0,-2 0-66 0,0-1-37 16</inkml:trace>
  <inkml:trace contextRef="#ctx0" brushRef="#br0" timeOffset="50276.62">29355 14059 1632 0,'0'0'145'0,"0"-12"16"0,0 12 10 0,-2-7 12 16,2 7-4-16,0 0 0 0,-2-7-14 16,2 7-27-16,0 0-3 0,0 0-22 15,11-3-9-15,-11 3-10 0,0 0-10 0,0 0-10 16,23 12-29-16,-15-9-17 0,-8-3-18 16,13 5-4-16,-7 0-12 0,-6-5-4 0,7 4-2 15,-7-4 4-15,10 6-8 0,-10-6 8 16,0 0 6-16,10 6-2 0,-10-6 2 0,0 0 6 15,9 1 16-15,-9-1 8 16,0 0 9-16,0 0 24 0,0 0 19 0,0 0 20 16,0 0 10-16,0 0 5 0,0 0 2 15,9-13 0-15,-9 13-3 0,0 0-12 0,0 0-6 16,0 0-4-16,0 0-5 0,10 0-5 16,-10 0-11-16,0 0-3 0,10-6-11 15,-10 6-7-15,15-8-7 0,-4 3-7 0,1-2 3 16,0-2-11-16,1 1-8 0,0 2-5 15,-2 0-1-15,1-1 1 0,-4 1-4 16,-3 2-1-16,3 0-6 0,-8 4-2 0,11-6-2 16,-11 6 0-16,0 0 4 15,0 0-2-15,0 0 6 0,0 0-5 0,6 18 4 0,-6-18 0 16,-1 10-2-16,1-1 1 16,0-9-3-16,-3 10 4 0,3-10-1 0,0 10-4 0,0-10 2 15,0 9 3-15,0-9 2 16,4 8-2-16,-4-8-3 0,10 4-24 0,-10-4-23 15,12 2-27-15,-12-2-38 0,24-6-45 16,-10 1-28-16,0-1-28 0,6-4-15 16,-6 1-2-16,11-8-18 0,-2 0 4 0,-2-2 22 15,-2-3 20-15,2-1 28 0,-2-4 31 16,0-4 17-16,12-5 41 0,3-4 38 0,10-2 24 16,3 3 10-16,5 3 18 0,-3 5 28 15,-3 6 17-15,-15 6 8 0,-4 4-3 0,-9 4 2 16,-2 6 41-16,-9 5 63 0,-7 0 34 15,6 12 15-15,-8 4 9 0,-7 4 11 16,-6 12 12-16,-10 9 11 0,-4 5 6 16,-1 3-1-16,-3 5-18 0,-9 16-2 15,0 1-13-15,6 2-19 0,8-16-20 0,-8 16-19 16,9-14-17-16,2-1-17 0,-2-4-14 16,0-2-9-16,4-6-12 0,1-5-6 0,-3-2-13 15,4-10-9-15,1-4-10 0,-2-1-20 16,3-5-14-16,2-7-11 0,0-2-17 0,4-5-23 15,-1-1-24-15,1-3-28 0,13-1-19 16,-25-7-25-16,11-1-22 0,3-6-22 16,0-2-15-16,3-6-28 0,4 6-13 15,0-1-32-15,1 0-26 0,-1 1-20 0,2 0-17 16,-2 4-24-16,4 0-50 0,-3-2-68 16,1 2-122-16,-1 2-31 0,-1 0-358 15,4 3-443-15</inkml:trace>
  <inkml:trace contextRef="#ctx0" brushRef="#br0" timeOffset="50723.48">28168 14420 2882 0,'-4'-17'66'0,"-3"3"16"0,2 4 6 0,1 3-6 0,4 7 6 0,-9 0 17 0,9 0 21 0,-29 40 8 16,10 2-15-16,-1 6-8 0,-4 5-10 16,5 6-8-16,2 1-8 0,-6 5-11 0,4 0-5 15,2-3-3-15,2-2-51 0,4-7-51 16,-1-3-54-16,8-13-63 0,0-1-68 0,2-9-88 15,0-9-120-15,2-1-147 0,0-3 45 16,0-5-163-16,0-1-189 0</inkml:trace>
  <inkml:trace contextRef="#ctx0" brushRef="#br0" timeOffset="50873.18">27721 15065 2163 0,'-14'-11'149'0,"2"5"17"0,2 0 36 16,5 4 14-16,5 2 10 0,-9-6-4 0,4-1-19 15,5 7-26-15,0 0-17 0,5-12-12 16,6 9-33-16,8-4-48 0,13-4-84 0,6 1-109 16,6 0-125-16,-2 1-205 0,0 2-134 15,-3 4 59-15,2 2-232 0,-9 1-253 0</inkml:trace>
  <inkml:trace contextRef="#ctx0" brushRef="#br0" timeOffset="51340.33">28234 15257 2369 0,'-9'5'139'0,"2"-2"7"0,-2-1 15 0,9-2 7 15,-9 3 3-15,9-3-1 0,0 0-9 16,0 0-13-16,0 0-13 0,0 0-10 16,0 0-10-16,0 0-14 0,0 0-10 0,34-13-9 15,-27 6-6-15,4 0-8 0,-2 0-4 16,-2-1-5-16,3-4-6 0,-2 0-5 15,-3 0-5-15,1-4 2 0,-1-5-7 16,-1 1 7-16,1-3 9 0,-3-2 0 0,-2 1 18 16,0 3 14-16,0 4 14 0,0 0-1 15,-2 3-3-15,0 3-11 0,-3-1-7 16,3 4-6-16,-1 2-8 0,-1-1-6 0,4 7-3 16,-7-7-8-16,7 7-6 0,0 0-2 15,-8-3 5-15,8 3-12 0,0 0 1 0,0 0 4 16,0 0-1-16,0 0-1 0,44-4-2 15,-10-3-3-15,2 0-1 0,1-2 0 0,-3 3 4 16,-5 3 2-16,-7-1-3 16,-3 3 7-16,1-1-12 0,-6 2-1 0,4 3 6 15,-5 2-5-15,1 2 3 0,-3 3 7 0,0 2-12 16,-1 4 0-16,-2-3-6 16,-1 3-1-16,-2-2 0 0,4 0-9 0,-5-1-39 15,-1-3-47-15,1 2-59 0,1 0-61 16,-3-7-74-16,4 5-74 0,-2-4-72 0,0-1-90 15,2 1-117-15,-6-6-47 0,13 1 67 16,-3-1-353-16,-10 0-434 0</inkml:trace>
  <inkml:trace contextRef="#ctx0" brushRef="#br0" timeOffset="51690.08">28939 14994 2583 0,'0'0'49'15,"0"0"39"-15,0 0 21 0,0 0 23 0,0 0 23 0,0 0 18 0,0 0 10 0,0 0-14 0,8-6-13 0,-8 6-14 16,0 0-12-16,8-2-15 0,-8 2-12 16,11-4-3-16,-11 4-18 0,14-6-8 15,-7 2-10-15,0 1-19 0,-7 3-10 0,12-10-4 16,-4 6-5-16,-4-1-2 0,1 0-2 16,-3-2-4-16,0-2-1 0,-2 9 4 0,0-13 9 15,0 13 10-15,-4-15 4 0,-1 9 7 16,-5 1 9-16,2 2 11 0,8 3 6 15,-22 0 0-15,22 0-4 0,-27 8 9 16,9 2 7-16,4 6 8 0,-8 4 0 16,7 2-4-16,4-2 3 0,1-2-6 0,3 0-11 15,1-3-1-15,2 1-12 0,2 0-1 16,2-2-8-16,0-2-2 0,2-2-12 0,2 0-31 16,4 0-58-16,3-3-76 0,0-1-99 15,7-4-119-15,1-2-118 0,1 0-167 0,3-5-104 16,-1 2 70-16,0-2-453 0,-1-3-580 15</inkml:trace>
  <inkml:trace contextRef="#ctx0" brushRef="#br0" timeOffset="52041.29">29236 14982 2969 0,'0'0'30'0,"-3"-11"48"16,3 11 40-16,0 0 38 0,0 0 28 0,-6-8 19 15,6 8 6-15,0 0-15 0,0 0-15 16,0 0-15-16,0 0-14 0,0 0-14 15,0 0-13-15,0 0-14 0,9-8-8 0,-9 8-13 16,14-3-5-16,-14 3-8 0,15-4-15 16,-8 3-27-16,-7 1-18 0,20-6-9 0,-13 1-1 15,1 3-2-15,-8 2-3 0,15-6 4 16,-11 0-3-16,-4 6 2 0,7-6 0 16,-7 6 6-16,0-7 2 0,0 7 9 15,0 0 21-15,0 0 21 0,-32 9 22 0,16 1-1 16,-8 9 13-16,-1-1 15 0,7 3 6 15,-3 0 6-15,7-5-3 0,5 1 1 16,3-3-2-16,2-3 0 0,3-1-7 0,1 1-6 16,0-3-4-16,3 0-3 0,3-1-9 15,-1 0-9-15,6-1-10 0,0-3-16 0,-2-3-67 16,3 0-96-16,-12 0-96 0,29 0-117 16,-17 0-107-16,1 0-134 0,5 1-198 15,-3-1-4-15,2 6 74 0,-1 3-529 0,-1 1-683 16</inkml:trace>
  <inkml:trace contextRef="#ctx0" brushRef="#br0" timeOffset="52290.97">29891 15395 3312 0,'0'0'92'0,"-29"-16"59"0,6 12 59 0,-17 0 57 15,-12 3 71-15,-20 2 35 0,-6 3 34 16,-35 4 1-16,-3 4-5 0,-10 2-18 0,-3 6-21 15,-11 2-27-15,0-3-33 0,-2 3-29 16,8-2-27-16,0 2-25 0,12-2-129 0,15-4-94 16,31-2 0-16,7 0 0 0,12 0 0 15,3-1 0-15,18-1 0 0,2-1 0 16,4 1 0-16,5-2-312 0,5-1-148 0,0-1-95 16,1 3-98-16,-10 3-169 15,7-4 18-15,-1-3 79 0,-4 5-588 0,0-6-770 16</inkml:trace>
  <inkml:trace contextRef="#ctx0" brushRef="#br0" timeOffset="53423.65">27729 8580 3626 0,'-80'6'-196'0,"5"7"36"0,-27 15 25 0,-9 10 31 0,-7 11 23 0,-1 7 23 0,-26 31 22 15,37-14 23-15,10 5 16 0,6 5 11 16,8 0 5-16,14 4 3 0,16-4 0 0,16-1 0 16,26-18 9-16,21 2 6 0,23 13-3 0,23-9 1 15,29-1-1-15,26-8 1 16,56 11-7-16,21-11-8 0,15-15 8 0,11-16-9 0,-39-17-2 16,0-3-3-16,-4-16-2 15,-1-9 3-15,-13-9 2 0,-11-13-7 0,-12-5-1 16,-15-9 0-16,-19-11-1 0,-17-8-1 15,-19-8-1-15,-21-7-3 0,-21-4 0 0,-23 9-1 16,-25-26 1-16,-18 3 1 0,-22-2-6 16,-45-28 0-16,-20 12 6 0,-14 12-3 0,-19 19-4 15,-6 21 0-15,34 30-15 0,-9 12-23 16,-2 19-22-16,-5 12-36 0,6 13-46 16,0 14-63-16,7 8-99 0,13 8-191 15,10 4 48-15,13 2-78 0,14 7-31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3:25:37.4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6841 14845 1076 0,'0'0'332'0,"0"0"-149"16,8-4-61-16,-8 4-13 0,0 0 5 0,4-2-12 15,-4 2-16-15,0 0-15 0,1-10-6 16,1 6-7-16,-2 4-7 0,4-13-3 15,-4 9-6-15,2-4-7 0,2 2-2 0,-3-2-13 16,1 2-4-16,0-1-4 16,-2 7-7-16,2-8 0 0,-2 8-3 0,2-6-2 15,-2 6 1-15,0 0-2 0,0 0 3 16,0 0 8-16,0 0 12 0,0 0 14 0,-19 16 10 16,16-12 7-16,3-4 2 0,-6 7 8 15,6-7 1-15,-5 2-4 0,5-2-3 16,0 0-6-16,0 0 11 0,0 0 2 0,0 0 1 15,0 0-8-15,0 0-6 0,25-22-1 16,-14 14-9-16,-4 1-2 0,0-2-4 0,1 3-6 16,-3-1-5-16,2 1 6 15,-4 2-10-15,-3 4-6 0,4-7-9 0,-4 7-14 16,0 0-16-16,0 0-15 0,0 0-19 16,0 0-22-16,0 0-22 0,0 0-25 15,0 0-32-15,-25 1-58 0,25-1-76 0,0 0-132 16,0 0-41-16,-15 0-105 0,15 0-74 15</inkml:trace>
  <inkml:trace contextRef="#ctx0" brushRef="#br0" timeOffset="1216.72">14988 10446 1737 0,'-4'3'127'16,"4"-3"-3"-16,-6 3-2 0,6-3 4 15,0 0 13-15,0 0 10 0,0 0 3 0,0 0-7 16,0 0 0-16,0 0-8 0,0 0-14 16,0 0-18-16,0 0-7 0,25-15-6 0,-18 10-15 15,3 0-6-15,0-1-8 0,-3 2-11 16,-1-2-6-16,-6 6-17 0,12-5 3 0,-12 5-16 16,3-5-5-16,-3 5-7 0,0 0 2 15,0 0 1-15,0 0 1 0,-39 14-1 16,19-6-4-16,3 1 1 0,-2-1 9 15,5-1 4-15,1 0 4 0,2-2 6 0,3-2 0 16,0 2 7-16,3-3-4 0,5-2-1 16,-9 4-1-16,9-4-7 0,0 0 2 0,0 0-7 15,0 0-25-15,0 0-43 0,0 0-65 16,0 0-85-16,22-16-119 0,-14 15-169 16,-8 1-49-16,0 0 64 0,0 0-218 0,0 0-188 15</inkml:trace>
  <inkml:trace contextRef="#ctx0" brushRef="#br0" timeOffset="4549.68">14618 11726 1838 0,'0'0'-23'0,"0"0"13"0,0 0 19 15,-21-4 23-15,18 0 14 0,-3-2 14 16,-2 2 2-16,2-3 5 0,1-4 3 0,-3 1 0 16,2-2-9-16,-2-4 2 0,5 1-1 15,-5-4-1-15,3-3 5 0,-2-2-5 0,2-9-5 16,-3 1 5-16,3-1 0 0,1 4-2 15,2 3-5-15,0 0-3 0,2 0-6 0,2-11-5 16,4 3-3-16,-1 0-4 0,5 1-2 16,3 2-2-16,0 1-2 0,5 1-7 15,-2 4 1-15,6 0-3 0,-3 4-2 16,3 0-5-16,1 4-2 0,1 0 5 0,-5 5-5 16,-4 4 1-16,0 1-5 0,-4 0 1 15,1 2 1-15,-2-1-4 0,-5 3-6 16,3 0-13-16,-8 3-13 0,14-4-17 0,-14 4-21 15,9-1-20-15,-9 1-38 0,0 0-43 16,0 0-54-16,15 5-91 0,-15-5-138 0,3 3-162 16,-3-3-111-16</inkml:trace>
  <inkml:trace contextRef="#ctx0" brushRef="#br0" timeOffset="4832.55">14786 10749 1815 0,'3'-10'21'0,"1"1"9"0,3 4 6 16,-4 1 4-16,3 0 12 0,-6 4 4 0,7-4 4 16,-7 4 0-16,11 0 5 0,-11 0-2 15,14 5-2-15,-7 0-1 0,1 4 7 16,-2-1-4-16,4 6-2 0,-5-1-7 0,2 1-4 15,-3 2-8-15,3-1-2 0,-4 2-1 16,1 1-4-16,0 0-8 0,-1 3-1 16,-1-2-26-16,0 4-26 0,0-5-45 15,-4 1-57-15,-2 3-75 0,1 1-130 0,-6 6-115 16,-5 0-135-16,-3-4-84 0</inkml:trace>
  <inkml:trace contextRef="#ctx0" brushRef="#br0" timeOffset="5184.07">14389 11792 1668 0,'0'0'20'0,"-2"-12"27"0,1 10 12 0,1 2 16 16,-6-7-1-16,6 7-2 0,0 0 33 16,0 0 32-16,0 0 15 0,0 0 6 0,-2 27-6 15,4-11 6-15,0 3-13 0,3 1-20 16,-1 3 13-16,2-1-12 0,-1-2-12 0,4 1-13 16,5 4-6-16,-2-8-10 15,1-1-4-15,3-3-11 0,-1-4-7 0,1-3-4 16,0-3-9-16,4-3-15 0,-4-3-33 15,7-4-64-15,10-3-50 0,-7-5-46 16,1 2-58-16,-7-1-73 0,-6 2-97 0,-1 4-136 16,-4-1 35-16,-4 1-171 0,3 1-154 15</inkml:trace>
  <inkml:trace contextRef="#ctx0" brushRef="#br0" timeOffset="7832.94">21614 13063 1718 0,'4'-5'-24'15,"-3"-3"18"-15,1-1 5 0,2 1 20 16,-2-2 12-16,1-4 6 0,-2-2 18 0,-1-1 2 16,2 0 2-16,0 0 0 0,0-3 0 15,0-3-5-15,1 0-5 0,-1-2 5 16,6-8-2-16,-3 4-5 0,5-3 1 0,1-1-1 16,3 2-8-16,3 1-3 0,2-1-2 15,6-4-8-15,6 2-1 0,-3 2 0 0,10-2-3 16,-3 5-1-16,1 2-7 0,-6 4 0 15,1 2 1-15,-1 2-4 0,0 1-2 16,-3 2-9-16,2 1-6 0,-10 2-9 16,0 6-10-16,-5-1-12 0,-5 2-16 0,0 0-21 15,-1 1-24-15,0 0-28 0,-3 0-52 16,-5 4-76-16,10-2-372 0,-10 2-123 0</inkml:trace>
  <inkml:trace contextRef="#ctx0" brushRef="#br0" timeOffset="8065.92">22136 12022 1910 0,'0'-8'69'0,"0"4"-8"0,0 4-9 0,0 0-7 15,0 0-5-15,2-7 1 0,-2 7 9 16,0 0 9-16,0 0-8 0,17 13-6 0,-8-7 0 15,-3 4-5-15,0 0-4 0,0-1-5 16,0 4-3-16,-5-1-2 0,1 2-3 0,-2 1-13 16,-2 2-32-16,-3 4-55 0,-7 8-75 15,-3 0-82-15,-4 3-156 0,0-1-218 0,-8 6-107 16</inkml:trace>
  <inkml:trace contextRef="#ctx0" brushRef="#br0" timeOffset="8334.41">21460 12911 1969 0,'0'0'175'15,"-10"-6"-25"-15,10 6-18 0,0 0 7 0,0 0 10 16,-19 10 10-16,13-2-12 0,1 1-8 15,-2 1-13-15,5 1-18 0,1 2-8 0,2 1-13 16,3-2-8-16,5 1-12 16,0 5-35-16,5-5-33 0,-1 1-53 0,-1-2-47 15,6-2-56-15,-5-3-71 0,3-2-65 16,-3 0-125-16,-1 0-62 0,-7-3 41 16,4 2-101-16,-1-3-43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2:38:15.0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2351 7163 1167 0,'-2'-6'131'0,"-2"1"8"0,0-2-1 0,1 1 1 0,-3-1-9 0,1 1-7 0,-2 0-5 15,2 1-1-15,-3-2 6 0,8 7 8 16,-9-8 3-16,5 5-12 0,4 3-16 15,-10-7-8-15,10 7-14 0,-5-5-9 0,5 5-8 16,0 0-3-16,0 0-10 0,0 0-6 16,0 0-1-16,0 0-13 0,0 0 7 15,0 0 0-15,0 0 0 0,0 0 17 16,0 0 12-16,17 18 1 0,2-14-7 0,7-4 6 16,19-4-9-16,14-2-4 0,7-3-10 15,5-2 0-15,5-2-5 0,-4-1 1 0,25-4-9 16,-22 4-1-16,19-7 2 0,-24 3-9 15,-2 4 3-15,-7-3-4 0,-4 3-2 16,-19 4 6-16,-3-1 9 0,-11 5 3 0,-6 1 13 16,-3 1-13-16,-3 1-3 0,-1-2-10 15,-4 5-2-15,-7 0-6 0,0 0-23 0,0 0-37 16,0 0-28-16,0 0-47 0,0 0-42 16,0 0-36-16,-16 19-47 0,-4-8-55 15,-7 5-84-15,-3-3-169 0,-2 6 24 16,-10 2-190-16,2 1-208 0</inkml:trace>
  <inkml:trace contextRef="#ctx0" brushRef="#br0" timeOffset="284.33">2490 7467 1914 0,'-27'14'-14'0,"-1"-3"44"0,7 0 37 15,0-4 30-15,7-2 22 16,1 0 8-16,-1 0 19 0,7-1 15 0,7-4 6 0,-9 2-4 15,9-2-6-15,0 0-11 16,21-20-13-16,10 4-6 0,14-8-3 0,7-3-9 16,5-5-13-16,4 3-12 0,0-2-2 15,0 2-10-15,-4-2-11 0,-4 6-13 16,-3-2-13-16,-4 6-4 0,-10 5 9 0,-4 1-18 16,-5 0-11-16,-7 3 1 0,0 4-40 15,-6 1-31-15,-3 2-26 0,0 2-39 0,1-1-31 16,-3 2-35-16,-9 2-46 0,23 4-67 15,-12-2-140-15,-2 3-108 0,3 1 54 16,-6 6-135-16,-2 1-124 0</inkml:trace>
  <inkml:trace contextRef="#ctx0" brushRef="#br0" timeOffset="1201.48">1979 7990 1623 0,'-5'-8'-45'0,"5"8"30"0,-2-5 21 0,2 5 12 0,0 0 15 0,-6-9 19 0,6 9 15 16,-3-6 13-16,3 6 19 0,-4-6 13 16,4 6 3-16,-8-7 3 0,8 7-12 0,0 0-10 15,-19 2-7-15,3 3 0 0,0 5 3 16,-9 7-7-16,0 6-7 0,0-1 9 16,0 3-2-16,5 1-11 0,0 2-4 0,3-3-5 15,4 1-12-15,5-3-1 16,3-7 0-16,2 1-6 0,3-5 4 0,3 5-7 0,2-4-5 15,1-1-8-15,1 0 3 16,4-2 0-16,0-1-13 0,0-1-16 0,3 0-34 16,0-2-35-16,4-1-42 0,0-3-44 15,0 0-45-15,3-4-51 0,1-3-74 16,11-3-105-16,0-4-66 0,-1-1-86 0,-6-1-78 16</inkml:trace>
  <inkml:trace contextRef="#ctx0" brushRef="#br0" timeOffset="1402.72">2239 8061 1629 0,'0'0'37'0,"0"0"29"0,0 0 14 0,-6-6-3 16,6 6-7-16,0 0-8 0,0 0-2 16,0 0 10-16,0 0-4 0,-8 30-6 0,6-19-4 15,2 3-4-15,0 0-7 0,-2 5-1 16,4 1-23-16,-4 3-38 0,2-3-43 15,0 0-43-15,0 1-71 0,-2 0-92 0,2 0-372 16,0-4-135-16</inkml:trace>
  <inkml:trace contextRef="#ctx0" brushRef="#br0" timeOffset="1852.23">2198 8104 1793 0,'-2'-18'15'0,"1"1"31"0,1 1 23 0,0 3 11 16,1 1 8-16,1-1 6 0,3 1-5 15,0-5-6-15,1 5-10 0,3 2-6 16,1 0-11-16,1 3-6 0,-1 5-5 0,-3 0-2 16,-7 2-3-16,0 0-8 0,29 6 1 15,-19-1-3-15,-3 1-5 0,1 6-3 0,-3-2-2 16,2 1 1-16,-4 2-2 0,1-1-6 15,-4 2 2-15,2-2-1 0,-2-1-1 16,2-1-3-16,-2 0 4 0,0 0 2 16,0-2 0-16,3-1 8 0,-3-7 1 15,2 12 9-15,0-5 13 0,2-2 18 0,4 2 11 16,-2-2 5-16,1 0-6 0,0 2-7 16,2-1 6-16,-2 3-2 0,1 0-4 0,1 4 2 15,-1-4-6-15,-2 3 2 0,-1 2 7 16,1-2-5-16,-3 1-2 0,-1 2-2 15,0-1-9-15,-2-2-4 0,-2 5-2 0,0 0-9 16,-3-2-3-16,-1 2 0 16,3-4-4-16,-3 3-4 0,-2-4-30 0,2 0-29 0,3-3-28 15,-3-1-23-15,2-3-36 16,4-5-38-16,-7 6-41 0,7-6-35 0,0 0-50 16,0 0-65-16,-10-21-73 0,13 2-61 15,4-13-255-15,2-3-226 0</inkml:trace>
  <inkml:trace contextRef="#ctx0" brushRef="#br0" timeOffset="2051.17">2530 7972 1971 0,'4'-21'-13'0,"-2"5"45"0,0 2 37 0,0 3 38 16,-2 0 28-16,2 2 9 0,-2 2 0 15,0 7-22-15,0-9-16 0,0 9-10 16,0 0 15-16,0 0 4 0,0 0 0 0,18 16-6 16,-11-3-8-16,0 2-11 15,1 4-10-15,-1 1-3 0,3 9-13 0,-1 0-3 16,-3-4-4-16,1-4-36 0,-3 3-44 15,3-2-46-15,-4-2-45 0,1 3-45 0,1-3-41 16,-5-4-55-16,0-3-69 0,0-2-95 16,0-3-83-16,0-1-127 0,0-7-127 15</inkml:trace>
  <inkml:trace contextRef="#ctx0" brushRef="#br0" timeOffset="2200.15">2536 8096 1629 0,'-12'-22'1'0,"5"3"33"15,-2 0 47-15,0 3 18 0,4 2 25 16,-1-2 14-16,3 3-3 0,1-3-4 15,0 0-17-15,2 3-1 0,4-4-20 16,1-1-11-16,1 3-10 0,4-2-10 16,3 2-29-16,-2 3-46 0,6-1-53 0,3 3-55 15,2 5-50-15,-3 2-95 0,5 3-221 16,-2 3-131-16,1 4-117 0</inkml:trace>
  <inkml:trace contextRef="#ctx0" brushRef="#br0" timeOffset="2700.14">2338 7277 1706 0,'-27'-12'-36'15,"-5"3"9"-15,-1 6 21 0,-10 6 19 0,-13 9 1 16,-5 7 14-16,-19 15 7 16,-6 11 5-16,2 13-2 0,-3 13-2 0,1 11-4 15,0 7-2-15,-16 38-4 0,6 7 1 16,27-25 0-16,8 3-3 0,13-3-2 0,9-5-3 0,18-7 6 15,21-24-4-15,17-7 3 16,27 1-1-16,25-12 2 0,28-11 0 16,19-16 0-16,13-11 1 0,15-11-3 0,15-18 6 15,8-5 35-15,36-22 15 0,-16-15 19 16,-52 4 14-16,-9-8-3 0,-11-2 2 0,-15-6-10 16,-12 3 7-16,-20-8 7 15,-19 0 5-15,-25 8-7 0,-18-3-7 0,-15-5-8 0,-25-16-9 16,-13-4-16-16,-23 2-9 0,-52-19-9 15,-14 12-9-15,20 34-14 0,-10 9-17 16,-3 15-19-16,-7 15-28 0,-2 12-23 16,-4 19-26-16,4 11-28 0,4 14-42 15,4 12-53-15,7 5-75 0,12 6-140 0,8 6-119 16,10-8 62-16,13-1-87 0,15-3-64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2:39:36.4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4325 11676 3658 0,'-6'-6'204'0,"-1"0"-17"0,1 2 19 0,3-2-29 0,3 6-25 0,-6-4-33 0,6 4-29 0,0 0-25 15,0 0-10-15,0 0 10 0,-3 14-6 16,8 1-1-16,1 2-1 0,-1 3 0 0,-1 3-2 16,3 9-2-16,0 1-2 15,0-9 0-15,-1-1-7 0,1 8-2 0,0-5-5 16,-4-7 2-16,1-3-10 0,-2-3-1 15,1-1-1-15,-1-4-3 0,0 3 2 0,0-5 15 16,0 4 23-16,-2-10 6 0,5 5-4 16,-5-5-10-16,0 0-5 0,0 0-8 15,-1-25 1-15,1 12-11 0,0-6 2 0,0 1-2 16,1-4-10-16,-1 4-1 0,2-3-2 16,-2 4 0-16,5 0-5 0,-3 5-1 0,1-2-2 15,1 4-5-15,2 1-4 0,1 4 3 16,0 0-1-16,-7 5-4 0,16-3 4 0,-16 3 0 15,23 5-6-15,-12-2-1 16,1 2-3-16,1 2 2 0,-4 0-2 0,5 1 1 16,-4-1-3-16,-3 0 2 0,1 0 1 15,2-2-2-15,-5-2 8 0,2 1-8 0,-7-4 10 16,9 3 3-16,-9-3 1 0,0 0 0 16,13-13 0-16,-8 3 8 0,1-4 2 15,2 0-1-15,-2 2 2 0,-3 0 1 0,1 1-5 16,2 1 0-16,-3 3-5 0,4 1-1 15,-2 3 2-15,-5 3-6 0,15-4-1 0,-15 4-9 16,21 7-17-16,-8-2-15 0,3 5-15 16,-1 1-22-16,2 1-16 0,0 2-12 15,0-1-20-15,3 3-26 0,-4 1-45 16,0-4-17-16,-5-3-51 0,0 2-46 0,0-3-44 16,-4-2-51-16,-2 0-34 0,1-4-39 15,2 1-20-15,-8-4-449 0,0 0-423 16</inkml:trace>
  <inkml:trace contextRef="#ctx0" brushRef="#br0" timeOffset="132.86">4958 11594 2555 0,'-2'-21'6'0,"2"8"42"0,-2 3 25 0,0 0 10 0,0 6 2 0,2 4-11 0,0 0-6 0,0 0-8 0,0 0-1 0,0 0-19 16,10 19 4-16,-6-3-33 15,2 5-59-15,-1-2-69 0,1 3-81 0,-1-1-94 16,4 10-127-16,-2-6-42 0,1-5-108 15,-3 1-69-15</inkml:trace>
  <inkml:trace contextRef="#ctx0" brushRef="#br0" timeOffset="299.76">4970 11589 1675 0,'-20'-27'185'0,"-1"-2"32"0,1 1 28 16,0 3-2-16,1 2-11 0,6 5-23 0,2 4-21 15,3 3-44-15,2 2-93 16,2 5-103-16,1 0-108 0,3 4-126 0,0 0-185 16,0 0-18-16,0 0-168 0,0 0-153 15</inkml:trace>
  <inkml:trace contextRef="#ctx0" brushRef="#br0" timeOffset="733.13">5097 11654 2157 0,'0'0'263'0,"0"0"6"0,0 0 4 0,0 0 5 16,0 0-6-16,0 0-5 0,0 0-7 15,0 0-20-15,0 0-21 0,22 0-23 16,-11 6-18-16,0-2-18 0,1 5-14 16,-3-1-16-16,2 1-12 0,-1 2-8 0,-1-2-12 15,-3 0-4-15,-1 0-11 0,0 0-13 16,1-1 3-16,-3-2-12 0,-1 0-4 0,4 0-5 15,-6-6-4-15,0 0 3 0,0 0-9 16,0 0-8-16,0 0 4 0,7-23-8 16,-5 2-7-16,1-1 0 0,-3-2 6 0,4 2 4 15,-3 4 10-15,1 2 6 16,0 3-1-16,0 1-5 0,0 2-1 0,1 5-4 0,3 0 1 16,-6 5-7-16,16 0-4 15,-16 0-4-15,18 7-1 0,-8 0-11 0,3 1-7 16,1-1 2-16,3 3-2 0,-2 1-5 15,-2-3 6-15,1-1-13 0,-1 0 7 0,-2 0-2 16,-1-4-1-16,1 1-9 0,-3 0-9 16,-8-4-10-16,19 0-18 0,-19 0-35 15,22-6-46-15,-10 0-66 0,1-2-76 0,1 1-76 16,3-3-77-16,2-2-123 0,-1 3-158 16,11-8 65-16,-6 2-530 0,2 1-638 15</inkml:trace>
  <inkml:trace contextRef="#ctx0" brushRef="#br0" timeOffset="1166.36">5840 10717 3527 0,'-17'-25'119'0,"0"-2"48"0,6 6 51 0,2 3 38 0,0 6 33 0,2-1 7 0,-1 3-39 16,1 1-26-16,2 5-27 0,5 4-2 15,0 0 4-15,0 0-5 0,12 41-20 0,-2-5-15 16,5 15-16-16,4 7-15 16,2 7-15-16,6 17-8 0,-2 4-13 0,2-5-5 15,-9-14-10-15,3 2-9 0,-8-2-6 0,1-2-2 16,-1-7-10-16,-6-8-11 0,0-11-6 16,0-6 3-16,-5-9-6 0,2-5-1 15,1-4 0-15,-5-5 0 0,2-3-4 16,-2-7-2-16,6 3-7 0,-6-3 6 0,6-20-10 15,-2 3-4-15,2-7 4 0,-1-9-2 16,2-1-4-16,0 3 1 0,-2 5-5 0,1 6-5 16,-2 2 2-16,-1 4-5 0,3 1 0 15,0 5-1-15,0 1-3 0,1 5 6 0,3 0-6 16,-10 2-20-16,0 0-30 16,30 11-31-16,-18-3-31 0,-1 2-28 0,1 1-30 15,1 3-28-15,-2-4-24 0,1 5-6 16,-3-4-42-16,1 0-39 0,-2 1-55 0,-1-1-49 15,-1-2-64-15,-1-3-111 0,-1 0-80 16,3-3 58-16,-7-3-446 0,9 2-532 16</inkml:trace>
  <inkml:trace contextRef="#ctx0" brushRef="#br0" timeOffset="1533.1">6568 11239 2917 0,'-6'4'31'0,"6"-4"52"0,-9 5 50 0,9-5 36 0,0 0 26 0,0 0 10 16,0 0 8-16,-14 0-5 0,14 0-9 15,0 0-13-15,0 0-14 0,0 0-14 0,0 0-16 16,0 0-11-16,0 0-11 0,5-17-15 16,-5 17-10-16,4-10-12 0,-4 10-5 0,2-11-11 15,-2 11-3-15,-2-12-1 0,0 6-13 16,2 6-8-16,-7-12-5 0,7 12-6 0,-9-4-4 15,9 4-2-15,-16 2-1 16,4 5-7-16,-3 0 1 0,1 1-2 0,-5 13-1 16,0 1 1-16,1 2 4 0,7 3 3 15,0-4-1-15,5-3-3 0,2 3-4 0,2-4 0 16,2-1 2-16,2 1 0 0,2-3-10 16,0-1-3-16,4-1-22 0,5-1-34 0,-1-4-37 15,3-2-46-15,-2-5-88 0,4-2-84 16,6-6-80-16,8-4-81 0,3-5-81 15,10-7-60-15,1 1 28 0,3-4-397 0,-6-4-456 16</inkml:trace>
  <inkml:trace contextRef="#ctx0" brushRef="#br0" timeOffset="2333.12">7073 11018 2597 0,'2'-5'-6'0,"-2"5"56"16,0 0 47-16,0 0 53 15,0 0 32-15,-11-7 18 0,11 7 15 0,0 0 8 16,0 0 8-16,0 0-5 0,-16 24-13 15,11-14-11-15,1 1-20 0,2 2-16 16,-3 1-18-16,-2 1-11 0,2 4-13 0,-3 1-11 16,-1-1-7-16,1-2-13 0,-3 3-13 15,2-1-6-15,-2-3-3 0,0 0-11 0,2-4-5 16,4-1-9-16,-4-5 0 0,0 1-5 16,3-5-12-16,6-2-1 0,-17 0-8 0,17 0 1 15,-19-15-3-15,11 3-6 0,1-2-2 16,-3-3 12-16,5 3-16 0,0-1 5 15,3 3-4-15,1-1-2 0,1 3-3 16,1 2-1-16,6 0-19 0,0 1-19 0,4-3-32 16,3 7-36-16,5-6-49 0,2 3-48 15,0-1-56-15,1-1-27 0,9-3-20 16,-6 1-16-16,-4 2-7 0,-2-2 7 0,-4 0 13 16,1-1 14-16,-5-3 21 0,-2-2 23 15,-3 1 17-15,-2-4 12 0,-4-3 24 0,-4-16 14 16,0-5 9-16,-5-17 9 0,-2-7 8 15,-3-25 21-15,-1-12 19 0,-1-8 32 0,2-10 34 16,-2-5 28-16,1 2 28 16,3 11 23-16,3 19 42 0,2 28 39 0,-2 14 45 15,2 14-2-15,-1 16-4 0,1 9 5 0,0 12 9 16,-2 7 15-16,0 12 8 16,-2 18 0-16,1 19 15 0,4 17 28 0,4 30 26 15,6 10 7-15,5 11-11 0,9 7-9 16,7 8-18-16,7 3 7 0,13 38-22 0,-8-39-15 15,3-9-22-15,-4-6-17 0,-2-6-14 16,-1-11-14-16,-5-12-16 0,-5-10-2 0,-10-24-16 16,-1-10-13-16,-4-17-1 0,-1-8-3 15,-3-7 1-15,1-9-7 0,-5-7-4 0,0-3-13 16,0 0 4-16,0 0-9 0,-18-55-8 16,7 2-7-16,-3-7-2 0,-3-6 1 15,-4-22-3-15,5 22 7 0,2-5-14 16,-4 8-4-16,7 2-1 0,2 6 0 15,0 16-7-15,4 1 0 0,1 13-3 0,2 6-1 16,2 4 5-16,4 3-6 0,3 0 4 16,2 6-3-16,2 1 2 0,5 5-3 0,-2 5 4 15,6 6 1-15,8 3-3 0,-4 9 1 16,1-2-2-16,0 5 4 0,-3-1 2 0,-4 0 30 16,-2 0 56-16,-9 0 33 0,0-3 26 15,-5-1 23-15,0-2 7 0,-4 1-3 0,-3-1-9 16,-3 1-18-16,1-1-19 0,-5-4-130 15,-1-1-7-15,4-5 0 0,-5-3 0 16,3 0 0-16,-1-6 0 0,1 0-110 16,11 0-221-16,-20-6-119 0,13 1-107 0,0-2-132 15,-1-1-136-15,2 3 67 0,0-4-763 16,4 4-965-16</inkml:trace>
  <inkml:trace contextRef="#ctx0" brushRef="#br0" timeOffset="2918.64">3272 14345 4256 0,'-10'-25'-1'0,"2"10"31"0,1 3 26 0,1 2 21 0,3 2 11 0,-1 3 14 0,4 5-4 0,0 0 51 16,0 0 39-16,0 0 20 0,-5 34 4 16,5 4 2-16,2 4 11 0,-2 3-3 15,0 3 9-15,-2 8-7 0,4-11-9 16,3-3-6-16,-2-3-17 0,3-4-12 0,7-2-14 16,4-6-11-16,3-4-13 0,4-3-15 15,4-8-8-15,-1-5-15 0,0-7-101 0,0-1-3 16,7-10-63-16,0-5-170 0,11-6-136 15,-4-5-145-15,-3-5-222 0,-6-3-145 0,-1-3 85 16,-14 8-768-16,0-4-1007 0</inkml:trace>
  <inkml:trace contextRef="#ctx0" brushRef="#br0" timeOffset="3167.48">3710 14250 4117 0,'-6'8'-139'15,"6"-4"52"-15,0-4 55 0,7 17 46 0,2-3 37 16,2 0 21-16,8 9 17 0,0 0 12 16,2 3 0-16,-3 0-1 0,2 1-9 0,-3 4-4 15,-7 0-1-15,-3 1-3 0,-3 3 0 16,-2-9-8-16,-4 1-9 0,-4 7-5 16,-1-3-10-16,-1 1-6 0,-2-9-9 15,3-3-9-15,-4-3-27 0,-1 0-36 16,3-5-27-16,-2-3-48 0,-2-3-72 0,2-3-70 15,0-5-84-15,-3-2-113 0,3-8-175 16,-1-2 49-16,7-1-289 0,5 2-350 0</inkml:trace>
  <inkml:trace contextRef="#ctx0" brushRef="#br0" timeOffset="3750.59">4604 14291 2673 0,'0'0'161'15,"-8"4"24"-15,8-4 33 0,0 0 22 16,1 12 0-16,-1-12-11 0,9 11-14 0,-4-5-14 15,5-1-14-15,0 0-19 0,1-1-16 16,-2 0-17-16,3-1-13 0,-12-3-6 16,19 2-15-16,-19-2-8 0,17-2-3 15,-17 2-10-15,11-3-11 0,-11 3-7 0,9-9-4 16,-9 9-2-16,0-13 2 0,-1 6-2 16,-5-5-4-16,0-2-3 0,-5-3 1 15,-8-8-3-15,-2 1 9 0,0 3 9 0,-2-1 9 16,6 7 6-16,2 3-3 0,1 5 0 15,3 2-19-15,0 2-2 0,11 3-8 0,-21 3-2 16,21-3-5-16,-16 3-14 0,16-3 2 16,-7 7-6-16,7-7 6 0,0 0-4 15,0 0-1-15,0 0-1 0,51-20-5 16,-22 2-15-16,13-5-5 0,0-1 3 16,0 2 4-16,-3-2-5 0,-8 10 0 0,-3 3 4 15,-3 2 4-15,-5 4 17 0,-4 1 21 16,-2 4 22-16,-1 2 20 0,1 4 13 0,-3 0 1 15,2 5-9-15,-3 1-5 0,0 0-10 16,-1 4-10-16,1 1-3 0,-1 0-12 0,-1 0-3 16,-3-1-9-16,3-3-29 0,-2-1-32 15,1-2-62-15,-3 0-57 0,0-3-58 16,2 2-57-16,0-4-46 0,-3-1-68 0,5-3-81 16,-8-1-84-16,0 0-93 0,17-5-120 15,-11-2 54-15,3-3-543 0,0 0-696 0</inkml:trace>
  <inkml:trace contextRef="#ctx0" brushRef="#br0" timeOffset="4050.22">5162 13933 3218 0,'0'0'-42'0,"0"0"48"0,0 0 38 0,-11-4 38 0,11 4 34 0,0 0 17 0,0 0 20 16,0 0 10-16,0 0 2 0,0 0-1 0,0 0-3 15,0 0-10-15,0 0-8 0,15 25-7 16,-10-21-10-16,5-2-13 0,-10-2-7 0,19 4-13 15,-5-6-5-15,0-2-11 16,4 1-5-16,-5-4-7 0,3 0-7 0,-2 1 9 16,-2 0 23-16,0-4 18 0,-5 3 27 15,1 1 34-15,-4 0 9 0,-2-2 8 0,2 1-12 16,-4 7 1-16,-6-14-10 0,-1 6-16 16,2-1-14-16,-2 2-15 0,-3 0-14 15,0 3-16-15,-1-2-35 0,2 1-48 0,-5 3-57 16,5 2-71-16,9 0-71 0,-25 4-77 15,12-1-92-15,3 3-95 0,0-2-105 0,1 2-155 16,6-1-39-16,3-5 92 0,0 7-547 16,0-7-672-16</inkml:trace>
  <inkml:trace contextRef="#ctx0" brushRef="#br0" timeOffset="4350.2">5569 13734 3335 0,'0'0'20'0,"0"0"52"0,-13 21 52 15,6-14 42-15,3 2 34 0,3 2 14 16,-4 3 5-16,3-1 2 0,-2 5 9 0,4-1 6 16,0-3-27-16,2 3 1 0,2-2-5 15,1 1-16-15,-4-5-14 0,3 1-11 16,3 0-14-16,-1-3-5 0,1-1-20 0,5-6-16 16,-2 2-22-16,-10-4-16 0,25-6-33 15,-13 2-30-15,2-4-2 0,-3 3 11 0,1-5-10 16,-4 4 1-16,-1-2-2 0,-1-2-2 15,-3 3 8-15,-1-5 1 0,-2 2-1 16,-3-3 0-16,-5-3-3 0,1-3 4 16,-1 0-8-16,-4 2-3 0,1-1-13 0,-3 1-40 15,3 4-47-15,0 1-57 0,1 2-71 16,-1 2-81-16,4 2-80 0,-4 0-93 0,4 3-111 16,2 1-128-16,-3-6 66 0,5 4-493 15,-4-8-614-15</inkml:trace>
  <inkml:trace contextRef="#ctx0" brushRef="#br0" timeOffset="4748.41">5718 13025 3457 0,'-4'-27'161'0,"1"5"79"15,-1 7 52-15,2 1 60 0,-2 1-15 16,1 5-8-16,1 2-30 0,2 6-27 16,0 0-2-16,0 0-11 0,0 34-19 0,5 10-23 15,3 20-18-15,6 27-25 0,2 9-20 16,4 1-15-16,-2 0-15 0,0-2-21 15,3-3-25-15,-1-7-33 0,0-3-39 0,-4-24-54 16,-2-8-71-16,-1-4-45 0,-1-13-34 16,-1-6-32-16,-3-8-12 0,-2-7-2 0,-2-7-8 15,0-8-21-15,-4-1-14 0,0 0-8 16,0 0 7-16,1-32 23 0,-4 11 27 0,-6-12 25 16,-2-2 23-16,-2 0 35 0,-6-8 38 15,-2 0 42-15,4 11 29 0,-4 3 38 16,1 3 40-16,-2 4 26 0,5 6 16 15,2 5 16-15,1 2 12 0,3 4 27 0,2-1 9 16,0 2 11-16,2 2-6 0,7 2-6 16,-11-3-14-16,11 3-5 0,0 0-13 15,0 0-13-15,0 0-6 0,0 0-14 0,18-12-41 16,-6 7-55-16,1-2-54 0,5-4-89 16,6-7-116-16,-1-1-139 0,6-3-212 0,-1 0 3 15,6-5 66-15,2-2-345 0,3 0-391 16</inkml:trace>
  <inkml:trace contextRef="#ctx0" brushRef="#br0" timeOffset="5364.82">6639 13459 2530 0,'4'0'11'0,"-4"0"44"0,0 0 45 0,0 0 43 0,15 7 30 0,-12-1 9 0,0-2-1 16,1 4-2-16,1 1-5 0,1-1-10 15,-1 0-13-15,3 1-10 0,0 2-15 0,3-1-9 16,-2-3-12-16,4 1-9 16,-2-1-10-16,-2-2-7 0,7 0-11 0,-4 0-5 15,2-5-4-15,1 0-6 0,3-3-6 16,1-2-12-16,3-5-14 0,5-4-16 0,0-5-10 15,1-1 7-15,-3 3-1 0,-6 3 1 16,-2 2 2-16,-6 1 18 0,3 3 20 0,-6 0 16 16,-1 3 16-16,1-3 2 0,-2 4 0 15,0 2-3-15,-6 2-7 0,9-6-10 0,-9 6-3 16,10-2-6-16,-10 2-6 0,11 0-6 16,-11 0-1-16,0 0-2 0,19 0-5 15,-19 0-5-15,17-2 1 0,-8 0-1 0,1-3-4 16,2-1-2-16,0-3 0 15,-1 0 0-15,-2-1-1 0,1-1 2 0,-1 0-1 16,1-1-1-16,-5 0-3 0,2-2 0 16,-4 1-4-16,1-1-1 0,1-3 1 0,-5-2-10 15,2 4-10-15,0-9-27 0,0-3-35 16,2 8-52-16,-2-1-77 0,-1 4-85 0,4-1-91 16,-3 6-98-16,3 2-124 0,1 0-41 15,-1 5 68-15,1-2-374 0,2 3-426 16</inkml:trace>
  <inkml:trace contextRef="#ctx0" brushRef="#br0" timeOffset="5567.4">7466 12971 2757 0,'0'0'148'0,"0"-12"38"0,0 12 29 0,0 0 11 0,0-6-7 0,0 6 0 16,0 0 3-16,0 0-11 0,0 0-27 0,13 32-14 15,-5-13-18-15,2 10-16 0,-5 3-19 16,2-1-26-16,2 3-32 0,-4 2-39 15,3-3-48-15,-5-5-45 0,1-6-59 0,-2-3-56 16,3 0-56-16,-4-4-61 0,-1-5-83 16,0 1-97-16,0-5-99 0,0-6 51 0,0 0-274 15,0 0-294-15</inkml:trace>
  <inkml:trace contextRef="#ctx0" brushRef="#br0" timeOffset="5734.07">7472 12777 2155 0,'-8'-12'66'0,"5"2"53"16,-1 1 32-16,0 3 9 0,1 2 3 0,3 4-17 16,-3-8-19-16,3 8-18 0,-4-6-28 15,4 6-33-15,0 0-48 0,0 0-51 0,0 0-64 16,0 0-79-16,0 0-107 0,0 0-160 16,21 12 8-16,-17-6-142 0,3 0-96 0</inkml:trace>
  <inkml:trace contextRef="#ctx0" brushRef="#br0" timeOffset="5982.9">7642 12630 2015 0,'-12'-21'297'0,"0"5"34"0,3 2 32 0,1 3 20 16,2 3 12-16,1-1-12 0,-1 5-29 15,6 4-21-15,0 0-16 0,0 0 14 0,-7 21-1 16,11 4-11-16,-3 16-21 0,9 13-26 15,1 6-15-15,1 0-27 0,3 4-26 0,-2-2-19 16,2-3-23-16,-1 0-30 16,4-3-56-16,-4-5-58 0,-3-13-80 0,-3-1-72 15,2-5-64-15,1-4-67 0,-4-10-68 16,0-4-60-16,-1-7-51 0,-3-6-59 0,-3-1-61 16,0 0-91-16,13-17-35 0,-5-2 79 15,0-11-455-15,-1-9-537 0</inkml:trace>
  <inkml:trace contextRef="#ctx0" brushRef="#br0" timeOffset="6198.64">7826 12436 2751 0,'0'-25'17'16,"-5"4"88"-16,3 6 62 15,-1 1 35-15,-1 4 27 0,3-2 14 0,-1 5 6 0,2 7 4 16,-2-10 9-16,2 10 13 16,0 0 23-16,0 0-1 0,0 0-6 0,2 35-21 15,1-2-16-15,6 6-25 0,2 11-21 16,0 4-19-16,1 4-19 0,3 2-18 0,0 1-15 15,-3 4-49-15,1 1-73 0,-5-4-88 16,1 1-91-16,3-6-97 0,-3-7-106 16,1-11-105-16,-5-6-116 0,3-8-169 0,-2-11 54 15,3-6 68-15,2-6-498 16,9-7-601-16</inkml:trace>
  <inkml:trace contextRef="#ctx0" brushRef="#br0" timeOffset="6648.53">8619 11805 3254 0,'-4'-20'111'0,"1"4"63"0,-4 4 56 16,2 6 43-16,-1-2 35 0,1 4 34 15,5 4 13-15,0 0-1 0,0 0-7 0,-29 18-10 16,23 3-20-16,-1 16-17 0,2 20-19 16,5 6-25-16,5 7-23 0,0 5-25 0,-1 7-22 15,5 18-21-15,1-5-17 0,-6-19-136 16,2-1-12-16,-1-3 0 0,-3-1 0 0,-2-8 0 15,0-5 0-15,-2-12 0 0,2-9 0 16,0-10 0-16,0-6 0 0,-1-6 0 16,1-5 0-16,0-6 0 0,0-4 0 0,0 0 0 15,0 0 0-15,11-36 0 0,-3 4 0 16,5-5 0-16,4-9 0 0,-2 3 0 16,1 9 0-16,0 3 0 0,0 2 0 0,-3 10 0 15,-2 3 0-15,1 6 0 0,1 4 0 16,-1 2 0-16,-1 4 0 0,0 4 0 0,3 4 0 15,-1 4 0-15,-1 3 0 0,-3 4 0 16,-1 2 0-16,-5 1 0 0,1 2 0 16,-4 0 0-16,-2 0 0 0,-1 10 0 0,-5-1 0 15,3-9 0-15,-1-3 0 0,-2-6 0 16,2-1 0-16,-3-2 0 0,4-4 0 0,-6-1 0 16,4-3 0-16,0-1 0 15,7-3 0-15,-18-7-175 0,11-5-351 0,-1-9-69 16,5-12-85-16,3-9-150 0,3-15 57 15,6-3 69-15,11 6-625 0,5 2-786 0</inkml:trace>
  <inkml:trace contextRef="#ctx0" brushRef="#br0" timeOffset="7015.42">9096 12414 3768 0,'2'5'101'0,"-2"-5"51"0,0 0 39 0,0 9 34 0,0-9 23 0,0 0 35 0,0 0 14 0,0 0-1 0,0 0 10 0,0 0 3 16,11 3-10-16,-11-3-23 0,0 0-25 0,0 0-16 15,26-10-20-15,-15 5-24 16,0 0-21-16,-2-1-14 0,4 1-16 0,-1-3-58 16,-1-1-82-16,-2 2 0 0,1-1 0 15,-4-1 0-15,-1 1 0 0,-1-3 0 0,-2 3 0 16,-2-2 0-16,0 10 0 0,-6-11 0 16,-1 10 0-16,7 1 0 0,0 0 0 0,-46 15 0 15,20 4 0-15,-1 5 0 0,-3 8 0 16,3 6 0-16,7-5 0 0,9 0 0 0,3 0 0 15,4-4 0-15,8-4 0 0,4 4 0 16,5-2 0-16,3-3 0 0,4-3 0 0,2-6 0 16,-7-5 0-16,2-3 0 0,2-2 0 15,-4-1 0-15,1-3 0 0,0-2 0 16,2-3 0-16,1 1 0 0,-4-2 0 16,-2 0 0-16,-1 0 0 0,-3-2 0 0,3 1-79 15,-6 0-401-15,0 2-123 0,-6 4-168 16,0 0-85-16,0-5 85 0,0 5-804 15,0 0-1017-15</inkml:trace>
  <inkml:trace contextRef="#ctx0" brushRef="#br0" timeOffset="7848.62">5667 16083 3951 0,'-19'29'-143'0,"1"4"48"0,4-1 55 0,-4-1 56 0,3-2 54 0,6-6 52 15,-1-6 35-15,4-3 30 0,3-2 29 16,-1-3 27-16,2-3 7 0,0 0-5 0,2-6-28 15,0 0-22-15,0 0-18 0,9-24-21 16,2-6-13-16,2-3-9 0,1-13-13 16,2-2-7-16,-1-5-17 0,1-5-26 0,-4-5-28 15,0-4-32-15,0-2-14 16,-7-5-11-16,-1 6-1 0,-1 2 4 0,2 10-1 0,-5 13 2 16,0 4 4-16,2 10-3 15,-2 6 2-15,0 6 0 0,0 1-2 0,-2 5-1 16,2 0-5-16,0 4 0 0,0 7 2 15,0 0 2-15,0 0 5 0,0 0-1 16,0 0-3-16,0 0 0 0,0 0 1 0,9 29 1 16,-3-16-3-16,1-2 3 0,5 4 0 15,1-2 3-15,3-1 4 0,1 2 5 0,-2-2 0 16,6 0 5-16,-4-3 9 16,1 2 0-16,-2-1 4 0,0 3 13 0,-3-5 10 15,-4 2 20-15,1 2 28 0,-4 1 0 0,-1-2 9 16,-5 1-3-16,0 2 2 15,-1 1-16-15,-5-1-8 0,2 1-6 0,-4 0-5 16,1-1-13-16,-3-2-10 0,1-2-63 16,-3 0-50-16,3-4-67 0,-3 0-81 0,5-5-95 15,-3-1-90-15,10 0-69 0,-17-15-76 16,11 0-86-16,4-7-98 0,2-5 64 16,2-14-453-16,6-1-590 0</inkml:trace>
  <inkml:trace contextRef="#ctx0" brushRef="#br0" timeOffset="8314.62">5899 15301 2969 0,'4'-10'-36'16,"-1"2"41"-16,0 4 45 0,-3 4 66 0,0 0 48 0,0 0 25 0,0 0 11 0,31 15 4 16,-20-1 7-16,10 8 4 0,-2 2-9 15,0 2-9-15,2 0-19 0,1 1-3 16,-2 1 1-16,-3 1-5 0,0-3-8 0,-1-2-16 16,-5-5-9-16,-2-4-9 0,-1-3-7 15,0 0-8-15,-3-2-18 0,1-3-1 0,-1 1-3 16,-2-2-20-16,1-3 12 0,-4-3 10 15,5 8 2-15,-5-8-11 0,0 0-3 16,0 0-7-16,11-23-19 0,-7 7 3 0,0-3-2 16,2-6-16-16,-2 4 0 0,0 3-1 15,-1 0 0-15,1 2-11 0,2 2-6 0,0 2-5 16,3 1-1-16,-1 2-8 0,-1 3 1 16,3 0-5-16,0 5-3 0,-10 1 5 15,17-1-3-15,-17 1-1 0,19 0-3 16,-19 0 4-16,17 1-6 0,-17-1 6 15,15 4-3-15,-15-4 0 0,14 0 1 0,-14 0 5 16,0 0-2-16,15 0-1 0,-15 0 2 16,0 0 4-16,13-4-5 0,-13 4 2 0,12-10-8 15,-7 3 10-15,2-1-9 0,-2 3 4 16,2-3 3-16,-3 4-8 0,-4 4-2 0,9-13 4 16,-5 9-9-16,-4 4-3 0,10-6-6 15,-2 3-25-15,-8 3-23 0,13-3-21 16,-13 3-30-16,13-3-34 0,-13 3-39 0,0 0-56 15,24 3-37-15,-15-3-16 16,2 0-34-16,6 0-52 0,0 0-97 0,2-4-128 16,6-2-70-16,8-2 58 0,-1-3-396 15,0-1-492-15</inkml:trace>
  <inkml:trace contextRef="#ctx0" brushRef="#br0" timeOffset="8681.98">6976 15086 3111 0,'-1'-6'170'0,"1"6"20"0,-6-7 18 0,6 7-2 0,0 0-10 0,0 0-1 0,0 0 2 0,0 0 1 16,0 0-11-16,-3 31-17 0,6-17-14 15,-3 3-19-15,0 2-7 0,-3-1-10 16,0 3-11-16,-1 2-14 0,0-1-7 16,-1-1-7-16,-1-3-10 0,1 1-8 0,-4-4-3 15,4-3-3-15,-3-1-6 0,1-4-3 16,0-2 0-16,7-5-5 0,-16 0-7 0,16 0-11 15,-18-17 9-15,11-1-22 0,-1-2 6 16,1-12 0-16,1-2-6 0,2 1 4 0,0 2-7 16,4 7 3-16,0 5 2 0,0 1-9 15,0 1 1-15,4 5-4 0,1 4-1 16,2 2 3-16,2 0-2 0,-9 6 2 0,23 3 0 16,-6 2 0-16,2 5 0 15,8 4-9-15,0 0-12 0,0 1-22 0,-2 2-31 0,-5-5-32 16,-3 0-25-16,2-3-19 15,0 1-40-15,-6 0-47 0,1-4-62 0,-3-1-54 16,-2 1-62-16,0-4-60 0,-9-2-188 16,11 0 48-16,-11 0-378 0,7-6-464 15</inkml:trace>
  <inkml:trace contextRef="#ctx0" brushRef="#br0" timeOffset="8966.93">7123 14233 2716 0,'-14'-27'89'15,"2"1"54"-15,-4 2 68 0,7 5 51 0,-1 5 24 16,2 6-1-16,2 1-12 16,-1-1-22-16,3 2-22 0,4 6 18 0,0 0 30 15,0 0 5-15,6 38 12 0,7 8 2 16,4 9 0-16,8 9-18 0,2 19-24 0,5 7-25 16,-1-2-21-16,1 5-24 0,-1 2-15 15,-1-2-19-15,-1-6-14 0,0-1-23 0,-4-7-80 16,-9-19-33-16,0-4 0 0,-1-4 0 15,-8-13-98-15,3-7-80 0,3-2-41 16,-7-10-31-16,0-7-35 0,-2-11-46 16,0-2-50-16,-4 0-47 0,11-15-40 15,-6-3-42-15,3-15-24 0,0-5-32 0,-3-15-20 0,-1-7-556 16,-2-6-609-16</inkml:trace>
  <inkml:trace contextRef="#ctx0" brushRef="#br0" timeOffset="9165.5">7473 14333 3065 0,'-7'-49'-39'16,"-2"10"69"-16,0 6 78 0,0 1 75 0,4 8 58 15,-1 7 42-15,2 3 23 0,0 4 9 16,2 0-34-16,0 1-24 0,2 9-13 16,0 0 22-16,0 0 11 0,0 0 1 15,8 36-8-15,5 9-16 0,5 7-23 16,2 12-23-16,3 17-18 0,8 2-21 0,-3 1-17 0,3-5-17 16,-1 2-29-16,-8-17-54 15,-4-3-79-15,2-3-97 0,-4 1-65 0,2-8-77 16,-2-4-104-16,-5-15-110 0,-6-5-122 15,-1-11-176-15,1-3 19 0,2-7 78 0,-2-4-539 16,-5-2-682-16</inkml:trace>
  <inkml:trace contextRef="#ctx0" brushRef="#br0" timeOffset="9780.87">7950 14723 3440 0,'-5'11'43'0,"-1"-4"42"0,0 0 49 0,4-3 39 0,2-4 27 15,-4 11 8-15,4-11 11 16,0 0 1-16,6 8 3 0,-6-8-4 0,0 0-7 16,8 4-9-16,-8-4-15 0,0 0-15 15,0 0-15-15,29-14-13 0,-20 7-26 16,2-1-8-16,-1-2-10 0,1-1-17 0,-2 1-22 16,2-2-9-16,-6 0-8 0,2 3-3 15,-3-1-12-15,0 2-7 0,-1 1-5 0,-3 7-11 16,0 0-2-16,0 0-1 0,0 0-4 15,0 0 4-15,-16 17 0 0,9-2-2 0,-4 3-2 16,2 2 1-16,4 1 0 16,-4-1 3-16,7-2-1 0,1-4 0 0,1 1 3 15,0-4-5-15,0 2 0 0,1-3 0 16,-1-4 0-16,5 1 3 0,-5-7-2 16,9 6-1-16,-9-6-2 0,0 0-12 0,33-15-16 15,-19 3-30-15,9-9-33 0,4-2-10 16,6-8-11-16,1-5-38 0,-6-1-12 0,-3-6 7 15,0-3 15-15,-2-3 18 0,-4-2 12 16,-2-1 11-16,-4 3 14 0,5 3 18 0,-9 13 13 16,-1 6 16-16,-2 8 26 15,0 3 10-15,-5 6-1 0,-1 1-2 0,0 7 5 16,0 2-3-16,0 0 6 0,0 0-1 0,0 0 16 16,0 0 9-16,17 21 12 15,-3-7 15-15,4 5 27 0,7 2 28 0,0 1 23 0,-2-1 30 16,0 2 18-16,1-2 14 15,-6 3 16-15,-1 1 11 0,-2 0 9 0,-5-2 2 16,-5-4-8-16,3 3-1 0,-6-1-4 16,-4 4-2-16,1-1-135 0,-6-1-81 0,-2 7 0 15,-2-3 0-15,1-6 0 0,-5 3 0 16,-3-2 0-16,5-5 0 0,2-4 0 0,-3 1 0 16,3-7 0-16,-1 2 0 0,1-4 0 15,0-2 0-15,1 0 0 0,3-3 0 16,-4-9-125-16,0-3-460 0,0-16-81 15,8-10-85-15,4-18-94 0,7-10 67 16,6-7-732-16,4-28-957 0</inkml:trace>
  <inkml:trace contextRef="#ctx0" brushRef="#br0" timeOffset="10147.54">8590 13909 3804 0,'11'-72'-99'0,"0"7"88"0,-6-1 93 0,-1 6 59 0,3 2 82 0,-3 16 65 0,2-3 21 0,-4 9 33 16,0 6 11-16,0 11 1 0,0 3-14 0,-2 3-33 15,3 1-34-15,-1 6-16 0,-2 6 15 16,0 0 1-16,23 41-10 0,-8 11-19 0,5 13-68 15,6 27-176-15,1 10 0 0,6 6 0 16,3 4 0-16,3 2 0 0,4-3 0 16,0-5 0-16,3-9 0 0,-2-12 0 15,-6-10 0-15,-12-22 0 0,-4-7 0 0,-4-5 0 16,-4-12-151-16,-7-10-266 0,-3-6-21 16,-2-6-10-16,0-5-2 0,-2-2-2 15,0 0-15-15,0 0 12 0,-2-34 21 0,-2 12 36 16,-5-13 56-16,-2-4 82 0,-3-6 60 15,-1 10 73-15,0 0 63 0,-3 4 61 0,0 5 54 16,-2 2 50-16,7 7 39 0,-1 3 28 16,7 3 22-16,1 2 15 0,-1 2 2 0,3-1-7 15,-2 1-12-15,2 1-18 16,4 6-12-16,-2-6-18 0,2 6-13 0,0 0-13 16,8-12-26-16,-2 9-48 0,5-3-62 0,0-1-90 15,3 0-109-15,3-5-149 16,2 1-203-16,6-5-81 0,-2-1 69 0,-6 3-379 15,1 3-443-15</inkml:trace>
  <inkml:trace contextRef="#ctx0" brushRef="#br0" timeOffset="10747.58">9779 13954 2821 0,'0'0'63'0,"-2"8"14"0,2-8 18 0,4 6 43 0,-4-6 25 0,12 2 15 15,-12-2 0-15,22-6-4 0,-4 2-7 0,5-1-7 16,-1-2-10-16,1 0-13 0,10-5-12 15,-5-1-12-15,1 1-11 0,0-4-12 0,-5 3-8 16,-4 3-4-16,-5-3-10 0,-2 3-6 16,-3 2-8-16,-3-4-4 0,-1 3-4 0,-4-1 2 15,-2 0-2-15,-4-3-3 16,-2 2-2-16,-3-1-6 0,-3 1 1 0,-1 4-3 16,-3 1-3-16,2 3-2 0,-8 3-6 15,-1 3 3-15,-7 7-3 0,-3 4 5 16,7 5 7-16,0 3 11 0,3 5 6 0,1 0 28 15,6 3-11-15,4-1 1 0,4-3-6 16,7-5 4-16,2-2 0 0,5 3-1 0,1-3-6 16,16 5-4-16,1-7-1 0,4 0-7 15,6-5-5-15,1-6-18 0,-3-6-41 0,-2 0-47 16,13-5-58-16,8-8-70 0,0-4-90 16,-1 0-98-16,-3-9-120 0,0 1-164 0,-6 0-27 15,-1-6 72-15,-1 0-464 0,-7-5-554 16</inkml:trace>
  <inkml:trace contextRef="#ctx0" brushRef="#br0" timeOffset="10966.81">10496 12901 3233 0,'-12'-17'107'0,"3"3"30"0,3 6 26 0,-1 1 20 16,1 5 32-16,6 2 16 0,0 0 23 15,-15 21 21-15,11 2 20 0,0 14 10 0,6 9-7 16,2 15-15-16,3 8-11 0,4 7-30 15,3 13-24-15,1-18-21 0,1 1-19 16,1-2-20-16,2-4-22 0,0-3-35 0,2-3-38 16,-2-4-87-16,0-7-61 0,-2-2-81 15,-3-13-79-15,1-3-97 0,-1-6-76 16,-3-3-78-16,-4-9-126 0,1-5-131 16,2-2 73-16,-5-4-583 0,-5-2-723 0</inkml:trace>
  <inkml:trace contextRef="#ctx0" brushRef="#br0" timeOffset="12047.58">10959 13654 3538 0,'-5'4'67'16,"-1"0"37"-16,6-4 37 15,-6 6 31-15,6-6 23 0,-8 3 6 0,8-3-5 16,0 0-18-16,0 0-14 0,0 0-15 15,0 0-13-15,0 0-5 0,0 0-23 0,18-19-9 16,-13 13-10-16,4-2-8 0,-3-1-3 16,1 1-11-16,0-1-7 0,-2 2-5 0,-1-2-5 15,-4-2-1-15,2 2 4 0,-2-1-8 16,0 0 2-16,-2 0-6 0,-3-2-8 0,-1 7 1 16,-1-1-4-16,-4 5-6 0,0 1 0 15,-2 5-6-15,-13 10 0 0,-1 4-1 0,2 3 7 16,-2 4 0-16,0 8-5 0,4-6 1 15,8 0 2-15,2-1-4 0,5-7-4 16,6-1 3-16,4-2 0 0,2-5-2 16,4-1 1-16,3-1-6 0,0-3 8 15,7-2-4-15,0-3-2 0,2-4 1 0,5-5 8 16,5-4-8-16,4-4-2 0,-3-3-1 16,-1-1 4-16,6-5 4 0,-11 1 13 0,0 2 9 15,-2 3 4-15,0-3 5 0,-10 6 9 16,0 3 9-16,-2 1-7 0,-4 4 2 0,0 2-13 15,-3-1-5-15,2 2-7 0,-6 4 4 16,0 0-4-16,0 0 0 0,17 10-3 16,-11-3-4-16,-3 3-5 0,4 2-4 0,-2 0-3 15,1 1-1-15,-1-3-2 0,3 1-8 16,-3-2-10-16,2-2 0 0,0 3-1 16,1-7-1-16,2 1 2 0,-10-4 6 0,16 0-7 15,-3-4 1-15,1-1 2 0,4-7-3 16,-3 0 4-16,8-8-3 0,-3 0 6 0,-1-6 1 15,-1 4-3-15,-1-2-1 0,-4 7 6 16,-1 0-3-16,-3 3-2 0,-1 2 2 16,-1 2 5-16,-1-1 0 0,0 5-5 0,-3-2 3 15,1 4-11-15,-4 4 0 16,6-5 5-16,-6 5-5 0,0 0 17 0,0 0-20 16,23 9-18-16,-17-3-31 0,3-1-25 15,1 0-19-15,3 2-3 0,2 0 15 0,8 0 5 0,11-1 8 16,-3-4-15-16,-6 0-31 15,-2-4-36-15,-1-2-16 0,-1 0-11 0,3-3-10 16,-6-3-3-16,7-6 2 0,-8 1 10 16,-4-1 22-16,-1-3 16 0,-1-6 14 0,1-7 18 15,-6-2 19-15,0-1 20 0,-5-8 18 16,-1-2 9-16,-3-16 17 0,-1 3 14 0,-1-8 7 16,-2-3 8-16,1-6 8 0,-1-21 9 15,2 17 9-15,-4 7 10 0,4 4 13 16,-5 10 16-16,7 17 23 0,-1 7 4 0,-1 12-8 15,4 6 1-15,-3 9 6 16,0 7 13-16,4 0 15 0,-9 23 5 0,5 1-3 16,1 14-5-16,1 3-9 0,4 3-5 15,1 1-3-15,1 8-10 0,7 2-9 0,-1-1-10 16,-1-13-7-16,1 10 19 0,-1-13-6 16,1 1-13-16,-3-7-20 0,3 1-30 0,-4-9-35 15,2-4-38-15,-3-3-29 0,1-3-37 16,-3 1-36-16,1-6-40 0,-2 3-46 0,3-2-14 15,-4-2 0-15,-1-1 28 0,-3 5 23 16,-4-2 23-16,0 1 19 0,-2 2 39 0,-3 1 41 16,-5-2 46-16,3 3 42 15,-3-5 44-15,4-1 33 0,0-1 36 0,3-2 37 16,-2 0 39-16,5-1 24 0,2-1 16 16,-3-1-4-16,8-3-10 0,-6 5-14 0,6-5-11 15,0 0-15-15,0 0-26 0,0 0-14 16,0 0-17-16,0 0-11 0,12 7-51 15,-12-7-65-15,11 2-78 0,-11-2-92 0,17-2-119 16,-17 2-126-16,22-1-155 0,-6-1-146 16,4-2 69-16,5 3-557 0,12-3-681 0</inkml:trace>
  <inkml:trace contextRef="#ctx0" brushRef="#br0" timeOffset="12264.18">12508 13364 3685 0,'-25'23'155'0,"-9"8"33"0,-2-2 36 0,0 3 37 0,-4-3 35 0,0-3 17 16,4 3-12-16,-2-5-23 0,9-6-25 15,3 0-27-15,2-1-26 0,3-3-27 0,6-4-54 16,0 1-70-16,-2-2-70 0,-1 2-68 16,4-2-77-16,-6 1-88 0,4 0-91 15,-11 5-82-15,0 1-106 0,-2 1-145 16,-3 4 13-16,2-1 78 0,-11 7-419 0,1-1-480 15</inkml:trace>
  <inkml:trace contextRef="#ctx0" brushRef="#br0" timeOffset="13846.4">7296 16646 1023 0,'-6'-9'129'0,"12"-4"-59"0,13-10-22 0,19-12-29 0,33-16-2 0,16-5-7 0,20-11 4 15,48-20-6-15,5-5 3 0,0 3-8 0,0 3 3 16,-2 4 1-16,-2 5-3 0,-38 19-2 15,3 2 4-15,-9 6 1 0,-7 4 4 16,-14 2-4-16,-26 18 4 0,-12 3 5 16,-8 4 13-16,-15 5 17 0,-9 1 6 0,-6 6-3 15,-4 2-4-15,-3-1-6 0,-2 3-7 16,-6 3-31-16,0 0-45 0,8-4-79 16,-8 4-105-16,0 0-224 0,0 0 41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customXml" Target="../ink/ink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isjoint_union_of_graphs" TargetMode="External"/><Relationship Id="rId2" Type="http://schemas.openxmlformats.org/officeDocument/2006/relationships/hyperlink" Target="https://en.wikipedia.org/wiki/Connected_component_(graph_theory)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Lecture 19</a:t>
            </a:r>
          </a:p>
        </p:txBody>
      </p:sp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76559" y="355091"/>
            <a:ext cx="1210310" cy="6015355"/>
            <a:chOff x="10576559" y="355091"/>
            <a:chExt cx="1210310" cy="6015355"/>
          </a:xfrm>
        </p:grpSpPr>
        <p:sp>
          <p:nvSpPr>
            <p:cNvPr id="7" name="object 7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1184148" y="0"/>
                  </a:moveTo>
                  <a:lnTo>
                    <a:pt x="0" y="0"/>
                  </a:lnTo>
                  <a:lnTo>
                    <a:pt x="0" y="5989320"/>
                  </a:lnTo>
                  <a:lnTo>
                    <a:pt x="1184148" y="5989320"/>
                  </a:lnTo>
                  <a:lnTo>
                    <a:pt x="1184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0" y="5989320"/>
                  </a:moveTo>
                  <a:lnTo>
                    <a:pt x="1184148" y="5989320"/>
                  </a:lnTo>
                  <a:lnTo>
                    <a:pt x="1184148" y="0"/>
                  </a:lnTo>
                  <a:lnTo>
                    <a:pt x="0" y="0"/>
                  </a:lnTo>
                  <a:lnTo>
                    <a:pt x="0" y="598932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1"/>
          <a:stretch/>
        </p:blipFill>
        <p:spPr>
          <a:xfrm rot="16200000">
            <a:off x="2846834" y="-2208002"/>
            <a:ext cx="6465094" cy="113888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533C3E9-8CDC-D190-7129-8BB7AC4B7100}"/>
                  </a:ext>
                </a:extLst>
              </p14:cNvPr>
              <p14:cNvContentPartPr/>
              <p14:nvPr/>
            </p14:nvContentPartPr>
            <p14:xfrm>
              <a:off x="4327920" y="371520"/>
              <a:ext cx="7389360" cy="5297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533C3E9-8CDC-D190-7129-8BB7AC4B71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18560" y="362160"/>
                <a:ext cx="7408080" cy="531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3239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76559" y="355091"/>
            <a:ext cx="1210310" cy="6015355"/>
            <a:chOff x="10576559" y="355091"/>
            <a:chExt cx="1210310" cy="6015355"/>
          </a:xfrm>
        </p:grpSpPr>
        <p:sp>
          <p:nvSpPr>
            <p:cNvPr id="7" name="object 7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1184148" y="0"/>
                  </a:moveTo>
                  <a:lnTo>
                    <a:pt x="0" y="0"/>
                  </a:lnTo>
                  <a:lnTo>
                    <a:pt x="0" y="5989320"/>
                  </a:lnTo>
                  <a:lnTo>
                    <a:pt x="1184148" y="5989320"/>
                  </a:lnTo>
                  <a:lnTo>
                    <a:pt x="1184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0" y="5989320"/>
                  </a:moveTo>
                  <a:lnTo>
                    <a:pt x="1184148" y="5989320"/>
                  </a:lnTo>
                  <a:lnTo>
                    <a:pt x="1184148" y="0"/>
                  </a:lnTo>
                  <a:lnTo>
                    <a:pt x="0" y="0"/>
                  </a:lnTo>
                  <a:lnTo>
                    <a:pt x="0" y="598932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37911" y="-2289016"/>
            <a:ext cx="6568314" cy="113034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5260C51-DE83-02BD-B2AB-62127BB7BAF0}"/>
                  </a:ext>
                </a:extLst>
              </p14:cNvPr>
              <p14:cNvContentPartPr/>
              <p14:nvPr/>
            </p14:nvContentPartPr>
            <p14:xfrm>
              <a:off x="2462760" y="3744360"/>
              <a:ext cx="5529240" cy="1600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5260C51-DE83-02BD-B2AB-62127BB7BA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3400" y="3735000"/>
                <a:ext cx="5547960" cy="161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C4A513E-AF04-718F-E116-1E01826BC157}"/>
                  </a:ext>
                </a:extLst>
              </p14:cNvPr>
              <p14:cNvContentPartPr/>
              <p14:nvPr/>
            </p14:nvContentPartPr>
            <p14:xfrm>
              <a:off x="360720" y="2480400"/>
              <a:ext cx="867960" cy="693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C4A513E-AF04-718F-E116-1E01826BC1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1360" y="2471040"/>
                <a:ext cx="886680" cy="71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391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76559" y="355091"/>
            <a:ext cx="1210310" cy="6015355"/>
            <a:chOff x="10576559" y="355091"/>
            <a:chExt cx="1210310" cy="6015355"/>
          </a:xfrm>
        </p:grpSpPr>
        <p:sp>
          <p:nvSpPr>
            <p:cNvPr id="7" name="object 7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1184148" y="0"/>
                  </a:moveTo>
                  <a:lnTo>
                    <a:pt x="0" y="0"/>
                  </a:lnTo>
                  <a:lnTo>
                    <a:pt x="0" y="5989320"/>
                  </a:lnTo>
                  <a:lnTo>
                    <a:pt x="1184148" y="5989320"/>
                  </a:lnTo>
                  <a:lnTo>
                    <a:pt x="1184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0" y="5989320"/>
                  </a:moveTo>
                  <a:lnTo>
                    <a:pt x="1184148" y="5989320"/>
                  </a:lnTo>
                  <a:lnTo>
                    <a:pt x="1184148" y="0"/>
                  </a:lnTo>
                  <a:lnTo>
                    <a:pt x="0" y="0"/>
                  </a:lnTo>
                  <a:lnTo>
                    <a:pt x="0" y="598932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08420" y="-2224759"/>
            <a:ext cx="6337286" cy="113591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F4C94F5-5EEA-FBEC-9B7C-350A923AA3DA}"/>
                  </a:ext>
                </a:extLst>
              </p14:cNvPr>
              <p14:cNvContentPartPr/>
              <p14:nvPr/>
            </p14:nvContentPartPr>
            <p14:xfrm>
              <a:off x="1162440" y="3472560"/>
              <a:ext cx="3340800" cy="2520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F4C94F5-5EEA-FBEC-9B7C-350A923AA3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80" y="3463200"/>
                <a:ext cx="3359520" cy="253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682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76559" y="355091"/>
            <a:ext cx="1210310" cy="6015355"/>
            <a:chOff x="10576559" y="355091"/>
            <a:chExt cx="1210310" cy="6015355"/>
          </a:xfrm>
        </p:grpSpPr>
        <p:sp>
          <p:nvSpPr>
            <p:cNvPr id="7" name="object 7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1184148" y="0"/>
                  </a:moveTo>
                  <a:lnTo>
                    <a:pt x="0" y="0"/>
                  </a:lnTo>
                  <a:lnTo>
                    <a:pt x="0" y="5989320"/>
                  </a:lnTo>
                  <a:lnTo>
                    <a:pt x="1184148" y="5989320"/>
                  </a:lnTo>
                  <a:lnTo>
                    <a:pt x="1184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89513" y="368045"/>
              <a:ext cx="1184275" cy="5989320"/>
            </a:xfrm>
            <a:custGeom>
              <a:avLst/>
              <a:gdLst/>
              <a:ahLst/>
              <a:cxnLst/>
              <a:rect l="l" t="t" r="r" b="b"/>
              <a:pathLst>
                <a:path w="1184275" h="5989320">
                  <a:moveTo>
                    <a:pt x="0" y="5989320"/>
                  </a:moveTo>
                  <a:lnTo>
                    <a:pt x="1184148" y="5989320"/>
                  </a:lnTo>
                  <a:lnTo>
                    <a:pt x="1184148" y="0"/>
                  </a:lnTo>
                  <a:lnTo>
                    <a:pt x="0" y="0"/>
                  </a:lnTo>
                  <a:lnTo>
                    <a:pt x="0" y="598932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1099" y="-2202476"/>
            <a:ext cx="6568314" cy="1127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7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92202" y="-2199815"/>
            <a:ext cx="6568314" cy="1127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43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445273" y="1423283"/>
            <a:ext cx="1076606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 </a:t>
            </a:r>
            <a:r>
              <a:rPr lang="en-US" b="1" i="1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forest</a:t>
            </a:r>
            <a:r>
              <a:rPr lang="en-US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 is an undirected graph in which any two vertices are connected by at most one path. </a:t>
            </a:r>
          </a:p>
          <a:p>
            <a:endParaRPr lang="en-US" dirty="0">
              <a:solidFill>
                <a:srgbClr val="202122"/>
              </a:solidFill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  <a:p>
            <a:r>
              <a:rPr lang="en-US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Equivalently, a forest is an undirected acyclic graph, all of whose </a:t>
            </a:r>
            <a:r>
              <a:rPr lang="en-US" dirty="0">
                <a:solidFill>
                  <a:srgbClr val="3366CC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  <a:hlinkClick r:id="rId2" tooltip="Connected component (graph theory)"/>
              </a:rPr>
              <a:t>connected components</a:t>
            </a:r>
            <a:r>
              <a:rPr lang="en-US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 are trees; in other words, the graph consists of a </a:t>
            </a:r>
            <a:r>
              <a:rPr lang="en-US" dirty="0">
                <a:solidFill>
                  <a:srgbClr val="3366CC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  <a:hlinkClick r:id="rId3" tooltip="Disjoint union of graphs"/>
              </a:rPr>
              <a:t>disjoint union</a:t>
            </a:r>
            <a:r>
              <a:rPr lang="en-US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 of trees. </a:t>
            </a:r>
          </a:p>
          <a:p>
            <a:endParaRPr lang="en-US" dirty="0">
              <a:solidFill>
                <a:srgbClr val="202122"/>
              </a:solidFill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  <a:p>
            <a:r>
              <a:rPr lang="en-US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As special cases, the order-zero graph (a forest consisting of zero trees), a single tree, and an edgeless graph, are examples of forests. </a:t>
            </a:r>
          </a:p>
          <a:p>
            <a:endParaRPr lang="en-US" dirty="0">
              <a:solidFill>
                <a:srgbClr val="202122"/>
              </a:solidFill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  <a:p>
            <a:r>
              <a:rPr lang="en-US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Since for every tree </a:t>
            </a:r>
            <a:r>
              <a:rPr lang="en-US" i="1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V</a:t>
            </a:r>
            <a:r>
              <a:rPr lang="en-US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 − </a:t>
            </a:r>
            <a:r>
              <a:rPr lang="en-US" i="1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E</a:t>
            </a:r>
            <a:r>
              <a:rPr lang="en-US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 = 1, we can easily count the number of trees that are within a forest by subtracting the difference between total vertices and total edges. </a:t>
            </a:r>
            <a:r>
              <a:rPr lang="en-US" i="1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TV</a:t>
            </a:r>
            <a:r>
              <a:rPr lang="en-US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 − </a:t>
            </a:r>
            <a:r>
              <a:rPr lang="en-US" i="1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TE</a:t>
            </a:r>
            <a:r>
              <a:rPr lang="en-US" dirty="0">
                <a:solidFill>
                  <a:srgbClr val="202122"/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 = number of trees in a forest.</a:t>
            </a:r>
            <a:endParaRPr lang="en-IN" dirty="0"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2156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6E99ED-9D69-DE93-3C5C-945B69EC5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6AE9B798-4038-89B2-6651-CDBFD11B8D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1" r="5640" b="2775"/>
          <a:stretch/>
        </p:blipFill>
        <p:spPr>
          <a:xfrm rot="16200000">
            <a:off x="2936949" y="-2356127"/>
            <a:ext cx="6318104" cy="1155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02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E6213F-519C-DEC2-9D5D-583AD9DE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354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D27005-DCFC-30DF-06ED-0368203F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26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aper&#10;&#10;Description automatically generated">
            <a:extLst>
              <a:ext uri="{FF2B5EF4-FFF2-40B4-BE49-F238E27FC236}">
                <a16:creationId xmlns:a16="http://schemas.microsoft.com/office/drawing/2014/main" id="{D1712E78-0CC0-B2F3-1524-2009F2B4E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51766" y="-2117096"/>
            <a:ext cx="6455816" cy="1126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219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etwork&#10;&#10;Description automatically generated">
            <a:extLst>
              <a:ext uri="{FF2B5EF4-FFF2-40B4-BE49-F238E27FC236}">
                <a16:creationId xmlns:a16="http://schemas.microsoft.com/office/drawing/2014/main" id="{C6668E86-F155-E0A1-191C-5072CFC26E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09" b="11481"/>
          <a:stretch/>
        </p:blipFill>
        <p:spPr>
          <a:xfrm rot="16200000">
            <a:off x="2852086" y="-1955063"/>
            <a:ext cx="6585797" cy="1093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20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4806</TotalTime>
  <Words>154</Words>
  <Application>Microsoft Office PowerPoint</Application>
  <PresentationFormat>Widescreen</PresentationFormat>
  <Paragraphs>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Aptos</vt:lpstr>
      <vt:lpstr>Adobe Myungjo Std M</vt:lpstr>
      <vt:lpstr>Arial</vt:lpstr>
      <vt:lpstr>Aptos Display</vt:lpstr>
      <vt:lpstr>Office Theme</vt:lpstr>
      <vt:lpstr>Designing and Analysis of Algorithms Course Code: ECS 5101/CS514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146</cp:revision>
  <dcterms:created xsi:type="dcterms:W3CDTF">2023-01-02T04:30:03Z</dcterms:created>
  <dcterms:modified xsi:type="dcterms:W3CDTF">2025-11-02T02:41:31Z</dcterms:modified>
</cp:coreProperties>
</file>