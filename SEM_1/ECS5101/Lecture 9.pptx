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78" r:id="rId1"/>
  </p:sldMasterIdLst>
  <p:notesMasterIdLst>
    <p:notesMasterId r:id="rId29"/>
  </p:notesMasterIdLst>
  <p:sldIdLst>
    <p:sldId id="436" r:id="rId2"/>
    <p:sldId id="414" r:id="rId3"/>
    <p:sldId id="415" r:id="rId4"/>
    <p:sldId id="416" r:id="rId5"/>
    <p:sldId id="417" r:id="rId6"/>
    <p:sldId id="418" r:id="rId7"/>
    <p:sldId id="419" r:id="rId8"/>
    <p:sldId id="420" r:id="rId9"/>
    <p:sldId id="421" r:id="rId10"/>
    <p:sldId id="422" r:id="rId11"/>
    <p:sldId id="423" r:id="rId12"/>
    <p:sldId id="424" r:id="rId13"/>
    <p:sldId id="425" r:id="rId14"/>
    <p:sldId id="426" r:id="rId15"/>
    <p:sldId id="445" r:id="rId16"/>
    <p:sldId id="446" r:id="rId17"/>
    <p:sldId id="447" r:id="rId18"/>
    <p:sldId id="427" r:id="rId19"/>
    <p:sldId id="428" r:id="rId20"/>
    <p:sldId id="444" r:id="rId21"/>
    <p:sldId id="429" r:id="rId22"/>
    <p:sldId id="430" r:id="rId23"/>
    <p:sldId id="431" r:id="rId24"/>
    <p:sldId id="432" r:id="rId25"/>
    <p:sldId id="433" r:id="rId26"/>
    <p:sldId id="442" r:id="rId27"/>
    <p:sldId id="443" r:id="rId28"/>
  </p:sldIdLst>
  <p:sldSz cx="12192000" cy="6858000"/>
  <p:notesSz cx="6858000" cy="9144000"/>
  <p:embeddedFontLst>
    <p:embeddedFont>
      <p:font typeface="Comic Sans MS" panose="030F0702030302020204" pitchFamily="66" charset="0"/>
      <p:regular r:id="rId30"/>
      <p:bold r:id="rId31"/>
      <p:italic r:id="rId32"/>
      <p:boldItalic r:id="rId33"/>
    </p:embeddedFont>
    <p:embeddedFont>
      <p:font typeface="Verdana" panose="020B0604030504040204" pitchFamily="34" charset="0"/>
      <p:regular r:id="rId34"/>
      <p:bold r:id="rId35"/>
      <p:italic r:id="rId36"/>
      <p:boldItalic r:id="rId3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02" roundtripDataSignature="AMtx7mg1RiiH1V00hBFey73LGlFy9jFHe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D5DA69C-5839-4C9D-8591-D4BA444CD1EC}" v="35" dt="2025-09-20T03:50:06.776"/>
  </p1510:revLst>
</p1510:revInfo>
</file>

<file path=ppt/tableStyles.xml><?xml version="1.0" encoding="utf-8"?>
<a:tblStyleLst xmlns:a="http://schemas.openxmlformats.org/drawingml/2006/main" def="{6D93F2BA-12AC-4E3E-8EDC-AAE0573C1F7D}">
  <a:tblStyle styleId="{6D93F2BA-12AC-4E3E-8EDC-AAE0573C1F7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font" Target="fonts/font5.fntdata"/><Relationship Id="rId104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07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3.fntdata"/><Relationship Id="rId37" Type="http://schemas.openxmlformats.org/officeDocument/2006/relationships/font" Target="fonts/font8.fntdata"/><Relationship Id="rId102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7.fntdata"/><Relationship Id="rId10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schemas.openxmlformats.org/officeDocument/2006/relationships/font" Target="fonts/font6.fntdata"/><Relationship Id="rId10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4.fntdata"/><Relationship Id="rId103" Type="http://schemas.openxmlformats.org/officeDocument/2006/relationships/presProps" Target="presProps.xml"/><Relationship Id="rId108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hul Mishra" userId="57c6469e-ac64-4888-811b-35f0aabddbad" providerId="ADAL" clId="{C135474C-69F7-43DD-9CEE-880FF985F86B}"/>
    <pc:docChg chg="custSel addSld modSld">
      <pc:chgData name="Rahul Mishra" userId="57c6469e-ac64-4888-811b-35f0aabddbad" providerId="ADAL" clId="{C135474C-69F7-43DD-9CEE-880FF985F86B}" dt="2025-03-08T03:05:27.813" v="11"/>
      <pc:docMkLst>
        <pc:docMk/>
      </pc:docMkLst>
      <pc:sldChg chg="addSp">
        <pc:chgData name="Rahul Mishra" userId="57c6469e-ac64-4888-811b-35f0aabddbad" providerId="ADAL" clId="{C135474C-69F7-43DD-9CEE-880FF985F86B}" dt="2025-03-08T02:52:29.149" v="2"/>
        <pc:sldMkLst>
          <pc:docMk/>
          <pc:sldMk cId="3576275361" sldId="422"/>
        </pc:sldMkLst>
      </pc:sldChg>
      <pc:sldChg chg="modSp mod">
        <pc:chgData name="Rahul Mishra" userId="57c6469e-ac64-4888-811b-35f0aabddbad" providerId="ADAL" clId="{C135474C-69F7-43DD-9CEE-880FF985F86B}" dt="2025-03-08T02:44:37.090" v="1" actId="27636"/>
        <pc:sldMkLst>
          <pc:docMk/>
          <pc:sldMk cId="2076925815" sldId="423"/>
        </pc:sldMkLst>
      </pc:sldChg>
      <pc:sldChg chg="addSp">
        <pc:chgData name="Rahul Mishra" userId="57c6469e-ac64-4888-811b-35f0aabddbad" providerId="ADAL" clId="{C135474C-69F7-43DD-9CEE-880FF985F86B}" dt="2025-03-08T02:52:29.149" v="2"/>
        <pc:sldMkLst>
          <pc:docMk/>
          <pc:sldMk cId="2563071407" sldId="426"/>
        </pc:sldMkLst>
      </pc:sldChg>
      <pc:sldChg chg="addSp delSp mod">
        <pc:chgData name="Rahul Mishra" userId="57c6469e-ac64-4888-811b-35f0aabddbad" providerId="ADAL" clId="{C135474C-69F7-43DD-9CEE-880FF985F86B}" dt="2025-03-08T03:01:42.729" v="8"/>
        <pc:sldMkLst>
          <pc:docMk/>
          <pc:sldMk cId="317074553" sldId="427"/>
        </pc:sldMkLst>
      </pc:sldChg>
      <pc:sldChg chg="addSp delSp mod">
        <pc:chgData name="Rahul Mishra" userId="57c6469e-ac64-4888-811b-35f0aabddbad" providerId="ADAL" clId="{C135474C-69F7-43DD-9CEE-880FF985F86B}" dt="2025-03-08T03:01:42.729" v="8"/>
        <pc:sldMkLst>
          <pc:docMk/>
          <pc:sldMk cId="3668127952" sldId="428"/>
        </pc:sldMkLst>
      </pc:sldChg>
      <pc:sldChg chg="addSp">
        <pc:chgData name="Rahul Mishra" userId="57c6469e-ac64-4888-811b-35f0aabddbad" providerId="ADAL" clId="{C135474C-69F7-43DD-9CEE-880FF985F86B}" dt="2025-03-08T02:57:21.364" v="3"/>
        <pc:sldMkLst>
          <pc:docMk/>
          <pc:sldMk cId="3617062523" sldId="429"/>
        </pc:sldMkLst>
      </pc:sldChg>
      <pc:sldChg chg="addSp">
        <pc:chgData name="Rahul Mishra" userId="57c6469e-ac64-4888-811b-35f0aabddbad" providerId="ADAL" clId="{C135474C-69F7-43DD-9CEE-880FF985F86B}" dt="2025-03-08T02:57:21.364" v="3"/>
        <pc:sldMkLst>
          <pc:docMk/>
          <pc:sldMk cId="3096563698" sldId="430"/>
        </pc:sldMkLst>
      </pc:sldChg>
      <pc:sldChg chg="addSp">
        <pc:chgData name="Rahul Mishra" userId="57c6469e-ac64-4888-811b-35f0aabddbad" providerId="ADAL" clId="{C135474C-69F7-43DD-9CEE-880FF985F86B}" dt="2025-03-08T03:05:27.813" v="11"/>
        <pc:sldMkLst>
          <pc:docMk/>
          <pc:sldMk cId="3782739295" sldId="433"/>
        </pc:sldMkLst>
      </pc:sldChg>
      <pc:sldChg chg="addSp">
        <pc:chgData name="Rahul Mishra" userId="57c6469e-ac64-4888-811b-35f0aabddbad" providerId="ADAL" clId="{C135474C-69F7-43DD-9CEE-880FF985F86B}" dt="2025-03-08T02:52:29.149" v="2"/>
        <pc:sldMkLst>
          <pc:docMk/>
          <pc:sldMk cId="3923253538" sldId="437"/>
        </pc:sldMkLst>
      </pc:sldChg>
      <pc:sldChg chg="addSp">
        <pc:chgData name="Rahul Mishra" userId="57c6469e-ac64-4888-811b-35f0aabddbad" providerId="ADAL" clId="{C135474C-69F7-43DD-9CEE-880FF985F86B}" dt="2025-03-08T02:52:29.149" v="2"/>
        <pc:sldMkLst>
          <pc:docMk/>
          <pc:sldMk cId="1245744731" sldId="440"/>
        </pc:sldMkLst>
      </pc:sldChg>
      <pc:sldChg chg="addSp">
        <pc:chgData name="Rahul Mishra" userId="57c6469e-ac64-4888-811b-35f0aabddbad" providerId="ADAL" clId="{C135474C-69F7-43DD-9CEE-880FF985F86B}" dt="2025-03-08T02:52:29.149" v="2"/>
        <pc:sldMkLst>
          <pc:docMk/>
          <pc:sldMk cId="2541116186" sldId="441"/>
        </pc:sldMkLst>
      </pc:sldChg>
      <pc:sldChg chg="addSp new">
        <pc:chgData name="Rahul Mishra" userId="57c6469e-ac64-4888-811b-35f0aabddbad" providerId="ADAL" clId="{C135474C-69F7-43DD-9CEE-880FF985F86B}" dt="2025-03-08T03:03:52.334" v="10"/>
        <pc:sldMkLst>
          <pc:docMk/>
          <pc:sldMk cId="1691475156" sldId="444"/>
        </pc:sldMkLst>
      </pc:sldChg>
    </pc:docChg>
  </pc:docChgLst>
  <pc:docChgLst>
    <pc:chgData name="Rahul Mishra" userId="57c6469e-ac64-4888-811b-35f0aabddbad" providerId="ADAL" clId="{6CD110FC-ECB1-4188-A54A-469E6335FF4B}"/>
    <pc:docChg chg="custSel addSld delSld modSld">
      <pc:chgData name="Rahul Mishra" userId="57c6469e-ac64-4888-811b-35f0aabddbad" providerId="ADAL" clId="{6CD110FC-ECB1-4188-A54A-469E6335FF4B}" dt="2024-08-08T17:07:15.046" v="45" actId="1076"/>
      <pc:docMkLst>
        <pc:docMk/>
      </pc:docMkLst>
      <pc:sldChg chg="modSp mod">
        <pc:chgData name="Rahul Mishra" userId="57c6469e-ac64-4888-811b-35f0aabddbad" providerId="ADAL" clId="{6CD110FC-ECB1-4188-A54A-469E6335FF4B}" dt="2024-08-07T06:11:09.270" v="7" actId="14100"/>
        <pc:sldMkLst>
          <pc:docMk/>
          <pc:sldMk cId="109857222" sldId="256"/>
        </pc:sldMkLst>
      </pc:sldChg>
      <pc:sldChg chg="del">
        <pc:chgData name="Rahul Mishra" userId="57c6469e-ac64-4888-811b-35f0aabddbad" providerId="ADAL" clId="{6CD110FC-ECB1-4188-A54A-469E6335FF4B}" dt="2024-08-07T06:14:05.233" v="35" actId="47"/>
        <pc:sldMkLst>
          <pc:docMk/>
          <pc:sldMk cId="0" sldId="270"/>
        </pc:sldMkLst>
      </pc:sldChg>
      <pc:sldChg chg="del">
        <pc:chgData name="Rahul Mishra" userId="57c6469e-ac64-4888-811b-35f0aabddbad" providerId="ADAL" clId="{6CD110FC-ECB1-4188-A54A-469E6335FF4B}" dt="2024-08-07T06:14:10.261" v="36" actId="47"/>
        <pc:sldMkLst>
          <pc:docMk/>
          <pc:sldMk cId="4069218776" sldId="275"/>
        </pc:sldMkLst>
      </pc:sldChg>
      <pc:sldChg chg="del">
        <pc:chgData name="Rahul Mishra" userId="57c6469e-ac64-4888-811b-35f0aabddbad" providerId="ADAL" clId="{6CD110FC-ECB1-4188-A54A-469E6335FF4B}" dt="2024-08-07T06:14:04.023" v="34" actId="47"/>
        <pc:sldMkLst>
          <pc:docMk/>
          <pc:sldMk cId="3514271712" sldId="276"/>
        </pc:sldMkLst>
      </pc:sldChg>
      <pc:sldChg chg="del">
        <pc:chgData name="Rahul Mishra" userId="57c6469e-ac64-4888-811b-35f0aabddbad" providerId="ADAL" clId="{6CD110FC-ECB1-4188-A54A-469E6335FF4B}" dt="2024-08-07T06:13:58.696" v="28" actId="47"/>
        <pc:sldMkLst>
          <pc:docMk/>
          <pc:sldMk cId="3852848067" sldId="279"/>
        </pc:sldMkLst>
      </pc:sldChg>
      <pc:sldChg chg="del">
        <pc:chgData name="Rahul Mishra" userId="57c6469e-ac64-4888-811b-35f0aabddbad" providerId="ADAL" clId="{6CD110FC-ECB1-4188-A54A-469E6335FF4B}" dt="2024-08-07T06:14:34.388" v="40" actId="47"/>
        <pc:sldMkLst>
          <pc:docMk/>
          <pc:sldMk cId="1848721818" sldId="281"/>
        </pc:sldMkLst>
      </pc:sldChg>
      <pc:sldChg chg="del">
        <pc:chgData name="Rahul Mishra" userId="57c6469e-ac64-4888-811b-35f0aabddbad" providerId="ADAL" clId="{6CD110FC-ECB1-4188-A54A-469E6335FF4B}" dt="2024-08-07T06:13:53.610" v="24" actId="47"/>
        <pc:sldMkLst>
          <pc:docMk/>
          <pc:sldMk cId="20482556" sldId="283"/>
        </pc:sldMkLst>
      </pc:sldChg>
      <pc:sldChg chg="del">
        <pc:chgData name="Rahul Mishra" userId="57c6469e-ac64-4888-811b-35f0aabddbad" providerId="ADAL" clId="{6CD110FC-ECB1-4188-A54A-469E6335FF4B}" dt="2024-08-07T06:13:52.242" v="23" actId="47"/>
        <pc:sldMkLst>
          <pc:docMk/>
          <pc:sldMk cId="2580848646" sldId="284"/>
        </pc:sldMkLst>
      </pc:sldChg>
      <pc:sldChg chg="del">
        <pc:chgData name="Rahul Mishra" userId="57c6469e-ac64-4888-811b-35f0aabddbad" providerId="ADAL" clId="{6CD110FC-ECB1-4188-A54A-469E6335FF4B}" dt="2024-08-07T06:13:26.058" v="22" actId="47"/>
        <pc:sldMkLst>
          <pc:docMk/>
          <pc:sldMk cId="2416795455" sldId="285"/>
        </pc:sldMkLst>
      </pc:sldChg>
      <pc:sldChg chg="del">
        <pc:chgData name="Rahul Mishra" userId="57c6469e-ac64-4888-811b-35f0aabddbad" providerId="ADAL" clId="{6CD110FC-ECB1-4188-A54A-469E6335FF4B}" dt="2024-08-07T06:13:24.031" v="21" actId="47"/>
        <pc:sldMkLst>
          <pc:docMk/>
          <pc:sldMk cId="1586066216" sldId="286"/>
        </pc:sldMkLst>
      </pc:sldChg>
      <pc:sldChg chg="del">
        <pc:chgData name="Rahul Mishra" userId="57c6469e-ac64-4888-811b-35f0aabddbad" providerId="ADAL" clId="{6CD110FC-ECB1-4188-A54A-469E6335FF4B}" dt="2024-08-07T06:13:21.297" v="20" actId="47"/>
        <pc:sldMkLst>
          <pc:docMk/>
          <pc:sldMk cId="3123173485" sldId="287"/>
        </pc:sldMkLst>
      </pc:sldChg>
      <pc:sldChg chg="modSp mod">
        <pc:chgData name="Rahul Mishra" userId="57c6469e-ac64-4888-811b-35f0aabddbad" providerId="ADAL" clId="{6CD110FC-ECB1-4188-A54A-469E6335FF4B}" dt="2024-08-07T06:12:13.350" v="19" actId="1076"/>
        <pc:sldMkLst>
          <pc:docMk/>
          <pc:sldMk cId="3770136349" sldId="292"/>
        </pc:sldMkLst>
      </pc:sldChg>
      <pc:sldChg chg="del">
        <pc:chgData name="Rahul Mishra" userId="57c6469e-ac64-4888-811b-35f0aabddbad" providerId="ADAL" clId="{6CD110FC-ECB1-4188-A54A-469E6335FF4B}" dt="2024-08-07T06:14:22.990" v="38" actId="47"/>
        <pc:sldMkLst>
          <pc:docMk/>
          <pc:sldMk cId="3216909728" sldId="296"/>
        </pc:sldMkLst>
      </pc:sldChg>
      <pc:sldChg chg="del">
        <pc:chgData name="Rahul Mishra" userId="57c6469e-ac64-4888-811b-35f0aabddbad" providerId="ADAL" clId="{6CD110FC-ECB1-4188-A54A-469E6335FF4B}" dt="2024-08-07T06:14:20.809" v="37" actId="47"/>
        <pc:sldMkLst>
          <pc:docMk/>
          <pc:sldMk cId="3554936368" sldId="297"/>
        </pc:sldMkLst>
      </pc:sldChg>
      <pc:sldChg chg="del">
        <pc:chgData name="Rahul Mishra" userId="57c6469e-ac64-4888-811b-35f0aabddbad" providerId="ADAL" clId="{6CD110FC-ECB1-4188-A54A-469E6335FF4B}" dt="2024-08-07T06:14:03.166" v="33" actId="47"/>
        <pc:sldMkLst>
          <pc:docMk/>
          <pc:sldMk cId="2406506087" sldId="336"/>
        </pc:sldMkLst>
      </pc:sldChg>
      <pc:sldChg chg="del">
        <pc:chgData name="Rahul Mishra" userId="57c6469e-ac64-4888-811b-35f0aabddbad" providerId="ADAL" clId="{6CD110FC-ECB1-4188-A54A-469E6335FF4B}" dt="2024-08-07T06:14:02.355" v="32" actId="47"/>
        <pc:sldMkLst>
          <pc:docMk/>
          <pc:sldMk cId="2068555102" sldId="337"/>
        </pc:sldMkLst>
      </pc:sldChg>
      <pc:sldChg chg="del">
        <pc:chgData name="Rahul Mishra" userId="57c6469e-ac64-4888-811b-35f0aabddbad" providerId="ADAL" clId="{6CD110FC-ECB1-4188-A54A-469E6335FF4B}" dt="2024-08-07T06:13:57.330" v="27" actId="47"/>
        <pc:sldMkLst>
          <pc:docMk/>
          <pc:sldMk cId="223884994" sldId="339"/>
        </pc:sldMkLst>
      </pc:sldChg>
      <pc:sldChg chg="del">
        <pc:chgData name="Rahul Mishra" userId="57c6469e-ac64-4888-811b-35f0aabddbad" providerId="ADAL" clId="{6CD110FC-ECB1-4188-A54A-469E6335FF4B}" dt="2024-08-07T06:13:56.294" v="26" actId="47"/>
        <pc:sldMkLst>
          <pc:docMk/>
          <pc:sldMk cId="507314074" sldId="340"/>
        </pc:sldMkLst>
      </pc:sldChg>
      <pc:sldChg chg="del">
        <pc:chgData name="Rahul Mishra" userId="57c6469e-ac64-4888-811b-35f0aabddbad" providerId="ADAL" clId="{6CD110FC-ECB1-4188-A54A-469E6335FF4B}" dt="2024-08-07T06:13:55.196" v="25" actId="47"/>
        <pc:sldMkLst>
          <pc:docMk/>
          <pc:sldMk cId="3644562415" sldId="341"/>
        </pc:sldMkLst>
      </pc:sldChg>
      <pc:sldChg chg="del">
        <pc:chgData name="Rahul Mishra" userId="57c6469e-ac64-4888-811b-35f0aabddbad" providerId="ADAL" clId="{6CD110FC-ECB1-4188-A54A-469E6335FF4B}" dt="2024-08-07T06:14:01.555" v="31" actId="47"/>
        <pc:sldMkLst>
          <pc:docMk/>
          <pc:sldMk cId="3048384822" sldId="342"/>
        </pc:sldMkLst>
      </pc:sldChg>
      <pc:sldChg chg="del">
        <pc:chgData name="Rahul Mishra" userId="57c6469e-ac64-4888-811b-35f0aabddbad" providerId="ADAL" clId="{6CD110FC-ECB1-4188-A54A-469E6335FF4B}" dt="2024-08-07T06:14:35.756" v="41" actId="47"/>
        <pc:sldMkLst>
          <pc:docMk/>
          <pc:sldMk cId="3560463952" sldId="345"/>
        </pc:sldMkLst>
      </pc:sldChg>
      <pc:sldChg chg="del">
        <pc:chgData name="Rahul Mishra" userId="57c6469e-ac64-4888-811b-35f0aabddbad" providerId="ADAL" clId="{6CD110FC-ECB1-4188-A54A-469E6335FF4B}" dt="2024-08-07T06:14:36.933" v="42" actId="47"/>
        <pc:sldMkLst>
          <pc:docMk/>
          <pc:sldMk cId="2473714365" sldId="346"/>
        </pc:sldMkLst>
      </pc:sldChg>
      <pc:sldChg chg="del">
        <pc:chgData name="Rahul Mishra" userId="57c6469e-ac64-4888-811b-35f0aabddbad" providerId="ADAL" clId="{6CD110FC-ECB1-4188-A54A-469E6335FF4B}" dt="2024-08-07T06:14:00.617" v="30" actId="47"/>
        <pc:sldMkLst>
          <pc:docMk/>
          <pc:sldMk cId="1116213387" sldId="347"/>
        </pc:sldMkLst>
      </pc:sldChg>
      <pc:sldChg chg="del">
        <pc:chgData name="Rahul Mishra" userId="57c6469e-ac64-4888-811b-35f0aabddbad" providerId="ADAL" clId="{6CD110FC-ECB1-4188-A54A-469E6335FF4B}" dt="2024-08-07T06:13:59.607" v="29" actId="47"/>
        <pc:sldMkLst>
          <pc:docMk/>
          <pc:sldMk cId="164456950" sldId="348"/>
        </pc:sldMkLst>
      </pc:sldChg>
      <pc:sldChg chg="del">
        <pc:chgData name="Rahul Mishra" userId="57c6469e-ac64-4888-811b-35f0aabddbad" providerId="ADAL" clId="{6CD110FC-ECB1-4188-A54A-469E6335FF4B}" dt="2024-08-07T06:14:39.452" v="43" actId="47"/>
        <pc:sldMkLst>
          <pc:docMk/>
          <pc:sldMk cId="3331351185" sldId="371"/>
        </pc:sldMkLst>
      </pc:sldChg>
      <pc:sldChg chg="del">
        <pc:chgData name="Rahul Mishra" userId="57c6469e-ac64-4888-811b-35f0aabddbad" providerId="ADAL" clId="{6CD110FC-ECB1-4188-A54A-469E6335FF4B}" dt="2024-08-07T06:14:32.978" v="39" actId="47"/>
        <pc:sldMkLst>
          <pc:docMk/>
          <pc:sldMk cId="2845789028" sldId="372"/>
        </pc:sldMkLst>
      </pc:sldChg>
      <pc:sldChg chg="addSp modSp new mod setBg">
        <pc:chgData name="Rahul Mishra" userId="57c6469e-ac64-4888-811b-35f0aabddbad" providerId="ADAL" clId="{6CD110FC-ECB1-4188-A54A-469E6335FF4B}" dt="2024-08-08T17:07:15.046" v="45" actId="1076"/>
        <pc:sldMkLst>
          <pc:docMk/>
          <pc:sldMk cId="3459647960" sldId="374"/>
        </pc:sldMkLst>
      </pc:sldChg>
    </pc:docChg>
  </pc:docChgLst>
  <pc:docChgLst>
    <pc:chgData name="Rahul Mishra" userId="57c6469e-ac64-4888-811b-35f0aabddbad" providerId="ADAL" clId="{0AB29906-FC17-43A0-9F50-748EB40EBA55}"/>
    <pc:docChg chg="custSel addSld delSld modSld">
      <pc:chgData name="Rahul Mishra" userId="57c6469e-ac64-4888-811b-35f0aabddbad" providerId="ADAL" clId="{0AB29906-FC17-43A0-9F50-748EB40EBA55}" dt="2024-09-07T03:49:40.126" v="34"/>
      <pc:docMkLst>
        <pc:docMk/>
      </pc:docMkLst>
      <pc:sldChg chg="addSp">
        <pc:chgData name="Rahul Mishra" userId="57c6469e-ac64-4888-811b-35f0aabddbad" providerId="ADAL" clId="{0AB29906-FC17-43A0-9F50-748EB40EBA55}" dt="2024-09-06T05:49:27.780" v="0"/>
        <pc:sldMkLst>
          <pc:docMk/>
          <pc:sldMk cId="1701599832" sldId="271"/>
        </pc:sldMkLst>
      </pc:sldChg>
      <pc:sldChg chg="addSp">
        <pc:chgData name="Rahul Mishra" userId="57c6469e-ac64-4888-811b-35f0aabddbad" providerId="ADAL" clId="{0AB29906-FC17-43A0-9F50-748EB40EBA55}" dt="2024-09-07T02:51:14.813" v="32"/>
        <pc:sldMkLst>
          <pc:docMk/>
          <pc:sldMk cId="0" sldId="285"/>
        </pc:sldMkLst>
      </pc:sldChg>
      <pc:sldChg chg="addSp">
        <pc:chgData name="Rahul Mishra" userId="57c6469e-ac64-4888-811b-35f0aabddbad" providerId="ADAL" clId="{0AB29906-FC17-43A0-9F50-748EB40EBA55}" dt="2024-09-07T02:51:14.813" v="32"/>
        <pc:sldMkLst>
          <pc:docMk/>
          <pc:sldMk cId="0" sldId="286"/>
        </pc:sldMkLst>
      </pc:sldChg>
      <pc:sldChg chg="addSp">
        <pc:chgData name="Rahul Mishra" userId="57c6469e-ac64-4888-811b-35f0aabddbad" providerId="ADAL" clId="{0AB29906-FC17-43A0-9F50-748EB40EBA55}" dt="2024-09-07T03:22:40.897" v="33"/>
        <pc:sldMkLst>
          <pc:docMk/>
          <pc:sldMk cId="1685752519" sldId="292"/>
        </pc:sldMkLst>
      </pc:sldChg>
      <pc:sldChg chg="addSp">
        <pc:chgData name="Rahul Mishra" userId="57c6469e-ac64-4888-811b-35f0aabddbad" providerId="ADAL" clId="{0AB29906-FC17-43A0-9F50-748EB40EBA55}" dt="2024-09-07T03:22:40.897" v="33"/>
        <pc:sldMkLst>
          <pc:docMk/>
          <pc:sldMk cId="4267650275" sldId="293"/>
        </pc:sldMkLst>
      </pc:sldChg>
      <pc:sldChg chg="addSp">
        <pc:chgData name="Rahul Mishra" userId="57c6469e-ac64-4888-811b-35f0aabddbad" providerId="ADAL" clId="{0AB29906-FC17-43A0-9F50-748EB40EBA55}" dt="2024-09-07T03:22:40.897" v="33"/>
        <pc:sldMkLst>
          <pc:docMk/>
          <pc:sldMk cId="2502611286" sldId="294"/>
        </pc:sldMkLst>
      </pc:sldChg>
      <pc:sldChg chg="addSp">
        <pc:chgData name="Rahul Mishra" userId="57c6469e-ac64-4888-811b-35f0aabddbad" providerId="ADAL" clId="{0AB29906-FC17-43A0-9F50-748EB40EBA55}" dt="2024-09-07T03:22:40.897" v="33"/>
        <pc:sldMkLst>
          <pc:docMk/>
          <pc:sldMk cId="1901015964" sldId="295"/>
        </pc:sldMkLst>
      </pc:sldChg>
      <pc:sldChg chg="addSp">
        <pc:chgData name="Rahul Mishra" userId="57c6469e-ac64-4888-811b-35f0aabddbad" providerId="ADAL" clId="{0AB29906-FC17-43A0-9F50-748EB40EBA55}" dt="2024-09-07T03:22:40.897" v="33"/>
        <pc:sldMkLst>
          <pc:docMk/>
          <pc:sldMk cId="615098788" sldId="296"/>
        </pc:sldMkLst>
      </pc:sldChg>
      <pc:sldChg chg="addSp modSp mod">
        <pc:chgData name="Rahul Mishra" userId="57c6469e-ac64-4888-811b-35f0aabddbad" providerId="ADAL" clId="{0AB29906-FC17-43A0-9F50-748EB40EBA55}" dt="2024-09-07T02:51:14.813" v="32"/>
        <pc:sldMkLst>
          <pc:docMk/>
          <pc:sldMk cId="2187071181" sldId="303"/>
        </pc:sldMkLst>
      </pc:sldChg>
      <pc:sldChg chg="addSp">
        <pc:chgData name="Rahul Mishra" userId="57c6469e-ac64-4888-811b-35f0aabddbad" providerId="ADAL" clId="{0AB29906-FC17-43A0-9F50-748EB40EBA55}" dt="2024-09-07T03:22:40.897" v="33"/>
        <pc:sldMkLst>
          <pc:docMk/>
          <pc:sldMk cId="1419033139" sldId="305"/>
        </pc:sldMkLst>
      </pc:sldChg>
      <pc:sldChg chg="addSp">
        <pc:chgData name="Rahul Mishra" userId="57c6469e-ac64-4888-811b-35f0aabddbad" providerId="ADAL" clId="{0AB29906-FC17-43A0-9F50-748EB40EBA55}" dt="2024-09-07T03:22:40.897" v="33"/>
        <pc:sldMkLst>
          <pc:docMk/>
          <pc:sldMk cId="2079535757" sldId="375"/>
        </pc:sldMkLst>
      </pc:sldChg>
      <pc:sldChg chg="addSp modSp mod">
        <pc:chgData name="Rahul Mishra" userId="57c6469e-ac64-4888-811b-35f0aabddbad" providerId="ADAL" clId="{0AB29906-FC17-43A0-9F50-748EB40EBA55}" dt="2024-09-07T03:22:40.897" v="33"/>
        <pc:sldMkLst>
          <pc:docMk/>
          <pc:sldMk cId="2983673248" sldId="376"/>
        </pc:sldMkLst>
      </pc:sldChg>
      <pc:sldChg chg="addSp modSp mod">
        <pc:chgData name="Rahul Mishra" userId="57c6469e-ac64-4888-811b-35f0aabddbad" providerId="ADAL" clId="{0AB29906-FC17-43A0-9F50-748EB40EBA55}" dt="2024-09-07T03:22:40.897" v="33"/>
        <pc:sldMkLst>
          <pc:docMk/>
          <pc:sldMk cId="3694120147" sldId="377"/>
        </pc:sldMkLst>
      </pc:sldChg>
      <pc:sldChg chg="addSp">
        <pc:chgData name="Rahul Mishra" userId="57c6469e-ac64-4888-811b-35f0aabddbad" providerId="ADAL" clId="{0AB29906-FC17-43A0-9F50-748EB40EBA55}" dt="2024-09-07T03:22:40.897" v="33"/>
        <pc:sldMkLst>
          <pc:docMk/>
          <pc:sldMk cId="3465334699" sldId="378"/>
        </pc:sldMkLst>
      </pc:sldChg>
      <pc:sldChg chg="addSp">
        <pc:chgData name="Rahul Mishra" userId="57c6469e-ac64-4888-811b-35f0aabddbad" providerId="ADAL" clId="{0AB29906-FC17-43A0-9F50-748EB40EBA55}" dt="2024-09-07T02:51:14.813" v="32"/>
        <pc:sldMkLst>
          <pc:docMk/>
          <pc:sldMk cId="0" sldId="379"/>
        </pc:sldMkLst>
      </pc:sldChg>
      <pc:sldChg chg="addSp">
        <pc:chgData name="Rahul Mishra" userId="57c6469e-ac64-4888-811b-35f0aabddbad" providerId="ADAL" clId="{0AB29906-FC17-43A0-9F50-748EB40EBA55}" dt="2024-09-07T02:51:14.813" v="32"/>
        <pc:sldMkLst>
          <pc:docMk/>
          <pc:sldMk cId="0" sldId="393"/>
        </pc:sldMkLst>
      </pc:sldChg>
      <pc:sldChg chg="del">
        <pc:chgData name="Rahul Mishra" userId="57c6469e-ac64-4888-811b-35f0aabddbad" providerId="ADAL" clId="{0AB29906-FC17-43A0-9F50-748EB40EBA55}" dt="2024-09-06T17:23:25.619" v="26" actId="47"/>
        <pc:sldMkLst>
          <pc:docMk/>
          <pc:sldMk cId="0" sldId="396"/>
        </pc:sldMkLst>
      </pc:sldChg>
      <pc:sldChg chg="addSp">
        <pc:chgData name="Rahul Mishra" userId="57c6469e-ac64-4888-811b-35f0aabddbad" providerId="ADAL" clId="{0AB29906-FC17-43A0-9F50-748EB40EBA55}" dt="2024-09-07T03:22:40.897" v="33"/>
        <pc:sldMkLst>
          <pc:docMk/>
          <pc:sldMk cId="0" sldId="397"/>
        </pc:sldMkLst>
      </pc:sldChg>
      <pc:sldChg chg="addSp">
        <pc:chgData name="Rahul Mishra" userId="57c6469e-ac64-4888-811b-35f0aabddbad" providerId="ADAL" clId="{0AB29906-FC17-43A0-9F50-748EB40EBA55}" dt="2024-09-07T03:22:40.897" v="33"/>
        <pc:sldMkLst>
          <pc:docMk/>
          <pc:sldMk cId="0" sldId="398"/>
        </pc:sldMkLst>
      </pc:sldChg>
      <pc:sldChg chg="addSp">
        <pc:chgData name="Rahul Mishra" userId="57c6469e-ac64-4888-811b-35f0aabddbad" providerId="ADAL" clId="{0AB29906-FC17-43A0-9F50-748EB40EBA55}" dt="2024-09-07T02:51:14.813" v="32"/>
        <pc:sldMkLst>
          <pc:docMk/>
          <pc:sldMk cId="1992141454" sldId="404"/>
        </pc:sldMkLst>
      </pc:sldChg>
      <pc:sldChg chg="addSp">
        <pc:chgData name="Rahul Mishra" userId="57c6469e-ac64-4888-811b-35f0aabddbad" providerId="ADAL" clId="{0AB29906-FC17-43A0-9F50-748EB40EBA55}" dt="2024-09-06T05:49:27.780" v="0"/>
        <pc:sldMkLst>
          <pc:docMk/>
          <pc:sldMk cId="545609971" sldId="405"/>
        </pc:sldMkLst>
      </pc:sldChg>
      <pc:sldChg chg="addSp modSp mod">
        <pc:chgData name="Rahul Mishra" userId="57c6469e-ac64-4888-811b-35f0aabddbad" providerId="ADAL" clId="{0AB29906-FC17-43A0-9F50-748EB40EBA55}" dt="2024-09-07T03:49:40.126" v="34"/>
        <pc:sldMkLst>
          <pc:docMk/>
          <pc:sldMk cId="1740156467" sldId="406"/>
        </pc:sldMkLst>
      </pc:sldChg>
      <pc:sldChg chg="addSp">
        <pc:chgData name="Rahul Mishra" userId="57c6469e-ac64-4888-811b-35f0aabddbad" providerId="ADAL" clId="{0AB29906-FC17-43A0-9F50-748EB40EBA55}" dt="2024-09-07T03:49:40.126" v="34"/>
        <pc:sldMkLst>
          <pc:docMk/>
          <pc:sldMk cId="658975334" sldId="407"/>
        </pc:sldMkLst>
      </pc:sldChg>
      <pc:sldChg chg="modSp mod">
        <pc:chgData name="Rahul Mishra" userId="57c6469e-ac64-4888-811b-35f0aabddbad" providerId="ADAL" clId="{0AB29906-FC17-43A0-9F50-748EB40EBA55}" dt="2024-09-06T05:49:28.151" v="4" actId="27636"/>
        <pc:sldMkLst>
          <pc:docMk/>
          <pc:sldMk cId="832144480" sldId="408"/>
        </pc:sldMkLst>
      </pc:sldChg>
      <pc:sldChg chg="modSp mod">
        <pc:chgData name="Rahul Mishra" userId="57c6469e-ac64-4888-811b-35f0aabddbad" providerId="ADAL" clId="{0AB29906-FC17-43A0-9F50-748EB40EBA55}" dt="2024-09-06T05:49:28.157" v="5" actId="27636"/>
        <pc:sldMkLst>
          <pc:docMk/>
          <pc:sldMk cId="4711899" sldId="409"/>
        </pc:sldMkLst>
      </pc:sldChg>
      <pc:sldChg chg="modSp mod">
        <pc:chgData name="Rahul Mishra" userId="57c6469e-ac64-4888-811b-35f0aabddbad" providerId="ADAL" clId="{0AB29906-FC17-43A0-9F50-748EB40EBA55}" dt="2024-09-06T05:49:28.181" v="6" actId="27636"/>
        <pc:sldMkLst>
          <pc:docMk/>
          <pc:sldMk cId="1349400572" sldId="410"/>
        </pc:sldMkLst>
      </pc:sldChg>
      <pc:sldChg chg="addSp">
        <pc:chgData name="Rahul Mishra" userId="57c6469e-ac64-4888-811b-35f0aabddbad" providerId="ADAL" clId="{0AB29906-FC17-43A0-9F50-748EB40EBA55}" dt="2024-09-07T03:49:40.126" v="34"/>
        <pc:sldMkLst>
          <pc:docMk/>
          <pc:sldMk cId="2231131565" sldId="411"/>
        </pc:sldMkLst>
      </pc:sldChg>
      <pc:sldChg chg="addSp">
        <pc:chgData name="Rahul Mishra" userId="57c6469e-ac64-4888-811b-35f0aabddbad" providerId="ADAL" clId="{0AB29906-FC17-43A0-9F50-748EB40EBA55}" dt="2024-09-07T03:49:40.126" v="34"/>
        <pc:sldMkLst>
          <pc:docMk/>
          <pc:sldMk cId="2939944465" sldId="413"/>
        </pc:sldMkLst>
      </pc:sldChg>
      <pc:sldChg chg="addSp">
        <pc:chgData name="Rahul Mishra" userId="57c6469e-ac64-4888-811b-35f0aabddbad" providerId="ADAL" clId="{0AB29906-FC17-43A0-9F50-748EB40EBA55}" dt="2024-09-07T03:49:40.126" v="34"/>
        <pc:sldMkLst>
          <pc:docMk/>
          <pc:sldMk cId="1214863930" sldId="414"/>
        </pc:sldMkLst>
      </pc:sldChg>
      <pc:sldChg chg="addSp">
        <pc:chgData name="Rahul Mishra" userId="57c6469e-ac64-4888-811b-35f0aabddbad" providerId="ADAL" clId="{0AB29906-FC17-43A0-9F50-748EB40EBA55}" dt="2024-09-07T03:49:40.126" v="34"/>
        <pc:sldMkLst>
          <pc:docMk/>
          <pc:sldMk cId="2118251881" sldId="415"/>
        </pc:sldMkLst>
      </pc:sldChg>
      <pc:sldChg chg="addSp">
        <pc:chgData name="Rahul Mishra" userId="57c6469e-ac64-4888-811b-35f0aabddbad" providerId="ADAL" clId="{0AB29906-FC17-43A0-9F50-748EB40EBA55}" dt="2024-09-07T03:49:40.126" v="34"/>
        <pc:sldMkLst>
          <pc:docMk/>
          <pc:sldMk cId="2560525014" sldId="416"/>
        </pc:sldMkLst>
      </pc:sldChg>
      <pc:sldChg chg="addSp">
        <pc:chgData name="Rahul Mishra" userId="57c6469e-ac64-4888-811b-35f0aabddbad" providerId="ADAL" clId="{0AB29906-FC17-43A0-9F50-748EB40EBA55}" dt="2024-09-07T03:49:40.126" v="34"/>
        <pc:sldMkLst>
          <pc:docMk/>
          <pc:sldMk cId="1508322553" sldId="417"/>
        </pc:sldMkLst>
      </pc:sldChg>
      <pc:sldChg chg="modSp mod">
        <pc:chgData name="Rahul Mishra" userId="57c6469e-ac64-4888-811b-35f0aabddbad" providerId="ADAL" clId="{0AB29906-FC17-43A0-9F50-748EB40EBA55}" dt="2024-09-06T17:26:44.347" v="27" actId="1076"/>
        <pc:sldMkLst>
          <pc:docMk/>
          <pc:sldMk cId="619737420" sldId="418"/>
        </pc:sldMkLst>
      </pc:sldChg>
      <pc:sldChg chg="modSp mod">
        <pc:chgData name="Rahul Mishra" userId="57c6469e-ac64-4888-811b-35f0aabddbad" providerId="ADAL" clId="{0AB29906-FC17-43A0-9F50-748EB40EBA55}" dt="2024-09-06T05:49:28.204" v="7" actId="27636"/>
        <pc:sldMkLst>
          <pc:docMk/>
          <pc:sldMk cId="2076925815" sldId="423"/>
        </pc:sldMkLst>
      </pc:sldChg>
      <pc:sldChg chg="modSp mod">
        <pc:chgData name="Rahul Mishra" userId="57c6469e-ac64-4888-811b-35f0aabddbad" providerId="ADAL" clId="{0AB29906-FC17-43A0-9F50-748EB40EBA55}" dt="2024-09-06T17:30:48.906" v="28" actId="732"/>
        <pc:sldMkLst>
          <pc:docMk/>
          <pc:sldMk cId="3782739295" sldId="433"/>
        </pc:sldMkLst>
      </pc:sldChg>
      <pc:sldChg chg="modSp mod">
        <pc:chgData name="Rahul Mishra" userId="57c6469e-ac64-4888-811b-35f0aabddbad" providerId="ADAL" clId="{0AB29906-FC17-43A0-9F50-748EB40EBA55}" dt="2024-09-06T05:49:28.204" v="8" actId="27636"/>
        <pc:sldMkLst>
          <pc:docMk/>
          <pc:sldMk cId="630843957" sldId="434"/>
        </pc:sldMkLst>
      </pc:sldChg>
      <pc:sldChg chg="modSp mod">
        <pc:chgData name="Rahul Mishra" userId="57c6469e-ac64-4888-811b-35f0aabddbad" providerId="ADAL" clId="{0AB29906-FC17-43A0-9F50-748EB40EBA55}" dt="2024-09-06T17:31:59.605" v="30" actId="14100"/>
        <pc:sldMkLst>
          <pc:docMk/>
          <pc:sldMk cId="1474668071" sldId="441"/>
        </pc:sldMkLst>
      </pc:sldChg>
      <pc:sldChg chg="modSp mod">
        <pc:chgData name="Rahul Mishra" userId="57c6469e-ac64-4888-811b-35f0aabddbad" providerId="ADAL" clId="{0AB29906-FC17-43A0-9F50-748EB40EBA55}" dt="2024-09-06T17:32:27.644" v="31" actId="14100"/>
        <pc:sldMkLst>
          <pc:docMk/>
          <pc:sldMk cId="39282603" sldId="443"/>
        </pc:sldMkLst>
      </pc:sldChg>
      <pc:sldChg chg="addSp modSp new mod">
        <pc:chgData name="Rahul Mishra" userId="57c6469e-ac64-4888-811b-35f0aabddbad" providerId="ADAL" clId="{0AB29906-FC17-43A0-9F50-748EB40EBA55}" dt="2024-09-07T02:51:14.813" v="32"/>
        <pc:sldMkLst>
          <pc:docMk/>
          <pc:sldMk cId="4154801453" sldId="446"/>
        </pc:sldMkLst>
      </pc:sldChg>
    </pc:docChg>
  </pc:docChgLst>
  <pc:docChgLst>
    <pc:chgData name="Rahul Mishra" userId="57c6469e-ac64-4888-811b-35f0aabddbad" providerId="ADAL" clId="{21FFD693-4E0E-4C6A-9B31-7A4B381D4AA0}"/>
    <pc:docChg chg="undo custSel addSld modSld">
      <pc:chgData name="Rahul Mishra" userId="57c6469e-ac64-4888-811b-35f0aabddbad" providerId="ADAL" clId="{21FFD693-4E0E-4C6A-9B31-7A4B381D4AA0}" dt="2024-08-31T18:40:31.090" v="18" actId="1076"/>
      <pc:docMkLst>
        <pc:docMk/>
      </pc:docMkLst>
      <pc:sldChg chg="delSp add mod">
        <pc:chgData name="Rahul Mishra" userId="57c6469e-ac64-4888-811b-35f0aabddbad" providerId="ADAL" clId="{21FFD693-4E0E-4C6A-9B31-7A4B381D4AA0}" dt="2024-08-31T17:30:57.514" v="13" actId="478"/>
        <pc:sldMkLst>
          <pc:docMk/>
          <pc:sldMk cId="3580903429" sldId="277"/>
        </pc:sldMkLst>
      </pc:sldChg>
      <pc:sldChg chg="modSp mod">
        <pc:chgData name="Rahul Mishra" userId="57c6469e-ac64-4888-811b-35f0aabddbad" providerId="ADAL" clId="{21FFD693-4E0E-4C6A-9B31-7A4B381D4AA0}" dt="2024-08-31T18:38:41.288" v="14" actId="1076"/>
        <pc:sldMkLst>
          <pc:docMk/>
          <pc:sldMk cId="0" sldId="283"/>
        </pc:sldMkLst>
      </pc:sldChg>
      <pc:sldChg chg="modSp mod">
        <pc:chgData name="Rahul Mishra" userId="57c6469e-ac64-4888-811b-35f0aabddbad" providerId="ADAL" clId="{21FFD693-4E0E-4C6A-9B31-7A4B381D4AA0}" dt="2024-08-31T18:38:50.743" v="15" actId="1076"/>
        <pc:sldMkLst>
          <pc:docMk/>
          <pc:sldMk cId="0" sldId="284"/>
        </pc:sldMkLst>
      </pc:sldChg>
      <pc:sldChg chg="modSp mod">
        <pc:chgData name="Rahul Mishra" userId="57c6469e-ac64-4888-811b-35f0aabddbad" providerId="ADAL" clId="{21FFD693-4E0E-4C6A-9B31-7A4B381D4AA0}" dt="2024-08-31T18:40:31.090" v="18" actId="1076"/>
        <pc:sldMkLst>
          <pc:docMk/>
          <pc:sldMk cId="0" sldId="285"/>
        </pc:sldMkLst>
      </pc:sldChg>
      <pc:sldChg chg="modSp mod">
        <pc:chgData name="Rahul Mishra" userId="57c6469e-ac64-4888-811b-35f0aabddbad" providerId="ADAL" clId="{21FFD693-4E0E-4C6A-9B31-7A4B381D4AA0}" dt="2024-08-31T17:30:54.298" v="5" actId="27636"/>
        <pc:sldMkLst>
          <pc:docMk/>
          <pc:sldMk cId="2182143427" sldId="298"/>
        </pc:sldMkLst>
      </pc:sldChg>
      <pc:sldChg chg="modSp mod">
        <pc:chgData name="Rahul Mishra" userId="57c6469e-ac64-4888-811b-35f0aabddbad" providerId="ADAL" clId="{21FFD693-4E0E-4C6A-9B31-7A4B381D4AA0}" dt="2024-08-31T17:30:54.307" v="6" actId="27636"/>
        <pc:sldMkLst>
          <pc:docMk/>
          <pc:sldMk cId="3430712330" sldId="299"/>
        </pc:sldMkLst>
      </pc:sldChg>
      <pc:sldChg chg="modSp mod">
        <pc:chgData name="Rahul Mishra" userId="57c6469e-ac64-4888-811b-35f0aabddbad" providerId="ADAL" clId="{21FFD693-4E0E-4C6A-9B31-7A4B381D4AA0}" dt="2024-08-31T17:30:54.313" v="7" actId="27636"/>
        <pc:sldMkLst>
          <pc:docMk/>
          <pc:sldMk cId="2853893709" sldId="300"/>
        </pc:sldMkLst>
      </pc:sldChg>
      <pc:sldChg chg="modSp mod">
        <pc:chgData name="Rahul Mishra" userId="57c6469e-ac64-4888-811b-35f0aabddbad" providerId="ADAL" clId="{21FFD693-4E0E-4C6A-9B31-7A4B381D4AA0}" dt="2024-08-31T17:30:54.329" v="8" actId="27636"/>
        <pc:sldMkLst>
          <pc:docMk/>
          <pc:sldMk cId="242180997" sldId="301"/>
        </pc:sldMkLst>
      </pc:sldChg>
      <pc:sldChg chg="modSp mod">
        <pc:chgData name="Rahul Mishra" userId="57c6469e-ac64-4888-811b-35f0aabddbad" providerId="ADAL" clId="{21FFD693-4E0E-4C6A-9B31-7A4B381D4AA0}" dt="2024-08-31T17:30:54.329" v="9" actId="27636"/>
        <pc:sldMkLst>
          <pc:docMk/>
          <pc:sldMk cId="3799010131" sldId="302"/>
        </pc:sldMkLst>
      </pc:sldChg>
      <pc:sldChg chg="modSp mod">
        <pc:chgData name="Rahul Mishra" userId="57c6469e-ac64-4888-811b-35f0aabddbad" providerId="ADAL" clId="{21FFD693-4E0E-4C6A-9B31-7A4B381D4AA0}" dt="2024-08-31T17:30:54.345" v="10" actId="27636"/>
        <pc:sldMkLst>
          <pc:docMk/>
          <pc:sldMk cId="2187071181" sldId="303"/>
        </pc:sldMkLst>
      </pc:sldChg>
      <pc:sldChg chg="add">
        <pc:chgData name="Rahul Mishra" userId="57c6469e-ac64-4888-811b-35f0aabddbad" providerId="ADAL" clId="{21FFD693-4E0E-4C6A-9B31-7A4B381D4AA0}" dt="2024-08-31T17:30:54.156" v="0"/>
        <pc:sldMkLst>
          <pc:docMk/>
          <pc:sldMk cId="4132747667" sldId="353"/>
        </pc:sldMkLst>
      </pc:sldChg>
      <pc:sldChg chg="modSp mod">
        <pc:chgData name="Rahul Mishra" userId="57c6469e-ac64-4888-811b-35f0aabddbad" providerId="ADAL" clId="{21FFD693-4E0E-4C6A-9B31-7A4B381D4AA0}" dt="2024-08-31T17:30:54.251" v="1" actId="27636"/>
        <pc:sldMkLst>
          <pc:docMk/>
          <pc:sldMk cId="3256313146" sldId="366"/>
        </pc:sldMkLst>
      </pc:sldChg>
      <pc:sldChg chg="modSp mod">
        <pc:chgData name="Rahul Mishra" userId="57c6469e-ac64-4888-811b-35f0aabddbad" providerId="ADAL" clId="{21FFD693-4E0E-4C6A-9B31-7A4B381D4AA0}" dt="2024-08-31T17:30:54.266" v="2" actId="27636"/>
        <pc:sldMkLst>
          <pc:docMk/>
          <pc:sldMk cId="3617587182" sldId="367"/>
        </pc:sldMkLst>
      </pc:sldChg>
      <pc:sldChg chg="modSp mod">
        <pc:chgData name="Rahul Mishra" userId="57c6469e-ac64-4888-811b-35f0aabddbad" providerId="ADAL" clId="{21FFD693-4E0E-4C6A-9B31-7A4B381D4AA0}" dt="2024-08-31T17:30:54.266" v="3" actId="27636"/>
        <pc:sldMkLst>
          <pc:docMk/>
          <pc:sldMk cId="1559975623" sldId="368"/>
        </pc:sldMkLst>
      </pc:sldChg>
      <pc:sldChg chg="modSp mod">
        <pc:chgData name="Rahul Mishra" userId="57c6469e-ac64-4888-811b-35f0aabddbad" providerId="ADAL" clId="{21FFD693-4E0E-4C6A-9B31-7A4B381D4AA0}" dt="2024-08-31T17:30:54.282" v="4" actId="27636"/>
        <pc:sldMkLst>
          <pc:docMk/>
          <pc:sldMk cId="3336479956" sldId="369"/>
        </pc:sldMkLst>
      </pc:sldChg>
      <pc:sldChg chg="modSp mod">
        <pc:chgData name="Rahul Mishra" userId="57c6469e-ac64-4888-811b-35f0aabddbad" providerId="ADAL" clId="{21FFD693-4E0E-4C6A-9B31-7A4B381D4AA0}" dt="2024-08-31T17:30:54.360" v="11" actId="27636"/>
        <pc:sldMkLst>
          <pc:docMk/>
          <pc:sldMk cId="2983673248" sldId="376"/>
        </pc:sldMkLst>
      </pc:sldChg>
      <pc:sldChg chg="modSp mod">
        <pc:chgData name="Rahul Mishra" userId="57c6469e-ac64-4888-811b-35f0aabddbad" providerId="ADAL" clId="{21FFD693-4E0E-4C6A-9B31-7A4B381D4AA0}" dt="2024-08-31T17:30:54.360" v="12" actId="27636"/>
        <pc:sldMkLst>
          <pc:docMk/>
          <pc:sldMk cId="3694120147" sldId="377"/>
        </pc:sldMkLst>
      </pc:sldChg>
    </pc:docChg>
  </pc:docChgLst>
  <pc:docChgLst>
    <pc:chgData name="Rahul Mishra" userId="57c6469e-ac64-4888-811b-35f0aabddbad" providerId="ADAL" clId="{0A8CF34D-C019-4E90-8CF3-A9BB3DC60DDB}"/>
    <pc:docChg chg="delSld">
      <pc:chgData name="Rahul Mishra" userId="57c6469e-ac64-4888-811b-35f0aabddbad" providerId="ADAL" clId="{0A8CF34D-C019-4E90-8CF3-A9BB3DC60DDB}" dt="2025-02-28T18:26:07.158" v="0" actId="47"/>
      <pc:docMkLst>
        <pc:docMk/>
      </pc:docMkLst>
      <pc:sldChg chg="del">
        <pc:chgData name="Rahul Mishra" userId="57c6469e-ac64-4888-811b-35f0aabddbad" providerId="ADAL" clId="{0A8CF34D-C019-4E90-8CF3-A9BB3DC60DDB}" dt="2025-02-28T18:26:07.158" v="0" actId="47"/>
        <pc:sldMkLst>
          <pc:docMk/>
          <pc:sldMk cId="545609971" sldId="405"/>
        </pc:sldMkLst>
      </pc:sldChg>
    </pc:docChg>
  </pc:docChgLst>
  <pc:docChgLst>
    <pc:chgData name="Rahul Mishra" userId="57c6469e-ac64-4888-811b-35f0aabddbad" providerId="ADAL" clId="{2587B58E-4F3B-47AB-B3EB-62407C9160B0}"/>
    <pc:docChg chg="custSel addSld modSld">
      <pc:chgData name="Rahul Mishra" userId="57c6469e-ac64-4888-811b-35f0aabddbad" providerId="ADAL" clId="{2587B58E-4F3B-47AB-B3EB-62407C9160B0}" dt="2025-09-20T03:50:06.776" v="208"/>
      <pc:docMkLst>
        <pc:docMk/>
      </pc:docMkLst>
      <pc:sldChg chg="addSp delSp modSp mod">
        <pc:chgData name="Rahul Mishra" userId="57c6469e-ac64-4888-811b-35f0aabddbad" providerId="ADAL" clId="{2587B58E-4F3B-47AB-B3EB-62407C9160B0}" dt="2025-09-20T03:09:31.138" v="84" actId="9405"/>
        <pc:sldMkLst>
          <pc:docMk/>
          <pc:sldMk cId="2800527223" sldId="421"/>
        </pc:sldMkLst>
        <pc:grpChg chg="mod">
          <ac:chgData name="Rahul Mishra" userId="57c6469e-ac64-4888-811b-35f0aabddbad" providerId="ADAL" clId="{2587B58E-4F3B-47AB-B3EB-62407C9160B0}" dt="2025-09-20T03:09:01.804" v="27"/>
          <ac:grpSpMkLst>
            <pc:docMk/>
            <pc:sldMk cId="2800527223" sldId="421"/>
            <ac:grpSpMk id="18" creationId="{52D2D3E1-4740-D01D-8C40-6025E3C9E0C3}"/>
          </ac:grpSpMkLst>
        </pc:grpChg>
        <pc:grpChg chg="del mod">
          <ac:chgData name="Rahul Mishra" userId="57c6469e-ac64-4888-811b-35f0aabddbad" providerId="ADAL" clId="{2587B58E-4F3B-47AB-B3EB-62407C9160B0}" dt="2025-09-20T03:09:18.052" v="63"/>
          <ac:grpSpMkLst>
            <pc:docMk/>
            <pc:sldMk cId="2800527223" sldId="421"/>
            <ac:grpSpMk id="36" creationId="{DAC73308-E7F3-D13A-F9C1-081B0A124791}"/>
          </ac:grpSpMkLst>
        </pc:grpChg>
        <pc:grpChg chg="del mod">
          <ac:chgData name="Rahul Mishra" userId="57c6469e-ac64-4888-811b-35f0aabddbad" providerId="ADAL" clId="{2587B58E-4F3B-47AB-B3EB-62407C9160B0}" dt="2025-09-20T03:09:18.052" v="63"/>
          <ac:grpSpMkLst>
            <pc:docMk/>
            <pc:sldMk cId="2800527223" sldId="421"/>
            <ac:grpSpMk id="37" creationId="{50DAECBB-DE49-2F8F-A23D-59F986E5E2CD}"/>
          </ac:grpSpMkLst>
        </pc:grpChg>
        <pc:grpChg chg="mod">
          <ac:chgData name="Rahul Mishra" userId="57c6469e-ac64-4888-811b-35f0aabddbad" providerId="ADAL" clId="{2587B58E-4F3B-47AB-B3EB-62407C9160B0}" dt="2025-09-20T03:09:10.587" v="45"/>
          <ac:grpSpMkLst>
            <pc:docMk/>
            <pc:sldMk cId="2800527223" sldId="421"/>
            <ac:grpSpMk id="38" creationId="{1190FDE6-D58B-9E0A-D022-5C9612A7F696}"/>
          </ac:grpSpMkLst>
        </pc:grpChg>
        <pc:grpChg chg="mod">
          <ac:chgData name="Rahul Mishra" userId="57c6469e-ac64-4888-811b-35f0aabddbad" providerId="ADAL" clId="{2587B58E-4F3B-47AB-B3EB-62407C9160B0}" dt="2025-09-20T03:09:10.587" v="45"/>
          <ac:grpSpMkLst>
            <pc:docMk/>
            <pc:sldMk cId="2800527223" sldId="421"/>
            <ac:grpSpMk id="39" creationId="{4188F0BC-343B-5B19-665D-4820EFD707F4}"/>
          </ac:grpSpMkLst>
        </pc:grpChg>
        <pc:grpChg chg="mod">
          <ac:chgData name="Rahul Mishra" userId="57c6469e-ac64-4888-811b-35f0aabddbad" providerId="ADAL" clId="{2587B58E-4F3B-47AB-B3EB-62407C9160B0}" dt="2025-09-20T03:09:10.587" v="45"/>
          <ac:grpSpMkLst>
            <pc:docMk/>
            <pc:sldMk cId="2800527223" sldId="421"/>
            <ac:grpSpMk id="40" creationId="{90246408-6DA4-FE41-176E-7A6C6D8DEFF9}"/>
          </ac:grpSpMkLst>
        </pc:grpChg>
        <pc:grpChg chg="mod">
          <ac:chgData name="Rahul Mishra" userId="57c6469e-ac64-4888-811b-35f0aabddbad" providerId="ADAL" clId="{2587B58E-4F3B-47AB-B3EB-62407C9160B0}" dt="2025-09-20T03:09:10.587" v="45"/>
          <ac:grpSpMkLst>
            <pc:docMk/>
            <pc:sldMk cId="2800527223" sldId="421"/>
            <ac:grpSpMk id="41" creationId="{2528DDD2-245E-80B9-811F-43BB6697603D}"/>
          </ac:grpSpMkLst>
        </pc:grpChg>
        <pc:grpChg chg="mod">
          <ac:chgData name="Rahul Mishra" userId="57c6469e-ac64-4888-811b-35f0aabddbad" providerId="ADAL" clId="{2587B58E-4F3B-47AB-B3EB-62407C9160B0}" dt="2025-09-20T03:09:18.052" v="63"/>
          <ac:grpSpMkLst>
            <pc:docMk/>
            <pc:sldMk cId="2800527223" sldId="421"/>
            <ac:grpSpMk id="59" creationId="{F33B39AD-857E-4E14-ED95-7AFBCE3E4ABC}"/>
          </ac:grpSpMkLst>
        </pc:grpChg>
        <pc:grpChg chg="mod">
          <ac:chgData name="Rahul Mishra" userId="57c6469e-ac64-4888-811b-35f0aabddbad" providerId="ADAL" clId="{2587B58E-4F3B-47AB-B3EB-62407C9160B0}" dt="2025-09-20T03:09:22.287" v="78"/>
          <ac:grpSpMkLst>
            <pc:docMk/>
            <pc:sldMk cId="2800527223" sldId="421"/>
            <ac:grpSpMk id="530443" creationId="{21933BCF-FAA4-1C8A-3D9F-E04CF0BBDBB8}"/>
          </ac:grpSpMkLst>
        </pc:grpChg>
        <pc:grpChg chg="mod">
          <ac:chgData name="Rahul Mishra" userId="57c6469e-ac64-4888-811b-35f0aabddbad" providerId="ADAL" clId="{2587B58E-4F3B-47AB-B3EB-62407C9160B0}" dt="2025-09-20T03:09:22.287" v="78"/>
          <ac:grpSpMkLst>
            <pc:docMk/>
            <pc:sldMk cId="2800527223" sldId="421"/>
            <ac:grpSpMk id="530444" creationId="{291D10CC-F345-57B8-812F-09AD7EE4CAE9}"/>
          </ac:grpSpMkLst>
        </pc:grpChg>
        <pc:grpChg chg="mod">
          <ac:chgData name="Rahul Mishra" userId="57c6469e-ac64-4888-811b-35f0aabddbad" providerId="ADAL" clId="{2587B58E-4F3B-47AB-B3EB-62407C9160B0}" dt="2025-09-20T03:09:22.287" v="78"/>
          <ac:grpSpMkLst>
            <pc:docMk/>
            <pc:sldMk cId="2800527223" sldId="421"/>
            <ac:grpSpMk id="530445" creationId="{47E5DCB3-F5D0-D1E2-2D51-EFFA7ACEC269}"/>
          </ac:grpSpMkLst>
        </pc:grpChg>
        <pc:inkChg chg="add">
          <ac:chgData name="Rahul Mishra" userId="57c6469e-ac64-4888-811b-35f0aabddbad" providerId="ADAL" clId="{2587B58E-4F3B-47AB-B3EB-62407C9160B0}" dt="2025-09-20T02:53:25.399" v="10"/>
          <ac:inkMkLst>
            <pc:docMk/>
            <pc:sldMk cId="2800527223" sldId="421"/>
            <ac:inkMk id="3" creationId="{A162BFA0-C23D-6ED5-646B-93B34ADDA2E1}"/>
          </ac:inkMkLst>
        </pc:inkChg>
        <pc:inkChg chg="add">
          <ac:chgData name="Rahul Mishra" userId="57c6469e-ac64-4888-811b-35f0aabddbad" providerId="ADAL" clId="{2587B58E-4F3B-47AB-B3EB-62407C9160B0}" dt="2025-09-20T03:08:44.609" v="14" actId="9405"/>
          <ac:inkMkLst>
            <pc:docMk/>
            <pc:sldMk cId="2800527223" sldId="421"/>
            <ac:inkMk id="4" creationId="{D094CE2C-9A44-00F9-D552-3A38867C248A}"/>
          </ac:inkMkLst>
        </pc:inkChg>
        <pc:inkChg chg="add">
          <ac:chgData name="Rahul Mishra" userId="57c6469e-ac64-4888-811b-35f0aabddbad" providerId="ADAL" clId="{2587B58E-4F3B-47AB-B3EB-62407C9160B0}" dt="2025-09-20T03:08:47.161" v="15" actId="9405"/>
          <ac:inkMkLst>
            <pc:docMk/>
            <pc:sldMk cId="2800527223" sldId="421"/>
            <ac:inkMk id="6" creationId="{73B6E9B3-32C5-5F99-B6F4-63D6E8786515}"/>
          </ac:inkMkLst>
        </pc:inkChg>
        <pc:inkChg chg="add">
          <ac:chgData name="Rahul Mishra" userId="57c6469e-ac64-4888-811b-35f0aabddbad" providerId="ADAL" clId="{2587B58E-4F3B-47AB-B3EB-62407C9160B0}" dt="2025-09-20T03:08:48.625" v="16" actId="9405"/>
          <ac:inkMkLst>
            <pc:docMk/>
            <pc:sldMk cId="2800527223" sldId="421"/>
            <ac:inkMk id="7" creationId="{565D15DD-5EE1-F056-5FF9-4B18F2257B3D}"/>
          </ac:inkMkLst>
        </pc:inkChg>
        <pc:inkChg chg="add">
          <ac:chgData name="Rahul Mishra" userId="57c6469e-ac64-4888-811b-35f0aabddbad" providerId="ADAL" clId="{2587B58E-4F3B-47AB-B3EB-62407C9160B0}" dt="2025-09-20T03:08:50.400" v="17" actId="9405"/>
          <ac:inkMkLst>
            <pc:docMk/>
            <pc:sldMk cId="2800527223" sldId="421"/>
            <ac:inkMk id="8" creationId="{68D8294B-B210-CBE4-DEA0-9A521E5C10B9}"/>
          </ac:inkMkLst>
        </pc:inkChg>
        <pc:inkChg chg="add">
          <ac:chgData name="Rahul Mishra" userId="57c6469e-ac64-4888-811b-35f0aabddbad" providerId="ADAL" clId="{2587B58E-4F3B-47AB-B3EB-62407C9160B0}" dt="2025-09-20T03:08:52.081" v="18" actId="9405"/>
          <ac:inkMkLst>
            <pc:docMk/>
            <pc:sldMk cId="2800527223" sldId="421"/>
            <ac:inkMk id="9" creationId="{DFFC9C91-E3E1-825A-4634-65E9F722EDCF}"/>
          </ac:inkMkLst>
        </pc:inkChg>
        <pc:inkChg chg="add">
          <ac:chgData name="Rahul Mishra" userId="57c6469e-ac64-4888-811b-35f0aabddbad" providerId="ADAL" clId="{2587B58E-4F3B-47AB-B3EB-62407C9160B0}" dt="2025-09-20T03:08:54.143" v="19" actId="9405"/>
          <ac:inkMkLst>
            <pc:docMk/>
            <pc:sldMk cId="2800527223" sldId="421"/>
            <ac:inkMk id="10" creationId="{66CD1C3E-0B29-C156-C15B-A5EB05A93409}"/>
          </ac:inkMkLst>
        </pc:inkChg>
        <pc:inkChg chg="add">
          <ac:chgData name="Rahul Mishra" userId="57c6469e-ac64-4888-811b-35f0aabddbad" providerId="ADAL" clId="{2587B58E-4F3B-47AB-B3EB-62407C9160B0}" dt="2025-09-20T03:08:56.629" v="20" actId="9405"/>
          <ac:inkMkLst>
            <pc:docMk/>
            <pc:sldMk cId="2800527223" sldId="421"/>
            <ac:inkMk id="11" creationId="{7B6C94E1-7F3A-087B-93DA-8C28D00DFFE8}"/>
          </ac:inkMkLst>
        </pc:inkChg>
        <pc:inkChg chg="add mod">
          <ac:chgData name="Rahul Mishra" userId="57c6469e-ac64-4888-811b-35f0aabddbad" providerId="ADAL" clId="{2587B58E-4F3B-47AB-B3EB-62407C9160B0}" dt="2025-09-20T03:09:01.804" v="27"/>
          <ac:inkMkLst>
            <pc:docMk/>
            <pc:sldMk cId="2800527223" sldId="421"/>
            <ac:inkMk id="12" creationId="{2524D547-945D-03A8-68D2-F362296EF649}"/>
          </ac:inkMkLst>
        </pc:inkChg>
        <pc:inkChg chg="add mod">
          <ac:chgData name="Rahul Mishra" userId="57c6469e-ac64-4888-811b-35f0aabddbad" providerId="ADAL" clId="{2587B58E-4F3B-47AB-B3EB-62407C9160B0}" dt="2025-09-20T03:09:01.804" v="27"/>
          <ac:inkMkLst>
            <pc:docMk/>
            <pc:sldMk cId="2800527223" sldId="421"/>
            <ac:inkMk id="13" creationId="{D26B97FD-5921-767C-1E9D-D2A0983554C3}"/>
          </ac:inkMkLst>
        </pc:inkChg>
        <pc:inkChg chg="add mod">
          <ac:chgData name="Rahul Mishra" userId="57c6469e-ac64-4888-811b-35f0aabddbad" providerId="ADAL" clId="{2587B58E-4F3B-47AB-B3EB-62407C9160B0}" dt="2025-09-20T03:09:01.804" v="27"/>
          <ac:inkMkLst>
            <pc:docMk/>
            <pc:sldMk cId="2800527223" sldId="421"/>
            <ac:inkMk id="14" creationId="{913F1170-A991-D0F8-8B83-C4088AF4FBE8}"/>
          </ac:inkMkLst>
        </pc:inkChg>
        <pc:inkChg chg="add mod">
          <ac:chgData name="Rahul Mishra" userId="57c6469e-ac64-4888-811b-35f0aabddbad" providerId="ADAL" clId="{2587B58E-4F3B-47AB-B3EB-62407C9160B0}" dt="2025-09-20T03:09:01.804" v="27"/>
          <ac:inkMkLst>
            <pc:docMk/>
            <pc:sldMk cId="2800527223" sldId="421"/>
            <ac:inkMk id="15" creationId="{DF077237-13F8-8017-ED7E-E1B7CAA62F6A}"/>
          </ac:inkMkLst>
        </pc:inkChg>
        <pc:inkChg chg="add mod">
          <ac:chgData name="Rahul Mishra" userId="57c6469e-ac64-4888-811b-35f0aabddbad" providerId="ADAL" clId="{2587B58E-4F3B-47AB-B3EB-62407C9160B0}" dt="2025-09-20T03:09:01.804" v="27"/>
          <ac:inkMkLst>
            <pc:docMk/>
            <pc:sldMk cId="2800527223" sldId="421"/>
            <ac:inkMk id="16" creationId="{D6601D83-F7D9-C665-FDAB-9897E2CB84F8}"/>
          </ac:inkMkLst>
        </pc:inkChg>
        <pc:inkChg chg="add mod">
          <ac:chgData name="Rahul Mishra" userId="57c6469e-ac64-4888-811b-35f0aabddbad" providerId="ADAL" clId="{2587B58E-4F3B-47AB-B3EB-62407C9160B0}" dt="2025-09-20T03:09:01.804" v="27"/>
          <ac:inkMkLst>
            <pc:docMk/>
            <pc:sldMk cId="2800527223" sldId="421"/>
            <ac:inkMk id="17" creationId="{23EF96E0-FD83-6075-745D-295871ED4CEA}"/>
          </ac:inkMkLst>
        </pc:inkChg>
        <pc:inkChg chg="add">
          <ac:chgData name="Rahul Mishra" userId="57c6469e-ac64-4888-811b-35f0aabddbad" providerId="ADAL" clId="{2587B58E-4F3B-47AB-B3EB-62407C9160B0}" dt="2025-09-20T03:09:04.647" v="28" actId="9405"/>
          <ac:inkMkLst>
            <pc:docMk/>
            <pc:sldMk cId="2800527223" sldId="421"/>
            <ac:inkMk id="19" creationId="{57B6012F-8BAF-0F7F-4D2F-4BF8A31B71CC}"/>
          </ac:inkMkLst>
        </pc:inkChg>
        <pc:inkChg chg="add">
          <ac:chgData name="Rahul Mishra" userId="57c6469e-ac64-4888-811b-35f0aabddbad" providerId="ADAL" clId="{2587B58E-4F3B-47AB-B3EB-62407C9160B0}" dt="2025-09-20T03:09:04.800" v="29" actId="9405"/>
          <ac:inkMkLst>
            <pc:docMk/>
            <pc:sldMk cId="2800527223" sldId="421"/>
            <ac:inkMk id="20" creationId="{18BF6F12-2444-BA25-F4D7-42C96681BEB5}"/>
          </ac:inkMkLst>
        </pc:inkChg>
        <pc:inkChg chg="add">
          <ac:chgData name="Rahul Mishra" userId="57c6469e-ac64-4888-811b-35f0aabddbad" providerId="ADAL" clId="{2587B58E-4F3B-47AB-B3EB-62407C9160B0}" dt="2025-09-20T03:09:05.721" v="30" actId="9405"/>
          <ac:inkMkLst>
            <pc:docMk/>
            <pc:sldMk cId="2800527223" sldId="421"/>
            <ac:inkMk id="21" creationId="{5EC79372-241E-9307-CEA5-E538B7B63C38}"/>
          </ac:inkMkLst>
        </pc:inkChg>
        <pc:inkChg chg="add">
          <ac:chgData name="Rahul Mishra" userId="57c6469e-ac64-4888-811b-35f0aabddbad" providerId="ADAL" clId="{2587B58E-4F3B-47AB-B3EB-62407C9160B0}" dt="2025-09-20T03:09:05.891" v="31" actId="9405"/>
          <ac:inkMkLst>
            <pc:docMk/>
            <pc:sldMk cId="2800527223" sldId="421"/>
            <ac:inkMk id="22" creationId="{CB9D07F1-820A-4852-1B19-485400A575B3}"/>
          </ac:inkMkLst>
        </pc:inkChg>
        <pc:inkChg chg="add mod">
          <ac:chgData name="Rahul Mishra" userId="57c6469e-ac64-4888-811b-35f0aabddbad" providerId="ADAL" clId="{2587B58E-4F3B-47AB-B3EB-62407C9160B0}" dt="2025-09-20T03:09:10.587" v="45"/>
          <ac:inkMkLst>
            <pc:docMk/>
            <pc:sldMk cId="2800527223" sldId="421"/>
            <ac:inkMk id="23" creationId="{9768B9C5-D730-7CCC-5935-99549576666C}"/>
          </ac:inkMkLst>
        </pc:inkChg>
        <pc:inkChg chg="add">
          <ac:chgData name="Rahul Mishra" userId="57c6469e-ac64-4888-811b-35f0aabddbad" providerId="ADAL" clId="{2587B58E-4F3B-47AB-B3EB-62407C9160B0}" dt="2025-09-20T03:09:06.281" v="33" actId="9405"/>
          <ac:inkMkLst>
            <pc:docMk/>
            <pc:sldMk cId="2800527223" sldId="421"/>
            <ac:inkMk id="24" creationId="{40B19CED-A82A-4B70-B7C1-044C10D8FA55}"/>
          </ac:inkMkLst>
        </pc:inkChg>
        <pc:inkChg chg="add">
          <ac:chgData name="Rahul Mishra" userId="57c6469e-ac64-4888-811b-35f0aabddbad" providerId="ADAL" clId="{2587B58E-4F3B-47AB-B3EB-62407C9160B0}" dt="2025-09-20T03:09:06.526" v="34" actId="9405"/>
          <ac:inkMkLst>
            <pc:docMk/>
            <pc:sldMk cId="2800527223" sldId="421"/>
            <ac:inkMk id="25" creationId="{529D66A9-AB6D-F606-F8DD-7F7025688689}"/>
          </ac:inkMkLst>
        </pc:inkChg>
        <pc:inkChg chg="add mod">
          <ac:chgData name="Rahul Mishra" userId="57c6469e-ac64-4888-811b-35f0aabddbad" providerId="ADAL" clId="{2587B58E-4F3B-47AB-B3EB-62407C9160B0}" dt="2025-09-20T03:09:10.587" v="45"/>
          <ac:inkMkLst>
            <pc:docMk/>
            <pc:sldMk cId="2800527223" sldId="421"/>
            <ac:inkMk id="26" creationId="{6BCA2F54-50E0-EB84-02E6-DB7778D39EE5}"/>
          </ac:inkMkLst>
        </pc:inkChg>
        <pc:inkChg chg="add">
          <ac:chgData name="Rahul Mishra" userId="57c6469e-ac64-4888-811b-35f0aabddbad" providerId="ADAL" clId="{2587B58E-4F3B-47AB-B3EB-62407C9160B0}" dt="2025-09-20T03:09:07.477" v="36" actId="9405"/>
          <ac:inkMkLst>
            <pc:docMk/>
            <pc:sldMk cId="2800527223" sldId="421"/>
            <ac:inkMk id="27" creationId="{1455BB15-21AE-BED0-D60F-AD31FFC66CA9}"/>
          </ac:inkMkLst>
        </pc:inkChg>
        <pc:inkChg chg="add">
          <ac:chgData name="Rahul Mishra" userId="57c6469e-ac64-4888-811b-35f0aabddbad" providerId="ADAL" clId="{2587B58E-4F3B-47AB-B3EB-62407C9160B0}" dt="2025-09-20T03:09:07.618" v="37" actId="9405"/>
          <ac:inkMkLst>
            <pc:docMk/>
            <pc:sldMk cId="2800527223" sldId="421"/>
            <ac:inkMk id="28" creationId="{0E097558-924E-1743-0F71-27864DC2A61F}"/>
          </ac:inkMkLst>
        </pc:inkChg>
        <pc:inkChg chg="add mod">
          <ac:chgData name="Rahul Mishra" userId="57c6469e-ac64-4888-811b-35f0aabddbad" providerId="ADAL" clId="{2587B58E-4F3B-47AB-B3EB-62407C9160B0}" dt="2025-09-20T03:09:18.052" v="63"/>
          <ac:inkMkLst>
            <pc:docMk/>
            <pc:sldMk cId="2800527223" sldId="421"/>
            <ac:inkMk id="29" creationId="{3B6D4009-0383-D281-7675-11F7DD8C69B9}"/>
          </ac:inkMkLst>
        </pc:inkChg>
        <pc:inkChg chg="add mod">
          <ac:chgData name="Rahul Mishra" userId="57c6469e-ac64-4888-811b-35f0aabddbad" providerId="ADAL" clId="{2587B58E-4F3B-47AB-B3EB-62407C9160B0}" dt="2025-09-20T03:09:18.052" v="63"/>
          <ac:inkMkLst>
            <pc:docMk/>
            <pc:sldMk cId="2800527223" sldId="421"/>
            <ac:inkMk id="30" creationId="{8E3ECE46-BA41-170C-6DB5-7D60216481B1}"/>
          </ac:inkMkLst>
        </pc:inkChg>
        <pc:inkChg chg="add mod">
          <ac:chgData name="Rahul Mishra" userId="57c6469e-ac64-4888-811b-35f0aabddbad" providerId="ADAL" clId="{2587B58E-4F3B-47AB-B3EB-62407C9160B0}" dt="2025-09-20T03:09:18.052" v="63"/>
          <ac:inkMkLst>
            <pc:docMk/>
            <pc:sldMk cId="2800527223" sldId="421"/>
            <ac:inkMk id="31" creationId="{813B827F-4032-7D67-4C6F-61712ECB9CC0}"/>
          </ac:inkMkLst>
        </pc:inkChg>
        <pc:inkChg chg="add mod">
          <ac:chgData name="Rahul Mishra" userId="57c6469e-ac64-4888-811b-35f0aabddbad" providerId="ADAL" clId="{2587B58E-4F3B-47AB-B3EB-62407C9160B0}" dt="2025-09-20T03:09:18.052" v="63"/>
          <ac:inkMkLst>
            <pc:docMk/>
            <pc:sldMk cId="2800527223" sldId="421"/>
            <ac:inkMk id="32" creationId="{28474039-7CF9-6426-33D8-A235662F1147}"/>
          </ac:inkMkLst>
        </pc:inkChg>
        <pc:inkChg chg="add mod">
          <ac:chgData name="Rahul Mishra" userId="57c6469e-ac64-4888-811b-35f0aabddbad" providerId="ADAL" clId="{2587B58E-4F3B-47AB-B3EB-62407C9160B0}" dt="2025-09-20T03:09:10.587" v="45"/>
          <ac:inkMkLst>
            <pc:docMk/>
            <pc:sldMk cId="2800527223" sldId="421"/>
            <ac:inkMk id="33" creationId="{1326F250-27EA-71A0-6E55-95DC8C23042C}"/>
          </ac:inkMkLst>
        </pc:inkChg>
        <pc:inkChg chg="add mod">
          <ac:chgData name="Rahul Mishra" userId="57c6469e-ac64-4888-811b-35f0aabddbad" providerId="ADAL" clId="{2587B58E-4F3B-47AB-B3EB-62407C9160B0}" dt="2025-09-20T03:09:18.052" v="63"/>
          <ac:inkMkLst>
            <pc:docMk/>
            <pc:sldMk cId="2800527223" sldId="421"/>
            <ac:inkMk id="34" creationId="{F28BD84D-EE9C-5094-C5EB-A2D35C5FAD89}"/>
          </ac:inkMkLst>
        </pc:inkChg>
        <pc:inkChg chg="add">
          <ac:chgData name="Rahul Mishra" userId="57c6469e-ac64-4888-811b-35f0aabddbad" providerId="ADAL" clId="{2587B58E-4F3B-47AB-B3EB-62407C9160B0}" dt="2025-09-20T03:09:10.068" v="44" actId="9405"/>
          <ac:inkMkLst>
            <pc:docMk/>
            <pc:sldMk cId="2800527223" sldId="421"/>
            <ac:inkMk id="35" creationId="{8D7BF57F-CC91-077A-2CA7-B6563ECCDD4C}"/>
          </ac:inkMkLst>
        </pc:inkChg>
        <pc:inkChg chg="add">
          <ac:chgData name="Rahul Mishra" userId="57c6469e-ac64-4888-811b-35f0aabddbad" providerId="ADAL" clId="{2587B58E-4F3B-47AB-B3EB-62407C9160B0}" dt="2025-09-20T03:09:10.919" v="46" actId="9405"/>
          <ac:inkMkLst>
            <pc:docMk/>
            <pc:sldMk cId="2800527223" sldId="421"/>
            <ac:inkMk id="42" creationId="{C520E089-5C1D-CA9D-DA20-0D403FDB8DBA}"/>
          </ac:inkMkLst>
        </pc:inkChg>
        <pc:inkChg chg="add">
          <ac:chgData name="Rahul Mishra" userId="57c6469e-ac64-4888-811b-35f0aabddbad" providerId="ADAL" clId="{2587B58E-4F3B-47AB-B3EB-62407C9160B0}" dt="2025-09-20T03:09:11.105" v="47" actId="9405"/>
          <ac:inkMkLst>
            <pc:docMk/>
            <pc:sldMk cId="2800527223" sldId="421"/>
            <ac:inkMk id="43" creationId="{D2A71919-9749-2C17-2DF5-536D8EBA19A1}"/>
          </ac:inkMkLst>
        </pc:inkChg>
        <pc:inkChg chg="add">
          <ac:chgData name="Rahul Mishra" userId="57c6469e-ac64-4888-811b-35f0aabddbad" providerId="ADAL" clId="{2587B58E-4F3B-47AB-B3EB-62407C9160B0}" dt="2025-09-20T03:09:11.328" v="48" actId="9405"/>
          <ac:inkMkLst>
            <pc:docMk/>
            <pc:sldMk cId="2800527223" sldId="421"/>
            <ac:inkMk id="44" creationId="{C79B72C2-311C-A5CA-297F-5D25F6A808C2}"/>
          </ac:inkMkLst>
        </pc:inkChg>
        <pc:inkChg chg="add">
          <ac:chgData name="Rahul Mishra" userId="57c6469e-ac64-4888-811b-35f0aabddbad" providerId="ADAL" clId="{2587B58E-4F3B-47AB-B3EB-62407C9160B0}" dt="2025-09-20T03:09:11.483" v="49" actId="9405"/>
          <ac:inkMkLst>
            <pc:docMk/>
            <pc:sldMk cId="2800527223" sldId="421"/>
            <ac:inkMk id="45" creationId="{F5BD900C-D961-ED4A-1D5C-3B70D5AFEC5D}"/>
          </ac:inkMkLst>
        </pc:inkChg>
        <pc:inkChg chg="add">
          <ac:chgData name="Rahul Mishra" userId="57c6469e-ac64-4888-811b-35f0aabddbad" providerId="ADAL" clId="{2587B58E-4F3B-47AB-B3EB-62407C9160B0}" dt="2025-09-20T03:09:12.623" v="50" actId="9405"/>
          <ac:inkMkLst>
            <pc:docMk/>
            <pc:sldMk cId="2800527223" sldId="421"/>
            <ac:inkMk id="46" creationId="{0465277F-3CE4-2A57-0EB5-D0776AA31346}"/>
          </ac:inkMkLst>
        </pc:inkChg>
        <pc:inkChg chg="add">
          <ac:chgData name="Rahul Mishra" userId="57c6469e-ac64-4888-811b-35f0aabddbad" providerId="ADAL" clId="{2587B58E-4F3B-47AB-B3EB-62407C9160B0}" dt="2025-09-20T03:09:13.206" v="51" actId="9405"/>
          <ac:inkMkLst>
            <pc:docMk/>
            <pc:sldMk cId="2800527223" sldId="421"/>
            <ac:inkMk id="47" creationId="{D90A650E-FD6E-1E26-FC0C-5C898004C2E4}"/>
          </ac:inkMkLst>
        </pc:inkChg>
        <pc:inkChg chg="add">
          <ac:chgData name="Rahul Mishra" userId="57c6469e-ac64-4888-811b-35f0aabddbad" providerId="ADAL" clId="{2587B58E-4F3B-47AB-B3EB-62407C9160B0}" dt="2025-09-20T03:09:14.152" v="52" actId="9405"/>
          <ac:inkMkLst>
            <pc:docMk/>
            <pc:sldMk cId="2800527223" sldId="421"/>
            <ac:inkMk id="48" creationId="{031D7259-7854-1E4E-EDDA-C5C472BD65EA}"/>
          </ac:inkMkLst>
        </pc:inkChg>
        <pc:inkChg chg="add">
          <ac:chgData name="Rahul Mishra" userId="57c6469e-ac64-4888-811b-35f0aabddbad" providerId="ADAL" clId="{2587B58E-4F3B-47AB-B3EB-62407C9160B0}" dt="2025-09-20T03:09:14.438" v="53" actId="9405"/>
          <ac:inkMkLst>
            <pc:docMk/>
            <pc:sldMk cId="2800527223" sldId="421"/>
            <ac:inkMk id="49" creationId="{33336633-1E7B-E2DC-F5B3-F16436B123E2}"/>
          </ac:inkMkLst>
        </pc:inkChg>
        <pc:inkChg chg="add">
          <ac:chgData name="Rahul Mishra" userId="57c6469e-ac64-4888-811b-35f0aabddbad" providerId="ADAL" clId="{2587B58E-4F3B-47AB-B3EB-62407C9160B0}" dt="2025-09-20T03:09:14.590" v="54" actId="9405"/>
          <ac:inkMkLst>
            <pc:docMk/>
            <pc:sldMk cId="2800527223" sldId="421"/>
            <ac:inkMk id="50" creationId="{4E38B0EB-C8E2-ABFF-EA79-FAE31D8124A1}"/>
          </ac:inkMkLst>
        </pc:inkChg>
        <pc:inkChg chg="add">
          <ac:chgData name="Rahul Mishra" userId="57c6469e-ac64-4888-811b-35f0aabddbad" providerId="ADAL" clId="{2587B58E-4F3B-47AB-B3EB-62407C9160B0}" dt="2025-09-20T03:09:15.228" v="55" actId="9405"/>
          <ac:inkMkLst>
            <pc:docMk/>
            <pc:sldMk cId="2800527223" sldId="421"/>
            <ac:inkMk id="51" creationId="{7274C798-696A-9724-8578-68B1F2A3BEDA}"/>
          </ac:inkMkLst>
        </pc:inkChg>
        <pc:inkChg chg="add">
          <ac:chgData name="Rahul Mishra" userId="57c6469e-ac64-4888-811b-35f0aabddbad" providerId="ADAL" clId="{2587B58E-4F3B-47AB-B3EB-62407C9160B0}" dt="2025-09-20T03:09:15.400" v="56" actId="9405"/>
          <ac:inkMkLst>
            <pc:docMk/>
            <pc:sldMk cId="2800527223" sldId="421"/>
            <ac:inkMk id="52" creationId="{018A319C-C09A-ED9E-3A82-B1F4047D442E}"/>
          </ac:inkMkLst>
        </pc:inkChg>
        <pc:inkChg chg="add">
          <ac:chgData name="Rahul Mishra" userId="57c6469e-ac64-4888-811b-35f0aabddbad" providerId="ADAL" clId="{2587B58E-4F3B-47AB-B3EB-62407C9160B0}" dt="2025-09-20T03:09:15.600" v="57" actId="9405"/>
          <ac:inkMkLst>
            <pc:docMk/>
            <pc:sldMk cId="2800527223" sldId="421"/>
            <ac:inkMk id="53" creationId="{F4120B8B-9841-9120-726C-45560FB3D034}"/>
          </ac:inkMkLst>
        </pc:inkChg>
        <pc:inkChg chg="add mod">
          <ac:chgData name="Rahul Mishra" userId="57c6469e-ac64-4888-811b-35f0aabddbad" providerId="ADAL" clId="{2587B58E-4F3B-47AB-B3EB-62407C9160B0}" dt="2025-09-20T03:09:18.052" v="63"/>
          <ac:inkMkLst>
            <pc:docMk/>
            <pc:sldMk cId="2800527223" sldId="421"/>
            <ac:inkMk id="54" creationId="{7301E550-FB89-2324-691A-A9871660197B}"/>
          </ac:inkMkLst>
        </pc:inkChg>
        <pc:inkChg chg="add">
          <ac:chgData name="Rahul Mishra" userId="57c6469e-ac64-4888-811b-35f0aabddbad" providerId="ADAL" clId="{2587B58E-4F3B-47AB-B3EB-62407C9160B0}" dt="2025-09-20T03:09:16.055" v="59" actId="9405"/>
          <ac:inkMkLst>
            <pc:docMk/>
            <pc:sldMk cId="2800527223" sldId="421"/>
            <ac:inkMk id="55" creationId="{504512F9-CA67-1F22-A9AD-0027776E50F7}"/>
          </ac:inkMkLst>
        </pc:inkChg>
        <pc:inkChg chg="add">
          <ac:chgData name="Rahul Mishra" userId="57c6469e-ac64-4888-811b-35f0aabddbad" providerId="ADAL" clId="{2587B58E-4F3B-47AB-B3EB-62407C9160B0}" dt="2025-09-20T03:09:16.741" v="60" actId="9405"/>
          <ac:inkMkLst>
            <pc:docMk/>
            <pc:sldMk cId="2800527223" sldId="421"/>
            <ac:inkMk id="56" creationId="{261BD7CF-328B-6677-9E61-CC99BFD4B169}"/>
          </ac:inkMkLst>
        </pc:inkChg>
        <pc:inkChg chg="add">
          <ac:chgData name="Rahul Mishra" userId="57c6469e-ac64-4888-811b-35f0aabddbad" providerId="ADAL" clId="{2587B58E-4F3B-47AB-B3EB-62407C9160B0}" dt="2025-09-20T03:09:17.041" v="61" actId="9405"/>
          <ac:inkMkLst>
            <pc:docMk/>
            <pc:sldMk cId="2800527223" sldId="421"/>
            <ac:inkMk id="57" creationId="{C23443EA-8E40-9EC7-716E-5AC63FBE15D4}"/>
          </ac:inkMkLst>
        </pc:inkChg>
        <pc:inkChg chg="add mod">
          <ac:chgData name="Rahul Mishra" userId="57c6469e-ac64-4888-811b-35f0aabddbad" providerId="ADAL" clId="{2587B58E-4F3B-47AB-B3EB-62407C9160B0}" dt="2025-09-20T03:09:18.052" v="63"/>
          <ac:inkMkLst>
            <pc:docMk/>
            <pc:sldMk cId="2800527223" sldId="421"/>
            <ac:inkMk id="58" creationId="{DD6653C8-9B4B-F7D2-D8F5-827A4646CDAA}"/>
          </ac:inkMkLst>
        </pc:inkChg>
        <pc:inkChg chg="add">
          <ac:chgData name="Rahul Mishra" userId="57c6469e-ac64-4888-811b-35f0aabddbad" providerId="ADAL" clId="{2587B58E-4F3B-47AB-B3EB-62407C9160B0}" dt="2025-09-20T03:09:18.329" v="64" actId="9405"/>
          <ac:inkMkLst>
            <pc:docMk/>
            <pc:sldMk cId="2800527223" sldId="421"/>
            <ac:inkMk id="60" creationId="{D4AF80AE-ADFE-B440-E25D-72BE1EC2F28E}"/>
          </ac:inkMkLst>
        </pc:inkChg>
        <pc:inkChg chg="add mod">
          <ac:chgData name="Rahul Mishra" userId="57c6469e-ac64-4888-811b-35f0aabddbad" providerId="ADAL" clId="{2587B58E-4F3B-47AB-B3EB-62407C9160B0}" dt="2025-09-20T03:09:22.287" v="78"/>
          <ac:inkMkLst>
            <pc:docMk/>
            <pc:sldMk cId="2800527223" sldId="421"/>
            <ac:inkMk id="61" creationId="{59B1B5E9-B7AC-831A-FEFB-FB61C578CDA2}"/>
          </ac:inkMkLst>
        </pc:inkChg>
        <pc:inkChg chg="add mod">
          <ac:chgData name="Rahul Mishra" userId="57c6469e-ac64-4888-811b-35f0aabddbad" providerId="ADAL" clId="{2587B58E-4F3B-47AB-B3EB-62407C9160B0}" dt="2025-09-20T03:09:22.287" v="78"/>
          <ac:inkMkLst>
            <pc:docMk/>
            <pc:sldMk cId="2800527223" sldId="421"/>
            <ac:inkMk id="62" creationId="{52AC0BCD-D0C1-AB7D-B24C-DEBB168150AA}"/>
          </ac:inkMkLst>
        </pc:inkChg>
        <pc:inkChg chg="add">
          <ac:chgData name="Rahul Mishra" userId="57c6469e-ac64-4888-811b-35f0aabddbad" providerId="ADAL" clId="{2587B58E-4F3B-47AB-B3EB-62407C9160B0}" dt="2025-09-20T03:09:18.847" v="67" actId="9405"/>
          <ac:inkMkLst>
            <pc:docMk/>
            <pc:sldMk cId="2800527223" sldId="421"/>
            <ac:inkMk id="63" creationId="{A87CD2A1-E490-F340-9A0B-B7C02A503704}"/>
          </ac:inkMkLst>
        </pc:inkChg>
        <pc:inkChg chg="add mod">
          <ac:chgData name="Rahul Mishra" userId="57c6469e-ac64-4888-811b-35f0aabddbad" providerId="ADAL" clId="{2587B58E-4F3B-47AB-B3EB-62407C9160B0}" dt="2025-09-20T03:09:22.287" v="78"/>
          <ac:inkMkLst>
            <pc:docMk/>
            <pc:sldMk cId="2800527223" sldId="421"/>
            <ac:inkMk id="530432" creationId="{ADAC4927-8A03-E4D8-3814-5DCAB6F31261}"/>
          </ac:inkMkLst>
        </pc:inkChg>
        <pc:inkChg chg="add">
          <ac:chgData name="Rahul Mishra" userId="57c6469e-ac64-4888-811b-35f0aabddbad" providerId="ADAL" clId="{2587B58E-4F3B-47AB-B3EB-62407C9160B0}" dt="2025-09-20T03:09:19.839" v="69" actId="9405"/>
          <ac:inkMkLst>
            <pc:docMk/>
            <pc:sldMk cId="2800527223" sldId="421"/>
            <ac:inkMk id="530433" creationId="{195524B4-CD55-1421-9658-5B0F35A00938}"/>
          </ac:inkMkLst>
        </pc:inkChg>
        <pc:inkChg chg="add">
          <ac:chgData name="Rahul Mishra" userId="57c6469e-ac64-4888-811b-35f0aabddbad" providerId="ADAL" clId="{2587B58E-4F3B-47AB-B3EB-62407C9160B0}" dt="2025-09-20T03:09:20.124" v="70" actId="9405"/>
          <ac:inkMkLst>
            <pc:docMk/>
            <pc:sldMk cId="2800527223" sldId="421"/>
            <ac:inkMk id="530434" creationId="{41D9CE45-28F0-F676-DAE5-10B378A734EF}"/>
          </ac:inkMkLst>
        </pc:inkChg>
        <pc:inkChg chg="add">
          <ac:chgData name="Rahul Mishra" userId="57c6469e-ac64-4888-811b-35f0aabddbad" providerId="ADAL" clId="{2587B58E-4F3B-47AB-B3EB-62407C9160B0}" dt="2025-09-20T03:09:20.306" v="71" actId="9405"/>
          <ac:inkMkLst>
            <pc:docMk/>
            <pc:sldMk cId="2800527223" sldId="421"/>
            <ac:inkMk id="530436" creationId="{8337BAC1-D25E-48DA-23F1-814C57F4F97B}"/>
          </ac:inkMkLst>
        </pc:inkChg>
        <pc:inkChg chg="add mod">
          <ac:chgData name="Rahul Mishra" userId="57c6469e-ac64-4888-811b-35f0aabddbad" providerId="ADAL" clId="{2587B58E-4F3B-47AB-B3EB-62407C9160B0}" dt="2025-09-20T03:09:22.287" v="78"/>
          <ac:inkMkLst>
            <pc:docMk/>
            <pc:sldMk cId="2800527223" sldId="421"/>
            <ac:inkMk id="530437" creationId="{965D3F9C-38FC-FE05-CCEB-B90D716E8DC5}"/>
          </ac:inkMkLst>
        </pc:inkChg>
        <pc:inkChg chg="add mod">
          <ac:chgData name="Rahul Mishra" userId="57c6469e-ac64-4888-811b-35f0aabddbad" providerId="ADAL" clId="{2587B58E-4F3B-47AB-B3EB-62407C9160B0}" dt="2025-09-20T03:09:22.287" v="78"/>
          <ac:inkMkLst>
            <pc:docMk/>
            <pc:sldMk cId="2800527223" sldId="421"/>
            <ac:inkMk id="530438" creationId="{81CE8939-541F-C406-028A-7D720C2F1E0D}"/>
          </ac:inkMkLst>
        </pc:inkChg>
        <pc:inkChg chg="add mod">
          <ac:chgData name="Rahul Mishra" userId="57c6469e-ac64-4888-811b-35f0aabddbad" providerId="ADAL" clId="{2587B58E-4F3B-47AB-B3EB-62407C9160B0}" dt="2025-09-20T03:09:22.287" v="78"/>
          <ac:inkMkLst>
            <pc:docMk/>
            <pc:sldMk cId="2800527223" sldId="421"/>
            <ac:inkMk id="530439" creationId="{3825B5E8-687A-EDA6-52EF-A00745A42E15}"/>
          </ac:inkMkLst>
        </pc:inkChg>
        <pc:inkChg chg="add">
          <ac:chgData name="Rahul Mishra" userId="57c6469e-ac64-4888-811b-35f0aabddbad" providerId="ADAL" clId="{2587B58E-4F3B-47AB-B3EB-62407C9160B0}" dt="2025-09-20T03:09:21.380" v="75" actId="9405"/>
          <ac:inkMkLst>
            <pc:docMk/>
            <pc:sldMk cId="2800527223" sldId="421"/>
            <ac:inkMk id="530440" creationId="{DD4DDEC9-FCC0-5717-7F1D-E5D0D684AC77}"/>
          </ac:inkMkLst>
        </pc:inkChg>
        <pc:inkChg chg="add">
          <ac:chgData name="Rahul Mishra" userId="57c6469e-ac64-4888-811b-35f0aabddbad" providerId="ADAL" clId="{2587B58E-4F3B-47AB-B3EB-62407C9160B0}" dt="2025-09-20T03:09:21.598" v="76" actId="9405"/>
          <ac:inkMkLst>
            <pc:docMk/>
            <pc:sldMk cId="2800527223" sldId="421"/>
            <ac:inkMk id="530441" creationId="{3C78020A-4964-85D2-2B6F-05F20BB5DB51}"/>
          </ac:inkMkLst>
        </pc:inkChg>
        <pc:inkChg chg="add mod">
          <ac:chgData name="Rahul Mishra" userId="57c6469e-ac64-4888-811b-35f0aabddbad" providerId="ADAL" clId="{2587B58E-4F3B-47AB-B3EB-62407C9160B0}" dt="2025-09-20T03:09:22.287" v="78"/>
          <ac:inkMkLst>
            <pc:docMk/>
            <pc:sldMk cId="2800527223" sldId="421"/>
            <ac:inkMk id="530442" creationId="{177873D5-A5E8-9AD5-E6FB-CADA3411ADEA}"/>
          </ac:inkMkLst>
        </pc:inkChg>
        <pc:inkChg chg="add">
          <ac:chgData name="Rahul Mishra" userId="57c6469e-ac64-4888-811b-35f0aabddbad" providerId="ADAL" clId="{2587B58E-4F3B-47AB-B3EB-62407C9160B0}" dt="2025-09-20T03:09:27.560" v="79" actId="9405"/>
          <ac:inkMkLst>
            <pc:docMk/>
            <pc:sldMk cId="2800527223" sldId="421"/>
            <ac:inkMk id="530446" creationId="{1E58B1B7-2BA1-CF61-87FA-7A0F024D2413}"/>
          </ac:inkMkLst>
        </pc:inkChg>
        <pc:inkChg chg="add">
          <ac:chgData name="Rahul Mishra" userId="57c6469e-ac64-4888-811b-35f0aabddbad" providerId="ADAL" clId="{2587B58E-4F3B-47AB-B3EB-62407C9160B0}" dt="2025-09-20T03:09:28.291" v="80" actId="9405"/>
          <ac:inkMkLst>
            <pc:docMk/>
            <pc:sldMk cId="2800527223" sldId="421"/>
            <ac:inkMk id="530447" creationId="{A00A5968-C488-07CF-EB16-CF4C55A6C8A2}"/>
          </ac:inkMkLst>
        </pc:inkChg>
        <pc:inkChg chg="add">
          <ac:chgData name="Rahul Mishra" userId="57c6469e-ac64-4888-811b-35f0aabddbad" providerId="ADAL" clId="{2587B58E-4F3B-47AB-B3EB-62407C9160B0}" dt="2025-09-20T03:09:28.949" v="81" actId="9405"/>
          <ac:inkMkLst>
            <pc:docMk/>
            <pc:sldMk cId="2800527223" sldId="421"/>
            <ac:inkMk id="530448" creationId="{BF794236-6721-5A2C-0F24-0CBB19277C97}"/>
          </ac:inkMkLst>
        </pc:inkChg>
        <pc:inkChg chg="add">
          <ac:chgData name="Rahul Mishra" userId="57c6469e-ac64-4888-811b-35f0aabddbad" providerId="ADAL" clId="{2587B58E-4F3B-47AB-B3EB-62407C9160B0}" dt="2025-09-20T03:09:29.731" v="82" actId="9405"/>
          <ac:inkMkLst>
            <pc:docMk/>
            <pc:sldMk cId="2800527223" sldId="421"/>
            <ac:inkMk id="530449" creationId="{24741FFA-7246-A9F3-791D-4D3088762819}"/>
          </ac:inkMkLst>
        </pc:inkChg>
        <pc:inkChg chg="add">
          <ac:chgData name="Rahul Mishra" userId="57c6469e-ac64-4888-811b-35f0aabddbad" providerId="ADAL" clId="{2587B58E-4F3B-47AB-B3EB-62407C9160B0}" dt="2025-09-20T03:09:30.683" v="83" actId="9405"/>
          <ac:inkMkLst>
            <pc:docMk/>
            <pc:sldMk cId="2800527223" sldId="421"/>
            <ac:inkMk id="530450" creationId="{8EC51A84-7FAA-8B9F-9F07-D6C4B82E0C87}"/>
          </ac:inkMkLst>
        </pc:inkChg>
        <pc:inkChg chg="add">
          <ac:chgData name="Rahul Mishra" userId="57c6469e-ac64-4888-811b-35f0aabddbad" providerId="ADAL" clId="{2587B58E-4F3B-47AB-B3EB-62407C9160B0}" dt="2025-09-20T03:09:31.138" v="84" actId="9405"/>
          <ac:inkMkLst>
            <pc:docMk/>
            <pc:sldMk cId="2800527223" sldId="421"/>
            <ac:inkMk id="530451" creationId="{B44B418B-3124-F235-8DF1-E2051F646A81}"/>
          </ac:inkMkLst>
        </pc:inkChg>
      </pc:sldChg>
      <pc:sldChg chg="addSp delSp modSp mod">
        <pc:chgData name="Rahul Mishra" userId="57c6469e-ac64-4888-811b-35f0aabddbad" providerId="ADAL" clId="{2587B58E-4F3B-47AB-B3EB-62407C9160B0}" dt="2025-09-20T02:53:25.686" v="11" actId="27636"/>
        <pc:sldMkLst>
          <pc:docMk/>
          <pc:sldMk cId="2076925815" sldId="423"/>
        </pc:sldMkLst>
        <pc:spChg chg="mod">
          <ac:chgData name="Rahul Mishra" userId="57c6469e-ac64-4888-811b-35f0aabddbad" providerId="ADAL" clId="{2587B58E-4F3B-47AB-B3EB-62407C9160B0}" dt="2025-09-20T02:53:25.686" v="11" actId="27636"/>
          <ac:spMkLst>
            <pc:docMk/>
            <pc:sldMk cId="2076925815" sldId="423"/>
            <ac:spMk id="3" creationId="{EB3FC8F1-471E-7DEE-BE64-4027DC65DBA9}"/>
          </ac:spMkLst>
        </pc:spChg>
        <pc:inkChg chg="del">
          <ac:chgData name="Rahul Mishra" userId="57c6469e-ac64-4888-811b-35f0aabddbad" providerId="ADAL" clId="{2587B58E-4F3B-47AB-B3EB-62407C9160B0}" dt="2025-09-20T02:26:54.206" v="2" actId="478"/>
          <ac:inkMkLst>
            <pc:docMk/>
            <pc:sldMk cId="2076925815" sldId="423"/>
            <ac:inkMk id="4" creationId="{00000000-0000-0000-0000-000000000000}"/>
          </ac:inkMkLst>
        </pc:inkChg>
        <pc:inkChg chg="add">
          <ac:chgData name="Rahul Mishra" userId="57c6469e-ac64-4888-811b-35f0aabddbad" providerId="ADAL" clId="{2587B58E-4F3B-47AB-B3EB-62407C9160B0}" dt="2025-09-20T02:53:25.399" v="10"/>
          <ac:inkMkLst>
            <pc:docMk/>
            <pc:sldMk cId="2076925815" sldId="423"/>
            <ac:inkMk id="6" creationId="{92EA3B4E-A271-DF5A-7A73-AB0BD3C5866C}"/>
          </ac:inkMkLst>
        </pc:inkChg>
      </pc:sldChg>
      <pc:sldChg chg="addSp">
        <pc:chgData name="Rahul Mishra" userId="57c6469e-ac64-4888-811b-35f0aabddbad" providerId="ADAL" clId="{2587B58E-4F3B-47AB-B3EB-62407C9160B0}" dt="2025-09-20T02:53:25.399" v="10"/>
        <pc:sldMkLst>
          <pc:docMk/>
          <pc:sldMk cId="668306587" sldId="424"/>
        </pc:sldMkLst>
        <pc:inkChg chg="add">
          <ac:chgData name="Rahul Mishra" userId="57c6469e-ac64-4888-811b-35f0aabddbad" providerId="ADAL" clId="{2587B58E-4F3B-47AB-B3EB-62407C9160B0}" dt="2025-09-20T02:53:25.399" v="10"/>
          <ac:inkMkLst>
            <pc:docMk/>
            <pc:sldMk cId="668306587" sldId="424"/>
            <ac:inkMk id="3" creationId="{821119C0-9B67-227C-68B0-9675158059B7}"/>
          </ac:inkMkLst>
        </pc:inkChg>
      </pc:sldChg>
      <pc:sldChg chg="addSp">
        <pc:chgData name="Rahul Mishra" userId="57c6469e-ac64-4888-811b-35f0aabddbad" providerId="ADAL" clId="{2587B58E-4F3B-47AB-B3EB-62407C9160B0}" dt="2025-09-20T02:53:25.399" v="10"/>
        <pc:sldMkLst>
          <pc:docMk/>
          <pc:sldMk cId="2734519852" sldId="425"/>
        </pc:sldMkLst>
        <pc:inkChg chg="add">
          <ac:chgData name="Rahul Mishra" userId="57c6469e-ac64-4888-811b-35f0aabddbad" providerId="ADAL" clId="{2587B58E-4F3B-47AB-B3EB-62407C9160B0}" dt="2025-09-20T02:53:25.399" v="10"/>
          <ac:inkMkLst>
            <pc:docMk/>
            <pc:sldMk cId="2734519852" sldId="425"/>
            <ac:inkMk id="3" creationId="{08201755-16C5-46FE-83F7-74D17A760801}"/>
          </ac:inkMkLst>
        </pc:inkChg>
      </pc:sldChg>
      <pc:sldChg chg="addSp delSp mod">
        <pc:chgData name="Rahul Mishra" userId="57c6469e-ac64-4888-811b-35f0aabddbad" providerId="ADAL" clId="{2587B58E-4F3B-47AB-B3EB-62407C9160B0}" dt="2025-09-20T02:53:25.399" v="10"/>
        <pc:sldMkLst>
          <pc:docMk/>
          <pc:sldMk cId="2563071407" sldId="426"/>
        </pc:sldMkLst>
        <pc:inkChg chg="add">
          <ac:chgData name="Rahul Mishra" userId="57c6469e-ac64-4888-811b-35f0aabddbad" providerId="ADAL" clId="{2587B58E-4F3B-47AB-B3EB-62407C9160B0}" dt="2025-09-20T02:53:25.399" v="10"/>
          <ac:inkMkLst>
            <pc:docMk/>
            <pc:sldMk cId="2563071407" sldId="426"/>
            <ac:inkMk id="3" creationId="{7E144E15-99B4-B07A-98FC-34B80B4263E4}"/>
          </ac:inkMkLst>
        </pc:inkChg>
        <pc:inkChg chg="del">
          <ac:chgData name="Rahul Mishra" userId="57c6469e-ac64-4888-811b-35f0aabddbad" providerId="ADAL" clId="{2587B58E-4F3B-47AB-B3EB-62407C9160B0}" dt="2025-09-20T02:26:48.985" v="1" actId="478"/>
          <ac:inkMkLst>
            <pc:docMk/>
            <pc:sldMk cId="2563071407" sldId="426"/>
            <ac:inkMk id="5" creationId="{00000000-0000-0000-0000-000000000000}"/>
          </ac:inkMkLst>
        </pc:inkChg>
      </pc:sldChg>
      <pc:sldChg chg="addSp delSp mod">
        <pc:chgData name="Rahul Mishra" userId="57c6469e-ac64-4888-811b-35f0aabddbad" providerId="ADAL" clId="{2587B58E-4F3B-47AB-B3EB-62407C9160B0}" dt="2025-09-20T03:50:06.776" v="208"/>
        <pc:sldMkLst>
          <pc:docMk/>
          <pc:sldMk cId="317074553" sldId="427"/>
        </pc:sldMkLst>
        <pc:inkChg chg="add">
          <ac:chgData name="Rahul Mishra" userId="57c6469e-ac64-4888-811b-35f0aabddbad" providerId="ADAL" clId="{2587B58E-4F3B-47AB-B3EB-62407C9160B0}" dt="2025-09-20T03:50:06.776" v="208"/>
          <ac:inkMkLst>
            <pc:docMk/>
            <pc:sldMk cId="317074553" sldId="427"/>
            <ac:inkMk id="3" creationId="{8EFD2235-7A28-4AFA-4291-35A1C9780A2F}"/>
          </ac:inkMkLst>
        </pc:inkChg>
        <pc:inkChg chg="del">
          <ac:chgData name="Rahul Mishra" userId="57c6469e-ac64-4888-811b-35f0aabddbad" providerId="ADAL" clId="{2587B58E-4F3B-47AB-B3EB-62407C9160B0}" dt="2025-09-20T02:26:42.973" v="0" actId="478"/>
          <ac:inkMkLst>
            <pc:docMk/>
            <pc:sldMk cId="317074553" sldId="427"/>
            <ac:inkMk id="6" creationId="{8C874746-E173-7812-91F9-358E9E622C51}"/>
          </ac:inkMkLst>
        </pc:inkChg>
      </pc:sldChg>
      <pc:sldChg chg="addSp delSp mod">
        <pc:chgData name="Rahul Mishra" userId="57c6469e-ac64-4888-811b-35f0aabddbad" providerId="ADAL" clId="{2587B58E-4F3B-47AB-B3EB-62407C9160B0}" dt="2025-09-20T03:50:06.776" v="208"/>
        <pc:sldMkLst>
          <pc:docMk/>
          <pc:sldMk cId="3668127952" sldId="428"/>
        </pc:sldMkLst>
        <pc:inkChg chg="add">
          <ac:chgData name="Rahul Mishra" userId="57c6469e-ac64-4888-811b-35f0aabddbad" providerId="ADAL" clId="{2587B58E-4F3B-47AB-B3EB-62407C9160B0}" dt="2025-09-20T03:50:06.776" v="208"/>
          <ac:inkMkLst>
            <pc:docMk/>
            <pc:sldMk cId="3668127952" sldId="428"/>
            <ac:inkMk id="3" creationId="{593556C3-3DEA-E02F-3023-00BA6BE39E2F}"/>
          </ac:inkMkLst>
        </pc:inkChg>
        <pc:inkChg chg="del">
          <ac:chgData name="Rahul Mishra" userId="57c6469e-ac64-4888-811b-35f0aabddbad" providerId="ADAL" clId="{2587B58E-4F3B-47AB-B3EB-62407C9160B0}" dt="2025-09-20T02:27:07.403" v="3" actId="478"/>
          <ac:inkMkLst>
            <pc:docMk/>
            <pc:sldMk cId="3668127952" sldId="428"/>
            <ac:inkMk id="6" creationId="{0A32B9FC-BB91-236D-3661-DB3B7E303D5C}"/>
          </ac:inkMkLst>
        </pc:inkChg>
      </pc:sldChg>
      <pc:sldChg chg="delSp mod">
        <pc:chgData name="Rahul Mishra" userId="57c6469e-ac64-4888-811b-35f0aabddbad" providerId="ADAL" clId="{2587B58E-4F3B-47AB-B3EB-62407C9160B0}" dt="2025-09-20T02:27:17.254" v="5" actId="478"/>
        <pc:sldMkLst>
          <pc:docMk/>
          <pc:sldMk cId="3617062523" sldId="429"/>
        </pc:sldMkLst>
        <pc:inkChg chg="del">
          <ac:chgData name="Rahul Mishra" userId="57c6469e-ac64-4888-811b-35f0aabddbad" providerId="ADAL" clId="{2587B58E-4F3B-47AB-B3EB-62407C9160B0}" dt="2025-09-20T02:27:17.254" v="5" actId="478"/>
          <ac:inkMkLst>
            <pc:docMk/>
            <pc:sldMk cId="3617062523" sldId="429"/>
            <ac:inkMk id="2" creationId="{C19F6546-A193-621A-EDEC-5D1E40566BEE}"/>
          </ac:inkMkLst>
        </pc:inkChg>
      </pc:sldChg>
      <pc:sldChg chg="delSp mod">
        <pc:chgData name="Rahul Mishra" userId="57c6469e-ac64-4888-811b-35f0aabddbad" providerId="ADAL" clId="{2587B58E-4F3B-47AB-B3EB-62407C9160B0}" dt="2025-09-20T02:27:22.855" v="6" actId="478"/>
        <pc:sldMkLst>
          <pc:docMk/>
          <pc:sldMk cId="3096563698" sldId="430"/>
        </pc:sldMkLst>
        <pc:inkChg chg="del">
          <ac:chgData name="Rahul Mishra" userId="57c6469e-ac64-4888-811b-35f0aabddbad" providerId="ADAL" clId="{2587B58E-4F3B-47AB-B3EB-62407C9160B0}" dt="2025-09-20T02:27:22.855" v="6" actId="478"/>
          <ac:inkMkLst>
            <pc:docMk/>
            <pc:sldMk cId="3096563698" sldId="430"/>
            <ac:inkMk id="2" creationId="{F14DFAA2-5A89-F95D-56DA-F05DE7EE3E61}"/>
          </ac:inkMkLst>
        </pc:inkChg>
      </pc:sldChg>
      <pc:sldChg chg="delSp mod">
        <pc:chgData name="Rahul Mishra" userId="57c6469e-ac64-4888-811b-35f0aabddbad" providerId="ADAL" clId="{2587B58E-4F3B-47AB-B3EB-62407C9160B0}" dt="2025-09-20T02:27:32.076" v="7" actId="478"/>
        <pc:sldMkLst>
          <pc:docMk/>
          <pc:sldMk cId="3782739295" sldId="433"/>
        </pc:sldMkLst>
        <pc:inkChg chg="del">
          <ac:chgData name="Rahul Mishra" userId="57c6469e-ac64-4888-811b-35f0aabddbad" providerId="ADAL" clId="{2587B58E-4F3B-47AB-B3EB-62407C9160B0}" dt="2025-09-20T02:27:32.076" v="7" actId="478"/>
          <ac:inkMkLst>
            <pc:docMk/>
            <pc:sldMk cId="3782739295" sldId="433"/>
            <ac:inkMk id="2" creationId="{E67D894D-A13F-C79F-8C54-79F44E2A1CAB}"/>
          </ac:inkMkLst>
        </pc:inkChg>
      </pc:sldChg>
      <pc:sldChg chg="delSp mod">
        <pc:chgData name="Rahul Mishra" userId="57c6469e-ac64-4888-811b-35f0aabddbad" providerId="ADAL" clId="{2587B58E-4F3B-47AB-B3EB-62407C9160B0}" dt="2025-09-20T02:27:37.280" v="8" actId="478"/>
        <pc:sldMkLst>
          <pc:docMk/>
          <pc:sldMk cId="2025777603" sldId="442"/>
        </pc:sldMkLst>
        <pc:picChg chg="del">
          <ac:chgData name="Rahul Mishra" userId="57c6469e-ac64-4888-811b-35f0aabddbad" providerId="ADAL" clId="{2587B58E-4F3B-47AB-B3EB-62407C9160B0}" dt="2025-09-20T02:27:37.280" v="8" actId="478"/>
          <ac:picMkLst>
            <pc:docMk/>
            <pc:sldMk cId="2025777603" sldId="442"/>
            <ac:picMk id="3" creationId="{00000000-0000-0000-0000-000000000000}"/>
          </ac:picMkLst>
        </pc:picChg>
      </pc:sldChg>
      <pc:sldChg chg="delSp mod">
        <pc:chgData name="Rahul Mishra" userId="57c6469e-ac64-4888-811b-35f0aabddbad" providerId="ADAL" clId="{2587B58E-4F3B-47AB-B3EB-62407C9160B0}" dt="2025-09-20T02:27:40.986" v="9" actId="478"/>
        <pc:sldMkLst>
          <pc:docMk/>
          <pc:sldMk cId="1373077056" sldId="443"/>
        </pc:sldMkLst>
        <pc:picChg chg="del">
          <ac:chgData name="Rahul Mishra" userId="57c6469e-ac64-4888-811b-35f0aabddbad" providerId="ADAL" clId="{2587B58E-4F3B-47AB-B3EB-62407C9160B0}" dt="2025-09-20T02:27:40.986" v="9" actId="478"/>
          <ac:picMkLst>
            <pc:docMk/>
            <pc:sldMk cId="1373077056" sldId="443"/>
            <ac:picMk id="3" creationId="{00000000-0000-0000-0000-000000000000}"/>
          </ac:picMkLst>
        </pc:picChg>
      </pc:sldChg>
      <pc:sldChg chg="addSp delSp mod">
        <pc:chgData name="Rahul Mishra" userId="57c6469e-ac64-4888-811b-35f0aabddbad" providerId="ADAL" clId="{2587B58E-4F3B-47AB-B3EB-62407C9160B0}" dt="2025-09-20T03:50:06.776" v="208"/>
        <pc:sldMkLst>
          <pc:docMk/>
          <pc:sldMk cId="1691475156" sldId="444"/>
        </pc:sldMkLst>
        <pc:inkChg chg="del">
          <ac:chgData name="Rahul Mishra" userId="57c6469e-ac64-4888-811b-35f0aabddbad" providerId="ADAL" clId="{2587B58E-4F3B-47AB-B3EB-62407C9160B0}" dt="2025-09-20T02:27:12.648" v="4" actId="478"/>
          <ac:inkMkLst>
            <pc:docMk/>
            <pc:sldMk cId="1691475156" sldId="444"/>
            <ac:inkMk id="3" creationId="{BEDEA092-357C-839B-88B0-17F68D4D2AC5}"/>
          </ac:inkMkLst>
        </pc:inkChg>
        <pc:inkChg chg="add">
          <ac:chgData name="Rahul Mishra" userId="57c6469e-ac64-4888-811b-35f0aabddbad" providerId="ADAL" clId="{2587B58E-4F3B-47AB-B3EB-62407C9160B0}" dt="2025-09-20T03:50:06.776" v="208"/>
          <ac:inkMkLst>
            <pc:docMk/>
            <pc:sldMk cId="1691475156" sldId="444"/>
            <ac:inkMk id="4" creationId="{AE0A0998-CB97-2060-6211-78CB15F6D2A8}"/>
          </ac:inkMkLst>
        </pc:inkChg>
      </pc:sldChg>
      <pc:sldChg chg="addSp delSp modSp new mod">
        <pc:chgData name="Rahul Mishra" userId="57c6469e-ac64-4888-811b-35f0aabddbad" providerId="ADAL" clId="{2587B58E-4F3B-47AB-B3EB-62407C9160B0}" dt="2025-09-20T03:14:34.077" v="155" actId="9405"/>
        <pc:sldMkLst>
          <pc:docMk/>
          <pc:sldMk cId="3633499739" sldId="445"/>
        </pc:sldMkLst>
        <pc:grpChg chg="del mod">
          <ac:chgData name="Rahul Mishra" userId="57c6469e-ac64-4888-811b-35f0aabddbad" providerId="ADAL" clId="{2587B58E-4F3B-47AB-B3EB-62407C9160B0}" dt="2025-09-20T03:11:27.466" v="94"/>
          <ac:grpSpMkLst>
            <pc:docMk/>
            <pc:sldMk cId="3633499739" sldId="445"/>
            <ac:grpSpMk id="7" creationId="{76BE9819-E816-A42D-1FBB-8498EA8A29AA}"/>
          </ac:grpSpMkLst>
        </pc:grpChg>
        <pc:grpChg chg="del mod">
          <ac:chgData name="Rahul Mishra" userId="57c6469e-ac64-4888-811b-35f0aabddbad" providerId="ADAL" clId="{2587B58E-4F3B-47AB-B3EB-62407C9160B0}" dt="2025-09-20T03:11:27.466" v="94"/>
          <ac:grpSpMkLst>
            <pc:docMk/>
            <pc:sldMk cId="3633499739" sldId="445"/>
            <ac:grpSpMk id="10" creationId="{A07F2C3A-1573-3691-2570-6EDBA69EC4B3}"/>
          </ac:grpSpMkLst>
        </pc:grpChg>
        <pc:grpChg chg="del mod">
          <ac:chgData name="Rahul Mishra" userId="57c6469e-ac64-4888-811b-35f0aabddbad" providerId="ADAL" clId="{2587B58E-4F3B-47AB-B3EB-62407C9160B0}" dt="2025-09-20T03:11:35.774" v="103"/>
          <ac:grpSpMkLst>
            <pc:docMk/>
            <pc:sldMk cId="3633499739" sldId="445"/>
            <ac:grpSpMk id="13" creationId="{500D397D-7199-6FAE-29E8-4A2093F48D5D}"/>
          </ac:grpSpMkLst>
        </pc:grpChg>
        <pc:grpChg chg="del mod">
          <ac:chgData name="Rahul Mishra" userId="57c6469e-ac64-4888-811b-35f0aabddbad" providerId="ADAL" clId="{2587B58E-4F3B-47AB-B3EB-62407C9160B0}" dt="2025-09-20T03:11:35.774" v="103"/>
          <ac:grpSpMkLst>
            <pc:docMk/>
            <pc:sldMk cId="3633499739" sldId="445"/>
            <ac:grpSpMk id="20" creationId="{1FB21B2E-77AA-73B2-81FD-7CD04864D52C}"/>
          </ac:grpSpMkLst>
        </pc:grpChg>
        <pc:grpChg chg="del mod">
          <ac:chgData name="Rahul Mishra" userId="57c6469e-ac64-4888-811b-35f0aabddbad" providerId="ADAL" clId="{2587B58E-4F3B-47AB-B3EB-62407C9160B0}" dt="2025-09-20T03:11:37.647" v="105"/>
          <ac:grpSpMkLst>
            <pc:docMk/>
            <pc:sldMk cId="3633499739" sldId="445"/>
            <ac:grpSpMk id="22" creationId="{CD9BF9DD-5FD5-26E8-7F53-41439E20A1A8}"/>
          </ac:grpSpMkLst>
        </pc:grpChg>
        <pc:grpChg chg="mod">
          <ac:chgData name="Rahul Mishra" userId="57c6469e-ac64-4888-811b-35f0aabddbad" providerId="ADAL" clId="{2587B58E-4F3B-47AB-B3EB-62407C9160B0}" dt="2025-09-20T03:11:37.647" v="105"/>
          <ac:grpSpMkLst>
            <pc:docMk/>
            <pc:sldMk cId="3633499739" sldId="445"/>
            <ac:grpSpMk id="24" creationId="{5EB18437-9380-0590-BEA5-D4C89E048061}"/>
          </ac:grpSpMkLst>
        </pc:grpChg>
        <pc:grpChg chg="del mod">
          <ac:chgData name="Rahul Mishra" userId="57c6469e-ac64-4888-811b-35f0aabddbad" providerId="ADAL" clId="{2587B58E-4F3B-47AB-B3EB-62407C9160B0}" dt="2025-09-20T03:12:44.371" v="119"/>
          <ac:grpSpMkLst>
            <pc:docMk/>
            <pc:sldMk cId="3633499739" sldId="445"/>
            <ac:grpSpMk id="29" creationId="{275ED6DC-D4D0-7EC1-35DD-EC6F20D08CE5}"/>
          </ac:grpSpMkLst>
        </pc:grpChg>
        <pc:grpChg chg="del mod">
          <ac:chgData name="Rahul Mishra" userId="57c6469e-ac64-4888-811b-35f0aabddbad" providerId="ADAL" clId="{2587B58E-4F3B-47AB-B3EB-62407C9160B0}" dt="2025-09-20T03:12:54.548" v="124"/>
          <ac:grpSpMkLst>
            <pc:docMk/>
            <pc:sldMk cId="3633499739" sldId="445"/>
            <ac:grpSpMk id="30" creationId="{E94953E7-88CF-7ADF-6A62-E716AE284F21}"/>
          </ac:grpSpMkLst>
        </pc:grpChg>
        <pc:grpChg chg="del mod">
          <ac:chgData name="Rahul Mishra" userId="57c6469e-ac64-4888-811b-35f0aabddbad" providerId="ADAL" clId="{2587B58E-4F3B-47AB-B3EB-62407C9160B0}" dt="2025-09-20T03:12:44.371" v="119"/>
          <ac:grpSpMkLst>
            <pc:docMk/>
            <pc:sldMk cId="3633499739" sldId="445"/>
            <ac:grpSpMk id="33" creationId="{A10DDE19-70EB-FB12-4776-6717A29D739B}"/>
          </ac:grpSpMkLst>
        </pc:grpChg>
        <pc:grpChg chg="del mod">
          <ac:chgData name="Rahul Mishra" userId="57c6469e-ac64-4888-811b-35f0aabddbad" providerId="ADAL" clId="{2587B58E-4F3B-47AB-B3EB-62407C9160B0}" dt="2025-09-20T03:12:54.548" v="124"/>
          <ac:grpSpMkLst>
            <pc:docMk/>
            <pc:sldMk cId="3633499739" sldId="445"/>
            <ac:grpSpMk id="39" creationId="{033FF185-CCA9-D620-756D-B5C2FAC5B372}"/>
          </ac:grpSpMkLst>
        </pc:grpChg>
        <pc:grpChg chg="del mod">
          <ac:chgData name="Rahul Mishra" userId="57c6469e-ac64-4888-811b-35f0aabddbad" providerId="ADAL" clId="{2587B58E-4F3B-47AB-B3EB-62407C9160B0}" dt="2025-09-20T03:12:54.548" v="124"/>
          <ac:grpSpMkLst>
            <pc:docMk/>
            <pc:sldMk cId="3633499739" sldId="445"/>
            <ac:grpSpMk id="42" creationId="{4AD42109-C4F7-B63B-F517-813432F22105}"/>
          </ac:grpSpMkLst>
        </pc:grpChg>
        <pc:grpChg chg="mod">
          <ac:chgData name="Rahul Mishra" userId="57c6469e-ac64-4888-811b-35f0aabddbad" providerId="ADAL" clId="{2587B58E-4F3B-47AB-B3EB-62407C9160B0}" dt="2025-09-20T03:12:54.548" v="124"/>
          <ac:grpSpMkLst>
            <pc:docMk/>
            <pc:sldMk cId="3633499739" sldId="445"/>
            <ac:grpSpMk id="44" creationId="{3E1DD415-20E1-6CC7-1B5A-F34054C1EE16}"/>
          </ac:grpSpMkLst>
        </pc:grpChg>
        <pc:grpChg chg="del mod">
          <ac:chgData name="Rahul Mishra" userId="57c6469e-ac64-4888-811b-35f0aabddbad" providerId="ADAL" clId="{2587B58E-4F3B-47AB-B3EB-62407C9160B0}" dt="2025-09-20T03:13:34.342" v="144"/>
          <ac:grpSpMkLst>
            <pc:docMk/>
            <pc:sldMk cId="3633499739" sldId="445"/>
            <ac:grpSpMk id="51" creationId="{A6DFFE30-54B4-CC3B-950C-C6BEDAC252AC}"/>
          </ac:grpSpMkLst>
        </pc:grpChg>
        <pc:grpChg chg="del mod">
          <ac:chgData name="Rahul Mishra" userId="57c6469e-ac64-4888-811b-35f0aabddbad" providerId="ADAL" clId="{2587B58E-4F3B-47AB-B3EB-62407C9160B0}" dt="2025-09-20T03:13:31.507" v="142"/>
          <ac:grpSpMkLst>
            <pc:docMk/>
            <pc:sldMk cId="3633499739" sldId="445"/>
            <ac:grpSpMk id="58" creationId="{C4BC921A-815E-964A-DA34-86812CFCE00E}"/>
          </ac:grpSpMkLst>
        </pc:grpChg>
        <pc:grpChg chg="mod">
          <ac:chgData name="Rahul Mishra" userId="57c6469e-ac64-4888-811b-35f0aabddbad" providerId="ADAL" clId="{2587B58E-4F3B-47AB-B3EB-62407C9160B0}" dt="2025-09-20T03:13:31.507" v="142"/>
          <ac:grpSpMkLst>
            <pc:docMk/>
            <pc:sldMk cId="3633499739" sldId="445"/>
            <ac:grpSpMk id="62" creationId="{9F1E65B3-1658-CD23-2F87-0BB58872AA7C}"/>
          </ac:grpSpMkLst>
        </pc:grpChg>
        <pc:grpChg chg="del mod">
          <ac:chgData name="Rahul Mishra" userId="57c6469e-ac64-4888-811b-35f0aabddbad" providerId="ADAL" clId="{2587B58E-4F3B-47AB-B3EB-62407C9160B0}" dt="2025-09-20T03:13:43.805" v="147"/>
          <ac:grpSpMkLst>
            <pc:docMk/>
            <pc:sldMk cId="3633499739" sldId="445"/>
            <ac:grpSpMk id="64" creationId="{85C10584-5091-E40F-EF48-4DFEFC5B6363}"/>
          </ac:grpSpMkLst>
        </pc:grpChg>
        <pc:grpChg chg="del mod">
          <ac:chgData name="Rahul Mishra" userId="57c6469e-ac64-4888-811b-35f0aabddbad" providerId="ADAL" clId="{2587B58E-4F3B-47AB-B3EB-62407C9160B0}" dt="2025-09-20T03:14:27.185" v="154"/>
          <ac:grpSpMkLst>
            <pc:docMk/>
            <pc:sldMk cId="3633499739" sldId="445"/>
            <ac:grpSpMk id="67" creationId="{4AB0679B-0C00-5CE8-270D-834D44651F59}"/>
          </ac:grpSpMkLst>
        </pc:grpChg>
        <pc:grpChg chg="mod">
          <ac:chgData name="Rahul Mishra" userId="57c6469e-ac64-4888-811b-35f0aabddbad" providerId="ADAL" clId="{2587B58E-4F3B-47AB-B3EB-62407C9160B0}" dt="2025-09-20T03:14:27.185" v="154"/>
          <ac:grpSpMkLst>
            <pc:docMk/>
            <pc:sldMk cId="3633499739" sldId="445"/>
            <ac:grpSpMk id="74" creationId="{86BC98BB-25F9-B716-A41C-F645FDBBB25D}"/>
          </ac:grpSpMkLst>
        </pc:grpChg>
        <pc:inkChg chg="add">
          <ac:chgData name="Rahul Mishra" userId="57c6469e-ac64-4888-811b-35f0aabddbad" providerId="ADAL" clId="{2587B58E-4F3B-47AB-B3EB-62407C9160B0}" dt="2025-09-20T03:04:43.894" v="13"/>
          <ac:inkMkLst>
            <pc:docMk/>
            <pc:sldMk cId="3633499739" sldId="445"/>
            <ac:inkMk id="3" creationId="{CFCB97D1-4ACD-90E1-3E0D-51656DFE4858}"/>
          </ac:inkMkLst>
        </pc:inkChg>
        <pc:inkChg chg="add mod">
          <ac:chgData name="Rahul Mishra" userId="57c6469e-ac64-4888-811b-35f0aabddbad" providerId="ADAL" clId="{2587B58E-4F3B-47AB-B3EB-62407C9160B0}" dt="2025-09-20T03:11:37.647" v="105"/>
          <ac:inkMkLst>
            <pc:docMk/>
            <pc:sldMk cId="3633499739" sldId="445"/>
            <ac:inkMk id="4" creationId="{880A13B1-E11F-1197-74F1-6D79DDAF9D03}"/>
          </ac:inkMkLst>
        </pc:inkChg>
        <pc:inkChg chg="add mod">
          <ac:chgData name="Rahul Mishra" userId="57c6469e-ac64-4888-811b-35f0aabddbad" providerId="ADAL" clId="{2587B58E-4F3B-47AB-B3EB-62407C9160B0}" dt="2025-09-20T03:11:27.466" v="94"/>
          <ac:inkMkLst>
            <pc:docMk/>
            <pc:sldMk cId="3633499739" sldId="445"/>
            <ac:inkMk id="5" creationId="{39FDC697-52D4-2E83-8EE8-487582451F3C}"/>
          </ac:inkMkLst>
        </pc:inkChg>
        <pc:inkChg chg="add mod">
          <ac:chgData name="Rahul Mishra" userId="57c6469e-ac64-4888-811b-35f0aabddbad" providerId="ADAL" clId="{2587B58E-4F3B-47AB-B3EB-62407C9160B0}" dt="2025-09-20T03:11:35.774" v="103"/>
          <ac:inkMkLst>
            <pc:docMk/>
            <pc:sldMk cId="3633499739" sldId="445"/>
            <ac:inkMk id="6" creationId="{8C57DFB4-0765-82A0-E6BB-EA26CA011428}"/>
          </ac:inkMkLst>
        </pc:inkChg>
        <pc:inkChg chg="add mod">
          <ac:chgData name="Rahul Mishra" userId="57c6469e-ac64-4888-811b-35f0aabddbad" providerId="ADAL" clId="{2587B58E-4F3B-47AB-B3EB-62407C9160B0}" dt="2025-09-20T03:11:37.647" v="105"/>
          <ac:inkMkLst>
            <pc:docMk/>
            <pc:sldMk cId="3633499739" sldId="445"/>
            <ac:inkMk id="8" creationId="{9987AC10-D26D-7C66-D3E6-2B9D500029DE}"/>
          </ac:inkMkLst>
        </pc:inkChg>
        <pc:inkChg chg="add mod">
          <ac:chgData name="Rahul Mishra" userId="57c6469e-ac64-4888-811b-35f0aabddbad" providerId="ADAL" clId="{2587B58E-4F3B-47AB-B3EB-62407C9160B0}" dt="2025-09-20T03:11:37.647" v="105"/>
          <ac:inkMkLst>
            <pc:docMk/>
            <pc:sldMk cId="3633499739" sldId="445"/>
            <ac:inkMk id="9" creationId="{733A733B-DA6B-12AB-E36C-3D7900D7585B}"/>
          </ac:inkMkLst>
        </pc:inkChg>
        <pc:inkChg chg="add mod">
          <ac:chgData name="Rahul Mishra" userId="57c6469e-ac64-4888-811b-35f0aabddbad" providerId="ADAL" clId="{2587B58E-4F3B-47AB-B3EB-62407C9160B0}" dt="2025-09-20T03:11:35.774" v="103"/>
          <ac:inkMkLst>
            <pc:docMk/>
            <pc:sldMk cId="3633499739" sldId="445"/>
            <ac:inkMk id="11" creationId="{3192D921-7FE1-D504-CD38-6E5C2F648FF5}"/>
          </ac:inkMkLst>
        </pc:inkChg>
        <pc:inkChg chg="add mod">
          <ac:chgData name="Rahul Mishra" userId="57c6469e-ac64-4888-811b-35f0aabddbad" providerId="ADAL" clId="{2587B58E-4F3B-47AB-B3EB-62407C9160B0}" dt="2025-09-20T03:11:27.466" v="94"/>
          <ac:inkMkLst>
            <pc:docMk/>
            <pc:sldMk cId="3633499739" sldId="445"/>
            <ac:inkMk id="12" creationId="{367423D6-6FDE-F81A-64F1-FFE81FCAD1ED}"/>
          </ac:inkMkLst>
        </pc:inkChg>
        <pc:inkChg chg="add mod">
          <ac:chgData name="Rahul Mishra" userId="57c6469e-ac64-4888-811b-35f0aabddbad" providerId="ADAL" clId="{2587B58E-4F3B-47AB-B3EB-62407C9160B0}" dt="2025-09-20T03:11:37.647" v="105"/>
          <ac:inkMkLst>
            <pc:docMk/>
            <pc:sldMk cId="3633499739" sldId="445"/>
            <ac:inkMk id="14" creationId="{D847D131-981E-427E-1F4B-9F288BD2153F}"/>
          </ac:inkMkLst>
        </pc:inkChg>
        <pc:inkChg chg="add mod">
          <ac:chgData name="Rahul Mishra" userId="57c6469e-ac64-4888-811b-35f0aabddbad" providerId="ADAL" clId="{2587B58E-4F3B-47AB-B3EB-62407C9160B0}" dt="2025-09-20T03:11:37.647" v="105"/>
          <ac:inkMkLst>
            <pc:docMk/>
            <pc:sldMk cId="3633499739" sldId="445"/>
            <ac:inkMk id="15" creationId="{EFB0D08C-CF23-C430-58C5-C80DF8C6FC3C}"/>
          </ac:inkMkLst>
        </pc:inkChg>
        <pc:inkChg chg="add mod">
          <ac:chgData name="Rahul Mishra" userId="57c6469e-ac64-4888-811b-35f0aabddbad" providerId="ADAL" clId="{2587B58E-4F3B-47AB-B3EB-62407C9160B0}" dt="2025-09-20T03:11:37.647" v="105"/>
          <ac:inkMkLst>
            <pc:docMk/>
            <pc:sldMk cId="3633499739" sldId="445"/>
            <ac:inkMk id="16" creationId="{6291D6D4-30AF-F24D-A2D1-31EFAA815B9F}"/>
          </ac:inkMkLst>
        </pc:inkChg>
        <pc:inkChg chg="add mod">
          <ac:chgData name="Rahul Mishra" userId="57c6469e-ac64-4888-811b-35f0aabddbad" providerId="ADAL" clId="{2587B58E-4F3B-47AB-B3EB-62407C9160B0}" dt="2025-09-20T03:11:37.647" v="105"/>
          <ac:inkMkLst>
            <pc:docMk/>
            <pc:sldMk cId="3633499739" sldId="445"/>
            <ac:inkMk id="17" creationId="{F5F1308F-E741-F299-183C-A25117AB0EDD}"/>
          </ac:inkMkLst>
        </pc:inkChg>
        <pc:inkChg chg="add mod">
          <ac:chgData name="Rahul Mishra" userId="57c6469e-ac64-4888-811b-35f0aabddbad" providerId="ADAL" clId="{2587B58E-4F3B-47AB-B3EB-62407C9160B0}" dt="2025-09-20T03:11:37.647" v="105"/>
          <ac:inkMkLst>
            <pc:docMk/>
            <pc:sldMk cId="3633499739" sldId="445"/>
            <ac:inkMk id="18" creationId="{96CC4FDA-941C-6634-0CE3-B54F46092291}"/>
          </ac:inkMkLst>
        </pc:inkChg>
        <pc:inkChg chg="add mod">
          <ac:chgData name="Rahul Mishra" userId="57c6469e-ac64-4888-811b-35f0aabddbad" providerId="ADAL" clId="{2587B58E-4F3B-47AB-B3EB-62407C9160B0}" dt="2025-09-20T03:11:35.774" v="103"/>
          <ac:inkMkLst>
            <pc:docMk/>
            <pc:sldMk cId="3633499739" sldId="445"/>
            <ac:inkMk id="19" creationId="{ADA7DA2E-B8BD-9A7E-5F18-F43B28551D3C}"/>
          </ac:inkMkLst>
        </pc:inkChg>
        <pc:inkChg chg="add">
          <ac:chgData name="Rahul Mishra" userId="57c6469e-ac64-4888-811b-35f0aabddbad" providerId="ADAL" clId="{2587B58E-4F3B-47AB-B3EB-62407C9160B0}" dt="2025-09-20T03:11:35.141" v="102" actId="9405"/>
          <ac:inkMkLst>
            <pc:docMk/>
            <pc:sldMk cId="3633499739" sldId="445"/>
            <ac:inkMk id="21" creationId="{533C8517-2286-712B-BC4F-CE4A987A4D64}"/>
          </ac:inkMkLst>
        </pc:inkChg>
        <pc:inkChg chg="add">
          <ac:chgData name="Rahul Mishra" userId="57c6469e-ac64-4888-811b-35f0aabddbad" providerId="ADAL" clId="{2587B58E-4F3B-47AB-B3EB-62407C9160B0}" dt="2025-09-20T03:11:36.644" v="104" actId="9405"/>
          <ac:inkMkLst>
            <pc:docMk/>
            <pc:sldMk cId="3633499739" sldId="445"/>
            <ac:inkMk id="23" creationId="{7D47A1C5-02AD-9293-CA27-5B3C7C403C8D}"/>
          </ac:inkMkLst>
        </pc:inkChg>
        <pc:inkChg chg="add mod">
          <ac:chgData name="Rahul Mishra" userId="57c6469e-ac64-4888-811b-35f0aabddbad" providerId="ADAL" clId="{2587B58E-4F3B-47AB-B3EB-62407C9160B0}" dt="2025-09-20T03:12:34.326" v="110"/>
          <ac:inkMkLst>
            <pc:docMk/>
            <pc:sldMk cId="3633499739" sldId="445"/>
            <ac:inkMk id="25" creationId="{BA4CCD8D-4D8B-C66F-D91B-3A1186C34E2D}"/>
          </ac:inkMkLst>
        </pc:inkChg>
        <pc:inkChg chg="add mod">
          <ac:chgData name="Rahul Mishra" userId="57c6469e-ac64-4888-811b-35f0aabddbad" providerId="ADAL" clId="{2587B58E-4F3B-47AB-B3EB-62407C9160B0}" dt="2025-09-20T03:12:54.548" v="124"/>
          <ac:inkMkLst>
            <pc:docMk/>
            <pc:sldMk cId="3633499739" sldId="445"/>
            <ac:inkMk id="26" creationId="{C9E19BF8-6AB3-DDEC-C201-0C8084A5BC5E}"/>
          </ac:inkMkLst>
        </pc:inkChg>
        <pc:inkChg chg="add mod">
          <ac:chgData name="Rahul Mishra" userId="57c6469e-ac64-4888-811b-35f0aabddbad" providerId="ADAL" clId="{2587B58E-4F3B-47AB-B3EB-62407C9160B0}" dt="2025-09-20T03:12:44.371" v="119"/>
          <ac:inkMkLst>
            <pc:docMk/>
            <pc:sldMk cId="3633499739" sldId="445"/>
            <ac:inkMk id="27" creationId="{CE9829A7-81D5-2C49-D08C-BA0ADDE76ADE}"/>
          </ac:inkMkLst>
        </pc:inkChg>
        <pc:inkChg chg="add mod">
          <ac:chgData name="Rahul Mishra" userId="57c6469e-ac64-4888-811b-35f0aabddbad" providerId="ADAL" clId="{2587B58E-4F3B-47AB-B3EB-62407C9160B0}" dt="2025-09-20T03:12:44.371" v="119"/>
          <ac:inkMkLst>
            <pc:docMk/>
            <pc:sldMk cId="3633499739" sldId="445"/>
            <ac:inkMk id="28" creationId="{F066F3EF-1206-7EE2-BC72-6B1535E685C1}"/>
          </ac:inkMkLst>
        </pc:inkChg>
        <pc:inkChg chg="add mod">
          <ac:chgData name="Rahul Mishra" userId="57c6469e-ac64-4888-811b-35f0aabddbad" providerId="ADAL" clId="{2587B58E-4F3B-47AB-B3EB-62407C9160B0}" dt="2025-09-20T03:12:54.548" v="124"/>
          <ac:inkMkLst>
            <pc:docMk/>
            <pc:sldMk cId="3633499739" sldId="445"/>
            <ac:inkMk id="31" creationId="{5326823A-862D-5ADA-CEA6-253BA7C9D93A}"/>
          </ac:inkMkLst>
        </pc:inkChg>
        <pc:inkChg chg="add mod">
          <ac:chgData name="Rahul Mishra" userId="57c6469e-ac64-4888-811b-35f0aabddbad" providerId="ADAL" clId="{2587B58E-4F3B-47AB-B3EB-62407C9160B0}" dt="2025-09-20T03:12:54.548" v="124"/>
          <ac:inkMkLst>
            <pc:docMk/>
            <pc:sldMk cId="3633499739" sldId="445"/>
            <ac:inkMk id="32" creationId="{BD2604E0-6DFE-D664-F7FC-F13E8A008D55}"/>
          </ac:inkMkLst>
        </pc:inkChg>
        <pc:inkChg chg="add">
          <ac:chgData name="Rahul Mishra" userId="57c6469e-ac64-4888-811b-35f0aabddbad" providerId="ADAL" clId="{2587B58E-4F3B-47AB-B3EB-62407C9160B0}" dt="2025-09-20T03:12:37.382" v="114" actId="9405"/>
          <ac:inkMkLst>
            <pc:docMk/>
            <pc:sldMk cId="3633499739" sldId="445"/>
            <ac:inkMk id="34" creationId="{51BF7C4A-649B-4FFC-28AB-5D19DCDB6372}"/>
          </ac:inkMkLst>
        </pc:inkChg>
        <pc:inkChg chg="add">
          <ac:chgData name="Rahul Mishra" userId="57c6469e-ac64-4888-811b-35f0aabddbad" providerId="ADAL" clId="{2587B58E-4F3B-47AB-B3EB-62407C9160B0}" dt="2025-09-20T03:12:38.940" v="115" actId="9405"/>
          <ac:inkMkLst>
            <pc:docMk/>
            <pc:sldMk cId="3633499739" sldId="445"/>
            <ac:inkMk id="35" creationId="{B8FD1D32-391B-F7E5-2D7C-F7746577298B}"/>
          </ac:inkMkLst>
        </pc:inkChg>
        <pc:inkChg chg="add mod">
          <ac:chgData name="Rahul Mishra" userId="57c6469e-ac64-4888-811b-35f0aabddbad" providerId="ADAL" clId="{2587B58E-4F3B-47AB-B3EB-62407C9160B0}" dt="2025-09-20T03:12:44.371" v="119"/>
          <ac:inkMkLst>
            <pc:docMk/>
            <pc:sldMk cId="3633499739" sldId="445"/>
            <ac:inkMk id="36" creationId="{F804C2D9-338B-E32C-925D-6760A5ABE43A}"/>
          </ac:inkMkLst>
        </pc:inkChg>
        <pc:inkChg chg="add mod">
          <ac:chgData name="Rahul Mishra" userId="57c6469e-ac64-4888-811b-35f0aabddbad" providerId="ADAL" clId="{2587B58E-4F3B-47AB-B3EB-62407C9160B0}" dt="2025-09-20T03:12:54.548" v="124"/>
          <ac:inkMkLst>
            <pc:docMk/>
            <pc:sldMk cId="3633499739" sldId="445"/>
            <ac:inkMk id="37" creationId="{C3B8FBBF-FB70-2551-EBED-F2F73EA69F34}"/>
          </ac:inkMkLst>
        </pc:inkChg>
        <pc:inkChg chg="add mod">
          <ac:chgData name="Rahul Mishra" userId="57c6469e-ac64-4888-811b-35f0aabddbad" providerId="ADAL" clId="{2587B58E-4F3B-47AB-B3EB-62407C9160B0}" dt="2025-09-20T03:12:44.371" v="119"/>
          <ac:inkMkLst>
            <pc:docMk/>
            <pc:sldMk cId="3633499739" sldId="445"/>
            <ac:inkMk id="38" creationId="{0529A2EF-75BB-7161-4978-657D8FABB702}"/>
          </ac:inkMkLst>
        </pc:inkChg>
        <pc:inkChg chg="add mod">
          <ac:chgData name="Rahul Mishra" userId="57c6469e-ac64-4888-811b-35f0aabddbad" providerId="ADAL" clId="{2587B58E-4F3B-47AB-B3EB-62407C9160B0}" dt="2025-09-20T03:12:54.548" v="124"/>
          <ac:inkMkLst>
            <pc:docMk/>
            <pc:sldMk cId="3633499739" sldId="445"/>
            <ac:inkMk id="40" creationId="{68DA6169-158A-BACB-4913-3D5649B042AA}"/>
          </ac:inkMkLst>
        </pc:inkChg>
        <pc:inkChg chg="add mod">
          <ac:chgData name="Rahul Mishra" userId="57c6469e-ac64-4888-811b-35f0aabddbad" providerId="ADAL" clId="{2587B58E-4F3B-47AB-B3EB-62407C9160B0}" dt="2025-09-20T03:12:54.548" v="124"/>
          <ac:inkMkLst>
            <pc:docMk/>
            <pc:sldMk cId="3633499739" sldId="445"/>
            <ac:inkMk id="41" creationId="{FB823743-4119-970A-47A6-3F510F9668F5}"/>
          </ac:inkMkLst>
        </pc:inkChg>
        <pc:inkChg chg="add">
          <ac:chgData name="Rahul Mishra" userId="57c6469e-ac64-4888-811b-35f0aabddbad" providerId="ADAL" clId="{2587B58E-4F3B-47AB-B3EB-62407C9160B0}" dt="2025-09-20T03:12:53.602" v="123" actId="9405"/>
          <ac:inkMkLst>
            <pc:docMk/>
            <pc:sldMk cId="3633499739" sldId="445"/>
            <ac:inkMk id="43" creationId="{2874A53D-92E2-B329-81DB-1DE742A2F1F8}"/>
          </ac:inkMkLst>
        </pc:inkChg>
        <pc:inkChg chg="add">
          <ac:chgData name="Rahul Mishra" userId="57c6469e-ac64-4888-811b-35f0aabddbad" providerId="ADAL" clId="{2587B58E-4F3B-47AB-B3EB-62407C9160B0}" dt="2025-09-20T03:12:56.067" v="125" actId="9405"/>
          <ac:inkMkLst>
            <pc:docMk/>
            <pc:sldMk cId="3633499739" sldId="445"/>
            <ac:inkMk id="45" creationId="{9D1C4749-63A4-7265-B5DC-63609C3D6919}"/>
          </ac:inkMkLst>
        </pc:inkChg>
        <pc:inkChg chg="add">
          <ac:chgData name="Rahul Mishra" userId="57c6469e-ac64-4888-811b-35f0aabddbad" providerId="ADAL" clId="{2587B58E-4F3B-47AB-B3EB-62407C9160B0}" dt="2025-09-20T03:12:56.958" v="126" actId="9405"/>
          <ac:inkMkLst>
            <pc:docMk/>
            <pc:sldMk cId="3633499739" sldId="445"/>
            <ac:inkMk id="46" creationId="{10D68629-3C9D-F18E-85F5-702FB2F68354}"/>
          </ac:inkMkLst>
        </pc:inkChg>
        <pc:inkChg chg="add">
          <ac:chgData name="Rahul Mishra" userId="57c6469e-ac64-4888-811b-35f0aabddbad" providerId="ADAL" clId="{2587B58E-4F3B-47AB-B3EB-62407C9160B0}" dt="2025-09-20T03:12:58.925" v="127" actId="9405"/>
          <ac:inkMkLst>
            <pc:docMk/>
            <pc:sldMk cId="3633499739" sldId="445"/>
            <ac:inkMk id="47" creationId="{91DA6290-24E7-180C-7A2B-6C2927193FB6}"/>
          </ac:inkMkLst>
        </pc:inkChg>
        <pc:inkChg chg="add mod">
          <ac:chgData name="Rahul Mishra" userId="57c6469e-ac64-4888-811b-35f0aabddbad" providerId="ADAL" clId="{2587B58E-4F3B-47AB-B3EB-62407C9160B0}" dt="2025-09-20T03:14:27.185" v="154"/>
          <ac:inkMkLst>
            <pc:docMk/>
            <pc:sldMk cId="3633499739" sldId="445"/>
            <ac:inkMk id="48" creationId="{FD1D2168-9DF6-5DF8-4A6C-FFB7F4450005}"/>
          </ac:inkMkLst>
        </pc:inkChg>
        <pc:inkChg chg="add">
          <ac:chgData name="Rahul Mishra" userId="57c6469e-ac64-4888-811b-35f0aabddbad" providerId="ADAL" clId="{2587B58E-4F3B-47AB-B3EB-62407C9160B0}" dt="2025-09-20T03:13:04.601" v="129" actId="9405"/>
          <ac:inkMkLst>
            <pc:docMk/>
            <pc:sldMk cId="3633499739" sldId="445"/>
            <ac:inkMk id="49" creationId="{025D7503-A341-88CA-F0D6-FC805E622DBC}"/>
          </ac:inkMkLst>
        </pc:inkChg>
        <pc:inkChg chg="add mod">
          <ac:chgData name="Rahul Mishra" userId="57c6469e-ac64-4888-811b-35f0aabddbad" providerId="ADAL" clId="{2587B58E-4F3B-47AB-B3EB-62407C9160B0}" dt="2025-09-20T03:14:27.185" v="154"/>
          <ac:inkMkLst>
            <pc:docMk/>
            <pc:sldMk cId="3633499739" sldId="445"/>
            <ac:inkMk id="50" creationId="{B56C25B0-6A06-BC16-D1D9-B62A2C27EE1D}"/>
          </ac:inkMkLst>
        </pc:inkChg>
        <pc:inkChg chg="add mod">
          <ac:chgData name="Rahul Mishra" userId="57c6469e-ac64-4888-811b-35f0aabddbad" providerId="ADAL" clId="{2587B58E-4F3B-47AB-B3EB-62407C9160B0}" dt="2025-09-20T03:13:31.507" v="142"/>
          <ac:inkMkLst>
            <pc:docMk/>
            <pc:sldMk cId="3633499739" sldId="445"/>
            <ac:inkMk id="52" creationId="{DE55C4AB-1154-34ED-63FF-5D76DBAD5442}"/>
          </ac:inkMkLst>
        </pc:inkChg>
        <pc:inkChg chg="add mod">
          <ac:chgData name="Rahul Mishra" userId="57c6469e-ac64-4888-811b-35f0aabddbad" providerId="ADAL" clId="{2587B58E-4F3B-47AB-B3EB-62407C9160B0}" dt="2025-09-20T03:13:31.507" v="142"/>
          <ac:inkMkLst>
            <pc:docMk/>
            <pc:sldMk cId="3633499739" sldId="445"/>
            <ac:inkMk id="53" creationId="{EE219E2A-B346-0112-6034-B971E340DC82}"/>
          </ac:inkMkLst>
        </pc:inkChg>
        <pc:inkChg chg="add mod">
          <ac:chgData name="Rahul Mishra" userId="57c6469e-ac64-4888-811b-35f0aabddbad" providerId="ADAL" clId="{2587B58E-4F3B-47AB-B3EB-62407C9160B0}" dt="2025-09-20T03:13:31.507" v="142"/>
          <ac:inkMkLst>
            <pc:docMk/>
            <pc:sldMk cId="3633499739" sldId="445"/>
            <ac:inkMk id="54" creationId="{DC05BDB9-14FD-52C6-B424-E6CA72E85F4E}"/>
          </ac:inkMkLst>
        </pc:inkChg>
        <pc:inkChg chg="add mod">
          <ac:chgData name="Rahul Mishra" userId="57c6469e-ac64-4888-811b-35f0aabddbad" providerId="ADAL" clId="{2587B58E-4F3B-47AB-B3EB-62407C9160B0}" dt="2025-09-20T03:13:31.507" v="142"/>
          <ac:inkMkLst>
            <pc:docMk/>
            <pc:sldMk cId="3633499739" sldId="445"/>
            <ac:inkMk id="55" creationId="{0191D70B-617E-474C-9436-9BEBB8421439}"/>
          </ac:inkMkLst>
        </pc:inkChg>
        <pc:inkChg chg="add mod">
          <ac:chgData name="Rahul Mishra" userId="57c6469e-ac64-4888-811b-35f0aabddbad" providerId="ADAL" clId="{2587B58E-4F3B-47AB-B3EB-62407C9160B0}" dt="2025-09-20T03:13:31.507" v="142"/>
          <ac:inkMkLst>
            <pc:docMk/>
            <pc:sldMk cId="3633499739" sldId="445"/>
            <ac:inkMk id="56" creationId="{E19B4DD2-8B3A-A74E-A163-AF3CF9239A1E}"/>
          </ac:inkMkLst>
        </pc:inkChg>
        <pc:inkChg chg="add mod">
          <ac:chgData name="Rahul Mishra" userId="57c6469e-ac64-4888-811b-35f0aabddbad" providerId="ADAL" clId="{2587B58E-4F3B-47AB-B3EB-62407C9160B0}" dt="2025-09-20T03:13:31.507" v="142"/>
          <ac:inkMkLst>
            <pc:docMk/>
            <pc:sldMk cId="3633499739" sldId="445"/>
            <ac:inkMk id="57" creationId="{DEE5963E-B4B4-82E8-E7C6-3BED523FC79F}"/>
          </ac:inkMkLst>
        </pc:inkChg>
        <pc:inkChg chg="add">
          <ac:chgData name="Rahul Mishra" userId="57c6469e-ac64-4888-811b-35f0aabddbad" providerId="ADAL" clId="{2587B58E-4F3B-47AB-B3EB-62407C9160B0}" dt="2025-09-20T03:13:28.546" v="139" actId="9405"/>
          <ac:inkMkLst>
            <pc:docMk/>
            <pc:sldMk cId="3633499739" sldId="445"/>
            <ac:inkMk id="59" creationId="{45BDD4C2-1F6C-2028-9294-5B011F0720AD}"/>
          </ac:inkMkLst>
        </pc:inkChg>
        <pc:inkChg chg="add mod">
          <ac:chgData name="Rahul Mishra" userId="57c6469e-ac64-4888-811b-35f0aabddbad" providerId="ADAL" clId="{2587B58E-4F3B-47AB-B3EB-62407C9160B0}" dt="2025-09-20T03:13:31.507" v="142"/>
          <ac:inkMkLst>
            <pc:docMk/>
            <pc:sldMk cId="3633499739" sldId="445"/>
            <ac:inkMk id="60" creationId="{92144140-00FA-BAE8-02AD-69C957C48D6D}"/>
          </ac:inkMkLst>
        </pc:inkChg>
        <pc:inkChg chg="add mod">
          <ac:chgData name="Rahul Mishra" userId="57c6469e-ac64-4888-811b-35f0aabddbad" providerId="ADAL" clId="{2587B58E-4F3B-47AB-B3EB-62407C9160B0}" dt="2025-09-20T03:13:31.507" v="142"/>
          <ac:inkMkLst>
            <pc:docMk/>
            <pc:sldMk cId="3633499739" sldId="445"/>
            <ac:inkMk id="61" creationId="{BC9792F1-A12C-F3BD-5386-31B73FCF7C9D}"/>
          </ac:inkMkLst>
        </pc:inkChg>
        <pc:inkChg chg="add mod">
          <ac:chgData name="Rahul Mishra" userId="57c6469e-ac64-4888-811b-35f0aabddbad" providerId="ADAL" clId="{2587B58E-4F3B-47AB-B3EB-62407C9160B0}" dt="2025-09-20T03:13:43.805" v="147"/>
          <ac:inkMkLst>
            <pc:docMk/>
            <pc:sldMk cId="3633499739" sldId="445"/>
            <ac:inkMk id="63" creationId="{04BF70AA-9A38-A0DE-65A8-8EC923A778C9}"/>
          </ac:inkMkLst>
        </pc:inkChg>
        <pc:inkChg chg="add">
          <ac:chgData name="Rahul Mishra" userId="57c6469e-ac64-4888-811b-35f0aabddbad" providerId="ADAL" clId="{2587B58E-4F3B-47AB-B3EB-62407C9160B0}" dt="2025-09-20T03:13:41.849" v="145" actId="9405"/>
          <ac:inkMkLst>
            <pc:docMk/>
            <pc:sldMk cId="3633499739" sldId="445"/>
            <ac:inkMk id="65" creationId="{7100BBBD-AE37-6240-A6FE-2527281F4E3F}"/>
          </ac:inkMkLst>
        </pc:inkChg>
        <pc:inkChg chg="add mod">
          <ac:chgData name="Rahul Mishra" userId="57c6469e-ac64-4888-811b-35f0aabddbad" providerId="ADAL" clId="{2587B58E-4F3B-47AB-B3EB-62407C9160B0}" dt="2025-09-20T03:14:27.185" v="154"/>
          <ac:inkMkLst>
            <pc:docMk/>
            <pc:sldMk cId="3633499739" sldId="445"/>
            <ac:inkMk id="66" creationId="{04BDA056-6DF9-4722-698C-A099D39992C4}"/>
          </ac:inkMkLst>
        </pc:inkChg>
        <pc:inkChg chg="add">
          <ac:chgData name="Rahul Mishra" userId="57c6469e-ac64-4888-811b-35f0aabddbad" providerId="ADAL" clId="{2587B58E-4F3B-47AB-B3EB-62407C9160B0}" dt="2025-09-20T03:13:50.814" v="148" actId="9405"/>
          <ac:inkMkLst>
            <pc:docMk/>
            <pc:sldMk cId="3633499739" sldId="445"/>
            <ac:inkMk id="68" creationId="{C8885A38-4903-3BDC-8813-6D756C012290}"/>
          </ac:inkMkLst>
        </pc:inkChg>
        <pc:inkChg chg="add">
          <ac:chgData name="Rahul Mishra" userId="57c6469e-ac64-4888-811b-35f0aabddbad" providerId="ADAL" clId="{2587B58E-4F3B-47AB-B3EB-62407C9160B0}" dt="2025-09-20T03:13:56.224" v="149" actId="9405"/>
          <ac:inkMkLst>
            <pc:docMk/>
            <pc:sldMk cId="3633499739" sldId="445"/>
            <ac:inkMk id="69" creationId="{0C9F1E24-5227-8CB6-AB07-EB7519C73660}"/>
          </ac:inkMkLst>
        </pc:inkChg>
        <pc:inkChg chg="add">
          <ac:chgData name="Rahul Mishra" userId="57c6469e-ac64-4888-811b-35f0aabddbad" providerId="ADAL" clId="{2587B58E-4F3B-47AB-B3EB-62407C9160B0}" dt="2025-09-20T03:14:04.198" v="150" actId="9405"/>
          <ac:inkMkLst>
            <pc:docMk/>
            <pc:sldMk cId="3633499739" sldId="445"/>
            <ac:inkMk id="70" creationId="{CF7DEE46-690A-43F4-F54A-23491DC254FD}"/>
          </ac:inkMkLst>
        </pc:inkChg>
        <pc:inkChg chg="add">
          <ac:chgData name="Rahul Mishra" userId="57c6469e-ac64-4888-811b-35f0aabddbad" providerId="ADAL" clId="{2587B58E-4F3B-47AB-B3EB-62407C9160B0}" dt="2025-09-20T03:14:10.503" v="151" actId="9405"/>
          <ac:inkMkLst>
            <pc:docMk/>
            <pc:sldMk cId="3633499739" sldId="445"/>
            <ac:inkMk id="71" creationId="{D602FBCB-B2CD-C527-7F93-A3160467825E}"/>
          </ac:inkMkLst>
        </pc:inkChg>
        <pc:inkChg chg="add mod">
          <ac:chgData name="Rahul Mishra" userId="57c6469e-ac64-4888-811b-35f0aabddbad" providerId="ADAL" clId="{2587B58E-4F3B-47AB-B3EB-62407C9160B0}" dt="2025-09-20T03:14:27.185" v="154"/>
          <ac:inkMkLst>
            <pc:docMk/>
            <pc:sldMk cId="3633499739" sldId="445"/>
            <ac:inkMk id="72" creationId="{AB70EC20-FD10-7365-70A5-10631D95DF98}"/>
          </ac:inkMkLst>
        </pc:inkChg>
        <pc:inkChg chg="add mod">
          <ac:chgData name="Rahul Mishra" userId="57c6469e-ac64-4888-811b-35f0aabddbad" providerId="ADAL" clId="{2587B58E-4F3B-47AB-B3EB-62407C9160B0}" dt="2025-09-20T03:14:27.185" v="154"/>
          <ac:inkMkLst>
            <pc:docMk/>
            <pc:sldMk cId="3633499739" sldId="445"/>
            <ac:inkMk id="73" creationId="{A092445D-339B-6758-5924-F7B668BAD782}"/>
          </ac:inkMkLst>
        </pc:inkChg>
        <pc:inkChg chg="add">
          <ac:chgData name="Rahul Mishra" userId="57c6469e-ac64-4888-811b-35f0aabddbad" providerId="ADAL" clId="{2587B58E-4F3B-47AB-B3EB-62407C9160B0}" dt="2025-09-20T03:14:34.077" v="155" actId="9405"/>
          <ac:inkMkLst>
            <pc:docMk/>
            <pc:sldMk cId="3633499739" sldId="445"/>
            <ac:inkMk id="75" creationId="{ABEFBE19-C42B-F4D3-D7FB-FF26F1D1EF50}"/>
          </ac:inkMkLst>
        </pc:inkChg>
      </pc:sldChg>
      <pc:sldChg chg="addSp delSp modSp new mod">
        <pc:chgData name="Rahul Mishra" userId="57c6469e-ac64-4888-811b-35f0aabddbad" providerId="ADAL" clId="{2587B58E-4F3B-47AB-B3EB-62407C9160B0}" dt="2025-09-20T03:26:41.621" v="189"/>
        <pc:sldMkLst>
          <pc:docMk/>
          <pc:sldMk cId="597622988" sldId="446"/>
        </pc:sldMkLst>
        <pc:grpChg chg="mod">
          <ac:chgData name="Rahul Mishra" userId="57c6469e-ac64-4888-811b-35f0aabddbad" providerId="ADAL" clId="{2587B58E-4F3B-47AB-B3EB-62407C9160B0}" dt="2025-09-20T03:16:28.424" v="164"/>
          <ac:grpSpMkLst>
            <pc:docMk/>
            <pc:sldMk cId="597622988" sldId="446"/>
            <ac:grpSpMk id="10" creationId="{FA5B723D-6D04-C3FA-0C6D-F66C952C3B88}"/>
          </ac:grpSpMkLst>
        </pc:grpChg>
        <pc:grpChg chg="mod">
          <ac:chgData name="Rahul Mishra" userId="57c6469e-ac64-4888-811b-35f0aabddbad" providerId="ADAL" clId="{2587B58E-4F3B-47AB-B3EB-62407C9160B0}" dt="2025-09-20T03:16:28.424" v="164"/>
          <ac:grpSpMkLst>
            <pc:docMk/>
            <pc:sldMk cId="597622988" sldId="446"/>
            <ac:grpSpMk id="11" creationId="{A7083EFC-7E72-458E-A6BD-82A8C8AD73B2}"/>
          </ac:grpSpMkLst>
        </pc:grpChg>
        <pc:grpChg chg="del mod">
          <ac:chgData name="Rahul Mishra" userId="57c6469e-ac64-4888-811b-35f0aabddbad" providerId="ADAL" clId="{2587B58E-4F3B-47AB-B3EB-62407C9160B0}" dt="2025-09-20T03:20:38.354" v="188"/>
          <ac:grpSpMkLst>
            <pc:docMk/>
            <pc:sldMk cId="597622988" sldId="446"/>
            <ac:grpSpMk id="17" creationId="{8F0D1FA6-1591-076B-693A-610E2F138100}"/>
          </ac:grpSpMkLst>
        </pc:grpChg>
        <pc:grpChg chg="mod">
          <ac:chgData name="Rahul Mishra" userId="57c6469e-ac64-4888-811b-35f0aabddbad" providerId="ADAL" clId="{2587B58E-4F3B-47AB-B3EB-62407C9160B0}" dt="2025-09-20T03:16:36.776" v="175"/>
          <ac:grpSpMkLst>
            <pc:docMk/>
            <pc:sldMk cId="597622988" sldId="446"/>
            <ac:grpSpMk id="22" creationId="{BD3F13A5-C5DD-BC89-B4A8-BBC70BB66E94}"/>
          </ac:grpSpMkLst>
        </pc:grpChg>
        <pc:grpChg chg="mod">
          <ac:chgData name="Rahul Mishra" userId="57c6469e-ac64-4888-811b-35f0aabddbad" providerId="ADAL" clId="{2587B58E-4F3B-47AB-B3EB-62407C9160B0}" dt="2025-09-20T03:16:38.443" v="179"/>
          <ac:grpSpMkLst>
            <pc:docMk/>
            <pc:sldMk cId="597622988" sldId="446"/>
            <ac:grpSpMk id="26" creationId="{B1459594-848B-5D6F-19CE-299053813047}"/>
          </ac:grpSpMkLst>
        </pc:grpChg>
        <pc:grpChg chg="del mod">
          <ac:chgData name="Rahul Mishra" userId="57c6469e-ac64-4888-811b-35f0aabddbad" providerId="ADAL" clId="{2587B58E-4F3B-47AB-B3EB-62407C9160B0}" dt="2025-09-20T03:20:38.354" v="188"/>
          <ac:grpSpMkLst>
            <pc:docMk/>
            <pc:sldMk cId="597622988" sldId="446"/>
            <ac:grpSpMk id="30" creationId="{9B83677F-16D8-F5B0-AC9A-A035E3C1359B}"/>
          </ac:grpSpMkLst>
        </pc:grpChg>
        <pc:grpChg chg="mod">
          <ac:chgData name="Rahul Mishra" userId="57c6469e-ac64-4888-811b-35f0aabddbad" providerId="ADAL" clId="{2587B58E-4F3B-47AB-B3EB-62407C9160B0}" dt="2025-09-20T03:20:38.354" v="188"/>
          <ac:grpSpMkLst>
            <pc:docMk/>
            <pc:sldMk cId="597622988" sldId="446"/>
            <ac:grpSpMk id="35" creationId="{3136985D-C179-5217-C1A3-6FDBD4DE9BDD}"/>
          </ac:grpSpMkLst>
        </pc:grpChg>
        <pc:grpChg chg="mod">
          <ac:chgData name="Rahul Mishra" userId="57c6469e-ac64-4888-811b-35f0aabddbad" providerId="ADAL" clId="{2587B58E-4F3B-47AB-B3EB-62407C9160B0}" dt="2025-09-20T03:20:38.354" v="188"/>
          <ac:grpSpMkLst>
            <pc:docMk/>
            <pc:sldMk cId="597622988" sldId="446"/>
            <ac:grpSpMk id="36" creationId="{411EB978-A56C-8DFB-4EB4-1CB0FE9C405C}"/>
          </ac:grpSpMkLst>
        </pc:grpChg>
        <pc:inkChg chg="add mod">
          <ac:chgData name="Rahul Mishra" userId="57c6469e-ac64-4888-811b-35f0aabddbad" providerId="ADAL" clId="{2587B58E-4F3B-47AB-B3EB-62407C9160B0}" dt="2025-09-20T03:16:28.424" v="164"/>
          <ac:inkMkLst>
            <pc:docMk/>
            <pc:sldMk cId="597622988" sldId="446"/>
            <ac:inkMk id="3" creationId="{3C4BC65D-2189-1D91-0797-0E677696BCED}"/>
          </ac:inkMkLst>
        </pc:inkChg>
        <pc:inkChg chg="add mod">
          <ac:chgData name="Rahul Mishra" userId="57c6469e-ac64-4888-811b-35f0aabddbad" providerId="ADAL" clId="{2587B58E-4F3B-47AB-B3EB-62407C9160B0}" dt="2025-09-20T03:16:28.424" v="164"/>
          <ac:inkMkLst>
            <pc:docMk/>
            <pc:sldMk cId="597622988" sldId="446"/>
            <ac:inkMk id="4" creationId="{D454D980-A7A2-59FA-10A3-302803E2B36E}"/>
          </ac:inkMkLst>
        </pc:inkChg>
        <pc:inkChg chg="add mod">
          <ac:chgData name="Rahul Mishra" userId="57c6469e-ac64-4888-811b-35f0aabddbad" providerId="ADAL" clId="{2587B58E-4F3B-47AB-B3EB-62407C9160B0}" dt="2025-09-20T03:16:28.424" v="164"/>
          <ac:inkMkLst>
            <pc:docMk/>
            <pc:sldMk cId="597622988" sldId="446"/>
            <ac:inkMk id="5" creationId="{5D7BA6D8-1586-550B-151F-6750C0DD7870}"/>
          </ac:inkMkLst>
        </pc:inkChg>
        <pc:inkChg chg="add">
          <ac:chgData name="Rahul Mishra" userId="57c6469e-ac64-4888-811b-35f0aabddbad" providerId="ADAL" clId="{2587B58E-4F3B-47AB-B3EB-62407C9160B0}" dt="2025-09-20T03:16:26.312" v="160" actId="9405"/>
          <ac:inkMkLst>
            <pc:docMk/>
            <pc:sldMk cId="597622988" sldId="446"/>
            <ac:inkMk id="6" creationId="{9FC8785B-4104-9718-B484-9F73A1ED0791}"/>
          </ac:inkMkLst>
        </pc:inkChg>
        <pc:inkChg chg="add">
          <ac:chgData name="Rahul Mishra" userId="57c6469e-ac64-4888-811b-35f0aabddbad" providerId="ADAL" clId="{2587B58E-4F3B-47AB-B3EB-62407C9160B0}" dt="2025-09-20T03:16:26.542" v="161" actId="9405"/>
          <ac:inkMkLst>
            <pc:docMk/>
            <pc:sldMk cId="597622988" sldId="446"/>
            <ac:inkMk id="7" creationId="{699AEA11-4037-4BD0-519E-1193DD91FB82}"/>
          </ac:inkMkLst>
        </pc:inkChg>
        <pc:inkChg chg="add mod">
          <ac:chgData name="Rahul Mishra" userId="57c6469e-ac64-4888-811b-35f0aabddbad" providerId="ADAL" clId="{2587B58E-4F3B-47AB-B3EB-62407C9160B0}" dt="2025-09-20T03:16:28.424" v="164"/>
          <ac:inkMkLst>
            <pc:docMk/>
            <pc:sldMk cId="597622988" sldId="446"/>
            <ac:inkMk id="8" creationId="{3470A84A-BF2E-679A-4BC8-22F5FDA73206}"/>
          </ac:inkMkLst>
        </pc:inkChg>
        <pc:inkChg chg="add mod">
          <ac:chgData name="Rahul Mishra" userId="57c6469e-ac64-4888-811b-35f0aabddbad" providerId="ADAL" clId="{2587B58E-4F3B-47AB-B3EB-62407C9160B0}" dt="2025-09-20T03:16:28.424" v="164"/>
          <ac:inkMkLst>
            <pc:docMk/>
            <pc:sldMk cId="597622988" sldId="446"/>
            <ac:inkMk id="9" creationId="{D01FBE5A-1BA3-F37D-1548-0768E73B56EA}"/>
          </ac:inkMkLst>
        </pc:inkChg>
        <pc:inkChg chg="add">
          <ac:chgData name="Rahul Mishra" userId="57c6469e-ac64-4888-811b-35f0aabddbad" providerId="ADAL" clId="{2587B58E-4F3B-47AB-B3EB-62407C9160B0}" dt="2025-09-20T03:16:29.107" v="165" actId="9405"/>
          <ac:inkMkLst>
            <pc:docMk/>
            <pc:sldMk cId="597622988" sldId="446"/>
            <ac:inkMk id="12" creationId="{701F43EF-5346-18AB-A3FA-08FC3E6CF5E6}"/>
          </ac:inkMkLst>
        </pc:inkChg>
        <pc:inkChg chg="add mod">
          <ac:chgData name="Rahul Mishra" userId="57c6469e-ac64-4888-811b-35f0aabddbad" providerId="ADAL" clId="{2587B58E-4F3B-47AB-B3EB-62407C9160B0}" dt="2025-09-20T03:20:38.354" v="188"/>
          <ac:inkMkLst>
            <pc:docMk/>
            <pc:sldMk cId="597622988" sldId="446"/>
            <ac:inkMk id="13" creationId="{263F8399-5571-3C24-5BEC-C90BEB765204}"/>
          </ac:inkMkLst>
        </pc:inkChg>
        <pc:inkChg chg="add mod">
          <ac:chgData name="Rahul Mishra" userId="57c6469e-ac64-4888-811b-35f0aabddbad" providerId="ADAL" clId="{2587B58E-4F3B-47AB-B3EB-62407C9160B0}" dt="2025-09-20T03:20:38.354" v="188"/>
          <ac:inkMkLst>
            <pc:docMk/>
            <pc:sldMk cId="597622988" sldId="446"/>
            <ac:inkMk id="14" creationId="{8A0152C0-3AFF-FAAF-F949-B19510AB5354}"/>
          </ac:inkMkLst>
        </pc:inkChg>
        <pc:inkChg chg="add mod">
          <ac:chgData name="Rahul Mishra" userId="57c6469e-ac64-4888-811b-35f0aabddbad" providerId="ADAL" clId="{2587B58E-4F3B-47AB-B3EB-62407C9160B0}" dt="2025-09-20T03:16:32.579" v="170"/>
          <ac:inkMkLst>
            <pc:docMk/>
            <pc:sldMk cId="597622988" sldId="446"/>
            <ac:inkMk id="15" creationId="{5B90E883-EB22-166D-20C4-EC1D55F239ED}"/>
          </ac:inkMkLst>
        </pc:inkChg>
        <pc:inkChg chg="add mod">
          <ac:chgData name="Rahul Mishra" userId="57c6469e-ac64-4888-811b-35f0aabddbad" providerId="ADAL" clId="{2587B58E-4F3B-47AB-B3EB-62407C9160B0}" dt="2025-09-20T03:16:32.579" v="170"/>
          <ac:inkMkLst>
            <pc:docMk/>
            <pc:sldMk cId="597622988" sldId="446"/>
            <ac:inkMk id="16" creationId="{3B3E2ECA-0293-C1B0-9C12-B302DCDA74D6}"/>
          </ac:inkMkLst>
        </pc:inkChg>
        <pc:inkChg chg="add">
          <ac:chgData name="Rahul Mishra" userId="57c6469e-ac64-4888-811b-35f0aabddbad" providerId="ADAL" clId="{2587B58E-4F3B-47AB-B3EB-62407C9160B0}" dt="2025-09-20T03:16:33.357" v="171" actId="9405"/>
          <ac:inkMkLst>
            <pc:docMk/>
            <pc:sldMk cId="597622988" sldId="446"/>
            <ac:inkMk id="18" creationId="{5107F9D7-17E1-59C0-3524-0BEE5AA45B1B}"/>
          </ac:inkMkLst>
        </pc:inkChg>
        <pc:inkChg chg="add mod">
          <ac:chgData name="Rahul Mishra" userId="57c6469e-ac64-4888-811b-35f0aabddbad" providerId="ADAL" clId="{2587B58E-4F3B-47AB-B3EB-62407C9160B0}" dt="2025-09-20T03:16:36.776" v="175"/>
          <ac:inkMkLst>
            <pc:docMk/>
            <pc:sldMk cId="597622988" sldId="446"/>
            <ac:inkMk id="19" creationId="{8D57844F-C400-BAB2-758A-9C520E28D99F}"/>
          </ac:inkMkLst>
        </pc:inkChg>
        <pc:inkChg chg="add mod">
          <ac:chgData name="Rahul Mishra" userId="57c6469e-ac64-4888-811b-35f0aabddbad" providerId="ADAL" clId="{2587B58E-4F3B-47AB-B3EB-62407C9160B0}" dt="2025-09-20T03:16:36.776" v="175"/>
          <ac:inkMkLst>
            <pc:docMk/>
            <pc:sldMk cId="597622988" sldId="446"/>
            <ac:inkMk id="20" creationId="{A7EE16D1-B23D-F723-8FB4-C6B5C3915A00}"/>
          </ac:inkMkLst>
        </pc:inkChg>
        <pc:inkChg chg="add">
          <ac:chgData name="Rahul Mishra" userId="57c6469e-ac64-4888-811b-35f0aabddbad" providerId="ADAL" clId="{2587B58E-4F3B-47AB-B3EB-62407C9160B0}" dt="2025-09-20T03:16:36.158" v="174" actId="9405"/>
          <ac:inkMkLst>
            <pc:docMk/>
            <pc:sldMk cId="597622988" sldId="446"/>
            <ac:inkMk id="21" creationId="{14638F1C-FA0E-17CA-B54C-327B227E7208}"/>
          </ac:inkMkLst>
        </pc:inkChg>
        <pc:inkChg chg="add mod">
          <ac:chgData name="Rahul Mishra" userId="57c6469e-ac64-4888-811b-35f0aabddbad" providerId="ADAL" clId="{2587B58E-4F3B-47AB-B3EB-62407C9160B0}" dt="2025-09-20T03:16:38.443" v="179"/>
          <ac:inkMkLst>
            <pc:docMk/>
            <pc:sldMk cId="597622988" sldId="446"/>
            <ac:inkMk id="23" creationId="{144AF980-26D3-BB2E-02D4-70AD8770C457}"/>
          </ac:inkMkLst>
        </pc:inkChg>
        <pc:inkChg chg="add mod">
          <ac:chgData name="Rahul Mishra" userId="57c6469e-ac64-4888-811b-35f0aabddbad" providerId="ADAL" clId="{2587B58E-4F3B-47AB-B3EB-62407C9160B0}" dt="2025-09-20T03:16:38.443" v="179"/>
          <ac:inkMkLst>
            <pc:docMk/>
            <pc:sldMk cId="597622988" sldId="446"/>
            <ac:inkMk id="24" creationId="{2BB7B877-A123-1FBB-87DD-8E1FEC6B91D3}"/>
          </ac:inkMkLst>
        </pc:inkChg>
        <pc:inkChg chg="add mod">
          <ac:chgData name="Rahul Mishra" userId="57c6469e-ac64-4888-811b-35f0aabddbad" providerId="ADAL" clId="{2587B58E-4F3B-47AB-B3EB-62407C9160B0}" dt="2025-09-20T03:16:38.443" v="179"/>
          <ac:inkMkLst>
            <pc:docMk/>
            <pc:sldMk cId="597622988" sldId="446"/>
            <ac:inkMk id="25" creationId="{A32F8D07-4538-E45F-1932-FAE6584B3ED2}"/>
          </ac:inkMkLst>
        </pc:inkChg>
        <pc:inkChg chg="add mod">
          <ac:chgData name="Rahul Mishra" userId="57c6469e-ac64-4888-811b-35f0aabddbad" providerId="ADAL" clId="{2587B58E-4F3B-47AB-B3EB-62407C9160B0}" dt="2025-09-20T03:20:38.354" v="188"/>
          <ac:inkMkLst>
            <pc:docMk/>
            <pc:sldMk cId="597622988" sldId="446"/>
            <ac:inkMk id="27" creationId="{D839475A-B7EE-ABE5-4CEA-A538B2812BC2}"/>
          </ac:inkMkLst>
        </pc:inkChg>
        <pc:inkChg chg="add mod">
          <ac:chgData name="Rahul Mishra" userId="57c6469e-ac64-4888-811b-35f0aabddbad" providerId="ADAL" clId="{2587B58E-4F3B-47AB-B3EB-62407C9160B0}" dt="2025-09-20T03:20:38.354" v="188"/>
          <ac:inkMkLst>
            <pc:docMk/>
            <pc:sldMk cId="597622988" sldId="446"/>
            <ac:inkMk id="28" creationId="{88DFD55A-7F9A-4814-7468-FF4D06DD4796}"/>
          </ac:inkMkLst>
        </pc:inkChg>
        <pc:inkChg chg="add mod">
          <ac:chgData name="Rahul Mishra" userId="57c6469e-ac64-4888-811b-35f0aabddbad" providerId="ADAL" clId="{2587B58E-4F3B-47AB-B3EB-62407C9160B0}" dt="2025-09-20T03:20:34.387" v="183"/>
          <ac:inkMkLst>
            <pc:docMk/>
            <pc:sldMk cId="597622988" sldId="446"/>
            <ac:inkMk id="29" creationId="{116B0FC1-5C8E-6B0F-52DD-FA150802F2E0}"/>
          </ac:inkMkLst>
        </pc:inkChg>
        <pc:inkChg chg="add">
          <ac:chgData name="Rahul Mishra" userId="57c6469e-ac64-4888-811b-35f0aabddbad" providerId="ADAL" clId="{2587B58E-4F3B-47AB-B3EB-62407C9160B0}" dt="2025-09-20T03:20:34.407" v="184" actId="9405"/>
          <ac:inkMkLst>
            <pc:docMk/>
            <pc:sldMk cId="597622988" sldId="446"/>
            <ac:inkMk id="31" creationId="{4982D34B-DB91-3DF0-7719-830B726B9ABD}"/>
          </ac:inkMkLst>
        </pc:inkChg>
        <pc:inkChg chg="add">
          <ac:chgData name="Rahul Mishra" userId="57c6469e-ac64-4888-811b-35f0aabddbad" providerId="ADAL" clId="{2587B58E-4F3B-47AB-B3EB-62407C9160B0}" dt="2025-09-20T03:20:35.210" v="185" actId="9405"/>
          <ac:inkMkLst>
            <pc:docMk/>
            <pc:sldMk cId="597622988" sldId="446"/>
            <ac:inkMk id="32" creationId="{5B0C6B5D-DEE4-FB15-55E2-5A12A25F3499}"/>
          </ac:inkMkLst>
        </pc:inkChg>
        <pc:inkChg chg="add mod">
          <ac:chgData name="Rahul Mishra" userId="57c6469e-ac64-4888-811b-35f0aabddbad" providerId="ADAL" clId="{2587B58E-4F3B-47AB-B3EB-62407C9160B0}" dt="2025-09-20T03:20:38.354" v="188"/>
          <ac:inkMkLst>
            <pc:docMk/>
            <pc:sldMk cId="597622988" sldId="446"/>
            <ac:inkMk id="33" creationId="{3EB3E86B-D79A-D742-0FAA-A23243C8F618}"/>
          </ac:inkMkLst>
        </pc:inkChg>
        <pc:inkChg chg="add mod">
          <ac:chgData name="Rahul Mishra" userId="57c6469e-ac64-4888-811b-35f0aabddbad" providerId="ADAL" clId="{2587B58E-4F3B-47AB-B3EB-62407C9160B0}" dt="2025-09-20T03:20:38.354" v="188"/>
          <ac:inkMkLst>
            <pc:docMk/>
            <pc:sldMk cId="597622988" sldId="446"/>
            <ac:inkMk id="34" creationId="{E23B2B65-ABF4-15B6-AA18-EF9AA57E2788}"/>
          </ac:inkMkLst>
        </pc:inkChg>
        <pc:inkChg chg="add">
          <ac:chgData name="Rahul Mishra" userId="57c6469e-ac64-4888-811b-35f0aabddbad" providerId="ADAL" clId="{2587B58E-4F3B-47AB-B3EB-62407C9160B0}" dt="2025-09-20T03:26:41.621" v="189"/>
          <ac:inkMkLst>
            <pc:docMk/>
            <pc:sldMk cId="597622988" sldId="446"/>
            <ac:inkMk id="37" creationId="{F079BBBE-EEA7-18FC-7247-E03FE05C5330}"/>
          </ac:inkMkLst>
        </pc:inkChg>
      </pc:sldChg>
      <pc:sldChg chg="addSp modSp new mod">
        <pc:chgData name="Rahul Mishra" userId="57c6469e-ac64-4888-811b-35f0aabddbad" providerId="ADAL" clId="{2587B58E-4F3B-47AB-B3EB-62407C9160B0}" dt="2025-09-20T03:36:55.171" v="207"/>
        <pc:sldMkLst>
          <pc:docMk/>
          <pc:sldMk cId="660200632" sldId="447"/>
        </pc:sldMkLst>
        <pc:grpChg chg="mod">
          <ac:chgData name="Rahul Mishra" userId="57c6469e-ac64-4888-811b-35f0aabddbad" providerId="ADAL" clId="{2587B58E-4F3B-47AB-B3EB-62407C9160B0}" dt="2025-09-20T03:27:03.270" v="197"/>
          <ac:grpSpMkLst>
            <pc:docMk/>
            <pc:sldMk cId="660200632" sldId="447"/>
            <ac:grpSpMk id="9" creationId="{7572B60F-B4A0-F2E8-FCC6-237FAD81899C}"/>
          </ac:grpSpMkLst>
        </pc:grpChg>
        <pc:grpChg chg="mod">
          <ac:chgData name="Rahul Mishra" userId="57c6469e-ac64-4888-811b-35f0aabddbad" providerId="ADAL" clId="{2587B58E-4F3B-47AB-B3EB-62407C9160B0}" dt="2025-09-20T03:27:03.270" v="197"/>
          <ac:grpSpMkLst>
            <pc:docMk/>
            <pc:sldMk cId="660200632" sldId="447"/>
            <ac:grpSpMk id="10" creationId="{DF63E8EF-A892-0895-6CF6-35FDB037A940}"/>
          </ac:grpSpMkLst>
        </pc:grpChg>
        <pc:grpChg chg="mod">
          <ac:chgData name="Rahul Mishra" userId="57c6469e-ac64-4888-811b-35f0aabddbad" providerId="ADAL" clId="{2587B58E-4F3B-47AB-B3EB-62407C9160B0}" dt="2025-09-20T03:27:03.270" v="197"/>
          <ac:grpSpMkLst>
            <pc:docMk/>
            <pc:sldMk cId="660200632" sldId="447"/>
            <ac:grpSpMk id="11" creationId="{E427B8C7-50CF-631B-3EC6-F3FB71F35FFF}"/>
          </ac:grpSpMkLst>
        </pc:grpChg>
        <pc:grpChg chg="mod">
          <ac:chgData name="Rahul Mishra" userId="57c6469e-ac64-4888-811b-35f0aabddbad" providerId="ADAL" clId="{2587B58E-4F3B-47AB-B3EB-62407C9160B0}" dt="2025-09-20T03:27:11.382" v="203"/>
          <ac:grpSpMkLst>
            <pc:docMk/>
            <pc:sldMk cId="660200632" sldId="447"/>
            <ac:grpSpMk id="17" creationId="{B9A2E41D-B076-839D-5C20-6FB035F1A857}"/>
          </ac:grpSpMkLst>
        </pc:grpChg>
        <pc:grpChg chg="mod">
          <ac:chgData name="Rahul Mishra" userId="57c6469e-ac64-4888-811b-35f0aabddbad" providerId="ADAL" clId="{2587B58E-4F3B-47AB-B3EB-62407C9160B0}" dt="2025-09-20T03:27:17.673" v="206"/>
          <ac:grpSpMkLst>
            <pc:docMk/>
            <pc:sldMk cId="660200632" sldId="447"/>
            <ac:grpSpMk id="20" creationId="{16F1B046-D322-1D29-ED5A-A53433D6FE49}"/>
          </ac:grpSpMkLst>
        </pc:grpChg>
        <pc:inkChg chg="add mod">
          <ac:chgData name="Rahul Mishra" userId="57c6469e-ac64-4888-811b-35f0aabddbad" providerId="ADAL" clId="{2587B58E-4F3B-47AB-B3EB-62407C9160B0}" dt="2025-09-20T03:27:03.270" v="197"/>
          <ac:inkMkLst>
            <pc:docMk/>
            <pc:sldMk cId="660200632" sldId="447"/>
            <ac:inkMk id="3" creationId="{079A8EE3-EEF0-85C5-2432-178C003F94B5}"/>
          </ac:inkMkLst>
        </pc:inkChg>
        <pc:inkChg chg="add mod">
          <ac:chgData name="Rahul Mishra" userId="57c6469e-ac64-4888-811b-35f0aabddbad" providerId="ADAL" clId="{2587B58E-4F3B-47AB-B3EB-62407C9160B0}" dt="2025-09-20T03:27:03.270" v="197"/>
          <ac:inkMkLst>
            <pc:docMk/>
            <pc:sldMk cId="660200632" sldId="447"/>
            <ac:inkMk id="4" creationId="{36D701EE-56F7-E783-94BB-8B0B7516F773}"/>
          </ac:inkMkLst>
        </pc:inkChg>
        <pc:inkChg chg="add mod">
          <ac:chgData name="Rahul Mishra" userId="57c6469e-ac64-4888-811b-35f0aabddbad" providerId="ADAL" clId="{2587B58E-4F3B-47AB-B3EB-62407C9160B0}" dt="2025-09-20T03:27:03.270" v="197"/>
          <ac:inkMkLst>
            <pc:docMk/>
            <pc:sldMk cId="660200632" sldId="447"/>
            <ac:inkMk id="5" creationId="{EDEB6C16-E839-0E25-7FFC-68215C3938B6}"/>
          </ac:inkMkLst>
        </pc:inkChg>
        <pc:inkChg chg="add mod">
          <ac:chgData name="Rahul Mishra" userId="57c6469e-ac64-4888-811b-35f0aabddbad" providerId="ADAL" clId="{2587B58E-4F3B-47AB-B3EB-62407C9160B0}" dt="2025-09-20T03:27:03.270" v="197"/>
          <ac:inkMkLst>
            <pc:docMk/>
            <pc:sldMk cId="660200632" sldId="447"/>
            <ac:inkMk id="6" creationId="{9E5A8917-FD6E-96C7-155D-05916853533F}"/>
          </ac:inkMkLst>
        </pc:inkChg>
        <pc:inkChg chg="add mod">
          <ac:chgData name="Rahul Mishra" userId="57c6469e-ac64-4888-811b-35f0aabddbad" providerId="ADAL" clId="{2587B58E-4F3B-47AB-B3EB-62407C9160B0}" dt="2025-09-20T03:27:03.270" v="197"/>
          <ac:inkMkLst>
            <pc:docMk/>
            <pc:sldMk cId="660200632" sldId="447"/>
            <ac:inkMk id="7" creationId="{FBEA4ED5-44E7-BA7A-2311-7524499DD5F9}"/>
          </ac:inkMkLst>
        </pc:inkChg>
        <pc:inkChg chg="add mod">
          <ac:chgData name="Rahul Mishra" userId="57c6469e-ac64-4888-811b-35f0aabddbad" providerId="ADAL" clId="{2587B58E-4F3B-47AB-B3EB-62407C9160B0}" dt="2025-09-20T03:27:03.270" v="197"/>
          <ac:inkMkLst>
            <pc:docMk/>
            <pc:sldMk cId="660200632" sldId="447"/>
            <ac:inkMk id="8" creationId="{8BA16C4D-F95F-FF19-2F81-BA26EDDDEDA8}"/>
          </ac:inkMkLst>
        </pc:inkChg>
        <pc:inkChg chg="add">
          <ac:chgData name="Rahul Mishra" userId="57c6469e-ac64-4888-811b-35f0aabddbad" providerId="ADAL" clId="{2587B58E-4F3B-47AB-B3EB-62407C9160B0}" dt="2025-09-20T03:27:04.218" v="198" actId="9405"/>
          <ac:inkMkLst>
            <pc:docMk/>
            <pc:sldMk cId="660200632" sldId="447"/>
            <ac:inkMk id="12" creationId="{14B3BB9B-E832-1DD7-0B7A-15B426ED5D6E}"/>
          </ac:inkMkLst>
        </pc:inkChg>
        <pc:inkChg chg="add mod">
          <ac:chgData name="Rahul Mishra" userId="57c6469e-ac64-4888-811b-35f0aabddbad" providerId="ADAL" clId="{2587B58E-4F3B-47AB-B3EB-62407C9160B0}" dt="2025-09-20T03:27:11.382" v="203"/>
          <ac:inkMkLst>
            <pc:docMk/>
            <pc:sldMk cId="660200632" sldId="447"/>
            <ac:inkMk id="13" creationId="{FF4E413C-5217-9126-93F8-AB125043C982}"/>
          </ac:inkMkLst>
        </pc:inkChg>
        <pc:inkChg chg="add mod">
          <ac:chgData name="Rahul Mishra" userId="57c6469e-ac64-4888-811b-35f0aabddbad" providerId="ADAL" clId="{2587B58E-4F3B-47AB-B3EB-62407C9160B0}" dt="2025-09-20T03:27:11.382" v="203"/>
          <ac:inkMkLst>
            <pc:docMk/>
            <pc:sldMk cId="660200632" sldId="447"/>
            <ac:inkMk id="14" creationId="{FD84E67D-ECC5-96EA-1228-FD2C633FA032}"/>
          </ac:inkMkLst>
        </pc:inkChg>
        <pc:inkChg chg="add mod">
          <ac:chgData name="Rahul Mishra" userId="57c6469e-ac64-4888-811b-35f0aabddbad" providerId="ADAL" clId="{2587B58E-4F3B-47AB-B3EB-62407C9160B0}" dt="2025-09-20T03:27:11.382" v="203"/>
          <ac:inkMkLst>
            <pc:docMk/>
            <pc:sldMk cId="660200632" sldId="447"/>
            <ac:inkMk id="15" creationId="{5FC7FD18-FBA5-DA23-838A-B219D22B7864}"/>
          </ac:inkMkLst>
        </pc:inkChg>
        <pc:inkChg chg="add">
          <ac:chgData name="Rahul Mishra" userId="57c6469e-ac64-4888-811b-35f0aabddbad" providerId="ADAL" clId="{2587B58E-4F3B-47AB-B3EB-62407C9160B0}" dt="2025-09-20T03:27:10.487" v="202" actId="9405"/>
          <ac:inkMkLst>
            <pc:docMk/>
            <pc:sldMk cId="660200632" sldId="447"/>
            <ac:inkMk id="16" creationId="{8EA88F00-57C1-C3E0-9410-29521E9ED4FD}"/>
          </ac:inkMkLst>
        </pc:inkChg>
        <pc:inkChg chg="add mod">
          <ac:chgData name="Rahul Mishra" userId="57c6469e-ac64-4888-811b-35f0aabddbad" providerId="ADAL" clId="{2587B58E-4F3B-47AB-B3EB-62407C9160B0}" dt="2025-09-20T03:27:17.673" v="206"/>
          <ac:inkMkLst>
            <pc:docMk/>
            <pc:sldMk cId="660200632" sldId="447"/>
            <ac:inkMk id="18" creationId="{F789549C-F875-3662-3A3C-10112134E1C5}"/>
          </ac:inkMkLst>
        </pc:inkChg>
        <pc:inkChg chg="add mod">
          <ac:chgData name="Rahul Mishra" userId="57c6469e-ac64-4888-811b-35f0aabddbad" providerId="ADAL" clId="{2587B58E-4F3B-47AB-B3EB-62407C9160B0}" dt="2025-09-20T03:27:17.673" v="206"/>
          <ac:inkMkLst>
            <pc:docMk/>
            <pc:sldMk cId="660200632" sldId="447"/>
            <ac:inkMk id="19" creationId="{99B21E02-C5B8-CC72-57AA-014440E0873E}"/>
          </ac:inkMkLst>
        </pc:inkChg>
        <pc:inkChg chg="add">
          <ac:chgData name="Rahul Mishra" userId="57c6469e-ac64-4888-811b-35f0aabddbad" providerId="ADAL" clId="{2587B58E-4F3B-47AB-B3EB-62407C9160B0}" dt="2025-09-20T03:36:55.171" v="207"/>
          <ac:inkMkLst>
            <pc:docMk/>
            <pc:sldMk cId="660200632" sldId="447"/>
            <ac:inkMk id="21" creationId="{5D0BBDF7-1ACF-A611-A6B0-4165A8E6B497}"/>
          </ac:inkMkLst>
        </pc:inkChg>
      </pc:sldChg>
    </pc:docChg>
  </pc:docChgLst>
  <pc:docChgLst>
    <pc:chgData name="Rahul Mishra" userId="57c6469e-ac64-4888-811b-35f0aabddbad" providerId="ADAL" clId="{3C51EBFE-9C35-4409-96DB-F0D02B2A0E50}"/>
    <pc:docChg chg="undo redo custSel addSld delSld modSld sldOrd">
      <pc:chgData name="Rahul Mishra" userId="57c6469e-ac64-4888-811b-35f0aabddbad" providerId="ADAL" clId="{3C51EBFE-9C35-4409-96DB-F0D02B2A0E50}" dt="2024-08-12T10:46:41.631" v="235" actId="47"/>
      <pc:docMkLst>
        <pc:docMk/>
      </pc:docMkLst>
      <pc:sldChg chg="addSp delSp modSp mod">
        <pc:chgData name="Rahul Mishra" userId="57c6469e-ac64-4888-811b-35f0aabddbad" providerId="ADAL" clId="{3C51EBFE-9C35-4409-96DB-F0D02B2A0E50}" dt="2024-08-11T15:31:04.879" v="37" actId="21"/>
        <pc:sldMkLst>
          <pc:docMk/>
          <pc:sldMk cId="109857222" sldId="256"/>
        </pc:sldMkLst>
      </pc:sldChg>
      <pc:sldChg chg="del">
        <pc:chgData name="Rahul Mishra" userId="57c6469e-ac64-4888-811b-35f0aabddbad" providerId="ADAL" clId="{3C51EBFE-9C35-4409-96DB-F0D02B2A0E50}" dt="2024-08-10T17:32:32.862" v="14" actId="47"/>
        <pc:sldMkLst>
          <pc:docMk/>
          <pc:sldMk cId="3133156807" sldId="262"/>
        </pc:sldMkLst>
      </pc:sldChg>
      <pc:sldChg chg="del">
        <pc:chgData name="Rahul Mishra" userId="57c6469e-ac64-4888-811b-35f0aabddbad" providerId="ADAL" clId="{3C51EBFE-9C35-4409-96DB-F0D02B2A0E50}" dt="2024-08-10T17:32:33.607" v="15" actId="47"/>
        <pc:sldMkLst>
          <pc:docMk/>
          <pc:sldMk cId="3544179579" sldId="263"/>
        </pc:sldMkLst>
      </pc:sldChg>
      <pc:sldChg chg="del">
        <pc:chgData name="Rahul Mishra" userId="57c6469e-ac64-4888-811b-35f0aabddbad" providerId="ADAL" clId="{3C51EBFE-9C35-4409-96DB-F0D02B2A0E50}" dt="2024-08-12T10:46:41.631" v="235" actId="47"/>
        <pc:sldMkLst>
          <pc:docMk/>
          <pc:sldMk cId="398065041" sldId="264"/>
        </pc:sldMkLst>
      </pc:sldChg>
      <pc:sldChg chg="del">
        <pc:chgData name="Rahul Mishra" userId="57c6469e-ac64-4888-811b-35f0aabddbad" providerId="ADAL" clId="{3C51EBFE-9C35-4409-96DB-F0D02B2A0E50}" dt="2024-08-12T10:46:40.909" v="234" actId="47"/>
        <pc:sldMkLst>
          <pc:docMk/>
          <pc:sldMk cId="2891437468" sldId="265"/>
        </pc:sldMkLst>
      </pc:sldChg>
      <pc:sldChg chg="addSp delSp modSp mod">
        <pc:chgData name="Rahul Mishra" userId="57c6469e-ac64-4888-811b-35f0aabddbad" providerId="ADAL" clId="{3C51EBFE-9C35-4409-96DB-F0D02B2A0E50}" dt="2024-08-11T17:47:59.027" v="169" actId="6549"/>
        <pc:sldMkLst>
          <pc:docMk/>
          <pc:sldMk cId="1701599832" sldId="271"/>
        </pc:sldMkLst>
      </pc:sldChg>
      <pc:sldChg chg="del">
        <pc:chgData name="Rahul Mishra" userId="57c6469e-ac64-4888-811b-35f0aabddbad" providerId="ADAL" clId="{3C51EBFE-9C35-4409-96DB-F0D02B2A0E50}" dt="2024-08-10T17:32:36.624" v="16" actId="47"/>
        <pc:sldMkLst>
          <pc:docMk/>
          <pc:sldMk cId="3580903429" sldId="277"/>
        </pc:sldMkLst>
      </pc:sldChg>
      <pc:sldChg chg="del">
        <pc:chgData name="Rahul Mishra" userId="57c6469e-ac64-4888-811b-35f0aabddbad" providerId="ADAL" clId="{3C51EBFE-9C35-4409-96DB-F0D02B2A0E50}" dt="2024-08-10T17:32:37.347" v="17" actId="47"/>
        <pc:sldMkLst>
          <pc:docMk/>
          <pc:sldMk cId="287585719" sldId="278"/>
        </pc:sldMkLst>
      </pc:sldChg>
      <pc:sldChg chg="del">
        <pc:chgData name="Rahul Mishra" userId="57c6469e-ac64-4888-811b-35f0aabddbad" providerId="ADAL" clId="{3C51EBFE-9C35-4409-96DB-F0D02B2A0E50}" dt="2024-08-10T17:32:38.653" v="19" actId="47"/>
        <pc:sldMkLst>
          <pc:docMk/>
          <pc:sldMk cId="2028208407" sldId="280"/>
        </pc:sldMkLst>
      </pc:sldChg>
      <pc:sldChg chg="del">
        <pc:chgData name="Rahul Mishra" userId="57c6469e-ac64-4888-811b-35f0aabddbad" providerId="ADAL" clId="{3C51EBFE-9C35-4409-96DB-F0D02B2A0E50}" dt="2024-08-10T17:32:39.949" v="21" actId="47"/>
        <pc:sldMkLst>
          <pc:docMk/>
          <pc:sldMk cId="858677780" sldId="282"/>
        </pc:sldMkLst>
      </pc:sldChg>
      <pc:sldChg chg="delSp modSp add mod">
        <pc:chgData name="Rahul Mishra" userId="57c6469e-ac64-4888-811b-35f0aabddbad" providerId="ADAL" clId="{3C51EBFE-9C35-4409-96DB-F0D02B2A0E50}" dt="2024-08-11T17:49:08.408" v="182" actId="14100"/>
        <pc:sldMkLst>
          <pc:docMk/>
          <pc:sldMk cId="0" sldId="283"/>
        </pc:sldMkLst>
      </pc:sldChg>
      <pc:sldChg chg="delSp modSp add mod modNotes">
        <pc:chgData name="Rahul Mishra" userId="57c6469e-ac64-4888-811b-35f0aabddbad" providerId="ADAL" clId="{3C51EBFE-9C35-4409-96DB-F0D02B2A0E50}" dt="2024-08-11T17:50:32.669" v="190" actId="33524"/>
        <pc:sldMkLst>
          <pc:docMk/>
          <pc:sldMk cId="0" sldId="284"/>
        </pc:sldMkLst>
      </pc:sldChg>
      <pc:sldChg chg="modSp add modNotes">
        <pc:chgData name="Rahul Mishra" userId="57c6469e-ac64-4888-811b-35f0aabddbad" providerId="ADAL" clId="{3C51EBFE-9C35-4409-96DB-F0D02B2A0E50}" dt="2024-08-11T15:58:34.276" v="65"/>
        <pc:sldMkLst>
          <pc:docMk/>
          <pc:sldMk cId="0" sldId="285"/>
        </pc:sldMkLst>
      </pc:sldChg>
      <pc:sldChg chg="modSp add modNotes">
        <pc:chgData name="Rahul Mishra" userId="57c6469e-ac64-4888-811b-35f0aabddbad" providerId="ADAL" clId="{3C51EBFE-9C35-4409-96DB-F0D02B2A0E50}" dt="2024-08-11T15:58:34.276" v="65"/>
        <pc:sldMkLst>
          <pc:docMk/>
          <pc:sldMk cId="0" sldId="286"/>
        </pc:sldMkLst>
      </pc:sldChg>
      <pc:sldChg chg="modSp add modNotes">
        <pc:chgData name="Rahul Mishra" userId="57c6469e-ac64-4888-811b-35f0aabddbad" providerId="ADAL" clId="{3C51EBFE-9C35-4409-96DB-F0D02B2A0E50}" dt="2024-08-11T15:58:34.276" v="65"/>
        <pc:sldMkLst>
          <pc:docMk/>
          <pc:sldMk cId="0" sldId="287"/>
        </pc:sldMkLst>
      </pc:sldChg>
      <pc:sldChg chg="del">
        <pc:chgData name="Rahul Mishra" userId="57c6469e-ac64-4888-811b-35f0aabddbad" providerId="ADAL" clId="{3C51EBFE-9C35-4409-96DB-F0D02B2A0E50}" dt="2024-08-12T10:46:38.986" v="232" actId="47"/>
        <pc:sldMkLst>
          <pc:docMk/>
          <pc:sldMk cId="4169999109" sldId="288"/>
        </pc:sldMkLst>
      </pc:sldChg>
      <pc:sldChg chg="modSp add modNotes">
        <pc:chgData name="Rahul Mishra" userId="57c6469e-ac64-4888-811b-35f0aabddbad" providerId="ADAL" clId="{3C51EBFE-9C35-4409-96DB-F0D02B2A0E50}" dt="2024-08-11T15:58:34.276" v="65"/>
        <pc:sldMkLst>
          <pc:docMk/>
          <pc:sldMk cId="0" sldId="289"/>
        </pc:sldMkLst>
      </pc:sldChg>
      <pc:sldChg chg="del">
        <pc:chgData name="Rahul Mishra" userId="57c6469e-ac64-4888-811b-35f0aabddbad" providerId="ADAL" clId="{3C51EBFE-9C35-4409-96DB-F0D02B2A0E50}" dt="2024-08-10T17:32:20.776" v="3" actId="47"/>
        <pc:sldMkLst>
          <pc:docMk/>
          <pc:sldMk cId="2075130990" sldId="289"/>
        </pc:sldMkLst>
      </pc:sldChg>
      <pc:sldChg chg="modSp add modNotes">
        <pc:chgData name="Rahul Mishra" userId="57c6469e-ac64-4888-811b-35f0aabddbad" providerId="ADAL" clId="{3C51EBFE-9C35-4409-96DB-F0D02B2A0E50}" dt="2024-08-11T15:58:34.276" v="65"/>
        <pc:sldMkLst>
          <pc:docMk/>
          <pc:sldMk cId="0" sldId="290"/>
        </pc:sldMkLst>
      </pc:sldChg>
      <pc:sldChg chg="del">
        <pc:chgData name="Rahul Mishra" userId="57c6469e-ac64-4888-811b-35f0aabddbad" providerId="ADAL" clId="{3C51EBFE-9C35-4409-96DB-F0D02B2A0E50}" dt="2024-08-10T17:32:22.590" v="5" actId="47"/>
        <pc:sldMkLst>
          <pc:docMk/>
          <pc:sldMk cId="1375468095" sldId="290"/>
        </pc:sldMkLst>
      </pc:sldChg>
      <pc:sldChg chg="modSp add modNotes">
        <pc:chgData name="Rahul Mishra" userId="57c6469e-ac64-4888-811b-35f0aabddbad" providerId="ADAL" clId="{3C51EBFE-9C35-4409-96DB-F0D02B2A0E50}" dt="2024-08-11T15:58:34.276" v="65"/>
        <pc:sldMkLst>
          <pc:docMk/>
          <pc:sldMk cId="0" sldId="291"/>
        </pc:sldMkLst>
      </pc:sldChg>
      <pc:sldChg chg="del">
        <pc:chgData name="Rahul Mishra" userId="57c6469e-ac64-4888-811b-35f0aabddbad" providerId="ADAL" clId="{3C51EBFE-9C35-4409-96DB-F0D02B2A0E50}" dt="2024-08-10T17:32:24.211" v="7" actId="47"/>
        <pc:sldMkLst>
          <pc:docMk/>
          <pc:sldMk cId="2738630986" sldId="291"/>
        </pc:sldMkLst>
      </pc:sldChg>
      <pc:sldChg chg="modSp add del mod">
        <pc:chgData name="Rahul Mishra" userId="57c6469e-ac64-4888-811b-35f0aabddbad" providerId="ADAL" clId="{3C51EBFE-9C35-4409-96DB-F0D02B2A0E50}" dt="2024-08-11T15:54:55.830" v="59"/>
        <pc:sldMkLst>
          <pc:docMk/>
          <pc:sldMk cId="1685752519" sldId="292"/>
        </pc:sldMkLst>
      </pc:sldChg>
      <pc:sldChg chg="del">
        <pc:chgData name="Rahul Mishra" userId="57c6469e-ac64-4888-811b-35f0aabddbad" providerId="ADAL" clId="{3C51EBFE-9C35-4409-96DB-F0D02B2A0E50}" dt="2024-08-10T17:32:24.996" v="8" actId="47"/>
        <pc:sldMkLst>
          <pc:docMk/>
          <pc:sldMk cId="3770136349" sldId="292"/>
        </pc:sldMkLst>
      </pc:sldChg>
      <pc:sldChg chg="del">
        <pc:chgData name="Rahul Mishra" userId="57c6469e-ac64-4888-811b-35f0aabddbad" providerId="ADAL" clId="{3C51EBFE-9C35-4409-96DB-F0D02B2A0E50}" dt="2024-08-10T17:32:25.786" v="9" actId="47"/>
        <pc:sldMkLst>
          <pc:docMk/>
          <pc:sldMk cId="2936543862" sldId="293"/>
        </pc:sldMkLst>
      </pc:sldChg>
      <pc:sldChg chg="add del">
        <pc:chgData name="Rahul Mishra" userId="57c6469e-ac64-4888-811b-35f0aabddbad" providerId="ADAL" clId="{3C51EBFE-9C35-4409-96DB-F0D02B2A0E50}" dt="2024-08-11T15:54:55.830" v="59"/>
        <pc:sldMkLst>
          <pc:docMk/>
          <pc:sldMk cId="4267650275" sldId="293"/>
        </pc:sldMkLst>
      </pc:sldChg>
      <pc:sldChg chg="del">
        <pc:chgData name="Rahul Mishra" userId="57c6469e-ac64-4888-811b-35f0aabddbad" providerId="ADAL" clId="{3C51EBFE-9C35-4409-96DB-F0D02B2A0E50}" dt="2024-08-10T17:32:26.588" v="10" actId="47"/>
        <pc:sldMkLst>
          <pc:docMk/>
          <pc:sldMk cId="1116881268" sldId="294"/>
        </pc:sldMkLst>
      </pc:sldChg>
      <pc:sldChg chg="add del">
        <pc:chgData name="Rahul Mishra" userId="57c6469e-ac64-4888-811b-35f0aabddbad" providerId="ADAL" clId="{3C51EBFE-9C35-4409-96DB-F0D02B2A0E50}" dt="2024-08-11T15:54:55.830" v="59"/>
        <pc:sldMkLst>
          <pc:docMk/>
          <pc:sldMk cId="2502611286" sldId="294"/>
        </pc:sldMkLst>
      </pc:sldChg>
      <pc:sldChg chg="add del">
        <pc:chgData name="Rahul Mishra" userId="57c6469e-ac64-4888-811b-35f0aabddbad" providerId="ADAL" clId="{3C51EBFE-9C35-4409-96DB-F0D02B2A0E50}" dt="2024-08-11T15:54:55.830" v="59"/>
        <pc:sldMkLst>
          <pc:docMk/>
          <pc:sldMk cId="1901015964" sldId="295"/>
        </pc:sldMkLst>
      </pc:sldChg>
      <pc:sldChg chg="del">
        <pc:chgData name="Rahul Mishra" userId="57c6469e-ac64-4888-811b-35f0aabddbad" providerId="ADAL" clId="{3C51EBFE-9C35-4409-96DB-F0D02B2A0E50}" dt="2024-08-10T17:32:28.393" v="12" actId="47"/>
        <pc:sldMkLst>
          <pc:docMk/>
          <pc:sldMk cId="2876906665" sldId="295"/>
        </pc:sldMkLst>
      </pc:sldChg>
      <pc:sldChg chg="add del">
        <pc:chgData name="Rahul Mishra" userId="57c6469e-ac64-4888-811b-35f0aabddbad" providerId="ADAL" clId="{3C51EBFE-9C35-4409-96DB-F0D02B2A0E50}" dt="2024-08-11T15:54:55.830" v="59"/>
        <pc:sldMkLst>
          <pc:docMk/>
          <pc:sldMk cId="615098788" sldId="296"/>
        </pc:sldMkLst>
      </pc:sldChg>
      <pc:sldChg chg="modSp add del modNotes">
        <pc:chgData name="Rahul Mishra" userId="57c6469e-ac64-4888-811b-35f0aabddbad" providerId="ADAL" clId="{3C51EBFE-9C35-4409-96DB-F0D02B2A0E50}" dt="2024-08-11T18:07:31.581" v="196" actId="47"/>
        <pc:sldMkLst>
          <pc:docMk/>
          <pc:sldMk cId="0" sldId="297"/>
        </pc:sldMkLst>
      </pc:sldChg>
      <pc:sldChg chg="modSp mod">
        <pc:chgData name="Rahul Mishra" userId="57c6469e-ac64-4888-811b-35f0aabddbad" providerId="ADAL" clId="{3C51EBFE-9C35-4409-96DB-F0D02B2A0E50}" dt="2024-08-11T15:54:54.663" v="57" actId="14100"/>
        <pc:sldMkLst>
          <pc:docMk/>
          <pc:sldMk cId="242180997" sldId="301"/>
        </pc:sldMkLst>
      </pc:sldChg>
      <pc:sldChg chg="modSp mod">
        <pc:chgData name="Rahul Mishra" userId="57c6469e-ac64-4888-811b-35f0aabddbad" providerId="ADAL" clId="{3C51EBFE-9C35-4409-96DB-F0D02B2A0E50}" dt="2024-08-11T17:46:24.274" v="142" actId="13926"/>
        <pc:sldMkLst>
          <pc:docMk/>
          <pc:sldMk cId="2187071181" sldId="303"/>
        </pc:sldMkLst>
      </pc:sldChg>
      <pc:sldChg chg="modSp mod">
        <pc:chgData name="Rahul Mishra" userId="57c6469e-ac64-4888-811b-35f0aabddbad" providerId="ADAL" clId="{3C51EBFE-9C35-4409-96DB-F0D02B2A0E50}" dt="2024-08-11T17:47:25.648" v="164" actId="14100"/>
        <pc:sldMkLst>
          <pc:docMk/>
          <pc:sldMk cId="2669860053" sldId="304"/>
        </pc:sldMkLst>
      </pc:sldChg>
      <pc:sldChg chg="add del">
        <pc:chgData name="Rahul Mishra" userId="57c6469e-ac64-4888-811b-35f0aabddbad" providerId="ADAL" clId="{3C51EBFE-9C35-4409-96DB-F0D02B2A0E50}" dt="2024-08-11T15:54:55.830" v="59"/>
        <pc:sldMkLst>
          <pc:docMk/>
          <pc:sldMk cId="1419033139" sldId="305"/>
        </pc:sldMkLst>
      </pc:sldChg>
      <pc:sldChg chg="add del">
        <pc:chgData name="Rahul Mishra" userId="57c6469e-ac64-4888-811b-35f0aabddbad" providerId="ADAL" clId="{3C51EBFE-9C35-4409-96DB-F0D02B2A0E50}" dt="2024-08-12T10:46:25.065" v="230" actId="47"/>
        <pc:sldMkLst>
          <pc:docMk/>
          <pc:sldMk cId="175949506" sldId="306"/>
        </pc:sldMkLst>
      </pc:sldChg>
      <pc:sldChg chg="add del">
        <pc:chgData name="Rahul Mishra" userId="57c6469e-ac64-4888-811b-35f0aabddbad" providerId="ADAL" clId="{3C51EBFE-9C35-4409-96DB-F0D02B2A0E50}" dt="2024-08-12T10:46:13.497" v="229" actId="47"/>
        <pc:sldMkLst>
          <pc:docMk/>
          <pc:sldMk cId="1740424806" sldId="307"/>
        </pc:sldMkLst>
      </pc:sldChg>
      <pc:sldChg chg="add del">
        <pc:chgData name="Rahul Mishra" userId="57c6469e-ac64-4888-811b-35f0aabddbad" providerId="ADAL" clId="{3C51EBFE-9C35-4409-96DB-F0D02B2A0E50}" dt="2024-08-12T10:46:12.758" v="228" actId="47"/>
        <pc:sldMkLst>
          <pc:docMk/>
          <pc:sldMk cId="1905279178" sldId="308"/>
        </pc:sldMkLst>
      </pc:sldChg>
      <pc:sldChg chg="add del">
        <pc:chgData name="Rahul Mishra" userId="57c6469e-ac64-4888-811b-35f0aabddbad" providerId="ADAL" clId="{3C51EBFE-9C35-4409-96DB-F0D02B2A0E50}" dt="2024-08-12T10:46:11.862" v="227" actId="47"/>
        <pc:sldMkLst>
          <pc:docMk/>
          <pc:sldMk cId="772241850" sldId="309"/>
        </pc:sldMkLst>
      </pc:sldChg>
      <pc:sldChg chg="add del">
        <pc:chgData name="Rahul Mishra" userId="57c6469e-ac64-4888-811b-35f0aabddbad" providerId="ADAL" clId="{3C51EBFE-9C35-4409-96DB-F0D02B2A0E50}" dt="2024-08-12T10:46:10.950" v="226" actId="47"/>
        <pc:sldMkLst>
          <pc:docMk/>
          <pc:sldMk cId="2832749223" sldId="310"/>
        </pc:sldMkLst>
      </pc:sldChg>
      <pc:sldChg chg="add del">
        <pc:chgData name="Rahul Mishra" userId="57c6469e-ac64-4888-811b-35f0aabddbad" providerId="ADAL" clId="{3C51EBFE-9C35-4409-96DB-F0D02B2A0E50}" dt="2024-08-12T10:46:09.990" v="225" actId="47"/>
        <pc:sldMkLst>
          <pc:docMk/>
          <pc:sldMk cId="3069650673" sldId="311"/>
        </pc:sldMkLst>
      </pc:sldChg>
      <pc:sldChg chg="add del">
        <pc:chgData name="Rahul Mishra" userId="57c6469e-ac64-4888-811b-35f0aabddbad" providerId="ADAL" clId="{3C51EBFE-9C35-4409-96DB-F0D02B2A0E50}" dt="2024-08-12T10:46:09.047" v="224" actId="47"/>
        <pc:sldMkLst>
          <pc:docMk/>
          <pc:sldMk cId="3317796520" sldId="312"/>
        </pc:sldMkLst>
      </pc:sldChg>
      <pc:sldChg chg="add del">
        <pc:chgData name="Rahul Mishra" userId="57c6469e-ac64-4888-811b-35f0aabddbad" providerId="ADAL" clId="{3C51EBFE-9C35-4409-96DB-F0D02B2A0E50}" dt="2024-08-12T10:46:08.324" v="223" actId="47"/>
        <pc:sldMkLst>
          <pc:docMk/>
          <pc:sldMk cId="2718135778" sldId="313"/>
        </pc:sldMkLst>
      </pc:sldChg>
      <pc:sldChg chg="add del">
        <pc:chgData name="Rahul Mishra" userId="57c6469e-ac64-4888-811b-35f0aabddbad" providerId="ADAL" clId="{3C51EBFE-9C35-4409-96DB-F0D02B2A0E50}" dt="2024-08-12T10:46:07.268" v="222" actId="47"/>
        <pc:sldMkLst>
          <pc:docMk/>
          <pc:sldMk cId="1470101792" sldId="314"/>
        </pc:sldMkLst>
      </pc:sldChg>
      <pc:sldChg chg="add del">
        <pc:chgData name="Rahul Mishra" userId="57c6469e-ac64-4888-811b-35f0aabddbad" providerId="ADAL" clId="{3C51EBFE-9C35-4409-96DB-F0D02B2A0E50}" dt="2024-08-12T10:46:06.531" v="221" actId="47"/>
        <pc:sldMkLst>
          <pc:docMk/>
          <pc:sldMk cId="3620885810" sldId="315"/>
        </pc:sldMkLst>
      </pc:sldChg>
      <pc:sldChg chg="modSp add del modNotes">
        <pc:chgData name="Rahul Mishra" userId="57c6469e-ac64-4888-811b-35f0aabddbad" providerId="ADAL" clId="{3C51EBFE-9C35-4409-96DB-F0D02B2A0E50}" dt="2024-08-11T18:12:00.833" v="216" actId="47"/>
        <pc:sldMkLst>
          <pc:docMk/>
          <pc:sldMk cId="0" sldId="316"/>
        </pc:sldMkLst>
      </pc:sldChg>
      <pc:sldChg chg="del">
        <pc:chgData name="Rahul Mishra" userId="57c6469e-ac64-4888-811b-35f0aabddbad" providerId="ADAL" clId="{3C51EBFE-9C35-4409-96DB-F0D02B2A0E50}" dt="2024-08-10T17:32:21.739" v="4" actId="47"/>
        <pc:sldMkLst>
          <pc:docMk/>
          <pc:sldMk cId="2813401871" sldId="349"/>
        </pc:sldMkLst>
      </pc:sldChg>
      <pc:sldChg chg="del">
        <pc:chgData name="Rahul Mishra" userId="57c6469e-ac64-4888-811b-35f0aabddbad" providerId="ADAL" clId="{3C51EBFE-9C35-4409-96DB-F0D02B2A0E50}" dt="2024-08-10T17:32:23.330" v="6" actId="47"/>
        <pc:sldMkLst>
          <pc:docMk/>
          <pc:sldMk cId="2787916344" sldId="350"/>
        </pc:sldMkLst>
      </pc:sldChg>
      <pc:sldChg chg="del">
        <pc:chgData name="Rahul Mishra" userId="57c6469e-ac64-4888-811b-35f0aabddbad" providerId="ADAL" clId="{3C51EBFE-9C35-4409-96DB-F0D02B2A0E50}" dt="2024-08-10T17:32:29.132" v="13" actId="47"/>
        <pc:sldMkLst>
          <pc:docMk/>
          <pc:sldMk cId="97832908" sldId="352"/>
        </pc:sldMkLst>
      </pc:sldChg>
      <pc:sldChg chg="del">
        <pc:chgData name="Rahul Mishra" userId="57c6469e-ac64-4888-811b-35f0aabddbad" providerId="ADAL" clId="{3C51EBFE-9C35-4409-96DB-F0D02B2A0E50}" dt="2024-08-12T10:46:37.683" v="231" actId="47"/>
        <pc:sldMkLst>
          <pc:docMk/>
          <pc:sldMk cId="4132747667" sldId="353"/>
        </pc:sldMkLst>
      </pc:sldChg>
      <pc:sldChg chg="del">
        <pc:chgData name="Rahul Mishra" userId="57c6469e-ac64-4888-811b-35f0aabddbad" providerId="ADAL" clId="{3C51EBFE-9C35-4409-96DB-F0D02B2A0E50}" dt="2024-08-10T17:32:37.990" v="18" actId="47"/>
        <pc:sldMkLst>
          <pc:docMk/>
          <pc:sldMk cId="3662123702" sldId="354"/>
        </pc:sldMkLst>
      </pc:sldChg>
      <pc:sldChg chg="del">
        <pc:chgData name="Rahul Mishra" userId="57c6469e-ac64-4888-811b-35f0aabddbad" providerId="ADAL" clId="{3C51EBFE-9C35-4409-96DB-F0D02B2A0E50}" dt="2024-08-10T17:32:39.285" v="20" actId="47"/>
        <pc:sldMkLst>
          <pc:docMk/>
          <pc:sldMk cId="3397808700" sldId="355"/>
        </pc:sldMkLst>
      </pc:sldChg>
      <pc:sldChg chg="del">
        <pc:chgData name="Rahul Mishra" userId="57c6469e-ac64-4888-811b-35f0aabddbad" providerId="ADAL" clId="{3C51EBFE-9C35-4409-96DB-F0D02B2A0E50}" dt="2024-08-10T17:32:41.582" v="22" actId="47"/>
        <pc:sldMkLst>
          <pc:docMk/>
          <pc:sldMk cId="3297649533" sldId="356"/>
        </pc:sldMkLst>
      </pc:sldChg>
      <pc:sldChg chg="del">
        <pc:chgData name="Rahul Mishra" userId="57c6469e-ac64-4888-811b-35f0aabddbad" providerId="ADAL" clId="{3C51EBFE-9C35-4409-96DB-F0D02B2A0E50}" dt="2024-08-10T17:32:42.352" v="23" actId="47"/>
        <pc:sldMkLst>
          <pc:docMk/>
          <pc:sldMk cId="676390616" sldId="357"/>
        </pc:sldMkLst>
      </pc:sldChg>
      <pc:sldChg chg="del">
        <pc:chgData name="Rahul Mishra" userId="57c6469e-ac64-4888-811b-35f0aabddbad" providerId="ADAL" clId="{3C51EBFE-9C35-4409-96DB-F0D02B2A0E50}" dt="2024-08-10T17:32:43.124" v="24" actId="47"/>
        <pc:sldMkLst>
          <pc:docMk/>
          <pc:sldMk cId="922770136" sldId="358"/>
        </pc:sldMkLst>
      </pc:sldChg>
      <pc:sldChg chg="del">
        <pc:chgData name="Rahul Mishra" userId="57c6469e-ac64-4888-811b-35f0aabddbad" providerId="ADAL" clId="{3C51EBFE-9C35-4409-96DB-F0D02B2A0E50}" dt="2024-08-10T17:32:43.861" v="25" actId="47"/>
        <pc:sldMkLst>
          <pc:docMk/>
          <pc:sldMk cId="2717827387" sldId="359"/>
        </pc:sldMkLst>
      </pc:sldChg>
      <pc:sldChg chg="del">
        <pc:chgData name="Rahul Mishra" userId="57c6469e-ac64-4888-811b-35f0aabddbad" providerId="ADAL" clId="{3C51EBFE-9C35-4409-96DB-F0D02B2A0E50}" dt="2024-08-10T17:32:44.647" v="26" actId="47"/>
        <pc:sldMkLst>
          <pc:docMk/>
          <pc:sldMk cId="2796676358" sldId="360"/>
        </pc:sldMkLst>
      </pc:sldChg>
      <pc:sldChg chg="del">
        <pc:chgData name="Rahul Mishra" userId="57c6469e-ac64-4888-811b-35f0aabddbad" providerId="ADAL" clId="{3C51EBFE-9C35-4409-96DB-F0D02B2A0E50}" dt="2024-08-12T10:46:39.869" v="233" actId="47"/>
        <pc:sldMkLst>
          <pc:docMk/>
          <pc:sldMk cId="3694793066" sldId="361"/>
        </pc:sldMkLst>
      </pc:sldChg>
      <pc:sldChg chg="del">
        <pc:chgData name="Rahul Mishra" userId="57c6469e-ac64-4888-811b-35f0aabddbad" providerId="ADAL" clId="{3C51EBFE-9C35-4409-96DB-F0D02B2A0E50}" dt="2024-08-10T17:32:51.393" v="27" actId="47"/>
        <pc:sldMkLst>
          <pc:docMk/>
          <pc:sldMk cId="4090776321" sldId="362"/>
        </pc:sldMkLst>
      </pc:sldChg>
      <pc:sldChg chg="del">
        <pc:chgData name="Rahul Mishra" userId="57c6469e-ac64-4888-811b-35f0aabddbad" providerId="ADAL" clId="{3C51EBFE-9C35-4409-96DB-F0D02B2A0E50}" dt="2024-08-10T17:32:52.398" v="28" actId="47"/>
        <pc:sldMkLst>
          <pc:docMk/>
          <pc:sldMk cId="533411327" sldId="363"/>
        </pc:sldMkLst>
      </pc:sldChg>
      <pc:sldChg chg="del">
        <pc:chgData name="Rahul Mishra" userId="57c6469e-ac64-4888-811b-35f0aabddbad" providerId="ADAL" clId="{3C51EBFE-9C35-4409-96DB-F0D02B2A0E50}" dt="2024-08-10T17:32:53.470" v="29" actId="47"/>
        <pc:sldMkLst>
          <pc:docMk/>
          <pc:sldMk cId="3170865946" sldId="364"/>
        </pc:sldMkLst>
      </pc:sldChg>
      <pc:sldChg chg="del">
        <pc:chgData name="Rahul Mishra" userId="57c6469e-ac64-4888-811b-35f0aabddbad" providerId="ADAL" clId="{3C51EBFE-9C35-4409-96DB-F0D02B2A0E50}" dt="2024-08-10T17:32:54.443" v="30" actId="47"/>
        <pc:sldMkLst>
          <pc:docMk/>
          <pc:sldMk cId="1426566100" sldId="365"/>
        </pc:sldMkLst>
      </pc:sldChg>
      <pc:sldChg chg="del">
        <pc:chgData name="Rahul Mishra" userId="57c6469e-ac64-4888-811b-35f0aabddbad" providerId="ADAL" clId="{3C51EBFE-9C35-4409-96DB-F0D02B2A0E50}" dt="2024-08-10T17:32:27.434" v="11" actId="47"/>
        <pc:sldMkLst>
          <pc:docMk/>
          <pc:sldMk cId="2123376252" sldId="373"/>
        </pc:sldMkLst>
      </pc:sldChg>
      <pc:sldChg chg="addSp delSp modSp add del mod">
        <pc:chgData name="Rahul Mishra" userId="57c6469e-ac64-4888-811b-35f0aabddbad" providerId="ADAL" clId="{3C51EBFE-9C35-4409-96DB-F0D02B2A0E50}" dt="2024-08-12T10:46:02.082" v="220" actId="47"/>
        <pc:sldMkLst>
          <pc:docMk/>
          <pc:sldMk cId="3459647960" sldId="374"/>
        </pc:sldMkLst>
      </pc:sldChg>
      <pc:sldChg chg="add del">
        <pc:chgData name="Rahul Mishra" userId="57c6469e-ac64-4888-811b-35f0aabddbad" providerId="ADAL" clId="{3C51EBFE-9C35-4409-96DB-F0D02B2A0E50}" dt="2024-08-11T15:54:55.830" v="59"/>
        <pc:sldMkLst>
          <pc:docMk/>
          <pc:sldMk cId="2079535757" sldId="375"/>
        </pc:sldMkLst>
      </pc:sldChg>
      <pc:sldChg chg="add del">
        <pc:chgData name="Rahul Mishra" userId="57c6469e-ac64-4888-811b-35f0aabddbad" providerId="ADAL" clId="{3C51EBFE-9C35-4409-96DB-F0D02B2A0E50}" dt="2024-08-11T15:54:55.830" v="59"/>
        <pc:sldMkLst>
          <pc:docMk/>
          <pc:sldMk cId="2983673248" sldId="376"/>
        </pc:sldMkLst>
      </pc:sldChg>
      <pc:sldChg chg="add del">
        <pc:chgData name="Rahul Mishra" userId="57c6469e-ac64-4888-811b-35f0aabddbad" providerId="ADAL" clId="{3C51EBFE-9C35-4409-96DB-F0D02B2A0E50}" dt="2024-08-11T15:54:55.830" v="59"/>
        <pc:sldMkLst>
          <pc:docMk/>
          <pc:sldMk cId="3694120147" sldId="377"/>
        </pc:sldMkLst>
      </pc:sldChg>
      <pc:sldChg chg="modSp add del">
        <pc:chgData name="Rahul Mishra" userId="57c6469e-ac64-4888-811b-35f0aabddbad" providerId="ADAL" clId="{3C51EBFE-9C35-4409-96DB-F0D02B2A0E50}" dt="2024-08-11T18:23:23.928" v="219" actId="1076"/>
        <pc:sldMkLst>
          <pc:docMk/>
          <pc:sldMk cId="3465334699" sldId="378"/>
        </pc:sldMkLst>
      </pc:sldChg>
      <pc:sldChg chg="modSp add modNotes">
        <pc:chgData name="Rahul Mishra" userId="57c6469e-ac64-4888-811b-35f0aabddbad" providerId="ADAL" clId="{3C51EBFE-9C35-4409-96DB-F0D02B2A0E50}" dt="2024-08-11T15:58:34.276" v="65"/>
        <pc:sldMkLst>
          <pc:docMk/>
          <pc:sldMk cId="0" sldId="379"/>
        </pc:sldMkLst>
      </pc:sldChg>
      <pc:sldChg chg="modSp add del modNotes">
        <pc:chgData name="Rahul Mishra" userId="57c6469e-ac64-4888-811b-35f0aabddbad" providerId="ADAL" clId="{3C51EBFE-9C35-4409-96DB-F0D02B2A0E50}" dt="2024-08-11T18:07:07.496" v="191" actId="47"/>
        <pc:sldMkLst>
          <pc:docMk/>
          <pc:sldMk cId="0" sldId="380"/>
        </pc:sldMkLst>
      </pc:sldChg>
      <pc:sldChg chg="modSp add del modNotes">
        <pc:chgData name="Rahul Mishra" userId="57c6469e-ac64-4888-811b-35f0aabddbad" providerId="ADAL" clId="{3C51EBFE-9C35-4409-96DB-F0D02B2A0E50}" dt="2024-08-11T18:07:09.679" v="192" actId="47"/>
        <pc:sldMkLst>
          <pc:docMk/>
          <pc:sldMk cId="0" sldId="381"/>
        </pc:sldMkLst>
      </pc:sldChg>
      <pc:sldChg chg="modSp add del modNotes">
        <pc:chgData name="Rahul Mishra" userId="57c6469e-ac64-4888-811b-35f0aabddbad" providerId="ADAL" clId="{3C51EBFE-9C35-4409-96DB-F0D02B2A0E50}" dt="2024-08-11T18:07:18.374" v="193" actId="47"/>
        <pc:sldMkLst>
          <pc:docMk/>
          <pc:sldMk cId="0" sldId="382"/>
        </pc:sldMkLst>
      </pc:sldChg>
      <pc:sldChg chg="modSp add del modNotes">
        <pc:chgData name="Rahul Mishra" userId="57c6469e-ac64-4888-811b-35f0aabddbad" providerId="ADAL" clId="{3C51EBFE-9C35-4409-96DB-F0D02B2A0E50}" dt="2024-08-11T18:07:28.662" v="195" actId="47"/>
        <pc:sldMkLst>
          <pc:docMk/>
          <pc:sldMk cId="0" sldId="383"/>
        </pc:sldMkLst>
      </pc:sldChg>
      <pc:sldChg chg="modSp add del modNotes">
        <pc:chgData name="Rahul Mishra" userId="57c6469e-ac64-4888-811b-35f0aabddbad" providerId="ADAL" clId="{3C51EBFE-9C35-4409-96DB-F0D02B2A0E50}" dt="2024-08-11T18:07:22.080" v="194" actId="47"/>
        <pc:sldMkLst>
          <pc:docMk/>
          <pc:sldMk cId="0" sldId="384"/>
        </pc:sldMkLst>
      </pc:sldChg>
      <pc:sldChg chg="modSp add del modNotes">
        <pc:chgData name="Rahul Mishra" userId="57c6469e-ac64-4888-811b-35f0aabddbad" providerId="ADAL" clId="{3C51EBFE-9C35-4409-96DB-F0D02B2A0E50}" dt="2024-08-11T18:07:32.774" v="197" actId="47"/>
        <pc:sldMkLst>
          <pc:docMk/>
          <pc:sldMk cId="0" sldId="385"/>
        </pc:sldMkLst>
      </pc:sldChg>
      <pc:sldChg chg="modSp add del modNotes">
        <pc:chgData name="Rahul Mishra" userId="57c6469e-ac64-4888-811b-35f0aabddbad" providerId="ADAL" clId="{3C51EBFE-9C35-4409-96DB-F0D02B2A0E50}" dt="2024-08-11T18:07:53.799" v="206" actId="47"/>
        <pc:sldMkLst>
          <pc:docMk/>
          <pc:sldMk cId="0" sldId="386"/>
        </pc:sldMkLst>
      </pc:sldChg>
      <pc:sldChg chg="modSp add del modNotes">
        <pc:chgData name="Rahul Mishra" userId="57c6469e-ac64-4888-811b-35f0aabddbad" providerId="ADAL" clId="{3C51EBFE-9C35-4409-96DB-F0D02B2A0E50}" dt="2024-08-11T18:07:58.716" v="207" actId="47"/>
        <pc:sldMkLst>
          <pc:docMk/>
          <pc:sldMk cId="0" sldId="387"/>
        </pc:sldMkLst>
      </pc:sldChg>
      <pc:sldChg chg="modSp add del modNotes">
        <pc:chgData name="Rahul Mishra" userId="57c6469e-ac64-4888-811b-35f0aabddbad" providerId="ADAL" clId="{3C51EBFE-9C35-4409-96DB-F0D02B2A0E50}" dt="2024-08-11T18:07:45.733" v="203" actId="47"/>
        <pc:sldMkLst>
          <pc:docMk/>
          <pc:sldMk cId="0" sldId="388"/>
        </pc:sldMkLst>
      </pc:sldChg>
      <pc:sldChg chg="modSp add del modNotes">
        <pc:chgData name="Rahul Mishra" userId="57c6469e-ac64-4888-811b-35f0aabddbad" providerId="ADAL" clId="{3C51EBFE-9C35-4409-96DB-F0D02B2A0E50}" dt="2024-08-11T18:08:03.663" v="208" actId="47"/>
        <pc:sldMkLst>
          <pc:docMk/>
          <pc:sldMk cId="0" sldId="389"/>
        </pc:sldMkLst>
      </pc:sldChg>
      <pc:sldChg chg="modSp add modNotes">
        <pc:chgData name="Rahul Mishra" userId="57c6469e-ac64-4888-811b-35f0aabddbad" providerId="ADAL" clId="{3C51EBFE-9C35-4409-96DB-F0D02B2A0E50}" dt="2024-08-11T15:58:34.276" v="65"/>
        <pc:sldMkLst>
          <pc:docMk/>
          <pc:sldMk cId="0" sldId="390"/>
        </pc:sldMkLst>
      </pc:sldChg>
      <pc:sldChg chg="modSp add modNotes">
        <pc:chgData name="Rahul Mishra" userId="57c6469e-ac64-4888-811b-35f0aabddbad" providerId="ADAL" clId="{3C51EBFE-9C35-4409-96DB-F0D02B2A0E50}" dt="2024-08-11T15:58:34.276" v="65"/>
        <pc:sldMkLst>
          <pc:docMk/>
          <pc:sldMk cId="0" sldId="391"/>
        </pc:sldMkLst>
      </pc:sldChg>
      <pc:sldChg chg="modSp add modNotes">
        <pc:chgData name="Rahul Mishra" userId="57c6469e-ac64-4888-811b-35f0aabddbad" providerId="ADAL" clId="{3C51EBFE-9C35-4409-96DB-F0D02B2A0E50}" dt="2024-08-11T15:58:34.276" v="65"/>
        <pc:sldMkLst>
          <pc:docMk/>
          <pc:sldMk cId="0" sldId="392"/>
        </pc:sldMkLst>
      </pc:sldChg>
      <pc:sldChg chg="modSp add modNotes">
        <pc:chgData name="Rahul Mishra" userId="57c6469e-ac64-4888-811b-35f0aabddbad" providerId="ADAL" clId="{3C51EBFE-9C35-4409-96DB-F0D02B2A0E50}" dt="2024-08-11T15:58:34.276" v="65"/>
        <pc:sldMkLst>
          <pc:docMk/>
          <pc:sldMk cId="0" sldId="393"/>
        </pc:sldMkLst>
      </pc:sldChg>
      <pc:sldChg chg="modSp add modNotes">
        <pc:chgData name="Rahul Mishra" userId="57c6469e-ac64-4888-811b-35f0aabddbad" providerId="ADAL" clId="{3C51EBFE-9C35-4409-96DB-F0D02B2A0E50}" dt="2024-08-11T15:58:34.276" v="65"/>
        <pc:sldMkLst>
          <pc:docMk/>
          <pc:sldMk cId="0" sldId="394"/>
        </pc:sldMkLst>
      </pc:sldChg>
      <pc:sldChg chg="modSp add modNotes">
        <pc:chgData name="Rahul Mishra" userId="57c6469e-ac64-4888-811b-35f0aabddbad" providerId="ADAL" clId="{3C51EBFE-9C35-4409-96DB-F0D02B2A0E50}" dt="2024-08-11T15:58:34.276" v="65"/>
        <pc:sldMkLst>
          <pc:docMk/>
          <pc:sldMk cId="0" sldId="395"/>
        </pc:sldMkLst>
      </pc:sldChg>
      <pc:sldChg chg="modSp add modNotes">
        <pc:chgData name="Rahul Mishra" userId="57c6469e-ac64-4888-811b-35f0aabddbad" providerId="ADAL" clId="{3C51EBFE-9C35-4409-96DB-F0D02B2A0E50}" dt="2024-08-11T15:58:34.276" v="65"/>
        <pc:sldMkLst>
          <pc:docMk/>
          <pc:sldMk cId="0" sldId="396"/>
        </pc:sldMkLst>
      </pc:sldChg>
      <pc:sldChg chg="modSp add del modNotes">
        <pc:chgData name="Rahul Mishra" userId="57c6469e-ac64-4888-811b-35f0aabddbad" providerId="ADAL" clId="{3C51EBFE-9C35-4409-96DB-F0D02B2A0E50}" dt="2024-08-11T18:11:48.631" v="211" actId="47"/>
        <pc:sldMkLst>
          <pc:docMk/>
          <pc:sldMk cId="0" sldId="397"/>
        </pc:sldMkLst>
      </pc:sldChg>
      <pc:sldChg chg="modSp add del modNotes">
        <pc:chgData name="Rahul Mishra" userId="57c6469e-ac64-4888-811b-35f0aabddbad" providerId="ADAL" clId="{3C51EBFE-9C35-4409-96DB-F0D02B2A0E50}" dt="2024-08-11T18:11:50.357" v="212" actId="47"/>
        <pc:sldMkLst>
          <pc:docMk/>
          <pc:sldMk cId="0" sldId="398"/>
        </pc:sldMkLst>
      </pc:sldChg>
      <pc:sldChg chg="modSp add del modNotes">
        <pc:chgData name="Rahul Mishra" userId="57c6469e-ac64-4888-811b-35f0aabddbad" providerId="ADAL" clId="{3C51EBFE-9C35-4409-96DB-F0D02B2A0E50}" dt="2024-08-11T18:11:52.538" v="213" actId="47"/>
        <pc:sldMkLst>
          <pc:docMk/>
          <pc:sldMk cId="0" sldId="399"/>
        </pc:sldMkLst>
      </pc:sldChg>
      <pc:sldChg chg="modSp add del modNotes">
        <pc:chgData name="Rahul Mishra" userId="57c6469e-ac64-4888-811b-35f0aabddbad" providerId="ADAL" clId="{3C51EBFE-9C35-4409-96DB-F0D02B2A0E50}" dt="2024-08-11T18:11:55.476" v="214" actId="47"/>
        <pc:sldMkLst>
          <pc:docMk/>
          <pc:sldMk cId="0" sldId="400"/>
        </pc:sldMkLst>
      </pc:sldChg>
      <pc:sldChg chg="modSp add ord modNotes">
        <pc:chgData name="Rahul Mishra" userId="57c6469e-ac64-4888-811b-35f0aabddbad" providerId="ADAL" clId="{3C51EBFE-9C35-4409-96DB-F0D02B2A0E50}" dt="2024-08-11T18:19:07.275" v="218"/>
        <pc:sldMkLst>
          <pc:docMk/>
          <pc:sldMk cId="0" sldId="401"/>
        </pc:sldMkLst>
      </pc:sldChg>
      <pc:sldChg chg="modSp add del modNotes">
        <pc:chgData name="Rahul Mishra" userId="57c6469e-ac64-4888-811b-35f0aabddbad" providerId="ADAL" clId="{3C51EBFE-9C35-4409-96DB-F0D02B2A0E50}" dt="2024-08-11T18:11:59.764" v="215" actId="47"/>
        <pc:sldMkLst>
          <pc:docMk/>
          <pc:sldMk cId="0" sldId="402"/>
        </pc:sldMkLst>
      </pc:sldChg>
      <pc:sldChg chg="addSp modSp new mod setBg">
        <pc:chgData name="Rahul Mishra" userId="57c6469e-ac64-4888-811b-35f0aabddbad" providerId="ADAL" clId="{3C51EBFE-9C35-4409-96DB-F0D02B2A0E50}" dt="2024-08-11T16:32:30.182" v="80" actId="688"/>
        <pc:sldMkLst>
          <pc:docMk/>
          <pc:sldMk cId="739300501" sldId="403"/>
        </pc:sldMkLst>
      </pc:sldChg>
      <pc:sldChg chg="addSp modSp new mod">
        <pc:chgData name="Rahul Mishra" userId="57c6469e-ac64-4888-811b-35f0aabddbad" providerId="ADAL" clId="{3C51EBFE-9C35-4409-96DB-F0D02B2A0E50}" dt="2024-08-11T17:45:23.043" v="129" actId="1076"/>
        <pc:sldMkLst>
          <pc:docMk/>
          <pc:sldMk cId="1992141454" sldId="404"/>
        </pc:sldMkLst>
      </pc:sldChg>
      <pc:sldMasterChg chg="delSldLayout">
        <pc:chgData name="Rahul Mishra" userId="57c6469e-ac64-4888-811b-35f0aabddbad" providerId="ADAL" clId="{3C51EBFE-9C35-4409-96DB-F0D02B2A0E50}" dt="2024-08-12T10:46:39.869" v="233" actId="47"/>
        <pc:sldMasterMkLst>
          <pc:docMk/>
          <pc:sldMasterMk cId="3966668556" sldId="2147483678"/>
        </pc:sldMasterMkLst>
        <pc:sldLayoutChg chg="del">
          <pc:chgData name="Rahul Mishra" userId="57c6469e-ac64-4888-811b-35f0aabddbad" providerId="ADAL" clId="{3C51EBFE-9C35-4409-96DB-F0D02B2A0E50}" dt="2024-08-12T10:46:39.869" v="233" actId="47"/>
          <pc:sldLayoutMkLst>
            <pc:docMk/>
            <pc:sldMasterMk cId="3966668556" sldId="2147483678"/>
            <pc:sldLayoutMk cId="435949403" sldId="2147483690"/>
          </pc:sldLayoutMkLst>
        </pc:sldLayoutChg>
      </pc:sldMasterChg>
    </pc:docChg>
  </pc:docChgLst>
  <pc:docChgLst>
    <pc:chgData name="Rahul Mishra" userId="57c6469e-ac64-4888-811b-35f0aabddbad" providerId="ADAL" clId="{181BC7F3-2120-400D-B4AA-A1CF5463A9D1}"/>
    <pc:docChg chg="undo custSel addSld delSld modSld">
      <pc:chgData name="Rahul Mishra" userId="57c6469e-ac64-4888-811b-35f0aabddbad" providerId="ADAL" clId="{181BC7F3-2120-400D-B4AA-A1CF5463A9D1}" dt="2024-09-13T18:02:46.289" v="54"/>
      <pc:docMkLst>
        <pc:docMk/>
      </pc:docMkLst>
      <pc:sldChg chg="del">
        <pc:chgData name="Rahul Mishra" userId="57c6469e-ac64-4888-811b-35f0aabddbad" providerId="ADAL" clId="{181BC7F3-2120-400D-B4AA-A1CF5463A9D1}" dt="2024-09-13T17:57:49.309" v="6" actId="47"/>
        <pc:sldMkLst>
          <pc:docMk/>
          <pc:sldMk cId="1701599832" sldId="271"/>
        </pc:sldMkLst>
      </pc:sldChg>
      <pc:sldChg chg="del">
        <pc:chgData name="Rahul Mishra" userId="57c6469e-ac64-4888-811b-35f0aabddbad" providerId="ADAL" clId="{181BC7F3-2120-400D-B4AA-A1CF5463A9D1}" dt="2024-09-13T17:57:50.507" v="7" actId="47"/>
        <pc:sldMkLst>
          <pc:docMk/>
          <pc:sldMk cId="0" sldId="283"/>
        </pc:sldMkLst>
      </pc:sldChg>
      <pc:sldChg chg="del">
        <pc:chgData name="Rahul Mishra" userId="57c6469e-ac64-4888-811b-35f0aabddbad" providerId="ADAL" clId="{181BC7F3-2120-400D-B4AA-A1CF5463A9D1}" dt="2024-09-13T17:57:51.679" v="8" actId="47"/>
        <pc:sldMkLst>
          <pc:docMk/>
          <pc:sldMk cId="0" sldId="284"/>
        </pc:sldMkLst>
      </pc:sldChg>
      <pc:sldChg chg="del">
        <pc:chgData name="Rahul Mishra" userId="57c6469e-ac64-4888-811b-35f0aabddbad" providerId="ADAL" clId="{181BC7F3-2120-400D-B4AA-A1CF5463A9D1}" dt="2024-09-13T17:57:52.484" v="9" actId="47"/>
        <pc:sldMkLst>
          <pc:docMk/>
          <pc:sldMk cId="0" sldId="285"/>
        </pc:sldMkLst>
      </pc:sldChg>
      <pc:sldChg chg="del">
        <pc:chgData name="Rahul Mishra" userId="57c6469e-ac64-4888-811b-35f0aabddbad" providerId="ADAL" clId="{181BC7F3-2120-400D-B4AA-A1CF5463A9D1}" dt="2024-09-13T17:57:53.224" v="10" actId="47"/>
        <pc:sldMkLst>
          <pc:docMk/>
          <pc:sldMk cId="0" sldId="286"/>
        </pc:sldMkLst>
      </pc:sldChg>
      <pc:sldChg chg="del">
        <pc:chgData name="Rahul Mishra" userId="57c6469e-ac64-4888-811b-35f0aabddbad" providerId="ADAL" clId="{181BC7F3-2120-400D-B4AA-A1CF5463A9D1}" dt="2024-09-13T17:57:55.037" v="12" actId="47"/>
        <pc:sldMkLst>
          <pc:docMk/>
          <pc:sldMk cId="0" sldId="287"/>
        </pc:sldMkLst>
      </pc:sldChg>
      <pc:sldChg chg="del">
        <pc:chgData name="Rahul Mishra" userId="57c6469e-ac64-4888-811b-35f0aabddbad" providerId="ADAL" clId="{181BC7F3-2120-400D-B4AA-A1CF5463A9D1}" dt="2024-09-13T17:57:56.566" v="14" actId="47"/>
        <pc:sldMkLst>
          <pc:docMk/>
          <pc:sldMk cId="0" sldId="289"/>
        </pc:sldMkLst>
      </pc:sldChg>
      <pc:sldChg chg="del">
        <pc:chgData name="Rahul Mishra" userId="57c6469e-ac64-4888-811b-35f0aabddbad" providerId="ADAL" clId="{181BC7F3-2120-400D-B4AA-A1CF5463A9D1}" dt="2024-09-13T17:57:57.525" v="15" actId="47"/>
        <pc:sldMkLst>
          <pc:docMk/>
          <pc:sldMk cId="0" sldId="290"/>
        </pc:sldMkLst>
      </pc:sldChg>
      <pc:sldChg chg="del">
        <pc:chgData name="Rahul Mishra" userId="57c6469e-ac64-4888-811b-35f0aabddbad" providerId="ADAL" clId="{181BC7F3-2120-400D-B4AA-A1CF5463A9D1}" dt="2024-09-13T17:57:57.934" v="16" actId="47"/>
        <pc:sldMkLst>
          <pc:docMk/>
          <pc:sldMk cId="0" sldId="291"/>
        </pc:sldMkLst>
      </pc:sldChg>
      <pc:sldChg chg="del">
        <pc:chgData name="Rahul Mishra" userId="57c6469e-ac64-4888-811b-35f0aabddbad" providerId="ADAL" clId="{181BC7F3-2120-400D-B4AA-A1CF5463A9D1}" dt="2024-09-13T17:58:03.419" v="27" actId="47"/>
        <pc:sldMkLst>
          <pc:docMk/>
          <pc:sldMk cId="1685752519" sldId="292"/>
        </pc:sldMkLst>
      </pc:sldChg>
      <pc:sldChg chg="del">
        <pc:chgData name="Rahul Mishra" userId="57c6469e-ac64-4888-811b-35f0aabddbad" providerId="ADAL" clId="{181BC7F3-2120-400D-B4AA-A1CF5463A9D1}" dt="2024-09-13T17:58:03.939" v="28" actId="47"/>
        <pc:sldMkLst>
          <pc:docMk/>
          <pc:sldMk cId="4267650275" sldId="293"/>
        </pc:sldMkLst>
      </pc:sldChg>
      <pc:sldChg chg="del">
        <pc:chgData name="Rahul Mishra" userId="57c6469e-ac64-4888-811b-35f0aabddbad" providerId="ADAL" clId="{181BC7F3-2120-400D-B4AA-A1CF5463A9D1}" dt="2024-09-13T17:58:04.411" v="29" actId="47"/>
        <pc:sldMkLst>
          <pc:docMk/>
          <pc:sldMk cId="2502611286" sldId="294"/>
        </pc:sldMkLst>
      </pc:sldChg>
      <pc:sldChg chg="del">
        <pc:chgData name="Rahul Mishra" userId="57c6469e-ac64-4888-811b-35f0aabddbad" providerId="ADAL" clId="{181BC7F3-2120-400D-B4AA-A1CF5463A9D1}" dt="2024-09-13T17:58:04.933" v="30" actId="47"/>
        <pc:sldMkLst>
          <pc:docMk/>
          <pc:sldMk cId="1901015964" sldId="295"/>
        </pc:sldMkLst>
      </pc:sldChg>
      <pc:sldChg chg="del">
        <pc:chgData name="Rahul Mishra" userId="57c6469e-ac64-4888-811b-35f0aabddbad" providerId="ADAL" clId="{181BC7F3-2120-400D-B4AA-A1CF5463A9D1}" dt="2024-09-13T17:58:05.451" v="31" actId="47"/>
        <pc:sldMkLst>
          <pc:docMk/>
          <pc:sldMk cId="615098788" sldId="296"/>
        </pc:sldMkLst>
      </pc:sldChg>
      <pc:sldChg chg="del">
        <pc:chgData name="Rahul Mishra" userId="57c6469e-ac64-4888-811b-35f0aabddbad" providerId="ADAL" clId="{181BC7F3-2120-400D-B4AA-A1CF5463A9D1}" dt="2024-09-13T17:57:48.378" v="5" actId="47"/>
        <pc:sldMkLst>
          <pc:docMk/>
          <pc:sldMk cId="2187071181" sldId="303"/>
        </pc:sldMkLst>
      </pc:sldChg>
      <pc:sldChg chg="del">
        <pc:chgData name="Rahul Mishra" userId="57c6469e-ac64-4888-811b-35f0aabddbad" providerId="ADAL" clId="{181BC7F3-2120-400D-B4AA-A1CF5463A9D1}" dt="2024-09-13T17:58:08.830" v="36" actId="47"/>
        <pc:sldMkLst>
          <pc:docMk/>
          <pc:sldMk cId="1419033139" sldId="305"/>
        </pc:sldMkLst>
      </pc:sldChg>
      <pc:sldChg chg="del">
        <pc:chgData name="Rahul Mishra" userId="57c6469e-ac64-4888-811b-35f0aabddbad" providerId="ADAL" clId="{181BC7F3-2120-400D-B4AA-A1CF5463A9D1}" dt="2024-09-13T17:58:06.060" v="32" actId="47"/>
        <pc:sldMkLst>
          <pc:docMk/>
          <pc:sldMk cId="2079535757" sldId="375"/>
        </pc:sldMkLst>
      </pc:sldChg>
      <pc:sldChg chg="del">
        <pc:chgData name="Rahul Mishra" userId="57c6469e-ac64-4888-811b-35f0aabddbad" providerId="ADAL" clId="{181BC7F3-2120-400D-B4AA-A1CF5463A9D1}" dt="2024-09-13T17:58:06.665" v="33" actId="47"/>
        <pc:sldMkLst>
          <pc:docMk/>
          <pc:sldMk cId="2983673248" sldId="376"/>
        </pc:sldMkLst>
      </pc:sldChg>
      <pc:sldChg chg="del">
        <pc:chgData name="Rahul Mishra" userId="57c6469e-ac64-4888-811b-35f0aabddbad" providerId="ADAL" clId="{181BC7F3-2120-400D-B4AA-A1CF5463A9D1}" dt="2024-09-13T17:58:07.171" v="34" actId="47"/>
        <pc:sldMkLst>
          <pc:docMk/>
          <pc:sldMk cId="3694120147" sldId="377"/>
        </pc:sldMkLst>
      </pc:sldChg>
      <pc:sldChg chg="del">
        <pc:chgData name="Rahul Mishra" userId="57c6469e-ac64-4888-811b-35f0aabddbad" providerId="ADAL" clId="{181BC7F3-2120-400D-B4AA-A1CF5463A9D1}" dt="2024-09-13T17:58:07.674" v="35" actId="47"/>
        <pc:sldMkLst>
          <pc:docMk/>
          <pc:sldMk cId="3465334699" sldId="378"/>
        </pc:sldMkLst>
      </pc:sldChg>
      <pc:sldChg chg="del">
        <pc:chgData name="Rahul Mishra" userId="57c6469e-ac64-4888-811b-35f0aabddbad" providerId="ADAL" clId="{181BC7F3-2120-400D-B4AA-A1CF5463A9D1}" dt="2024-09-13T17:57:55.997" v="13" actId="47"/>
        <pc:sldMkLst>
          <pc:docMk/>
          <pc:sldMk cId="0" sldId="379"/>
        </pc:sldMkLst>
      </pc:sldChg>
      <pc:sldChg chg="del">
        <pc:chgData name="Rahul Mishra" userId="57c6469e-ac64-4888-811b-35f0aabddbad" providerId="ADAL" clId="{181BC7F3-2120-400D-B4AA-A1CF5463A9D1}" dt="2024-09-13T17:57:58.328" v="17" actId="47"/>
        <pc:sldMkLst>
          <pc:docMk/>
          <pc:sldMk cId="0" sldId="388"/>
        </pc:sldMkLst>
      </pc:sldChg>
      <pc:sldChg chg="del">
        <pc:chgData name="Rahul Mishra" userId="57c6469e-ac64-4888-811b-35f0aabddbad" providerId="ADAL" clId="{181BC7F3-2120-400D-B4AA-A1CF5463A9D1}" dt="2024-09-13T17:57:59.211" v="18" actId="47"/>
        <pc:sldMkLst>
          <pc:docMk/>
          <pc:sldMk cId="0" sldId="390"/>
        </pc:sldMkLst>
      </pc:sldChg>
      <pc:sldChg chg="del">
        <pc:chgData name="Rahul Mishra" userId="57c6469e-ac64-4888-811b-35f0aabddbad" providerId="ADAL" clId="{181BC7F3-2120-400D-B4AA-A1CF5463A9D1}" dt="2024-09-13T17:57:59.684" v="19" actId="47"/>
        <pc:sldMkLst>
          <pc:docMk/>
          <pc:sldMk cId="0" sldId="391"/>
        </pc:sldMkLst>
      </pc:sldChg>
      <pc:sldChg chg="del">
        <pc:chgData name="Rahul Mishra" userId="57c6469e-ac64-4888-811b-35f0aabddbad" providerId="ADAL" clId="{181BC7F3-2120-400D-B4AA-A1CF5463A9D1}" dt="2024-09-13T17:58:00.220" v="20" actId="47"/>
        <pc:sldMkLst>
          <pc:docMk/>
          <pc:sldMk cId="0" sldId="392"/>
        </pc:sldMkLst>
      </pc:sldChg>
      <pc:sldChg chg="del">
        <pc:chgData name="Rahul Mishra" userId="57c6469e-ac64-4888-811b-35f0aabddbad" providerId="ADAL" clId="{181BC7F3-2120-400D-B4AA-A1CF5463A9D1}" dt="2024-09-13T17:58:00.645" v="21" actId="47"/>
        <pc:sldMkLst>
          <pc:docMk/>
          <pc:sldMk cId="0" sldId="393"/>
        </pc:sldMkLst>
      </pc:sldChg>
      <pc:sldChg chg="del">
        <pc:chgData name="Rahul Mishra" userId="57c6469e-ac64-4888-811b-35f0aabddbad" providerId="ADAL" clId="{181BC7F3-2120-400D-B4AA-A1CF5463A9D1}" dt="2024-09-13T17:58:01.086" v="22" actId="47"/>
        <pc:sldMkLst>
          <pc:docMk/>
          <pc:sldMk cId="0" sldId="394"/>
        </pc:sldMkLst>
      </pc:sldChg>
      <pc:sldChg chg="del">
        <pc:chgData name="Rahul Mishra" userId="57c6469e-ac64-4888-811b-35f0aabddbad" providerId="ADAL" clId="{181BC7F3-2120-400D-B4AA-A1CF5463A9D1}" dt="2024-09-13T17:58:01.529" v="23" actId="47"/>
        <pc:sldMkLst>
          <pc:docMk/>
          <pc:sldMk cId="0" sldId="395"/>
        </pc:sldMkLst>
      </pc:sldChg>
      <pc:sldChg chg="del">
        <pc:chgData name="Rahul Mishra" userId="57c6469e-ac64-4888-811b-35f0aabddbad" providerId="ADAL" clId="{181BC7F3-2120-400D-B4AA-A1CF5463A9D1}" dt="2024-09-13T17:58:02.490" v="25" actId="47"/>
        <pc:sldMkLst>
          <pc:docMk/>
          <pc:sldMk cId="0" sldId="397"/>
        </pc:sldMkLst>
      </pc:sldChg>
      <pc:sldChg chg="del">
        <pc:chgData name="Rahul Mishra" userId="57c6469e-ac64-4888-811b-35f0aabddbad" providerId="ADAL" clId="{181BC7F3-2120-400D-B4AA-A1CF5463A9D1}" dt="2024-09-13T17:58:02.931" v="26" actId="47"/>
        <pc:sldMkLst>
          <pc:docMk/>
          <pc:sldMk cId="0" sldId="398"/>
        </pc:sldMkLst>
      </pc:sldChg>
      <pc:sldChg chg="del">
        <pc:chgData name="Rahul Mishra" userId="57c6469e-ac64-4888-811b-35f0aabddbad" providerId="ADAL" clId="{181BC7F3-2120-400D-B4AA-A1CF5463A9D1}" dt="2024-09-13T17:58:02.008" v="24" actId="47"/>
        <pc:sldMkLst>
          <pc:docMk/>
          <pc:sldMk cId="0" sldId="401"/>
        </pc:sldMkLst>
      </pc:sldChg>
      <pc:sldChg chg="del">
        <pc:chgData name="Rahul Mishra" userId="57c6469e-ac64-4888-811b-35f0aabddbad" providerId="ADAL" clId="{181BC7F3-2120-400D-B4AA-A1CF5463A9D1}" dt="2024-09-13T17:57:46.596" v="4" actId="47"/>
        <pc:sldMkLst>
          <pc:docMk/>
          <pc:sldMk cId="1992141454" sldId="404"/>
        </pc:sldMkLst>
      </pc:sldChg>
      <pc:sldChg chg="delSp modSp mod">
        <pc:chgData name="Rahul Mishra" userId="57c6469e-ac64-4888-811b-35f0aabddbad" providerId="ADAL" clId="{181BC7F3-2120-400D-B4AA-A1CF5463A9D1}" dt="2024-09-13T17:57:42.036" v="3" actId="20577"/>
        <pc:sldMkLst>
          <pc:docMk/>
          <pc:sldMk cId="545609971" sldId="405"/>
        </pc:sldMkLst>
      </pc:sldChg>
      <pc:sldChg chg="del">
        <pc:chgData name="Rahul Mishra" userId="57c6469e-ac64-4888-811b-35f0aabddbad" providerId="ADAL" clId="{181BC7F3-2120-400D-B4AA-A1CF5463A9D1}" dt="2024-09-13T17:59:12.293" v="37" actId="47"/>
        <pc:sldMkLst>
          <pc:docMk/>
          <pc:sldMk cId="1740156467" sldId="406"/>
        </pc:sldMkLst>
      </pc:sldChg>
      <pc:sldChg chg="del">
        <pc:chgData name="Rahul Mishra" userId="57c6469e-ac64-4888-811b-35f0aabddbad" providerId="ADAL" clId="{181BC7F3-2120-400D-B4AA-A1CF5463A9D1}" dt="2024-09-13T17:59:15.004" v="38" actId="47"/>
        <pc:sldMkLst>
          <pc:docMk/>
          <pc:sldMk cId="658975334" sldId="407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2303821214" sldId="407"/>
        </pc:sldMkLst>
      </pc:sldChg>
      <pc:sldChg chg="del">
        <pc:chgData name="Rahul Mishra" userId="57c6469e-ac64-4888-811b-35f0aabddbad" providerId="ADAL" clId="{181BC7F3-2120-400D-B4AA-A1CF5463A9D1}" dt="2024-09-13T17:59:15.891" v="39" actId="47"/>
        <pc:sldMkLst>
          <pc:docMk/>
          <pc:sldMk cId="832144480" sldId="408"/>
        </pc:sldMkLst>
      </pc:sldChg>
      <pc:sldChg chg="del">
        <pc:chgData name="Rahul Mishra" userId="57c6469e-ac64-4888-811b-35f0aabddbad" providerId="ADAL" clId="{181BC7F3-2120-400D-B4AA-A1CF5463A9D1}" dt="2024-09-13T17:59:16.756" v="40" actId="47"/>
        <pc:sldMkLst>
          <pc:docMk/>
          <pc:sldMk cId="4711899" sldId="409"/>
        </pc:sldMkLst>
      </pc:sldChg>
      <pc:sldChg chg="del">
        <pc:chgData name="Rahul Mishra" userId="57c6469e-ac64-4888-811b-35f0aabddbad" providerId="ADAL" clId="{181BC7F3-2120-400D-B4AA-A1CF5463A9D1}" dt="2024-09-13T17:59:17.831" v="41" actId="47"/>
        <pc:sldMkLst>
          <pc:docMk/>
          <pc:sldMk cId="1349400572" sldId="410"/>
        </pc:sldMkLst>
      </pc:sldChg>
      <pc:sldChg chg="del">
        <pc:chgData name="Rahul Mishra" userId="57c6469e-ac64-4888-811b-35f0aabddbad" providerId="ADAL" clId="{181BC7F3-2120-400D-B4AA-A1CF5463A9D1}" dt="2024-09-13T17:59:18.464" v="42" actId="47"/>
        <pc:sldMkLst>
          <pc:docMk/>
          <pc:sldMk cId="2231131565" sldId="411"/>
        </pc:sldMkLst>
      </pc:sldChg>
      <pc:sldChg chg="del">
        <pc:chgData name="Rahul Mishra" userId="57c6469e-ac64-4888-811b-35f0aabddbad" providerId="ADAL" clId="{181BC7F3-2120-400D-B4AA-A1CF5463A9D1}" dt="2024-09-13T17:59:19.018" v="43" actId="47"/>
        <pc:sldMkLst>
          <pc:docMk/>
          <pc:sldMk cId="897648036" sldId="412"/>
        </pc:sldMkLst>
      </pc:sldChg>
      <pc:sldChg chg="del">
        <pc:chgData name="Rahul Mishra" userId="57c6469e-ac64-4888-811b-35f0aabddbad" providerId="ADAL" clId="{181BC7F3-2120-400D-B4AA-A1CF5463A9D1}" dt="2024-09-13T17:59:19.975" v="44" actId="47"/>
        <pc:sldMkLst>
          <pc:docMk/>
          <pc:sldMk cId="2939944465" sldId="413"/>
        </pc:sldMkLst>
      </pc:sldChg>
      <pc:sldChg chg="delSp add del mod">
        <pc:chgData name="Rahul Mishra" userId="57c6469e-ac64-4888-811b-35f0aabddbad" providerId="ADAL" clId="{181BC7F3-2120-400D-B4AA-A1CF5463A9D1}" dt="2024-09-13T17:59:25.517" v="47" actId="478"/>
        <pc:sldMkLst>
          <pc:docMk/>
          <pc:sldMk cId="1214863930" sldId="414"/>
        </pc:sldMkLst>
      </pc:sldChg>
      <pc:sldChg chg="delSp mod">
        <pc:chgData name="Rahul Mishra" userId="57c6469e-ac64-4888-811b-35f0aabddbad" providerId="ADAL" clId="{181BC7F3-2120-400D-B4AA-A1CF5463A9D1}" dt="2024-09-13T17:59:28.322" v="48" actId="478"/>
        <pc:sldMkLst>
          <pc:docMk/>
          <pc:sldMk cId="2118251881" sldId="415"/>
        </pc:sldMkLst>
      </pc:sldChg>
      <pc:sldChg chg="delSp mod">
        <pc:chgData name="Rahul Mishra" userId="57c6469e-ac64-4888-811b-35f0aabddbad" providerId="ADAL" clId="{181BC7F3-2120-400D-B4AA-A1CF5463A9D1}" dt="2024-09-13T17:59:30.485" v="49" actId="478"/>
        <pc:sldMkLst>
          <pc:docMk/>
          <pc:sldMk cId="2560525014" sldId="416"/>
        </pc:sldMkLst>
      </pc:sldChg>
      <pc:sldChg chg="delSp mod">
        <pc:chgData name="Rahul Mishra" userId="57c6469e-ac64-4888-811b-35f0aabddbad" providerId="ADAL" clId="{181BC7F3-2120-400D-B4AA-A1CF5463A9D1}" dt="2024-09-13T17:59:33.470" v="50" actId="478"/>
        <pc:sldMkLst>
          <pc:docMk/>
          <pc:sldMk cId="1508322553" sldId="417"/>
        </pc:sldMkLst>
      </pc:sldChg>
      <pc:sldChg chg="del">
        <pc:chgData name="Rahul Mishra" userId="57c6469e-ac64-4888-811b-35f0aabddbad" providerId="ADAL" clId="{181BC7F3-2120-400D-B4AA-A1CF5463A9D1}" dt="2024-09-13T17:57:54.394" v="11" actId="47"/>
        <pc:sldMkLst>
          <pc:docMk/>
          <pc:sldMk cId="4154801453" sldId="446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3624487864" sldId="668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2534343136" sldId="669"/>
        </pc:sldMkLst>
      </pc:sldChg>
      <pc:sldChg chg="delSp add setBg delDesignElem">
        <pc:chgData name="Rahul Mishra" userId="57c6469e-ac64-4888-811b-35f0aabddbad" providerId="ADAL" clId="{181BC7F3-2120-400D-B4AA-A1CF5463A9D1}" dt="2024-09-13T18:02:46.289" v="54"/>
        <pc:sldMkLst>
          <pc:docMk/>
          <pc:sldMk cId="15107067" sldId="670"/>
        </pc:sldMkLst>
      </pc:sldChg>
      <pc:sldChg chg="delSp add setBg delDesignElem">
        <pc:chgData name="Rahul Mishra" userId="57c6469e-ac64-4888-811b-35f0aabddbad" providerId="ADAL" clId="{181BC7F3-2120-400D-B4AA-A1CF5463A9D1}" dt="2024-09-13T18:02:46.289" v="54"/>
        <pc:sldMkLst>
          <pc:docMk/>
          <pc:sldMk cId="88985167" sldId="671"/>
        </pc:sldMkLst>
      </pc:sldChg>
      <pc:sldChg chg="delSp add setBg delDesignElem">
        <pc:chgData name="Rahul Mishra" userId="57c6469e-ac64-4888-811b-35f0aabddbad" providerId="ADAL" clId="{181BC7F3-2120-400D-B4AA-A1CF5463A9D1}" dt="2024-09-13T18:02:46.289" v="54"/>
        <pc:sldMkLst>
          <pc:docMk/>
          <pc:sldMk cId="1632104634" sldId="672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2862732049" sldId="674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1054739878" sldId="675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635984662" sldId="676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2102975413" sldId="677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1162057113" sldId="678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1806669630" sldId="679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2774752012" sldId="680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522852980" sldId="681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1058856468" sldId="682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3526344510" sldId="683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3469525153" sldId="684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1217440676" sldId="685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3928924749" sldId="686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2072301149" sldId="687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2177943677" sldId="688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2118591328" sldId="689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3393512214" sldId="691"/>
        </pc:sldMkLst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9-20T02:47:10.05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12937 6580 1500 0,'4'-5'350'0,"-4"5"-53"0,0 0-24 0,3-5-4 0,-3 5-16 0,0 0-13 0,2-5-11 15,-2 5-7-15,0 0 8 0,3-6 2 0,-3 6-1 16,0 0-9-16,0 0-7 16,0 0-9-16,2-8-9 0,-2 8-11 0,0 0-12 0,0 0-14 15,0 0-10-15,0 0-5 16,0 0-17-16,0 0-4 0,0 0-14 0,-18-5-15 16,18 5-5-16,0 0-6 0,-25 3-7 15,16-3-7-15,9 0-1 0,-27 2-13 0,14-2-8 16,-6 2-5-16,1 0-5 0,-2 2-1 15,1-2-5-15,-4 3-1 0,1 1-4 0,-2 0 4 16,1 0-3-16,-9 5 3 0,7-5-6 16,5 4 2-16,-2-2-1 0,-8 4 1 0,5-3 1 15,6 0-9-15,-2 2 4 0,-4 4 2 16,0 1 7-16,0-1 4 0,5-1-1 0,-5-1-4 16,8 3-2-16,0-3 3 0,-1-1-10 15,4 2 4-15,-8 8-4 0,1-3 2 16,8-3 3-16,-1 0-6 0,3 1 6 15,0 0-1-15,-1-1-15 0,3 2 0 0,0 1 1 16,0 0-2-16,2 1-1 0,2 1 13 16,-3-1 8-16,3 4 6 0,4-2 4 15,-1 1 9-15,0 0-1 0,0 0-2 0,4 1 1 16,0-1-47-16,1 0 0 0,2 2 0 16,4 7 0-16,-1-3 0 0,1-1 0 0,5-1 0 15,1 2 0-15,-2-3 0 0,2 0 0 16,5 0 0-16,-1-3 0 0,0 1 0 0,2 0 0 15,0-3 0-15,3 0 0 16,-1-3 0-16,4 0 0 0,2-3 0 0,-3 0 0 16,3-3 0-16,1 0 0 0,-3-2 0 15,-5-4 0-15,3-1 0 0,0-1 0 0,2-2 0 16,0 0 0-16,0-4 0 0,0 1 0 16,-4 0 0-16,13-8 0 0,-4-1 0 0,0 0 0 15,1-3 0-15,-7-2 0 0,3-3 0 16,0 1 0-16,-2-1 0 0,0-5 0 0,0 3 0 15,0-5 0-15,-2 2 0 0,-6-4 0 16,1 2 0-16,0 1 0 0,-2-3 0 0,-2-2 0 16,2 1 0-16,-5-1 0 0,-1 0 0 15,0 1 0-15,-2-3 0 0,-5 8 0 0,-3-2 0 16,2 1 0-16,-4-1 0 16,-2-3 0-16,-4-8 0 0,-1-1 0 0,-4-1 0 15,-7-8 0-15,-3 5 0 0,1 2 0 16,-7 2 0-16,-2 3 0 0,-5 6 0 0,4 8 0 15,-4 3 0-15,-7 4 0 0,-3 5 0 16,-4 5 0-16,-1 3 0 0,-13 3 0 0,-2 4 0 16,1 3 0-16,7 2 0 0,-2 4 0 15,7-1 0-15,-3 5 0 0,7 1 0 0,3 0 0 16,0 1-92-16,10-3-660 0,5-4-194 16,-1 5 62-16,9-1 86 0,-1-7-807 0,10 1-1045 15</inkml:trace>
  <inkml:trace contextRef="#ctx0" brushRef="#br0" timeOffset="4245.22">15300 6716 4060 0,'-2'-8'-174'0,"2"8"30"0,-5-11 39 0,-2 6 35 0,-2-2 33 0,0-1 26 0,-4-4 27 0,-1 3 24 16,-1-3 15-16,-6 0 17 0,-4-3 10 15,-2 1 5-15,-1 1-3 0,-5 1-1 0,1 2 0 16,-2 5-8-16,3 3-4 0,-3 2-3 16,-8 2-11-16,-4 5-6 0,-5 7-1 15,-5 1-7-15,5 7-3 0,0 5 2 16,-1 2-1-16,1 3-1 0,-1 6 10 0,4 3 3 16,-11 14 4-16,10 6-1 0,3 5 1 15,16-11-5-15,-1 3 11 0,13 4 3 16,0 0-2-16,11 5 0 0,3-2-2 0,10-1 2 15,6-6 1-15,13 0 1 0,8-9-1 16,7-3 3-16,25 2-7 0,11-10-1 0,13-12-6 16,8-8-6-16,-11-13 0 0,8-5-8 15,18-7-3-15,3-11-2 0,-7-3-7 0,-3-12-3 16,-9-6-4-16,-11-2-1 0,-9-1-3 16,-6-4 1-16,-23 5 12 0,-8 0 27 0,-2-5 33 15,-13-1 30-15,-2-6 2 0,-11-1 2 16,-5-3 1-16,-8-3-10 0,-8-3-11 0,-7-2-12 15,-11-14-14-15,-8 3-11 0,-9 8-7 16,-10 5-8-16,-2 10-9 0,4 20-1 16,-6 8-25-16,-2 8-21 0,-5 9-39 15,-8 10-40-15,2 6-47 0,-1 9-60 0,-12 10-74 16,18-2-91-16,-9 10-93 0,17-5-123 16,7 1-207-16,11-7 70 0,9-7 74 0,3 0-493 15,8-8-595-15</inkml:trace>
  <inkml:trace contextRef="#ctx0" brushRef="#br0" timeOffset="9026.79">17749 6646 3044 0,'0'0'-40'0,"0"0"32"0,8-6 39 0,-8 6 39 0,3-4 25 0,-3 4 24 16,0 0 13-16,4-5 11 0,-4 5 9 0,0 0 1 15,0-7-2-15,0 7-9 0,0 0-6 16,-4-9-8-16,1 3-8 0,3 6-7 0,-9-8-8 15,0 3-10-15,0-1-4 16,-2 2-10-16,-5-4-8 0,-7 2-5 0,-1 2-9 16,-13-1-3-16,-3 5-8 0,-5 0-2 15,-3 2-6-15,-9 7-6 0,-4 3-1 0,0 1-2 16,-2 5-5-16,0 1 1 0,4 1 2 16,5 6-3-16,4-2-1 0,3 3 3 0,4 4 2 15,6 7 2-15,7-1 5 0,4 4 2 16,6 8 6-16,5 6 1 0,4 3 0 15,9 3-1-15,4 3-4 0,3 1-4 0,7 2-5 16,7-2-5-16,9 13 1 16,1-22-1-16,5-1-2 0,7-6-2 0,0-6 0 0,7-5-6 15,-1-6 0-15,3-3 3 16,6-8-2-16,-4-4-3 0,6-6-2 0,-8-8 2 0,-1-3 1 16,6-6-1-16,0-6 2 15,1-8-7-15,-4-3 0 0,-3-9 1 0,0-3-3 16,1-5 10-16,7-14 2 0,-4-1 3 15,-5-7 6-15,-2-4 5 0,-16 12 8 0,-1-6 18 16,-6-6 1-16,-7-2 2 0,-4-3 1 16,-8-2-12-16,-6-5-2 0,-9-17-11 0,-12 6-3 15,-6 8-7-15,-7 11-3 0,-2 21-12 16,-9 10 0-16,-7 12-30 0,-11 13-33 0,-3 9-48 16,-7 12-68-16,-20 17-91 15,2 7-117-15,-1 10-143 0,7 0-202 0,4 3-22 0,8 0 76 16,17-12-549-16,10 1-677 15</inkml:trace>
  <inkml:trace contextRef="#ctx0" brushRef="#br0" timeOffset="10443.21">19338 6491 3012 0,'-16'0'-232'0,"2"0"27"0,1 0 12 0,13 0 18 0,-18 0 26 0,18 0 13 0,-11 0 12 16,11 0 4-16,-12-1-10 0,12 1-24 16,0 0-45-16,0 0-208 0,-13-2 83 0</inkml:trace>
  <inkml:trace contextRef="#ctx0" brushRef="#br0" timeOffset="11376.78">19794 6524 1248 0,'0'0'82'0,"-31"0"11"0,31 0 11 0,-23-2 1 0,12 2 2 0,-5 0 11 0,4-2 12 15,-4 2 10-15,-3 0-3 0,-2-3-4 0,5 1-6 16,-6 2-14-16,3 0-9 16,-1 2-3-16,-4 1-11 0,-1-3-12 0,-1 4 2 15,-1 1-4-15,-7 2 0 0,0 2-2 16,-2 1-1-16,-1 1-4 0,0 3-1 0,3 1 1 15,-2 1 17-15,2 2-1 0,2 1 4 16,-1-2-2-16,3 5-3 0,1-3-9 0,4 2 1 16,-1 1-3-16,2 0-13 0,4 4 0 15,3 3 0-15,0 6 3 0,3-1-4 0,5 5-9 16,0 2-1-16,4 2 3 0,3 3 3 16,6 0 1-16,4 5-5 0,5 1-6 0,3-3-3 15,2-5-3-15,5 0-3 0,4-4-4 16,6-2-1-16,3-2-7 0,4-4 1 0,4-3-5 15,-3-4 2-15,5 0-4 0,1-3-2 16,0-3-1-16,-4 0-2 0,-2-7-3 16,-3-3 0-16,1-1-6 0,2-4-2 15,1-2 2-15,-1-6-4 0,2-2-3 0,-4-7-6 16,9-6-1-16,0-1 0 0,-4-9-5 16,-1-1-6-16,4-2 4 0,-8-7 2 15,-1 1 0-15,0-7-2 0,-6 0 5 0,2-2 5 16,-10-7 8-16,-5 5 18 0,-3-6 6 15,-11 0 12-15,-5 8 3 0,-2-12 0 0,-11-4 0 16,-2 1-4-16,-8-2-4 16,-6 6-6-16,-1 5-4 0,-8 7-3 0,-7 7-6 15,-2 8 0-15,-5 9-17 0,-5 8-39 16,-2 10-44-16,-6 7-63 0,1 7-59 0,-5 8-52 0,0 3-60 16,-12 10-67-16,22-4-117 15,1 0-92-15,8 2 64 0,3-3-279 0,9-1-299 16</inkml:trace>
  <inkml:trace contextRef="#ctx0" brushRef="#br0" timeOffset="12875.96">21739 6553 2318 0,'-16'-8'3'0,"-4"0"14"0,3 0 22 0,-5 1 16 0,-12-1 6 0,-2-1 6 16,-1 4 11-16,-3 0 3 0,2 1-6 16,-3 3-3-16,2 1-1 0,-1 3-1 0,-3 4-15 15,4 3-2-15,-8 8-1 0,6 3 10 16,-3 8 14-16,4 2 15 0,2 8 0 16,2 4 14-16,2 3-2 0,1 5 10 0,5 6 3 15,5 5 5-15,1 2-4 0,9 0-8 16,1 1-6-16,7-2-5 0,3-1-10 0,8 0-6 15,6-4-5-15,4-4-6 0,7-4-4 16,8-3-7-16,7-5-1 0,8-6-4 0,9-8-9 16,10-7-5-16,5-7-2 15,9-6-14-15,-4-8-16 0,8-8-21 0,17-11-15 16,-3-5-14-16,-3-10-6 0,-7-7-4 16,-4-4 7-16,-7-5 8 0,-7 0 8 0,-8-11 5 15,-12-3 32-15,-14 10 19 0,-9-5 16 16,-11-3 11-16,-4-3 7 0,-9-6 0 0,-5-4-3 15,-12-17-7-15,-8 0-8 0,-10 3-6 16,-6 6-7-16,-8 4-3 0,-4 14-4 0,5 23-3 16,-5 7-6-16,-7 12-12 0,-3 15-23 15,-5 12-35-15,-4 7-51 0,-3 9-56 16,-14 15-68-16,5 6-71 0,-1 4-94 0,13 3-162 16,7 1-46-16,17-12 67 0,7-4-312 15,14-8-332-15</inkml:trace>
  <inkml:trace contextRef="#ctx0" brushRef="#br0" timeOffset="14877.21">25026 7841 2129 0,'-14'-2'-344'0,"-6"-1"-263"0,2-6-107 0</inkml:trace>
  <inkml:trace contextRef="#ctx0" brushRef="#br0" timeOffset="19008.3">26679 7038 1135 0,'-9'-1'329'0,"9"1"-114"0,-16-2-50 0,16 2 2 0,-7-2 0 15,7 2 2-15,0 0 13 0,0 0-4 0,0 0 28 16,0 0 14-16,0 0 4 0,0 0-1 15,0 0-4-15,54-2-13 0,-9 2-15 16,5 1-21-16,0-2-17 0,16 1-14 0,-11 0-12 16,-4 0-15-16,1-3-9 0,-7 3-13 15,2 0-10-15,-6 0-13 0,-1 3-31 0,-12-3-38 16,-3 1-46-16,-5-1-72 16,-4 0-77-16,-2 3-70 0,-3-3-73 0,1 3-98 0,-12-3-180 15,13-1 45-15,-13 1-335 16,8-4-390-16</inkml:trace>
  <inkml:trace contextRef="#ctx0" brushRef="#br0" timeOffset="19307.34">27354 6925 2674 0,'0'0'27'0,"2"-8"15"0,-2 8-4 16,0 0 5-16,13-4 0 0,-13 4 19 15,21 4 8-15,-7 0 1 0,-2 4 0 0,6 1 9 16,-3 3-14-16,2 3-6 0,2 7-2 16,-3 0-4-16,-5 1-2 0,-3-5-2 0,-1 2 9 15,-5-2 6-15,0 0 4 16,-6 0 2-16,-1 3-3 0,-11 5-3 0,-5-5-9 16,-1 2-9-16,-5-4-5 0,-4 1 2 15,5-2-6-15,-1-3-7 0,6-3-11 0,2-3-36 16,3-1-48-16,3 1-48 0,1-2-48 15,1-2-69-15,4-3-95 0,0-1-156 0,7-1-48 16,0 0 57-16,-18-5-159 16,18 5-128-16</inkml:trace>
  <inkml:trace contextRef="#ctx0" brushRef="#br0" timeOffset="20057.25">27802 6960 1820 0,'2'-7'72'0,"-1"2"25"0,-1-1 19 0,0 6 11 0,2-6 8 0,-2 6-13 15,0 0-9-15,0 0 20 0,0 0 43 16,0 0 9-16,0 0-5 0,2 27-5 0,-4-13-8 16,2 5-1-16,0 1-4 0,0 4-10 15,-2-2-7-15,2 2-8 0,0-3-5 16,0 4-8-16,0-8-9 0,0 3-10 0,0-3-8 15,0-3-9-15,-1-3-8 0,1-1 3 16,0 3 19-16,-2-7 15 0,2 3 20 0,0-9 19 16,-2 9 0-16,2-9-11 15,0 0-17-15,0 0-7 0,0 0-17 0,0 0-6 16,0-26-21-16,4 9-3 0,-1 2-6 16,5-7-14-16,4-4-5 0,-3 6-4 0,0 2-8 15,1 3-6-15,0 2-6 0,-3 6-5 16,0 0-5-16,5 5-3 0,-1-2-6 0,-11 4 6 15,20 4-5-15,-9 0 5 0,-2 1-1 16,1 2-4-16,1 4-1 0,0-2 1 0,-4 0 1 16,-1 2-2-16,-1-1-6 0,-1 0 5 15,-1-1-4-15,2-3 7 0,-3 2-1 0,-2-8-3 16,4 9 9-16,-4-9-1 0,3 10 13 16,-3-10 16-16,4 4 12 0,-4-4-10 15,0 0-4-15,0 0-6 0,13-14-1 16,-5 1-14-16,1 1 2 0,13-9 2 0,-4-3-7 15,3 6-11-15,-6 2 10 0,1 4-11 16,-1 0-1-16,-3 4-2 0,-3 1-4 0,0 5 0 16,1 0-2-16,-10 2 4 0,0 0-3 15,25 6 1-15,-14 4-3 0,-5-1 5 16,-1 5-4-16,2-3 4 0,-3 5-3 16,-1-1 0-16,3 1 3 0,-2-1-15 0,-1-1-22 15,1-2-33-15,-2 3-39 0,2-4-41 16,0 1-47-16,0 0-53 0,0-4-63 15,-3 1-71-15,5-5-86 0,-2 2-104 0,-1-4-153 16,-3-2 69-16,0 0-509 0,22-2-635 16</inkml:trace>
  <inkml:trace contextRef="#ctx0" brushRef="#br0" timeOffset="20475.05">28521 6984 3026 0,'0'0'-76'0,"1"-5"30"0,-1 5 26 0,0 0 21 0,0 0 31 0,0 0 27 0,21 12 25 0,-18-4 11 0,4 1 14 16,-2 4 3-16,-1 3 8 16,0 1-10-16,-2 1-3 0,-2 0-5 0,1 0-1 15,-2 6-5-15,-3-7-4 0,-2 5 5 16,1-3-2-16,-5-2 1 0,0 0 2 0,-1-2 1 16,3-4 0-16,-1 2 3 0,0-2 7 15,-3-3 2-15,0-3 7 0,3-1-5 16,-1-4-2-16,10 0-8 0,-17-9-9 0,7-1-10 15,3-4-9-15,1-5-11 0,4-3-3 16,1-3-8-16,2 0-7 0,1-1-7 0,4 5-3 16,-2-2-5-16,-1 5-5 15,2 3-6-15,-1 3-7 0,-1 2-2 0,1 3 1 16,2 4-2-16,-6 3 2 0,0 0 9 16,0 0 5-16,19 13 5 0,-14-2 4 0,1 3-4 15,0 1 3-15,2 0-4 0,-1 5-2 16,2-1 1-16,-1 1-4 0,2-4-2 0,-3-1-3 15,3 2-4-15,2-3 2 0,-5-1-15 16,0-3-24-16,6 0-45 0,-2-1-65 0,-2-4-87 16,1-1-99-16,-3-1-90 0,3-3-93 15,-10 0-148-15,17-5-23 0,-8 2 73 0,1-2-400 16,-2-4-475-16</inkml:trace>
  <inkml:trace contextRef="#ctx0" brushRef="#br0" timeOffset="20739.84">28783 7008 2705 0,'4'-5'-45'0,"-4"5"28"0,10-9 18 0,-5 6 18 0,3 1 20 0,-8 2 18 16,15 0 21-16,-15 0 18 0,13 10 16 0,-3-3 9 16,-4 1 6-16,-2 5-2 0,-2-2 2 15,-2 3 5-15,0 0 0 0,-6 3 1 0,1-1-7 16,-2 2-8-16,0-1-13 0,-4-2-6 15,0 1-11-15,2-3-7 0,2-1-11 0,-3 0-9 16,4-4-13-16,0 1-30 0,1-1-23 16,-1-3-28-16,5-1-66 0,1-4-70 15,-9 3-65-15,9-3-69 0,0 0-78 16,0 0-111-16,10-28-58 0,1 12 54 0,9-12-182 16,2 0-174-16</inkml:trace>
  <inkml:trace contextRef="#ctx0" brushRef="#br0" timeOffset="20909.9">29016 6940 1903 0,'0'0'55'0,"0"0"37"16,0 0 43-16,0 0 34 0,-22 23 27 0,15-11 21 16,-2-2 24-16,-3 7 1 15,1-1 0-15,-3 8-5 0,-1 0-14 0,4-2-7 16,3-3-14-16,-2-2-18 0,5 4-19 16,-2-5-18-16,2 1-14 0,-1 1-10 0,4-4-15 15,1-3-35-15,1 4-50 0,-2-3-58 16,4-2-82-16,-1-1-116 0,5-4-127 0,2-2-188 15,2 0-100-15,2-3 68 0,8-1-374 16,3-1-433-16</inkml:trace>
  <inkml:trace contextRef="#ctx0" brushRef="#br0" timeOffset="21106.75">29224 7099 2858 0,'-12'-6'102'0,"12"6"33"0,-10-3 29 0,10 3 22 16,0 0 31-16,-11-5 33 0,11 5 16 15,0 0 18-15,0 0-16 0,-8-6-26 0,8 6-26 16,0 0-1-16,0 0-41 0,0 0-61 16,17-13-74-16,-7 9-83 0,0 1-106 0,-1 0-119 15,0-1-120-15,3 1-155 0,-1 3-131 16,-11 0 59-16,18 0-419 0,-11 3-508 16</inkml:trace>
  <inkml:trace contextRef="#ctx0" brushRef="#br0" timeOffset="21257.31">29132 7239 2921 0,'-17'7'16'0,"0"-3"35"0,5 0 28 0,1 2 15 0,3-3 24 16,0-1 29-16,8-2 21 15,-15 2 10-15,15-2-8 0,-7 1-18 0,7-1-12 16,0 0-51-16,0 0-94 0,0 0-121 16,0 0-127-16,0 0-163 0,24-14-181 0,-10 8 62 15,2-2-278-15,11-3-301 0</inkml:trace>
  <inkml:trace contextRef="#ctx0" brushRef="#br0" timeOffset="21539.24">29652 6892 2459 0,'6'-12'103'0,"-3"4"23"0,5-1 10 0,-3 3 5 16,0-2 17-16,1 2 21 0,1 0 2 15,-3 3-15-15,4 1-13 0,-8 2-8 0,0 0 3 16,0 0 12-16,18 13 19 0,-14-1 15 15,-4 1 20-15,-4 5 7 0,1 3 35 0,-8 8 5 16,0 1 7-16,4-4 4 0,-2 3-3 16,2-5-11-16,0-3-16 0,1-4-11 0,1 1-10 15,-1-1-13-15,6-5-13 0,-1-1-9 16,1-2-21-16,1 0-69 0,5 3-96 16,-1-7 0-16,5 1 0 0,2-2 0 15,-1-2 0-15,5-2 0 0,-2-2 0 0,6-2-289 16,3 1-128-16,-3-3-100 0,-2 0-104 15,3 0-121-15,-4 2-69 0,-2-2 82 16,-2 2-654-16,-4-4-835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0T03:08:44.6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 3 6889 0 0,'-7'3'1160'0'0,"-18"9"-182"0"0,17-10 7060 0 0,13-4-6384 0 0,15-6-2177 0 0,1-2 3692 0 0,-31 24 3163 0 0,5-8-6217 0 0,-1 0 1 0 0,1 1-1 0 0,0-1 1 0 0,0 1-1 0 0,1 0 1 0 0,0 0-1 0 0,-6 14 1 0 0,10-20-105 0 0,0 0 1 0 0,0 0 0 0 0,1 0 0 0 0,-1 0 0 0 0,0 0 0 0 0,0 0-1 0 0,0 0 1 0 0,0 0 0 0 0,1-1 0 0 0,-1 1 0 0 0,1 0-1 0 0,-1 0 1 0 0,0 0 0 0 0,1-1 0 0 0,-1 1 0 0 0,1 0 0 0 0,0 0-1 0 0,-1-1 1 0 0,1 1 0 0 0,-1-1 0 0 0,1 1 0 0 0,0 0-1 0 0,0-1 1 0 0,-1 1 0 0 0,1-1 0 0 0,0 0 0 0 0,0 1-1 0 0,0-1 1 0 0,-1 1 0 0 0,1-1 0 0 0,0 0 0 0 0,0 0 0 0 0,0 0-1 0 0,0 0 1 0 0,0 1 0 0 0,0-1 0 0 0,0 0 0 0 0,-1 0-1 0 0,1-1 1 0 0,0 1 0 0 0,0 0 0 0 0,2 0 0 0 0,31-4 200 0 0,-34 4-210 0 0,5-1 68 0 0,24-12 51 0 0,-29 12-368 0 0,0 0-1 0 0,0 1 1 0 0,0-1-1 0 0,0 0 1 0 0,0 0-1 0 0,0 1 1 0 0,0-1-1 0 0,-1 0 1 0 0,1 0-1 0 0,0 1 0 0 0,-1-1 1 0 0,1 0-1 0 0,0 1 1 0 0,-1-1-1 0 0,1 0 1 0 0,-1 1-1 0 0,1-1 1 0 0,-1 1-1 0 0,1-1 1 0 0,-1 1-1 0 0,0-1 1 0 0,1 1-1 0 0,-1-1 1 0 0,0 1-1 0 0,1 0 1 0 0,-1-1-1 0 0,0 1 1 0 0,1 0-1 0 0,-1 0 1 0 0,0-1-1 0 0,0 1 1 0 0,0 0-1 0 0,-2-1 895 0 0,-2-1-3238 0 0,1 2-190 0 0,-12 2 864 0 0,11-1-4025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0T03:08:47.1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96 24 12429 0 0,'0'0'209'0'0,"-3"-4"1319"0"0,-15-15 11588 0 0,11 19-13226 0 0,0 3 146 0 0,2 0 33 0 0,-1-1-1 0 0,1 1 1 0 0,0 0 0 0 0,0 1 0 0 0,0-1-1 0 0,0 1 1 0 0,1 0 0 0 0,-1 0-1 0 0,1 0 1 0 0,-4 6 0 0 0,8-10-57 0 0,-1 1-1 0 0,1 0 1 0 0,0-1 0 0 0,-1 1 0 0 0,1 0 0 0 0,0 0-1 0 0,0-1 1 0 0,-1 1 0 0 0,1 0 0 0 0,0 0 0 0 0,0-1-1 0 0,0 1 1 0 0,0 0 0 0 0,0 0 0 0 0,0 0-1 0 0,0-1 1 0 0,0 1 0 0 0,0 0 0 0 0,0 0 0 0 0,1-1-1 0 0,-1 1 1 0 0,0 0 0 0 0,0 0 0 0 0,1-1 0 0 0,-1 1-1 0 0,0 0 1 0 0,1-1 0 0 0,-1 1 0 0 0,1 0 0 0 0,-1-1-1 0 0,1 1 1 0 0,-1-1 0 0 0,1 1 0 0 0,0 0-1 0 0,-1-1 1 0 0,1 0 0 0 0,0 1 0 0 0,-1-1 0 0 0,1 1-1 0 0,0-1 1 0 0,-1 0 0 0 0,1 1 0 0 0,0-1 0 0 0,0 0-1 0 0,-1 0 1 0 0,1 0 0 0 0,0 0 0 0 0,0 0-1 0 0,0 1 1 0 0,-1-1 0 0 0,1-1 0 0 0,0 1 0 0 0,0 0-1 0 0,-1 0 1 0 0,2 0 0 0 0,40-2-220 0 0,-42 2 123 0 0,4-1-377 0 0,2-4-359 0 0,-5 2-745 0 0,-36-9-22060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0T03:08:48.6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98 0 11829 0 0,'0'0'15400'0'0,"-5"3"-15154"0"0,-7 6-110 0 0,0-2 52 0 0,2 0-1 0 0,-1 1 1 0 0,1 0-1 0 0,0 1 1 0 0,-14 15-1 0 0,23-23-175 0 0,1 0 1 0 0,0 0-1 0 0,-1-1 1 0 0,1 1-1 0 0,0 0 1 0 0,-1 0-1 0 0,1-1 0 0 0,0 1 1 0 0,0 0-1 0 0,0 0 1 0 0,0 0-1 0 0,0 0 0 0 0,0-1 1 0 0,0 1-1 0 0,0 0 1 0 0,0 0-1 0 0,0 0 1 0 0,1-1-1 0 0,-1 1 0 0 0,0 0 1 0 0,0 0-1 0 0,1-1 1 0 0,-1 1-1 0 0,0 0 1 0 0,1 0-1 0 0,-1-1 0 0 0,1 1 1 0 0,-1 0-1 0 0,1-1 1 0 0,-1 1-1 0 0,1-1 1 0 0,0 1-1 0 0,-1-1 0 0 0,1 1 1 0 0,0-1-1 0 0,-1 1 1 0 0,1-1-1 0 0,0 0 1 0 0,0 1-1 0 0,-1-1 0 0 0,1 0 1 0 0,1 1-1 0 0,32 9 299 0 0,-33-9-269 0 0,9 0 126 0 0,-1-1 0 0 0,1 0 0 0 0,-1-1 0 0 0,1 1 0 0 0,-1-2 1 0 0,0 1-1 0 0,1-1 0 0 0,-1-1 0 0 0,0 0 0 0 0,11-5 0 0 0,9-17 623 0 0,-28 23-855 0 0,0 1 1 0 0,0-1-1 0 0,1 1 1 0 0,-1-1-1 0 0,-1 1 1 0 0,1-1 0 0 0,0 0-1 0 0,0 1 1 0 0,-1-1-1 0 0,1 0 1 0 0,-1 0-1 0 0,1 1 1 0 0,-1-1-1 0 0,0 0 1 0 0,1 0 0 0 0,-1 0-1 0 0,0 1 1 0 0,0-1-1 0 0,-1 0 1 0 0,1 0-1 0 0,-1-3 1 0 0,1 4-970 0 0,-8 3-7068 0 0,-4 1 6725 0 0,-6 1-13 0 0,-3 1-7639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0T03:08:50.3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74 17 14029 0 0,'2'-1'6437'0'0,"11"-8"-6161"0"0,-9 2 5446 0 0,-15 10-4864 0 0,7-2-837 0 0,0 1-1 0 0,1-1 1 0 0,-1 1-1 0 0,1 0 1 0 0,0 0-1 0 0,0 1 1 0 0,0-1-1 0 0,0 1 1 0 0,0-1-1 0 0,-5 7 1 0 0,7-7 42 0 0,-1 0 0 0 0,0 0 0 0 0,0 0 1 0 0,1 0-1 0 0,-1 0 0 0 0,1 0 0 0 0,0 0 0 0 0,0 0 1 0 0,0 1-1 0 0,0-1 0 0 0,0 0 0 0 0,0 1 0 0 0,1-1 1 0 0,-1 1-1 0 0,1-1 0 0 0,-1 1 0 0 0,1-1 0 0 0,0 1 1 0 0,0 0-1 0 0,0-1 0 0 0,0 1 0 0 0,1-1 0 0 0,-1 1 1 0 0,1-1-1 0 0,-1 1 0 0 0,1-1 0 0 0,2 5 0 0 0,-2-5 174 0 0,27 7 941 0 0,-24-7-4566 0 0,-13 0-5066 0 0,-7 0 7089 0 0,-4 0-5536 0 0,4 1-1867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0T03:08:52.0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0 14933 0 0,'0'0'-604'0'0,"-3"6"-1355"0"0,-6 14 11258 0 0,8-15-8149 0 0,0-3-1113 0 0,0 0 1 0 0,1 0-1 0 0,-1 1 0 0 0,1-1 1 0 0,-1 0-1 0 0,1 0 0 0 0,0 0 1 0 0,0 0-1 0 0,0 0 1 0 0,0 0-1 0 0,1 1 0 0 0,-1-1 1 0 0,1 0-1 0 0,-1 0 0 0 0,1 0 1 0 0,-1 0-1 0 0,1 0 1 0 0,0 0-1 0 0,0 0 0 0 0,0 0 1 0 0,0 0-1 0 0,2 1 0 0 0,0-1 59 0 0,0 0 0 0 0,0 0 0 0 0,0 0 0 0 0,1 0 0 0 0,-1-1-1 0 0,1 0 1 0 0,-1 1 0 0 0,1-1 0 0 0,-1 0 0 0 0,1-1-1 0 0,6 1 1 0 0,-6 0 272 0 0,1-2 62 0 0,-5 1-429 0 0,3 1 134 0 0,0-1 0 0 0,0-1 0 0 0,0 1 0 0 0,0 0 0 0 0,0-1 0 0 0,0 0 0 0 0,0 1 0 0 0,0-1 0 0 0,0 0 0 0 0,0 0 0 0 0,-1-1 0 0 0,1 1 0 0 0,0-1 0 0 0,-1 1 0 0 0,1-1 0 0 0,-1 0 0 0 0,0 0 0 0 0,0 0 0 0 0,1 0 0 0 0,-1 0 1 0 0,0-1-1 0 0,-1 1 0 0 0,1-1 0 0 0,2-3 0 0 0,-1-4-44 0 0,-2 9-45 0 0,0-1 1 0 0,-1 0-1 0 0,1 0 1 0 0,-1 0-1 0 0,1 0 1 0 0,-1 1-1 0 0,1-1 1 0 0,-1 0-1 0 0,0 0 1 0 0,0 0 0 0 0,0 0-1 0 0,0 0 1 0 0,0 0-1 0 0,-1 0 1 0 0,1 0-1 0 0,0 0 1 0 0,-1 0-1 0 0,0 1 1 0 0,1-1-1 0 0,-1 0 1 0 0,0 0 0 0 0,-1-1-1 0 0,0 0-445 0 0,-3 4-261 0 0,-18 8-805 0 0,-28 10-4739 0 0,21-14-5211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0T03:08:54.1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151 1 13965 0 0,'0'0'-281'0'0,"-18"16"16580"0"0,13-16-16258 0 0,0 0 0 0 0,0 1 0 0 0,0-1 0 0 0,0 1 0 0 0,0 0 0 0 0,0 0 0 0 0,0 1 0 0 0,0-1 0 0 0,0 1 0 0 0,1 0 0 0 0,-1 0 0 0 0,1 1 0 0 0,0-1-1 0 0,-1 1 1 0 0,1 0 0 0 0,0 0 0 0 0,1 1 0 0 0,-1-1 0 0 0,1 1 0 0 0,-1 0 0 0 0,1 0 0 0 0,0 0 0 0 0,0 0 0 0 0,1 0 0 0 0,-1 1 0 0 0,1-1 0 0 0,0 1 0 0 0,0 0-1 0 0,1-1 1 0 0,-1 1 0 0 0,1 0 0 0 0,-1 7 0 0 0,3-8-1 0 0,-1-1 1 0 0,1 0-1 0 0,0 0 0 0 0,0 0 0 0 0,0 0 0 0 0,1 0 1 0 0,-1-1-1 0 0,1 1 0 0 0,0 0 0 0 0,-1-1 1 0 0,1 1-1 0 0,0-1 0 0 0,0 1 0 0 0,1-1 0 0 0,-1 0 1 0 0,0 0-1 0 0,1 0 0 0 0,0 0 0 0 0,-1 0 0 0 0,1-1 1 0 0,0 1-1 0 0,0-1 0 0 0,0 0 0 0 0,0 0 0 0 0,0 0 1 0 0,0 0-1 0 0,0 0 0 0 0,0-1 0 0 0,0 1 1 0 0,0-1-1 0 0,6 0 0 0 0,6-2 82 0 0,3-9-122 0 0,-16 5-5317 0 0,-12 1 3069 0 0,-8 4 1356 0 0,13 1 118 0 0,0 0 0 0 0,0 0-1 0 0,0 0 1 0 0,0 1 0 0 0,0 0-1 0 0,0 0 1 0 0,0 1 0 0 0,0-1 0 0 0,-9 5-1 0 0,-7 4-5846 0 0,5-1-1445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0T03:08:56.6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110 72 14193 0 0,'12'0'19'0'0,"-5"-2"6106"0"0,42-58 243 0 0,-47 59-6018 0 0,4-5-7 0 0,-6 3-96 0 0,-5 5 1261 0 0,-10 7-1394 0 0,1 1 1 0 0,0 0 0 0 0,1 1 0 0 0,-13 13 0 0 0,22-20-58 0 0,0 0 0 0 0,1 0-1 0 0,-1 1 1 0 0,1 0 0 0 0,0 0 0 0 0,0 0 0 0 0,1 0 0 0 0,-4 8 0 0 0,6-11-30 0 0,-1 0 0 0 0,1 1 0 0 0,-1-1 0 0 0,1 1 1 0 0,0-1-1 0 0,0 1 0 0 0,0-1 0 0 0,0 1 1 0 0,0-1-1 0 0,0 1 0 0 0,1-1 0 0 0,-1 1 0 0 0,1-1 1 0 0,0 0-1 0 0,0 1 0 0 0,0-1 0 0 0,0 0 1 0 0,0 0-1 0 0,0 1 0 0 0,3 1 0 0 0,-2-1 41 0 0,0 0 0 0 0,1-1 0 0 0,0 1 0 0 0,-1-1 0 0 0,1 0 0 0 0,0 0 0 0 0,0 0-1 0 0,1 0 1 0 0,-1 0 0 0 0,0-1 0 0 0,0 1 0 0 0,1-1 0 0 0,-1 0 0 0 0,1 0 0 0 0,-1 0 0 0 0,1-1 0 0 0,0 1-1 0 0,-1-1 1 0 0,1 0 0 0 0,-1 0 0 0 0,1 0 0 0 0,0 0 0 0 0,-1-1 0 0 0,1 1 0 0 0,-1-1 0 0 0,6-2 0 0 0,-8 3-103 0 0,1-1-1 0 0,-1 1 1 0 0,1-1 0 0 0,-1 0 0 0 0,0 1 0 0 0,1-1 0 0 0,-1 0 0 0 0,0 0 0 0 0,0 0-1 0 0,0 0 1 0 0,0 0 0 0 0,0 0 0 0 0,0-1 0 0 0,0 1 0 0 0,0 0 0 0 0,0 0-1 0 0,0-1 1 0 0,0 1 0 0 0,-1 0 0 0 0,1-1 0 0 0,-1 1 0 0 0,1-1 0 0 0,-1 1 0 0 0,0-1-1 0 0,1 1 1 0 0,-1-1 0 0 0,0 1 0 0 0,0-1 0 0 0,0 1 0 0 0,0-1 0 0 0,0 1 0 0 0,0-1-1 0 0,-1 0 1 0 0,1 1 0 0 0,0-1 0 0 0,-1 1 0 0 0,1 0 0 0 0,-1-1 0 0 0,0 1 0 0 0,1-1-1 0 0,-1 1 1 0 0,0 0 0 0 0,0 0 0 0 0,0-1 0 0 0,0 1 0 0 0,0 0 0 0 0,-1-1 0 0 0,-6 0-832 0 0,1 0 0 0 0,0 0 1 0 0,-1 1-1 0 0,1 0 0 0 0,-1 0 1 0 0,0 1-1 0 0,1 0 0 0 0,-1 1 1 0 0,0-1-1 0 0,1 1 1 0 0,-1 1-1 0 0,-7 2 0 0 0,-4-1-2026 0 0,-11 2-3115 0 0,3 1-2926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0T03:08:59.3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436 26 15057 0 0,'0'0'-605'0'0,"-18"-11"453"0"0,0-3 6463 0 0,28 52-1924 0 0,-1-2-3992 0 0,7 73 1 0 0,-14-71-146 0 0,-3 1 0 0 0,-1-1 0 0 0,-1 0 0 0 0,-3 0 0 0 0,-1 0 0 0 0,-1-1 0 0 0,-3 0 0 0 0,0 0 0 0 0,-22 43 0 0 0,30-75-223 0 0,0 0-1 0 0,0 0 1 0 0,0 0 0 0 0,-1 0-1 0 0,0-1 1 0 0,0 1 0 0 0,0-1-1 0 0,-1 0 1 0 0,0 0-1 0 0,1-1 1 0 0,-1 1 0 0 0,0-1-1 0 0,-1 0 1 0 0,1 0-1 0 0,0-1 1 0 0,-1 0 0 0 0,0 0-1 0 0,1 0 1 0 0,-1 0-1 0 0,0-1 1 0 0,0 0 0 0 0,0-1-1 0 0,0 1 1 0 0,0-1-1 0 0,0 0 1 0 0,0 0 0 0 0,0-1-1 0 0,-6-1 1 0 0,1 0-381 0 0,1 0-1 0 0,0-1 1 0 0,0 0 0 0 0,0 0-1 0 0,0-1 1 0 0,0-1 0 0 0,1 1-1 0 0,0-2 1 0 0,0 1 0 0 0,0-1 0 0 0,1 0-1 0 0,-1-1 1 0 0,2 0 0 0 0,-1-1-1 0 0,-7-9 1 0 0,9 9-532 0 0,0-1 1 0 0,0 0-1 0 0,1 0 0 0 0,1-1 0 0 0,-1 1 0 0 0,2-1 0 0 0,-1 0 1 0 0,1 0-1 0 0,1 0 0 0 0,0 0 0 0 0,0-1 0 0 0,1 1 1 0 0,0 0-1 0 0,1-1 0 0 0,0 1 0 0 0,2-13 0 0 0,6-18-5591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0T03:08:59.5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86 12221 0 0,'0'-64'3985'0'0,"0"62"-3241"0"0,-3-11 2105 0 0,3 6-3506 0 0,42 38-12630 0 0,-30-19 9288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0T03:08:59.7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71 1 8649 0 0,'-55'17'4579'0'0,"53"-17"-1416"0"0,-9 3-1913 0 0,8-1-798 0 0,11-1 2222 0 0,83 0-2692 0 0,53 1-5114 0 0,-140-2 4432 0 0,0 1-1 0 0,0-1 1 0 0,0 1-1 0 0,0 0 1 0 0,0 0-1 0 0,0 0 1 0 0,0 1-1 0 0,0-1 1 0 0,-1 1 0 0 0,1 0-1 0 0,0 0 1 0 0,-1 0-1 0 0,4 3 1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0T03:08:59.9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90 18 8197 0 0,'-42'20'898'0'0,"-6"6"8545"0"0,57-27-9415 0 0,121-19-3417 0 0,7-14-6297 0 0,-109 25 6051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0T03:09:00.1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 61 7713 0 0,'2'-5'266'0'0,"0"0"1"0"0,0 0 0 0 0,0 0 0 0 0,0-1 0 0 0,-1 1-1 0 0,1-7 1 0 0,0-3 1647 0 0,-1 13-954 0 0,2 23 5697 0 0,-5 29-5104 0 0,-6 52-1199 0 0,-16 120 233 0 0,11-75-4255 0 0,12-146 3312 0 0,1 1 0 0 0,0-1 0 0 0,-1 1 0 0 0,1 0 0 0 0,0-1 0 0 0,0 1 0 0 0,0-1 0 0 0,0 1 0 0 0,1-1 0 0 0,-1 1 0 0 0,0 0 0 0 0,1-1 0 0 0,-1 1 0 0 0,1-1 0 0 0,-1 0 0 0 0,1 1 0 0 0,0-1 0 0 0,0 1 0 0 0,-1-1 0 0 0,1 0 0 0 0,0 0 0 0 0,0 1 0 0 0,0-1 0 0 0,0 0 0 0 0,1 0 0 0 0,-1 0 0 0 0,0 0 0 0 0,0 0 0 0 0,1 0 0 0 0,-1-1 0 0 0,0 1 0 0 0,3 1 0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0T03:09:00.8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269 14 10349 0 0,'-13'-13'3111'0'0,"8"25"-1216"0"0,2-1-2011 0 0,-47 269 4060 0 0,38-199-3285 0 0,0 2-68 0 0,-43 226 1483 0 0,36-224-1633 0 0,19-85-444 0 0,0 1-1 0 0,0-1 1 0 0,-1 0-1 0 0,1 0 1 0 0,0 1 0 0 0,0-1-1 0 0,0 0 1 0 0,0 0-1 0 0,-1 0 1 0 0,1 1-1 0 0,0-1 1 0 0,0 0-1 0 0,-1 0 1 0 0,1 0 0 0 0,0 1-1 0 0,0-1 1 0 0,-1 0-1 0 0,1 0 1 0 0,0 0-1 0 0,-1 0 1 0 0,1 0 0 0 0,0 0-1 0 0,-1 0 1 0 0,1 0-1 0 0,0 0 1 0 0,0 0-1 0 0,-1 0 1 0 0,1 0 0 0 0,0 0-1 0 0,-1 0 1 0 0,1 0-1 0 0,0 0 1 0 0,-1 0-1 0 0,1 0 1 0 0,0 0 0 0 0,0 0-1 0 0,-1 0 1 0 0,1-1-1 0 0,0 1 1 0 0,-1 0-1 0 0,1 0 1 0 0,0 0 0 0 0,0 0-1 0 0,-1-1 1 0 0,1 1-1 0 0,0 0 1 0 0,0 0-1 0 0,0-1 1 0 0,0 1 0 0 0,-1 0-1 0 0,1 0 1 0 0,0-1-1 0 0,0 1 1 0 0,-11-14 17 0 0,11 14-22 0 0,-71-125 2528 0 0,70 124-2466 0 0,0 0 0 0 0,1 0-1 0 0,-1-1 1 0 0,1 1 0 0 0,0 0 0 0 0,-1-1-1 0 0,1 1 1 0 0,0 0 0 0 0,0-1 0 0 0,0 1 0 0 0,-1-1-1 0 0,2 1 1 0 0,-1 0 0 0 0,0-1 0 0 0,0 1-1 0 0,0 0 1 0 0,1-1 0 0 0,-1 1 0 0 0,0 0-1 0 0,1-1 1 0 0,0 1 0 0 0,-1 0 0 0 0,1 0 0 0 0,0-1-1 0 0,-1 1 1 0 0,1 0 0 0 0,0 0 0 0 0,0 0-1 0 0,0 0 1 0 0,0 0 0 0 0,0 0 0 0 0,0 0 0 0 0,0 1-1 0 0,0-1 1 0 0,1 0 0 0 0,1-1 0 0 0,53-29 79 0 0,-50 28 3 0 0,230-90 388 0 0,-234 92-501 0 0,-1 1-21 0 0,0 1 0 0 0,0-1-1 0 0,0 1 1 0 0,-1 0 0 0 0,1-1 0 0 0,0 1-1 0 0,-1 0 1 0 0,1 0 0 0 0,0 0 0 0 0,-1-1-1 0 0,1 1 1 0 0,-1 0 0 0 0,1 0 0 0 0,-1 0-1 0 0,0 0 1 0 0,1 0 0 0 0,-1 0-1 0 0,0 0 1 0 0,0 2 0 0 0,-13 27 34 0 0,3-9 56 0 0,1-1-1 0 0,1 1 0 0 0,1 1 0 0 0,-9 42 1 0 0,16-60-107 0 0,-1 0 1 0 0,1 0-1 0 0,-1 0 0 0 0,1 0 1 0 0,0 0-1 0 0,1 0 1 0 0,-1-1-1 0 0,1 1 1 0 0,-1 0-1 0 0,1 0 1 0 0,0 0-1 0 0,1-1 1 0 0,-1 1-1 0 0,1 0 1 0 0,-1-1-1 0 0,1 0 0 0 0,0 1 1 0 0,0-1-1 0 0,1 0 1 0 0,-1 0-1 0 0,1 0 1 0 0,-1 0-1 0 0,1 0 1 0 0,0-1-1 0 0,0 1 1 0 0,0-1-1 0 0,1 0 1 0 0,-1 0-1 0 0,0 0 0 0 0,1 0 1 0 0,-1-1-1 0 0,1 1 1 0 0,0-1-1 0 0,-1 0 1 0 0,7 1-1 0 0,-4 0-64 0 0,1 0 1 0 0,-1-1-1 0 0,1 0 0 0 0,-1 0 0 0 0,1-1 0 0 0,0 1 0 0 0,-1-2 1 0 0,1 1-1 0 0,-1-1 0 0 0,1 0 0 0 0,8-2 0 0 0,-12 2 65 0 0,0-1 1 0 0,0 0-1 0 0,0 0 0 0 0,0 0 0 0 0,0 0 1 0 0,0 0-1 0 0,-1 0 0 0 0,1-1 0 0 0,-1 1 0 0 0,0-1 1 0 0,0 0-1 0 0,0 1 0 0 0,0-1 0 0 0,0 0 1 0 0,0 0-1 0 0,-1-1 0 0 0,1 1 0 0 0,-1 0 0 0 0,0 0 1 0 0,0-1-1 0 0,0 1 0 0 0,-1-1 0 0 0,1-2 0 0 0,0-1-21 0 0,0 1-1 0 0,0 0 0 0 0,0 0 0 0 0,-1 0 0 0 0,0-1 0 0 0,0 1 0 0 0,-2-8 0 0 0,2 12-153 0 0,-1 0-1 0 0,1 0 1 0 0,-1 0-1 0 0,0 0 1 0 0,0 1 0 0 0,0-1-1 0 0,0 0 1 0 0,0 1-1 0 0,0-1 1 0 0,-1 1 0 0 0,1-1-1 0 0,-1 1 1 0 0,1-1 0 0 0,-1 1-1 0 0,1 0 1 0 0,-1 0-1 0 0,1 0 1 0 0,-1 0 0 0 0,0 0-1 0 0,0 0 1 0 0,0 0-1 0 0,1 0 1 0 0,-1 1 0 0 0,0-1-1 0 0,0 1 1 0 0,0-1-1 0 0,0 1 1 0 0,-4 0 0 0 0,-10-2-1078 0 0,13 2-2476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0T03:09:04.6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22 111 13429 0 0,'-2'-1'226'0'0,"1"0"0"0"0,-1-1 0 0 0,0 1 0 0 0,1-1 0 0 0,-1 1 0 0 0,1-1 0 0 0,-1 0 0 0 0,1 1 0 0 0,0-1 0 0 0,0 0 0 0 0,0 0 0 0 0,0 0 0 0 0,0 0 0 0 0,0 0 0 0 0,0 0 0 0 0,0-3 0 0 0,2 4-102 0 0,-1-1 1 0 0,1 0-1 0 0,0 0 1 0 0,0 1-1 0 0,0-1 1 0 0,0 1-1 0 0,0-1 0 0 0,0 1 1 0 0,0-1-1 0 0,0 1 1 0 0,1-1-1 0 0,-1 1 1 0 0,1 0-1 0 0,-1 0 0 0 0,1 0 1 0 0,-1 0-1 0 0,1 0 1 0 0,-1 0-1 0 0,1 0 1 0 0,0 1-1 0 0,2-2 0 0 0,83-35 1696 0 0,-79 34-1687 0 0,-1 1 1 0 0,1 0-1 0 0,0 0 1 0 0,0 0-1 0 0,0 1 1 0 0,0 1-1 0 0,0-1 1 0 0,0 1-1 0 0,14 2 1 0 0,-19-1-99 0 0,0 0-1 0 0,0 0 1 0 0,0 1 0 0 0,0-1 0 0 0,0 1 0 0 0,-1-1-1 0 0,1 1 1 0 0,0 0 0 0 0,-1 0 0 0 0,0 0 0 0 0,1 1-1 0 0,-1-1 1 0 0,0 0 0 0 0,0 1 0 0 0,0-1 0 0 0,-1 1-1 0 0,1 0 1 0 0,-1-1 0 0 0,1 1 0 0 0,-1 0 0 0 0,0 0-1 0 0,0 0 1 0 0,0 0 0 0 0,0 0 0 0 0,-1 0-1 0 0,1 5 1 0 0,1 8 86 0 0,-1 0 0 0 0,-1 0-1 0 0,-3 30 1 0 0,1-30-54 0 0,-9 77 440 0 0,-41 156 0 0 0,30-155-271 0 0,-65 269-1743 0 0,84-354 1383 0 0,1-2-2591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0T03:09:04.7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77 1 13301 0 0,'-11'1'737'0'0,"-1"0"-1"0"0,0 2 0 0 0,1-1 1 0 0,-17 7-1 0 0,26-8 217 0 0,1 0-823 0 0,1 0 0 0 0,0 0 1 0 0,1 1-1 0 0,-1-1 0 0 0,0 0 1 0 0,0 0-1 0 0,0 0 0 0 0,1 0 0 0 0,-1 1 1 0 0,1-1-1 0 0,-1 0 0 0 0,1 0 1 0 0,-1 0-1 0 0,1 0 0 0 0,0 0 1 0 0,-1 0-1 0 0,1 0 0 0 0,0 0 1 0 0,0-1-1 0 0,0 1 0 0 0,-1 0 1 0 0,1 0-1 0 0,0-1 0 0 0,0 1 1 0 0,0 0-1 0 0,0-1 0 0 0,0 1 1 0 0,1-1-1 0 0,-1 1 0 0 0,0-1 0 0 0,0 0 1 0 0,0 1-1 0 0,0-1 0 0 0,3 0 1 0 0,131 5-1280 0 0,4-1-7807 0 0,-117-1 4577 0 0,-5 2-1778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0T03:09:05.7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357 21 12501 0 0,'0'0'-153'0'0,"6"-4"297"0"0,-3 2-29 0 0,-1 0-33 0 0,-1 1 0 0 0,1 0 0 0 0,-1-1 0 0 0,1 1 1 0 0,0 0-1 0 0,-1 0 0 0 0,1 0 0 0 0,0 0 0 0 0,0 0 1 0 0,0 0-1 0 0,0 1 0 0 0,4-2 0 0 0,7 29 803 0 0,-12-19-703 0 0,0 0 1 0 0,0 0-1 0 0,0 1 0 0 0,-1-1 1 0 0,-1 0-1 0 0,1 0 0 0 0,-1 0 0 0 0,-3 13 1 0 0,-1 10 304 0 0,-12 304 3192 0 0,9-149-1571 0 0,7-167-1765 0 0,0-1 0 0 0,-1 1 0 0 0,-1-1 0 0 0,0 0 0 0 0,-13 34 0 0 0,15-48-315 0 0,0-1 0 0 0,-1 1 0 0 0,0-1 0 0 0,0 0-1 0 0,0 0 1 0 0,0 1 0 0 0,0-1 0 0 0,-1-1 0 0 0,1 1-1 0 0,-1 0 1 0 0,0-1 0 0 0,1 1 0 0 0,-1-1 0 0 0,-1 0-1 0 0,1 0 1 0 0,0 0 0 0 0,0 0 0 0 0,-1-1 0 0 0,1 1-1 0 0,-1-1 1 0 0,1 0 0 0 0,-1 0 0 0 0,0 0 0 0 0,1 0-1 0 0,-1-1 1 0 0,0 1 0 0 0,0-1 0 0 0,1 0 0 0 0,-1 0 0 0 0,0-1-1 0 0,0 1 1 0 0,1-1 0 0 0,-1 0 0 0 0,0 0 0 0 0,-6-2-1 0 0,-2-2-396 0 0,0 0-1 0 0,0 0 0 0 0,1-1 1 0 0,0-1-1 0 0,0 0 0 0 0,0 0 0 0 0,1-1 1 0 0,0 0-1 0 0,0-1 0 0 0,1 0 1 0 0,1-1-1 0 0,-1 0 0 0 0,1 0 1 0 0,1 0-1 0 0,0-1 0 0 0,0 0 0 0 0,-9-24 1 0 0,6 9-1113 0 0,1 0 0 0 0,1 0 0 0 0,1-1 0 0 0,1 0 0 0 0,2 0 0 0 0,0-1 0 0 0,1-38 0 0 0,5 0-3686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0T03:09:05.8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73 10725 0 0,'20'-27'686'0'0,"1"-16"4928"0"0,-20 41-5653 0 0,2 8-3542 0 0,33 89-4933 0 0,-21-70 5479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0T03:09:06.1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76 0 8729 0 0,'-38'6'3345'0'0,"2"0"3461"0"0,36-6-6750 0 0,1 0-1 0 0,-1 0 0 0 0,0 0 1 0 0,0 0-1 0 0,0 1 1 0 0,0-1-1 0 0,1 0 0 0 0,-1 0 1 0 0,0 0-1 0 0,0 0 0 0 0,0 1 1 0 0,0-1-1 0 0,0 0 0 0 0,0 0 1 0 0,1 0-1 0 0,-1 1 0 0 0,0-1 1 0 0,0 0-1 0 0,0 0 1 0 0,0 0-1 0 0,0 1 0 0 0,0-1 1 0 0,0 0-1 0 0,0 0 0 0 0,0 0 1 0 0,0 1-1 0 0,0-1 0 0 0,0 0 1 0 0,0 0-1 0 0,0 1 0 0 0,0-1 1 0 0,-1 0-1 0 0,1 0 0 0 0,0 0 1 0 0,0 1-1 0 0,0-1 1 0 0,0 0-1 0 0,0 0 0 0 0,0 0 1 0 0,0 0-1 0 0,-1 1 0 0 0,1-1 1 0 0,0 0-1 0 0,0 0 0 0 0,0 0 1 0 0,0 0-1 0 0,-1 0 0 0 0,1 0 1 0 0,0 1-1 0 0,0-1 1 0 0,0 0-1 0 0,-1 0 0 0 0,1 0 1 0 0,17 10 449 0 0,2-2-1113 0 0,0-2-1 0 0,0 0 1 0 0,1-1 0 0 0,30 4 0 0 0,-30-6-2381 0 0,1 1 0 0 0,-1 1-1 0 0,38 13 1 0 0,-41-9-2532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0T03:09:06.2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197 104 10853 0 0,'-100'31'2532'0'0,"3"-8"3679"0"0,108-25-4758 0 0,129-30-4529 0 0,124-65-7994 0 0,-203 70 6023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0T03:09:06.5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170 7 10693 0 0,'0'0'425'0'0,"7"-7"450"0"0,0 8 5091 0 0,-5 0-5835 0 0,0 0 0 0 0,1 1 1 0 0,-1-1-1 0 0,0 1 0 0 0,0-1 0 0 0,1 1 1 0 0,-1 0-1 0 0,-1 0 0 0 0,1 0 0 0 0,0 0 1 0 0,0 0-1 0 0,-1 1 0 0 0,1-1 0 0 0,-1 0 1 0 0,0 1-1 0 0,0-1 0 0 0,2 6 0 0 0,-1-2 51 0 0,-1 1 0 0 0,0 0 0 0 0,0-1 0 0 0,0 1 0 0 0,-1 0 0 0 0,0-1 0 0 0,-2 9 0 0 0,-1 10 235 0 0,-2-1 0 0 0,-1 0-1 0 0,-11 27 1 0 0,1-13 400 0 0,-1 0-1 0 0,-40 61 1 0 0,37-68-6 0 0,1 1 0 0 0,2 2 0 0 0,-21 56 0 0 0,37-87-737 0 0,0 0 0 0 0,0-1 0 0 0,0 1 0 0 0,0 0 0 0 0,1 0 0 0 0,-1 0 1 0 0,1 0-1 0 0,0 0 0 0 0,0 0 0 0 0,0 1 0 0 0,0-1 0 0 0,1 0 0 0 0,-1 0 0 0 0,1 0 0 0 0,-1 0 0 0 0,1-1 0 0 0,0 1 0 0 0,0 0 1 0 0,1 0-1 0 0,-1 0 0 0 0,4 4 0 0 0,-2-4-77 0 0,0-1 0 0 0,0 1 0 0 0,0-1 0 0 0,0 0 1 0 0,1 0-1 0 0,-1 0 0 0 0,1 0 0 0 0,-1-1 0 0 0,1 1 0 0 0,0-1 0 0 0,0 0 1 0 0,-1 0-1 0 0,1 0 0 0 0,6 0 0 0 0,12 0-466 0 0,0-1 0 0 0,0-1 0 0 0,0-1 0 0 0,39-8 1 0 0,18-8-3008 0 0,122-44 0 0 0,-20-18-7811 0 0,-124 51 3001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0T03:09:07.1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461 81 14345 0 0,'3'-81'6542'0'0,"-6"88"-5498"0"0,-73 245 3365 0 0,41-125-3366 0 0,-91 339 1837 0 0,114-435-3675 0 0,11-30 281 0 0,-1-6-1368 0 0,-28-70 63 0 0,25 60 1634 0 0,0 1 0 0 0,0-1 0 0 0,-1 1 1 0 0,-1 0-1 0 0,-1 1 0 0 0,0-1 0 0 0,0 2 0 0 0,-1-1 0 0 0,-20-20 0 0 0,-60-30 3677 0 0,109 47-2632 0 0,0 6-682 0 0,0 1 0 0 0,0 0 0 0 0,1 1 0 0 0,0 2 0 0 0,25-6 0 0 0,23-7-145 0 0,281-78-1195 0 0,-348 96 1092 0 0,-1 2 51 0 0,1 0 25 0 0,-1 0 1 0 0,0-1 0 0 0,1 1-1 0 0,-1 0 1 0 0,0 0 0 0 0,1 0-1 0 0,-1 0 1 0 0,0 1-1 0 0,0-1 1 0 0,0 0 0 0 0,0 0-1 0 0,0 1 1 0 0,-1-1-1 0 0,1 0 1 0 0,0 1 0 0 0,0-1-1 0 0,-1 1 1 0 0,1-1 0 0 0,-1 1-1 0 0,1-1 1 0 0,-1 1-1 0 0,0 0 1 0 0,0-1 0 0 0,0 1-1 0 0,0-1 1 0 0,0 4 0 0 0,-9 41 263 0 0,1-12-69 0 0,2 0 0 0 0,-3 59-1 0 0,9-84-176 0 0,0-1-1 0 0,0 0 1 0 0,1 1-1 0 0,0-1 0 0 0,1 0 1 0 0,0 1-1 0 0,0-1 0 0 0,1 0 1 0 0,-1 0-1 0 0,2-1 0 0 0,-1 1 1 0 0,1-1-1 0 0,1 1 1 0 0,-1-1-1 0 0,1 0 0 0 0,8 8 1 0 0,-9-12-67 0 0,0 0 0 0 0,0 0 0 0 0,0-1 0 0 0,0 0 0 0 0,1 0 0 0 0,-1 0 0 0 0,1 0 0 0 0,0 0 1 0 0,-1-1-1 0 0,1 0 0 0 0,0 0 0 0 0,0 0 0 0 0,0-1 0 0 0,0 0 0 0 0,-1 0 0 0 0,1 0 0 0 0,0 0 0 0 0,0-1 1 0 0,0 0-1 0 0,0 0 0 0 0,-1 0 0 0 0,10-4 0 0 0,-9 4 12 0 0,0-1 1 0 0,0 0-1 0 0,-1 0 0 0 0,1 0 1 0 0,-1 0-1 0 0,1-1 1 0 0,-1 0-1 0 0,0 0 0 0 0,0 0 1 0 0,0 0-1 0 0,-1-1 1 0 0,1 1-1 0 0,-1-1 0 0 0,1 0 1 0 0,-1 0-1 0 0,-1 0 1 0 0,1-1-1 0 0,-1 1 0 0 0,1-1 1 0 0,-1 1-1 0 0,3-10 1 0 0,-4 6 61 0 0,-1 0 0 0 0,1 0 1 0 0,-1 1-1 0 0,0-1 0 0 0,-1 0 1 0 0,0 0-1 0 0,0 1 0 0 0,-1-1 1 0 0,0 0-1 0 0,0 1 0 0 0,-1 0 1 0 0,0-1-1 0 0,0 1 0 0 0,-8-12 1 0 0,8 15-112 0 0,0 0 0 0 0,0-1 1 0 0,-1 2-1 0 0,1-1 1 0 0,-1 0-1 0 0,0 1 1 0 0,0-1-1 0 0,0 1 0 0 0,-1 0 1 0 0,1 1-1 0 0,-1-1 1 0 0,0 1-1 0 0,1 0 1 0 0,-1 0-1 0 0,0 0 0 0 0,0 1 1 0 0,0-1-1 0 0,-1 1 1 0 0,1 1-1 0 0,0-1 1 0 0,0 1-1 0 0,-10 0 0 0 0,-32 5-3010 0 0,17 0-2089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0T03:09:07.4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 51 15281 0 0,'-11'-12'1534'0'0,"-8"-10"760"0"0,14 7 3022 0 0,12 14-4589 0 0,25 0 383 0 0,49 5 0 0 0,-67-2-956 0 0,-1-1-1 0 0,1 2 1 0 0,-1 0 0 0 0,0 0 0 0 0,0 1 0 0 0,0 1-1 0 0,-1 0 1 0 0,1 1 0 0 0,-1 0 0 0 0,0 1 0 0 0,16 12-1 0 0,-22-13-93 0 0,1 0 0 0 0,-1 0 0 0 0,-1 0-1 0 0,1 1 1 0 0,-1-1 0 0 0,0 1 0 0 0,-1 1-1 0 0,0-1 1 0 0,0 1 0 0 0,0 0 0 0 0,-1-1-1 0 0,0 1 1 0 0,-1 1 0 0 0,0-1 0 0 0,0 0 0 0 0,-1 1-1 0 0,0-1 1 0 0,0 17 0 0 0,-4 27 34 0 0,-2-1 0 0 0,-3 1 0 0 0,-19 69 0 0 0,-1 7-2124 0 0,11-75-883 0 0,9-32-1984 0 0,2 1-7387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0T03:09:07.6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65 120 13473 0 0,'-31'-35'2501'0'0,"-2"3"9315"0"0,35 29-10728 0 0,3 0-862 0 0,1-1 1 0 0,-1 0-1 0 0,1 1 1 0 0,-1 0-1 0 0,1 0 1 0 0,0 1-1 0 0,0 0 1 0 0,1 0-1 0 0,-1 0 1 0 0,8-1-1 0 0,75-11-3282 0 0,-82 13 2536 0 0,-4 1 285 0 0,38-3-4841 0 0,-40 3 4646 0 0,0 0-1 0 0,0 0 0 0 0,0 0 1 0 0,1 0-1 0 0,-1 0 0 0 0,0 0 0 0 0,0 0 1 0 0,1 0-1 0 0,-1 1 0 0 0,0-1 1 0 0,0 0-1 0 0,0 1 0 0 0,1-1 0 0 0,-1 1 1 0 0,0-1-1 0 0,0 1 0 0 0,0 0 1 0 0,0-1-1 0 0,0 1 0 0 0,0 0 0 0 0,0 0 1 0 0,0 0-1 0 0,-1 0 0 0 0,1 0 0 0 0,0 0 1 0 0,0 0-1 0 0,0 1 0 0 0,-2 9-8135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0T03:09:08.2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134 0 14709 0 0,'0'0'-492'0'0,"-15"4"154"0"0,15-4 478 0 0,-1 0-1 0 0,1 0 1 0 0,0 0-1 0 0,-1 0 0 0 0,1 0 1 0 0,-1 0-1 0 0,1 0 0 0 0,0 0 1 0 0,-1 0-1 0 0,1 0 0 0 0,0 0 1 0 0,-1 0-1 0 0,1 0 0 0 0,-1 1 1 0 0,1-1-1 0 0,0 0 0 0 0,-1 0 1 0 0,1 0-1 0 0,0 1 0 0 0,0-1 1 0 0,-1 0-1 0 0,1 0 0 0 0,0 1 1 0 0,0-1-1 0 0,-1 0 0 0 0,1 0 1 0 0,0 1-1 0 0,0-1 0 0 0,0 0 1 0 0,-1 1-1 0 0,1-1 0 0 0,0 1 1 0 0,0-1-1 0 0,0 0 0 0 0,0 1 1 0 0,0-1-1 0 0,0 0 0 0 0,0 1 1 0 0,0-1-1 0 0,0 1 0 0 0,28 32 1742 0 0,-5-8-452 0 0,-2 2 1 0 0,35 53-1 0 0,-26-22-278 0 0,-2 1 0 0 0,-3 1 0 0 0,-3 1 0 0 0,-2 1-1 0 0,21 117 1 0 0,-40-178-1147 0 0,2 17 17 0 0,0 0 0 0 0,-1 0 1 0 0,-1 0-1 0 0,-3 32 0 0 0,2-47-22 0 0,0 1 1 0 0,-1-1 0 0 0,1 1 0 0 0,-1-1-1 0 0,0 0 1 0 0,0 1 0 0 0,0-1 0 0 0,-1 0-1 0 0,1 0 1 0 0,-1 0 0 0 0,0 0 0 0 0,1 0-1 0 0,-1 0 1 0 0,-1 0 0 0 0,1-1-1 0 0,0 1 1 0 0,-1-1 0 0 0,1 1 0 0 0,-1-1-1 0 0,0 0 1 0 0,1 0 0 0 0,-1 0 0 0 0,0-1-1 0 0,-1 1 1 0 0,1-1 0 0 0,0 1 0 0 0,0-1-1 0 0,0 0 1 0 0,-1 0 0 0 0,1-1-1 0 0,-1 1 1 0 0,-4 0 0 0 0,-15-5 0 0 0,7-1-306 0 0,1-1 1 0 0,0-1-1 0 0,0 0 1 0 0,0-2-1 0 0,1 1 1 0 0,0-2-1 0 0,0 0 0 0 0,1 0 1 0 0,1-1-1 0 0,0-1 1 0 0,0 0-1 0 0,1-1 1 0 0,1 0-1 0 0,0 0 0 0 0,-10-19 1 0 0,6 7-1194 0 0,1 0 1 0 0,0-1-1 0 0,2-1 0 0 0,2 0 1 0 0,0 0-1 0 0,1-1 0 0 0,2 0 1 0 0,-4-35-1 0 0,9 16-3613 0 0,4 3-2310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0T03:09:08.4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 85 14585 0 0,'-10'-18'1083'0'0,"6"10"1746"0"0,-23-36 4575 0 0,26 42-6072 0 0,-1-10-544 0 0,16 37-14554 0 0,-9 0 7400 0 0,-2-11 333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0T03:09:08.6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1 12025 0 0,'0'0'3478'0'0,"-2"2"-1942"0"0,2-1-1389 0 0,-1-1-1 0 0,1 0 1 0 0,0 0-1 0 0,-1 0 1 0 0,1 0 0 0 0,0 1-1 0 0,0-1 1 0 0,-1 0-1 0 0,1 0 1 0 0,0 0 0 0 0,0 1-1 0 0,0-1 1 0 0,-1 0 0 0 0,1 0-1 0 0,0 1 1 0 0,0-1-1 0 0,0 0 1 0 0,0 0 0 0 0,0 1-1 0 0,0-1 1 0 0,-1 0 0 0 0,1 1-1 0 0,0-1 1 0 0,0 0-1 0 0,0 1 1 0 0,0-1 0 0 0,0 0-1 0 0,0 1 1 0 0,0-1 0 0 0,0 0-1 0 0,0 0 1 0 0,0 1-1 0 0,1-1 1 0 0,-1 0 0 0 0,0 1-1 0 0,0-1 1 0 0,0 0 0 0 0,0 0-1 0 0,0 1 1 0 0,0-1-1 0 0,1 0 1 0 0,-1 0 0 0 0,0 1-1 0 0,0-1 1 0 0,0 0 0 0 0,1 0-1 0 0,-1 1 1 0 0,0-1-1 0 0,0 0 1 0 0,1 0 0 0 0,-1 0-1 0 0,1 1 1 0 0,19-2 8223 0 0,-10 0-10973 0 0,7 0 2207 0 0,49 1-5485 0 0,-62 0 4730 0 0,0 0 0 0 0,0 0 0 0 0,0 1 0 0 0,0 0 0 0 0,0 0 0 0 0,0 0 0 0 0,0 0 0 0 0,-1 1 0 0 0,1-1 0 0 0,-1 1 0 0 0,1 0 1 0 0,4 3-1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0T03:09:08.8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68 185 14373 0 0,'-64'25'4174'0'0,"60"-24"-2957"0"0,5 0-924 0 0,-1-1-1 0 0,1 1 1 0 0,0-1 0 0 0,-1 0-1 0 0,1 1 1 0 0,-1-1 0 0 0,1 0-1 0 0,0 1 1 0 0,-1-1 0 0 0,1 0 0 0 0,0 0-1 0 0,0 1 1 0 0,-1-1 0 0 0,1 0-1 0 0,0 0 1 0 0,-1 0 0 0 0,1 0-1 0 0,0 0 1 0 0,0 0 0 0 0,-1 0 0 0 0,1 0-1 0 0,0 0 1 0 0,-1 0 0 0 0,1-1-1 0 0,1 1 1 0 0,43-8 542 0 0,52-17-3203 0 0,148-60-5917 0 0,-86 19-585 0 0,-100 36 2040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0T03:09:09.2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164 40 13725 0 0,'-2'-2'624'0'0,"1"0"-1"0"0,-1-1 1 0 0,0 1 0 0 0,1-1-1 0 0,-1 1 1 0 0,1-1 0 0 0,0 1-1 0 0,0-1 1 0 0,0 0-1 0 0,0 1 1 0 0,0-4 0 0 0,7 4-503 0 0,-1 1 1 0 0,1 0 0 0 0,0 0 0 0 0,-1 0 0 0 0,1 1-1 0 0,0 0 1 0 0,0 0 0 0 0,-1 0 0 0 0,1 1 0 0 0,0 0-1 0 0,-1 0 1 0 0,1 0 0 0 0,-1 1 0 0 0,1 0 0 0 0,-1 0-1 0 0,0 0 1 0 0,1 1 0 0 0,-1-1 0 0 0,0 1-1 0 0,8 7 1 0 0,-6-5-47 0 0,1 1 0 0 0,-1-1 0 0 0,0 2 0 0 0,0-1 0 0 0,-1 1 0 0 0,0 0 0 0 0,0 0 0 0 0,-1 0 0 0 0,0 1 0 0 0,0 0 0 0 0,-1 0 0 0 0,7 15 0 0 0,-9-10 122 0 0,0-1 0 0 0,-1 0 0 0 0,0 0 0 0 0,-1 1 0 0 0,-1-1 0 0 0,0 1 0 0 0,0-1 0 0 0,-1 0 0 0 0,-1 0 1 0 0,0 0-1 0 0,0 0 0 0 0,-1 0 0 0 0,-10 18 0 0 0,-8 16 1902 0 0,-54 80-1 0 0,67-112-1669 0 0,-14 26-222 0 0,1 0 0 0 0,-17 49 1 0 0,6-14-189 0 0,21-51-19 0 0,-1-1 0 0 0,-29 38 0 0 0,35-54 0 0 0,-3-2-286 0 0,8-4-1237 0 0,-6-17-2844 0 0,7 15 4137 0 0,0 0 1 0 0,0 0 0 0 0,0 0 0 0 0,0 0 0 0 0,0 0 0 0 0,1 0 0 0 0,-1 0 0 0 0,0 0 0 0 0,1 0 0 0 0,-1 0-1 0 0,1-1 1 0 0,-1 1 0 0 0,1 0 0 0 0,0 0 0 0 0,-1-1 0 0 0,1 1 0 0 0,0-2 0 0 0,0-1-995 0 0,0-1 0 0 0,0 1 0 0 0,1-1 0 0 0,0 0 0 0 0,0 1 0 0 0,0-1 0 0 0,0 1 0 0 0,1 0 0 0 0,2-6 0 0 0,7-12-7147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0T03:09:09.8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259 63 14853 0 0,'1'-27'-550'0'0,"1"-4"3910"0"0,0 26 231 0 0,-2 34-2238 0 0,-1 139 997 0 0,-9 0-1 0 0,-31 175 1 0 0,37-320-2208 0 0,2-8-135 0 0,0-1 1 0 0,-1 1 0 0 0,-1-1-1 0 0,0 0 1 0 0,-8 17-1 0 0,11-30-15 0 0,1-1 0 0 0,-1 1 0 0 0,1-1-1 0 0,0 1 1 0 0,-1-1 0 0 0,1 1-1 0 0,-1-1 1 0 0,1 1 0 0 0,-1-1 0 0 0,0 0-1 0 0,1 1 1 0 0,-1-1 0 0 0,1 0-1 0 0,-1 1 1 0 0,0-1 0 0 0,1 0 0 0 0,-1 0-1 0 0,0 0 1 0 0,1 0 0 0 0,-1 0-1 0 0,0 0 1 0 0,1 0 0 0 0,-1 0 0 0 0,0 0-1 0 0,1 0 1 0 0,-1 0 0 0 0,0 0-1 0 0,1 0 1 0 0,-1 0 0 0 0,1 0 0 0 0,-1-1-1 0 0,0 1 1 0 0,1 0 0 0 0,-1-1-1 0 0,0 1 1 0 0,-19-14 62 0 0,18 13-32 0 0,-117-77 3124 0 0,107 70-3146 0 0,7-6 0 0 0,8 11 0 0 0,-1-1 0 0 0,1 1 0 0 0,0 0 0 0 0,0 0 0 0 0,0 0 0 0 0,1 0 0 0 0,-1 1 0 0 0,1-1 0 0 0,0 1 0 0 0,0 0 0 0 0,-1 0 0 0 0,1 0 0 0 0,0 0 0 0 0,9-2 0 0 0,-1-1 0 0 0,419-147 0 0 0,-414 148 0 0 0,1 5 0 0 0,-15 0 0 0 0,-1 0 0 0 0,0 0 0 0 0,0 1 0 0 0,0-1 0 0 0,0 1 0 0 0,0-1 0 0 0,0 1 0 0 0,-1 0 0 0 0,1-1 0 0 0,-1 1 0 0 0,1 0 0 0 0,-1 0 0 0 0,1 0 0 0 0,-1 0 0 0 0,0 1 0 0 0,0-1 0 0 0,0 0 0 0 0,0 0 0 0 0,-1 1 0 0 0,1-1 0 0 0,0 0 0 0 0,-1 1 0 0 0,0-1 0 0 0,1 3 0 0 0,0 73 0 0 0,-2-48 0 0 0,0-22 0 0 0,2-1 0 0 0,-1 0 0 0 0,1 1 0 0 0,0-1 0 0 0,1 0 0 0 0,0 0 0 0 0,0 0 0 0 0,0 0 0 0 0,1 0 0 0 0,0 0 0 0 0,1-1 0 0 0,7 12 0 0 0,-8-14 0 0 0,0-1 0 0 0,0 0 0 0 0,1 1 0 0 0,-1-1 0 0 0,1-1 0 0 0,0 1 0 0 0,0-1 0 0 0,0 1 0 0 0,0-1 0 0 0,1 0 0 0 0,-1-1 0 0 0,0 1 0 0 0,1-1 0 0 0,-1 1 0 0 0,1-2 0 0 0,0 1 0 0 0,-1 0 0 0 0,1-1 0 0 0,0 0 0 0 0,-1 0 0 0 0,1 0 0 0 0,0-1 0 0 0,-1 1 0 0 0,7-3 0 0 0,-8 3 0 0 0,0-1 0 0 0,-1 1 0 0 0,1-1 0 0 0,0 0 0 0 0,-1 0 0 0 0,1 0 0 0 0,0-1 0 0 0,-1 1 0 0 0,1-1 0 0 0,-1 1 0 0 0,0-1 0 0 0,0 0 0 0 0,1 0 0 0 0,-1 0 0 0 0,0 0 0 0 0,-1 0 0 0 0,1 0 0 0 0,2-5 0 0 0,-1 2 0 0 0,-1 1 0 0 0,0-1 0 0 0,-1 0 0 0 0,1 0 0 0 0,-1 0 0 0 0,0 0 0 0 0,0-1 0 0 0,0 1 0 0 0,-1-9 0 0 0,0 1 0 0 0,-1 1 0 0 0,-1-1 0 0 0,0 0 0 0 0,-1 1 0 0 0,0 0 0 0 0,-1 0 0 0 0,-9-22 0 0 0,13 34-2 0 0,-2-3-3 0 0,1 0 0 0 0,-1 0 0 0 0,0 0 0 0 0,1 1 0 0 0,-1-1 0 0 0,0 1-1 0 0,0-1 1 0 0,-1 1 0 0 0,1 0 0 0 0,-1 0 0 0 0,1 0 0 0 0,-1 0 0 0 0,1 0-1 0 0,-1 1 1 0 0,0-1 0 0 0,0 1 0 0 0,0-1 0 0 0,0 1 0 0 0,0 0 0 0 0,0 0-1 0 0,-6 0 1 0 0,-10-7-1576 0 0,19 8 1196 0 0,-1-1-1 0 0,0 1 1 0 0,1-1-1 0 0,-1 1 1 0 0,0 0-1 0 0,1-1 1 0 0,-1 1-1 0 0,1-1 1 0 0,-1 0-1 0 0,0 1 1 0 0,1-1-1 0 0,0 1 1 0 0,-1-1-1 0 0,1 0 1 0 0,-1 1-1 0 0,1-1 1 0 0,0 0-1 0 0,-1 0 1 0 0,1 1-1 0 0,0-1 1 0 0,-1-1-1 0 0,10-17-8791 0 0,5 2 6359 0 0,8-5-5921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0T03:09:10.0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176 26 16205 0 0,'3'-4'524'0'0,"10"-14"543"0"0,-2 15 6147 0 0,4 9-6516 0 0,-1 0 0 0 0,0 2 0 0 0,0 0 0 0 0,-1 0-1 0 0,0 1 1 0 0,-1 1 0 0 0,17 16 0 0 0,-23-20-584 0 0,-1 0 1 0 0,0 0-1 0 0,-1 0 0 0 0,0 1 1 0 0,0-1-1 0 0,0 1 1 0 0,-1 0-1 0 0,1 0 1 0 0,-2 0-1 0 0,1 1 1 0 0,-1-1-1 0 0,0 1 0 0 0,-1-1 1 0 0,0 1-1 0 0,0 0 1 0 0,0-1-1 0 0,-1 1 1 0 0,-2 11-1 0 0,-1 5-188 0 0,-1-1-1 0 0,-1 0 1 0 0,-1-1 0 0 0,-1 0 0 0 0,-1 0-1 0 0,-1 0 1 0 0,-1-1 0 0 0,-1 0-1 0 0,-1-1 1 0 0,-15 20 0 0 0,13-22-1277 0 0,-1 0 0 0 0,-18 17 1 0 0,15-20-1579 0 0,0 0 1 0 0,-21 14-1 0 0,-47 27-6037 0 0,34-29 676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0T03:09:10.9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307 0 15301 0 0,'0'0'217'0'0,"-4"0"168"0"0,-14 0 214 0 0,14 0 167 0 0,-6 4 8463 0 0,21 5-7169 0 0,-6-6-2054 0 0,0 1 0 0 0,-1-1 0 0 0,0 1 1 0 0,1 0-1 0 0,-2 0 0 0 0,1 0 0 0 0,0 0 1 0 0,-1 1-1 0 0,0-1 0 0 0,3 6 0 0 0,7 30 661 0 0,-2 0 0 0 0,-2 1 0 0 0,-2 0-1 0 0,-1 1 1 0 0,-1 53 0 0 0,3 1-526 0 0,-5-65-141 0 0,0-13 0 0 0,-1 0 0 0 0,0 0 0 0 0,-2 1 0 0 0,0-1 0 0 0,-5 30 0 0 0,4-44 0 0 0,0-1 0 0 0,-1 1 0 0 0,0-1 0 0 0,1 0 0 0 0,-1 0 0 0 0,0 0 0 0 0,0 0 0 0 0,-1 0 0 0 0,1 0 0 0 0,-1-1 0 0 0,1 1 0 0 0,-1-1 0 0 0,0 0 0 0 0,0 0 0 0 0,0 0 0 0 0,0 0 0 0 0,0 0 0 0 0,0 0 0 0 0,-1-1 0 0 0,1 0 0 0 0,-1 0 0 0 0,1 0 0 0 0,-1 0 0 0 0,1 0 0 0 0,-5 0 0 0 0,-11 1 0 0 0,-1 0 0 0 0,1-1 0 0 0,-28-3 0 0 0,39 2 0 0 0,-3-1-28 0 0,-1 0 0 0 0,1 0 0 0 0,0-1 0 0 0,0-1 0 0 0,0 0 0 0 0,0 0 0 0 0,1-1 0 0 0,-1 0 0 0 0,1-1 0 0 0,0 0 0 0 0,-10-8 0 0 0,14 9-324 0 0,1-1 1 0 0,-1 0 0 0 0,1 0 0 0 0,0 0-1 0 0,1 0 1 0 0,-1-1 0 0 0,-6-11 0 0 0,8 11-385 0 0,0-1 1 0 0,0 1 0 0 0,1-1-1 0 0,0 1 1 0 0,0-1 0 0 0,0 0-1 0 0,1 0 1 0 0,-1-13 0 0 0,2 3-1414 0 0,1-1 0 0 0,0 1-1 0 0,1 0 1 0 0,5-20 0 0 0,10-26-8252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0T03:09:11.1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 70 20078 0 0,'-2'-5'456'0'0,"0"1"1"0"0,0 1 0 0 0,0-1-1 0 0,0 0 1 0 0,-1 0-1 0 0,1 1 1 0 0,-1-1-1 0 0,0 1 1 0 0,0 0-1 0 0,0 0 1 0 0,-5-3-1 0 0,-14-16 3726 0 0,21 20-3152 0 0,8 5-7694 0 0,-2-1 6384 0 0,26 9-3680 0 0,6 8-6162 0 0,-24-10 2236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0T03:09:11.3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0 15909 0 0,'-61'23'13009'0'0,"67"-20"-12282"0"0,-1 0-679 0 0,0 0 0 0 0,1-1-1 0 0,-1 0 1 0 0,1 0 0 0 0,0-1 0 0 0,-1 1-1 0 0,10 0 1 0 0,51 1-3100 0 0,-48-4-874 0 0,16 2-2044 0 0,-17 7-2107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0T03:09:11.4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65 121 13569 0 0,'-54'32'4064'0'0,"44"-26"4190"0"0,17-6-7923 0 0,6 0-693 0 0,-1-1-1 0 0,1 0 0 0 0,-1-1 1 0 0,0 0-1 0 0,0-1 0 0 0,0-1 0 0 0,0 0 1 0 0,0 0-1 0 0,-1-1 0 0 0,15-9 1 0 0,1-1-3264 0 0,-2-2 1 0 0,0 0-1 0 0,32-30 1 0 0,-32 25-2246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0T03:09:12.6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259 54 11029 0 0,'-15'-4'128'0'0,"-2"-1"709"0"0,5-1 6593 0 0,129-28-5383 0 0,-107 32-1915 0 0,-1 1 0 0 0,1 0 0 0 0,-1 1-1 0 0,1 0 1 0 0,-1 0 0 0 0,0 1 0 0 0,1 0-1 0 0,-1 1 1 0 0,10 3 0 0 0,-16-4-93 0 0,0 0 0 0 0,0 0-1 0 0,-1 1 1 0 0,1-1 0 0 0,0 1 0 0 0,0-1 0 0 0,-1 1 0 0 0,1 0 0 0 0,-1 0 0 0 0,0 0-1 0 0,0 0 1 0 0,1 1 0 0 0,-1-1 0 0 0,-1 1 0 0 0,1-1 0 0 0,0 1 0 0 0,-1 0 0 0 0,1-1-1 0 0,-1 1 1 0 0,0 0 0 0 0,0 0 0 0 0,0 0 0 0 0,0 0 0 0 0,0 0 0 0 0,-1 0 0 0 0,1 0 0 0 0,-1 0-1 0 0,0 1 1 0 0,0-1 0 0 0,0 0 0 0 0,-1 3 0 0 0,-1 8 159 0 0,0 0 0 0 0,-1-1 0 0 0,0 1 0 0 0,-1-1 0 0 0,0 0-1 0 0,-2 0 1 0 0,-11 22 0 0 0,-4-2 701 0 0,-35 43 0 0 0,33-45 446 0 0,-30 47 1 0 0,53-76-1297 0 0,-1 0-1 0 0,0 1 1 0 0,1-1-1 0 0,-1 0 1 0 0,1 0-1 0 0,0 0 1 0 0,0 0-1 0 0,0 1 1 0 0,0-1-1 0 0,0 0 0 0 0,0 0 1 0 0,0 0-1 0 0,1 1 1 0 0,-1-1-1 0 0,1 0 1 0 0,0 0-1 0 0,1 4 1 0 0,22 39 328 0 0,-10-19-202 0 0,-12-19-127 0 0,0 0-1 0 0,-1-1 0 0 0,1 1 0 0 0,-2 0 1 0 0,1-1-1 0 0,-1 1 0 0 0,0 0 0 0 0,0 0 1 0 0,-1-1-1 0 0,0 1 0 0 0,0 0 1 0 0,-1-1-1 0 0,0 1 0 0 0,0-1 0 0 0,0 1 1 0 0,-1-1-1 0 0,0 0 0 0 0,0 0 1 0 0,0 0-1 0 0,-1-1 0 0 0,0 1 0 0 0,-7 7 1 0 0,-2 2-27 0 0,0 0 0 0 0,-1-1 1 0 0,-1-1-1 0 0,0 0 0 0 0,0-1 1 0 0,-28 16-1 0 0,7-15 694 0 0,-5-4-4228 0 0,33-8 1433 0 0,-1 0 0 0 0,1 0 0 0 0,0 1 1 0 0,0 1-1 0 0,0-1 0 0 0,1 1 0 0 0,-1 1 0 0 0,-8 4 0 0 0,3 3-7314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0T03:09:13.2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57 16177 0 0,'10'-7'-529'0'0,"-5"10"3189"0"0,6 36-604 0 0,-9-27-1481 0 0,1 0-1 0 0,1-1 1 0 0,0 0 0 0 0,9 19 0 0 0,-11-27-505 0 0,0 0-1 0 0,-1-1 1 0 0,1 1-1 0 0,0-1 1 0 0,0 1-1 0 0,0-1 1 0 0,1 0 0 0 0,-1 0-1 0 0,1 0 1 0 0,-1 0-1 0 0,1 0 1 0 0,-1 0-1 0 0,1-1 1 0 0,0 0 0 0 0,0 1-1 0 0,0-1 1 0 0,0 0-1 0 0,0 0 1 0 0,0-1-1 0 0,0 1 1 0 0,0 0-1 0 0,0-1 1 0 0,5 0 0 0 0,2 0-88 0 0,-1-1 1 0 0,0 0 0 0 0,0-1-1 0 0,1 0 1 0 0,-1-1 0 0 0,0 1-1 0 0,0-2 1 0 0,-1 1 0 0 0,1-1-1 0 0,-1-1 1 0 0,0 1 0 0 0,11-9 0 0 0,8-9-112 0 0,-1 0 1 0 0,26-31 0 0 0,9-7 232 0 0,-61 60-78 0 0,1-1-1 0 0,-1 1 0 0 0,0 0 0 0 0,0-1 1 0 0,1 1-1 0 0,-1 0 0 0 0,0 0 1 0 0,0-1-1 0 0,1 1 0 0 0,-1 0 1 0 0,0 0-1 0 0,0-1 0 0 0,1 1 0 0 0,-1 0 1 0 0,0 0-1 0 0,1 0 0 0 0,-1-1 1 0 0,1 1-1 0 0,-1 0 0 0 0,0 0 1 0 0,1 0-1 0 0,-1 0 0 0 0,0 0 0 0 0,1 0 1 0 0,-1 0-1 0 0,1 0 0 0 0,-1 0 1 0 0,0 0-1 0 0,1 0 0 0 0,-1 0 1 0 0,0 0-1 0 0,1 0 0 0 0,-1 0 0 0 0,1 0 1 0 0,-1 1-1 0 0,0-1 0 0 0,1 0 1 0 0,-1 0-1 0 0,0 0 0 0 0,1 1 1 0 0,1 20 481 0 0,-15 53-261 0 0,4-28 54 0 0,5-8-403 0 0,2-1 1 0 0,1 1-1 0 0,2-1 0 0 0,11 68 1 0 0,-5-84 1252 0 0,-7-20-1564 0 0,1 0-1 0 0,-1 0 1 0 0,1 0 0 0 0,0 0-1 0 0,-1 0 1 0 0,1 0 0 0 0,0 0 0 0 0,0 0-1 0 0,0 0 1 0 0,0-1 0 0 0,-1 1-1 0 0,1 0 1 0 0,0-1 0 0 0,0 1-1 0 0,0 0 1 0 0,2 0 0 0 0,15-3-8950 0 0,-5-5 6390 0 0,-9 4-2919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0T03:09:14.1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183 38 11157 0 0,'-1'-23'1319'0'0,"5"9"6169"0"0,-4 14-7373 0 0,5 16 415 0 0,-1 0-1 0 0,0 1 1 0 0,-1-1 0 0 0,0 1-1 0 0,-2 0 1 0 0,0 0 0 0 0,-1 17-1 0 0,-12 129 1606 0 0,10-144-1872 0 0,-34 284 3579 0 0,31-279-3737 0 0,4-23-197 0 0,1 1 0 0 0,0-1 0 0 0,0 0-1 0 0,-1 0 1 0 0,1-1 0 0 0,0 1-1 0 0,-1 0 1 0 0,1 0 0 0 0,-1 0-1 0 0,1 0 1 0 0,-1 0 0 0 0,1 0-1 0 0,-1 0 1 0 0,0-1 0 0 0,1 1-1 0 0,-1 0 1 0 0,0-1 0 0 0,0 1 0 0 0,0 0-1 0 0,1-1 1 0 0,-3 2 0 0 0,1-4 11 0 0,1 1 0 0 0,-1 0 0 0 0,0 0 1 0 0,0-1-1 0 0,1 1 0 0 0,-1-1 0 0 0,1 0 0 0 0,0 1 1 0 0,-1-1-1 0 0,-1-3 0 0 0,2 3-38 0 0,-4-4-127 0 0,0-1 1 0 0,1 0 0 0 0,0 0 0 0 0,-6-13-1 0 0,-12-21-434 0 0,-44-40 1567 0 0,65 79-736 0 0,2 0-128 0 0,0 0-1 0 0,0 0 0 0 0,1 0 1 0 0,-1 0-1 0 0,1 0 0 0 0,-1 0 1 0 0,1 1-1 0 0,0-1 0 0 0,0 1 1 0 0,-1-1-1 0 0,1 1 0 0 0,0 0 1 0 0,1 0-1 0 0,-1 0 0 0 0,0 0 1 0 0,0 0-1 0 0,0 0 0 0 0,0 0 0 0 0,4 0 1 0 0,3-3 31 0 0,69-34-128 0 0,-26 10-306 0 0,1 3 0 0 0,93-29 1 0 0,-144 53 412 0 0,-1 1 0 0 0,0-1-1 0 0,1 1 1 0 0,-1-1 0 0 0,1 1 0 0 0,-1 0 0 0 0,1 0 0 0 0,0 0 0 0 0,-1 0 0 0 0,1 0 0 0 0,-1 0 0 0 0,1 0 0 0 0,-1 0-1 0 0,1 1 1 0 0,-1-1 0 0 0,1 1 0 0 0,-1-1 0 0 0,1 1 0 0 0,-1-1 0 0 0,0 1 0 0 0,1 0 0 0 0,-1 0 0 0 0,0 0 0 0 0,0 0-1 0 0,1 0 1 0 0,-1 0 0 0 0,0 0 0 0 0,0 0 0 0 0,0 0 0 0 0,0 0 0 0 0,0 0 0 0 0,0 1 0 0 0,-1-1 0 0 0,1 0 0 0 0,0 1 0 0 0,-1-1-1 0 0,1 1 1 0 0,-1-1 0 0 0,1 1 0 0 0,-1-1 0 0 0,0 1 0 0 0,1-1 0 0 0,-1 1 0 0 0,0-1 0 0 0,0 1 0 0 0,-1 2-1 0 0,1 12 483 0 0,0-1 0 0 0,-1 1-1 0 0,-7 29 1 0 0,3-19-70 0 0,4-12-181 0 0,0 0 0 0 0,0-1-1 0 0,1 1 1 0 0,1 0 0 0 0,0 0 0 0 0,5 18-1 0 0,-6-29-234 0 0,1 1 0 0 0,0 0-1 0 0,1-1 1 0 0,-1 1-1 0 0,0-1 1 0 0,1 0-1 0 0,0 1 1 0 0,0-1 0 0 0,0 0-1 0 0,0 0 1 0 0,0 0-1 0 0,1 0 1 0 0,-1-1-1 0 0,1 1 1 0 0,0-1 0 0 0,0 1-1 0 0,0-1 1 0 0,0 0-1 0 0,0 0 1 0 0,0 0-1 0 0,1-1 1 0 0,-1 1 0 0 0,0-1-1 0 0,1 1 1 0 0,0-1-1 0 0,-1-1 1 0 0,1 1-1 0 0,6 0 1 0 0,16-3-53 0 0,-16 0-59 0 0,1 0 0 0 0,-1-1-1 0 0,0-1 1 0 0,0 0 0 0 0,0 0 0 0 0,0 0 0 0 0,-1-1-1 0 0,0-1 1 0 0,0 0 0 0 0,0 0 0 0 0,-1-1 0 0 0,14-13-1 0 0,-18 16 83 0 0,-1 0 0 0 0,1-1 0 0 0,-1 1 0 0 0,0-1 0 0 0,-1 0 0 0 0,1 1 0 0 0,-1-1 0 0 0,0 0 0 0 0,0-1 0 0 0,0 1 0 0 0,-1 0 0 0 0,0-1 0 0 0,0 1 0 0 0,0 0 0 0 0,0-1 0 0 0,-1 1 0 0 0,0-1 0 0 0,-1 1 0 0 0,1-1 0 0 0,-1 1 0 0 0,0-1 0 0 0,0 1 0 0 0,0-1 0 0 0,-1 1 0 0 0,0 0 0 0 0,0 0 0 0 0,-5-8 0 0 0,4 7 36 0 0,-1-1 0 0 0,0 1 0 0 0,0 0 0 0 0,0 0 1 0 0,-1 1-1 0 0,0-1 0 0 0,0 1 0 0 0,0 0 0 0 0,-1 1 0 0 0,0-1 0 0 0,0 1 0 0 0,0 0 0 0 0,0 0 1 0 0,0 1-1 0 0,-10-4 0 0 0,-42-7-2059 0 0,-6 11-6080 0 0,61 3 5076 0 0,1-12-5909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0T03:09:14.4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53 16898 0 0,'-10'-13'2279'0'0,"-8"-15"3301"0"0,18 26-4280 0 0,0 2-1239 0 0,0 0-1 0 0,0 0 1 0 0,0 0 0 0 0,1 0-1 0 0,-1 0 1 0 0,0 0 0 0 0,0 0-1 0 0,1 0 1 0 0,-1 0 0 0 0,0 0-1 0 0,0 0 1 0 0,0 0 0 0 0,1 0-1 0 0,-1-1 1 0 0,0 1-1 0 0,0 0 1 0 0,0 0 0 0 0,0 0-1 0 0,1 0 1 0 0,-1 0 0 0 0,0 0-1 0 0,0 0 1 0 0,0-1 0 0 0,0 1-1 0 0,1 0 1 0 0,-1 0 0 0 0,0 0-1 0 0,0 0 1 0 0,0 0 0 0 0,0-1-1 0 0,0 1 1 0 0,0 0 0 0 0,0 0-1 0 0,1 0 1 0 0,-1-1 0 0 0,0 1-1 0 0,0 0 1 0 0,0 0-1 0 0,0 0 1 0 0,0-1 0 0 0,0 1-1 0 0,0 0 1 0 0,0 0 0 0 0,0 0-1 0 0,0-1 1 0 0,0 1 0 0 0,0 0-1 0 0,0 0 1 0 0,0 0 0 0 0,0-1-1 0 0,-1 1 1 0 0,1 0 0 0 0,0 0-1 0 0,0 0 1 0 0,0-1 0 0 0,0 1-1 0 0,0 0 1 0 0,0 0 0 0 0,0 0-1 0 0,-1 0 1 0 0,1-1 0 0 0,0 1-1 0 0,0 0 1 0 0,0 0-1 0 0,-1 0 1 0 0,16 0 227 0 0,0 1 0 0 0,-1 0 0 0 0,1 1 1 0 0,-1 1-1 0 0,1 1 0 0 0,-1 0 0 0 0,0 0 0 0 0,15 8 0 0 0,-23-9-282 0 0,1 1 0 0 0,0-1 0 0 0,-1 2 0 0 0,1-1 0 0 0,-1 1 0 0 0,0 0 0 0 0,-1 0 0 0 0,1 0 0 0 0,-1 1 0 0 0,0 0 0 0 0,0 0 0 0 0,-1 0 0 0 0,0 1 0 0 0,0-1 0 0 0,-1 1 0 0 0,1 0 0 0 0,-1 0 0 0 0,2 9 0 0 0,-1 1-6 0 0,-1 1 0 0 0,-1-1 0 0 0,-1 1 0 0 0,0-1 0 0 0,-1 1 0 0 0,-3 20 0 0 0,-21 106 0 0 0,14-96 0 0 0,-29 155-679 0 0,39-201-1162 0 0,-1 2 4664 0 0,1-3-3518 0 0,5-34-29824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0T03:09:14.5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 95 14873 0 0,'-1'-3'-54'0'0,"1"0"0"0"0,-1 0 0 0 0,0 0 0 0 0,0 0 0 0 0,0 0 0 0 0,-1 0 0 0 0,1 0 0 0 0,-4-4 0 0 0,-3-2 2279 0 0,-6 0 13652 0 0,42 23-15874 0 0,-27-14-19 0 0,-1 0 0 0 0,0 1-1 0 0,1-1 1 0 0,-1 0 0 0 0,1 0-1 0 0,-1 1 1 0 0,1-1 0 0 0,-1 0 0 0 0,1 0-1 0 0,-1 0 1 0 0,1 0 0 0 0,-1 0-1 0 0,1 0 1 0 0,0 0 0 0 0,-1 0-1 0 0,1 0 1 0 0,-1 0 0 0 0,1 0-1 0 0,-1 0 1 0 0,1 0 0 0 0,-1 0-1 0 0,1 0 1 0 0,-1 0 0 0 0,1-1 0 0 0,0 1-1 0 0,66-33-3269 0 0,-21 6-6130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0T03:09:15.2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38 14677 0 0,'5'-4'455'0'0,"0"0"-1"0"0,0 1 1 0 0,0-1-1 0 0,0 1 0 0 0,1 0 1 0 0,0 0-1 0 0,-1 1 1 0 0,1-1-1 0 0,0 2 1 0 0,0-1-1 0 0,1 0 0 0 0,-1 1 1 0 0,10-1-1 0 0,-12 2 207 0 0,3 0-18 0 0,4 1-217 0 0,1 0-1 0 0,0 1 0 0 0,0 0 0 0 0,0 1 0 0 0,-1 0 0 0 0,0 1 0 0 0,1 0 1 0 0,18 10-1 0 0,-18-5-15 0 0,-1 1 1 0 0,0-1 0 0 0,0 2-1 0 0,-1-1 1 0 0,-1 2 0 0 0,0-1-1 0 0,0 1 1 0 0,-1 0 0 0 0,0 1-1 0 0,-2 0 1 0 0,1 0-1 0 0,6 20 1 0 0,0 9 9 0 0,-1 0-1 0 0,12 81 1 0 0,-20-96-420 0 0,-1 0 0 0 0,-2 0 0 0 0,0 0 0 0 0,-2 0 0 0 0,-4 30 0 0 0,4-54 0 0 0,0 1 0 0 0,0-1 0 0 0,-1 0 0 0 0,1 0 0 0 0,0 0 0 0 0,-1 0 0 0 0,0 0 0 0 0,0 0 0 0 0,0 0 0 0 0,-4 4 0 0 0,-4 0 0 0 0,-11-8-225 0 0,15-3-322 0 0,0 1 1 0 0,-1-1-1 0 0,1 0 1 0 0,1 0-1 0 0,-1-1 1 0 0,1 0-1 0 0,-1 0 1 0 0,1 0-1 0 0,1 0 1 0 0,-1-1-1 0 0,1 0 1 0 0,0 0-1 0 0,0 0 1 0 0,1-1-1 0 0,-1 1 1 0 0,-3-14-1 0 0,-5-13-3365 0 0,1-1 0 0 0,-6-36 1 0 0,15 65 3258 0 0,-8-52-8354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0T03:09:15.3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38 17154 0 0,'2'-28'7012'0'0,"4"18"-4324"0"0,-4 11-2884 0 0,0 0 0 0 0,-1-1 0 0 0,1 1 0 0 0,0 0 0 0 0,0 0 0 0 0,-1 0 0 0 0,1 1 0 0 0,0-1 0 0 0,-1 0 0 0 0,1 0 0 0 0,-1 1 0 0 0,0-1 0 0 0,3 3-1 0 0,27 25-4397 0 0,30 10-6121 0 0,-36-27 3771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0T03:09:15.5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87 1 14921 0 0,'-21'7'1329'0'0,"-20"5"2897"0"0,16-8 3367 0 0,66 2-6233 0 0,-34-4-1393 0 0,0-1 0 0 0,0 0 1 0 0,0 0-1 0 0,1 0 0 0 0,12-2 0 0 0,15-2-736 0 0,47-5-2611 0 0,-8 9-4803 0 0,-71-1 7676 0 0,9 7-3031 0 0,-4 2-520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0T03:09:15.7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113 113 11433 0 0,'-4'8'27'0'0,"-1"0"0"0"0,1 0 0 0 0,-1 0 1 0 0,-1 0-1 0 0,1-1 0 0 0,-1 0 0 0 0,-1 0 0 0 0,-11 9 0 0 0,10-9 1216 0 0,0 1 0 0 0,1 0 0 0 0,0 0 0 0 0,-12 18 0 0 0,19-25-1148 0 0,0-1-1 0 0,-1 1 1 0 0,1 0 0 0 0,-1-1 0 0 0,1 1 0 0 0,0 0 0 0 0,-1-1 0 0 0,1 1 0 0 0,0 0 0 0 0,0 0 0 0 0,0-1 0 0 0,-1 1 0 0 0,1 0 0 0 0,0 0 0 0 0,0 0-1 0 0,0-1 1 0 0,0 1 0 0 0,0 0 0 0 0,1 0 0 0 0,-1-1 0 0 0,0 1 0 0 0,0 0 0 0 0,0 0 0 0 0,1-1 0 0 0,-1 1 0 0 0,0 0 0 0 0,1 0 0 0 0,-1-1 0 0 0,1 1 0 0 0,0 0-1 0 0,0 0-40 0 0,1 0 0 0 0,-1 0-1 0 0,1 0 1 0 0,0 0-1 0 0,-1 0 1 0 0,1 0-1 0 0,0-1 1 0 0,0 1 0 0 0,-1-1-1 0 0,1 1 1 0 0,0-1-1 0 0,2 0 1 0 0,5 1-203 0 0,-1-1 0 0 0,0 0 0 0 0,1 0 0 0 0,15-4 1 0 0,41-16-1991 0 0,0-2 0 0 0,-2-4 0 0 0,-1-2 0 0 0,-1-3 0 0 0,-2-2 0 0 0,61-46 1 0 0,-71 42-1821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0T03:09:16.0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263 60 8661 0 0,'7'-12'442'0'0,"7"-13"401"0"0,-10 7 2782 0 0,-28 14-1449 0 0,23 4-2081 0 0,-1 0 0 0 0,1 0 0 0 0,-1 0-1 0 0,1 0 1 0 0,-1 0 0 0 0,1 1 0 0 0,0-1 0 0 0,-1 0-1 0 0,1 1 1 0 0,-1 0 0 0 0,1-1 0 0 0,0 1-1 0 0,-1 0 1 0 0,1 0 0 0 0,0-1 0 0 0,0 1-1 0 0,-1 0 1 0 0,1 0 0 0 0,-2 3 0 0 0,0-2 206 0 0,-4 3 115 0 0,-1 1 0 0 0,1 0 0 0 0,0 0 0 0 0,0 0 0 0 0,1 1 0 0 0,-1 0-1 0 0,1 0 1 0 0,1 0 0 0 0,0 1 0 0 0,0 0 0 0 0,0 0 0 0 0,1 0 0 0 0,-6 17 0 0 0,8-18-224 0 0,1 0 1 0 0,-1 0 0 0 0,1 0 0 0 0,1 0 0 0 0,-1 0 0 0 0,1 0 0 0 0,0 0 0 0 0,1 0 0 0 0,0 0 0 0 0,0 0 0 0 0,1 0 0 0 0,-1-1 0 0 0,1 1 0 0 0,1 0 0 0 0,-1-1 0 0 0,1 1 0 0 0,0-1 0 0 0,6 8 0 0 0,28 36 652 0 0,-24-35-285 0 0,-1 1-1 0 0,16 28 0 0 0,-25-38-363 0 0,-1-1 0 0 0,1 1 0 0 0,-1-1 1 0 0,-1 1-1 0 0,1 0 0 0 0,-1 0 0 0 0,0 0 0 0 0,0 0 0 0 0,0 0 1 0 0,-1 0-1 0 0,0 0 0 0 0,0 0 0 0 0,-2 7 0 0 0,0-3-189 0 0,-1-1-1 0 0,0 1 1 0 0,0 0-1 0 0,-1-1 0 0 0,0 0 1 0 0,-1 0-1 0 0,0 0 1 0 0,0-1-1 0 0,-1 1 0 0 0,-11 10 1 0 0,12-13-8 0 0,0 0 1 0 0,0-1 0 0 0,-1 0-1 0 0,0-1 1 0 0,0 1-1 0 0,0-1 1 0 0,0 0 0 0 0,-1 0-1 0 0,0-1 1 0 0,0 0 0 0 0,0 0-1 0 0,0-1 1 0 0,0 0-1 0 0,-14 3 1 0 0,19-5-25 0 0,0 0 0 0 0,0 1 0 0 0,1-1 0 0 0,-1 0 1 0 0,0 0-1 0 0,0 0 0 0 0,0 0 0 0 0,0 0 0 0 0,0 0 0 0 0,1-1 0 0 0,-1 1 0 0 0,0-1 0 0 0,0 1 0 0 0,0-1 1 0 0,1 1-1 0 0,-1-1 0 0 0,0 0 0 0 0,1 0 0 0 0,-3-2 0 0 0,-2-1-241 0 0,3 3-160 0 0,-1-1 0 0 0,1-1 0 0 0,0 1 0 0 0,0-1 0 0 0,0 1 0 0 0,0-1 0 0 0,0 0 0 0 0,0 0 0 0 0,1 0 0 0 0,0 0 0 0 0,-1 0 0 0 0,1-1 0 0 0,0 1 0 0 0,1-1 0 0 0,-1 0 0 0 0,-1-3 0 0 0,0-4-2247 0 0,0 1-1 0 0,0-1 0 0 0,1 0 1 0 0,-1-16-1 0 0,3 7-6863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0T03:09:16.7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300 47 18218 0 0,'8'-41'597'0'0,"-3"35"3921"0"0,4 29-4064 0 0,0 1 0 0 0,-2 0-1 0 0,-1 0 1 0 0,-1 1-1 0 0,-1 0 1 0 0,2 31 0 0 0,-6 161 1406 0 0,-5-124-1403 0 0,-4 0-1 0 0,-43 179 1 0 0,51-270-576 0 0,1 0 1 0 0,-1-1-1 0 0,0 1 0 0 0,0 0 0 0 0,0-1 0 0 0,0 1 0 0 0,0 0 0 0 0,0-1 0 0 0,-1 1 0 0 0,1-1 0 0 0,0 0 0 0 0,-1 0 0 0 0,1 1 0 0 0,-1-1 0 0 0,0 0 0 0 0,1 0 0 0 0,-1 0 0 0 0,0 0 1 0 0,0-1-1 0 0,1 1 0 0 0,-1 0 0 0 0,0-1 0 0 0,0 1 0 0 0,0-1 0 0 0,0 0 0 0 0,0 0 0 0 0,0 0 0 0 0,0 0 0 0 0,-3 0 0 0 0,-8-1-133 0 0,1 0 0 0 0,0-1 0 0 0,-20-5 0 0 0,15 3 215 0 0,-24-4 321 0 0,12 3 1619 0 0,-52-17 1 0 0,81 22-1872 0 0,0 0 0 0 0,-1-1 1 0 0,1 1-1 0 0,-1 0 0 0 0,1 0 1 0 0,0 0-1 0 0,-1-1 0 0 0,1 1 1 0 0,-1 0-1 0 0,1-1 0 0 0,0 1 1 0 0,-1 0-1 0 0,1-1 0 0 0,0 1 0 0 0,0 0 1 0 0,-1-1-1 0 0,1 1 0 0 0,0 0 1 0 0,0-1-1 0 0,0 1 0 0 0,-1-1 1 0 0,1 1-1 0 0,0-1 0 0 0,0 1 1 0 0,0 0-1 0 0,0-1 0 0 0,0 1 1 0 0,0-1-1 0 0,0 1 0 0 0,0-1 1 0 0,0 1-1 0 0,0-1 0 0 0,0 1 1 0 0,0-1-1 0 0,0 1 0 0 0,0 0 0 0 0,0-1 1 0 0,1 1-1 0 0,-1-1 0 0 0,0 1 1 0 0,0 0-1 0 0,0-1 0 0 0,1 1 1 0 0,-1-1-1 0 0,0 1 0 0 0,1 0 1 0 0,-1-1-1 0 0,0 1 0 0 0,1 0 1 0 0,-1 0-1 0 0,0-1 0 0 0,1 1 1 0 0,-1 0-1 0 0,0 0 0 0 0,1-1 1 0 0,-1 1-1 0 0,1 0 0 0 0,-1 0 1 0 0,1 0-1 0 0,0 0 0 0 0,25-17 163 0 0,-25 16-152 0 0,47-20-128 0 0,1 1 0 0 0,0 2 0 0 0,1 3 0 0 0,92-17 1 0 0,-138 32 95 0 0,0-1 1 0 0,0 0 0 0 0,0 1 0 0 0,1 0 0 0 0,-1 0 0 0 0,0 0 0 0 0,0 0-1 0 0,8 2 1 0 0,-11-1 30 0 0,1-1 1 0 0,-1 1-1 0 0,1 0 0 0 0,-1-1 0 0 0,1 1 0 0 0,-1 0 0 0 0,0 0 1 0 0,0 0-1 0 0,1 0 0 0 0,-1 0 0 0 0,0 0 0 0 0,0 0 0 0 0,0 0 0 0 0,0 0 1 0 0,0 1-1 0 0,0-1 0 0 0,0 2 0 0 0,1 1 22 0 0,-1 1 1 0 0,0-1-1 0 0,0 1 0 0 0,-1-1 0 0 0,1 1 1 0 0,-1-1-1 0 0,0 1 0 0 0,-1-1 1 0 0,1 1-1 0 0,-1-1 0 0 0,1 1 0 0 0,-1-1 1 0 0,-3 8-1 0 0,2-5-64 0 0,0-1 0 0 0,1 1 0 0 0,0-1 0 0 0,0 1 0 0 0,1-1 0 0 0,-1 1 0 0 0,2 0 0 0 0,-1-1 0 0 0,1 1 0 0 0,0 0 0 0 0,0-1 0 0 0,0 1 0 0 0,4 6 0 0 0,-4-10 0 0 0,1 0 0 0 0,0 1 0 0 0,0-1 0 0 0,0 0 0 0 0,0 0 0 0 0,0-1 0 0 0,1 1 0 0 0,-1 0 0 0 0,1-1 0 0 0,0 1 0 0 0,0-1 0 0 0,0 0 0 0 0,0 0 0 0 0,0 0 0 0 0,0 0 0 0 0,0-1 0 0 0,1 1 0 0 0,-1-1 0 0 0,1 0 0 0 0,-1 0 0 0 0,1 0 0 0 0,-1-1 0 0 0,1 1 0 0 0,7-1 0 0 0,4 0-32 0 0,-1-1 0 0 0,1 0-1 0 0,0-1 1 0 0,-1-1 0 0 0,1 0 0 0 0,-1-1-1 0 0,0-1 1 0 0,0 0 0 0 0,21-11 0 0 0,-25 11-93 0 0,0 0 1 0 0,-1-1-1 0 0,0 1 1 0 0,0-2-1 0 0,-1 1 1 0 0,0-1-1 0 0,0-1 1 0 0,0 0-1 0 0,-1 0 1 0 0,0 0 0 0 0,-1-1-1 0 0,1 0 1 0 0,8-18-1 0 0,-12 21 157 0 0,-1 0 0 0 0,0-1 0 0 0,-1 1 0 0 0,0-1 0 0 0,0 1 0 0 0,0-1 0 0 0,0 0 0 0 0,-1 1 0 0 0,0-1 0 0 0,-1 0 0 0 0,1 1 0 0 0,-1-1 0 0 0,-1 1 0 0 0,1-1 0 0 0,-1 1 0 0 0,0 0 0 0 0,-1-1 0 0 0,1 1 0 0 0,-1 0 0 0 0,0 0 0 0 0,-1 1 0 0 0,0-1 0 0 0,0 1 0 0 0,0 0-1 0 0,0 0 1 0 0,-1 0 0 0 0,1 0 0 0 0,-1 1 0 0 0,-1 0 0 0 0,1 0 0 0 0,-1 0 0 0 0,1 0 0 0 0,-1 1 0 0 0,0 0 0 0 0,0 1 0 0 0,0-1 0 0 0,-1 1 0 0 0,1 0 0 0 0,0 1 0 0 0,-1-1 0 0 0,0 1 0 0 0,1 0 0 0 0,-1 1 0 0 0,1 0 0 0 0,-13 1 0 0 0,-60 8-7345 0 0,75-9 4554 0 0,4-12-9254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0T03:09:17.0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 13 16694 0 0,'0'0'828'0'0,"-21"-12"12998"0"0,46 17-13373 0 0,-3-1-256 0 0,1 1 0 0 0,0 1 0 0 0,-1 1 0 0 0,34 16 0 0 0,-49-20-198 0 0,0 1 1 0 0,-1 0-1 0 0,0 0 0 0 0,0 1 0 0 0,0 0 0 0 0,-1 0 0 0 0,0 0 0 0 0,0 1 0 0 0,0-1 0 0 0,0 1 0 0 0,-1 0 0 0 0,0 1 0 0 0,0-1 0 0 0,-1 1 0 0 0,0 0 0 0 0,0 0 0 0 0,0 0 0 0 0,-1 0 0 0 0,2 13 0 0 0,-1 3 1 0 0,-1 0 0 0 0,-1 1 0 0 0,-1-1 0 0 0,-1 0 0 0 0,-1 0 0 0 0,-5 26 0 0 0,-41 138 0 0 0,21-94 0 0 0,17-39-269 0 0,4-17-3238 0 0,-4-2-7844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0T03:09:17.1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42 272 13397 0 0,'-41'-37'14170'0'0,"44"34"-12623"0"0,14-10-587 0 0,1 0-1 0 0,1 1 1 0 0,32-15-1 0 0,-24 13-2397 0 0,47-32-1 0 0,-51 29-299 0 0,40-33-3819 0 0,-60 47 3955 0 0,1-1 0 0 0,-1 0-1 0 0,0 0 1 0 0,0 0 0 0 0,0 0 0 0 0,0-1-1 0 0,2-7 1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0T03:09:18.3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155 46 9229 0 0,'-2'0'454'0'0,"0"-1"1"0"0,1 1-1 0 0,-1-1 1 0 0,1 0-1 0 0,-1 1 0 0 0,1-1 1 0 0,0 0-1 0 0,-1 0 1 0 0,1 0-1 0 0,0 0 0 0 0,-1 0 1 0 0,1 0-1 0 0,0-1 1 0 0,0 1-1 0 0,0 0 1 0 0,0-1-1 0 0,0 1 0 0 0,0-2 1 0 0,1 2-350 0 0,0 1 0 0 0,0-1 0 0 0,0 0 0 0 0,0 0 0 0 0,1 1 0 0 0,-1-1 0 0 0,0 0 0 0 0,0 1 0 0 0,1-1 0 0 0,-1 0 0 0 0,1 1 0 0 0,-1-1 0 0 0,0 1-1 0 0,1-1 1 0 0,-1 1 0 0 0,1-1 0 0 0,0 1 0 0 0,-1-1 0 0 0,1 1 0 0 0,-1-1 0 0 0,1 1 0 0 0,0 0 0 0 0,-1-1 0 0 0,1 1 0 0 0,0 0 0 0 0,-1 0 0 0 0,2-1 0 0 0,4-1 4 0 0,1 0 0 0 0,0 0 0 0 0,0 0 0 0 0,0 1 0 0 0,0 0 0 0 0,0 1-1 0 0,8 0 1 0 0,-5 0 58 0 0,-1 1-1 0 0,0 0 0 0 0,1 1 1 0 0,-1 0-1 0 0,0 0 1 0 0,0 1-1 0 0,0 0 0 0 0,-1 1 1 0 0,1 0-1 0 0,-1 0 0 0 0,0 1 1 0 0,0 0-1 0 0,0 0 1 0 0,-1 1-1 0 0,1 0 0 0 0,-2 0 1 0 0,1 1-1 0 0,-1 0 0 0 0,1 0 1 0 0,-2 1-1 0 0,1-1 0 0 0,-1 1 1 0 0,-1 0-1 0 0,1 1 1 0 0,-1-1-1 0 0,-1 1 0 0 0,0 0 1 0 0,0 0-1 0 0,2 11 0 0 0,2 13 665 0 0,-1 0 0 0 0,-1 1-1 0 0,-2 0 1 0 0,-2-1-1 0 0,-4 57 1 0 0,0-63-607 0 0,-1 0-1 0 0,-2 0 1 0 0,0-1 0 0 0,-13 34 0 0 0,14-49-228 0 0,-1 0 1 0 0,0-1-1 0 0,0 1 1 0 0,-1-1-1 0 0,0 0 1 0 0,-1-1-1 0 0,0 0 1 0 0,-1 0-1 0 0,0-1 1 0 0,0 0-1 0 0,-1 0 1 0 0,0-1-1 0 0,0-1 1 0 0,-12 7-1 0 0,16-10-213 0 0,0 0-1 0 0,0 0 1 0 0,0-1-1 0 0,0 0 1 0 0,0 0-1 0 0,-1 0 1 0 0,1-1-1 0 0,-1 0 1 0 0,1 0-1 0 0,-1-1 1 0 0,1 0-1 0 0,-1 0 1 0 0,0 0-1 0 0,1-1 1 0 0,-1 0-1 0 0,1 0 1 0 0,0 0-1 0 0,-1-1 1 0 0,1 0-1 0 0,0-1 1 0 0,0 1-1 0 0,0-1 1 0 0,0 0-1 0 0,1-1 1 0 0,-1 1 0 0 0,1-1-1 0 0,0 0 1 0 0,-5-5-1 0 0,2 0-416 0 0,0 0 1 0 0,1-1-1 0 0,0 0 1 0 0,0 0-1 0 0,1-1 0 0 0,1 1 1 0 0,-1-1-1 0 0,2 0 1 0 0,0-1-1 0 0,0 1 0 0 0,1-1 1 0 0,-2-12-1 0 0,3 9-788 0 0,0 0 0 0 0,1 0 0 0 0,1 0 0 0 0,0 0 0 0 0,4-25 0 0 0,8-18-6360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0T03:09:18.4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70 13981 0 0,'23'-32'1914'0'0,"-18"23"-455"0"0,-4 7-558 0 0,4-15 3176 0 0,1 10-3866 0 0,-4 5-519 0 0,5 5-1838 0 0,7 2 1545 0 0,1 1-3640 0 0,1 0 1 0 0,24 15 0 0 0,-26-10-671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0T03:09:18.6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 9 12413 0 0,'-19'10'3793'0'0,"9"-5"4675"0"0,22-6-7837 0 0,54-6-420 0 0,48-5-2724 0 0,-48 9-3808 0 0,-64 2 5916 0 0,0 1 1 0 0,0 0 0 0 0,-1 0 0 0 0,1 0 0 0 0,0 0 0 0 0,0 0 0 0 0,-1 1 0 0 0,1-1 0 0 0,0 0 0 0 0,0 1 0 0 0,-1-1 0 0 0,1 1 0 0 0,-1 0 0 0 0,1-1 0 0 0,0 1 0 0 0,-1 0 0 0 0,1 0 0 0 0,-1 0 0 0 0,0 0 0 0 0,1 0 0 0 0,-1 0 0 0 0,2 3 0 0 0,4 5-5129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0T03:09:18.8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40 151 12193 0 0,'-6'4'501'0'0,"-19"11"1741"0"0,17-5 8926 0 0,32-11-11465 0 0,1 0-1 0 0,-1-2 1 0 0,1 0 0 0 0,-1-2 0 0 0,0-1 0 0 0,40-15 0 0 0,143-70-10312 0 0,-156 67 5851 0 0,0 0-2043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0T03:09:19.1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468 3 14137 0 0,'-2'-1'133'0'0,"-1"1"0"0"0,0-1-1 0 0,0 1 1 0 0,0 0-1 0 0,0 0 1 0 0,1 0 0 0 0,-1 0-1 0 0,0 0 1 0 0,0 1-1 0 0,1 0 1 0 0,-1-1 0 0 0,0 1-1 0 0,0 0 1 0 0,1 0-1 0 0,-1 0 1 0 0,1 0 0 0 0,-1 1-1 0 0,1-1 1 0 0,0 1 0 0 0,-1 0-1 0 0,1-1 1 0 0,0 1-1 0 0,0 0 1 0 0,0 0 0 0 0,0 0-1 0 0,-1 3 1 0 0,-11 10 433 0 0,1 1-1 0 0,-15 25 1 0 0,21-30-215 0 0,-29 48 979 0 0,2 2 0 0 0,2 1 1 0 0,4 1-1 0 0,2 1 1 0 0,-28 110-1 0 0,51-160-1038 0 0,-16 78 1450 0 0,18-84-1531 0 0,0 0 0 0 0,1 1-1 0 0,-1-1 1 0 0,2 0 0 0 0,-1 1-1 0 0,1-1 1 0 0,1 0 0 0 0,3 13-1 0 0,-5-19-187 0 0,1 0 1 0 0,0-1-1 0 0,1 1 0 0 0,-1 0 0 0 0,0-1 0 0 0,0 0 0 0 0,1 1 1 0 0,-1-1-1 0 0,1 0 0 0 0,-1 1 0 0 0,1-1 0 0 0,0 0 0 0 0,-1 0 1 0 0,1 0-1 0 0,0 0 0 0 0,0-1 0 0 0,-1 1 0 0 0,1 0 0 0 0,0-1 1 0 0,0 0-1 0 0,0 1 0 0 0,0-1 0 0 0,0 0 0 0 0,0 0 0 0 0,0 0 1 0 0,0 0-1 0 0,0 0 0 0 0,0 0 0 0 0,0-1 0 0 0,0 1 0 0 0,0 0 1 0 0,-1-1-1 0 0,1 0 0 0 0,0 0 0 0 0,0 1 0 0 0,0-1 0 0 0,-1 0 1 0 0,1 0-1 0 0,0 0 0 0 0,-1-1 0 0 0,1 1 0 0 0,-1 0 0 0 0,0-1 1 0 0,1 1-1 0 0,-1-1 0 0 0,2-2 0 0 0,0-8-23 0 0,-10-2 0 0 0,3 9 0 0 0,3 3 0 0 0,-1 1 0 0 0,1-1 0 0 0,-1 0 0 0 0,1 1 0 0 0,-1-1 0 0 0,0 1 0 0 0,0-1 0 0 0,0 1 0 0 0,0 0 0 0 0,0 0 0 0 0,0 0 0 0 0,0 0 0 0 0,0 0 0 0 0,-1 0 0 0 0,1 1 0 0 0,0-1 0 0 0,0 1 0 0 0,-1 0 0 0 0,1-1 0 0 0,-4 1 0 0 0,-61-5-2421 0 0,30 6-3388 0 0,5 3-3497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0T03:09:19.8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189 35 15765 0 0,'-6'-35'2770'0'0,"6"43"-1997"0"0,27 495 4925 0 0,-12-312-4530 0 0,-6-95-1847 0 0,-9-94 527 0 0,-4-2-99 0 0,-9-4 347 0 0,1 0 0 0 0,-1-1 0 0 0,2-1 0 0 0,-1 0 0 0 0,0 0 0 0 0,1-1 0 0 0,1 0 0 0 0,-1-1 0 0 0,-12-12 0 0 0,-46-30 2645 0 0,47 34-1270 0 0,22 16-1395 0 0,-1 0 0 0 0,0 0 0 0 0,1 0-1 0 0,-1-1 1 0 0,1 1 0 0 0,-1 0 0 0 0,1-1-1 0 0,-1 1 1 0 0,0 0 0 0 0,1-1 0 0 0,0 1-1 0 0,-1-1 1 0 0,1 1 0 0 0,-1-1 0 0 0,1 1-1 0 0,0-1 1 0 0,-1 1 0 0 0,1-1 0 0 0,0 1-1 0 0,-1-1 1 0 0,1 1 0 0 0,0-1 0 0 0,0 0 0 0 0,-1 1-1 0 0,1-1 1 0 0,0 1 0 0 0,0-1 0 0 0,0 0-1 0 0,0 1 1 0 0,0-1 0 0 0,0 0 0 0 0,0 0-1 0 0,37-13-73 0 0,53-12-1 0 0,0 0-1 0 0,-60 15 0 0 0,241-73 0 0 0,-265 81 0 0 0,-4 2 0 0 0,-1 0 0 0 0,1 0 0 0 0,-1 1 0 0 0,1-1 0 0 0,0 1 0 0 0,-1 0 0 0 0,1-1 0 0 0,-1 1 0 0 0,1 0 0 0 0,0 0 0 0 0,0 0 0 0 0,-1 0 0 0 0,1 0 0 0 0,0 0 0 0 0,-1 0 0 0 0,1 1 0 0 0,0-1 0 0 0,-1 1 0 0 0,2 0 0 0 0,0-1 0 0 0,-2 0 0 0 0,0 0 0 0 0,1-1 0 0 0,-1 1 0 0 0,1 0 0 0 0,-1 0 0 0 0,0 1 0 0 0,1-1 0 0 0,-1 0 0 0 0,0 0 0 0 0,1 1 0 0 0,-1-1 0 0 0,0 1 0 0 0,1-1 0 0 0,-1 1 0 0 0,0 0 0 0 0,0-1 0 0 0,0 1 0 0 0,0 0 0 0 0,1 0 0 0 0,-1 0 0 0 0,0 0 0 0 0,0 0 0 0 0,0 0 0 0 0,-1 0 0 0 0,1 0 0 0 0,0 0 0 0 0,0 0 0 0 0,-1 0 0 0 0,1 1 0 0 0,0-1 0 0 0,-1 0 0 0 0,1 0 0 0 0,-1 1 0 0 0,0-1 0 0 0,1 0 0 0 0,-1 1 0 0 0,0-1 0 0 0,0 1 0 0 0,0-1 0 0 0,0 0 0 0 0,0 1 0 0 0,0-1 0 0 0,0 0 0 0 0,-1 3 0 0 0,-6 49 0 0 0,3-28 0 0 0,2 0 0 0 0,-1 39 0 0 0,3-59 0 0 0,1 1 0 0 0,-1 0 0 0 0,1 0 0 0 0,0 0 0 0 0,0-1 0 0 0,1 1 0 0 0,0 0 0 0 0,0-1 0 0 0,0 1 0 0 0,1-1 0 0 0,0 0 0 0 0,0 0 0 0 0,0 0 0 0 0,0 0 0 0 0,1-1 0 0 0,5 6 0 0 0,-5-7 0 0 0,1 0 0 0 0,0 0 0 0 0,0 0 0 0 0,0-1 0 0 0,0 0 0 0 0,1 0 0 0 0,-1-1 0 0 0,1 1 0 0 0,-1-1 0 0 0,1 0 0 0 0,-1-1 0 0 0,1 1 0 0 0,-1-1 0 0 0,1 0 0 0 0,0 0 0 0 0,-1-1 0 0 0,1 0 0 0 0,-1 0 0 0 0,1 0 0 0 0,-1-1 0 0 0,0 1 0 0 0,7-4 0 0 0,-1 1 0 0 0,0-1 0 0 0,0 0 0 0 0,-1 0 0 0 0,1-1 0 0 0,-1 0 0 0 0,-1-1 0 0 0,1 0 0 0 0,-1-1 0 0 0,13-14 0 0 0,-16 15 6 0 0,-1 0-1 0 0,0-1 1 0 0,0 0 0 0 0,-1 0 0 0 0,0 0-1 0 0,-1-1 1 0 0,1 1 0 0 0,-2-1 0 0 0,1 0-1 0 0,-1 0 1 0 0,-1 0 0 0 0,1 0 0 0 0,-2 0-1 0 0,1 0 1 0 0,-1 0 0 0 0,-2-11 0 0 0,2 13-59 0 0,-1 1 0 0 0,-1-1 1 0 0,1 1-1 0 0,-1-1 1 0 0,-1 1-1 0 0,1 0 0 0 0,-1 0 1 0 0,0 0-1 0 0,0 0 1 0 0,-1 1-1 0 0,1-1 0 0 0,-1 1 1 0 0,0 0-1 0 0,-1 0 1 0 0,0 0-1 0 0,1 0 0 0 0,-1 1 1 0 0,-1 0-1 0 0,1 0 1 0 0,-1 0-1 0 0,1 1 1 0 0,-11-5-1 0 0,5 4-946 0 0,1 1 0 0 0,-1 0 0 0 0,1 0 0 0 0,-1 1-1 0 0,0 0 1 0 0,0 1 0 0 0,-21 1 0 0 0,-40 6-11774 0 0,52-3 3740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0T03:09:20.1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65 15657 0 0,'1'-4'332'0'0,"0"-1"0"0"0,0 1 0 0 0,1-1 0 0 0,-1 1 0 0 0,1 0 0 0 0,0 0-1 0 0,0 0 1 0 0,4-5 0 0 0,-4 7-164 0 0,1 0 1 0 0,-1 0-1 0 0,1 1 0 0 0,0-1 0 0 0,-1 1 0 0 0,1-1 0 0 0,0 1 1 0 0,0 0-1 0 0,0 0 0 0 0,0 0 0 0 0,0 1 0 0 0,0-1 0 0 0,4 1 1 0 0,2-2 43 0 0,1 1 1 0 0,0 0-1 0 0,-1 0 1 0 0,1 1-1 0 0,0 1 1 0 0,0 0-1 0 0,-1 0 1 0 0,1 0 0 0 0,-1 2-1 0 0,1-1 1 0 0,-1 1-1 0 0,0 0 1 0 0,0 1-1 0 0,0 0 1 0 0,0 1-1 0 0,-1-1 1 0 0,0 2-1 0 0,13 9 1 0 0,-12-7 2 0 0,-2 0 1 0 0,1 0-1 0 0,-1 1 0 0 0,0 0 1 0 0,0 0-1 0 0,-1 1 0 0 0,-1-1 1 0 0,0 2-1 0 0,0-1 1 0 0,-1 0-1 0 0,0 1 0 0 0,-1 0 1 0 0,0-1-1 0 0,0 1 0 0 0,1 21 1 0 0,-3 9 415 0 0,-2 0 1 0 0,-1 0 0 0 0,-13 61 0 0 0,1 6-1435 0 0,11-80-1801 0 0,3 54-1 0 0,5-48-3272 0 0,2-13-3050 0 0,-1-12 589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0T03:09:20.3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 54 16606 0 0,'-24'-5'617'0'0,"13"2"13089"0"0,44-8-14228 0 0,48-9 1 0 0,-3 5-9665 0 0,-68 16 4868 0 0,-1 5 2676 0 0,-3 4-7242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0T03:09:20.8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65 15093 0 0,'12'-17'176'0'0,"-10"14"152"0"0,-1 1-1 0 0,0 0 0 0 0,1-1 1 0 0,-1 1-1 0 0,1 0 1 0 0,-1 0-1 0 0,1 0 1 0 0,0 1-1 0 0,0-1 0 0 0,0 0 1 0 0,0 1-1 0 0,0-1 1 0 0,0 1-1 0 0,5-3 1 0 0,12-1 171 0 0,1 1 0 0 0,0 1 1 0 0,0 0-1 0 0,0 2 0 0 0,0 0 1 0 0,1 1-1 0 0,-1 2 0 0 0,0 0 1 0 0,0 0-1 0 0,0 2 0 0 0,0 1 1 0 0,-1 0-1 0 0,0 1 0 0 0,0 2 1 0 0,29 14-1 0 0,-25-11-145 0 0,-1 2-1 0 0,0 0 1 0 0,0 2 0 0 0,-2 0-1 0 0,0 1 1 0 0,0 1-1 0 0,-2 1 1 0 0,0 1 0 0 0,-1 0-1 0 0,-1 1 1 0 0,-1 1-1 0 0,13 24 1 0 0,-24-37-352 0 0,0 1 0 0 0,-1 0-1 0 0,0 0 1 0 0,0 0 0 0 0,-1 0 0 0 0,0 0-1 0 0,0 1 1 0 0,-1-1 0 0 0,0 1 0 0 0,-1-1-1 0 0,0 1 1 0 0,-1-1 0 0 0,0 1 0 0 0,-4 16-1 0 0,4-22-10 0 0,-1 0-1 0 0,1 0 1 0 0,-1 1-1 0 0,0-1 0 0 0,0-1 1 0 0,0 1-1 0 0,0 0 0 0 0,-1 0 1 0 0,0-1-1 0 0,0 0 0 0 0,0 1 1 0 0,0-1-1 0 0,0 0 0 0 0,0 0 1 0 0,-1-1-1 0 0,0 1 0 0 0,1-1 1 0 0,-1 0-1 0 0,0 0 0 0 0,0 0 1 0 0,0 0-1 0 0,0-1 0 0 0,-1 1 1 0 0,1-1-1 0 0,0 0 0 0 0,-1 0 1 0 0,1-1-1 0 0,0 1 0 0 0,-1-1 1 0 0,1 0-1 0 0,-1-1 0 0 0,1 1 1 0 0,-7-2-1 0 0,2 1-962 0 0,0-2 0 0 0,0 1 0 0 0,0-1 0 0 0,0 0 0 0 0,0-1 0 0 0,0 0 0 0 0,1 0-1 0 0,0-1 1 0 0,0 0 0 0 0,0-1 0 0 0,0 0 0 0 0,1 0 0 0 0,0 0 0 0 0,0-1 0 0 0,1 0 0 0 0,0-1 0 0 0,0 1 0 0 0,1-1 0 0 0,0 0 0 0 0,0 0 0 0 0,-4-11 0 0 0,-3-20-8252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0T03:09:21.0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7 104 17354 0 0,'-1'-3'440'0'0,"0"0"1"0"0,0 0-1 0 0,0 0 1 0 0,0 0-1 0 0,0 0 1 0 0,1 0 0 0 0,0 0-1 0 0,0-1 1 0 0,-1 1-1 0 0,2 0 1 0 0,-1 0-1 0 0,0 0 1 0 0,1 0 0 0 0,-1 0-1 0 0,1 0 1 0 0,0 0-1 0 0,0 0 1 0 0,0 0-1 0 0,0 0 1 0 0,1 0-1 0 0,-1 0 1 0 0,1 1 0 0 0,0-1-1 0 0,-1 1 1 0 0,1-1-1 0 0,1 1 1 0 0,2-3-1 0 0,21-10-1161 0 0,7 10-6287 0 0,-29 6 6055 0 0,-1 0 1 0 0,1 0-1 0 0,-1 0 1 0 0,1 0-1 0 0,0 1 1 0 0,-1 0-1 0 0,0-1 1 0 0,0 1-1 0 0,1 0 0 0 0,-1 1 1 0 0,0-1-1 0 0,0 1 1 0 0,4 4-1 0 0,6 7-5815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0T03:09:21.2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58 13909 0 0,'0'0'13749'0'0,"7"-2"-12485"0"0,12-3-726 0 0,154-35 1010 0 0,-114 32-4953 0 0,-1 5-3566 0 0,-46 4 3104 0 0,12 10 400 0 0,-19-5-501 0 0,-1 5-3506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0T03:09:21.3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45 317 15741 0 0,'-5'1'1112'0'0,"1"-1"-1263"0"0,-19 0 3366 0 0,11-2 5185 0 0,232-127-13528 0 0,-3-23-9404 0 0,-175 118 7731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0T03:09:21.5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46 12649 0 0,'14'-36'4666'0'0,"-12"26"3827"0"0,6 14-7225 0 0,4 2-916 0 0,-1 1-1 0 0,1 0 1 0 0,-2 1-1 0 0,1 0 0 0 0,-1 0 1 0 0,0 1-1 0 0,-1 1 0 0 0,0-1 1 0 0,-1 1-1 0 0,0 1 0 0 0,0 0 1 0 0,-1 0-1 0 0,0 0 0 0 0,-1 1 1 0 0,8 22-1 0 0,-7-13-343 0 0,-1 1-1 0 0,-1 0 1 0 0,0 1 0 0 0,-2 0-1 0 0,-1-1 1 0 0,0 1 0 0 0,-2 0-1 0 0,-4 39 1 0 0,2-44-240 0 0,-9 52-553 0 0,10-67-28 0 0,0 0 1 0 0,0 0 0 0 0,-1 0-1 0 0,1 0 1 0 0,-1 0-1 0 0,0 0 1 0 0,0 0 0 0 0,0 0-1 0 0,0 0 1 0 0,-3 2-1 0 0,-28-21-20144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0T03:09:21.7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29 123 15297 0 0,'-28'-2'2838'0'0,"35"9"4297"0"0,26 3-596 0 0,-8-8-7775 0 0,-2-4 1775 0 0,-1-1 1 0 0,1-1-1 0 0,-1-2 1 0 0,39-13-1 0 0,86-46-3161 0 0,-83 36-3731 0 0,-56 24 4362 0 0,3-1-790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0T03:09:27.5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21 15569 0 0,'0'0'1074'0'0,"5"0"-544"0"0,16 0 7779 0 0,-36-15-18297 0 0,4 10 3452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0T03:09:28.2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 7 14093 0 0,'0'0'18180'0'0,"-13"1"-26010"0"0,12-1 7389 0 0,0 0 0 0 0,0 0 0 0 0,0 0 0 0 0,0 0 0 0 0,0 0 0 0 0,-1 0 0 0 0,1 0 0 0 0,0-1 0 0 0,0 1 0 0 0,0 0 0 0 0,0-1 0 0 0,0 1 0 0 0,0-1 0 0 0,0 1 0 0 0,0-1 0 0 0,0 0 0 0 0,0 1-1 0 0,-1-2 1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0T03:09:28.9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98 17226 0 0,'8'-11'15416'0'0,"0"2"-15291"0"0,-3-1-125 0 0,-5 8-91 0 0,1 1 0 0 0,-1-1 0 0 0,0 0 0 0 0,1 0 0 0 0,-1 0-1 0 0,0 0 1 0 0,0 0 0 0 0,-1 0 0 0 0,1 0 0 0 0,0 0 0 0 0,-1 0 0 0 0,1 0 0 0 0,-1 1 0 0 0,1-1 0 0 0,-1 0 0 0 0,0 0-1 0 0,0 1 1 0 0,0-1 0 0 0,-2-2 0 0 0,-5-11-7285 0 0,7 13 5810 0 0,-7-10-149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0T03:09:29.7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51 18406 0 0,'0'0'4243'0'0,"-1"-16"5854"0"0,0 4-10076 0 0,2 0-689 0 0,-13 2-8887 0 0,10 9 6607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0T03:09:30.6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77 1 21086 0 0,'0'0'11062'0'0,"-10"4"-21427"0"0,-31 16 2516 0 0,15-4-4229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0T03:09:31.1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157 15 23986 0 0,'0'0'4013'0'0,"-35"-15"-2085"0"0,-6 21-1364 0 0,21-3-444 0 0,1 0-636 0 0,0 0-936 0 0,9 0-1285 0 0,-2 5-3979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9-20T02:37:42.14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2338 6280 1140 0,'0'0'142'0,"0"0"-15"0,0 0-11 0,0-6-12 0,0 6-7 0,0 0-13 0,0 0-4 0,0 0-6 0,0 0 2 0,0 0-3 0,0 0 1 0,0 0-5 0,0-8 2 0,0 8 1 16,0 0 3-16,0 0-4 0,0 0-2 15,0 0-3-15,0 0-3 0,0 0-4 0,0 0-6 16,0 0 8-16,0 0 11 0,0 0 4 16,-22 20 6-16,19-11 6 0,-3 5-13 15,-3 4 16-15,-5 8-8 0,-1 0 8 0,-2 3-4 16,4-2-7-16,-3-1-6 0,3-1-6 16,1-4-4-16,3-2-13 0,2-6 4 15,-1 1-7-15,2-2-6 0,0 1-9 16,1-3 5-16,1-2-12 0,0-1-5 0,2-1-3 15,2-6-6-15,-5 11-12 0,5-11-11 16,-3 7-22-16,3-7-31 0,-4 5-32 16,4-5-29-16,0 0-20 0,0 0-19 0,0 0-14 15,-11-15-6-15,10 5-12 0,-1 1 0 16,2-5 6-16,-2 0 4 0,0 1 26 0,2-3 8 16,0 1 12-16,0-1 47 15,0 1 25-15,-2-4 27 0,0 4 18 0,2-1 36 0,-2 2 21 16,2 1 16-16,0 1 14 0,-2 0 12 15,2 0 14-15,0 1 9 16,2 3 0-16,-2 1-7 0,0 1-6 0,0 6-15 16,2-9 5-16,-2 9 4 0,0 0-4 15,0 0 11-15,0 0 0 0,33 13-2 0,-24-1 2 16,7 1-8-16,0 10 4 0,4 2 3 16,-2 0-25-16,1-1-5 0,3 2-2 15,-4 0 1-15,3-3-14 0,-6 0-2 0,1-5 0 16,-5-3-6-16,-3-2 4 0,3-1-23 15,-5-2 3-15,1-2 1 0,0 0-3 0,-2-3 2 16,-3-3-5-16,-2-2 1 0,0 0-6 16,0 0-11-16,0 0 14 0,-2-19-20 0,-5 4 1 15,-3-3-4-15,-3-7 1 0,-1-4 8 16,-1-1-5-16,-2 3-4 16,2 1 2-16,3 7 7 0,4 5 6 0,-3 2-8 15,3 2 2-15,-3 2 4 0,4 1 0 16,-3 5 3-16,10 2-8 0,-19 2 5 0,8 1 2 15,1 2 2-15,-1 1-1 0,1 2 1 16,0 1-1-16,1-1 10 0,5-1-8 16,1 0 8-16,-1-2 6 0,4-5 14 0,-3 8 20 15,3-8 2-15,0 0 6 0,8 7 4 16,-8-7-9-16,0 0 2 0,25-1-12 16,-25 1-6-16,26-6 3 0,-10 3-10 15,2 0-2-15,-4-1-8 0,4 1-4 0,-3 1-25 16,2-1-26-16,-6 1-29 0,2 0-35 0,-1 1-33 15,-1-1-42-15,1 0-59 16,-1 0-76-16,-3 1-127 0,-8 1-117 0,14-2 29 16,-14 2-170-16,11 3-186 0</inkml:trace>
  <inkml:trace contextRef="#ctx0" brushRef="#br0" timeOffset="932.08">4832 7260 1801 0,'-11'3'-13'0,"4"1"13"0,-4-1 21 0,4-1 18 0,2 1 22 0,5-3 8 16,-11 3-1-16,11-3 4 0,-9 4-1 15,9-4-8-15,-5 3-1 0,5-3-9 0,0 0-2 16,-4 7-2-16,4-7-1 0,0 0-5 15,15 11 0-15,-1-8-4 0,4-1 1 16,11-2-1-16,15 3-7 0,19-6-2 16,7-2-2-16,9-6-6 0,27-6 4 0,8 0-2 15,5-3-4-15,10-7-1 0,7-2-4 16,2 0 1-16,4-2-2 0,1 2 0 16,-5 0-4-16,0 0-1 0,-10 3 3 0,-6 2-2 15,-16 7 0-15,-28 2-2 0,-7 2 1 16,-14 6-5-16,-15 1 3 0,-13 0 4 15,-7 5 20-15,-4-2 23 0,-5 3 30 0,-3-2 3 16,-10 2-4-16,11-2-8 0,-11 2-1 16,0 0-9-16,0 0-13 0,0 0 4 0,0 0-8 15,0 0-13-15,0 0-44 0,11-2-60 16,-11 2-64-16,0 0-93 0,0 0-118 0,0 0-188 16,0 0 23-16,0 0-168 15,0 0-173-15</inkml:trace>
  <inkml:trace contextRef="#ctx0" brushRef="#br0" timeOffset="1898.25">9700 7268 1825 0,'-8'4'51'0,"-2"-2"12"0,10-2 17 0,-13 1 28 0,13-1 28 15,-8 2 19-15,8-2-2 0,0 0 5 0,-11 1-14 16,11-1-4-16,0 0-17 0,0 0-10 15,0 0-10-15,0 0-13 0,0 0-9 0,0 0-5 16,0 0-9-16,57-4-14 0,-15-3 5 16,2 2-8-16,15-7-8 0,2 4 0 15,4-2-3-15,3-1-7 0,-1 3-1 16,1-1-7-16,-2 3 2 0,-3-2-8 0,-16 6 2 16,-5-4 0-16,-4 2-6 0,-11 0-9 15,-7 3 8-15,0 1-6 0,-7 0 6 0,-1-2 0 16,-5 2 4-16,-7 0-2 0,16 0 1 15,-16 0 1-15,0 0-5 0,11 2 1 16,-11-2-16-16,0 0-45 0,0 0-55 0,0 0-61 16,0 0-80-16,0 0-113 0,5 2-178 15,-5-2 6-15,0 0 58 0,0 0-149 0,0 0-118 16</inkml:trace>
  <inkml:trace contextRef="#ctx0" brushRef="#br0" timeOffset="3081.08">7109 10682 1817 0,'-14'0'20'0,"-2"0"16"0,5 0 23 0,11 0 14 0,-20 0 12 0,20 0 16 0,-16 0 2 16,16 0-1-16,-16-1-5 16,16 1-5-16,-11 0-10 0,11 0-5 0,0 0-7 15,-12-2-6-15,12 2-10 0,0 0 1 16,0 0-3-16,0 0-2 0,0 0-8 0,30 7-2 15,-10-6-2-15,9 1-6 0,10 1-2 16,7-3 0-16,17 0-2 0,4 0-4 0,10 0-3 16,2-3-2-16,12 1 0 0,1 1-6 15,28-3-2-15,6-3 2 0,-4 0 5 0,-4-1-2 16,-4 1-9-16,1-3 0 16,-5-1 2-16,-22 5-4 0,-6-1 6 0,-2 2-3 15,-6-2-3-15,-6 1-4 0,-3 2 9 16,-17 1-7-16,-8 2 1 0,-8-1 5 15,-9 1-3-15,-1 1-2 0,-9 0 6 0,0-2 11 16,-2 0 15-16,-11 2 6 0,20-1 20 16,-20 1-1-16,16 0 2 0,-16 0-7 0,13-3-6 15,-13 3-1-15,0 0-8 0,12 0-7 16,-12 0-29-16,0 0-60 0,8 3-67 0,-8-3-88 16,0 0-129-16,0 0-213 0,0 0 23 15,0 0 63-15,0 0-156 0,0 0-121 16</inkml:trace>
  <inkml:trace contextRef="#ctx0" brushRef="#br0" timeOffset="3632.97">11278 10372 1884 0,'-12'2'127'0,"3"-1"5"0,-2 1 13 0,11-2 36 0,-13 2 32 0,13-2 20 0,0 0 8 16,-16 0-9-16,16 0-11 15,0 0-22-15,0 0-17 0,0 0-15 0,0 0-19 16,0 0-12-16,58-2-15 0,-10-1-15 16,15-2-8-16,7 1-11 0,5 0-8 0,1-2-8 15,4 4-9-15,2-1-1 0,1-3-9 16,0 2-5-16,-7 2-6 0,-4-2-3 0,-5 0-5 16,-19 2-1-16,-5 0-5 0,-14 2-6 15,-4 0-3-15,-6-2-10 0,-6 2-12 16,1-2-17-16,-5 2-20 0,-9 0-32 0,13 0-61 15,-13 0-71-15,0 0-64 16,0 0-86-16,0 0-131 0,0 0-139 0,0 0 51 0,0 0-330 16,0 0-384-16</inkml:trace>
  <inkml:trace contextRef="#ctx0" brushRef="#br0" timeOffset="5814.46">13383 6704 2545 0,'0'0'-9'0,"-21"-2"25"0,21 2 23 0,-13-5 17 0,6 2 16 0,-2-2 3 0,0 0 13 0,4-2-2 16,-4-3 4-16,7 6 0 0,-3-5-6 16,3-3-16-16,2 2-3 0,2-1-7 15,3-3-4-15,2 2-3 0,0-3 4 16,4 1-15-16,3 3-9 0,-1-3 0 0,5 2-3 16,-2 3-5-16,4-4 0 0,-1 4-5 15,3 2 5-15,1 1 1 0,1 0-6 0,0 5-9 16,-1-1 3-16,-2 4-1 0,4 1-5 15,5 7 1-15,-1 4 4 0,-4 7-12 0,-5 4 9 16,5 10 7-16,-4 4 0 0,-2 3-2 16,-2 7 13-16,-2-1 27 0,1 2 16 0,3 3 2 15,-4 1 8-15,5 0 11 0,-2-1-3 16,3-2-1-16,6-1 0 0,-4-1-4 16,2-3-4-16,-1-3-8 0,3-2-3 15,-2 0-4-15,3-7-6 0,-1 3 2 16,-4-12-5-16,1-1-5 0,-1-3-1 0,1-4-8 15,-5-4-6-15,-1-2 2 0,0-4-6 16,0-4-2-16,0-1-2 0,1-2-3 0,-2-2 0 16,2 0-4-16,-4 1-4 0,-1-1-3 15,-14 2 1-15,20 0-3 0,-20 0 1 0,20 2 3 16,-13 5 1-16,3 1 3 0,-4 4 10 16,1 5 17-16,4 11 5 0,0 2 6 0,-4 4-1 15,2 1 2-15,7 11 9 0,1 1 25 16,0 4-5-16,4 2-2 0,3 2-9 15,5-1 1-15,1 2 5 0,6-2-2 16,5 11 6-16,1 2-3 0,2-1 4 0,-10-15-8 16,0 0 3-16,1-1-8 0,-5-3-6 15,2-1-5-15,-1-5-9 0,-6 2-4 16,2-5-11-16,-13-4-8 0,2-2-2 0,-5 1-4 16,-2 0 9-16,-8-6-7 0,-2-2 11 15,-6 8 5-15,2 0-1 0,-7 0 2 0,0-1 13 16,0-3 1-16,-8-3 4 0,5-1 7 15,-4-2 0-15,4-5-4 0,3-5-4 0,5-1-8 16,-1-3-3-16,3 0-8 16,-2-2-2-16,4-1-39 0,-3-2 0 0,2 2 0 15,4-6 0-15,-3 9 0 0,-3-7-131 16,6-2-100-16,-3 4-98 0,3-4-119 0,0 0-120 16,0 0-165-16,0 0-74 0,-16-13 70 15,12 8-694-15,2-2-881 0</inkml:trace>
  <inkml:trace contextRef="#ctx0" brushRef="#br0" timeOffset="7415.31">13158 5366 3709 0,'-4'-6'-95'0,"0"-1"44"0,1 0 52 0,-1 2 43 0,0 0 45 0,1-2 22 0,-3 0 20 0,1 0 7 0,5 7 8 16,-5-10 0-16,1 7-10 0,2-3-17 15,2 6-13-15,0 0-10 0,0 0-8 0,0 0 14 16,0 0 6-16,0 22-10 16,2-4-3-16,6 4-5 0,-2 12-4 0,5 2-11 15,-2 3-3-15,4-4-5 0,-4 1-9 16,-2 2-5-16,2-4-4 0,0-1-6 0,-4-2-2 15,3-6-4-15,-3-4-2 0,2 0-8 16,-6-7-3-16,1 4-11 0,2-6-25 0,0-1-36 16,-2 2-32-16,-1-4-42 0,-1-2-51 15,2-3-82-15,2 0-74 0,-4-4-77 0,0 0-102 16,0 0-131-16,17-12 39 16,-11-1-392-16,3-3-467 0</inkml:trace>
  <inkml:trace contextRef="#ctx0" brushRef="#br0" timeOffset="7763.08">13448 5438 2731 0,'0'0'-4'0,"0"0"30"0,0 0 27 15,0 0 23-15,0 0 22 0,0 0 18 16,-15 21 18-16,12-5 5 0,2 3 6 0,1 0-6 16,0-1-16-16,0 3-7 0,4 1-6 15,4 0-5-15,-1-1-3 0,9 7-8 0,-2-7-6 16,-1-2-7-16,3-5-11 15,2-2-4-15,-4-3-6 0,6-1-2 0,-4-4-10 16,0 0-4-16,-1-4 0 0,-1-2-10 16,-1-2-2-16,1-2 2 0,-5-3-6 15,-2-2-5-15,1-2-4 0,-7 0 0 0,1-4-3 16,-4-1 0-16,-5-7-1 0,-4-5-4 16,-3-1 1-16,-3 3-4 0,2 3-2 0,0 5 0 15,1 9-1-15,3 1 1 0,-5 4-4 16,3 2 1-16,0 4-2 0,1 0-17 0,0 4-27 15,-2 2-32-15,1 1-52 0,-1 2-54 16,5 0-51-16,-1-1-81 0,1 2-110 16,3-3-186-16,2-1 51 0,2-2-320 15,2-4-361-15</inkml:trace>
  <inkml:trace contextRef="#ctx0" brushRef="#br0" timeOffset="8132.22">13799 5356 2521 0,'0'0'48'15,"0"0"21"-15,0 0 20 0,0 0 12 0,-12 22 20 16,8-13 19-16,2 7-3 16,1 1 16-16,-1 4 12 0,0-3-11 0,2 2-18 15,4 3-8-15,-1-2-13 0,5-1-2 16,-3 1-8-16,7-4 2 0,-1 0-12 0,1-1-4 15,1-5-5-15,-4 0-9 0,5-2-3 16,-4-5-6-16,-1 0-5 0,-1-3-10 0,-8-1 1 16,19-3-9-16,-9-2-7 0,-3-4-1 15,2-1-2-15,-3 0 0 0,0-5-3 0,-6-3-5 16,2 0-1-16,-4-6-4 0,-2-1 2 16,-2 4-6-16,-1-10-4 0,0 8-4 15,-4 5-4-15,4 3 4 0,1 3-10 0,-3 4-7 16,1 2-21-16,0 1-26 0,-1 5-32 15,9 0-39-15,-21 4-51 0,14-1-48 16,-3 3-60-16,-2-2-87 0,7 2-136 16,-3 0-93-16,5-4 46 0,-4 2-271 0,7-4-312 15</inkml:trace>
  <inkml:trace contextRef="#ctx0" brushRef="#br0" timeOffset="8481.14">13896 4791 2490 0,'-7'-11'99'0,"-2"2"20"0,6 4 5 0,-3 0 7 0,6 5-5 0,-5-3-5 0,5 3 32 0,0 0 17 0,-6 17-6 16,8-3-1-16,2 9 6 0,3 14-7 15,6 14-4-15,4 8-2 0,5 2-13 0,-4 6-9 16,13 17-16-16,-3 4-10 0,3-1-8 16,-3-1-10-16,3-5-17 0,-3-3-12 0,-6-16-4 15,-4-6-3-15,3 0-9 0,-5-8 4 16,-1-2-16-16,-6-10-12 0,0-11-19 0,-4-4-20 16,1-6-17-16,-3-1-22 0,-1-4-33 15,0-4-66-15,0-3-77 0,-2-3-61 16,0 0-63-16,0 0-54 0,-2-23-102 15,-4 6-54-15,1-7 38 0,-4-8-265 0,-3-7-281 16</inkml:trace>
  <inkml:trace contextRef="#ctx0" brushRef="#br0" timeOffset="8748.94">13997 5267 2249 0,'0'-7'45'0,"0"7"22"0,3-8 6 16,1 4 4-16,-4 4 20 0,16-5 24 0,-16 5 26 15,21 2 5-15,-6 1 6 16,4 6-8-16,0 0 1 0,6 6-2 0,0 2 0 16,-6 2 4-16,1 1-12 0,-2 3 5 15,-7-3-3-15,-4-3-2 0,0 2-1 16,-3-1-3-16,-6 1-8 0,-2-1-11 0,-1 7-10 16,-2-7-11-16,1-3-12 0,3 1-8 15,-5-4-9-15,-2-2-10 0,1 1-34 0,3-6-36 16,-1 0-47-16,7-5-57 0,-18 0-78 15,18 0-90-15,-19-10-100 0,12-1-163 0,-3-2-85 16,7 4 57-16,-4-1-359 16,4-6-415-16</inkml:trace>
  <inkml:trace contextRef="#ctx0" brushRef="#br0" timeOffset="9032.23">14751 5091 2914 0,'-5'-8'193'0,"-1"3"27"0,2 4-11 16,4 1-21-16,0 0-5 16,0 0 19-16,0 0 8 0,3 24 0 0,2-5-5 0,6 11-25 15,3 4 1-15,-3 1-35 16,4 0-15-16,-1 2-11 0,-1-1-9 0,-1 3-12 15,-5-6-14-15,0-4-37 0,-1-2-32 16,1-3-44-16,-6-7-46 0,3 0-54 0,-2-7-55 16,0 0-77-16,-2-5-72 0,0-5-85 15,0 0-135-15,0 0-65 0,0 0 53 16,0 0-353-16,-4-24-398 0</inkml:trace>
  <inkml:trace contextRef="#ctx0" brushRef="#br0" timeOffset="9181.19">14818 4921 2509 0,'-4'-14'-4'0,"2"3"32"16,-1 3 18-16,1 4 11 0,-2-4-5 0,2 3-4 15,2 5-6-15,-4-6-11 0,4 6-37 16,-4-8-54-16,4 8-63 0,0 0-87 16,0 0-146-16,0 0-96 0,0 0-93 0,0 0-48 15</inkml:trace>
  <inkml:trace contextRef="#ctx0" brushRef="#br0" timeOffset="9580.04">15026 4952 1566 0,'4'5'99'15,"-4"-5"25"-15,3 5 28 0,-3-5 36 16,6 11 34-16,-6-5 28 0,4 3 14 0,-4 3 9 16,4 0-3-16,0 3-22 0,0 6-5 15,-1-3-12-15,1-2-10 0,0 1-12 0,-1 2-8 16,4-1-10-16,-5-1-11 0,1-3-12 15,-1 3-9-15,0-5-17 0,2 0-12 0,-2-4-5 16,-1 1-19-16,-1-3-3 0,2 1 3 16,-2-7 29-16,2 8-13 0,-2-8-12 0,0 0-3 15,0 0-15-15,0 0 6 0,8-23-16 16,-4 2-8-16,3-10-1 0,5 1-10 16,0-2-9-16,-1-2-6 0,0 8-1 15,-1 6-9-15,-3 4-1 0,1 5-8 0,-3-2-7 16,4 5-4-16,-4 1-1 0,2 4 2 15,3 1-7-15,-10 2 0 0,0 0 2 16,25 6-6-16,-15 2 4 0,-1 0 3 0,2 3-12 16,-1 0 10-16,0 5 0 0,-3-3-6 15,0-1-2-15,4 2-2 0,-6-2-2 0,1-1-35 16,-3-3-44-16,3 0-45 0,-2-1-50 16,0 0-60-16,4-3-85 0,-5-1-93 0,-3-3-77 15,0 0-88-15,0 0-115 0,23-10 14 16,-13 1-606-16,-1-3-742 0</inkml:trace>
  <inkml:trace contextRef="#ctx0" brushRef="#br0" timeOffset="9930.26">15589 4756 3241 0,'0'-7'-98'0,"0"7"62"0,-3-8 48 0,3 8 22 16,-4-5 25-16,4 5 10 0,0 0 6 15,0 0 4-15,0 0 10 0,0 0-3 0,-20 10-7 16,13-3 6-16,2 0-7 0,-1 1-9 15,4-1-2-15,-1 3-6 0,3 0-2 0,-2-2-3 16,4 0 0-16,-2 2-5 0,3-1 10 16,5 2 17-16,-3-2 13 0,5 2 12 15,3 2 22-15,3 1 15 0,-1 0-2 0,4 5 2 16,-2-2 1-16,-1-1-8 16,-5-3-20-16,3 3 2 0,-5-4 4 0,-2 1 12 15,1 4 12-15,-6-3 25 0,2 1 2 16,-4-3-2-16,2-1-14 0,-4-1-8 0,-2 2-14 15,2-2-6-15,0 1-15 0,-4-5-15 16,-1 2-4-16,-1-4-12 0,1 0-11 0,7-4-9 16,-18 5-32-16,7-7-58 0,-3-1-63 15,3-1-71-15,-3-6-84 0,3-2-123 0,-1-3-120 16,-1-1-125-16,4-1-184 16,6 2 77-16,-1-2 77 0,4-1-531 0,4 2-642 15</inkml:trace>
  <inkml:trace contextRef="#ctx0" brushRef="#br0" timeOffset="10146.82">15849 4708 3361 0,'4'-6'104'0,"-4"2"78"0,0 4 36 0,0 0 13 15,3-9-6-15,-3 9-8 0,0 0 10 16,0 0 33-16,0 0 2 0,11 26-18 0,-8-16-23 16,5 7-34-16,-5 2-21 0,5 2-15 15,0 9-19-15,-1-1-11 0,-1-3-16 0,-2-5-56 16,-1 2-44-16,-3-4-49 0,2-3-44 15,-2 2-42-15,2-3-51 0,-4-3-47 16,2 0-50-16,-2-3-52 0,2-3-45 16,0-6-55-16,0 0-55 0,0 0-65 15,0 0-38-15,0 0-419 0,0 0-483 0</inkml:trace>
  <inkml:trace contextRef="#ctx0" brushRef="#br0" timeOffset="10263">15931 4616 2553 0,'-3'-13'-71'0,"1"6"37"0,-3-1 19 0,3 4 0 15,2 4 1-15,-3-8 3 0,3 8-13 16,0 0-40-16,0 0-75 0,0 0-120 16,0 0-390-16,0 0-145 0</inkml:trace>
  <inkml:trace contextRef="#ctx0" brushRef="#br0" timeOffset="10730.09">16229 4148 1809 0,'-9'-21'172'0,"0"4"61"0,2 1 43 16,-1 5 32-16,2 2 26 0,0 0 11 15,3 1-12-15,-1 1-29 0,0 2-36 0,4 5-25 16,0 0 5-16,0 0-7 16,2 26-11-16,0-3-15 0,7 15 3 0,1 15-8 15,1 4-5-15,-3 2-9 0,-1 4-19 16,3 0-15-16,-4 1-15 0,1-6-17 0,-1-2-7 15,-2-13-16-15,-2-3-6 0,2-4-8 16,-4-7-11-16,2-5-8 0,-2-5-6 16,2-6-8-16,-2 2 1 0,0-3-5 0,2-5-5 15,-2-7-11-15,0 10-11 0,0-10-13 16,0 0-9-16,0 0-14 0,0 0-17 0,0 0-8 16,-6-41-19-16,2 25-10 0,-2-5 11 15,-2-1-5-15,-3-4 6 0,-1 7-2 16,3 4 0-16,0 5 8 0,-5 2-1 15,3 4-1-15,-3 4 8 0,14 0 2 0,-26 10 3 16,14 0 6-16,-1 4 13 0,1 5-5 16,-1 5 3-16,4-2 7 0,3 0 8 0,0-2 4 15,4 0 3-15,2-2 10 0,0 2 6 16,2-4-5-16,2 0 12 0,0-1-14 0,2-1 9 16,1-5-8-16,1-1-4 0,2-2-15 15,-3-1-28-15,4-2-71 0,-11-3-90 16,20-2-115-16,-9-1-137 0,1-2-147 0,-1-5-214 15,0 3 66-15,1-3 75 0,-1 1-537 16,-2-1-663-16</inkml:trace>
  <inkml:trace contextRef="#ctx0" brushRef="#br0" timeOffset="11130.21">16625 4654 3544 0,'0'0'74'0,"0"0"27"0,-23 6 18 0,23-6 9 0,0 0 24 16,0 0 11-16,0 0-1 0,0 0-13 0,0 0-11 15,0 0-14-15,23-12-7 0,-16 9-12 16,3-2-11-16,0 0-7 0,1-2-9 0,0 0-5 16,1-1-6-16,-3 0 12 0,0-1 6 15,0 3 12-15,-4-2 6 0,-1 0 0 16,2 1 0-16,-5 1-6 0,-1 6-10 15,0 0-6-15,-9-12-8 0,9 12-5 16,-16-2-6-16,16 2-8 0,-22 6-3 0,5-2-7 16,1 4-6-16,3-1-6 0,0 3-2 15,1 1-11-15,3-1 4 0,0 3 14 0,0-1-5 16,8 0 7-16,-1-2 4 0,0-1 9 16,4 0 3-16,1 0-3 0,1 0 0 0,4-2-7 15,0-2-1-15,-1 0-7 16,3-2 6-16,0-1-27 0,-10-2-51 0,16 4-57 0,-6-3-68 15,-10-1-87-15,15 2-114 16,-7-2-112-16,-8 0-148 0,8 3-161 0,-8-3 61 16,-2 11-592-16,-4-1-769 0</inkml:trace>
  <inkml:trace contextRef="#ctx0" brushRef="#br0" timeOffset="11546.92">14801 6059 3964 0,'0'-9'154'0,"0"1"45"0,0 2 32 0,0 6 16 0,0 0 4 16,0-12-16-16,0 12-13 0,0 0 21 0,0 0 17 16,0 0-5-16,4 43-19 15,2-19-11-15,1 10-17 0,0 0-13 0,4 3-19 16,0 1-15-16,-4 0-21 0,5-3-12 15,-1-1-15-15,0-2-8 0,-1-1-15 0,0-2-25 16,-7-6-37-16,3-5-50 0,-1-4-59 16,-4-2-53-16,3-4-68 0,-2 1-93 0,0-4-130 15,-2-5-115-15,0 0-133 0,0 0-140 16,0 0 86-16,0 0-708 0,11-24-885 0</inkml:trace>
  <inkml:trace contextRef="#ctx0" brushRef="#br0" timeOffset="11863.35">15071 6118 3756 0,'0'0'87'0,"-5"-9"64"16,5 9 39-16,0 0 35 0,0 0 24 15,-24 14 30-15,15-6 10 0,2 3 8 0,1 3-7 16,3 1-16-16,-1 0-22 0,4 2-19 16,4 2-20-16,-1 0-23 0,5 0-17 0,-1-1-17 15,5-1-14-15,3-5-13 0,1 2-12 16,0-5-6-16,0-3-16 0,1-1-9 0,-2-4-9 15,-2-1-6-15,-13 0-16 0,31-8-51 16,-16 2-4-16,-4-1 0 0,-1 1 0 16,-2-5 0-16,-1-1 0 0,-5-2 0 15,-2 2 0-15,-2-5 0 0,-1-5 0 0,-5-9 0 16,-4 2 0-16,3 7 0 0,4 2 0 16,-6 8 0-16,4-1 0 0,0 5 0 0,-1 3-41 15,-4 3-66-15,3 1-40 0,9 1-52 16,-18 8-65-16,7-4-82 0,2 8-91 0,1 0-90 15,0-7-125-15,5 3-118 0,-1-3 57 16,4-5-643-16,0 0-812 0</inkml:trace>
  <inkml:trace contextRef="#ctx0" brushRef="#br0" timeOffset="12196.01">15503 5949 3821 0,'0'0'74'0,"0"0"47"0,0 0 31 15,0 0 25-15,0 0 25 0,0 0 21 0,-20 31 3 16,16-19-9-16,-1 3-8 0,1 2-27 16,2 1-6-16,2 1-12 0,0-1-6 0,2-1-22 15,4 0-7-15,-1-2-14 0,3-1-7 16,-1-4-5-16,1-2-9 0,4-2-6 0,-3-1-4 16,3-5-8-16,1-2-1 0,-1-1-12 15,1-3-7-15,-2-2-3 0,1-2-1 0,-3-1-1 16,-2 3 2-16,-2-2 2 15,1-1-2-15,-5-2-4 0,-1 1-9 0,-3-2-1 0,-4-1-3 16,2-5-10-16,-5 3-1 16,1 1-6-16,-1 5-14 0,1 1-24 0,0 4-27 15,-5 4-34-15,1 2-40 0,-1 0-44 16,-1 6-55-16,1 0-71 0,-1 5-89 0,0 1-104 16,0 0-140-16,1 1-152 0,7-1 65 15,-2-2-609-15,3-2-775 0</inkml:trace>
  <inkml:trace contextRef="#ctx0" brushRef="#br0" timeOffset="12446.22">15662 5514 3934 0,'-7'-18'144'0,"2"1"53"0,-2 5 45 15,1 2 57-15,3 3-6 0,-1 3-17 16,4 4-20-16,0 0 16 0,0 0 18 0,0 0-3 15,13 56-24-15,3-4-23 0,-2 10-20 16,2 6-22-16,5 27-14 0,-2 7-17 0,0-1-18 16,2 4-12-16,-7-1-20 0,-2-5-91 15,-3-22-26-15,2-1-32 0,-2-7-106 16,1-7-76-16,-2-7-76 0,-5-14-92 16,5-9-72-16,-6-9-64 0,-1-10-55 0,3-9-98 15,3-6-39-15,-7 2 60 0,9-24-561 16,-6 0-673-16</inkml:trace>
  <inkml:trace contextRef="#ctx0" brushRef="#br0" timeOffset="12712.94">15795 5910 3379 0,'-9'-17'61'0,"4"3"65"0,-1 4 41 16,2 0 32-16,0 5 12 0,4 5-1 0,-4-11 8 16,4 11 16-16,0 0 25 0,16-5 21 15,-16 5 0-15,27 12-4 0,-3 2-6 16,2 7-15-16,-1 1-14 0,10 5-23 15,-5 5-22-15,-1 1-16 0,-3 2-21 0,-4-10-13 16,-9 3-15-16,1-2-12 0,-9-2-13 16,-1-5-7-16,-2-1-8 0,-2-1-11 15,-4 0-80-15,-2-1 0 0,1-3 0 0,-4-1 0 16,0-1 0-16,-4-5 0 0,-1 0-129 16,-2-3-132-16,-4 0-109 0,-1-7-124 0,-4 0-135 15,-7-5-194-15,-2 3 25 0,5 4 93 16,2 2-649-16,-9 6-810 0</inkml:trace>
  <inkml:trace contextRef="#ctx0" brushRef="#br0" timeOffset="13046.12">15462 7054 3648 0,'0'-19'172'15,"-2"5"41"-15,0 1 45 0,2 2 40 0,-2 3 34 16,2-2 12-16,0 6-9 0,0 4-22 16,-1-10-27-16,1 10-12 0,0 0 1 0,0 0 0 15,0 0-19-15,28 22-21 16,-8 2-22-16,-4 3-23 0,4 5-15 0,-4 1-76 15,5 3-99-15,-3-2 0 0,-1-3 0 16,-3 3 0-16,-3-5 0 0,-4-5 0 0,1-2 0 16,-2-3 0-16,-2-2 0 0,-3-2 0 15,1-2 0-15,0 0-315 0,-4-4-127 0,0-1-111 16,-1 0-147-16,-3-3-138 0,0-3 61 16,-4 2-776-16,10-4-996 0</inkml:trace>
  <inkml:trace contextRef="#ctx0" brushRef="#br0" timeOffset="13279.31">15401 7339 4870 0,'0'0'360'0,"-13"-2"32"0,13 2 12 16,0 0-7-16,0 0-6 0,0 0-7 0,-18 5-16 16,18-5 3-16,0 0-117 0,12 15-254 15,-2-6 0-15,5 3 0 0,0-1 0 0,3-1 0 16,0 0 0-16,3 1 0 0,-4-3 0 15,4 0 0-15,-3 1 0 0,0-2 0 0,-2-4 0 16,1 3-459-16,-2-6-350 0,-2 0-100 16,3 0 70-16,-3 0-921 0,3-4-1191 15</inkml:trace>
  <inkml:trace contextRef="#ctx0" brushRef="#br0" timeOffset="13464.44">15901 7153 5226 0,'0'0'133'0,"-4"-7"62"15,4 7 35-15,0 0 38 0,0 0 38 0,0 0 13 16,-19 27 14-16,11-12-1 0,1 4-14 16,-5 12-22-16,3-4-61 0,-1 4-235 0,0 0 0 15,5-6 0-15,-1 0 0 0,2-3 0 16,3-1 0-16,-6-3 0 0,5-1 0 16,0-1 0-16,-1-1 0 0,1-1 0 15,0-3-65-15,-2-2-471 0,3 0-138 0,-3-2-203 16,0-2 32-16,2 0 99 0,2-5-767 15,-10 8-958-15</inkml:trace>
  <inkml:trace contextRef="#ctx0" brushRef="#br0" timeOffset="14662.92">15771 8460 4077 0,'-4'5'-53'0,"4"-5"64"0,-8 5 55 0,8-5 39 0,0 0 25 0,-5 3 13 0,5-3 9 16,0 0 4-16,0 0 0 0,0 0-4 0,0 0-5 0,-16-8-9 16,16 8-4-16,-5-9-11 15,3 1 1-15,0-1-9 0,0-3-8 0,0 0-6 16,4 0-2-16,-2-1-4 0,4 2-5 15,-2-1 0-15,1 1-13 0,4-3-5 0,-4 2-3 16,7 2-9-16,-5 1-15 0,5 1 7 16,2 4-4-16,-1 0-9 0,2 2-9 0,0 2 2 15,3 4-4-15,3 0-7 0,-2 4 3 16,4 1-5-16,2 5 1 0,-2 1 0 0,-5-1-5 16,0 4 3-16,0 1 0 0,-7-5 13 15,-2 1 7-15,1-1 18 0,-2-2 6 16,0 0 6-16,-2-4 2 0,-1 1 9 15,-1-2 8-15,4-2 11 0,-6-5 18 16,3 10 19-16,-3-10-3 0,0 0-78 0,0 0-54 16,0 0 0-16,11-23 0 0,-8 7 0 15,3-5 0-15,3-8 0 0,-1 4 0 0,2 4 0 16,-5 2 0-16,4 1 0 0,0 6 0 16,-6-1 0-16,5 3 0 0,-3 2 0 0,5 2 0 15,0 3 0-15,-10 3 0 0,16-2 0 16,-16 2 0-16,22 5 0 0,-11 1 0 0,2 0 0 15,0 2 0-15,-1 4 0 16,-1-4 0-16,3 1 0 0,-4 3 0 0,-1-2 0 16,-4-3 0-16,4 3 0 0,-6-3-210 15,1 1-242-15,-2-1-122 0,0-2-157 0,-2-5-130 16,0 7 80-16,0-7-777 0,0 0-1002 16</inkml:trace>
  <inkml:trace contextRef="#ctx0" brushRef="#br0" timeOffset="14945.9">16331 7881 4005 0,'0'-13'-23'0,"-2"3"75"0,2 0 31 0,0 5 20 0,4-2 30 0,-4 7 16 16,9-7 13-16,0 7 8 0,-9 0 20 0,0 0 8 16,32 10 8-16,-21-1 0 15,0 6 19-15,1 1 16 0,-3 4 9 0,-1 2-1 16,-5 2 2-16,0 3-2 0,-3-6-5 15,0 1-8-15,2-5 0 0,-2 0-10 0,2-5-76 16,0 1-150-16,0-1 0 0,1-3 0 16,1-2 0-16,3-5 0 0,-7-2 0 0,22 3 0 15,-7-7 0-15,2-1 0 0,2-3 0 16,0-1 0-16,0-1 0 0,8-4 0 16,-4 2 0-16,-4 3 0 0,-2-1-195 15,-4 2-696-15,1-1-56 0,-3 3 93 0,-2 0-950 16,2 4-1232-16</inkml:trace>
  <inkml:trace contextRef="#ctx0" brushRef="#br0" timeOffset="15413.19">16415 7519 4649 0,'-34'-11'-225'16,"-5"3"25"-16,1 4 34 0,-5 4 29 0,-1 7 32 15,-14 7 34-15,1 7 27 0,3 4 28 16,-4 9 19-16,-11 18 11 0,4 5 23 0,1 8 13 16,1 10 27-16,2 11 23 0,0 8 15 15,2 7 18-15,3 7 19 0,9 1 1 0,9-2 2 16,8 2-7-16,11-4-7 0,9-3-12 15,14-20-20-15,13 13-10 0,11-10-10 0,18-12-6 16,15-8-7-16,21-17-3 16,18-13-16-16,8-14-35 0,14-11-34 0,10-17-10 15,4-13-4-15,6-13-5 0,39-25 7 0,-12-6-1 16,-47 6 1-16,-8-4-22 0,-6-11-27 16,-21-7-40-16,-15-8-7 0,-16-1 10 15,-16-3 20-15,-17-5 29 0,-18-2 31 0,-12-1 14 16,-18 0 9-16,-20 3 3 0,-19 1 3 15,-21 3-2-15,-44-7 2 0,19 40 9 0,-13 13 2 16,-11 19 5-16,-13 19-4 0,-11 17 0 16,-50 27-19-16,5 15-49 0,0 10-52 15,9 14-95-15,1 13-111 0,12 0-184 0,18 5-127 16,12-2 80-16,42-24-322 0,12 1-352 16</inkml:trace>
  <inkml:trace contextRef="#ctx0" brushRef="#br0" timeOffset="104427.95">18887 2460 1423 0,'0'0'259'0,"0"0"-51"0,0 0-30 0,0 0-7 0,0 0-8 0,0 0-3 0,0 0-15 15,0 0 0-15,-11-5 0 0,11 5 4 16,0 0 6-16,0 0 6 0,0 0 0 15,0 0 5-15,0 0-3 0,0 0 1 16,0 0-1-16,0 0-10 0,0 0-1 16,0 0-2-16,0 0 1 0,-22 2-1 0,22-2 5 15,0 0-3-15,0 0-11 0,0 0 5 16,-13-4 8-16,13 4-7 0,-6-6-2 0,6 6-13 16,-8-9-7-16,7 4-8 0,1 5-9 15,-6-12-9-15,6 3-17 0,0 9-11 16,2-13-5-16,2 3-12 0,-3 2 4 0,7 2-18 15,0-1 2-15,3-1-9 0,3 4-13 16,3-1-7-16,0 0-15 0,4 5-17 0,-2 0-10 16,2 2-4-16,1 4-16 15,0 4 0-15,3 6 3 0,-6 5 6 0,-2 1 6 16,-10 0 4-16,0-1 9 0,-6 2 3 16,-1 3 22-16,-6 8 6 0,-1-1 22 0,-5-1 8 15,-1 0 22-15,0-3 17 0,-5-2 2 16,3-1 8-16,3-6-3 0,3-2-3 15,2-5 1-15,-3-1-4 0,4 0 0 0,0-3-9 16,3-1 0-16,-1 2 0 0,2-6-5 16,2-4-2-16,-2 10-5 0,2-10-7 15,0 0-1-15,4 11-6 0,3-10 1 0,-7-1-26 16,22 3-20-16,-8 0 0 0,4-3 0 16,1 0 0-16,4 0 0 0,0 0 0 15,-4 0 0-15,1 0 0 0,-2 0 0 16,0 0 0-16,-6 0 0 0,-12 0 0 0,25 0 0 15,-15 0 0-15,-10 0 0 0,17 0 0 16,-17 0 0-16,13 1 0 0,-13-1 0 0,16 0 0 16,-16 0 0-16,0 0 0 0,15 0 0 15,-15 0-25-15,0 0-207 0,0 0-74 0,9-1-105 16,-9 1-118-16,0 0-180 0,0 0-153 16,0 0 91-16,0 0-707 0,8-6-926 15</inkml:trace>
  <inkml:trace contextRef="#ctx0" brushRef="#br0" timeOffset="105112.19">20697 2532 3814 0,'-9'0'-107'0,"9"0"42"0,0 0 36 0,-27 0 42 0,27 0 42 0,-12-2 42 0,12 2 32 16,0 0 33-16,0 0 10 0,-16 2 5 0,16-2-3 16,0 0-4-16,0 0-8 15,0 0-9-15,0 0-10 0,0 0-12 0,0 0-9 0,0 0-16 16,0 0-9-16,0 0-8 15,70-2-6-15,-40-1-13 0,1 3-4 0,-2 0-9 16,10-3-1-16,-8 3-13 16,-6-2 0-16,-4 2-7 0,-4-2-1 0,-2 0-1 15,-2 2-1-15,1 0-6 0,-14 0 0 0,19-1-1 16,-19 1-5-16,13 0 1 0,-13 0-6 16,11-2-4-16,-11 2-9 0,0 0-19 0,14 0-24 15,-14 0-41-15,0 0-46 16,0 0-58-16,11 0-56 0,-11 0-70 0,0 0-98 0,0 0-164 15,0 0-148-15,0 0 69 16,10-3-409-16,-10 3-533 0</inkml:trace>
  <inkml:trace contextRef="#ctx0" brushRef="#br0" timeOffset="105595.32">21972 2087 2866 0,'0'0'-9'0,"0"0"30"0,-2-12 25 0,2 12 15 0,0 0 18 0,-7-4 14 0,7 4 10 0,0 0 33 0,-39 18 8 0,12 2 9 0,-3 9 9 0,-6 7 13 0,-2 5 15 0,2 3 8 0,0 2-5 0,1 1-2 0,4 0-1 0,3 2 17 0,2-1-8 15,5-5-19-15,5-6-12 0,7-4-9 16,-1 0-13-16,9-7-7 0,-1-5-7 16,2-4-7-16,3 0-13 0,5-2-9 15,-1-1-9-15,7-2-6 0,1-2-3 0,4-2-13 16,0-4-9-16,2-2-10 0,0-4-8 15,1 0 8-15,-6-1-6 0,4-2-6 0,-6-2 6 16,0 0 15-16,-3-3 14 0,-2-5 1 16,2 2-6-16,-6-2 3 0,-1 0-19 15,-4 1-6-15,-4 2-5 0,2 0-9 0,-3-2-12 16,-5 2-22-16,0 3-40 0,-1 1-48 16,-3 0-62-16,3 4-62 0,-3 3-80 0,2-1-102 15,1 2-124-15,11 0-160 16,-25 2-144-16,13-1 71 0,-1 0-604 0,3 2-810 0</inkml:trace>
  <inkml:trace contextRef="#ctx0" brushRef="#br0" timeOffset="106594.73">23421 2479 3468 0,'0'0'-96'0,"-10"-2"45"0,10 2 41 0,0 0 37 0,-21-1 43 0,21 1 47 15,-12-2 36-15,12 2 22 0,0 0 11 16,0 0 5-16,-11-4 1 0,11 4-17 16,0 0-10-16,0 0-7 0,0 0-11 15,0 0-9-15,44-3-15 0,-19 2-12 0,1-1-14 16,12-2-4-16,-4 3-10 0,-5-1-11 15,-2-2-5-15,0 3-9 0,-8-1-5 16,0 0-5-16,-4 2 2 0,-2-1-7 0,-4-1 2 16,-9 2 10-16,22 0-2 0,-22 0-3 15,15-2-2-15,-15 2-5 0,0 0-10 0,13-2-3 16,-13 2-6-16,0 0-30 0,10-2-33 16,-10 2-50-16,0 0-61 0,0 0-76 0,0 0-82 15,0 0-93-15,0 0-146 0,2-6-198 16,-2 6 68-16,0 0-444 15,2-5-590-15</inkml:trace>
  <inkml:trace contextRef="#ctx0" brushRef="#br0" timeOffset="107211.32">24022 2215 2961 0,'2'-9'-8'0,"0"2"45"0,3-1 28 0,-4 3 35 16,1-2 21-16,2 0 29 15,-2-1 22-15,2 4 9 0,-4 4 4 0,3-7-11 16,-1 2-12-16,-2 5-18 0,0 0-14 16,4-7-9-16,-4 7 5 0,0 0 16 15,0 0 2-15,12 21 10 0,-10-9 19 0,-1 5 18 16,3 7 31-16,2 8 9 0,-3 5 2 15,4 0-12-15,-3 2-12 0,-1 2-11 0,5-1-20 16,-5 1-13-16,5-3-15 0,-2 1-16 16,2-4-15-16,-5-2-9 0,3-6-10 0,-2-6-10 15,-3-4-5-15,-1-3-12 0,2-1-25 16,0-2-48-16,1-1 0 0,-3-2 0 16,0 1 0-16,0-2 0 0,0-7 0 15,-5 10 0-15,5-10 0 0,-7 7 0 16,-1-4 0-16,8-3 0 0,-19 4 0 0,10-3 0 15,-2 1 0-15,11-2 0 0,-27 2 0 16,15 0 0-16,-1-2 0 0,-1 1 0 0,14-1 0 16,-20 2 0-16,20-2 0 0,-18 0 0 15,18 0 0-15,-13 0 0 0,13 0 0 0,0 0 0 16,0 0 0-16,0 0 0 0,0 0 0 16,0 0 0-16,0 0 0 0,0 0 0 0,46-3 0 15,-25 1 0-15,4 0 0 0,2 0 0 16,-3-1 0-16,-1 1 0 0,-2 0 0 15,-4 1 0-15,-4-1 0 0,0 2 0 0,1-2 0 16,-14 2 0-16,19-1 0 16,-19 1 0-16,15-2 0 0,-15 2 0 0,11-2 0 15,-11 2 0-15,0 0 0 0,13-3 0 16,-13 3 0-16,0 0 0 0,0 0 0 0,11-2 0 16,-11 2 0-16,0 0 0 0,0 0 0 15,0 0-244-15,0 0-572 0,0 0-162 0,0 0 103 16,0 0-920-16,0 0-1224 0</inkml:trace>
  <inkml:trace contextRef="#ctx0" brushRef="#br0" timeOffset="121207.78">25795 2232 1817 0,'-7'-8'263'0,"2"1"-19"0,1-2-26 0,4 9-5 0,2-15-32 0,-2 8-11 0,7-2-25 16,-4 1-14-16,5-1-22 0,-1-1-7 15,2-1-14-15,5 3-9 0,-1 0 1 16,3-1-18-16,-3 1-6 0,3 4-1 0,-2-1-11 16,-2 3-2-16,1 2-16 15,-13 0-5-15,25 2-11 0,-14 1-12 0,1 3 6 0,1 0 2 16,-5 3-5-16,0 0 11 0,-2 2-9 16,-5 5-1-16,-1-3 4 0,-1 5 0 15,-3-1-3-15,-4 4 11 0,-4 6-4 16,3-9 10-16,-1 1 8 0,3-2 5 15,-1-3-3-15,5-1 0 0,-1-1-2 0,0-4-1 16,4 2 4-16,0-1 3 0,4 1-2 16,1-1 5-16,1 0-4 0,1 0-5 0,4 2 2 15,0 1 13-15,-2 0 2 0,5 3 2 16,-3 1-5-16,3-1 8 0,-3 4 12 0,-2 1 14 16,-2-3 27-16,4 5 14 0,-8-3 24 15,1-2 21-15,-4 1 26 16,-4-1 20-16,1 3 12 0,-5-3 2 0,0 3 4 0,-3-3 2 15,-9 7-1-15,2-5-4 16,-2-4-7-16,1-3-15 0,1-1-17 0,-4-1-20 16,6-5-14-16,-4 0-146 0,5-2-4 15,-2 1 0-15,1-4 0 0,3-2 0 0,-1 0 0 16,3-3 0-16,-2-1 0 0,3 0 0 16,-3 0-233-16,8 0-117 0,-4-1-96 0,4 2-101 15,-1 2-123-15,6 3-179 0,-3-12 73 16,5 7-693-16,1-2-918 0</inkml:trace>
  <inkml:trace contextRef="#ctx0" brushRef="#br0" timeOffset="121676.19">27262 2526 3779 0,'-7'4'-42'0,"7"-4"87"0,-9 0 72 0,9 0 54 0,0 0 54 0,0 0 48 16,0 0 28-16,0 0 5 0,0 0-6 0,0 0-26 16,0 0-26-16,27-13-25 0,-4 8-26 15,1-1-17-15,0 1-19 0,9-5-18 16,1 3-15-16,-7 2-13 0,-4 0-17 0,-5 1-17 15,2 0-22-15,-6 0-20 0,-1 2-28 16,-1-1-21-16,-1-1-26 0,-11 4-29 16,14-3-31-16,-4 0-48 0,-10 3-54 15,12-2-71-15,-12 2-95 0,11-7-106 0,-8 4-168 16,-3 3-132-16,11-2 58 0,-8-1-533 16,-3 3-706-16</inkml:trace>
  <inkml:trace contextRef="#ctx0" brushRef="#br0" timeOffset="122128.89">28044 2205 3735 0,'-6'-17'119'0,"4"3"22"0,4 4 1 0,4-1-8 16,3 1-6-16,3 2-14 0,3 1-11 15,2 2-7-15,0 1-14 0,2 4-7 0,0 2-8 16,2 3-7-16,-1 4-4 0,2 8-6 16,-1 5-5-16,-9-3-5 0,-5 1-1 15,-1 1 0-15,-4 4 4 0,-2-4 26 16,-4 4 25-16,-3 8 24 0,-4-3 14 0,2-1 18 16,2-5 12-16,0-6-10 0,-4 2 5 15,8-3-1-15,-1-4-2 0,0-1-6 16,2 0-1-16,2-1 3 0,4-1-10 0,2-2-11 15,5 1-12-15,3-1-10 0,2-2-15 16,5 0-8-16,4-4-12 0,-3 1-9 16,4-1-9-16,-2 0-6 0,1-2-3 0,-3 2-7 15,-1 0-1-15,-3-2-5 0,0 0-5 16,-5 1-18-16,1-1-9 0,-14 0 0 0,20 3 0 16,-12-3 0-16,-8 0 0 0,17 2 0 15,-17-2 0-15,12 2 0 0,-12-2 0 0,9 0-149 16,-9 0-85-16,0 0-75 0,9 4-87 15,-9-4-84-15,0 0-104 0,10 5-146 16,-10-5-57-16,8 4 77 0,-8-4-587 16,6 4-754-16</inkml:trace>
  <inkml:trace contextRef="#ctx0" brushRef="#br0" timeOffset="125856.94">18456 2174 3320 0,'0'0'-139'0,"2"-10"47"0,-2 10 45 0,0-5 32 0,0 5 35 0,-2-9 24 0,2 9 24 0,2-9 17 15,-2 9 19-15,0-8 12 0,0 8 9 0,0-10 4 16,2 5-2-16,-2 5 3 0,0-12 0 15,0 6-8-15,0 6-5 0,2-6-8 16,-2 6-12-16,0 0-11 0,0 0-17 0,0 0-8 16,0 0 0-16,0 0 2 15,0 0 6-15,-10 41-1 0,3 0 20 0,-3 13 25 16,-3 4 7-16,-1 10 11 0,-1 2 3 16,1 2-5-16,1-1 4 0,1-6 1 0,1-2-7 15,8-1-2-15,-1-6-5 0,2-9-7 16,4-4 3-16,2-5-16 0,-1-4-3 15,6 1-4-15,-4-10-8 0,3-5-6 0,-1-1-10 16,0-6-4-16,4-1-6 16,-2 0-5-16,2-3-22 0,5-1-2 0,-2 0-5 15,2-4-4-15,2-2 3 0,-2 1-10 0,4-1 3 16,-6 0-5-16,4-2 10 0,-3 0-26 16,-1 0-26-16,-14 0-28 0,26-4-27 15,-16 3-37-15,-10 1-33 0,14-4-47 0,-5 4-65 16,-9 0-81-16,7-4-86 0,-7 4-120 15,0 0-194-15,-5-13 39 0,5 13 64 0,-11-8-425 16,2 4-543-16</inkml:trace>
  <inkml:trace contextRef="#ctx0" brushRef="#br0" timeOffset="126189.55">18542 2128 2961 0,'2'-9'0'0,"-2"9"33"0,2-9 21 0,-2 9 29 0,2-8 31 0,-2 8 15 0,3-5 8 16,-3 5-1-16,6-8-11 15,-1 0-14-15,6 2-8 0,-2 0-18 0,5 0-5 16,0-1-7-16,6-1-14 0,0 2-10 16,-2 0-18-16,3 1-20 0,-4 1-14 0,-5 0-18 15,0 0-3-15,-2 2-16 0,-2-1-32 16,-8 3-29-16,13-3-47 0,-13 3-65 0,0 0-76 16,0 0-112-16,0 0-163 0,0 0 37 15,0 0-144-15,0 0-165 0</inkml:trace>
  <inkml:trace contextRef="#ctx0" brushRef="#br0" timeOffset="127692.09">29065 1821 1824 0,'-10'-2'64'0,"10"2"23"0,-16-1 25 0,16 1 18 0,0 0 20 0,-16-2 34 0,16 2 24 0,0 0 14 0,0 0-5 0,-13-2-1 16,13 2-12-16,0 0-13 0,0 0-18 0,0 0-22 16,0 0-12-16,20-12-15 15,-6 8-13-15,1-2-13 0,3 3-10 0,0 1-5 16,-2-2-10-16,-3 2-8 0,1 1-11 0,-3-2-6 16,-11 3-3-16,21 0-8 15,-21 0-5-15,18 6-2 0,-11 0-2 0,2 5-3 16,-3 3 3-16,4 5 1 0,-1 8 5 15,-2 8-11-15,6 0 13 0,-4 15 19 0,0 1 0 16,3-5 5-16,1 5-4 0,-2-3 0 16,3 0 5-16,-1-1 6 0,-3-7 38 15,1-5 2-15,0 4-14 0,-3-5 26 0,2-1-4 16,-1-4-9-16,-4-7-21 16,4-3-5-16,-6-3 1 0,1-5-2 0,0-1 7 0,-2 2 9 15,1-1 2-15,-1-3 0 16,2 0 6-16,-2-1-3 0,-2-1-4 0,0-6-2 15,4 14-4-15,-4-9 0 0,0-5 7 16,0 12 10-16,-4-6 15 0,0 2 11 0,-3-1-92 16,-1 0-41-16,-2-2 0 0,-5 0 0 15,-2 0 0-15,-3 2 0 0,-5 0 0 16,-11 0 0-16,0 1 0 0,-1-1 0 0,8-2 0 16,5 0 0-16,1-1 0 0,3 1 0 15,6-2 0-15,0-1 0 0,3 1 0 0,-1-1 0 16,2 1 0-16,10-3 0 15,-14 4 0-15,14-4 0 0,-12 3 0 0,12-3 0 16,-10 2 0-16,10-2 0 0,0 0 0 16,0 0 0-16,-11 4 0 0,11-4 0 0,0 0 0 15,0 0 0-15,0 0 0 0,0 0 0 16,0 0 0-16,0 0 0 0,0 0 0 0,0 0-362 16,17-18-663-16,-17 18 75 0,5-5 100 15,-5 5-852-15,7-6-1136 0</inkml:trace>
  <inkml:trace contextRef="#ctx0" brushRef="#br0" timeOffset="128940.13">17328 2307 4317 0,'2'-6'-201'0,"-2"-1"39"0,0 7 50 0,2-14 38 16,-2 14 45-16,0-12 35 0,0 12 25 0,-2-9 3 16,2 9 6-16,-2-6 0 0,2 6-4 15,0 0-7-15,0 0 13 0,0 0 30 16,-23 29 13-16,5 0 2 0,-6 8-1 0,-1 7 1 16,1 2 9-16,-1 0 7 0,1 2-12 15,2-2-4-15,1-1 11 0,6-10-8 0,0-1-2 16,2-3-8-16,1-4-7 0,2-5-11 15,3-5-3-15,3-3-4 0,-2-2-8 16,2-2-2-16,0-1 0 0,3-1-6 0,1-8-5 16,-2 5-19-16,2-5-42 0,0 0-41 15,0 0-55-15,0 0-50 0,11-29-57 0,-1 11-49 16,3-11-52-16,3-5-56 0,2-9-52 16,0-3-78-16,0 3-72 0,3-1-247 15,-5 1-322-15</inkml:trace>
  <inkml:trace contextRef="#ctx0" brushRef="#br0" timeOffset="129156.45">17287 2224 2220 0,'5'-12'-25'0,"-1"1"32"0,-2 6 11 16,-1 0-2-16,-1 5 20 0,0 0 36 15,0 0 14-15,0 0 23 0,13 19 16 0,-4-5 18 16,-2 6 29-16,2 9-4 0,5 3-2 16,-1-1-3-16,3 6-6 0,2 4-19 0,5 0-12 15,1-3-17-15,-1-1-21 0,-5-8-5 16,2 0-11-16,-6-3-2 0,2-1-12 15,-5-6-3-15,-2-4-29 0,0-3-43 16,-6-2-39-16,3-1-44 0,-1-1-51 16,-5-1-56-16,0-7-98 0,0 5-107 0,0-5-174 15,0 0 46-15,0 0-169 0,0 0-202 16</inkml:trace>
  <inkml:trace contextRef="#ctx0" brushRef="#br0" timeOffset="129339.46">17278 2601 1955 0,'-15'0'64'0,"3"0"41"16,12 0 31-16,-14-1 35 0,14 1 30 0,0 0 24 16,-14-2 9-16,14 2-1 15,0 0-13-15,0 0-22 0,0 0-22 0,-2-10-14 16,2 10-17-16,17-6-20 0,-5 0-46 16,3 3-75-16,0-1-97 0,4-2-106 15,3-1-128-15,0 2-189 0,-1-2-98 0,-1 4 64 16,-4-2-176-16,0 3-218 0</inkml:trace>
  <inkml:trace contextRef="#ctx0" brushRef="#br0" timeOffset="129641.33">17751 2515 2105 0,'-2'5'104'0,"2"-5"38"16,0 0 26-16,0 0 26 0,-5 7 7 15,5-7 10-15,0 0-11 0,0 0-18 16,0 0-16-16,0 0-19 0,0 0-17 0,32-9-12 15,-21 6-54-15,2 1-55 0,1-1-70 16,3-1-78-16,-5 3-88 0,1-3-118 16,0 4-186-16,-3-5-39 0,-1 5 59 15,-9 0-87-15,18-1-97 0</inkml:trace>
  <inkml:trace contextRef="#ctx0" brushRef="#br0" timeOffset="129824.7">17741 2675 1683 0,'-7'5'155'0,"1"0"49"16,6-5 36-16,-7 4 27 16,7-4 19-16,0 0 11 0,-6 6 0 0,6-6-5 15,0 0-17-15,0 0-31 0,0 0-19 0,0 0-46 16,26 0-44-16,-26 0-71 16,19 0-93-16,-11 0-122 0,-8 0-129 0,17 0-173 15,-17 0-212-15,11 2 52 0,-11-2-289 16,0 0-384-16</inkml:trace>
  <inkml:trace contextRef="#ctx0" brushRef="#br0" timeOffset="139153.9">19073 1502 574 0,'0'0'317'0,"0"0"-84"0,0 0-13 0,0 0-9 0,0 0 1 0,0 0-5 0,0 0-14 15,0 0 0-15,0 0 15 0,0 0 7 16,0 0 10-16,0 0-7 0,0 0 6 0,0 0-5 16,0 0-10-16,16 17-16 0,-16-17-15 15,0 0-10-15,0 0-16 0,0 0-12 0,0 0-16 16,29-9-12-16,-29 9-9 0,9-6-5 15,-4 2-15-15,-5 4-9 0,11-6-5 16,-11 6-6-16,7-7-3 0,-7 7 4 0,5-6-1 16,-5 6-6-16,4-4-4 15,-4 4-7-15,0 0-6 0,0 0-9 0,9-4-9 16,-9 4-7-16,0 0 2 0,0 0-2 0,0 0-2 16,3 19 0-16,-3-9 1 15,0 4 1-15,0 1-4 0,4 6-1 0,-2 1 5 16,1 2 33-16,-1 0 2 0,4 0-1 15,-4-2-10-15,-1 0 1 0,3-3-9 0,-2-2 1 16,0 1-6-16,1-6 0 0,-1 1-3 16,-1-2 2-16,-1-2 2 0,0 0-10 15,2-1 5-15,-2 0 4 0,0-8 12 0,-2 12 11 16,2-7 7-16,0-5 8 16,-6 12 11-16,0-7 10 0,6-5-5 0,-7 9 12 15,7-9 11-15,-7 5 4 0,7-5 1 16,-8 2 7-16,8-2-3 0,0 0 3 15,-8 8-2-15,8-8-4 0,0 0-6 0,0 0-13 16,0 0-9-16,-6 4-75 0,6-4-6 16,0 0 0-16,0 0 0 0,0 0 0 0,0 0 0 15,45-12 0-15,-31 10 0 0,6-1 0 16,-5-1 0-16,0 1 0 0,0-1 0 16,1 3 0-16,-5-3 0 0,-2 2 0 15,1-1 0-15,-10 3 0 0,15-3 0 0,-15 3 0 16,12-2 0-16,-12 2 0 0,0 0 0 15,17-2 0-15,-17 2 0 0,0 0 0 16,14-2 0-16,-14 2-9 0,0 0-234 0,0 0-68 16,9-2-85-16,-9 2-102 0,0 0-162 15,0 0-219-15,0 0 73 0,0 0 87 16,0 0-529-16,15-3-710 0</inkml:trace>
  <inkml:trace contextRef="#ctx0" brushRef="#br0" timeOffset="139922.9">21277 1368 3304 0,'0'0'-70'0,"-10"-4"46"0,10 4 39 0,0 0 20 0,-6-6 27 0,6 6 13 0,0 0 5 0,0-9 10 0,0 9-8 0,0 0-6 16,8-8-12-16,-8 8-5 0,9-6-18 15,-9 6 9-15,0 0-7 0,22 2-3 0,-22-2-3 16,16 12-3-16,-8-2-8 0,-4 1 6 16,2 4-5-16,-4 2 27 0,-4 2 35 15,-4 4 31-15,-6 10 23 0,1-4 12 0,-3 3 15 16,0-3 5-16,-2-2 10 0,1 1 4 15,4-9 2-15,3-2-4 0,0-4 0 16,3 0-3-16,-1-2-1 0,4-1-2 16,-2-4 6-16,2 2 6 0,2-8 5 15,2 11-9-15,2-7-16 0,6 0-15 0,1 0-15 0,4-2-18 16,0 0-11-16,6-2-13 16,-1 0-62-16,-2 0-39 0,2 0 0 0,-4-2 0 15,-2 2 0-15,-1 0 0 0,-13 0 0 16,23 0 0-16,-23 0 0 0,20 0 0 15,-20 0 0-15,14-2 0 0,-14 2 0 0,0 0 0 16,18 0 0-16,-18 0 0 0,9 0 0 16,-9 0-36-16,0 0-359 0,0 0-113 0,11 0-151 15,-11 0-251-15,0 0 58 0,0 0 91 16,0 0-623-16,0 0-838 0</inkml:trace>
  <inkml:trace contextRef="#ctx0" brushRef="#br0" timeOffset="140888.18">23834 1247 3711 0,'-9'-4'-57'0,"-1"0"64"0,10 4 44 0,-14-4 49 0,14 4 18 16,-7-8 13-16,7 8-8 0,-2-8-8 16,2 8-11-16,4-10-10 0,-4 10-8 0,5-11-11 15,3 5-10-15,0 0-12 0,3 3 0 16,0 0-8-16,-11 3-9 0,25 1-6 16,-9 2-2-16,-3 1-7 0,1 2-2 0,-3 0-3 15,0 4-2-15,-1-1 3 0,-1 1 0 16,-1 2-6-16,-5-1 1 0,1 1-2 15,-4 3-1-15,-2-1 5 0,0 1 4 16,-1 0 8-16,-5 1 11 0,5-1 9 16,-5-1 9-16,4-2-5 0,0-2-3 0,-2-1-3 15,6-3-7-15,-3 2 1 0,3-8-6 16,-2 9 3-16,2-9-5 0,0 12 1 0,0-12 17 16,5 10 10-16,1-6 0 0,2 2-2 15,2-1-1-15,-1 0-6 0,0 2-6 16,1-1-1-16,-1 2-3 0,2 1-1 0,2-1 4 15,-6 0-2-15,-2 1 2 0,6 1 9 16,-4-1 20-16,-3 1 23 0,-2-2 18 16,-2 3 15-16,-2-1 6 0,-2 1 0 15,-2 0 3-15,0 0-6 0,-3-1-6 0,-2 0-5 16,0-1-12-16,-1-1-12 0,-3 0-9 16,1-2-8-16,-3-1-7 0,3-1-4 15,2-3-15-15,-2-1-30 0,14 0-49 0,-27-3-61 16,12-1-73-16,3 1-67 0,3 0-84 15,0 0-98-15,-1-3-125 0,6 3-141 0,-2-2-172 16,6 5 85-16,-2-7-606 0,2 7-822 16</inkml:trace>
  <inkml:trace contextRef="#ctx0" brushRef="#br0" timeOffset="141589.04">25543 1347 3585 0,'5'-8'-71'0,"-5"8"59"0,1-7 41 0,-1 7 14 0,0 0 3 0,0 0-19 0,0 0 5 16,0 0 40-16,0 0 5 0,0 0 6 0,0 0-2 15,2 27 8-15,-2-15 7 16,4 2 2-16,0 2-11 0,-3 0 5 0,5-2 6 16,-2 3 1-16,-1-6 2 0,4 1 4 15,-2-2 9-15,3-2 16 0,-3-1 2 16,6 1-5-16,-4-6-8 0,-7-2-12 0,18 3-9 15,-18-3-9-15,25-5-12 0,-11-3-10 16,1 4-7-16,1-5-4 0,-2-3-5 0,2 0-3 16,-1 1-11-16,-3-1 1 0,-1 4-6 15,-2-1-4-15,1 3-8 0,-4 2-7 16,-6 4-5-16,9-4-1 0,-9 4-1 0,0 0 1 16,9 14 7-16,-7-3-5 0,-2 7 37 15,0 3 13-15,-2 6 6 0,2 10-1 16,0-8-2-16,-1 7-5 0,1-7-4 15,-2-3-5-15,2-1-8 0,2-4 5 0,-2-1-6 16,0-5-1-16,1 2-6 0,-1-5 9 16,0 2-6-16,0-4 20 0,0-3 12 15,2 3 5-15,-2-10-1 0,3 10-10 0,-3-10-9 16,4 7-20-16,-4-7-40 0,0 0-63 16,0 0-69-16,0 0-73 0,0 0-93 0,0 0-112 15,7-19-119-15,-5 9-191 16,-6 5-61-16,4 5 84 0,-1-12-509 15,1 12-678-15</inkml:trace>
  <inkml:trace contextRef="#ctx0" brushRef="#br0" timeOffset="142437.14">27852 1235 3073 0,'7'0'-88'0,"-7"0"45"0,0 0 38 15,11-8 30-15,-11 8 24 0,7-6 23 0,-7 6 4 0,7-9 19 0,-3 6 17 16,-4 3 20-16,3-11-7 0,-3 11-1 16,0-10 0-16,0 10-9 0,0-11-13 15,0 11-17-15,-12-8-8 0,7 4-8 16,-8 3-6-16,13 1-12 0,-29 0-6 16,14 1 1-16,-4 3-8 0,-2 4-4 0,0-2-3 15,2 0-3-15,2 3-5 0,4-1-1 16,-1 0-3-16,5 1 3 0,-1-1 5 0,7 0 17 15,-2 5 9-15,5-5 10 0,5 4 3 16,0 0 5-16,4 3 2 0,2 3 5 16,11 2-9-16,-3 2 1 0,1 1-5 0,2 0-4 15,-1 0-1-15,-4 1-1 16,0 1-2-16,-6-6 17 0,-1-1 18 0,-4-3 22 16,-2 3 35-16,-3-3 26 0,-2-1 11 15,-1-1 10-15,-6 1 3 0,2-2 1 0,-5 1-2 16,-4 0-7-16,-3-3-13 0,1 0-27 15,-3-1-13-15,-4-1-12 0,1-2-15 16,-2-2-55-16,1 0-56 0,5-1 0 0,0 1 0 16,4-2 0-16,-1-2 0 0,1-2 0 15,15 2-146-15,-26 0-160 0,13-2-100 0,2 0-102 16,-1 0-142-16,1-3-189 0,6 5 16 16,-6-4 88-16,3 2-550 15,8 2-744-15</inkml:trace>
  <inkml:trace contextRef="#ctx0" brushRef="#br0" timeOffset="145305.04">18687 4652 3226 0,'0'0'-123'0,"-2"-10"51"0,2 10 49 0,0-6 43 0,0 6 33 16,-3-8 31-16,3 8 27 0,-3-9 17 0,3 3 18 15,0 6 5-15,-4-8-8 0,4 8-17 16,-2-5-12-16,2 5-18 0,0 0-13 0,0 0-9 16,0 0 1-16,0 0-4 0,2 25-5 15,0-8-2-15,0 3-5 0,0 4 7 0,-2 0 2 16,1 0 8-16,-1 2 2 15,3-1-5-15,-1-1-11 0,-2 1 11 0,-2-6 0 16,2-1-2-16,0 1-3 0,0-3-4 16,0-3-5-16,0-1 6 0,0-3-9 0,-3 1 8 15,3-3 15-15,0 2 10 0,0-9 1 16,-1 7 9-16,1-7-12 0,0 0-8 16,0 0-8-16,0 0-1 0,-15-23-14 0,11 6-11 15,4-3-6-15,0-7-3 0,4-16-8 16,-2-11-5-16,3-6-3 0,4-1 0 0,3 0-6 15,1 3-13-15,5 1-2 0,-3 7-8 16,0 4-4-16,-2 12-15 0,-1 2-11 16,-2 9-22-16,-1 6-26 0,-1 3-27 15,1 4-29-15,1 3-34 0,-1 3-45 0,1 4-56 16,-1 0-50-16,-9 0-73 0,23 6-78 16,-12 3-155-16,-3 1 2 0,0 2-384 0,1 5-492 0</inkml:trace>
  <inkml:trace contextRef="#ctx0" brushRef="#br0" timeOffset="145537.2">18578 4725 2732 0,'0'0'27'0,"-9"4"56"0,9-4 40 0,0 0 21 0,0 0 17 0,0 0 0 0,0 0-1 0,0 0-13 15,0 0-12-15,0 0-17 0,0 0-9 16,0 0-16-16,0 0-11 0,18-23-11 0,-4 19-44 16,1-3-66-16,4 0-80 0,3 2-84 15,-4-4-107-15,3 2-126 0,1 0-150 0,-6 1 52 16,5-2-196-16,-4 4-222 0</inkml:trace>
  <inkml:trace contextRef="#ctx0" brushRef="#br0" timeOffset="145935.92">19014 4671 2186 0,'0'0'153'0,"0"0"47"16,0 0 15-16,-38-7 4 0,38 7 0 15,0 0-15-15,0 0-18 0,0 0 2 16,-13 4 9-16,10 3-4 0,1 1-9 0,-5 2-13 15,5 0-9-15,1 4-7 0,1 0-12 16,0-2-15-16,3 5-6 0,4-2-10 16,0 2-12-16,4-2-7 0,0-1-9 0,7 1-8 15,-2-6-8-15,-3-1-4 0,2-4-4 16,-2 2-6-16,0-2 1 0,-1-4-9 16,-12 0-1-16,25-6-4 0,-16 2 1 0,2 0 9 15,-2-4 0-15,-4 1 0 0,3-5 3 16,-7 0-4-16,1 1-3 0,0-5-1 15,-4-1-13-15,0-5-2 0,1-1-4 0,-5 3-2 16,2 3-6-16,1 0-3 0,-4 3 0 16,4 3-12-16,-1 1-22 0,-4 5-30 0,3-1-34 15,5 6-43-15,-16 0-50 0,16 0-70 16,-15 5-77-16,7 0-92 0,3 2-117 16,1-1-198-16,-2 1 64 0,6 0-468 0,0-7-602 15</inkml:trace>
  <inkml:trace contextRef="#ctx0" brushRef="#br0" timeOffset="146452.94">19313 4907 2983 0,'0'0'-2'0,"0"0"59"0,0 0 44 15,0 0 34-15,0 0 6 0,0 0 8 0,0 0-9 16,2 9-12-16,-2-9-13 15,0 0-5-15,0 0-12 0,0 0-8 0,0 0-8 0,0 0-10 16,33-12-5-16,-27 7-8 16,2 0-3-16,-3-1 19 0,2 0 10 0,-3-4 9 15,1 1 11-15,-3-4 3 0,-2 1-1 16,0-2-1-16,0-4-3 0,-7-5-9 0,5 6-2 16,-1 2 1-16,-1-2-6 0,-2 5-6 15,3 0-10-15,-1 2-7 0,-3 1-11 16,4 2-4-16,-3 4-5 0,6 3-8 0,-11-4-3 15,11 4-3-15,0 0-5 0,0 0-5 16,0 0-4-16,0 0-5 0,0 0 0 0,0 0 0 16,0 0-12-16,0 0-25 0,33-18-28 15,-7 4-17-15,5-1 0 0,-3-2 10 16,-4 5 4-16,1 3 8 0,-9 1 5 16,-3 2 0-16,1 2 5 0,-7 2 9 0,-7 2 15 15,20 4 10-15,-11 4 11 0,-2 1 12 16,1 5 0-16,-5 2 1 0,6 3-2 15,-6 3 1-15,1 0-2 0,0 0-3 0,-2 1 3 16,-1 0-2-16,3 0-5 0,-2-3 0 16,0-1-11-16,1 1 1 0,0-3-3 0,-1-3 2 15,-2 1 3-15,4-3-4 0,-2-2-14 16,-2-1-27-16,2-1-29 0,-1-1-44 16,-1-7-79-16,0 9-84 0,0-9-99 15,0 5-134-15,0-5-165 0,0 0 66 0,0 0-399 0,0 0-485 16</inkml:trace>
  <inkml:trace contextRef="#ctx0" brushRef="#br0" timeOffset="147369.1">20436 5007 2879 0,'-4'8'46'0,"2"-1"45"0,2-7 28 0,-3 10 17 0,3-10 10 0,-2 7 5 0,2-7 0 0,0 0 3 15,0 0 3-15,0 0-7 0,0 0-12 16,11 3-9-16,-11-3-13 0,0 0-12 15,27-13-9-15,-13 6-16 0,-1 0-2 16,-1-5-7-16,4-2-11 0,-1 0-3 0,-1-1-12 16,-1-3-5-16,1-7-9 0,-2 0-4 15,2-4 0-15,-6-4-5 0,-3 0-5 0,1-4 1 16,-2 2-3-16,-4 5-2 0,0 2 1 16,-2 3-4-16,0 0 1 0,-2 4 12 0,2 1 4 15,0 7 10-15,1-3 1 0,-3 5-7 16,0 1-7-16,2 4-2 0,-1 2-1 0,3 4 3 15,0 0-3-15,0 0-4 0,-12 18 0 16,10-5-1-16,4 1-2 0,-1 9-1 16,3 0 2-16,5 8-3 0,2 2 0 0,0-4 3 15,3 0-5-15,-2 0 2 0,4-4-3 16,1-1-3-16,-3-6 1 0,-5-2-3 16,0-4-6-16,1-2-13 0,-2-3-10 15,-3 1-17-15,3-2-29 0,-5-2-48 0,4 0-67 16,-7-4-77-16,0 0-74 0,15 0-98 15,-15 0-154-15,7-10-41 0,-2 0 66 0,-2 1-289 16,-3-5-339-16</inkml:trace>
  <inkml:trace contextRef="#ctx0" brushRef="#br0" timeOffset="147571.28">20621 4290 2605 0,'-10'-10'155'0,"5"0"36"0,-2 1 33 0,2 3 25 0,-1-2 12 0,3 2-11 0,-1-2-23 16,4 8-23-16,-4-9-23 0,4 9-21 15,-2-8-19-15,2 8-34 0,0 0-54 0,-1-9-61 16,1 9-79-16,0 0-84 0,0 0-82 16,0 0-106-16,0 0-129 0,0 0-136 15,0 0 53-15,20 24-261 0,-14-13-319 0</inkml:trace>
  <inkml:trace contextRef="#ctx0" brushRef="#br0" timeOffset="147803.07">21006 4511 2401 0,'-6'1'231'0,"6"-1"61"16,-5 6 32-16,5-6 25 0,0 0 6 0,0 0-24 15,0 0-13-15,0 0-17 0,0 0-29 16,0 0-31-16,0 0-21 0,0 0-24 0,38-14-31 16,-24 10-49-16,2 1-70 0,1 1-80 15,0-4-91-15,1 4-102 0,-1-2-101 0,-4 1-91 16,0 0-100-16,-2 1-151 0,1 0 24 16,-12 2-439-16,0 0-556 0</inkml:trace>
  <inkml:trace contextRef="#ctx0" brushRef="#br0" timeOffset="148019.78">21038 4675 3074 0,'-7'6'129'15,"1"-4"72"-15,6-2 50 0,-10 5 42 16,10-5 33-16,0 0 0 0,-7 5 4 0,7-5-14 16,0 0-20-16,0 0-28 15,0 0-22-15,0 0-30 0,0 0-16 0,0 0-24 16,0 0-23-16,36-4-34 0,-20 1-72 15,0 0-90-15,4-1-72 0,1-1-83 0,-5 2-84 16,8-4-95-16,-3 0-96 0,-1 0-136 16,1-1-140-16,-1-1 73 0,-4 1-496 15,4-4-637-15</inkml:trace>
  <inkml:trace contextRef="#ctx0" brushRef="#br0" timeOffset="148669.13">21867 4406 3034 0,'-4'-6'-87'0,"2"1"28"0,2 5 24 15,0-14 18-15,2 4 25 0,-2 3 18 0,4-2 18 16,1 0 19-16,-4 2 14 0,3-2 12 16,0 4 10-16,-2-3 8 0,-2 8-2 0,3-6-6 15,-3 6-2-15,0 0 29 16,0 0 10-16,0 0 4 0,0 0-9 0,0 0 1 16,15 23-6-16,-10-12-6 0,-2 4 0 15,5 4-10-15,-3 0-13 0,6 8 8 0,0 1 2 16,-2-1-9-16,1-5-9 0,-3-3-12 15,1 2-3-15,-3-4-5 0,3-2-10 16,-4-1-2-16,2-2-7 0,-2 1-3 0,-3-5 4 16,1 1 9-16,2-3 4 15,-2 3 7-15,2-2 12 0,-4-7 14 0,-2 12 6 0,2-12 11 16,-2 11 3-16,-4-5 2 16,1 1-5-16,-1-2-3 0,-2 2-6 0,1-2-10 0,-5 0-2 15,2 0-2-15,3-2 2 16,-2 1 9-16,-1 1-3 0,0-1 4 0,10-4 2 15,-11 5-11-15,11-5-3 0,-12 5-12 16,12-5-5-16,-7 2-8 0,7-2-5 0,0 0-45 16,-8 5-16-16,8-5 0 0,0 0 0 15,0 0 0-15,0 0 0 0,35-7 0 16,-20 3 0-16,2 1 0 0,0 0 0 0,-2-1 0 16,3 1 0-16,-7-1 0 0,3 1 0 15,-3-1 0-15,-4 3 0 0,-7 1 0 0,18-6 0 16,-18 6 0-16,13-1 0 15,-13 1 0-15,10-2 0 0,-10 2 0 0,0 0 0 16,11-3 0-16,-11 3-39 0,7 0-156 16,-7 0-54-16,0 0-55 0,0 0-85 0,0 0-115 15,0 0-126-15,0 0-201 0,0 0 68 16,0 0 86-16,0 0-551 0,0 0-690 0</inkml:trace>
  <inkml:trace contextRef="#ctx0" brushRef="#br0" timeOffset="149754.68">23565 3955 3206 0,'0'0'0'16,"-4"-10"28"-16,4 10 30 0,-3-7 2 0,3 7-8 0,0 0 4 0,0 0 37 0,0 0 20 0,-13 24 12 15,6-2 18-15,2 11 7 0,-3 7 3 0,6 1 4 16,-1 3 4-16,3 1-11 0,-2 1-12 15,2-1-11-15,2 0-9 0,0 0-9 0,-1-1-12 16,1-3-6-16,0-3-11 16,0-9-7-16,-2-4-6 0,0-5-7 0,0-1-3 15,0-4-5-15,0-1-3 0,0-2-7 16,0-2 0-16,0-3-1 0,2 3 3 16,-2-10-9-16,0 10-1 0,0-10-4 0,0 0-5 15,0 0-3-15,0 0-2 0,0 0-3 16,0 0 1-16,0 0-3 0,-25-26 0 0,17 20-2 15,-1-7-2-15,-3 3-3 0,1-1-3 16,-4-1 4-16,0 0 3 0,-3 3 2 0,1-1 10 16,2 2 11-16,-2 1 12 0,1 3 16 15,4-2-12-15,-2 3 5 0,3-1 4 16,-1 1 3-16,12 3-5 0,-13-6-5 16,5 3-1-16,8 3-1 0,0 0 0 0,-11-7-2 15,11 7 5-15,0 0-16 0,22-17 1 0,0 7-1 16,12-5-6-16,2 1-5 15,12-5-3-15,0 4-4 0,-3-1-4 0,-7 3 0 16,-2 1-5-16,-3 3-2 0,-7 2 3 16,-5 0-3-16,-3 4-3 0,-3-3 1 0,-1 6-13 15,-5 0 15-15,-9 0-4 0,17 6 4 16,-7 1 11-16,-3 1 1 0,-3 3 9 0,-1 2 9 16,4 3 5-16,-3-2 4 0,-1 4-17 15,3-1-1-15,-3 2-2 0,5 2-2 0,-2-4 0 16,5 2 3-16,-1-3-5 0,4-2-4 15,-3-2 8-15,4-5-8 0,0 1 3 16,3-6-7-16,-2-2-1 0,6 0 0 16,-6-2 1-16,5-6-3 0,-1 1 0 15,-4-1 4-15,2-2-4 0,-5-4 2 0,-3 3-2 16,-3-4 3-16,-1 1-4 0,-2-4 0 16,-4-1 1-16,-2-2-3 0,0 4-1 0,-4 0-5 15,-1 2-4-15,-5 1-1 0,3 5-7 16,-9 3-11-16,4 1-29 0,-4 3-45 0,1 4-58 15,-2 3-64-15,2-2-87 0,0 2-100 16,4 2-121-16,1-2-148 0,-1 0-143 0,3 0 66 16,2-3-645-16,8-2-847 0</inkml:trace>
  <inkml:trace contextRef="#ctx0" brushRef="#br0" timeOffset="150369">25046 4009 3613 0,'5'-9'-74'0,"-1"2"68"0,1 2 65 0,-5 5 57 0,3-10 46 16,-3 10 39-16,6-7 27 0,-6 7 23 16,2-7 12-16,-2 7-8 0,0 0-49 0,0 0-13 15,-14-11-22-15,3 7-6 0,-2 4-8 16,-6-2-17-16,-5 2-16 0,-2 3-4 0,-12 2-19 16,0 2-10-16,-5 2-10 0,6 1-8 15,2 2-6-15,1 0 5 0,7 2-29 16,2 3-1-16,7-3-8 0,4-4 12 0,7 1-17 15,1 1 1-15,6-2-12 0,4 0 5 16,7 1 1-16,3 4-3 0,11-1 0 0,2 1-5 16,0-2 2-16,4 1 2 15,-3 1-6-15,5-4 3 0,-5 2 10 0,3-1 5 16,-3 1 19-16,-6 1 9 0,-7-5 11 16,0 3 18-16,-4-3 15 0,0 1 16 0,-2 0 22 15,-6 0 15-15,1-1-64 0,-2 1-93 16,-4 0 0-16,-2-2 0 0,-3 3 0 0,-2 1 0 15,-11 0 0-15,-5 3 0 0,-3-3 0 16,-5 0 0-16,-1 0 0 0,2-2 0 0,7-3 0 16,4 0 0-16,2-2 0 15,4 0 0-15,0-2 0 0,3 1 0 0,1 0 0 16,11-4 0-16,-18 5 0 0,11-5 0 16,7 0 0-16,-11 3 0 0,11-3 0 0,0 0 0 15,-16 1 0-15,16-1 0 0,0 0 0 16,0 0 0-16,-11-1 0 0,11 1 0 0,0 0 0 15,0 0-815-15,0 0-184 0,0 0 104 16,0 0-969-16,0 0-1290 0</inkml:trace>
  <inkml:trace contextRef="#ctx0" brushRef="#br0" timeOffset="152288.2">19729 5670 4708 0,'6'-4'-263'0,"-6"4"61"0,3-5 48 0,-3 5 43 0,6-7 39 16,-6 7 32-16,5-5 33 0,-5 5 23 16,3-6 24-16,-3 6 11 0,2-6 13 15,-2 6-3-15,0 0-2 0,4-6 4 0,-4 6-7 16,0 0-3-16,0 0-4 0,0 0-2 15,0 0-6-15,0 0 5 0,0 0-8 0,0 0 2 16,-36 10 1-16,22-5-5 0,-1 2 6 16,1 1-2-16,0 1-1 0,-6 3-5 0,5-2 1 15,-2 2-4-15,0 1 1 0,1 0-4 16,4-1-4-16,-1-4-2 0,2 3-2 16,6-2-4-16,-3-2 0 0,4 0-3 0,0-1-2 15,2 0 4-15,2-6-7 0,0 13 5 16,0-4-1-16,2-2-3 0,2-3 1 15,-2 5-5-15,1-2 1 0,0 2 3 0,3-1-1 16,-3-1 12-16,-1 0 7 0,-2 2 18 16,2-1 12-16,0 2 18 0,0-1 7 15,-2 1 6-15,0-1 1 0,-4 1 2 0,2 2-4 16,0 1-6-16,1-4-7 0,-3 7-8 16,2-4-9-16,-3-2-3 0,5-2-6 0,-1 5-3 15,1-5-7-15,1 0-2 16,-1-8-6-16,5 11-2 0,1-5 6 0,-1-2-7 15,2 2-4-15,4-1-2 0,-2 0-4 16,-2-1-1-16,1 1-3 0,2-1 1 0,-5 4-5 16,5-2 2-16,-7 5 3 0,6 1 22 15,-6 1 15-15,-3 3 12 0,0-3 10 0,0 1 1 16,0 3-1-16,0-2-3 0,-1 1-3 16,1 0-14-16,0-3 2 0,0 1-8 0,0-1-8 15,0 1 0-15,1-1-8 0,-1-3 2 16,0-2-9-16,2 0-1 0,-2 0-3 0,0-8 0 15,4 13-8-15,-4-7 0 0,0-6-12 16,2 8-35-16,0-4-49 0,-2-4-43 0,1 10-59 16,-1-10-72-16,0 7-108 0,0-7-133 15,0 0-144-15,0 0-133 0,-5 5 82 16,5-5-606-16,0 0-758 0</inkml:trace>
  <inkml:trace contextRef="#ctx0" brushRef="#br0" timeOffset="153620.01">20794 6829 3275 0,'0'0'-92'0,"-7"-5"62"0,7 5 63 0,-6-4 58 0,6 4 44 0,-6-6 20 0,6 6 4 16,-6-4-6-16,6 4-12 0,0 0-17 0,0 0 2 16,0 0 26-16,-9 14 8 0,7-6-2 15,2 12 3-15,-1-2 0 0,1 7-5 0,0 0-4 16,1 9-9-16,-1-3 1 0,2-7-4 16,0 0-11-16,0 0-5 0,0-4-21 15,-2-2-1-15,2-3-6 0,-1-1 8 16,-1-2-2-16,0-3 28 0,0-1 12 0,0 0 17 15,0-8 23-15,0 12-2 0,0-12-21 16,0 0-10-16,0 0-25 0,0 0-11 0,0 0-12 16,-3-28-13-16,1 9-10 0,4-8-49 15,0-13-29-15,3-5 0 0,3-11 0 0,4-6 0 16,0-2 0-16,4 1 0 0,1 5 0 16,0 3 0-16,-1 6-7 0,-5 12-83 0,4 3-30 15,-1 5-37-15,-1 5-46 0,1 7-55 16,-2 3-69-16,1 5-69 0,-1 4-62 0,0 0-80 15,0 5-146-15,0 2-63 16,2 3 75-16,-3 4-530 0,0 4-666 0</inkml:trace>
  <inkml:trace contextRef="#ctx0" brushRef="#br0" timeOffset="154101.34">20791 6884 3301 0,'-18'8'2'0,"9"-4"44"0,0 0 41 0,0-1 33 15,9-3 33-15,-7 4 21 0,7-4 6 0,0 0-8 16,-9 2-19-16,9-2-14 16,0 0-15-16,0 0-11 0,0 0-11 0,0 0-15 15,0 0-8-15,36-13-8 0,-21 7-21 16,4 0-17-16,2 0-12 0,-1 2-14 0,-2-5-8 16,-2 5-2-16,-1 2 2 0,-2-2 1 15,-2 2-3-15,1 1-1 0,-12 1 1 0,17-3-1 16,-17 3-1-16,15 0 13 0,-15 0 13 15,10 6 13-15,-4 0 13 0,-5 1 15 0,-1-7 11 16,2 18 9-16,-4-6-6 0,4 1-1 16,-2-3-1-16,4 5-1 0,-2-1-4 15,2 4 3-15,-1-1-7 0,4 0 0 16,-2-5-5-16,4 2-8 0,2-2-3 0,0-2-1 16,0-1-2-16,3-4-8 0,-1-1 0 15,0-2-2-15,2-2-7 0,3-6-3 16,-2 3 4-16,-2-4-9 0,5-2 0 0,-5 1 2 15,-3-2-4-15,0-4 3 0,-5 0-3 16,0 0 16-16,-4-1 4 0,-2-2 2 0,-2-2 2 16,-6-2-1-16,-4-4-7 0,-1-2-6 15,1 7-5-15,0 5-4 0,-1 1-6 0,-1 2-8 16,1 5 1-16,-1 4-14 0,1 1-19 16,-1 2-31-16,-1 5-38 0,1 1-40 0,3 0-52 15,0 1-69-15,-1 1-67 16,5 4-56-16,0-7-61 0,3 3-89 0,4-4-153 0,0-4 46 15,2 10-468-15,1-8-574 0</inkml:trace>
  <inkml:trace contextRef="#ctx0" brushRef="#br0" timeOffset="154584.14">21338 6944 2955 0,'-4'9'10'0,"4"-9"53"0,-2 5 44 0,2-5 23 0,0 0 6 0,-2 7-2 16,2-7-3-16,0 0-11 0,4 6 0 16,-4-6-6-16,0 0-6 0,9 4-7 0,-9-4-12 15,11 0-10-15,-11 0 1 16,0 0 17-16,14-2 15 0,-14 2 8 0,0 0 1 16,7-5 2-16,-7 5 1 0,0-8-5 15,0 8-6-15,-5-16-9 0,-1 6-6 0,3 0-10 16,-6-1-4-16,0 0-10 0,5 1 5 15,-3 0-11-15,2 3-11 0,0 0-2 0,-1 2-10 16,3 1-8-16,3 4-5 0,-8-7-4 16,8 7-5-16,-2-6-4 0,2 6-3 15,0 0 0-15,8-10 3 0,-1 6-6 16,9-4 0-16,2-1-4 0,5 2 0 0,1 1-3 16,-1-1-1-16,-1 3-2 0,-5 1-1 0,5 3 0 15,-6 2 4-15,2-1-4 16,-3 5 8-16,-2-1 1 0,0 3 6 0,-1 4 5 15,-1 2 4-15,1 2-10 0,-6-3 4 16,1 4-6-16,3 3 3 0,-5-3 1 0,4 0-4 16,-2 3 2-16,2-3-7 0,-3-1-1 15,-1-2 0-15,2-1 0 0,-2-1-2 0,4 0-15 16,-5-3-36-16,0-2-39 16,1 1-51-16,-2-2-83 0,3-4-95 0,-6-2-126 0,11 0-159 15,-11 0-125-15,16-6 76 16,-7 1-525-16,2-4-639 0</inkml:trace>
  <inkml:trace contextRef="#ctx0" brushRef="#br0" timeOffset="155018.01">22564 6849 3257 0,'0'0'4'0,"0"0"27"0,0 0 17 0,0 0 18 0,-3-13 16 0,3 13 11 0,10-8 3 15,-5 0-8-15,5 3 2 0,-5 0 3 16,5 0-3-16,-4 0-3 0,0 2-9 16,-6 3-6-16,7-2 14 0,-7 2 20 15,0 0 9-15,16 7 15 0,-13-1 11 0,5 3 10 16,-5 3 3-16,3 2 10 0,0 4 1 15,-2 3 21-15,3 10 8 0,-1 2-15 0,0 0-6 16,2 2-1-16,-3 0-12 0,1-1-23 16,-1-2-9-16,-3-4-7 0,2-4-10 0,-2-1-6 15,0-2-4-15,-2 0 4 0,3-3-6 16,-3 0-2-16,-3-3-2 0,3-1 7 16,-2-3 9-16,-4 6 6 0,4-5 4 15,-5 0-31-15,0-1-90 0,-3-3 0 0,0 1 0 0,1-5 0 16,-3 1 0-16,3-1 0 15,-4-1 0-15,-1-3 0 0,1-2 0 0,-3 1 0 16,0-6 0-16,-4-2 0 0,-3-9-404 16,0-3-155-16,5-3-157 0,-2-4-179 0,6-1 88 15,-2-1 87-15,3-2-671 0,3 1-844 16</inkml:trace>
  <inkml:trace contextRef="#ctx0" brushRef="#br0" timeOffset="155220.04">22591 6670 4160 0,'-3'-12'150'0,"-1"3"65"0,-2 2 39 15,6 7 26-15,-5-10-7 0,3 5-20 0,2 5-30 16,-7-7-29-16,7 7-18 0,0 0-58 16,-1-9-73-16,1 9-77 0,0 0-66 0,0 0-76 15,0 0-108-15,0 0-123 0,0 0-138 16,0 0-171-16,5 27 60 0,-2-17-516 0,-1 0-635 15</inkml:trace>
  <inkml:trace contextRef="#ctx0" brushRef="#br0" timeOffset="155484.29">22988 6855 3506 0,'-11'2'238'0,"11"-2"70"16,-16 0 42-16,16 0 30 0,-11 2 11 0,11-2-5 16,0 0-20-16,0 0-26 15,0 0-20-15,0 0-31 0,0 0-26 0,0 0-29 16,39-14-20-16,-21 10-25 0,1-1-28 16,0 1-58-16,0 1-73 0,2 0-78 0,-4 1-82 15,4-2-100-15,-6 4-95 0,1 0-98 16,-1-3-86-16,-5 1-80 0,-10 2-119 0,16 5-40 15,-10-3 67-15,-6-2-570 0,5 10-711 16</inkml:trace>
  <inkml:trace contextRef="#ctx0" brushRef="#br0" timeOffset="155717.69">23024 7049 3639 0,'-4'3'177'0,"4"-3"80"0,0 0 60 0,-13 5 39 0,13-5 27 16,-6 2 16-16,6-2 7 0,0 0-5 15,0 0-15-15,0 0-33 0,0 0-40 16,44-10-31-16,-30 6-24 0,0 1-30 16,6-1-192-16,-2 1-36 0,0-1 0 0,0-2 0 15,-4 2 0-15,-3 3 0 0,1-1 0 16,-1 2 0-16,-3-2 0 0,-8 2 0 0,16-3 0 16,-9 1-92-16,-7 2-266 0,0 0-92 15,9-3-89-15,-9 3-87 0,0 0-147 0,0 0-12 16,0 0 82-16,0 0-612 0,0 0-771 15</inkml:trace>
  <inkml:trace contextRef="#ctx0" brushRef="#br0" timeOffset="157968.03">23687 6793 3498 0,'-4'17'-66'0,"4"-17"62"0,0 0 55 0,0 0 46 0,0 0 30 0,0 0 25 0,0 0 9 15,0 0 9-15,0 0-1 0,0 0-7 0,0 0-8 16,20-20-12-16,-17 15-7 15,-3 5-7-15,11-8-13 0,-7 2-7 0,3-1-10 16,-4-1-8-16,5 1-9 0,-5 0-5 16,5-2-10-16,-4 3-6 0,-2-3-8 0,2 2 0 15,0 0-6-15,-4 7 0 0,3-12-1 16,-1 7 0-16,-2 5-8 0,4-8-4 16,-4 8-10-16,0 0 0 0,2-8-7 0,-2 8 2 15,0 0-2-15,0 0 1 0,0 0-1 16,0 0 3-16,2 25 6 0,-1-13 1 0,-1 1-1 15,2 4 3-15,0 2-3 16,3 5 5-16,-2 0 1 0,1 3 10 0,3 4-2 16,-3 2-5-16,6-2 1 0,-8-4-4 15,4-6-1-15,-3 0-6 0,3-4 0 0,-2 1-4 16,-2-7 3-16,-1 3-4 0,1-4 9 16,0-2 24-16,1-1 18 0,-1 2 20 0,0-2 28 15,-2-7 23-15,1 10 8 0,-1-10 11 16,0 8-10-16,0-8-11 0,-3 7-11 0,3-7-13 15,-9 7-48-15,9-7-67 0,-11 3 0 16,11-3 0-16,-13 4 0 0,13-4 0 16,-14 5 0-16,14-5 0 0,-11 2 0 0,11-2 0 15,-10 3 0-15,10-3 0 0,0 0 0 16,-11 3 0-16,11-3 0 0,0 0 0 16,0 0 0-16,0 0 0 0,0 0 0 0,0 0 0 15,0 0 0-15,0 0 0 0,46-10 0 16,-27 5 0-16,2 3 0 0,0-8 0 0,0 3 0 15,0 0 0-15,-5 2 0 0,-2 1 0 16,-3 0 0-16,3 0 0 0,-6 3 0 0,1-4 0 16,-9 5 0-16,16-2 0 0,-16 2 0 15,9-4 0-15,-9 4 0 0,7-1 0 0,-7 1 0 16,0 0 0-16,10-4 0 0,-10 4 0 16,0 0 0-16,0 0-299 0,0 0-128 0,0 0-98 15,13 5-116-15,-13-5-219 16,0 0 63-16,0 0 94 0,4 4-637 0,-4-4-795 15</inkml:trace>
  <inkml:trace contextRef="#ctx0" brushRef="#br0" timeOffset="158720.04">24996 6266 3769 0,'-2'-13'34'0,"0"5"44"0,0 0 16 0,2 3-2 0,0 5-6 0,0 0 11 0,0 0 35 0,0 0 18 16,-3 25-3-16,3-4-4 0,0 5 14 16,2 16 12-16,-1 3-1 0,1 11-17 15,5 0-5-15,-5 0-9 0,1-12-11 0,-1-1-12 16,2-2-7-16,0 0-7 0,-3-5 2 15,1-5 3-15,-2-6-5 0,2-6-13 0,0 1 4 16,0-7 3-16,-4 1 4 16,4-2 8-16,-2-3 6 0,0 1 6 0,0-2 0 0,0 0 0 15,0-8-3-15,0 9-12 16,0-9-14-16,0 0-8 0,-6 6-10 0,6-6-5 16,0 0-6-16,0 0-8 0,0 0-7 15,-25-15-5-15,18 7-17 0,-2 3-23 0,-1-2 0 16,-2 1 0-16,1-1 0 0,-3-1 0 15,3 4 0-15,-1 0 0 0,1 0 0 0,0 2 0 16,-1-1 0-16,3 0 0 0,9 3 0 16,-18-4 0-16,13 3 0 0,5 1 0 0,-9-2 0 15,9 2 0-15,-8-4 0 0,8 4 0 16,0 0 0-16,0 0 0 0,21-12 0 0,-6 4 0 16,7-1 0-16,-2 1 0 15,8-6 0-15,3 3 0 0,-6 2 0 0,-6 2 0 16,3 1 0-16,-6 0 0 0,2 1 0 15,-2 1 0-15,-2 1 0 0,-3 1 0 0,-11 2 0 16,23 2 0-16,-13 0 0 0,1 3 0 16,-1-2 0-16,-3 5 0 0,3 0 0 0,0 0 0 15,-3 2 0-15,2 1 0 0,1-1 0 16,0 0 0-16,-1 2 0 0,0-1 0 0,3-3 0 16,-1-1 0-16,3 1 0 0,1-4 0 15,-2 0 0-15,3-2 0 0,-2-2 0 0,0-2 0 16,4-4 0-16,-3 2 0 0,-1-4 0 15,-2-1 0-15,1 0 0 0,-3-2 0 0,2-2 0 16,-5-1 0-16,-3-1 0 16,-3-1 0-16,2-3 0 0,-6 2 0 0,2-2 0 15,-3 0 0-15,-3-1 0 0,-3 6 0 16,2-1 0-16,-1 3 0 0,-4 2 0 0,1 4 0 16,1 3 0-16,-2 1 0 0,-1 4-85 15,14-2-202-15,-23 3-77 0,12 1-98 16,2 2-102-16,-2 0-157 0,6-4-95 0,-3 2 84 15,8-4-683-15,-1 8-866 0</inkml:trace>
  <inkml:trace contextRef="#ctx0" brushRef="#br0" timeOffset="159400.99">26298 6227 3822 0,'3'-5'26'0,"-3"5"94"0,-1-6 60 16,1 6 49-16,0 0 41 0,0-11 24 0,0 11-10 0,-8-5-11 0,8 5-17 15,-13-4-21-15,5 3-20 0,-5 2-20 16,13-1-10-16,-32 2-20 0,12 2-14 0,2-1-20 16,-5 2-14-16,1 1-13 0,-3-2-19 15,7 1-2-15,-3 1-11 0,4-1-11 0,1 0-12 16,4 0-25-16,-1-2-20 16,2-1-18-16,4 2-6 0,-1-2 2 0,8-2 3 15,-11 2 4-15,11-2 8 0,-11 2-7 16,11-2 4-16,-11 2-2 0,11-2 8 0,0 0-12 15,-11 3 0-15,11-3-4 0,-5 6 3 0,-1 0-2 16,3-2 5-16,2 5-4 0,-1-1 3 16,2 2 3-16,3 2 1 0,2 3 2 15,4 3-3-15,11 5 0 0,0-1 0 0,3-1-4 16,2-1 6-16,4-1 3 0,-2 0-1 16,1-1-1-16,0 1 2 0,-3-2 2 0,0 2 6 15,0-2-5-15,-11-1-2 0,4-2 30 16,-5-1 22-16,-3 0 19 0,-3-1 26 0,3 0 39 15,-7-2 37-15,0 2 32 0,-6-3-109 16,2 3-94-16,-5-3 0 0,-3 2 0 0,0-1 0 16,-5 1 0-16,1-3 0 15,-7 1 0-15,-1-2 0 0,5-1 0 0,-2-2 0 0,1-1 0 16,3 0 0-16,2-1 0 16,-1 1 0-16,2-2 0 0,2-1 0 0,9 0 0 15,-17 3 0-15,9-3 0 0,8 0 0 16,-14 2 0-16,14-2 0 0,-11 0 0 0,11 0 0 15,0 0 0-15,0 0 0 0,-14-2 0 16,14 2 0-16,-7-4 0 0,7 4 0 0,0 0 0 16,-2-8 0-16,2 8 0 15,0 0 0-15,10-13-696 0,-4 7-293 0,-1 3-1224 0,-5 3-1616 16</inkml:trace>
  <inkml:trace contextRef="#ctx0" brushRef="#br0" timeOffset="160535.09">21486 8235 5707 0,'0'0'-231'0,"11"-2"61"0,-11 2 70 0,0 0 52 0,8-5 51 0,-8 5 34 15,0 0 24-15,6-3 28 0,-6 3 15 16,0 0 6-16,0 0 1 0,0 0-8 0,0 0 1 16,0 0 13-16,0 0 12 0,0 0-6 15,-19 26 4-15,3-11-9 0,-4 8 0 16,-3 1-10-16,-2 1-4 0,2-2-12 0,1 4-7 15,0-1-14-15,5-4-6 0,6-2-9 16,1-4-8-16,5-2-1 0,-2-3-11 0,7 2-2 16,2-3-1-16,8 1 4 15,0-2-9-15,4 0-4 0,2-1 5 0,4 3-13 16,-4-1-3-16,4-2-1 0,-6 3 1 16,4-1-3-16,-5 4 4 0,-1 1 39 0,-3 3 46 15,-2 1 35-15,-5-2 29 0,0 3-8 16,-6 4-155-16,-1 9 0 0,-6-3 0 0,-3 1 0 15,1-2 0-15,-1 0 0 0,7-8 0 16,-1-1 0-16,3-7 0 0,-1 3 0 0,5-5 0 16,-2 1 0-16,3-1 0 0,3-1 0 15,-2 0 0-15,5-1 0 0,-1-1 0 16,3 3 0-16,-3-1 0 0,6-2 0 16,-2 1 0-16,-4-2 0 0,4 2 0 0,-4-3 0 15,1 0 0-15,-3 0 0 0,3-1 0 16,-6-5 0-16,5 10 0 0,-1-8 0 0,-4-2 0 15,7 8 0-15,-7-8 0 0,3 4 0 16,-3-4 0-16,6 8 0 0,-6-8 0 0,4 7 0 16,-4-7 0-16,-2 8-74 0,-2-2-687 15,0 0-207-15,-3 3 89 0,0-1 99 0,2 6-828 16,-1-1-1049-16</inkml:trace>
  <inkml:trace contextRef="#ctx0" brushRef="#br0" timeOffset="167152.91">4731 4149 4038 0,'0'0'-229'0,"0"0"58"0,13 0 51 0,-13 0 38 0,0 0 32 0,9-3 31 0,-9 3 30 16,0 0 24-16,9-5 34 0,-9 5 15 16,0 0 12-16,9-7 14 0,-9 7 3 15,8-5-4-15,-8 5-8 0,0 0-5 16,6-7-3-16,-4 3-4 0,-2 4 0 0,4-5-6 15,-4 5-3-15,0 0-5 0,0 0-9 16,-8-13-8-16,4 9-5 0,4 4-10 0,-19-5-6 16,7 3-1-16,12 2-6 0,-29 4-6 15,11-1-3-15,-5 4 2 0,-6 4-3 0,4-3-1 16,-2 5-5-16,0 5-2 16,0-1 1-16,8-4-4 0,-3 6 0 0,8-5-6 15,2-1 3-15,2 0-4 0,3 0 2 16,3-1-1-16,2 1-1 0,2 0-1 15,4-1 0-15,2 0-2 0,1 1 2 0,7 3 1 16,1-3 1-16,0 2 0 0,7 2-1 16,0-5 1-16,3 5 0 0,-2 0 1 0,-5-3-7 15,-2-4 8-15,-5 0-2 0,-1 1 3 16,-1-1 6-16,-3 0 18 0,0 0 16 0,-5-1 12 16,1 4 10-16,-2-5 4 0,-2 3 1 15,-1-3-3-15,-1 2 1 0,-2-3-4 16,-1 1 1-16,-1-2-5 0,2 1-7 0,-1-5-8 15,7-2-4-15,-16 6 3 16,7-6-11-16,9 0-21 0,-17 0-34 0,17 0-49 0,-17-6-80 16,9 5-109-16,0 0-135 15,2-5-153-15,-1 3-197 0,3-3 71 0,4 6-466 16,-3-8-604-16</inkml:trace>
  <inkml:trace contextRef="#ctx0" brushRef="#br0" timeOffset="167515.29">4909 4374 3064 0,'0'0'-16'0,"-9"-9"55"0,4 4 49 0,5 5 38 0,-9-8 21 0,9 8 3 16,-8-4-10-16,8 4 4 16,0 0 4-16,0 0 13 0,0 0-1 0,-14 12-2 15,14-5 0-15,0 3-14 0,0 1-9 16,4 1 2-16,5 2-1 0,-2 1-3 0,2-2-10 15,7 3-10-15,0-4-14 0,8 3-10 16,-3-4-7-16,-3-3-4 0,0-1-10 0,-2-4 6 16,2 1-19-16,-2-2-6 0,-2-2-3 15,-14 0-3-15,25-4-1 0,-12 0-4 16,-1 1-3-16,-2-4 0 0,-3 1-10 16,0-1-3-16,0-2-5 0,0-1 0 15,-3-2-3-15,-2 0-1 0,-2-5-5 0,0 1-14 16,0-2-21-16,0 0-22 0,-2 3-23 15,2 1-25-15,0 2-49 0,-2 4-45 0,2 1-56 16,0 7-57-16,-4-8-67 0,4 8-100 16,0-6-163-16,0 6-27 0,0 0 68 15,0 0-315-15,2-7-388 0</inkml:trace>
  <inkml:trace contextRef="#ctx0" brushRef="#br0" timeOffset="168099.87">5343 4221 2451 0,'0'0'7'0,"0"0"33"16,0 0 47-16,0 0 33 0,0 0 41 0,0 0 41 15,11 17 11-15,-11-5 5 0,2 2 0 16,1 4-6-16,-1-1-8 0,-1 1-17 0,-1 1-15 16,0 2-14-16,2-4-13 0,-2 2-8 15,0-4-11-15,0-1-8 0,0-1-5 16,0-2 7-16,2-3 10 0,-2 4 21 0,0-7 25 15,0-5 21-15,0 11 5 0,0-11-18 16,0 0-22-16,0 0-20 0,0 0-10 0,0 0-21 16,9-26-13-16,-3 11-7 15,2-2-11-15,1-2-10 0,-1 0-27 0,1 1-2 16,-2 5-10-16,-2 0-4 0,2 5-5 16,1-1-4-16,0 5 0 0,-2 0-8 0,-6 4 6 15,16-1-5-15,-16 1-2 0,0 0-6 16,25 7 5-16,-15-2 2 0,-4 1 0 15,1 2-5-15,1-2 9 0,-3 3-10 0,-1-1 6 16,3 1-4-16,-6-2-1 0,3 0 6 16,-2 0 2-16,-2-7 2 0,5 8 5 0,-5-8 30 15,6 7 19-15,-6-7-14 0,0 0-11 16,0 0-5-16,14-15-7 0,-7 4-7 16,1-2-2-16,1-3-5 0,3-1-4 15,-1 2-3-15,1-1 1 0,-1 5-6 0,0-1 1 16,1 2-5-16,-3 3-1 0,2 4-4 15,-2 3 6-15,-9 0-2 0,18 7-1 16,-8-2-1-16,2 5 3 0,-3 0 0 0,1 7-2 16,1-2 4-16,-2-1 1 0,3 3-4 15,-3-2-2-15,-1-1 4 0,0-2-7 0,-2 2-20 16,1-1-37-16,1-3-48 0,-3-1-55 16,2-1-48-16,-2-1-49 0,-1-2-62 0,1-1-87 15,-5-4-83-15,11 0-106 0,-11 0-178 16,16-9 37-16,-5 2 80 0,7-4-463 15,-2 0-592-15</inkml:trace>
  <inkml:trace contextRef="#ctx0" brushRef="#br0" timeOffset="168300.37">6139 4278 3367 0,'0'0'145'0,"0"0"56"0,-13 4 45 0,13-4 38 0,0 0 35 0,0 0 20 0,0 0 2 0,0 0-9 15,0 0-18-15,0 0-23 0,0 0-30 16,0 0-27-16,0 0-24 0,31-18-32 0,-14 13-63 16,-2-1-98-16,0-2-101 0,3 4-97 15,-4-2-110-15,4 2-116 0,-2-2-120 16,-2 2-126-16,-1 1-123 0,-1 1 75 16,-2 2-515-16,-10 0-678 0</inkml:trace>
  <inkml:trace contextRef="#ctx0" brushRef="#br0" timeOffset="168481.33">6197 4448 3436 0,'-13'6'101'0,"3"0"67"0,2 0 40 0,3-4 27 0,5-2 21 15,-8 5 1-15,8-5-14 0,0 0-19 16,-8 7-34-16,8-7-21 0,0 0-18 16,0 0-37-16,0 0-81 0,0 0-90 15,44-14-113-15,-22 6-119 0,8-4-103 16,6 0-84-16,18-4-175 0,2-2 4 0,5 1 63 15,0-1-273-15,0-1-341 0</inkml:trace>
  <inkml:trace contextRef="#ctx0" brushRef="#br0" timeOffset="168833.72">7125 4013 2285 0,'-14'0'61'0,"1"0"43"15,-1 4 31-15,2 0 33 0,-1 3 26 16,-1-1 28-16,-1 6 12 0,1 2 4 16,3-3-11-16,-1 7-14 0,6-4-15 15,-1 1-12-15,3 1-12 0,4-2-9 0,0-2-6 16,6 1-13-16,-1-1-11 0,8 0 4 16,-1-2 9-16,4-1 8 0,3-1-19 0,-2-6-5 15,3 0-16-15,2-2-5 0,-1-2-18 16,4 0-4-16,-3-4-3 0,1 1-16 0,-2-6 1 15,0 4-6-15,-4-6-9 0,-4 1-4 16,-1-2-1-16,-3 1-4 0,-3 0-3 16,-4 0-2-16,-2-4-8 0,-2 2-5 0,-5-3-4 15,-3 3-10-15,-3-1-21 16,-6 5-36-16,-2 2-42 0,-4 3-56 0,0 5-61 16,-4-1-81-16,3 4-97 0,-12 2-113 15,3 6-159-15,3-3-97 0,7 1 69 0,9 0-460 16,-4 0-606-16</inkml:trace>
  <inkml:trace contextRef="#ctx0" brushRef="#br0" timeOffset="170314.73">4525 5141 2931 0,'-3'-11'-16'0,"3"11"50"0,-2-6 37 0,2 6 26 0,0 0-4 0,-4-8-13 16,4 8-8-16,0 0 6 0,0 0 38 15,0 0 28-15,0 0 21 0,-2 37-3 0,4-20-11 16,0-1-12-16,0 9-13 16,0-3-9-16,1-1-10 0,-3 4-8 0,4-2-9 15,-2-1-9-15,0-3-12 0,0-1-1 16,-1-1-6-16,-1-3-7 0,3-2-4 15,-3 0-4-15,2-2 0 0,0 0 22 0,0-5 9 16,-2-5-8-16,0 0-8 0,0 0-7 16,0 0-5-16,0 0-6 0,0 0-5 0,9-21-3 15,-5 5-8-15,-1 1-5 0,1-4 0 16,1 2-2-16,0 1-5 0,-1 1-3 0,2 1-4 16,-3 2-1-16,1 2-4 0,1 2-1 15,0 1 0-15,3 3 1 0,-8 4 0 0,12-3 0 16,-6 3 0-16,-6 0 0 0,19 3-2 15,-11 1 3-15,0-1-2 0,-1 2-5 16,3 0 8-16,-3 0 1 0,1 1-3 16,-4-3-1-16,3 2-3 0,-3-1 6 15,-4-4-1-15,9 5 0 0,-9-5 6 0,0 0 1 16,14 0-1-16,-14 0 1 0,13-12-5 16,-3 3-2-16,-2-1-1 0,1 0-1 0,-2-1 1 15,2 5-3-15,-2-3 1 0,0 4-4 16,-1 0-2-16,-6 5 1 0,12-6 0 0,-12 6 2 15,15 2 2-15,-15-2 0 0,21 9 3 16,-12-3 0-16,3 2-1 0,-2 4-4 16,-1-4 0-16,3 1 4 0,-1 1 1 0,-4-3-9 15,3 0-25-15,-2 1-40 16,-3-1-34-16,3 0-63 0,-2-2-70 0,0 0-76 16,-1-1-82-16,-5-4-110 0,8 5-186 15,-8-5 62-15,7 3-386 0,-7-3-491 0</inkml:trace>
  <inkml:trace contextRef="#ctx0" brushRef="#br0" timeOffset="170731.92">5271 5154 2710 0,'0'0'81'0,"0"0"57"0,2-7 32 0,-2 7-5 0,0 0-12 0,0 0 1 0,0 0 31 15,0 0 10-15,0 0 0 0,7 16-7 16,-5-8-11-16,2 3-15 0,-1-1-14 0,-3 2-11 15,2 1-12-15,2 3-7 0,-4-3-13 16,0 1-8-16,0 2-9 0,-2-1-8 16,-2-1-6-16,1 1-3 0,-3-3-10 0,3-3-4 15,-5 1-9-15,0-3 2 0,0-2-7 16,8-5-5-16,-14 3-8 0,14-3-6 0,-20-10-1 16,11 0-6-16,-1-7-7 0,2-2 3 15,3-3-6-15,-1-2 3 0,6 0-5 0,-1 5 0 16,-1 2-1-16,2 1-1 15,0 5-7-15,2 1 2 0,-1 2 2 0,-1 8 0 16,6-6 2-16,-6 6 17 0,0 0 8 16,0 0-2-16,27 14 3 0,-16-6-2 15,-2 3-5-15,1-1-3 0,3 5 4 0,1-3-10 16,-1 2 2-16,1-3-2 0,1 1-23 16,-4-1-40-16,1-3-42 0,-1 1-68 0,-2-2-85 15,1-2-70-15,-2 0-74 0,-3-3-102 16,-5-2-131-16,12 3-43 0,-12-3 66 0,11-2-330 15,-11 2-411-15</inkml:trace>
  <inkml:trace contextRef="#ctx0" brushRef="#br0" timeOffset="170981.38">5471 5075 2462 0,'0'-5'51'0,"0"5"44"16,0 0 16-16,0 0 20 15,1-9 41-15,-1 9 28 0,0 0 14 0,0 0 9 16,0 0 3-16,27 13 0 0,-15-7-9 15,-1 5-12-15,2 2-5 0,1 3-9 16,-3 0-15-16,1 2-15 0,-3 1-16 0,2 0-1 16,-5 0-12-16,2-1 7 0,-4 3 2 15,-4-4-31-15,2 2-5 0,-4-2-10 0,0 0-13 16,-1-1-8-16,-2-1-5 16,-3-3-4-16,3-1-15 0,-2-2-24 0,-4-1-44 15,2-4-43-15,2 0-62 0,7-4-70 16,-16-2-88-16,16 2-95 0,-17-12-102 0,14 1-125 15,-3-5-112-15,2-6 69 0,5-1-423 16,2-1-542-16</inkml:trace>
  <inkml:trace contextRef="#ctx0" brushRef="#br0" timeOffset="171215.21">5691 4984 2864 0,'-2'-7'14'0,"2"4"43"16,0 3 30-16,0 0 28 0,0 0 37 15,0 0 9-15,-27 14 10 0,18-2 7 0,0 1 1 16,0 6-14-16,1 3-13 0,0 1-11 15,6 1-13-15,-3 0-11 0,5-4-9 16,2 2-8-16,1 1-9 0,3-2-4 16,1-1 12-16,4-3 3 0,-2-1-8 0,0-4-5 15,1 0-9-15,1-4-4 0,3-1-11 16,-3-2-9-16,0-1-4 0,1-1-13 16,3-3-41-16,-1 0-59 0,1-2-74 0,0-1-101 15,0-2-120-15,1 0-140 0,1-2-205 16,-4 0 55-16,6-3 57 0,-2 1-294 15,0-4-367-15</inkml:trace>
  <inkml:trace contextRef="#ctx0" brushRef="#br0" timeOffset="171433.02">6105 5083 2857 0,'0'0'315'15,"-13"2"28"-15,13-2 9 0,0 0-21 0,-10 2 0 16,10-2-9-16,0 0-32 0,0 0-34 15,0 0-23-15,0 0-27 0,0 0-19 0,0 0-15 16,0 0-23-16,0 0-14 0,0 0-59 16,0 0-67-16,39-7-57 0,-39 7-77 15,20-2-77-15,-10 1-87 0,0-1-94 0,-3 1-100 16,-7 1-121-16,18 0-93 16,-18 0 64-16,9 4-421 0,-6 1-528 0</inkml:trace>
  <inkml:trace contextRef="#ctx0" brushRef="#br0" timeOffset="171615.2">6139 5237 2936 0,'-7'5'74'16,"1"1"63"-16,3-2 49 0,3-4 36 16,-7 7 33-16,7-7 27 0,0 0 24 0,-3 8-4 15,3-8 18-15,0 0 8 0,0 0-11 16,3 11-28-16,-3-11-28 0,10 1-24 0,-10-1-24 16,15 2-17-16,-15-2-23 0,23-2-41 15,-12-1-63-15,3 1-72 0,-3-1-75 16,1-1-68-16,-1 1-69 0,1-1-93 0,-2-2-81 15,-3 0-96-15,0 1-116 0,-1-1-153 0,1 0 70 16,-7 6-531-16,3-6-678 16</inkml:trace>
  <inkml:trace contextRef="#ctx0" brushRef="#br0" timeOffset="174997.87">6820 5007 3284 0,'-3'-5'-61'0,"-6"-2"48"0,6 1 31 0,-5 3 27 0,8 3 16 0,-11-7 5 0,11 7 10 15,-14 0 16-15,14 0 14 0,-21 9 18 16,6 5 12-16,-6 4-1 0,4 6-7 16,0 6 5-16,2 0-2 0,7 4-3 15,0-2-7-15,6-6-13 0,2 1-8 0,2-2-8 16,4 6-7-16,4 0-7 0,3-5-5 15,-2-8-5-15,8 3-1 0,1-5-6 16,-2-8 5-16,5 0-4 0,0-6-7 0,2-2-6 16,1-2-3-16,9-8-3 0,0 0-7 15,-7-3-2-15,1-3-1 0,-7-1-2 0,-1-2-2 16,-7 0 2-16,-5 2 1 16,-5-3 2-16,-4 2 0 0,-4-5-3 0,-10-6-2 15,-6 3-4-15,-5-1-3 0,-11 2-7 16,4 10-3-16,0 3-23 0,-9 3-36 0,10 7-53 15,-10 5-79-15,3 6-107 0,-1 3-134 16,5 2-203-16,3-2-92 0,8 0 72 16,5-1-434-16,4-7-549 0</inkml:trace>
  <inkml:trace contextRef="#ctx0" brushRef="#br0" timeOffset="176748">2967 4880 3077 0,'-16'14'23'0,"1"-6"41"0,3-3 26 0,3 1-2 0,5-3-14 0,4-3-6 16,-9 3-4-16,9-3 17 0,0 0 7 0,0 0 9 16,0 0-16-16,70-13-5 0,-32 1-5 15,14-2-14-15,-2 1-6 0,1-1-45 0,2-1-57 16,-1 1-71-16,-1-1-86 15,-14 3-135-15,1-2-229 0,-6 1 14 0,-3-1 64 16,-6 4-121-16,-7 0-114 0</inkml:trace>
  <inkml:trace contextRef="#ctx0" brushRef="#br0" timeOffset="176982.15">3433 4625 1859 0,'0'0'76'0,"-3"11"6"0,3-11 8 15,0 0-1-15,0 0 26 0,14 14 5 0,-5-7 22 16,-2 0 0-16,4 3 11 0,0 0-1 16,-2 2 16-16,2 2-11 0,-3 0 0 0,-4 1-12 15,1 0-21-15,-5 2-8 0,0 3-9 16,0-2-16-16,-7 5-8 0,0-2-7 16,0-2-23-16,-8 8-59 0,3-7-23 15,1-2-65-15,-2-1-69 0,-1-2-85 16,-7 4-127-16,3-4-213 0,4-5 44 0,3 1 56 15,2-1-112-15,0-5-98 0</inkml:trace>
  <inkml:trace contextRef="#ctx0" brushRef="#br0" timeOffset="177197.18">3483 5467 1866 0,'-10'10'297'15,"6"-5"47"-15,3-1 25 0,1-4-6 16,-4 8-26-16,4-8-30 0,0 0-26 16,0 0-25-16,0 0-25 0,29-19-16 0,-12 9-26 15,10-6-23-15,5-1-18 0,2-1-54 16,8-1-80-16,2-2-106 0,0 1-134 16,-8 3-158-16,-4 0-201 0,-1-1-103 0,-10 7 73 15,-5 1-367-15,-5 2-459 0</inkml:trace>
  <inkml:trace contextRef="#ctx0" brushRef="#br0" timeOffset="177414.91">3661 5138 3021 0,'0'0'154'0,"0"0"-16"0,0 0 1 0,0 0 60 16,0 0 33-16,0 0 18 15,38 21 18-15,-22-10-6 0,11 3-7 0,-2 4-19 16,0-1-15-16,-2 2-26 0,-5 0-13 15,-2 0-16-15,-7 0 0 0,-3 1-24 16,-4 2-18-16,-8 11-9 0,-5 1-13 0,-5 0-63 16,-9 7-71-16,0 1-91 0,-6-4-101 15,1-2-117-15,-1-4-120 0,4-8-175 16,2-3-105-16,1-1 72 0,2-5-480 0,7-5-617 16</inkml:trace>
  <inkml:trace contextRef="#ctx0" brushRef="#br0" timeOffset="203443.19">22944 8927 1338 0,'0'0'505'0,"0"0"-106"0,0 0-47 0,0 0-33 0,0 5-26 0,0-5-38 0,0 0-27 16,0 0-29-16,0 0-8 0,0 0-10 16,0 0-14-16,0 0-15 0,0 0-16 0,0 0-14 15,0 0-5-15,0 0-7 0,0 0-5 16,0 0-9-16,0 0-12 0,0 0-4 0,0 0-8 15,0 0-9-15,-7-19-10 16,-2 15-5-16,2-2-5 0,0 4-8 0,-3-3-3 16,-2 1-4-16,1 1 0 0,-3 0-7 15,2 1-2-15,-4 2-3 0,-3 2-3 0,2 2-3 16,-2 0-1-16,-2 3-2 0,0 1 1 16,-6 8-4-16,7-5 0 0,-3 7-3 0,7-3 0 15,1 1-2-15,8 1 0 0,-3-2 1 16,2 1-4-16,6-1 2 0,2-1-2 0,4-1-2 15,2 3 3-15,6-1 5 16,1-1-7-16,8 6 3 0,2 0 2 0,-1-2-4 0,3 0 4 16,-4-1 1-16,2 0-1 15,-2-3 1-15,-7-2 17 0,0 0 19 0,0-1 21 0,-3 0 40 16,-2-1 34-16,0 0 30 16,-5 1 32-16,-3-1 27 0,1 0 19 0,0 0 12 15,0-1-2-15,-6 3 2 0,2-2-7 16,-3 1-129-16,-5-1-116 0,0-2 0 0,1 3 0 15,-3-5 0-15,-1 2 0 0,-1-4 0 16,1 1 0-16,1-1 0 0,-2-2 0 0,1 0 0 16,-1 0 0-16,5-2 0 0,9 0 0 15,-22 2 0-15,15-2 0 0,7 0 0 0,-16-2-334 16,16 2-246-16,-9-4-96 16,9 4-153-16,-2-8 16 0,2 8 80 0,8-9-704 0,0 3-888 15</inkml:trace>
  <inkml:trace contextRef="#ctx0" brushRef="#br0" timeOffset="203825.81">23045 9149 3739 0,'-6'-9'5'0,"4"1"93"0,-1 4 60 0,1-2 46 0,2 6 25 0,-6-8 5 0,6 8-9 16,-2-6-27-16,2 6-1 0,0 0 39 15,0 0-4-15,-4 20-17 0,4-11-25 0,0 5-20 16,2 4-19-16,2-1-9 0,4 3-17 16,-5 1-13-16,5-1-9 0,-3 1-16 15,6-3-11-15,-4 0-7 0,0-3-13 0,1-1-11 16,-2-6-8-16,2 2-2 0,-3-1-4 16,3-1-3-16,-3-4 1 0,3-1 1 0,-8-3-3 15,11-2-3-15,-11 2 0 0,14-5 1 16,-4-1 1-16,-5-3-5 0,2-1-3 0,2-4 1 15,-4-1-1-15,1-1-1 0,-1 1 2 16,1-5-8-16,-1-1 1 0,-2 0-3 0,3-1 1 16,-4 3-1-16,1 2-6 15,-3 1-15-15,2 0-22 0,-2 1-23 0,2 1-40 0,0 1-46 16,-2 5-44-16,0-1-54 16,0 1-68-16,0 0-75 0,0 8-55 0,4-8-72 15,-4 8-95-15,1-5-111 0,-1 5 70 16,0 0-507-16,13 0-622 0</inkml:trace>
  <inkml:trace contextRef="#ctx0" brushRef="#br0" timeOffset="204474.83">23405 9070 3258 0,'-4'-8'91'0,"3"2"55"0,1 6 24 0,-8-6 5 0,8 6 7 0,0 0 23 0,0 0 14 15,0 0-4-15,-4 23-19 0,4-11-14 16,2 2-18-16,-2 1-14 0,0-1-16 0,0 3-12 16,0-1-4-16,0-3-15 0,2 2-10 15,-2-3 10-15,0 0 4 0,0-2 3 0,0-1 5 16,2-3 19-16,-2 0 9 0,2 0 7 15,-2-6 13-15,0 0-4 0,0 0-18 0,0 0-14 16,0 0-18-16,0 0-8 16,5-18-10-16,-1 4-12 0,2-8-12 0,-3 0-5 15,6 1-8-15,-4 0-5 0,1 0-5 16,-1 9-6-16,1-2-2 0,-2-3-4 0,0 5-12 16,2-1-1-16,-3 4-8 0,5 2-7 15,-3 4-4-15,-5 3-4 0,12-3-10 0,-12 3-2 16,17 0-6-16,-17 0-1 0,18 8 0 15,-11-3 3-15,0 2 2 0,2 2 4 0,-6 3 6 16,3 1-1-16,-2-1 1 0,-3 0 5 16,1-1 1-16,-2-1-5 0,2-2 6 15,0 1-1-15,0-2 0 0,-2-7 4 16,2 11 3-16,-2-11 11 0,0 0-8 0,0 0 1 16,0 0-8-16,0 0-1 0,17-27 3 15,-8 10-6-15,5-1-7 0,-4 2 0 0,1-1-12 16,1 1 12-16,-7 6-3 0,4 2-4 15,0-1 13-15,-4 4-14 0,5 5 7 0,-10 0-3 16,0 0-3-16,21 9 1 0,-12-1 5 16,-2 4-14-16,2 3 17 0,-4 1 8 0,3 1 1 15,-1 0-10-15,-1-1 2 0,2 2 7 16,-3 2-1-16,1-6-5 0,0 4 2 0,-3-4-9 16,4-2-32-16,-4 0-44 15,1-2-42-15,0 0-48 0,-1-3-50 0,1-3-85 16,2-1-103-16,-6-3-107 0,14 0-156 15,-14 0-76-15,14-8 77 0,-2 1-596 0,5-5-734 16</inkml:trace>
  <inkml:trace contextRef="#ctx0" brushRef="#br0" timeOffset="204691.94">24103 9089 3630 0,'-15'-4'119'0,"8"4"45"0,7 0 30 0,-7-4 13 0,7 4 2 0,0 0-9 0,0 0-20 0,0 0-18 0,0 0-20 0,19-13-39 0,-6 9-60 16,-2 0-75-16,3 0-103 0,-1-1-110 0,5 2-86 16,-3-4-103-16,0 2-104 0,-2 3-60 15,-1-1 56-15,-3 3-308 0,-9 0-334 0</inkml:trace>
  <inkml:trace contextRef="#ctx0" brushRef="#br0" timeOffset="204863.03">24095 9302 2409 0,'-7'8'93'15,"-1"-1"51"-15,4-2 53 0,-2-1 32 16,6-4 15-16,-5 5 9 0,5-5 10 0,-4 5 6 16,4-5-8-16,0 0-27 0,0 0-20 15,0 0-26-15,0 0-39 0,32-5-52 0,-19 3-68 16,1-3-76-16,1-2-106 0,3 0-110 15,-4 1-106-15,2 0-140 0,-1-2-113 0,2-1 59 16,0 2-371-16,1 2-415 0</inkml:trace>
  <inkml:trace contextRef="#ctx0" brushRef="#br0" timeOffset="205393.42">24854 8884 2359 0,'0'0'-73'0,"3"-6"39"16,-3 6 47-16,2-6 45 0,-2 6 44 0,4-7 34 15,-4 7 24-15,0-10 24 16,0 10 17-16,-4-11 11 0,2 6 6 0,1-1 3 16,1 6 0-16,-6-9-3 0,1 5-12 15,5 4-16-15,-9-6-20 0,2 3-12 0,7 3-14 16,-20 3-12-16,9-1-15 0,0 6-9 16,-1-4-10-16,-1 3-12 0,3 2-10 0,1 2-8 15,3-3-8-15,1 3-4 0,1-1-5 16,2 0-1-16,6-1-10 0,0 3 0 0,1 1-4 15,4-3-5-15,3 6 2 0,0-6-8 16,0 2-1-16,0-2-4 0,1 1 3 0,1-1-3 16,1 2 2-16,-3-2 9 0,-3 2 15 15,2 0 13-15,-2-1 27 0,-4 2 5 16,3-1 26-16,-7-2 10 0,-1 2 19 16,0 3 6-16,-1-4 5 0,-3 3-3 0,-3 0-11 15,-4-3-9-15,2 2-12 0,0-1-9 16,-3-2-15-16,1-2-11 0,-3 0-39 0,-1-3-48 15,2-2 0-15,1-1-20 0,-1-4-132 16,1-3-94-16,1-6-101 0,-2-2-103 0,9-1-104 16,-4-4-117-16,6 4-140 0,1-3 72 15,2 2-690-15,3 1-879 0</inkml:trace>
  <inkml:trace contextRef="#ctx0" brushRef="#br0" timeOffset="205741.33">25010 8844 3933 0,'0'0'21'0,"0"-9"55"0,0 9 35 0,0 0 19 0,-2-7 8 0,2 7-4 15,0 0-8-15,0 0 26 0,0 0 12 16,0 0-2-16,0 0-5 0,2 32-15 0,-2-18-5 16,2 2-11-16,-2 3-15 0,2 0-8 15,-1 3-13-15,3 1-15 0,0-3-9 0,-1 1-6 16,6-2-9-16,-4-6 2 0,1 3-2 15,1-5 2-15,2 1-2 0,-2 0 14 16,0-7-3-16,1 1 2 0,2-3 2 16,-3 0-6-16,-7-3 4 0,23-4-7 0,-10-2-7 15,-2-4-10-15,5-2-7 0,-1-2-10 16,3-8-19-16,-7 0-17 0,2-4-15 0,0-1-18 16,-1 0-21-16,-4 6-33 0,-3 1-37 15,1 6-37-15,-4 1-59 0,0 3-65 0,-1 1-58 16,2 3-63-16,-3 2-64 0,0 4-90 15,0 0-74-15,0 0 58 0,0 0-397 0,0 0-462 16</inkml:trace>
  <inkml:trace contextRef="#ctx0" brushRef="#br0" timeOffset="206408.01">25334 8840 2710 0,'-4'-7'0'0,"4"7"37"0,0 0 50 0,0 0 49 0,0 0 48 0,0 0 23 15,0 0 18-15,0 0 12 0,6 30-1 0,-6-17-8 16,2 3-7-16,0 3-10 15,-2 0-3-15,0 1-10 0,3 3-10 0,-3-4 4 16,0-1-18-16,0-1-4 0,-1-3-14 16,1-2-9-16,0 0-7 0,-2-2-15 0,2 0-6 15,-2-4 5-15,2-6 5 0,0 10-4 16,0-10-13-16,0 0-17 0,0 0-10 0,0 0 13 16,0 0-12-16,4-28-14 15,-1 11-7-15,5-5-17 0,2-5-3 0,-1 3-9 0,-2 5-2 16,3-1-3-16,2 4-6 0,-5 3-4 15,0 1-1-15,4 3-3 0,-4 1-4 0,0 2 0 16,3 2 4-16,-2 2-7 0,-8 2-2 16,17 2 3-16,-17-2-2 0,15 6 0 15,-5 1 1-15,-3-2-1 0,-2 2 2 16,4 1-1-16,-6-2 0 0,3 4 7 0,-2-3 2 16,-2 5 6-16,-1-6-2 0,1 1-2 15,-2 0 1-15,0-7 5 0,2 10 4 0,-2-5 7 16,0-5-14-16,0 0-24 0,0 0 0 15,0 0 0-15,0 0 0 0,0 0 0 0,8-18 0 16,0-1 0-16,3-8 0 0,5 1 0 16,-2-2 0-16,2 4 0 0,-3 7 0 15,-1 3 0-15,-5 5 0 0,3-1 0 16,-1 8 0-16,-1-1 0 0,-8 3 0 0,0 0 0 16,22 9 0-16,-13-3 0 0,-4 8 0 15,1-3 0-15,-3 2 0 0,-1 5 0 0,2-3 0 16,1 3 0-16,-3-1 0 0,-1-1 0 15,-1 0 0-15,4 1 0 0,-2 0 0 0,0 0 0 16,0-3 0-16,-1 1-98 0,3-1-164 16,2-2-99-16,-5-3-108 0,6-3-135 15,0 0-184-15,3-3-7 0,2-3 79 0,2-3-678 16,4 1-846-16</inkml:trace>
  <inkml:trace contextRef="#ctx0" brushRef="#br0" timeOffset="206629.03">26396 8938 4283 0,'-20'-2'252'0,"9"2"60"0,11 0 26 0,-16-1 25 0,16 1-1 0,-12 0-28 0,12 0-34 0,0 0-29 0,0 0-28 15,0 0-26-15,0 0-36 0,0 0-73 0,45-5-87 16,-26 3-105-16,1-1-121 0,4-1-120 15,1 1-129-15,-2-2-135 0,2-1-185 0,5-3 26 16,-4 1 80-16,-3 0-603 16,-5 2-732-16</inkml:trace>
  <inkml:trace contextRef="#ctx0" brushRef="#br0" timeOffset="206891.14">26563 8627 3314 0,'-11'-16'81'0,"-1"6"87"15,3 1 65-15,1 3 55 0,3 0 40 16,-2 0 10-16,7 6-17 0,-9-2-16 0,9 2 27 16,0 0 12-16,-9 23-13 0,3-5-9 15,1 5-28-15,4 12-30 0,-1 1-27 16,2 1-22-16,-2 1-13 0,2-6-19 16,2-6-92-16,-2 2-91 0,2 7 0 0,-2-6 0 15,1-5 0-15,-1-4 0 0,2-3 0 16,-2-2 0-16,3-2 0 0,-1 0 0 0,0-1 0 15,-2-2 0-15,2-1 0 0,0-2-274 16,-1-2-137-16,1 0-105 0,-2-5-110 0,4 7-160 16,-4-7-9-16,0 0 82 0,0 0-671 15,0 0-838-15</inkml:trace>
  <inkml:trace contextRef="#ctx0" brushRef="#br0" timeOffset="207841.01">27246 8611 3752 0,'1'-5'51'0,"-1"5"68"0,0-11 49 0,0 11 48 0,2-5 36 0,-2 5 25 0,0 0 15 15,0 0-2-15,-2-6-13 0,2 6 14 0,0 0 18 16,-4 22 0-16,-2-7-16 0,3 9-20 15,-3 12-35-15,1 2-21 0,-3 3-19 0,2 1-20 16,0 1-17-16,2 1-131 16,-1-3-30-16,-2 0 0 0,0-2 0 0,0-5 0 0,-1-1 0 15,1-2 0-15,-2-7 0 16,6-3 0-16,-1-5 0 0,0-3 0 0,1-3 0 16,1-1-8-16,0-4-410 0,-2-2-107 15,4-3-92-15,0 0-125 0,0 0-77 0,0 0 80 16,4-33-731-16,2 12-919 0</inkml:trace>
  <inkml:trace contextRef="#ctx0" brushRef="#br0" timeOffset="208076.19">27199 8627 3810 0,'-3'-14'-22'16,"1"0"76"-16,-2 4 50 0,2-3 34 0,4 5 29 16,0-3 15-16,2 1 5 15,-1 0-9-15,5 4-16 0,4 1-4 0,1 1-11 16,2 4-11-16,2 4-15 0,4 1-10 15,10 9-12-15,-4 9-9 0,-2 1-4 0,-3 4-9 16,-5 1-7-16,0 3-9 0,-3 1-2 16,-3-1-8-16,-1 3-5 0,-3-2-8 0,1-2 1 15,-6-4-4-15,-1-5-5 0,1-3-29 16,-2 0-33-16,0 1-44 0,-2 1-61 16,1-6-80-16,-1 2-87 0,-2-3-84 0,-1-4-94 15,1-1-132-15,-1-1-36 16,2-3 64-16,3-5-410 0,-4 5-473 0</inkml:trace>
  <inkml:trace contextRef="#ctx0" brushRef="#br0" timeOffset="208275.97">27329 8947 3087 0,'-9'0'238'0,"9"0"47"0,-20 0 47 16,20 0 53-16,-17-3 43 0,17 3 10 0,0 0-15 15,-17 0-37-15,17 0-29 0,0 0-34 16,-11-2-38-16,11 2-29 0,0 0-35 0,0 0-41 15,0 0-67-15,0 0-99 0,0 0-120 16,32-7-140-16,-15 4-138 0,6-2-148 0,-2-1-193 16,4 0-94-16,0 2 94 0,-8 2-708 15,6-4-884-15</inkml:trace>
  <inkml:trace contextRef="#ctx0" brushRef="#br0" timeOffset="208742.18">27705 8515 3615 0,'0'0'-87'0,"-4"-5"67"15,4 5 60-15,-5-6 66 0,5 6 44 0,0 0 40 16,-1-8 34-16,1 8 22 0,0 0 16 16,0 0 15-16,-2-9 3 0,2 9 7 0,0 0-14 15,0 0-10-15,0 0-19 0,-2-8-22 16,2 8-25-16,0 0-20 0,0 0 5 0,0 0 13 16,-2 31 1-16,-2-10-10 0,4 5-10 15,-3 12-8-15,-3 2-26 0,2 1-142 16,0 2 0-16,0 0 0 0,0-3 0 0,4 1 0 15,-1-4 0-15,2-6 0 0,-1-6 0 0,4 2 0 16,0-4 0-16,2-2 0 16,2-4 0-16,1-2 0 0,-2-3 0 0,5-3 0 15,-1-1 0-15,3-6 0 0,3 1 0 16,0-1 0-16,0 0 0 0,2-2 0 0,3 0 0 16,-4 0 0-16,0 0 0 0,-2-4 0 15,0 4 0-15,-3 0 0 0,-3 0 0 0,-1-1 0 16,-9 1-8-16,20-2-392 0,-11 0-75 15,-3-1-68-15,-6 3-86 0,12-7-147 0,-11 5 3 16,3-4 82-16,-2 0-634 0,0 0-782 16</inkml:trace>
  <inkml:trace contextRef="#ctx0" brushRef="#br0" timeOffset="208991.06">27637 8526 3995 0,'-13'-6'153'0,"6"0"41"0,0 2 36 0,2-2 23 0,5 6 21 0,-7-5-9 0,7 5-22 16,0-8-23-16,0 8-26 16,13-12-22-16,0 5-17 0,0-2-52 0,9 2-64 0,1-3-72 15,7 2-75-15,-3-1-81 16,-4 4-73-16,-3 0-58 0,3 0-37 0,-8-1-34 15,-1 5-35-15,-3-1-44 0,-1 2-44 16,-10 0-49-16,17 2-409 0,-12 1-449 0</inkml:trace>
  <inkml:trace contextRef="#ctx0" brushRef="#br0" timeOffset="209823.85">28187 8613 2848 0,'-8'-6'148'0,"8"6"43"0,0 0 26 0,-4-4 21 0,4 4 22 0,0 0 11 15,0 0 0-15,0 0-14 0,-6-11-26 0,6 11-16 16,0 0-26-16,6-10-15 15,-2 4-19-15,-4 6-18 0,8-8-14 0,-8 8-14 16,7-7-11-16,-7 7-4 0,6-4-2 16,-6 4 9-16,0 0 6 0,0 0 16 0,0 0 18 15,19 13 15-15,-15-9 9 0,0 6 12 16,-2-2 7-16,-1 3-4 0,3 1-3 0,0 0-9 16,-1-1-7-16,-1 1-128 0,3 2-33 15,-1-2 0-15,-1 2 0 0,1-4 0 0,0 0 0 16,-2 1 0-16,-1-1 0 0,3-2 0 15,-2 1 0-15,0-1 0 0,1-1 0 0,-2 0 0 16,-1-7 0-16,0 12 0 0,-1-3 0 16,1-9 0-16,-11 13 0 0,6-3 0 15,-2-4 0-15,-4 2 0 0,4-1 0 16,-2 1 0-16,1-4 0 0,0 4 0 0,2-3 0 16,3 0 0-16,3-5 0 0,-9 7 0 15,5-5 0-15,4-2 0 0,-7 4 0 0,7-4 0 16,0 0 0-16,0 0 0 0,0 0 0 15,0 0 0-15,0 0 0 0,33-4 0 0,-33 4 0 16,23-5 0-16,-11 2 0 16,-1 0 0-16,0 1 0 0,3-2 0 0,-3 2 0 0,1-2 0 15,-3 0 0-15,2 1 0 0,1-2 0 16,-2 1 0-16,-1 0-452 0,-2-1-134 16,1-1-87-16,0 0-142 0,1-2 5 15,-1 3 95-15,-2-3-693 0,1 0-860 0</inkml:trace>
  <inkml:trace contextRef="#ctx0" brushRef="#br0" timeOffset="210191.07">28426 8156 3899 0,'-3'-6'28'0,"-1"2"47"0,4 4 15 0,0 0 28 0,0 0 30 15,0 0 15-15,0 0-13 0,0 0-10 16,0 0-15-16,41 10-8 0,-27-1-10 0,8 1-18 16,0 5-6-16,1 6-3 0,2 1 34 15,-4 2 24-15,-1 5 31 0,7 8 35 0,-6 1 29 16,1 4 15-16,-8 3 3 0,4 0 8 16,-5 1 10-16,3-1 1 0,-7-8-1 0,2-1 4 15,-1 2-191-15,-1-2-82 0,1-4 0 16,-2 2 0-16,-4-9 0 0,-3-4 0 0,-1-3 0 15,0-1 0-15,-1 1 0 16,-3-3 0-16,-3 1 0 0,-6-1 0 0,1 0 0 16,-6-3 0-16,-9 5 0 0,-1-3 0 15,-3 1 0-15,2-3 0 0,4-5 0 0,7 0 0 16,-3 0 0-16,3-2 0 0,3 0 0 16,0-1 0-16,2-2 0 0,2-2-820 0,1 1-143 15,10-1 89-15,-19 0-1008 0,19 0-1306 16</inkml:trace>
  <inkml:trace contextRef="#ctx0" brushRef="#br0" timeOffset="213223.16">23169 10218 4730 0,'0'0'-209'0,"0"0"75"0,-2-11 62 0,2 11 68 0,-2-5 54 0,2 5 39 16,0 0 29-16,-4-9 14 0,4 9-5 15,0 0 2-15,0 0-18 0,0 0 20 16,0 0 31-16,0 0 16 0,-2 25 0 0,4-7-19 16,2 6-9-16,0 9-18 0,-1 2-9 15,1 2-3-15,3-3-16 0,-6 2-22 0,5-7-3 16,-4-4-5-16,1 0-8 0,-3-3-11 16,2-5-31-16,-2 0-39 0,4-1-37 0,-4-5-62 15,2 2-62-15,0-4-84 0,-2-2-93 16,1-1-90-16,-1-6-92 0,0 0-138 0,0 0 10 15,0 0 66-15,0 0-425 0,0-29-495 16</inkml:trace>
  <inkml:trace contextRef="#ctx0" brushRef="#br0" timeOffset="213397.73">23220 10168 2835 0,'-1'-16'35'0,"-1"1"51"0,0 3 65 0,-2 2 33 15,2-1 24-15,-1 5 7 0,2-3 3 16,-1 2-10-16,2 7-24 0,-6-13-19 0,4 9-19 15,2 4-25-15,0 0-61 0,-1-12-70 16,1 12-77-16,0 0-86 0,0 0-87 0,0 0-119 16,0 0-224-16,0 0 27 0,3 31 72 15,3-17-253-15,-3 6-246 0</inkml:trace>
  <inkml:trace contextRef="#ctx0" brushRef="#br0" timeOffset="213725.04">23466 10239 2458 0,'0'0'242'0,"0"0"10"16,0 0-2-16,0 0 0 0,0 0 29 0,0 0 28 15,0 0 9-15,-2 25-4 0,2-11-14 16,4 5-21-16,-4 8-21 0,4 9-18 0,-1-2-23 16,-1 2-22-16,3-5-27 15,-3-5-7-15,0-3-16 0,-1 0-8 0,1-5-16 0,2-1-13 16,-4-3-7-16,2 1-11 15,0-5-3-15,-1-2 9 0,-1 1 19 0,0-5 6 0,0-4-11 16,0 0-11-16,0 0-13 16,0 0-5-16,0 0-13 0,-1-37-7 0,1 11-10 15,0-12-1-15,0-4-17 0,0-3-30 16,1-16-15-16,1-1-35 0,2 1-31 0,2 2-39 16,2 6-37-16,-1 13-35 0,2 5-45 15,0 6-52-15,-2 5-66 0,2 9-46 0,-1 3-37 16,2 4-43-16,-3 5-72 0,1-1-114 15,-8 4 8-15,16 2-536 0,-11 4-659 0</inkml:trace>
  <inkml:trace contextRef="#ctx0" brushRef="#br0" timeOffset="213906.03">23477 10384 3399 0,'-9'12'124'16,"0"-4"47"-16,1-1 38 0,2-1 41 15,0-3 30-15,6-3 25 0,-5 7 11 16,5-7-13-16,-8 3-24 0,8-3-34 0,0 0-26 15,0 0-29-15,0 0-46 0,0 0-60 16,0 0-86-16,33-15-91 0,-13 6-110 0,11-3-127 16,6-3-118-16,10-4-142 0,-1 2-128 15,1 0 71-15,-6 5-539 0,-4-1-651 0</inkml:trace>
  <inkml:trace contextRef="#ctx0" brushRef="#br0" timeOffset="214356.04">24531 10096 3120 0,'0'-7'-30'16,"0"0"49"-16,0 7 49 0,-3-13 45 0,1 5 25 15,0 3 15-15,-2-2 7 0,1 2-1 16,-1 1-6-16,-3-2-14 0,2 0-12 15,5 6-10-15,-20-2-9 0,20 2-5 16,-18 5-5-16,2 0-6 0,3 3-4 0,-2 3-11 16,2 3-6-16,-3-1-9 0,5 3-5 0,0-3-4 15,2 1-6-15,4-2-10 0,1 0 0 16,2 0-2-16,4 2-3 0,4-4-4 16,-3 3 2-16,10-1 2 0,-1 0 7 15,2 2 10-15,3-1 13 0,0 0 8 0,2-3 13 16,0 0 21-16,-1 2 12 0,-3-1 13 15,-1-2 10-15,-2 1 32 0,-2 2 11 0,0-4 17 16,-5 3 9-16,1-1 13 0,-2 0 4 16,-3 1-6-16,-2-1 3 0,-1 0-32 15,-4 4-150-15,-1-2-40 0,-3 2 0 0,-3-3 0 16,-5 1 0-16,3 0 0 0,-2-1 0 16,-3-3 0-16,2-3 0 0,0 0 0 15,6-5 0-15,-3 0 0 0,-3-6 0 0,2-5-230 16,4 3-321-16,1-4-98 0,2 0-163 15,5-3-24-15,3 1 85 0,1 2-733 0,3-4-930 16</inkml:trace>
  <inkml:trace contextRef="#ctx0" brushRef="#br0" timeOffset="214673.07">24718 10128 4126 0,'0'0'44'0,"2"-7"61"0,-2 7 38 0,0 0 30 16,0 0 10-16,0 0-1 15,0 0 16-15,0 0 21 0,0 0 6 0,0 0-5 16,0 30-28-16,0-17-10 0,3 4-3 16,0 0-18-16,3-1-15 0,-1 3-12 0,6-1-18 15,1-1-5-15,1 0-9 0,1-5-18 16,3 1 1-16,-1-3-4 0,2-2-19 0,-2-2-1 16,0-2 1-16,-2-2-9 15,1-2 0-15,1 0 1 0,-3-4-11 0,2-2-5 0,-2 2-4 16,1-5 0-16,-3-1-6 15,-2-3-3-15,4-1-5 0,-4-6-2 0,-4-1-2 16,4-8-4-16,0-6-2 0,-4 4-19 0,1 4-35 16,-4 4-26-16,0 4-48 0,-1 0-61 15,-1 7-77-15,0-1-88 0,2 4-102 16,-4 3-99-16,2 6-135 0,-1-7-86 0,1 7 75 16,-4-4-624-16,4 4-772 0</inkml:trace>
  <inkml:trace contextRef="#ctx0" brushRef="#br0" timeOffset="-214256.87">25185 10043 3467 0,'0'0'85'0,"0"0"62"15,0 0 33-15,0 0 27 0,0 0 15 0,0 0 8 16,0 0 22-16,-6 12 29 16,6-12 24-16,3 19-16 0,-1-7-20 0,-1 5-27 15,1-1-25-15,0 4-18 0,-2-2-19 16,4 6-16-16,-2-1-20 0,0-3-11 0,-2 1-10 15,1-2-9-15,-1-3-3 0,-1 1 0 16,-1-3-6-16,2 1 2 0,0-3 4 0,0-2 7 16,-2-3-40-16,4 3-78 0,-2-10 0 15,-2 10 0-15,2-10 0 0,0 0 0 0,0 0 0 16,0 0 0-16,0 0 0 16,0 0 0-16,0 0 0 0,2-39 0 0,1 29 0 15,3-2 0-15,-1-1 0 0,0 3 0 16,1 4 0-16,-3-1 0 0,5 1 0 0,-3 2 0 15,-5 4 0-15,16-4 0 0,-11 4 0 16,-5 0 0-16,0 0 0 0,24 4 0 0,-17-2 0 16,0 2 0-16,2 0 0 0,-4-1 0 15,1 1 0-15,-6-4 0 0,9 6 0 0,-3-4 0 16,-6-2 0-16,8 4 0 0,-8-4 0 16,0 0 0-16,7 2 0 0,-7-2 0 15,0 0 0-15,9-12 0 0,-3 5 0 0,1-5 0 16,0 0 0-16,-2-3 0 0,5 3 0 0,0 1 0 15,-3-1 0-15,1 3 0 16,-1 2 0-16,-1 0 0 0,2 2 0 0,-3 3 0 16,-5 2 0-16,16 0 0 0,-16 0 0 15,17 9 0-15,-10-1 0 0,3 3 0 0,0-1 0 16,-3 2 0-16,1 1 0 0,0 1 0 16,-1 1 0-16,-3-2 0 0,1 3 0 0,2-3 0 15,-4 1 0-15,3-2 0 0,-2-2 0 16,-3-1 0-16,5 1 0 0,-4-1 0 0,0-2-178 15,0-4-406-15,-2-3-112 0,1 8-202 16,-1-8 77-16,0 0 96 0,0 0-734 0,0 0-907 16</inkml:trace>
  <inkml:trace contextRef="#ctx0" brushRef="#br0" timeOffset="-213840.92">25971 10011 4006 0,'-12'-2'13'0,"2"-4"43"0,3 4 37 0,-1-2 33 0,8 4 27 0,-13 2 20 16,13-2 13-16,-14 4-5 0,14-4 7 0,-9 6-2 15,9-6-9-15,-4 9-8 0,6-1-2 16,-2-8-18-16,14 12-8 0,-1-6-9 15,6 1-9-15,1-1-13 0,5 4-18 16,8-3-5-16,-7 0-10 0,-2-2 1 0,-4 5 5 16,-3-7 12-16,3 6 15 0,-4 1 19 15,2 2 26-15,-3 0 15 0,-3 3 0 0,-3 3-4 16,-5-5-1-16,-1 5-80 0,-3-2-85 16,0 3 0-16,-5 2 0 0,-2 2 0 0,-7 3 0 15,-1 3 0-15,-5-4 0 0,6-1 0 16,-2-5 0-16,-2 1 0 0,4-2 0 15,3-7 0-15,0 0 0 0,0-1 0 16,6-3 0-16,-3 0 0 0,0-1-203 0,2-2-137 16,6-4-62-16,-9 3-46 0,9-3-40 15,0 0-46-15,0 0-65 0,0 0-101 0,-14-7 15 16,14 7-605-16,-3-6-748 0</inkml:trace>
  <inkml:trace contextRef="#ctx0" brushRef="#br0" timeOffset="-212873.51">26664 10063 3899 0,'-2'-12'150'0,"0"1"30"0,2 5 26 0,0 6 25 0,-2-10 11 0,2 10 4 16,-2-9-16-16,2 9-21 0,0 0-15 0,0 0 8 15,0 0 17-15,0 0 4 0,11 29-15 16,-4-8-12-16,-4-4-12 0,-1 7-9 0,4 10-10 15,-2-6-10-15,-3-4-16 0,1 0-9 16,0-1-13-16,0-4-9 0,1-1-10 0,-3-1-13 16,2-5-85-16,-2-2 0 15,0 1 0-15,1-3 0 0,-1 1 0 0,2-2 0 0,-2-7 0 16,4 5 0-16,-4-5 0 16,0 0 0-16,0 0 0 0,4-21 0 0,-3 6 0 15,3-3 0-15,4-2 0 0,-2-3 0 16,0 4 0-16,1-1 0 0,-3 5 0 0,-1 3 0 15,1 1 0-15,1 3 0 0,-2 1 0 16,-3 7 0-16,8-5 0 0,-8 5 0 0,0 0 0 16,0 0 0-16,0 0 0 0,28 12 0 15,-20-9 0-15,-5 4 0 0,8 0 0 0,-6 0 0 16,1-2 0-16,-3 0 0 16,5 0 0-16,-8-5 0 0,5 7 0 0,-5-7 0 0,11 5 0 15,-11-5 0-15,7 3 0 16,-7-3 0-16,0 0 0 0,0 0 0 0,25-13 0 0,-14 3 0 15,1 1 0-15,-1-5 0 16,2 1 0-16,-1 2 0 0,-1 3 0 0,-4 3 0 16,2-2 0-16,-4 3 0 0,5 1 0 15,-10 3 0-15,15 0 0 0,-15 0 0 0,15 5 0 16,-8 0 0-16,4 4 0 0,-4-2 0 16,-2 1 0-16,6 3 0 0,-4-1 0 0,0-2 0 15,-1 1 0-15,0-1 0 0,2 1 0 16,-3-1 0-16,3 0-244 0,1-4-360 0,-1 0-104 15,0-2-147-15,-8-2 44 16,19-2 79-16,-6-2-709 0,-4 1-891 0</inkml:trace>
  <inkml:trace contextRef="#ctx0" brushRef="#br0" timeOffset="-212490.79">27337 10061 3764 0,'2'-6'-3'0,"-2"6"87"0,0 0 31 0,2-6 30 0,-2 6 35 0,0 0 39 0,0 0 27 0,0 0 1 15,0 0 1-15,11 14-10 0,-7-8-9 0,-3 2-10 16,3 1-14-16,0 3-14 0,0 0-4 16,-4-1-8-16,0 5-1 0,-1-1-7 0,-2 2-10 15,-3 0-9-15,1 3-6 16,-5-4-17-16,3 1-10 0,-5 0-10 0,-1-3-12 16,-3 2-8-16,3-5-10 0,0-1-11 15,3-6-68-15,-1 2 0 0,-1-3 0 0,5-4 0 16,7 1 0-16,-15-10-3 0,10-5-64 15,2-1-12-15,1-9 27 0,4-1 0 0,0 3 0 16,-1 0 12-16,6 4 6 0,-3 3 1 16,-1 2 7-16,3 3 0 0,-2 1 15 0,1 5 9 15,2 2 10-15,-7 3 7 0,13 1-17 16,-13-1 22-16,19 9-9 0,-12-3 3 0,3 3-5 16,-1 0-2-16,-1 3 1 0,1-2-15 15,2 2-27-15,0-2-45 0,-2 2-48 0,0-1-55 16,1 1-60-16,-1-4-69 15,-1 3-62-15,-3-5-63 0,0 2-72 0,1-6-110 16,-6-2-100-16,5 7 68 0,-5-7-547 16,7 0-661-16</inkml:trace>
  <inkml:trace contextRef="#ctx0" brushRef="#br0" timeOffset="-212257.55">27508 10086 3435 0,'0'-4'159'15,"0"4"52"-15,0 0 38 0,4-8 48 0,-4 8 38 16,0 0 16-16,0 0 2 15,17 0-8-15,-17 0-13 0,20 8-16 0,-9 0-21 16,0 1-20-16,3 3-16 0,-1 2-25 0,-1 0-24 16,-1 1-20-16,-2 2-20 0,-2 0-16 15,2 1-133-15,-6-3-21 0,-1 3 0 16,0-1 0-16,-4-5 0 0,-2 5 0 0,1-3 0 16,-4 1 0-16,5-5 0 0,-3-2 0 15,3 0-89-15,-3-4-305 0,5-4-105 0,-6 2-79 16,6-2-79-16,0 0-110 0,-4-24 10 15,10 3 74-15,-1-12-598 0,8-4-741 0</inkml:trace>
  <inkml:trace contextRef="#ctx0" brushRef="#br0" timeOffset="-212058.05">27777 9910 3542 0,'2'-10'90'0,"-1"2"74"0,-1 2 54 16,0 6 33-16,0 0 53 0,0 0 61 16,0 0 29-16,0 0 11 0,-21 28-17 0,16-9-9 15,-3 1-13-15,-1 12-19 0,1 1-24 16,2 2-38-16,4-7-20 0,1-3-160 0,1-1-105 15,1-2 0-15,3 1 0 0,-2-6 0 16,3 1 0-16,0-4 0 0,1 1 0 0,-1-5 0 16,1-3 0-16,-1-1 0 0,2-3 0 15,-4 0 0-15,-3-3 0 0,11 2 0 0,-11-2 0 16,0 0-148-16,14-6-397 0,-14 6-118 16,0-13-196-16,-1 5 25 0,-6-2 90 15,-4-5-752-15,-8-8-942 0</inkml:trace>
  <inkml:trace contextRef="#ctx0" brushRef="#br0" timeOffset="-209206.92">29313 8472 3791 0,'-12'1'-110'0,"1"-1"43"0,11 0 45 0,-19 2 48 0,9-2 52 16,10 0 37-16,-12 0 42 0,12 0 34 16,0 0 23-16,-16-2-3 0,16 2 1 0,0 0-11 15,0 0-20-15,0 0-16 0,0 0-13 16,0 0-10-16,0 0-6 0,0 0-12 15,27-8-19-15,-4 3-10 0,9-4-13 0,0 2-20 16,4-1-36-16,-1-1-37 0,-7 3-48 0,-1 0-62 16,-4 1-78-16,-1-2-87 15,0 2-87-15,-9 0-117 0,0 0-189 0,-3 2 24 16,-9 1 77-16,-1 2-380 0,0 0-436 16</inkml:trace>
  <inkml:trace contextRef="#ctx0" brushRef="#br0" timeOffset="-208954.78">29265 8650 2911 0,'-4'6'122'0,"3"-1"31"0,1-5 32 15,-4 3 34-15,4-3 35 0,0 0 33 16,0 0 8-16,0 0 9 0,0 0 2 16,0 0-24-16,0 0-22 0,41-7-27 15,-17 0-23-15,10-1-26 0,0-2-4 0,2 3-18 16,-2-3-22-16,1 4-34 0,-9 0-42 15,-5 2-41-15,-1 0-43 0,-5 3-41 0,-3-1-37 16,-1 0-33-16,-2 1-42 0,-9 1-53 16,14 0-66-16,-14 0-73 0,0 0-107 15,0 0-156-15,0 0-59 0,0 0 67 0,0 0-437 16,0 0-529-16</inkml:trace>
  <inkml:trace contextRef="#ctx0" brushRef="#br0" timeOffset="-208258.64">30065 8318 2711 0,'-13'2'0'0,"13"-2"48"0,0 0 37 0,-21-2 50 16,21 2 45-16,-15-5 38 0,8 1 32 0,7 4 22 15,-14-8 8-15,8 2 14 0,1 1 7 16,-1-2-4-16,2 0-9 0,2 1-18 16,0-4-17-16,2-3-26 0,7 3-22 15,-2-4-17-15,2 1-27 0,4-5-13 0,11-2-14 16,-1 2-17-16,-3 7-14 0,0 0-7 0,0 3-21 15,2 5-5-15,-4 1-9 0,-2 2-11 16,2 5-5-16,-3 0-6 0,-2 5 0 16,-1 2-3-16,-2 2-7 0,-5 3-1 0,1 5 0 15,-8 2-1-15,-1 10 3 0,-6-1-5 16,-5 0 1-16,-2 0-2 0,4-4 8 0,1 2 12 16,-1-4 5-16,5-7 12 15,1-3 7-15,2-5-24 0,4 1-44 0,0-3 0 16,4-2 0-16,3 1 0 0,6-1 0 15,3-2 0-15,8 0 0 0,3-2 0 0,1-3 0 16,5 3 0-16,-2-4 0 0,1 2 0 16,-3-2 0-16,-5 0 0 0,-3 0 0 0,1 0 0 15,-4-2 0-15,-5 2 0 0,-11 0 0 16,25 0 0-16,-25 0 0 0,20 0 0 16,-20 0 0-16,13-2 0 0,-13 2 0 0,0 0 0 15,16 0 0-15,-16 0 0 0,7-2 0 16,-7 2 0-16,0 0 0 0,0 0-608 0,0 0-264 15,0 0-44-15,0 0 89 0,0 0-863 16,0 0-1124-16</inkml:trace>
  <inkml:trace contextRef="#ctx0" brushRef="#br0" timeOffset="-205639.83">25501 11080 4788 0,'0'-13'-133'0,"0"0"49"0,0 3 42 0,4-4 42 0,0 5 34 0,2-6 28 0,2 1 16 16,-1-1 5-16,4 1 0 15,3 1-12-15,-1-1-6 0,3 4-7 0,-2 3-10 16,0 3-4-16,1 3-4 0,1 2-4 16,-2 3-2-16,4 5-2 0,-3 3-1 0,-3 8-3 15,-1 7 5-15,-6 1 12 0,-5-4 13 16,-5 12 19-16,-6-1 2 0,-3 0 7 0,-4 6 11 16,2-8 17-16,1-6 8 0,-1-1 6 15,5-5 13-15,3-6-1 0,2-2 11 0,1-4 3 16,-1 0 4-16,4-2-4 0,-1-1-6 15,1 0-13-15,2-6-9 0,0 10-10 0,0-10-5 16,9 8-9-16,0-4-8 16,5-3-12-16,3 3-6 0,0-2-10 0,2-2-24 0,0 2-42 15,3-1 0-15,-8-1 0 16,8 0 0-16,-8 0 0 0,4 0 0 0,-2 0 0 16,-3-1 0-16,-1 1 0 0,4 0 0 15,-3-2-71-15,1 0-103 0,-1 0-45 0,-1 0-50 16,-1 1-84-16,-2 0-88 0,3-3-104 15,-3 0-158-15,3 0-79 0,-2-2 76 0,-1 1-630 16,0 0-792-16</inkml:trace>
  <inkml:trace contextRef="#ctx0" brushRef="#br0" timeOffset="-205291.92">26242 10943 3958 0,'-7'-3'124'0,"-2"2"1"0,9 1 1 0,-10-1 4 0,10 1 2 15,0 0-7-15,0 0-9 0,0 0 0 0,0 0 12 16,0 0 4-16,0 0-13 0,24 20-12 0,7-10-7 16,-1 4-9-16,7 0-11 0,-4 1-5 15,1 1-9-15,-4-1-9 0,1 3-5 16,-6-2-5-16,-5 5-4 0,0 0 7 15,-9-3 12-15,-5-1 19 0,-2 1 12 0,-4-1 9 16,-4 2 9-16,-1 2-1 0,-7 6-2 16,-4 0-2-16,1 1-9 0,-3-3-13 0,0 0-11 15,-1-2-2-15,0-2-12 0,3-3-6 16,5-4-31-16,-1-2-39 0,7-1-55 0,-3-2-59 16,3-1-75-16,-2-4-87 0,4 2-102 15,3-6-107-15,0 0-151 0,0 0-97 16,0 0 76-16,0 0-563 0,0 0-700 0</inkml:trace>
  <inkml:trace contextRef="#ctx0" brushRef="#br0" timeOffset="-204841.78">27108 10845 3642 0,'-4'-6'10'0,"4"6"13"0,-9-6 14 15,9 6 34-15,0 0 42 0,-21 10 40 0,10 0 18 16,-3 5 5-16,-6 14 4 0,4 0 1 16,-2 5 5-16,2 9-2 0,4-6-6 15,2-2-7-15,7 0 2 0,1-6-11 16,6-3-6-16,1 10-9 0,9-6-6 0,1-4-4 15,4-2-8-15,3-5 0 0,7-6-12 16,1-3-10-16,-1-4-7 0,-2-6-9 0,9-4-5 16,3-4-4-16,-3-3 9 0,-2-2 8 15,-2-5 5-15,-1-2 5 0,-5-1-2 16,-2-3-1-16,-6-1 0 0,-4-5-17 0,-7 1-4 16,1 1-23-16,-8 5-62 0,-4-13 0 15,-5 0 0-15,-7 1 0 0,-4-5 0 16,0 9 0-16,-1 2 0 0,-1 8 0 0,-9 5 0 15,1 7 0-15,-1 5 0 0,5 4 0 16,-15 6-176-16,3 6-90 0,2 3-79 16,-5 5-99-16,10-1-109 0,2-2-181 0,4 2-74 15,8-6 81-15,2 1-680 0,5-2-860 16</inkml:trace>
  <inkml:trace contextRef="#ctx0" brushRef="#br0" timeOffset="-203559.39">24903 12417 4082 0,'-4'-6'-6'0,"-2"-1"39"0,5 3 24 0,1 4 16 0,-4-7-8 0,4 7 1 16,0 0 1-16,0 0 50 0,0 0 26 16,-7 23 2-16,7-8-5 0,0 5-3 0,1 6-9 15,-1 9 0-15,4-6-13 0,0 6-10 16,-2-6-8-16,-1-2-6 0,1-4-7 0,-2 2-5 16,2-7-8-16,0 1-6 0,-2-2-3 15,2-3 1-15,-2-4 21 0,0 3 38 16,0-5 40-16,2 0 24 0,-2-4 19 15,0-4-18-15,0 0-17 0,0 0-21 0,0 0-16 16,0 0-12-16,2-20-14 0,-1 4-16 16,8-6-10-16,0-9-8 0,-2 0-10 15,5 4-13-15,-2 5-50 0,-3 3 0 0,0 0 0 16,0 3 0-16,0 4 0 0,1 3 0 16,2 1 0-16,-3 2 0 0,2 0 0 0,1 4 0 15,-10 2 0-15,23 0 0 0,-11 5 0 16,3 2 0-16,-4 1 0 0,3 0 0 0,-3 3 0 15,1-1 0-15,-3 0 0 0,-2-1 0 16,1 3 0-16,-4-2 0 0,4-3 0 0,-5 1 0 16,3-1 0-16,-2 0 0 0,-4-7 0 15,10 9 0-15,-8-7 0 0,-2-2 0 0,0 0 0 16,0 0 0-16,24-9 0 16,-14-3 0-16,1 0 0 0,5-5 0 0,2-1 0 15,1 3 0-15,-6-1 0 0,1 7 0 16,-1-3 0-16,-1 4 0 0,-3 2 0 0,2 3 0 15,2 3 0-15,-13 0 0 0,23 7 0 16,-9 3 0-16,-3-2 0 0,5 5 0 0,-1 1 0 16,-1 2 0-16,-1-1 0 0,1 1 0 15,-5-1 0-15,2 2-163 0,1-3-112 0,-5-2-81 16,3 0-104-16,-3-1-98 16,-1-2-124-16,2-2-127 0,-3-2 69 0,1-2-671 15,-1-1-862-15</inkml:trace>
  <inkml:trace contextRef="#ctx0" brushRef="#br0" timeOffset="-203142.89">25711 12483 4072 0,'0'0'-46'0,"0"-8"11"0,0 8 33 0,0 0 43 0,0 0 37 0,0 0 15 0,0 0 7 0,13 17 7 16,-8-5-3-16,-2 0-4 0,-1 1-2 15,2 3 6-15,-2 1 5 0,-4-3 5 16,2 3-1-16,-2-2 2 0,-2-1 7 16,1 3-3-16,-6-2-2 0,0 0-8 0,2-1-11 15,-3-2-10-15,-5 2-6 0,-1-2-10 16,3-4-4-16,-3-1-5 0,3-2-7 16,1 0-15-16,-2-8-15 0,14 3-16 0,-23-12-15 15,13-2-8-15,5-5-10 0,3-3 4 16,2 1 2-16,2 0-1 0,1 0 0 0,1 4 0 15,2 1 3-15,-3 6 2 0,4 0 0 16,-3 3 1-16,3 1 9 0,-7 6 14 16,18-2 4-16,-18 2 9 0,18 6 4 15,-4 3 0-15,-3-3 3 0,2 4-7 0,-1 1 1 16,3-1-6-16,-1 4 8 0,-2-3-14 16,1 1-1-16,-2-2 2 0,0 0-39 0,-1-1-36 15,-5-1-62-15,5-1-75 0,-5 0-103 16,3-2-109-16,-4 0-173 0,-4-5-130 0,9 3 68 15,-9-3-498-15,10 0-611 0</inkml:trace>
  <inkml:trace contextRef="#ctx0" brushRef="#br0" timeOffset="-202859.71">25860 12457 3374 0,'0'0'46'0,"2"-11"17"0,-2 11 38 15,7-10 23-15,0 5 17 0,5 3 2 0,-12 2-2 16,25 2 1-16,-8 5 4 0,2 1 0 16,-2 4-7-16,4 9-16 0,-3 1-8 15,-2 2-1-15,-5 1-2 0,-2 1-2 0,-4 1 8 16,-5-5 5-16,0-1 4 0,0-3 1 16,-3 5 1-16,-5-3-13 0,2 1-14 0,-3-3-6 15,-1 1 14-15,-2-3-11 0,5-3-11 16,-2-1-25-16,0-2-37 0,-2-1-56 15,2-4-65-15,2-1-86 0,-2-4-109 16,9 0-107-16,-13-5-122 0,10-3-163 0,1-3-11 16,2-3 83-16,2-5-447 0,3-3-530 15</inkml:trace>
  <inkml:trace contextRef="#ctx0" brushRef="#br0" timeOffset="-202625.44">26269 12375 3150 0,'-4'-9'46'0,"4"9"24"0,0 0 27 0,0 0 36 16,-18 2 21-16,18-2 12 0,-19 15 9 16,6 0-4-16,-3 8 2 0,-2 2-4 0,5 0-3 15,2 0-6-15,1 0-10 0,5-3-9 16,1-1-9-16,0-3-7 0,2 1-10 0,4-2-9 16,0-1-5-16,2 3-10 15,-1-4-5-15,3-1-13 0,2-1-5 0,0-3-1 16,1-3-16-16,-2 0-20 0,5 0-57 15,-1-4-82-15,3-3-119 0,1-1-134 0,3-3-160 16,0-3-203-16,1 1 63 0,3-3 73 16,-7-1-416-16,2 0-479 0</inkml:trace>
  <inkml:trace contextRef="#ctx0" brushRef="#br0" timeOffset="-202407.79">26496 12570 3192 0,'0'0'280'0,"-7"-4"31"16,7 4 43-16,0 0 26 0,-8-4 5 0,8 4-10 16,0 0-20-16,0-9-31 0,0 9-33 15,14-6-27-15,-3 2-30 0,2-2-24 0,6 2-41 16,-2 0-74-16,4-2-96 0,0 1-118 16,2 1-132-16,-2-2-173 0,3 2-193 0,-2-4-191 15,-5 4 60-15,-2 3 85 16,-1-1-557-16,-7 4-684 0</inkml:trace>
  <inkml:trace contextRef="#ctx0" brushRef="#br0" timeOffset="-202191.62">26525 12714 3590 0,'-14'5'163'0,"5"-2"57"0,2 1 58 0,7-4 71 16,-11 3 60-16,11-3 25 0,0 0 8 15,0 0-1-15,0 0-25 0,-7 4-8 0,7-4-24 16,0 0-38-16,0 0-35 0,30-7-311 15,-12 3 0-15,-1 1 0 0,0 0 0 0,3-1 0 16,-2-1 0-16,-2 2 0 16,-3 1 0-16,-1-2 0 0,-1 3 0 0,-2-1 0 0,-9 2 0 15,14-2 0-15,-14 2-187 16,7-1-364-16,-7 1-150 0,0 0-202 0,0 0 65 0,0 0 94 16,0 0-707-16,0 0-901 15</inkml:trace>
  <inkml:trace contextRef="#ctx0" brushRef="#br0" timeOffset="-200509.54">27149 12412 4175 0,'0'0'-46'0,"0"0"51"0,0 0 45 0,0 0 35 0,0 0 38 16,-18-10 26-16,18 10 19 0,-10-10 1 0,4 4 4 16,4 0-5-16,-1-3-12 0,-1-1-7 15,2 0-18-15,2 3-8 0,2-2-19 0,2-1-7 16,-1 3-15-16,3-1-3 0,2 3-11 15,3-1-10-15,-1 3 13 0,-10 3-31 0,21 0-5 16,-21 0-10-16,34 9 9 0,-18-1 4 16,-1 4-13-16,-2 3-2 0,-1 2-5 15,-7 6 0-15,2 6 3 0,-7-2 6 0,0-1 26 16,-7 6 18-16,-2 3 32 0,-5-6 24 16,3 0 15-16,2-7 21 0,-2-1 15 15,4-4 12-15,2-3 4 0,-1-4 2 16,2 1-63-16,3-3-133 0,-1-1 0 0,2 1 0 15,0-8 0-15,11 14 0 0,-2-11 0 16,7 3 0-16,0-5 0 0,6 3 0 0,4-4 0 16,3 0 0-16,-2-2 0 15,-3 2 0-15,-3-2 0 0,-2 1 0 0,0-1 0 0,-3 2 0 16,-3-2 0-16,-1 2 0 0,-1 0 0 16,-11 0 0-16,19-2 0 0,-19 2 0 0,13 0 0 15,-13 0 0-15,12-1 0 16,-12 1 0-16,11 0 0 0,-11 0 0 0,0 0-57 15,15-4-1010-15,-11 3 121 16,-4 1 94-16,0 0-940 0,0 0-1221 0</inkml:trace>
  <inkml:trace contextRef="#ctx0" brushRef="#br0" timeOffset="-196343.76">22614 8425 783 0,'0'0'439'0,"0"0"-104"0,0 0-64 0,0 0-22 0,0 0-6 15,0-6 10-15,0 6-13 0,0 0-8 0,0 0 17 16,0 0 10-16,4-9 0 0,-4 9-10 15,0 0-16-15,7-8-9 0,0 4-20 0,-7 4-5 16,7-8-13-16,-7 8-14 0,10-9-11 16,-7 6-5-16,-3 3-22 0,10-7-13 0,-10 7-7 15,6-4-17-15,-6 4-11 0,0 0-16 16,5-6-10-16,-5 6-3 0,0 0-4 16,0 0-6-16,0 0-2 0,20 15-8 15,-15-6-2-15,1 1-7 0,-1 3 7 0,5 4 10 16,-2 1 5-16,3 9 2 0,0-1 19 15,1 2-3-15,-3-5 1 0,-1-2 1 16,0-3 1-16,0 3 1 0,-5-3 7 0,1-1-8 16,0-2 6-16,-3 1 6 0,-1-3 11 15,0-1 18-15,0 0 9 0,-1-1 14 0,-3-3 3 16,-2 2-40-16,-3-1-98 0,-3-1 0 16,-1-1 0-16,-1-2 0 0,0-1 0 0,-6-3 0 15,7 1 0-15,-4 0 0 0,2-4 0 16,-4 0 0-16,2 1 0 0,-2-4 0 15,1 1 0-15,3-1 0 0,-1-2 0 16,4 0 0-16,0 1 0 0,-1-1 0 0,3 0-8 16,-2-2-445-16,5-1-93 0,-4 0-114 15,4 1-180-15,-4-1 27 0,4-1 92 0,0 2-690 16,-2-2-864-16</inkml:trace>
  <inkml:trace contextRef="#ctx0" brushRef="#br0" timeOffset="-195993.71">22749 8270 3693 0,'-11'-2'-62'0,"11"2"42"0,0 0 47 0,-7-6 48 15,7 6 46-15,0 0 35 0,-8-5 32 0,8 5 25 16,0 0 20-16,-6-6 12 0,6 6 15 16,0 0 6-16,0 0-3 0,-8-6 1 0,8 6-3 15,0 0-7-15,0 0-14 0,0 0-16 16,-3-8-21-16,3 8-20 0,0 0-18 16,0 0-18-16,0 0-15 0,0 0-15 15,-6-6-20-15,6 6-42 0,0 0-51 0,0 0-68 16,0 0-85-16,0 0-82 0,0 0-107 15,0 0-122-15,0 0-112 0,0 0-187 0,0 0-36 16,0 0 89-16,0 0-631 0,11 23-792 16</inkml:trace>
  <inkml:trace contextRef="#ctx0" brushRef="#br0" timeOffset="-195724.73">23095 8376 3572 0,'0'0'63'16,"-8"-3"66"-16,8 3 45 0,0 0 30 0,-10-4 16 16,10 4 13-16,0 0 1 0,0 0-4 15,-5-5-16-15,5 5-8 0,0 0-21 0,0 0-18 16,17-10-15-16,-8 6-21 0,3 1-10 15,0 1-42-15,-1 1-45 0,-4-1-61 0,-7 2-69 16,19-2-76-16,-9 2-93 16,-10 0-78-16,14 2-91 0,-14-2-119 0,12 3-124 0,-12-3 55 15,8 5-453-15,-8-5-545 0</inkml:trace>
  <inkml:trace contextRef="#ctx0" brushRef="#br0" timeOffset="-195543.83">23098 8493 2843 0,'-7'6'16'15,"1"1"58"-15,-2-3 49 0,3 0 52 16,-1-2 42-16,6-2 30 0,0 0 9 0,0 0 5 16,-14 6-13-16,14-6-27 0,0 0-21 15,0 0-20-15,0 0-19 0,0 0-15 0,0 0-40 16,0 0-66-16,0 0-95 0,52-11-121 16,-33 6-121-16,2-2-117 0,2-1-185 15,5-4-37-15,-3 3 58 0,-3-1-361 16,8 0-417-16</inkml:trace>
  <inkml:trace contextRef="#ctx0" brushRef="#br0" timeOffset="-195243.82">23514 8232 2699 0,'0'0'100'16,"-2"-10"61"-16,2 10 37 0,0 0 12 0,-2-8 5 15,2 8-10-15,0 0-11 0,0 0 43 16,0 0 18-16,0 0 1 0,0 0-20 15,-6 26 3-15,6-9 0 0,2 0-2 16,-2 4-8-16,2 2 0 0,0 1-9 0,0-2-4 16,0 4-6-16,4-2-5 0,-4 0-1 15,1-2-9-15,1-1-10 0,-2-5-18 16,0 1-14-16,-1-5-15 0,-1 1-11 0,0-3-95 16,2 1-32-16,0-3 0 0,-2-2 0 15,0 4 0-15,0-10 0 0,2 10 0 0,-2-10 0 16,0 9 0-16,-2-5-234 0,2-4-174 15,-7 6-128-15,7-6-135 0,-11 2-188 0,3 3 68 16,-4-4 84-16,-1 3-648 16,1-1-811-16</inkml:trace>
  <inkml:trace contextRef="#ctx0" brushRef="#br0" timeOffset="-193977.66">23167 13326 1367 0,'-6'3'458'0,"6"-3"-160"0,0 0-78 0,0 0-23 0,-2 7-1 0,2-7-12 0,0 0-9 15,0 0-12-15,0 0-1 0,0 0-1 0,0 0-16 16,0 0-6-16,0 0-10 0,24-10-14 16,-24 10-8-16,12-3-9 0,-6-1-7 0,-6 4-13 15,10-2-5-15,-10 2-4 0,0 0 7 16,17 4 13-16,-12 4 11 0,4-3 15 16,-4 7 11-16,3 2 12 0,-1 5 4 15,-2 2 5-15,6 9-5 0,-2 4-1 0,-4 0-2 16,4 0-4-16,-4 0-10 0,3 0-4 15,-5-1-9-15,5 0-12 0,-6-4-11 0,2-6-2 16,-2 0-4-16,0-5-6 0,-2 3 15 16,0-3 1-16,2-5 8 0,-4 3 3 0,2-4 10 15,0 0 15-15,-2-4 14 0,0 1 16 16,2-1 9-16,-2-1 10 0,2-7-177 16,-10 13-1-16,7-9 0 0,3-4 0 15,-15 2 0-15,15-2 0 0,-18-2 0 0,18 2 0 16,-25-10 0-16,12 2 0 0,-1-1 0 15,0-3 0-15,-9-5 0 0,8 0 0 0,-5-5-78 16,-1-1-473-16,6-2-151 0,0-2-209 16,0-4 65-16,7 0 90 0,-5-2-722 15,11 3-927-15</inkml:trace>
  <inkml:trace contextRef="#ctx0" brushRef="#br0" timeOffset="-193760.69">23184 13083 4367 0,'-8'-8'46'0,"2"-2"44"0,3 5 43 0,-1-1 26 0,0 2 1 0,4 4-13 0,-3-9-15 16,3 9-15-16,-2-5-17 0,2 5-12 16,0 0-14-16,0 0-24 0,0 0-35 0,0 0-44 15,0 0-65-15,0 0-82 0,11 16-97 16,-6-10-95-16,-1 5-118 0,3-1-176 0,-2 2 45 15,3 1-394-15,-1-1-487 0</inkml:trace>
  <inkml:trace contextRef="#ctx0" brushRef="#br0" timeOffset="-193545.29">23468 13393 2726 0,'-6'4'170'15,"6"-4"43"-15,-5 4 20 0,5-4 31 0,0 0 34 16,0 0 18-16,0 0 8 0,0 0 29 16,0 0-6-16,0 0-20 0,0 0-33 0,0 0-29 15,38-4-29-15,-21 0-24 0,2 0-43 16,0 2-56-16,-2-2-79 0,0 0-92 16,0 2-92-16,-1 0-105 0,-3-1-131 15,-1 2-109-15,1 1-125 0,-5-2-122 0,-8 2 69 16,11 3-523-16,-11-3-659 0</inkml:trace>
  <inkml:trace contextRef="#ctx0" brushRef="#br0" timeOffset="-193359.76">23561 13544 3160 0,'-9'5'33'0,"2"-2"74"16,-2 1 54-16,9-4 44 0,-9 5 39 16,9-5 25-16,0 0 19 0,-7 4 23 0,7-4-42 15,0 0-23-15,0 0-17 0,0 0-43 16,0 0-16-16,0 0-19 0,0 0-72 15,0 0-79-15,0 0-91 0,41-11-123 16,-23 8-145-16,-2-2-176 0,4-4-200 0,-1 2 64 16,2 0 73-16,-6 2-390 0,4 0-465 15</inkml:trace>
  <inkml:trace contextRef="#ctx0" brushRef="#br0" timeOffset="-192977.89">23839 13384 3076 0,'-5'-12'172'0,"3"5"31"16,-2 0 22-16,4-3 7 0,4 2 2 16,0-1-4-16,-1 3-14 0,8-3-17 0,1 0-17 15,0 4-17-15,1 0-18 0,0 2-15 16,1 1-15-16,-14 2-12 0,25 5-13 16,-14 2 2-16,-2 3-9 0,2 2 0 15,-8 5 12-15,-1 5 18 0,-2-3 38 0,-5 5 1 16,0 1 14-16,-2 6 2 0,-4-2 6 15,3-5-3-15,2-4 4 0,0-3 1 16,2-2-3-16,1-2-5 0,1-1-5 0,0-2-36 16,2-2-129-16,2 1 0 0,2-1 0 15,1-2 0-15,5-1 0 0,1 1 0 0,2-6 0 16,5 0 0-16,-3 0 0 16,6 0 0-16,-4-5 0 0,2 5 0 0,-3-1 0 15,-2-1 0-15,-3 2 0 0,0-2 0 16,-11 2 0-16,14-1 0 0,-14 1 0 0,12-4 0 15,-12 4 0-15,12 0 0 0,-12 0 0 16,0 0 0-16,12-2 0 0,-12 2-415 0,0 0-283 16,0 0-173-16,0 0 6 0,0 0 84 15,-25 11-770-15,14-5-995 0</inkml:trace>
  <inkml:trace contextRef="#ctx0" brushRef="#br0" timeOffset="-191395.16">25040 13737 4088 0,'0'0'-95'0,"0"0"34"0,0 0 26 0,0 0 32 0,0 0 34 0,0 0 34 16,0 0 23-16,0 0 16 0,11-3 18 15,-11 3 12-15,0 0 5 0,0 0 0 0,0 0-3 16,9-4 0-16,-9 4-6 0,0 0 2 15,0 0-5-15,7-4-8 0,-7 4-6 0,0 0-6 16,0 0-3-16,8-5-1 16,-8 5-1-16,0 0 12 0,0 0-6 0,3-7-8 15,-3 7-6-15,0 0-9 0,-2-10-7 16,2 10-12-16,-7-9-5 0,7 9-5 0,-12-8-9 16,6 5-12-16,6 3-2 0,-20-5-5 15,8 5-5-15,12 0-5 0,-30 5 2 0,8 2-4 16,0 3 0-16,3-1-3 0,-1 2-3 15,4-2 2-15,-2 4-9 0,7-3-2 16,2 1 0-16,-1-1-3 0,4 0 7 0,4-3 3 16,2 2-3-16,4-1 17 0,3 2-9 15,5-1-4-15,3 1-2 0,5 0-2 16,-1 1 22-16,-1-3-7 0,7 6 6 16,-1-2-5-16,-8-2-5 0,2 2 3 0,-4 3 1 15,2-3 4-15,-1 1-3 0,-3 1 7 16,-1 1 7-16,-4-1 8 0,0 1 20 0,-3 1 12 0,-2-4 3 15,-1 1 4-15,-2 1 6 16,-3-2 10-16,-2 3 3 0,0-1-2 0,-2-2-27 16,-1 0-72-16,-1 0 0 0,-3-4 0 15,2 1 0-15,-3-2 0 0,3-2 0 0,2-1 0 16,-1-3 0-16,0-1 0 0,10 0 0 16,-19-1 0-16,10-1 0 0,0-3 0 0,0 1 0 15,4 1-114-15,-3-2-270 0,5-1-115 16,1 1-118-16,0-3-153 0,0 1-65 0,4-2 91 15,0 3-694-15,1-2-888 16</inkml:trace>
  <inkml:trace contextRef="#ctx0" brushRef="#br0" timeOffset="-191029.08">25243 13885 3769 0,'0'0'-37'0,"0"0"41"0,-7-7 26 0,7 7 29 0,0 0 31 0,0 0 37 16,0 0 23-16,0 0 6 0,0 0 5 16,-13 18 1-16,11-8-8 0,2 1-7 0,4 1-5 15,-2 0-11-15,0-1-12 16,2 1-4-16,-3-1-8 0,8 1-5 0,-4 1-10 16,4-6-5-16,3 2-6 0,-2-1-7 15,3-2-5-15,-4 0-8 0,3-4-1 0,-1 2-2 16,-11-4-4-16,19 1-5 0,-19-1-1 15,24-7-7-15,-13 4 1 0,-2 0-6 0,1-3-3 16,-3-2-1-16,3 0-3 0,-3 1-4 16,-1-3-3-16,2-2 1 0,-3-1-10 15,1-5-4-15,-2 3-1 0,0-7-2 0,2-1-17 16,-2 3-16-16,-1 1-17 16,-1 4-19-16,2 3-29 0,-2-1-42 0,-1 5-64 15,-1 0-67-15,0 4-63 0,0 4-59 16,0 0-89-16,0 0-150 0,0 0-35 0,0 0 72 15,-25 16-377-15,22-6-443 0</inkml:trace>
  <inkml:trace contextRef="#ctx0" brushRef="#br0" timeOffset="-190395.38">25720 13803 3000 0,'0'0'187'0,"0"0"16"16,-5-9 10-16,5 9 7 0,0 0-9 15,0 0-22-15,0 0-12 0,0 0 22 0,0 0 12 16,0 0-11-16,0 0-18 16,0 0-19-16,-2 31-12 0,4-20-2 0,-2 0 8 15,0 1 6-15,0 0 21 0,-2 2-2 16,2-2-1-16,-2 0-3 0,0 0-5 0,2-4-5 16,-2 4-8-16,2-7-8 0,0-5-4 15,0 12 3-15,0-12 0 0,0 12 3 0,0-12 8 16,0 5-90-16,0-5-72 0,0 0 0 15,0 0 0-15,0 0 0 0,0 0 0 0,8-23 0 16,-6 12 0-16,1-1 0 0,3 2 0 16,0-2 0-16,0 5 0 0,-1-5 0 0,1 4 0 15,-1 1 0-15,0 0 0 16,1 2 0-16,-1 2 0 0,1-1 0 0,-6 4 0 16,14-5 0-16,-7 3 0 0,-7 2 0 15,13-1 0-15,-13 1 0 0,12 0 0 0,-12 0 0 16,11 1 0-16,-11-1 0 0,9 4 0 15,-9-4 0-15,9 3 0 0,-9-3 0 0,0 0 0 16,11 2 0-16,-11-2 0 0,0 0 0 16,0 0 0-16,13-7 0 0,-9-2 0 15,5-2 0-15,1-5 0 0,4-1 0 16,2-7 0-16,5-1 0 0,-4 4 0 0,-1 5 0 16,-3 5 0-16,-3 1 0 0,-3 4 0 15,4 0 0-15,-2 6 0 0,-9 0 0 16,18 6 0-16,-11 0 0 0,4 4 0 0,-4 1 0 15,-1 3 0-15,-1 1 0 0,2 5 0 16,-4-3 0-16,1 0 0 0,0-1 0 0,-1 0 0 16,-1 1 0-16,2-1 0 0,-2-3 0 15,0-6 0-15,-2 2 0 0,1 0 0 0,1-3 0 16,-2-6 0-16,5 10 0 0,-5-10 0 16,4 5 0-16,-4-5 0 0,0 0 0 0,0 0-142 15,0 0-316-15,14-13-126 0,-8 6-153 16,-4 0-128-16,2-1 77 0,0-1-782 0,2 1-1013 15</inkml:trace>
  <inkml:trace contextRef="#ctx0" brushRef="#br0" timeOffset="-190178.62">26398 13750 4712 0,'0'0'153'0,"0"0"49"0,0 0 64 0,-36 0 34 0,36 0 26 0,0 0 1 0,0 0-11 0,0 0-23 0,0 0-23 16,0 0-28-16,0 0-22 16,20-9-29-16,-9 5-19 0,1 3-30 0,-1-2-83 0,1 0-59 15,-1-1-64-15,2 2-142 16,-1-1-110-16,-3 0-126 0,0 1-121 0,-9 2-128 16,20 0-139-16,-20 0 65 0,11 2-702 15,-6 4-916-15</inkml:trace>
  <inkml:trace contextRef="#ctx0" brushRef="#br0" timeOffset="-189960.85">26410 13897 4363 0,'-7'3'127'0,"7"-3"69"0,-16 2 83 15,16-2 81-15,0 0 46 0,-7 4 25 16,7-4-4-16,0 0 5 0,0 0-18 16,0 0-23-16,0 0-26 0,0 0-365 15,0 0 0-15,0 0 0 0,0 0 0 0,30 0 0 16,-30 0 0-16,24-4 0 0,-12 2 0 15,-1 2 0-15,-2 0 0 0,-2-4 0 0,-7 4 0 16,18-2 0-16,-18 2 0 0,13-2 0 16,-13 2 0-16,0 0 0 0,11 0-487 0,-11 0-270 15,0 0-170-15,0 0 69 0,0 0 98 16,0 0-737-16,0 0-944 0</inkml:trace>
  <inkml:trace contextRef="#ctx0" brushRef="#br0" timeOffset="-188577.18">27041 13765 3890 0,'0'0'-29'0,"0"0"65"0,-23-1 26 0,23 1 44 0,0 0 41 0,0 0 33 0,-16 0 24 0,16 0 17 16,0 0 2-16,0 0-28 0,0 0-14 15,0 0-8-15,0 0-25 0,0 0-5 0,0 0-3 16,50-13-32-16,-25 12-8 16,4-3-10-16,9 1-12 0,0-1-2 0,-8 1-8 15,-3 3-13-15,-6-2-9 0,1 1-11 16,-4-2-13-16,-2 3-2 0,-3 0-7 0,-13 0 1 15,21-2-9-15,-12 2 2 0,-9 0-5 16,16-2-5-16,-16 2-20 0,11-4-28 0,-11 4-36 16,12-6-35-16,-12 6-51 0,7-4-71 15,-5-2-89-15,-2 6-96 0,8-5-146 0,-7-1-138 16,5 2 55-16,-6 4-481 0,8-7-606 16</inkml:trace>
  <inkml:trace contextRef="#ctx0" brushRef="#br0" timeOffset="-187712.87">27752 13447 3413 0,'0'0'92'15,"-2"-8"-1"-15,2 8 3 0,0-6 0 0,0 6 3 16,0 0 4-16,0 0 6 0,2-9 24 15,-2 9 17-15,0 0 2 0,0 0-10 16,5-3-12-16,-5 3-5 0,0 0 10 0,12-3 8 16,-12 3 4-16,0 0-2 15,11-4-2-15,-11 4-9 0,10-6-6 0,-2 2-6 16,-2-1 2-16,-6 5-8 0,13-10 9 16,-10 5 12-16,4 0-1 0,-7 5-3 0,9-4-13 15,-9 4-8-15,5-6-18 0,-5 6-12 16,0 0-11-16,0 0 5 0,0 0 12 0,4 18 6 15,-6-5-3-15,0 5 0 0,2 1-4 16,0 8-1-16,-1-2 2 0,1 1-6 0,0-1-7 16,1 1-5-16,3 0-7 0,0-2-55 15,2 0-6-15,0 0 0 0,-1-4 0 0,3 0 0 16,-3-2 0-16,6-1 0 16,-4-3 0-16,0-3 0 0,3-1 0 0,2 0 0 15,-3-5 0-15,1 2 0 0,1-2 0 16,-2-1 0-16,1 0 0 0,2 0 0 0,0-2 0 15,-1 0 0-15,-11-2 0 0,20 0 0 16,-20 0 0-16,19-2 0 0,-19 2 0 16,18-2 0-16,-18 2 0 0,15-4 0 15,-15 4 0-15,11-1 0 0,-11 1 0 0,0 0 0 16,15-3 0-16,-15 3 0 0,0 0 0 16,12-2 0-16,-12 2 0 0,0 0 0 0,10-5 0 15,-10 5 0-15,3-7 0 0,3 2 0 16,-2-1 0-16,-3-2 0 0,5 0 0 0,-2-5 0 15,0 1 0-15,2-3 0 0,-2-1 0 16,-1 3 0-16,3-3 0 0,-2 1 0 16,-3 5 0-16,6-3 0 0,-5 1 0 0,1 4 0 15,-3 1 0-15,4-2 0 0,-4 9 0 16,2-11 0-16,-2 11 0 0,2-9 0 0,-2 9 0 16,2-9 0-16,-2 9 0 0,1-7 0 15,-1 7 0-15,0 0 0 0,0 0 0 0,0 0 0 16,0 0 0-16,0 0 0 0,0 27 0 15,-1-14 0-15,-1 7 0 0,0 1 0 16,0 4 0-16,-2-1 0 0,4-1 0 16,-1 2 0-16,1 2 0 0,-2-1 0 0,2 1 0 15,2-2 0-15,-1-1 0 0,-1 0 0 16,0-5 0-16,4-3 0 0,-4-3 0 16,2 1 0-16,0-1 0 0,0-5 0 0,-2-2 0 15,1 4 0-15,-1-4 0 0,0-6 0 16,2 11 0-16,-2-5 0 0,0-6 0 0,0 0 0 15,0 8 0-15,0-8 0 0,0 0 0 16,0 0 0-16,0 0 0 0,0 0 0 0,0 0 0 16,0 0-559-16,0 0-187 15,-20-14-183-15,20 14 78 0,-16-2 95 0,7 2-723 0,9 0-928 16</inkml:trace>
  <inkml:trace contextRef="#ctx0" brushRef="#br0" timeOffset="-180681.15">24606 12258 3740 0,'-17'0'-206'0,"-1"2"19"0,3-2 24 0,4 0 14 0,1 0 22 0,10 0 35 16,-15 2 38-16,15-2 29 0,0 0 20 15,-14-2 7-15,14 2-2 0,0 0-1 0,0 0 1 16,0 0 6-16,36-21-8 16,0 11 1-16,3-3 0 0,17 1-1 0,5-3 5 15,3 3-3-15,8 0 1 0,9-2 1 16,19-1 6-16,-3 1-3 0,-11 6-1 0,-2-1 9 16,24-3-8-16,-23 4-1 0,-1-1-2 15,-2 2 1-15,-6 1-2 0,0-3 2 16,-4 2 3-16,-2 0-4 0,-6 4 4 0,5-4 5 15,-6-1 6-15,-1 0-2 0,3-1 2 16,-2-3 0-16,0 2-3 0,-1 0 1 0,-1-1-1 16,5 0-2-16,-1 1-1 0,-4 2-4 15,-2-2 1-15,-2 3 0 0,-1-1 1 0,-7 4-1 16,8-6 5-16,-4 2 11 16,8-1 3-16,-1 1 0 0,-1-3 0 0,3 1-4 15,-1 0 3-15,4-2-5 0,-2 1-1 16,-2 0 0-16,-6 1 0 0,-11 4-2 0,-5 1-3 15,-6 0 0-15,-10 2-1 0,-4-1 13 16,-4 2-3-16,-1 1 11 0,-3-2 2 0,-2 2 6 16,-9 1 3-16,16-1-5 0,-9-1-2 15,-7 2-8-15,0 0-2 0,16 2-1 0,-16-2-7 16,7 6-1-16,-1-2 2 0,-2 3-9 16,-1 1 3-16,2 6 2 0,1 3-2 15,-3 5 3-15,3 12 4 0,-3 2 6 16,-3 4 11-16,2 2 2 0,-2 4 19 15,2-2 4-15,-2 2 3 0,2 1 3 0,-2 0 5 16,2 0 5-16,-2-2 2 0,0-3 1 16,0-1-2-16,3-3-7 0,-3-7 9 0,1-7-2 15,-1 1-10-15,0-8-5 0,0-3-6 16,0 1-2-16,0-3-7 0,0 0-2 0,2-2 3 16,-2-1 4-16,0-3 0 0,0 1 3 15,0-7-1-15,-2 10-1 0,2-4-3 0,0-6-7 16,0 10-5-16,0-10-7 0,-1 7-2 15,1-7-1-15,-9 6-5 0,4 0-3 16,-3-1-3-16,-4 0-5 0,-1 2-2 16,1-2-6-16,-10 5 6 0,-5 0-1 0,-5 2-4 15,0 2 0-15,-4-2-1 0,-1-1-1 16,-14 4 2-16,1-1-3 0,0-1 0 0,9-5 1 16,-5 2-4-16,-5 1 4 0,-3-1-4 15,9-2-2-15,-1 0 0 0,-8 0 2 0,7-1 1 16,1 1-5-16,0-2 1 0,2 2 1 15,1-3-2-15,-4 3 2 0,6-4-4 16,-2 4 3-16,0-3-2 0,1 0 2 0,3 0-6 16,-2 1 0-16,1-3 1 0,2 0-3 15,0-1 3-15,5 0-4 0,-5 1 1 16,6-1 0-16,3 2-2 0,3-4 1 16,-3 1-2-16,0 3-1 0,3-3 5 0,2 3-5 15,-3-1 3-15,2 0-5 0,2-1-4 16,-2 2 3-16,3 1-2 0,0-3 2 0,3 1 0 15,-4 0 5-15,1 1-2 0,-3 1 2 16,2-2-1-16,-4 1 1 0,-7 3 0 0,-1 1-6 16,1 1-2-16,0-3 0 0,0 3 0 15,0 0 2-15,2-3-1 0,0 1 4 0,-2 0 1 16,5-2 1-16,2 1 2 16,3-2 0-16,-1 0 0 0,0-1 1 0,1-1 2 0,-1 2 1 15,2 0 0-15,0-4 0 0,-2 4-1 16,6-2 1-16,-1 2 2 0,-2-2-2 15,1 0 3-15,1 1-2 0,-3 0-2 16,0 1 1-16,0-2 4 0,0 1-1 0,4 1 2 16,-4 2 0-16,1-2-3 0,0 0-1 15,-1 2 1-15,2-1 0 0,3-1 2 16,-4 2 0-16,6-2 0 0,-4-1 3 0,3 2-4 16,0-1 2-16,1-1-2 0,2 0 0 15,0-1 4-15,3 1-2 0,-2-1-3 0,3 2 2 16,-1-1-1-16,3-2 0 15,8-1 0-15,-16 2-5 0,11 0 2 0,5-2 5 0,-9 4 0 16,9-4-5-16,-10 1 1 16,10-1 3-16,-10 2-1 0,10-2 2 0,0 0-3 15,0 0 2-15,-11 3 4 0,11-3 3 16,0 0-1-16,0 0-1 0,0 0 5 0,0 0-5 16,0 0-1-16,-14-6 2 0,11 0 0 15,1-2-4-15,-4-2 4 0,3-4-2 0,-4-6 0 16,0-11 0-16,-3-6 0 0,3 0-3 15,-5-13 0-15,3 0 0 0,-5-5-2 0,1-1-1 16,-2-3-2-16,1 1-9 0,2 3-4 16,-2 6-4-16,3 13 3 0,-2 3-8 15,4 5-18-15,4 8-23 0,-1 2-48 16,3 7-87-16,-1 2-83 0,1 4-52 0,-3 1-81 16,6 4-229-16,0 0 42 0,0 0 76 15,0 0-257-15,0 0-273 0</inkml:trace>
  <inkml:trace contextRef="#ctx0" brushRef="#br0" timeOffset="-179247.28">23475 15277 2205 0,'0'0'35'0,"0"0"12"0,0 0 17 0,0 0 23 0,0 11 21 0,0-11 10 16,0 0 1-16,0 0 2 15,0 0-3-15,0 0-13 0,0 0 10 0,0 0-14 16,0 0-2-16,18-19-6 0,-18 19-8 16,0 0-9-16,7-6-13 0,-7 6-12 0,0 0 1 15,0 0-3-15,0 0 15 0,18 13 9 16,-13-6 0-16,3 6 20 0,-3 2 8 0,6 4 6 16,-2 9 1-16,2 3-5 0,3 2-7 15,-3-1-7-15,1 1 2 0,-1-2 9 16,0-1-6-16,1-1-10 0,-3 1-4 0,2-1-6 15,-2-5-2-15,-4-5-7 16,1-3-1-16,-3 1 5 0,-3 0 13 0,2-5 12 16,-2 3 2-16,-2-1 5 0,-3 0 13 15,-3 1-1-15,-4-3 4 0,1 0 2 0,-4 1 1 16,0-6-5-16,1-2-12 0,-3-1-8 16,3-3-12-16,0-1-12 0,-2-1 1 0,-1-1-22 15,2-3-15-15,0-2-41 0,-1 0-49 16,0-1-56-16,-2-3-69 0,3 0-85 0,1-2-114 15,0 1-107-15,2-1-135 0,1-5-158 16,-1 2 80-16,2-1-529 0,3-4-690 16</inkml:trace>
  <inkml:trace contextRef="#ctx0" brushRef="#br0" timeOffset="-179031.24">23457 15153 3584 0,'-6'-12'-6'0,"2"3"34"0,0 1 28 0,-2 0 21 0,6 8 16 0,-5-12-4 0,1 8-2 0,4 4-16 0,-5-9-2 0,5 9-17 16,-5-5-21-16,5 5-26 0,0 0-38 16,0 0-52-16,0 0-67 0,0 0-78 15,0 0-111-15,-2 22-181 0,7-15-44 16,-3 2 72-16,1-4-123 0,7 3-115 0</inkml:trace>
  <inkml:trace contextRef="#ctx0" brushRef="#br0" timeOffset="-178814.31">23790 15341 2157 0,'0'0'245'0,"0"0"-7"0,0 0 0 15,0 0 6-15,0 0-5 0,6 7-26 16,-6-7-18-16,0 0-17 0,0 0-23 0,0 0-14 16,32-7-16-16,-21 6-25 15,3-2-46-15,-1 2-61 0,1-1-82 0,1 0-94 16,-1 2-97-16,0 0-111 0,0-2-161 16,-3 1-26-16,0 1 67 0,-11 0-146 0,16 0-153 15</inkml:trace>
  <inkml:trace contextRef="#ctx0" brushRef="#br0" timeOffset="-178631.21">23925 15475 1844 0,'-7'7'131'0,"1"-5"42"0,6-2 33 0,-12 6 28 15,12-6 20-15,-5 5 2 16,5-5-6-16,0 0-22 0,0 0-23 0,0 0-24 16,0 0-14-16,0 0-19 0,0 0-13 15,0 0-18-15,0 0-13 0,46-11-55 0,-26 7-75 16,3-3-101-16,12-3-119 0,-3-2-146 15,-2-1-186-15,1-1-22 0,-1-1 61 16,-5 1-201-16,-2 2-230 0</inkml:trace>
  <inkml:trace contextRef="#ctx0" brushRef="#br0" timeOffset="-178248.42">24309 15170 2025 0,'-8'-9'43'0,"8"9"19"15,0 0 3-15,-8-6 0 0,8 6-7 0,0 0-6 16,0 0-4-16,0 0 11 0,0 0 11 16,0 0-2-16,0 0-3 0,0 0-7 0,0 0-5 15,12 23 5-15,-8-17 14 0,-1 3 15 16,-1 3 14-16,2-1 20 0,-4 1 5 0,0 1 0 16,0 1 6-16,-2-2-5 0,0 3-5 15,0-3-11-15,2-1-11 0,0 1-9 16,0 0-10-16,0 1-8 0,6-1-6 0,-2 3-4 15,3-1-8-15,1 1-6 16,3-1-1-16,0 3-6 0,3-2-7 0,-1 0-4 16,-1 1-2-16,-1-1 0 0,0 2 15 15,0-1 16-15,-8-1 17 0,5-3 14 0,-6 3 12 16,1-3 13-16,-3 1 13 0,0 0 5 16,-2-1-1-16,-1 0-11 0,-3 1-10 0,-3-1-11 15,-3-2-15-15,-1 1-9 0,-5-1-10 16,4 0-27-16,-6-3-45 0,2 2-49 15,-3-2-70-15,-1 1-84 0,9-3-95 0,-4 0-100 16,4-1-133-16,-1-1-187 16,3 1 58-16,2 0-436 0,-1 0-572 0</inkml:trace>
  <inkml:trace contextRef="#ctx0" brushRef="#br0" timeOffset="-173899.4">25223 15229 3198 0,'0'0'-11'0,"-15"-1"28"0,15 1 25 0,-13 0 42 0,13 0 44 0,-13 0 15 16,13 0 9-16,0 0 1 0,-14-2-15 0,14 2-11 15,0 0-11-15,0 0 1 0,0 0 0 16,0 0-6-16,0 0-7 0,40-10-9 0,-23 7-10 16,1 1-9-16,-4-2-5 0,2 2-12 15,-3 1-5-15,-2-3-5 0,-1 3-5 0,0-1-5 16,-10 2 1-16,14-2-6 0,-14 2-5 15,12 0-3-15,-12 0-4 0,11-2-2 16,-11 2-2-16,0 0-1 0,14-1 2 16,-14 1-2-16,0 0-3 0,11-4 0 15,-11 4-3-15,0 0 4 0,10-1-3 0,-10 1 0 16,0 0-1-16,8-3 3 0,-8 3 6 16,0 0 18-16,0 0 15 0,0 0 13 0,0 0 0 15,0 0 0-15,7-4-2 0,-7 4-8 16,0 0-3-16,0 0-10 0,0 0 2 0,0 0-7 15,0 0-2-15,-1-10-6 0,1 10-3 16,0 0-1-16,-11-9-3 0,11 9-1 0,-5-6-7 16,5 6 1-16,-11-4-6 0,11 4 1 15,-13-7-3-15,4 4-2 0,9 3-2 16,-18-3 1-16,4 3-5 0,14 0 0 16,-30 6 2-16,13-1-2 0,-2 4-3 15,1-1-1-15,1 1-3 0,0 3 5 0,6-2-4 16,2 0-1-16,-2 1 0 0,6-1 2 15,-1-2 5-15,4 3-2 0,4-1 0 0,2-4 6 16,2 3-4-16,7-2 3 0,0 2-1 16,5-3 0-16,0 1 3 0,5 0-4 0,1-2-2 15,-4 2 2-15,3-2 1 0,-2 2-2 16,1-2 0-16,-4 2-2 0,0 0-2 0,-6 0 3 16,2 0 0-16,-1 1 0 15,-1-1 8-15,-2 0 15 0,-3 1 22 0,-2 1 24 16,-1-1 26-16,-2 4 23 0,1-4 8 15,-6 1 1-15,-1 1 4 0,1 2-1 16,-7 0-1-16,3 0 1 0,-9 0-8 0,1 0-6 16,3-2-8-16,-2-1-8 0,-2-3-11 15,1 1-13-15,-1-2-75 0,2-1 0 0,0-2 0 16,1 1 0-16,-1-3 0 0,-1 2 0 16,15-2 0-16,-27 0 0 0,18-2-32 0,9 2-219 15,-19 0-83-15,11-3-100 0,8 3-111 16,-12-6-126-16,12 6-187 0,-1-8 76 0,1 8-675 15,12-12-906-15</inkml:trace>
  <inkml:trace contextRef="#ctx0" brushRef="#br0" timeOffset="-173564.91">25576 15247 3824 0,'0'-11'0'0,"-3"4"37"0,3 7 37 0,0-10 37 0,0 10 20 0,-1-7 10 15,1 7-10-15,0 0-17 0,0 0-10 16,0 0 15-16,0 0 18 0,0 0-5 0,0 0-5 16,6 29-9-16,-2-16-8 0,-1 2-10 15,3 0-7-15,0 4-8 0,1-2-8 0,3 0-6 16,-1 0-5-16,5-2-5 16,1-4-3-16,1 2-5 0,-2-6-3 0,-1-1-2 15,5 0-3-15,-5-6-2 0,3 0-3 16,-4 0-9-16,2-4 4 0,1 0-4 0,1 0-1 15,-5-5-9-15,3 1-2 0,-3-4-2 16,-4 1-4-16,5-7-4 0,-4 1-13 0,-3-1-15 16,1-3-23-16,-3 0-20 0,4 1-24 15,-5 3-38-15,0 5-34 0,-1 0-58 16,-1 3-82-16,0 9-65 0,-7-7-81 16,7 7-121-16,-12 0-105 0,12 0 57 15,-17 11-354-15,11-5-444 0</inkml:trace>
  <inkml:trace contextRef="#ctx0" brushRef="#br0" timeOffset="-172966.09">25968 15218 2838 0,'5'-9'138'16,"-5"9"9"-16,0 0 0 0,0 0 0 16,1-8 3-16,-1 8-14 0,0 0 20 0,0 0 9 15,0 0-1-15,17 17-10 0,-11-7-17 16,2 0-5-16,-3 4-7 0,1 1 4 0,-2 1 11 15,-1 1 0-15,1 0 14 16,-2 2 3-16,-2-1 6 0,-2-1 9 0,0 1 5 16,0-5-9-16,2 1 1 0,-2-1-16 15,2-1 0-15,-1-4 14 0,1 2 16 16,0-3 15-16,0-7 15 0,0 0-9 0,0 0-25 16,0 0-21-16,0 0-14 0,14-21-15 15,-5 2-124-15,4-7-5 0,2-3 0 0,0 2 0 16,3 2 0-16,-5 6 0 0,-1 3 0 15,-1 1 0-15,-2 5 0 0,-1-2 0 0,0 5 0 16,-1 0 0-16,0 0 0 16,2 4 0-16,-9 3 0 0,13-5 0 0,-13 5 0 0,12 0 0 15,-12 0 0-15,0 0 0 16,0 0 0-16,15 7 0 0,-15-7 0 0,3 8 0 16,-3-8 0-16,2 10 0 0,-2-10 0 15,-4 9 0-15,4-9 0 0,0 0 0 0,0 10 0 16,0-10 0-16,0 0 0 0,0 0 0 15,0 0 0-15,13-22 0 0,-6 12 0 16,-2 3 0-16,3-3 0 0,-1 2 0 0,1 2 0 16,-4 0 0-16,2 1 0 0,-6 5 0 15,0 0 0-15,14 0 0 0,-14 0 0 0,12 12 0 16,-4-1 0-16,-3 1 0 0,1-1 0 16,0 5 0-16,0-3 0 0,-1 3 0 15,-1-1 0-15,2-1 0 0,-3 3 0 16,4-2 0-16,-3-4 0 0,-3 0 0 0,5-2 0 15,-4 0 0-15,0-2 0 0,-2 1 0 16,1-3 0-16,-1-5-153 0,6 8-193 0,-6-8-118 16,0 0-130-16,0 0-166 0,0 0-96 15,0 0 94-15,12-15-686 0,-10 5-896 0</inkml:trace>
  <inkml:trace contextRef="#ctx0" brushRef="#br0" timeOffset="-172732.58">26763 15184 4214 0,'-15'3'102'0,"4"-2"30"0,-1 1 39 0,12-2 52 0,0 0 38 0,-17 0 14 0,17 0-12 0,0 0-26 15,0 0-21-15,0 0-20 0,0 0-18 16,0 0-15-16,0 0-18 0,0 0-13 0,0 0-23 15,0 0-80-15,47 0-101 0,-31-2-116 16,0 1-133-16,2-3-145 0,0 4-163 16,-4-3-170-16,2 3 76 0,-3 0-586 0,-2 0-766 15</inkml:trace>
  <inkml:trace contextRef="#ctx0" brushRef="#br0" timeOffset="-172549.8">26818 15340 3943 0,'-15'2'145'0,"4"4"44"0,1-3 58 0,1 0 67 16,9-3 40-16,-10 4 2 0,10-4-24 16,0 0-29-16,-10 4-34 0,10-4-29 0,0 0-20 15,0 0-26-15,0 0-41 0,0 0-69 16,0 0-107-16,46-8-126 0,-29 4-131 16,4-2-175-16,1-1-218 0,1-1-165 15,-3 2 81-15,-1-2-661 0,0 5-868 16</inkml:trace>
  <inkml:trace contextRef="#ctx0" brushRef="#br0" timeOffset="-172299.79">27379 15218 4348 0,'0'0'207'0,"-22"0"34"0,22 0 60 15,0 0 23-15,-13 0-9 0,13 0-26 0,0 0-29 16,0 0-30-16,0 0-19 0,0 0-21 16,0 0-29-16,0 0-21 0,42-5-17 0,-26 4-33 15,-2 0-51-15,4 1-77 0,-1-2-78 16,0 0-78-16,0 0-88 0,-1 1-99 0,-4-2-102 16,2 1-99-16,-1 0-214 0,-1 0 69 15,3-1 77-15,-6 1-445 0,3 2-566 0</inkml:trace>
  <inkml:trace contextRef="#ctx0" brushRef="#br0" timeOffset="-171850.09">27922 14972 2842 0,'0'0'45'0,"-2"-13"56"0,2 13 38 0,-6-9 34 16,6 9 34-16,-4-7 27 0,4 7 6 16,-8-3-10-16,8 3-11 0,-11-4-14 0,11 4-7 15,0 0-1-15,-30 12 2 0,10-2-7 16,8 3-1-16,-4 0-29 0,1 1-14 0,1 0-5 16,3 1-21-16,4-2-13 15,-2 1-9-15,6-3 0 0,-1 1-12 0,4 0-10 16,2-1-7-16,3 4-7 0,4-4-1 15,0 4 41-15,4-1-6 0,3 1-5 16,-2-1 4-16,8 6 1 0,-5-5-2 0,-2-4-9 16,-1 2 8-16,-3-1 18 0,-4-2 6 15,3 1 21-15,-2-4 30 0,-3 1-149 0,-3-1-21 16,2 0 0-16,-4 1 0 0,0-8 0 16,-7 17 0-16,1-7 0 0,-6 0 0 0,-5 2 0 15,-9 1 0-15,-5 1 0 0,-1-3 0 16,-1 1 0-16,3 0 0 0,-2-1 0 0,7-2 0 15,2-4 0-15,1 1 0 16,6-2 0-16,0 1 0 0,3-1 0 0,0-2 0 16,1 1-581-16,1 0-442 0,-1 1 100 15,1-1-1003-15,2 1-1348 0</inkml:trace>
  <inkml:trace contextRef="#ctx0" brushRef="#br0" timeOffset="-170131.88">23729 16308 4745 0,'-1'7'-308'0,"1"-7"36"0,0 0 26 0,-4 7 42 0,4-7 46 0,0 0 38 16,-5 7 31-16,5-7 30 0,0 0 32 0,0 0 21 15,0 0 19-15,0 0 15 16,2 10 23-16,-2-10 25 0,0 0 15 0,0 0 23 16,0 0 8-16,0 0 6 0,0 0-4 15,0 0-6-15,0 0 16 0,7 6 16 16,-4 0 3-16,3 1-5 0,-1 1-9 0,3 4 8 16,4 4-3-16,-1 1-6 0,6 5-10 15,0 2-12-15,1 1-8 0,-2 1-5 0,2 1-9 16,-1-4-10-16,0 2-8 15,-1 0-5-15,-5-4-2 0,-2-4 20 0,-4 0-8 16,4-2 10-16,-5 1 16 0,-3-4 8 0,1 0 13 16,-2 0 14-16,0 2-3 15,-3-3-10-15,-3 3-7 0,-2-2-11 0,-2 1-14 0,-2-5-10 16,-2 1-2-16,-1-4-12 16,-3-2-6-16,4 1-13 0,-2-3-15 0,1-1-28 15,-1 0-35-15,0-4-41 0,-4 1-45 16,5-2-52-16,0 1-60 0,-3-2-71 0,3-2-87 15,3 0-104-15,0-1-136 0,-1-6-199 16,2-2 65-16,4 2-592 0,2-4-801 16</inkml:trace>
  <inkml:trace contextRef="#ctx0" brushRef="#br0" timeOffset="-169900.87">23744 16211 3951 0,'-7'-5'11'0,"-2"-3"34"0,-2 1 57 15,6 4 45-15,-3-3 15 0,8 6-4 0,-9-6-6 0,9 6-10 0,-6-5-14 16,6 5-15-16,-8-5-15 0,8 5-14 16,0 0-13-16,-5-5-38 0,5 5-50 15,0 0-62-15,0 0-48 0,0 0-65 0,0 0-71 16,0 0-96-16,0 0-143 0,-11 15-148 15,9-9 49-15,-3 2-286 0,5-8-369 0</inkml:trace>
  <inkml:trace contextRef="#ctx0" brushRef="#br0" timeOffset="-169633.85">24009 16324 2770 0,'0'0'179'0,"-3"5"22"0,3-5 39 16,0 0 31-16,0 0 10 0,0 0-26 0,0 0-8 15,0 0-12-15,0 0-22 16,0 0-16-16,0 0-21 0,0 0-15 0,38-17-16 16,-19 12-16-16,1-2-18 0,2-2-27 15,-5 1-53-15,3 2-63 0,-2 3-82 0,-9-2-84 0,3 2-89 16,1-1-80-16,-5 0-111 15,2 2-146-15,-10 2-28 0,0 0 66 0,14 4-294 16,-14-4-364-16</inkml:trace>
  <inkml:trace contextRef="#ctx0" brushRef="#br0" timeOffset="-169417.05">24135 16465 2476 0,'-7'6'149'0,"-4"2"44"16,6-8 33-16,5 0 47 0,-9 5 44 0,9-5 37 15,-8 4 12-15,8-4-9 0,0 0-15 16,0 0-27-16,0 0-31 0,0 0-26 0,0 0-28 16,0 0-22-16,0 0-23 0,0 0-22 15,36-15-20-15,-18 11-41 0,-7 0-63 16,2 0-74-16,-1 0-72 0,-3 0-68 0,2 1-71 16,1 0-76-16,-1 0-69 0,-1-1-111 15,0 0-158-15,-5 1-66 0,3 0 77 0,-8 3-428 16,10-6-549-16</inkml:trace>
  <inkml:trace contextRef="#ctx0" brushRef="#br0" timeOffset="-168717.21">24469 16277 2957 0,'-2'-7'-4'16,"2"7"25"-16,-4-12 31 0,0 6 38 15,2-2 35-15,1 1 26 0,-1-3 23 16,2 10 14-16,-3-14 7 0,3 9 1 0,0 5-9 16,-2-12-10-16,2 12-15 0,-2-8-13 15,2 8-15-15,0 0-20 0,0 0-6 0,0 0 8 16,0 0 7-16,0 0-8 0,7 25-10 16,-4-7-4-16,-3 1-14 0,4 5-3 15,0 0-9-15,1 7-7 0,3-6-4 16,-2-2-9-16,3-5-1 0,-1 1-12 0,-1-2 1 15,3-3-1-15,1-2-5 0,-1-2-1 16,4-3-5-16,-3-2-1 0,3-5-2 16,-2 0-3-16,4-5-1 0,-1-2-5 0,4-3-4 15,2-7-14-15,0-2-7 0,-3-3-9 16,-6 3-2-16,6-5 2 0,-9 5 8 0,0 4-5 16,0 0 6-16,-4 3 0 15,1 0-1-15,-1 3 6 0,-1 1-1 0,0 2-2 0,-4 6-2 16,3-6 10-16,-3 6 19 0,0 0 12 15,0 0 6-15,7 21 4 0,-5-7 22 16,0 4 2-16,-1 5-4 0,3 1 1 16,4 9 4-16,-1 1-11 0,1 0 2 15,2-3-8-15,-1-2-2 0,-3-4 4 0,2-5 3 16,-3-1 4-16,-1-3 0 0,1-3-5 16,-3-1-6-16,5-2 0 0,-5-1-6 0,-1-1-5 15,1-1 1-15,2 0-3 0,-4-7 0 16,4 11-3-16,-4-11-3 0,1 6-6 0,-1-6-36 15,0 0-42-15,0 0-51 16,0 0-60-16,0 0-68 0,0 0-79 0,0 0-82 16,0 0-99-16,0 0-143 0,0 0-177 15,0 0 66-15,0 0-598 0,0 0-800 16</inkml:trace>
  <inkml:trace contextRef="#ctx0" brushRef="#br0" timeOffset="-167851.18">26271 16124 3541 0,'0'0'-68'0,"0"0"41"0,6-5 42 0,-6 5 33 0,0 0 41 0,0 0 15 16,6-7 6-16,-6 7 19 0,0 0 6 0,4-6-3 16,-4 6 1-16,0 0 0 15,1-7 7-15,-1 7 4 0,0 0 4 0,2-11-3 16,-2 11-5-16,4-8-5 0,-4 8-4 16,0-8-1-16,0 8-9 0,-4-13-10 0,2 5-2 0,1 1-10 15,-3-3-5-15,-2 1-5 16,3-1-13-16,-4 1-1 0,2 1 0 0,-3 1-13 15,3-1-9-15,-5 2-11 0,0 0 6 16,-1 5-13-16,-1-3-6 0,12 4 0 16,-27 4-7-16,11 1-1 0,-5 3-4 0,4 2 2 15,-2 1-7-15,1 1 0 0,3 4-7 16,1-3 3-16,7 3-2 0,0-2 2 0,1-1-4 16,2 1-2-16,4 0 2 15,4 0-2-15,2-1-2 0,1 5 1 0,5-5 4 16,3 3-3-16,8 2 9 0,-2-1-8 15,1-1-1-15,1 1-2 0,-1-3-2 0,-8-3 2 16,4 1 3-16,-3 0-2 0,-3-3 2 16,-1 2 1-16,-2 1 26 0,-1-2 32 0,-2 0 26 15,-1-1 16-15,-3 1 19 0,0 0 11 16,-4-1 2-16,0 1 3 0,-5 2-6 0,2 0-5 16,-7-1-8-16,-1 0-35 0,-1-2-85 15,-3 2 0-15,1-5 0 0,2-1 0 16,-2 1 0-16,-1-6 0 0,3 0 0 0,14 0 0 15,-26-6 0-15,13 1 0 0,-1 0 0 16,3-4-111-16,3 5-218 0,-1-4-91 16,4 0-96-16,2 1-112 0,1-1-143 15,4 1-38-15,0-2 77 0,6 1-586 0,-2-1-775 16</inkml:trace>
  <inkml:trace contextRef="#ctx0" brushRef="#br0" timeOffset="-167483.71">26396 16165 3868 0,'2'-8'38'0,"-2"8"29"0,0-9 38 0,0 9 26 0,0 0 6 0,0 0-10 0,0 0 9 16,0 0 21-16,0 0 17 0,0 0-18 16,0 0-3-16,1 34-20 0,-1-16-6 15,4-3-3-15,-2 3-21 0,2-1-11 0,1 2-8 16,1-1-11-16,4 2-3 0,-5-7-5 15,5 1-7-15,-3-3-7 0,1 0 1 0,3-1 4 16,-3-1 20-16,0-4 10 0,0-2 10 16,-8-3-13-16,14 2-1 0,-14-2-9 15,18-7-7-15,-9 1-6 0,-2-5-4 0,4 1-1 16,-2-4-8-16,-2-3 6 16,2-3-22-16,-2-3-7 0,-1-10 3 0,-1 2-14 0,-1 4-22 15,-4 3-18-15,0 5-28 16,2 2-28-16,-2 4-41 0,0 2-48 0,0 4-49 15,-2 2-61-15,2 5-65 0,0 0-77 16,0 0-119-16,0 0-166 0,0 0 8 0,-25 19 92 16,21-9-398-16,2 2-481 0</inkml:trace>
  <inkml:trace contextRef="#ctx0" brushRef="#br0" timeOffset="-166883.23">26683 16176 2939 0,'2'-10'149'16,"-2"10"21"-16,2-7 20 0,-2 7 23 0,0 0 5 16,2-7-12-16,-2 7-12 0,0 0 24 0,0 0 5 15,0 0-23-15,12 17-10 16,-11-9-18-16,5 5 2 0,-2 1-21 0,-3 1-7 16,3 1-11-16,0-1 4 0,-4 1-2 15,2 1 6-15,-2-5 1 0,0 5 10 16,0-4-3-16,-2-1-1 0,2 2-8 15,0-4-2-15,0-1-4 0,0-1 4 0,-2-1 8 16,2-7 15-16,0 10 7 0,0-10-6 16,0 0-84-16,0 0-80 0,0 0 0 0,0 0 0 15,6-39 0-15,2 19 0 0,5-8 0 0,-6 7 0 16,3 3 0-16,-2 3 0 0,-1 2 0 16,-1 3 0-16,0-1 0 0,-2 6 0 15,1 1 0-15,-5 4 0 0,11-7 0 16,-11 7 0-16,14 2 0 0,-14-2 0 0,13 5 0 15,-4-1 0-15,0 1 0 0,-4 0 0 16,3 3 0-16,-5-4 0 0,3 3 0 16,-6-7 0-16,8 10 0 0,-4-4 0 0,-4-6 0 15,6 6 0-15,-6-6 0 0,7 6 0 16,-7-6 0-16,0 0 0 0,0 0 0 0,0 0 0 16,16-12 0-16,-9 0 0 15,0-3 0-15,5-3 0 0,1-7 0 0,3 1 0 0,-5 6 0 16,0 6 0-16,-1 0 0 15,-2 4 0-15,-3 1 0 0,1 4 0 0,-6 3 0 16,12-4 0-16,-12 4 0 0,0 0 0 16,16 17 0-16,-8-3 0 0,-2 0 0 0,-2 1 0 15,0 2 0-15,-1-1 0 0,-1 0 0 16,4 8 0-16,-2-3 0 0,2 0 0 0,-2 0 0 16,-1-4 0-16,1-2 0 0,0-1 0 15,-1-2 0-15,-1-2 0 0,2-1 0 0,-2-2 0 16,-2-2 0-16,6 0 0 0,-6-5-348 15,0 0-243-15,0 0-149 0,17-10-177 16,-12 1 85-16,4-3-788 0,0-4-1059 0</inkml:trace>
  <inkml:trace contextRef="#ctx0" brushRef="#br0" timeOffset="-166666.37">27461 16124 4883 0,'0'0'188'0,"0"0"45"0,-7-8 64 0,7 8 40 0,0 0 24 16,0 0-4-16,0 0-26 0,0 0-35 16,0 0-38-16,0-9-24 0,0 9-28 15,0 0-39-15,12-6-124 0,-2 2-43 16,-10 4 0-16,14-7-154 0,-7 4-124 0,0-4-108 16,2 2-115-16,0 2-117 0,-4-3-171 15,-5 6-23-15,10-3 86 0,-10 3-610 0,0 0-791 16</inkml:trace>
  <inkml:trace contextRef="#ctx0" brushRef="#br0" timeOffset="-166468.28">27418 16274 4030 0,'-7'7'168'15,"1"-2"52"-15,6-5 81 0,-10 7 67 16,10-7 51-16,0 0 29 0,-5 2 11 16,5-2 1-16,0 0-7 0,0 0-18 0,0 0-31 15,0 0-378-15,0 0-26 0,0 0 0 16,30 3 0-16,-30-3 0 0,21-3 0 15,-21 3 0-15,18-2 0 0,-11 0 0 16,4 0 0-16,-11 2 0 0,13-2 0 0,-13 2 0 16,11-1 0-16,-11 1-269 0,7-3-482 15,-7 3-200-15,0 0 61 0,0 0 98 0,0 0-751 16,0 0-988-16</inkml:trace>
  <inkml:trace contextRef="#ctx0" brushRef="#br0" timeOffset="-156502.93">27975 16143 1338 0,'0'0'423'0,"0"0"-115"0,-15 2-65 0,15-2-22 0,0 0-3 0,0 0 9 0,-15 2 1 15,15-2-10-15,0 0 15 16,0 0-3-16,0 0 1 0,-14 1-6 0,14-1 2 16,0 0-18-16,0 0 0 0,0 0 5 15,0 0-23-15,0 0 1 0,0 0-7 16,0 0-11-16,0 0-15 0,0 0-14 0,0 0-9 15,0 0-22-15,0 0-3 0,0 0 21 16,0 0-7-16,0 0-10 0,38-7-9 0,-20 6-8 16,1-1-13-16,-1 0-8 0,0-1-5 15,-3 3-13-15,0-2-1 0,-2 1-6 0,-1-3-5 16,-12 4-6-16,21-2 0 16,-13 1-6-16,-8 1-3 0,15-2-1 0,-15 2-4 15,11-2-3-15,-11 2-8 0,0 0-28 0,0 0-39 16,17 0-73-16,-17 0-65 15,0 0-82-15,8-1-95 0,-8 1-113 0,0 0-173 16,0 0-188-16,0 0 75 16,7-5-641-16,-7 5-857 0</inkml:trace>
  <inkml:trace contextRef="#ctx0" brushRef="#br0" timeOffset="-156088.24">28274 16049 4165 0,'-2'-8'38'0,"2"-1"10"16,0 1 23-16,2-4 21 0,2 4 15 16,2-1 3-16,3 1-3 0,4 0-8 15,5-2-11-15,-3 3-27 0,4 3-5 16,0 0-3-16,0 4-7 0,0 2-5 0,1 4 2 16,-4 3 19-16,2 6 23 0,-5 2 31 15,-5 2 29-15,-6 0 36 0,-2 1 26 0,-5 6 17 16,2 6 15-16,-7-1 6 0,7-5-3 15,-3-7-8-15,2-3-13 0,0-2-7 16,2-2-10-16,0-1-8 0,2-3-45 16,0 2-151-16,0-10 0 0,8 11 0 0,2-5 0 0,3-2 0 15,6-4 0-15,0 2 0 16,5-4 0-16,3-2 0 0,2 2 0 0,7-4 0 16,-8 1 0-16,-1 1 0 0,-4 0 0 15,-3 0 0-15,-4 0 0 0,0 2 0 0,-5 0 0 16,0 0 0-16,-1 0 0 0,-10 2 0 15,17-5 0-15,-10 5 0 0,-7 0 0 0,11-1 0 16,-11 1 0-16,0 0 0 0,11-3 0 16,-11 3 0-16,0 0 0 0,0 0 0 15,0 0-633-15,0 0-250 0,-21 13-56 0,13-11 89 16,-1 2-812-16,0 2-1098 16</inkml:trace>
  <inkml:trace contextRef="#ctx0" brushRef="#br0" timeOffset="-154721.39">24015 17459 4218 0,'0'0'-232'0,"0"0"26"0,2 7 22 0,-2-7 43 15,0 0 47-15,0 0 35 0,5 4 23 16,-5-4 28-16,0 0 18 0,0 0 14 0,0 0 9 15,0 0 13-15,27-10 3 0,-21 7-5 16,-6 3 33-16,13-8 8 0,-7 6 9 0,-6 2 2 16,7-6 4-16,2 2 2 0,-9 4 2 15,7-6-7-15,-7 6-8 0,0 0-11 16,8-7-9-16,-8 7-6 0,0 0 11 0,0 0 25 16,7 16 8-16,-2-7 2 0,0 4 12 15,1 4 13-15,1 3 3 0,0 10 3 0,5 2 0 16,-1 1-3-16,5 0-2 15,5 7-5-15,-8-5-7 0,4-2-8 0,1-2 10 16,-6 2 3-16,2 2 3 0,-4-6-3 16,1 0-3-16,-5-5 5 0,0-4-6 15,-4-4-2-15,-1 1 5 0,-1-1 0 0,0-2 2 16,-1-3-1-16,-5 3-6 0,-1-3-10 16,-4 3-13-16,2-4-10 0,-5-2-63 0,1 1-26 15,-2-4 0-15,0-2 0 0,-1-1 0 16,1 0 0-16,0-4 0 0,-2 0 0 15,0-3 0-15,-2-4 0 0,0 3-28 0,-1-3-229 16,5-5-96-16,-8-7-78 16,9 0-84-16,-6-4-117 0,9 5-221 0,-1-5 58 15,5 0 89-15,-1 3-526 0,7 5-693 16</inkml:trace>
  <inkml:trace contextRef="#ctx0" brushRef="#br0" timeOffset="-154488.52">24128 17374 3354 0,'-4'-13'93'0,"-3"4"2"0,2-1 21 0,-1 4 49 0,3-2 31 0,-5 3 14 16,5 1-7-16,3 4-19 0,-11-12-18 15,11 12-19-15,-5-6-16 0,5 6-21 16,-6-6-36-16,6 6-41 0,0 0-33 15,0 0-45-15,0 0-76 0,0 0-77 0,0 0-72 16,0 0-93-16,18 28-148 0,-13-20-147 16,1 1 61-16,1 3-258 0,3-2-340 15</inkml:trace>
  <inkml:trace contextRef="#ctx0" brushRef="#br0" timeOffset="-154254.58">24404 17530 2415 0,'0'0'168'0,"0"0"42"0,-6 6-2 0,6-6 26 15,0 0 26-15,0 0 8 0,0 0-20 16,0 0-25-16,0 0-21 0,0 0-16 16,25-16-22-16,-10 8-22 0,4-5-22 0,4-2-49 15,3-3-60-15,-4 7-84 0,-5-1-83 16,2 2-69-16,-2 1-65 0,-2 3-54 15,-3 4-58-15,-3 0-70 0,-9 2-90 0,0 0 21 16,11 9-162-16,-11 1-195 0</inkml:trace>
  <inkml:trace contextRef="#ctx0" brushRef="#br0" timeOffset="-154086.62">24513 17677 1963 0,'-12'10'38'0,"4"-2"40"0,3 1 41 16,-2-2 34-16,4-4 49 15,3-3 32-15,-6 6 14 0,6-6 3 16,0 0-9-16,0 0-13 0,-2 8-18 0,2-8-20 15,0 0-19-15,0 0-18 0,0 0-18 16,38-16-16-16,-17 8-46 0,1-1-55 0,6-5-88 16,3-2-92-16,-1 5-83 0,-1-3-98 15,-2 3-158-15,-5 1-144 0,-3 0 71 16,1 2-210-16,-4-1-271 0</inkml:trace>
  <inkml:trace contextRef="#ctx0" brushRef="#br0" timeOffset="-153705.61">25069 17236 2344 0,'-6'-9'97'0,"3"1"38"15,3 8 22-15,-9-11 49 0,6 10 18 0,3 1-1 16,0 0-1-16,0 0-4 0,-27 6 3 16,20 1 2-16,-4 3-8 0,-2 2-10 15,2 4-15-15,4 1-19 0,-1 0-17 0,-2 2-15 16,9-2-16-16,-1 0-12 15,2 0-12-15,3 0-6 0,1 4-11 0,5-1-8 0,3-3-8 16,-2 1-1-16,7 5-9 0,-2-6-3 16,1 0-11-16,-2-3-2 15,-2-1-4-15,1 3-6 0,1-5-2 0,-3 1-3 16,-3 0 10-16,-1-1 39 0,0-1 45 16,-4 0 20-16,1 0 17 0,-4-1 10 0,0 1-3 15,-4 1 2-15,2-1-9 0,-1 0-13 16,-7 3-15-16,-1-1-14 0,-2 0-8 15,2-2-15-15,0-2-22 0,-3 1-69 16,3-2 0-16,-3 0 0 0,0-2 0 0,1-3-166 16,1 2-84-16,1 0-91 0,1-2-94 0,-2 0-106 15,12-2-129-15,-12 0-186 16,12 0 68-16,0 0-621 0,-13-8-862 0</inkml:trace>
  <inkml:trace contextRef="#ctx0" brushRef="#br0" timeOffset="-152969.7">26132 17158 3709 0,'0'0'-113'0,"0"0"18"0,4-9 29 0,-4 9 34 0,0 0 38 0,4-8 31 0,-4 8 22 0,2-6 21 15,-2 6 12-15,0 0 10 0,3-12 6 0,-3 12-2 16,4-3-2-16,-4 3 11 0,5-9 4 16,-5 9 1-16,1-9-7 0,-1 9 0 15,0-8-15-15,0 8-7 0,0-13-7 0,0 13-8 16,-4-14-10-16,2 8-4 0,-4-2-7 15,3 3-6-15,-5-3-7 0,1 1-1 0,-3 2-5 16,1 0-10-16,-1 1 2 0,-4 4-4 16,14 0-5-16,-26 0-4 0,11 4 0 15,-3 1-4-15,5 0 0 0,-2 4 1 16,2-1-6-16,-1 1 0 0,1 5 0 16,4-4-1-16,-1 1 0 0,4 3 2 0,0 1-5 15,5-3 1-15,1 0 0 0,1 1 0 16,3 1 0-16,5 3 0 0,3 0 1 0,1-1 1 15,9 4-1-15,1-1 1 0,-1 0-3 16,-1 0 3-16,-1-4-3 0,0 2-1 0,-3-2 0 16,-1-1 4-16,-3 1 0 0,-2-1 18 15,1-1 21-15,-4-1 21 0,-1 3 24 16,-2-1 22-16,-5 0 22 0,0-3 24 16,-3 5 3-16,-3-1-1 0,-1-1-8 15,-5 1-9-15,-1 1-14 0,0-1-12 0,-3-6-5 0,3 1-12 16,-1-3-9-16,3-4-14 15,2 1-15-15,9-4-44 0,-23-4-53 0,7 0-54 16,3-5-58-16,1-3-65 0,1-2-72 16,2-3-62-16,4 3-72 0,0-3-90 15,3 0-128-15,2-3-131 0,2 3 81 0,3 3-477 16,4-3-630-16</inkml:trace>
  <inkml:trace contextRef="#ctx0" brushRef="#br0" timeOffset="-152622.77">26249 17258 3392 0,'0'0'8'0,"5"-9"28"0,-5 9 34 0,0 0 17 0,0 0 9 0,0 0 22 0,0 0 33 0,0 0 12 16,0 0-1-16,6 24-7 0,-2-15-11 0,1 1-11 15,3 2-9-15,3 3-3 0,2-4-18 16,5 3-8-16,-2-4-10 0,-2 1-6 0,2-5-10 15,-1 0-5-15,-2 2-5 0,1-4-3 16,-3-2-5-16,1 1 0 0,-1-1-3 0,-11-2-2 16,18 0-2-16,-18 0-7 0,18-5-2 15,-11-3 0-15,4-1-3 0,-4-3-7 16,0-2 4-16,2-3-8 0,-2-1-3 0,-3-3 4 16,-1 1-8-16,-1-3 0 15,0 4-16-15,0-1-8 0,-2 3-13 0,0 2-19 16,0 1-31-16,0 2-43 0,-4 1-63 15,2 5-46-15,2 6-57 0,-5-8-78 0,5 8-110 16,-9 0-185-16,9 0 4 0,0 0 73 16,-20 10-247-16,17 0-312 0</inkml:trace>
  <inkml:trace contextRef="#ctx0" brushRef="#br0" timeOffset="-152005.52">26658 17278 2265 0,'0'0'157'0,"0"0"43"0,4-6 20 16,-4 6 11-16,0 0 14 0,0 0-8 0,0 0-20 15,0 0-11-15,0 0 32 0,0 0-2 16,0 0-21-16,15 18-15 0,-11-7-12 16,0-1 4-16,-2 2 0 0,1 1 9 0,1 1 2 15,-2-2-3-15,-2 3-8 0,3-3-8 16,-3-1-8-16,0 0-10 0,0-2-8 0,-3 0-9 15,6-1-8-15,-3 0-6 0,0-8-7 16,0 10-5-16,0-10-4 0,0 0-16 16,0 0-13-16,0 0-12 0,0 0-11 15,3-31-13-15,3 13-5 0,1-5-13 16,1 2-36-16,2 3 0 0,-5 4 0 0,3-1 0 16,-5 2 0-16,3 5 0 0,1 1 0 15,-4 2 0-15,5 0 0 0,-8 5 0 0,14-2 0 16,-14 2 0-16,20 3 0 0,-11 1 0 15,1 1 0-15,-1 2 0 0,1 0 0 0,0-1 0 16,-5 6 0-16,5-3 0 16,-7-1 0-16,3 4 0 0,-2-2 0 15,-2-3 0-15,0 2 0 0,2-2 0 0,-4-7 0 16,4 10 0-16,-4-10 0 0,3 5 0 16,-3-5 0-16,0 0 0 0,0 0 0 0,11-27 0 15,-1 8 0-15,3-8 0 0,-1-1 0 16,5 3 0-16,-5 6 0 0,-3 4 0 0,1 3 0 15,-5 1-6-15,2 3-18 0,0 1 4 16,-2 4 2-16,-5 3 14 0,0 0 8 16,0 0 9-16,24 13 2 0,-19-2 0 0,2 2 3 15,-1 1-11-15,1 1-7 0,-2 6 0 16,1-2 0-16,1 1 0 0,0 1 0 0,0-2 0 16,-2-3 0-16,1-2 0 15,-1-1 0-15,3 1 0 0,-3-7 0 0,-2 1-138 0,1-4-78 16,1 2-87-16,-5-6-95 15,10 2-109-15,-10-2-130 0,0 0-229 16,17-18 78-16,-9 7 80 0,1-5-527 0,5-1-696 16</inkml:trace>
  <inkml:trace contextRef="#ctx0" brushRef="#br0" timeOffset="-151772.68">27426 17154 3737 0,'-11'-2'163'0,"11"2"41"0,-13 0 66 0,13 0 76 0,0 0 20 0,-14-3-2 0,14 3-20 0,0 0-33 0,0 0-34 15,0 0-30-15,0 0-23 0,0 0-22 16,0 0-23-16,21-18-46 0,-10 12-64 16,5 1-81-16,-5 1-91 0,5-1-86 0,-2 2-94 15,0-3-97-15,-1 2-106 0,3 0-139 16,-1 1-180-16,-4 2 73 0,-11 1-568 0,17 0-757 15</inkml:trace>
  <inkml:trace contextRef="#ctx0" brushRef="#br0" timeOffset="-151538.72">27491 17304 3939 0,'-12'5'188'0,"7"2"59"0,5-7 84 15,-9 5 51-15,9-5 33 0,-11 2 25 0,11-2-4 16,0 0-21-16,0 0-33 0,0 0-34 15,0 0-31-15,0 0-34 0,0 0-215 16,29-14-68-16,-13 9 0 0,-2 0 0 0,4 0 0 16,-3-2 0-16,1 2 0 0,-2 1 0 15,-2-1 0-15,-1 2 0 0,1-1 0 0,-4 1 0 16,-3 1 0-16,-5 2-114 16,13-3-264-16,-13 3-66 0,10 0-81 0,-10 0-117 15,0 0-163-15,0 0-2 0,0 0 90 16,0 0-562-16,0 0-737 0</inkml:trace>
  <inkml:trace contextRef="#ctx0" brushRef="#br0" timeOffset="-143772.61">28181 17191 1446 0,'-13'4'530'0,"13"-4"-148"0,-11 3-93 0,11-3-39 15,0 0 18-15,-13 3-7 0,13-3-10 16,0 0-14-16,-9 4 7 0,9-4-7 0,0 0-3 16,0 0-2-16,-7 5-7 0,7-5 0 15,0 0-8-15,0 0-5 0,0 0-10 0,0 0-9 16,0 0-11-16,0 0-21 0,0 0-9 15,0 0-12-15,0 0-10 0,0 0-13 16,53-15-17-16,-32 9-4 0,2 0-15 16,-3-3-8-16,1 1-10 0,3 2-2 15,-5 0-7-15,-2-1-6 0,-4 3-6 0,0-2-5 16,-2 4 0-16,0-2-6 0,-11 4-3 16,14-8-12-16,-8 8-25 0,-6 0-38 0,12-5-63 15,-12 5-59-15,9-4-74 0,-9 4-87 16,0 0-101-16,9-3-124 0,-9 3-193 0,7-3-43 15,-7 3 73-15,0 0-518 0,0 0-697 16</inkml:trace>
  <inkml:trace contextRef="#ctx0" brushRef="#br0" timeOffset="-143341.27">28625 16987 3554 0,'-6'-12'109'16,"6"12"19"-16,0 0 11 0,-3-7 16 15,3 7 13-15,0 0 30 0,0 0 30 16,0 0 1-16,0 0-18 0,0 0-16 0,0 0-15 16,0 0-19-16,11 19-11 0,-11-19-18 15,11 7-8-15,-3-4-15 0,-8-3-5 0,17 4 2 16,-17-4-19-16,17 0-3 16,-17 0-8-16,22-7-10 0,-11 3 0 0,-2 0-7 15,3-5-5-15,-5 2-6 0,3-2-7 16,-3 4-2-16,1-2-8 0,-2 4-3 15,-6 3-4-15,9-7-2 0,-9 7 4 0,7-3-8 16,-7 3 25-16,0 0 21 0,0 0 3 16,16 17 5-16,-12-9 2 0,0 4 2 0,-3 3-5 15,5 1 5-15,0 1-2 0,0 4-4 16,-2-1-7-16,3 1-4 0,-1-2-7 0,0 2-5 16,1-3-2-16,-3-3-6 0,2-1-1 15,-3 0-26-15,1-3-12 0,0-3 0 16,0 1 0-16,-4-2 0 0,4-2 0 15,-2 3 0-15,-2-8 0 0,4 7 0 16,-4-7 0-16,1 7-40 0,-1-7-208 0,0 0-109 0,0 0-119 16,0 0-154-16,0 0-220 15,0 0 14-15,0 0 93 0,0 0-621 0,-17-17-819 16</inkml:trace>
  <inkml:trace contextRef="#ctx0" brushRef="#br0" timeOffset="-141841.72">22939 17246 3534 0,'0'0'-114'0,"0"0"14"0,0 0 7 0,0 0 13 0,0 0 33 0,0 0 27 0,0 0 12 16,0 0 14-16,18 19 13 0,-8-14 9 15,3 3 4-15,5 4 5 0,-2-1 1 16,7 7-4-16,1-1-1 0,-10-1 5 0,8 5-1 16,-8-3 5-16,-2-3 17 15,-1 3 4-15,-1-1 5 0,-4 4 9 0,2 0 4 0,-5-1-7 16,3 1-9-16,-3-1-10 15,3-3-1-15,1 4-11 0,-2-1-1 0,2-1-4 16,3 0-3-16,4 6-5 0,-2-3-8 16,1-7 0-16,-1 3-1 0,4 3-1 15,-1-1-3-15,-1-5 0 0,-3 0-5 0,2-1 9 16,-3-2 14-16,-3 0 20 0,3 1 10 16,0 0 16-16,-3-2 7 0,-1 1 10 15,-1 2 7-15,1-4-1 0,-2 4-3 16,-2-1-7-16,2 0-10 0,0-1-9 0,-3 0-9 15,-1-1-6-15,2-1-9 0,0-2-3 16,0-1-8-16,0-1-25 0,-2-6-31 0,2 15-46 16,0-10-68-16,-2-5-68 0,0 7-94 15,0-7-120-15,0 0-175 0,0 0-86 16,0 0 54-16,0 0-275 0,0 0-376 0</inkml:trace>
  <inkml:trace contextRef="#ctx0" brushRef="#br0" timeOffset="-140456.74">24515 12363 2636 0,'3'-9'28'0,"-3"9"6"0,0-6 0 0,0 6-3 0,0 0 0 0,0 0 17 0,0 0 37 0,0 0 16 15,-5 20 9-15,-2-5 1 0,0 0 0 0,0 4 4 16,-4 0 0-16,-1 7 4 0,0-3-2 16,2-7-8-16,3 1-8 0,-2 0-8 0,-2-5-9 15,8 1-7-15,-5-3-4 0,5-1-4 16,-3-2 20-16,2 0 14 0,3-3 4 16,1-4-8-16,-9 2-10 0,9-2-13 0,0 0-5 15,-7-12-11-15,5 4-5 0,0-5-4 16,2 0-7-16,0-5-5 0,2 1-5 15,0-1-4-15,0-1-1 0,1 1-2 16,-3 3-5-16,2 1-3 0,-2 2 0 0,4 1-2 16,-4 2-4-16,3 0-4 0,-3 1-5 15,2 5-2-15,-2 3 0 0,1-6 0 0,-1 6-2 16,0 0 3-16,0 0 0 0,12 16-3 16,-9-6 4-16,5 4 1 0,-2-1-6 0,1 4 2 15,1-1-4-15,-3 3-2 0,6-2 6 16,-4 1 1-16,0-4-1 0,-1 1-2 0,-1-6 5 15,0 1-5-15,-1 0 2 0,-1-4 7 16,3 1 0-16,-4-1-1 0,-2-6 2 16,4 3-1-16,-4-3-1 0,0 0-2 15,0 0-1-15,0-20 2 0,-2 8-5 0,0-5 3 16,-4-7 0-16,3 1 2 0,-5-8-4 16,2 8 0-16,-2 1 0 0,5 2 4 15,-5 4-8-15,5 3 4 0,-4 1-4 0,3 0-5 16,1 8-6-16,1 1 9 0,2 3 2 15,0 0-9-15,-15 11 6 0,9 2 3 0,2 4 2 16,-2 3 0-16,-1 11-5 0,1-4 3 16,3-3 0-16,-4-1-6 0,4 0 8 0,1-5-1 15,-4 3 1-15,4-6-1 0,1-1 2 16,-3-4 2-16,2 1 6 0,2-3 9 0,-4-1 16 16,1-2-5-16,3-5-3 15,0 0 1-15,0 0-8 0,0 0-2 0,-20-10 0 16,17 3-2-16,1 0 0 0,0 0-4 15,2-1-1-15,2-2-5 0,1 1 0 0,7-1-1 16,1 0-1-16,4-1-2 0,5 3-8 16,0 0-31-16,1 1-37 0,1 4-59 15,-2 1-103-15,-3 2-109 0,5 2-148 0,-8 0-212 16,-1 2 65-16,-1 0 75 0,-4 4-321 16,-3 1-369-16</inkml:trace>
  <inkml:trace contextRef="#ctx0" brushRef="#br0" timeOffset="-130112.02">20780 5298 1220 0,'0'0'198'0,"-23"-2"-45"0,10 2-2 0,2-1 1 0,-2-1 4 16,1 0 3-16,0 0 3 0,-4-1 11 15,3 1 26-15,-3-1 6 0,3 1 6 16,1-1-1-16,3 1-3 0,9 2-10 16,-17-3-13-16,17 3-13 0,-12-2-19 0,12 2-17 15,-3-3-14-15,3 3-10 0,19-12-13 16,19 3-9-16,27-11-6 0,28-6-13 0,14 2-2 15,15-4-8-15,2 1-7 0,0-4-7 16,-8 8-1-16,-6 1-8 0,-8 0-3 0,-27 7-10 16,-6-1-15-16,-12 4-19 0,-14 4-14 15,-7 1-10-15,-12 2-13 0,-3 0 1 0,-7 3 1 16,-9 0-1-16,-5 2-5 0,0 0 2 16,0 0-8-16,0 0 13 0,0 0 1 15,-68 14 2-15,27-4 0 0,-13 4-2 16,-7 3-4-16,-7-2 3 0,0 4-1 0,-4-2 6 15,-1 4 2-15,1-3 6 0,0 3 9 16,2-3-5-16,0 2 3 0,4 1 5 16,-1-2-2-16,6 0 10 0,9-4 9 0,13-1 0 15,6-4 13-15,7-2 9 0,6-2 4 16,7-3 11-16,1 1-4 0,7-1 4 0,5-3 6 16,0 0 4-16,0 0-4 15,0 0 1-15,55-19-5 0,-8 0-4 0,9 0-1 0,5-1-4 16,3-2-5-16,9 0 1 15,-2 3-8-15,-3-3 1 0,-5 3-8 0,-6 2-8 16,-7 5-12-16,-16 2 3 0,-9 3-4 16,-6 2-2-16,-7 2 0 0,-5 1-5 0,-7 2 11 15,0 0-4-15,0 0 4 0,-59 14-5 16,3-1 8-16,-5-1-2 0,-3 7 0 0,-7 0 3 16,-1-1-1-16,7 1 2 0,0-2-4 15,13-5 10-15,2 2-3 0,14-4 2 0,9-3-3 16,7-1 8-16,7 0-3 0,1-3-1 15,9-2 6-15,3-1 3 0,0 0 0 0,0 0 3 16,42-4-1-16,0-2 0 0,13-5-5 16,12-1 2-16,3 0-3 0,3 1-4 15,-3-1 2-15,0-2-1 0,-9 3-4 16,-5-1 6-16,-16 4-2 0,-5 1-2 0,-9 1 2 16,-7 2 5-16,-3 0 4 0,-5 0-6 15,-2 0-5-15,-4 0-1 0,-5 4 1 16,1-6-2-16,-1 6-3 0,-13-7-14 0,1 3-23 15,-1 4-25-15,-6-3-41 0,2 1-41 16,-3 1-48-16,5-1-59 0,1 0-90 0,-2 2-137 16,5-2-106-16,11 2 49 0,-21 0-202 15,11-1-231-15</inkml:trace>
  <inkml:trace contextRef="#ctx0" brushRef="#br0" timeOffset="-128561.65">22178 4007 1947 0,'-2'6'-49'0,"2"-6"38"0,0 10 36 0,2-5 34 0,-2-5 29 16,10 8 29-16,-5-5 22 0,-5-3 27 16,14 6 21-16,-7-5 3 0,-7-1-14 15,21 0-1-15,-21 0-6 0,25-1-7 16,-12-5-5-16,2 3-11 0,3-3-12 0,-3-1-11 16,4 0-15-16,-1-2-10 0,-4-3-9 15,4 1-8-15,-5-1-7 0,3-1-6 0,-5-1-7 16,-2 2-4-16,-2-5-4 0,0 0-7 15,-4 0-3-15,-3-2-7 0,0-2-2 0,-3-3-5 16,-4 4-6-16,3-3 0 0,-1 3-5 16,-1 1 2-16,1 4-6 0,-1-1 3 15,2 4-1-15,-2 3-3 0,2-3-4 0,3 6-6 16,-1-1-4-16,2 7 0 16,-6-4 1-16,6 4 5 0,0 0-1 0,0 0 6 15,0 21 4-15,4-9 1 0,0 3 6 16,1 4-1-16,4 1 0 0,3 6-2 0,-1 2-1 15,3-4 0-15,3 2-5 0,1-4 4 16,-2 1-4-16,2-7 2 0,-3-2-2 0,0 0 2 16,3-4-2-16,-2 2-4 0,-4-3 3 15,1-3-12-15,0 2-26 0,1-4-37 16,-3-4-65-16,1 3-74 0,-1-3-81 0,-11 0-98 16,20-7-145-16,-15-1-126 15,1 3 57-15,-4-2-267 0,-1-4-347 0</inkml:trace>
  <inkml:trace contextRef="#ctx0" brushRef="#br0" timeOffset="-128311.59">22456 3498 2351 0,'0'0'77'0,"-12"-4"40"0,12 4 31 0,-11-6 18 0,11 6 22 0,-9-4 19 0,9 4 8 15,-8-5 0-15,8 5-12 0,-8-6-16 0,8 6-17 16,0 0-18-16,-7-6-17 0,7 6-14 16,0 0-16-16,0 0-25 0,-7-5-35 15,7 5-47-15,0 0-56 0,0 0-61 16,0 0-58-16,0 0-58 0,0 0-82 0,0 0-103 16,-16 9-190-16,10-5 27 0,3 2-220 15,3-6-291-15</inkml:trace>
  <inkml:trace contextRef="#ctx0" brushRef="#br0" timeOffset="-128061.77">22593 3750 2433 0,'0'0'104'0,"0"0"17"0,2 9 17 15,-2-9 34-15,0 0 24 0,0 0 2 0,0 0-12 16,29-9-17-16,-16 4-16 0,2-1-16 16,5-3-12-16,-4 4-14 0,2 1-15 0,-2 0-13 15,-2 0-40-15,-1 0-50 0,-1 0-63 16,-3 2-70-16,1 0-59 0,-10 2-50 16,15 2-65-16,-15-2-89 0,11 2-146 15,-11-2 13-15,4 4-144 0,-4-4-174 0</inkml:trace>
  <inkml:trace contextRef="#ctx0" brushRef="#br0" timeOffset="-127860.9">22668 3863 1831 0,'-6'7'19'0,"0"-2"35"15,2-3 28-15,4-2 30 0,0 0 30 0,0 0 28 16,0 0 32-16,0 0 26 0,-7 7 4 16,7-7-13-16,0 0-17 0,0 0-18 15,0 0-19-15,0 0-16 0,0 0-17 16,0 0-12-16,27-13-17 0,-27 13-36 15,16-5-50-15,-4 2-73 0,-1-1-87 0,1 1-99 16,1-4-133-16,0 1-219 0,5-3 8 16,-2 2 71-16,-5-2-138 0,8-1-149 0</inkml:trace>
  <inkml:trace contextRef="#ctx0" brushRef="#br0" timeOffset="-127412.84">22989 3647 1967 0,'0'0'96'16,"-9"-6"24"-16,9 6 8 0,-3-10-13 15,3 10 5-15,0-11 2 0,0 11-7 0,7-16 5 16,0 5-8-16,3 3-11 0,3 0-11 15,-1-1-4-15,-1 4-7 0,1 0-14 0,0 1-6 16,-1 3-3-16,-11 1-9 0,19 1 0 16,-10 3 9-16,1 2 10 0,0 7 17 0,-5-1 21 15,1 5 22-15,-4 0 14 0,-2 1 10 16,-2-2 9-16,-6 7 5 0,5-3 2 16,-6 1-1-16,2-3-7 0,1-2-24 0,-1 0-9 15,1-2-4-15,2-1-8 0,2-3 15 16,0 0-9-16,0-3 40 0,6 2-2 0,-2-2 14 15,-2-7 3-15,12 8-17 16,-5-6-14-16,4 0-15 0,-11-2-13 0,25-2-11 16,-7 0-11-16,-3 1-6 0,2-5-18 15,0 3-35-15,-1-1-40 0,-4 0-35 0,1 2-39 16,-4-2-39-16,-2 2-42 0,0 1-44 16,-7 1-69-16,13 0-67 0,-13 0-74 15,0 0-105-15,9 5-181 0,-9-5-42 16,0 0 78-16,-6 12-438 0,6-12-572 0</inkml:trace>
  <inkml:trace contextRef="#ctx0" brushRef="#br0" timeOffset="-125229.75">16926 10171 2814 0,'-4'-7'-107'0,"4"7"30"0,-6-8 34 0,6 8 30 0,-4-7 27 16,4 7 36-16,-1-7 26 0,1 7 32 15,-2-5 16-15,2 5-5 0,0 0-8 0,-2-9-13 16,2 9-19-16,0 0 10 0,0 0 35 16,0 0 9-16,0 0 4 0,5 28-2 0,-3-15 4 15,2 4-6-15,0 3-3 0,-2 1-8 16,0-1-1-16,0-2-5 0,0 2-7 15,0-4-6-15,-2 2 0 0,2-3 0 16,-2-3 6-16,0-1 12 0,0-1 18 0,0-2 30 16,0-1 35-16,0 0 26 0,0-7-10 15,-4 5-23-15,4-5-18 0,0 0-19 0,0 0-17 16,-18-19-14-16,13 5-16 0,-3-4-12 16,-2-14-14-16,5-1-8 0,-3-9-26 0,6-2-6 15,2-4-31-15,0-12-17 0,4 0-26 16,4 1-38-16,2 4-28 0,-1 4-27 0,4 5-28 15,-1 13-34-15,-1 4-42 0,-2 6-46 16,1 9-51-16,-2 5-27 0,-1 3-25 16,3 6-42-16,-10 0-44 0,19 8-136 0,-12 3-64 15,2 7 72-15,-4 3-352 0,-1 4-417 16</inkml:trace>
  <inkml:trace contextRef="#ctx0" brushRef="#br0" timeOffset="-124780.7">16817 10214 2683 0,'-11'7'40'0,"3"-6"44"0,0 1 34 16,8-2 37-16,-12 0 17 0,12 0 19 16,0 0 5-16,-13-6-6 0,13 6-12 0,-1-14-18 15,1 7-19-15,3-5-15 0,6 0-9 16,2-4-16-16,3 1-8 0,8-6-13 16,3 1-7-16,0 1-7 0,1 2-7 0,-1-2-11 15,-2 1-16-15,-2 6-13 0,-6 7-9 16,-2-3-13-16,-1 2-4 0,-2 6 3 15,-3 0-4-15,-7 0-2 0,0 0 5 0,19 8 0 16,-15 1 2-16,0-1 0 0,-2 4-2 16,1 2 5-16,-3-2-4 0,2 2-1 15,0-2 6-15,4 5-1 0,-3-3 0 0,6-1 1 16,-2-3 6-16,2 2 3 0,3-3 0 16,3-1 3-16,3-1 1 0,-4-2-5 15,8-1 2-15,-6-4-2 0,6-2-1 16,-5 0 1-16,2-1 4 0,-4 0-1 0,0-4 14 15,-3 1 6-15,-1-2 5 0,-3 0-2 16,-7-5 2-16,-1 1-7 0,0 1-2 0,-5-5-3 16,-10-9-3-16,-1 0 1 0,0 3-3 15,-6-1-4-15,1 5-3 0,5 2-1 0,-2 2-3 16,3 4-1-16,3 2-4 0,1 2-9 16,-1 1-26-16,5 4-38 0,7 1-49 0,-17 0-60 15,17 0-71-15,-12 6-72 0,8 0-96 16,3-3-168-16,1-3-30 0,0 0 71 0,1 11-287 15,-1-11-316-15</inkml:trace>
  <inkml:trace contextRef="#ctx0" brushRef="#br0" timeOffset="-124362.33">17360 9985 2492 0,'0'0'97'0,"0"0"44"0,0 0 25 0,4 4 17 0,-4-4 15 0,0 0 4 0,0 0-5 0,0 0-18 15,0 0-20-15,0 0-18 0,0 0-15 0,0 0-11 16,11 2-9-16,-11-2-11 0,0 0-8 16,20-6-9-16,-13 3-5 0,1 1-7 0,-2-2-6 15,-1 0-2-15,1 0 6 16,-1-2 3-16,-3 0-4 0,-2-2-2 0,0-1-8 0,-2-1-2 16,-1-2-8-16,-3-1-2 0,-1-1-5 15,1 0-6-15,0 2 0 0,-2 2 2 16,3 2-2-16,-1-1-6 0,5 2-10 15,-6 2 0-15,7 5-3 0,-4-7-5 0,4 7 1 16,0-5 1-16,0 5-4 0,0 0 2 16,14-5-3-16,-3 3 7 0,1-1-5 0,7 1 0 15,-2 0 0-15,4 2 1 0,-2 2-5 16,1 1 3-16,-4 3-4 0,5-1-1 0,-8 3 5 16,5 2-1-16,-5 1 1 15,-1 2 1-15,-1 3 2 0,-2-1-5 0,1 3 3 16,1-2-3-16,-3 1 4 0,0 4-3 15,1-3 0-15,1 1-18 0,2-5-28 0,-5 1-51 16,0-3-61-16,4-2-98 0,0-2-101 16,-2-1-150-16,0-3-188 0,1-4 72 15,-10 0-423-15,25-6-516 0</inkml:trace>
  <inkml:trace contextRef="#ctx0" brushRef="#br0" timeOffset="-123947.89">18079 10003 2891 0,'2'6'-40'0,"-2"-6"28"0,7 6 49 0,-7-6 29 16,8 3 25-16,-8-3 31 0,12 2 4 0,-12-2 15 15,16-2-6-15,-16 2-17 0,18-4-8 16,-9 1-8-16,2-3-7 0,0 0-11 0,-2 0-6 15,-4 0-8-15,4-1-5 0,0-5-6 16,-4 2-7-16,-1-3-4 0,0 1-9 16,-2-2 0-16,-2-1-11 0,-2-4 3 0,-4-4-12 15,3 0 1-15,-7-6 4 0,0-2-3 16,3 9-5-16,-1 3 12 0,3 3 20 0,-2 5 1 16,4-1-10-16,-3 6-5 0,2 2-2 15,4 4 6-15,0 0 8 0,0 0 2 16,-9 22 8-16,11-11-2 0,0 7-2 15,2-3-4-15,1 5-3 0,2 1-2 0,7 6-2 16,-1-3-6-16,-1-3-6 0,-1-6 1 16,0 0-5-16,1-3 1 0,-4-1-19 0,-1-1-26 15,2-2-32-15,0-2-51 0,-4-3-80 16,3 0-82-16,-8-3-85 0,0 0-112 0,0 0-191 16,15-12 56-16,-13 4-374 0,-2-1-448 15</inkml:trace>
  <inkml:trace contextRef="#ctx0" brushRef="#br0" timeOffset="-123762.08">18115 9438 2657 0,'-12'-10'77'15,"5"0"58"-15,-2 3 56 0,-2 1 30 16,6 0 29-16,-3 0 23 0,1 2 13 0,3-3 0 16,4 7-15-16,-10-9-26 0,7 4-33 15,3 5-20-15,-8-6-27 0,8 6-16 16,0 0-48-16,0-6-46 0,0 6-70 0,0 0-104 15,0 0-127-15,29 8-134 0,-18-2-169 16,3 5-148-16,0-1 72 0,0 2-441 0,9 7-539 16</inkml:trace>
  <inkml:trace contextRef="#ctx0" brushRef="#br0" timeOffset="-123545.41">18334 9711 2866 0,'-4'3'94'0,"1"3"59"0,3-6 43 0,-9 4 39 16,9-4 17-16,0 0 1 0,0 0 0 0,0 0-13 16,0 0-20-16,0 0-22 0,0 0-23 15,0 0-15-15,41-13-16 0,-26 7-14 16,1 0-40-16,-3 0-53 0,0 4-68 16,0-2-92-16,1 2-106 0,-1 2-103 0,-2-3-101 15,1 2-131-15,-3 1-83 0,-9 0 58 16,16 1-346-16,-12 2-414 0</inkml:trace>
  <inkml:trace contextRef="#ctx0" brushRef="#br0" timeOffset="-123380.95">18476 9827 2509 0,'-5'8'4'0,"1"-1"42"15,0-3 53-15,4-4 50 0,0 0 32 16,-3 8 25-16,3-8 18 0,0 0 8 0,0 0-15 16,-4 7-19-16,4-7-17 0,0 0-17 15,0 0-14-15,0 0-16 0,20 3-15 0,-20-3-55 16,20-5-79-16,-4 2-140 15,2-4-147-15,1-3-195 0,10-4-140 0,0-3 67 16,-4-2-349-16,1-1-399 0</inkml:trace>
  <inkml:trace contextRef="#ctx0" brushRef="#br0" timeOffset="-123063.45">18953 9486 2746 0,'-4'-6'84'0,"-3"0"53"0,3 1 38 0,-1-1 17 0,-2 0 2 15,4 0-13-15,1 0-17 0,2 6-20 16,2-13-16-16,1 9-14 0,6 0-10 0,2 0-10 16,1 2-12-16,-12 2-7 0,26 8-10 15,-12 0 1-15,0 5 7 0,0 3 14 0,3 10 17 16,-7 3 23-16,-5-3 26 16,-3-2 16-16,-2 0 26 0,0-1 19 0,0-2 5 15,-2-1-3-15,2-2 8 0,0-3 1 16,0-3-7-16,0 1-20 0,4-1 9 0,2-2 4 15,-1-2-9-15,5-3-4 0,5 1-27 16,5-6-136-16,0 0-35 0,3-2 0 16,0-4 0-16,9-1 0 0,-5 1 0 0,-4-2 0 15,-1 0 0-15,-2 1 0 0,-3 1-244 16,-4 2-112-16,-2 0-68 0,2 1-71 0,-6 0-74 16,-7 3-123-16,7 0-86 0,-7 0 65 15,0 0-620-15,0 0-790 0</inkml:trace>
  <inkml:trace contextRef="#ctx0" brushRef="#br0" timeOffset="-122246.42">17117 10698 3852 0,'5'-2'-56'0,"-5"2"17"0,6-4 25 0,-6 4 20 0,0 0 47 0,0 0 56 0,0 0 36 0,-6 19 24 0,-1-7 9 16,-5 2 0-16,-7 9-2 0,3 0 2 15,0 4-3-15,0-10-14 0,7 3-12 0,0-3-10 16,0-1-17-16,6-2-7 0,1 2-11 16,2-2-8-16,4 1-6 0,-1 1-5 0,7 1-6 15,1 0-7-15,7 5-15 0,0 2 1 16,4-5-6-16,-1 2-5 0,1 1-3 15,-1 0-6-15,-1 1-4 0,-4 3 11 16,-2-1 23-16,-3 3 31 0,-1 1 15 0,-6-2 18 16,0-3 16-16,-4 2 6 0,0-2-1 15,-2 0-6-15,4-6-5 0,-2 1-12 0,0-3-8 16,2-1-37-16,-2-3-85 0,2 1 0 16,-1-3 0-16,1 2 0 0,4-2 0 15,-1 0 0-15,2 2 0 0,-2-1 0 0,3 2 0 16,-1-1 0-16,-1 2 0 0,0 3 0 15,0-1-48-15,-3 1-258 0,1 1-95 0,0 4-88 16,1-1-103-16,-3-1-142 16,-2-1-70-16,0 1 72 0,2-1-657 0,-2-2-843 15</inkml:trace>
  <inkml:trace contextRef="#ctx0" brushRef="#br0" timeOffset="-121514.46">17909 11380 3565 0,'0'0'-64'0,"-2"-9"48"0,2 9 38 0,-1-7 40 0,1 7 12 0,0 0 11 0,0 0 53 0,0 0 44 16,0 0 23-16,0 0 15 15,-6 29 9-15,6-12 1 0,2 5-4 0,-2 1-7 0,4 2-4 16,-3 2-7-16,3-3-3 16,0-2-9-16,-1 0-1 0,-1-3-9 0,0-2-11 0,3-5-2 15,-5 0-1-15,2 0 6 16,-1-3 10-16,-1-1 17 0,2 0 25 0,-2-8 23 15,0 8-218-15,0-8-35 0,0 0 0 16,0 0 0-16,0 0 0 0,-19-30 0 0,13 10 0 16,-1-12 0-16,0-8 0 0,4-4 0 15,5-15 0-15,-1-3 0 0,4-1 0 0,3 0 0 16,1 1 0-16,5 8 0 16,-3 7 0-16,2 12 0 0,-3 5 0 0,-1 8 0 15,0 6 0-15,3 7-154 0,-2-1-230 0,-1 7-60 16,-1 3-55-16,-8 0-53 0,15 8-100 15,-10 1-137-15,4 3 61 0,-6 3-629 16,1 4-811-16</inkml:trace>
  <inkml:trace contextRef="#ctx0" brushRef="#br0" timeOffset="-121079.47">17873 11472 3689 0,'-10'8'0'0,"3"-5"62"0,-1 0 52 0,8-3 39 16,-5 0 27-16,5 0 16 15,0 0 12-15,0 0-19 0,-6-12-15 0,6 12-18 16,9-13-16-16,-1 3-15 0,6-2-11 16,0-1-11-16,2-1-13 0,6-2-6 0,5 1-13 15,-6 2-12-15,-1 3-18 0,-4 2-20 16,0 0-11-16,-1 3-11 0,-6 3 1 0,1 2-4 16,-10 0 1-16,17 0 4 0,-12 4-1 15,2 1 0-15,-3 3 2 0,-3 4-3 0,1-1 2 16,0-1 10-16,2 2 2 0,-2 1 9 15,-1-1 1-15,3 1-3 0,3 0 5 0,-2 0 1 16,3 0 0-16,1-2 1 16,1-2-4-16,5-1 3 0,2 0-3 0,0-4-4 0,2-3 2 15,4-2-7-15,1-2-7 16,1-1-19-16,-3-5-2 0,-1 1-1 0,-3-2 4 16,2 1 2-16,-9 1 1 0,-1-1 8 15,-3-2 11-15,-3 2 8 0,-4 0 13 0,-2-4 5 16,-1 0 3-16,-8-5 9 0,0 1-8 15,0 0 0-15,-6-5-1 0,2 7-6 16,1 5-4-16,7 2 0 0,-3 0-12 0,-2 3-5 16,5 3-2-16,7 2-2 0,-19 2-37 15,9 1-55-15,1 2-73 0,-1 2-97 0,1 0-100 16,1 2-103-16,3-2-147 0,-1 1-116 16,3-1 63-16,2-2-493 0,1-5-617 0</inkml:trace>
  <inkml:trace contextRef="#ctx0" brushRef="#br0" timeOffset="-120615.34">18376 11464 2988 0,'0'0'-9'0,"0"0"38"0,3 5 39 0,-3-5 38 0,0 0 34 0,0 0 23 0,0 0 20 0,0 0 8 15,0 0-1-15,0 0-7 0,20-8-16 16,-15 4-9-16,4-2-12 0,0 0 3 0,-2 0 1 15,3-1-1-15,-2 0-9 0,-1 0 4 16,1-1 0-16,-5-1 1 0,6 1-4 16,-7-4 7-16,-1 2-17 0,1-3-9 0,-2 1-17 15,-2-2-14-15,2-3-5 0,-3 0-3 16,-2 3-4-16,3-1 6 0,-2 6 4 0,3-1-8 16,-1-1-10-16,-2 5-12 0,0-1-9 15,4 7-3-15,-3-7-7 0,3 7-7 0,0 0-8 16,-4-8-6-16,4 8-3 0,0 0-12 15,0 0 30-15,11-10-16 0,-2 6-2 0,5-3 5 16,-1-3-9-16,7 4-4 0,-2 0 20 16,0 2-7-16,-6 3-2 0,2 1-4 15,-3 2 9-15,5 5 16 0,-3 3 16 16,-1 6 12-16,-4-3 13 0,-1 7-2 0,0 0-4 16,5 6-5-16,-4 0-8 0,-3-4-7 15,1 0-3-15,0 0-44 0,2-1-8 0,-5-1 0 16,3-4 0-16,-2 0 0 0,-3-4 0 15,3-2 0-15,1 0-40 0,-2-4-119 0,-3 4-58 16,2-7-98-16,-2-3-124 0,0 0-91 16,0 0-156-16,0 0-139 0,0 0 76 0,0 0-690 15,0 0-889-15</inkml:trace>
  <inkml:trace contextRef="#ctx0" brushRef="#br0" timeOffset="-120064.64">18949 11207 3609 0,'0'0'-139'0,"0"0"46"0,0 0 33 0,12-14 43 0,-12 14 33 0,6-8 22 0,-2 3 17 0,1-1 18 0,3 0-8 15,-5-1 8-15,6-1 9 16,-4 2 8-16,3 1-7 0,-3-1 0 0,2 2-3 16,-7 4 0-16,13-4 19 0,-13 4 13 15,15 5 7-15,-6 1 17 0,1 0 10 0,-3 4 19 16,3 3 7-16,-1 1 11 0,3 5 6 16,-2 1 9-16,1 7-4 0,0 0 1 0,-3 4 5 15,1-2 3-15,1 3-6 0,-2-3-13 16,-2-3-9-16,-1-3-7 0,1 1-6 0,-5-1-18 15,5-1-10-15,-1-1-12 0,-2-3-6 16,-1 0-14-16,-2-3-9 0,2-1-8 16,0-1-5-16,-2 1-80 0,0-2 0 15,-2-1 0-15,2-1 0 0,-2 2 0 0,0-3 0 16,-1 3 0-16,-4 0 0 0,2-3 0 16,-1 2 0-16,1-1 0 0,1-2 0 0,-3 0 0 15,4-2 0-15,-3 1 0 0,4-2 0 16,2-5 0-16,-5 11 0 0,1-8 0 0,4-3 0 15,-4 7 0-15,4-7 0 0,-6 4 0 16,6-4 0-16,-7 4 0 0,7-4 0 0,-12 4 0 16,12-4 0-16,-9 2 0 0,9-2 0 15,-14 1 0-15,14-1 0 0,-13-1 0 0,13 1-151 16,-19-4-233-16,10 1-109 16,-5-4-123-16,-1-3-179 0,-1-1-22 0,4-4 72 15,-6-9-680-15,1-3-876 0</inkml:trace>
  <inkml:trace contextRef="#ctx0" brushRef="#br0" timeOffset="-119831.37">18913 10909 3986 0,'2'-8'39'0,"-2"8"38"0,0 0 37 0,2-4 21 0,-2 4 5 0,0 0-3 0,0 0-2 15,0 0-9-15,-2-9-17 0,2 9-11 16,0 0-12-16,0 0-14 0,0 0-21 16,8-6-35-16,-8 6-55 0,0 0-82 0,10-2-96 0,-10 2-93 15,0 0-124-15,0 0-227 16,15 6 58-16,-15-6 68 0,10 8-282 0,-5-5-303 16</inkml:trace>
  <inkml:trace contextRef="#ctx0" brushRef="#br0" timeOffset="-119595.73">19324 11186 2593 0,'-7'6'229'16,"7"-6"31"-16,-2 5 27 0,2-5 4 15,0 0-3-15,0 0-15 0,0 0-20 0,0 0-24 16,0 0-30-16,34-15-26 0,-16 7-53 15,1-2-71-15,2-1-84 0,-4 1-109 16,3-1-107-16,-2-2-102 0,0 4-148 0,-7-1-138 16,-2 3 55-16,-1 7-347 0,-8 0-411 15</inkml:trace>
  <inkml:trace contextRef="#ctx0" brushRef="#br0" timeOffset="-119430.55">19409 11265 2413 0,'-10'8'42'0,"7"0"60"16,-3-2 60-16,2-1 60 0,4-5 32 15,-6 4 36-15,6-4 32 0,-4 5 12 16,4-5 4-16,0 0-17 0,0 0-28 0,0 0-26 16,0 0-26-16,0 0-25 0,0 0-19 15,0 0-59-15,22-12-66 0,-10 5-105 0,0 0-121 16,5-4-163-16,1-3-190 0,3-3-253 16,-3 3 71-16,5-5 66 0,-5 5-445 0,-3 2-541 15</inkml:trace>
  <inkml:trace contextRef="#ctx0" brushRef="#br0" timeOffset="-119098.35">19689 11046 3159 0,'-1'-7'94'0,"1"7"41"0,-7-10 35 0,5 3 17 16,2 0 17-16,0 7 0 0,2-12-6 15,2 5-14-15,0 3-17 0,2-1-17 0,-6 5-16 16,17-3-13-16,-17 3-7 0,13 8 8 15,-1-1 7-15,-9 5 7 0,3 6 17 0,-2 0 24 16,-5 4 12-16,-6 2 14 16,-2 9 19-16,1 2 6 0,-2-4 0 0,3-1 0 0,1-8-2 15,1-1-1-15,1-5-7 16,2-3-12-16,0-1-126 0,2-3-80 0,-1-1 0 16,2-1 0-16,1 0 0 0,-2-7 0 15,13 9 0-15,-4-8 0 0,5-2 0 0,-1-3 0 16,3-3 0-16,2-1 0 0,13-4 0 15,-4-3 0-15,1 1 0 0,-3-4 0 0,-3 7-607 16,-6-2-128-16,0 3-182 0,-3-1 76 16,-1 3 92-16,-5 2-728 0,2 0-924 0</inkml:trace>
  <inkml:trace contextRef="#ctx0" brushRef="#br0" timeOffset="-118382.77">20204 10715 4272 0,'-5'-7'-14'0,"2"0"67"0,1 0 48 15,-2 2 48-15,4 5 38 0,-2-8 20 0,2 8 13 16,0 0-10-16,-2-13-17 15,2 13-21-15,0 0-15 0,0 0 5 0,0 0 12 16,0 0 15-16,40 28 3 0,-19-3-2 16,1 0 1-16,-4 5-2 0,5 8-27 0,-1 1-15 15,-6-6-12-15,2 2-13 0,-5-3-10 16,-1 1-11-16,-1-6-12 0,-4-3-7 0,1-5-35 16,0-6-47-16,-3 1 0 0,1 0 0 15,-2-6 0-15,-3 1 0 0,4-1 0 16,-3-2 0-16,-2-6 0 0,4 7 0 0,-4-7 0 15,0 0 0-15,0 0 0 0,0 0 0 16,0 0 0-16,0 0 0 0,-23-16 0 0,13 9 0 16,-2-1 0-16,-2-3 0 0,-6 1-32 15,5 0 0-15,-2 1 1 0,0 3 2 0,1-2 14 16,5 0 16-16,-1 5 8 16,3-3 9-16,2 3 4 0,-2-2-1 0,9 5 5 15,-11-4 0-15,11 4-10 0,-5-6-16 16,5 6 0-16,0 0 0 0,2-11 0 0,-2 11 0 15,21-12 0-15,-5 1 0 0,4-1 0 16,-2 3 0-16,9-5 0 0,2 0 0 0,-10 6 0 16,1-1 0-16,-7 4 0 0,-2 2 0 15,-1-1 0-15,-10 4 0 0,16 0 0 0,-16 0 0 16,14 8 0-16,-6 0 0 0,-1 1 0 16,0 1 0-16,4 0 0 0,-4 2 0 0,0 0 0 15,4 0 0-15,-2 0 0 16,-2-2 0-16,4 2 0 0,-1-3 0 0,1-1 0 0,2-3 0 15,-1 1 0-15,1-5 0 16,-1-1 0-16,-12 0 0 0,31-3 0 0,-16-2 0 16,-1-2 0-16,-2 0 0 0,0 0 0 15,-2-3 0-15,-5-1 0 0,1 1 0 0,-3-2 0 16,-1 0 0-16,3 2 0 0,-3-4 0 16,-6 3 0-16,1 0 0 0,1 1 0 0,1 0 0 15,-1 6 0-15,2 4 0 16,-11-8 0-16,3 5 0 0,8 3-254 0,-15 4-90 0,4 0-135 15,-2 0-158-15,4 1-238 0,4 1 65 16,-1-2 93-16,6-4-669 0,0 0-839 0</inkml:trace>
  <inkml:trace contextRef="#ctx0" brushRef="#br0" timeOffset="-117998.8">21065 10747 3539 0,'2'-12'-83'0,"-2"4"57"0,0 2 66 0,0-2 67 0,-4 1 45 0,2 2 28 0,2 5 12 0,-5-9 5 16,-2 6 0-16,7 3-2 0,-13-2 2 0,13 2 11 15,-23 9 1-15,10-2-11 0,1 1-8 16,-2 6-12-16,0 0-11 0,4 1-9 16,-1 2-19-16,6-1-14 0,0-1-3 15,3 2-13-15,4-3-10 0,3 2-6 0,0-3-11 16,6 5-5-16,3-4 8 0,-1 1 6 15,3 0-9-15,1-3-6 0,-3 2-1 0,-2-1-2 16,-1 1-3-16,0-4 1 0,-2-1 0 16,-2-1 0-16,2 1 10 0,-6-1 9 0,3 0 20 15,-4 0-6-15,-2-1-104 0,0 0 0 16,0-7 0-16,-6 13 0 0,1-6 0 16,-4 2 0-16,2-4 0 0,-2 0 0 15,-3 2 0-15,1-4 0 0,-2-1 0 0,1 0 0 16,12-2 0-16,-27 0 0 0,14-4 0 15,-7-3-317-15,6 1-266 0,-4-5-130 0,3 2-165 16,3 0 63-16,1 1 98 0,2 0-701 16,-1 1-868-16</inkml:trace>
  <inkml:trace contextRef="#ctx0" brushRef="#br0" timeOffset="-116981.39">17896 12078 3577 0,'0'0'-184'0,"0"0"32"16,-10-3 34-16,10 3 39 0,0 0 40 0,0 0 26 0,0 0 20 16,0 0 34-16,0 0 37 0,-13 5 22 0,9 1-3 15,3 0 4-15,-6 0 5 0,3 1 2 16,1 3-2-16,-3-2-6 0,3 3-5 0,-1 1-4 15,0-3-4-15,2 1 1 0,2 2 4 16,0 0-7-16,2-1-5 0,2 1-2 16,0-1-6-16,-1 3 2 0,1-1 18 15,1 1 3-15,-1-2 5 0,3 5 10 0,-6-2-3 16,3-1-7-16,2 4-3 0,-4-1-9 16,-1 2-3-16,3-2-3 0,0 1-9 0,-1-1-6 15,4 1-3-15,-1-1-4 0,-3-1-2 16,3-1 15-16,-3-1 12 0,-1-1 15 0,5-4 10 15,-5 4 6-15,1-3 19 0,-1 1 8 16,2-1 12-16,0-2 7 0,-1 3-6 0,3-1-9 16,-3 0-9-16,4 3-10 0,-2 0-11 15,5 1-11-15,-5-1-12 0,4 1-6 16,0-1-5-16,-4-1-8 0,5 0-51 0,-6-1-24 16,4-3 0-16,-5 2 0 0,3-2 0 15,-2-2 0-15,-3-1 0 0,3 1 0 16,1-2 0-16,-2 2 0 0,-3-6 0 15,4 8 0-15,-4-8 0 0,4 5 0 0,-4-5-2 16,3 7-298-16,-3-7-120 0,2 5-118 16,-2-5-134-16,0 0-179 0,2 8 51 0,-2-8 91 15,0 0-617-15,2 7-783 0</inkml:trace>
  <inkml:trace contextRef="#ctx0" brushRef="#br0" timeOffset="-113599.62">18148 13234 3441 0,'3'-2'-129'0,"-3"2"43"0,9-2 48 0,-9 2 45 0,0 0 39 0,0 0 42 16,0 0 20-16,13-7 18 15,-13 7 8-15,0 0 13 0,0 0-2 0,0 0-5 16,0 0-6-16,5-5-10 0,-5 5-7 16,0 0-12-16,0 0-9 0,0 0-8 0,0 0-9 15,0 0-6-15,0 0-7 0,0 0-9 16,0 0 0-16,0 0-7 0,0 0-5 0,0 0 0 16,0 0 3-16,4-7 2 0,-4 7-2 15,0 0-4-15,0 0-1 0,0 0-10 0,0 0-2 16,-20-6-4-16,20 6-3 15,-13-2-10-15,13 2 1 0,-17 2 0 0,17-2-3 16,-29 6-1-16,14 3-1 0,-2 0-2 16,-2 1-2-16,-6 7 2 0,2 0-1 15,-2 0-6-15,12-2 2 0,0-3-3 0,3 0-3 16,7-3 3-16,-3-1 1 0,6 4 1 16,2-6-1-16,5 5-1 0,7-2 4 0,3 0 2 15,2 2-2-15,12 1-1 0,-3 0 1 16,1-1-1-16,2 1 0 0,-6 1-1 0,2-1 2 15,-6 0-5-15,-5-2 1 0,1 0 2 16,-3-1 2-16,-3-1 2 0,-6-1 7 0,4 1 6 16,-2 1 18-16,-1 0 10 15,-5-1 16-15,1-1 20 0,-2 2-2 0,0-9 6 16,-3 18 5-16,-5-11 11 0,2 2-4 16,-2-2 4-16,-1-1 10 0,0 0-22 0,-3-1-12 15,1-2-3-15,-3 0-5 0,-1-1-14 16,1-2-3-16,14 0-21 0,-27-2-31 15,18 2-30-15,-4-3-31 0,3 0-45 0,1-1-51 16,0 1-62-16,1-4-69 0,2 2-75 16,0-4-82-16,4-1-96 0,0 4-173 0,2-5 19 15,0 1 81-15,4 0-396 0,2-1-482 16</inkml:trace>
  <inkml:trace contextRef="#ctx0" brushRef="#br0" timeOffset="-113233.84">18254 13338 2677 0,'0'0'-33'0,"3"-5"34"0,-3 5 28 0,0 0 19 0,0 0 13 0,0 0-10 16,0 0 2-16,0 0 10 0,0 0 32 16,0 0 15-16,13 13 5 0,-12-1 3 0,3-3 4 15,2 5 1-15,1 5-1 16,1-1-3-16,2-3-5 0,-1 5-6 0,5-3-11 15,-3-1-6-15,3-1-5 0,-2-3-6 16,6 0-7-16,-3-3-8 0,1-1-2 0,-4-3-6 16,4-1 1-16,-3-3-6 0,2-2-3 15,-3-3-1-15,3-1-10 0,-1-3-3 16,-3-1-4-16,1-1 2 0,-5 0-2 0,0-2 1 16,1-2-2-16,-5 0-5 0,-1-1 2 15,1-2-11-15,-1 2 1 0,-2-4-2 0,-2-1-3 16,-1 1-1-16,1 5-5 0,-1-3-16 15,-1 4-13-15,2 2-27 0,0 2-36 0,-1 1-40 16,-1 3-36-16,4 5-44 0,-7-1-58 16,7 1-84-16,0 0-125 0,0 0-122 15,-20 6 36-15,20-6-248 0,-5 6-294 16</inkml:trace>
  <inkml:trace contextRef="#ctx0" brushRef="#br0" timeOffset="-112600.39">18594 13273 2207 0,'0'0'77'0,"3"-5"23"16,-3 5 5-16,0 0 5 15,0 0-2-15,0 0-10 0,0 0 11 0,0 0 34 16,0 0-2-16,15 12-6 0,-9-4-1 0,2 2-1 16,0 4-2-16,1 0-1 15,-4 0-5-15,4 1 3 0,-4 1-10 0,3 0-2 0,-5-3-3 16,3 1-6-16,-3-2-1 15,2-3-10-15,-1 3-5 0,-1-6-2 0,-1 0 3 16,2 1 12-16,-4-7 12 0,2 10 14 16,-2-10 13-16,4 8-1 0,-4-8-15 0,0 0-15 15,0 0-13-15,0 0-6 0,0 0-10 16,1-31-10-16,1 17 5 0,0-3-27 0,0-1-3 16,3 1-7-16,-4-5 19 0,5 3-11 15,-1 2-1-15,-3 2-6 0,4-1-9 16,-2 6-2-16,0 0-8 0,2 1-5 15,-3 1 2-15,1 0-5 0,2 2-4 0,-6 6-1 16,12-7 0-16,-12 7-1 0,11 0-4 16,-11 0 2-16,0 0-2 0,15 7 1 15,-15-7 0-15,10 9-1 0,-7-4-2 0,3 2 3 16,-6-7 0-16,5 10-1 0,-1-5-3 16,-4-5 3-16,4 7 5 0,-4-7 0 0,0 0 3 15,0 0-5-15,0 0 3 0,0 0-9 16,17-15-8-16,-9 3-7 0,-3-2-5 0,7-3-5 15,-4 0-3-15,3 1 7 0,-1 1 2 16,-3 3-2-16,1 2-1 0,-3 1-1 0,6 3 4 16,-6 2 1-16,-5 4 0 15,18-2 5-15,-18 2-1 0,14 9 3 0,-6-2 6 0,0 4-4 16,1 1 0-16,1 1 1 16,0 3 9-16,-5-2 3 0,5 3 2 0,-3-3 3 15,-2 1-2-15,4-1 4 0,-4-1-2 16,3-2-5-16,-5-1-2 0,1-1 0 0,3-1-2 15,-4 1-20-15,1-4-23 0,0 1-40 16,-1-2-60-16,-3-4-91 0,11 2-110 0,-11-2-90 16,0 0-96-16,18-8-157 15,-11 2 2-15,-1-4 76 0,0 3-406 0,2-3-487 16</inkml:trace>
  <inkml:trace contextRef="#ctx0" brushRef="#br0" timeOffset="-112400.02">19236 13174 2635 0,'0'0'37'0,"0"0"42"0,0 0 36 0,0 0 42 0,0 0 26 16,0 0 7-16,0 0 9 0,0 0 2 0,4-12-8 15,1 7-17-15,2 1-19 0,1-2-14 16,2 0-14-16,-1 0-16 0,2 1-25 16,1-1-46-16,-1 0-50 0,0 2-69 15,0-2-92-15,-4 2-83 0,0 0-89 0,2 0-118 16,-9 4-132-16,0 0 35 0,0 0-255 0,11 10-298 15</inkml:trace>
  <inkml:trace contextRef="#ctx0" brushRef="#br0" timeOffset="-112200.33">19254 13319 2344 0,'-3'10'94'0,"-3"-3"60"16,2-3 60-16,4-4 39 0,-1 6 37 16,1-6 29-16,0 0 23 0,-4 6 34 0,4-6 4 15,0 0-8-15,0 0 3 0,0 0-14 16,0 0-23-16,0 0-32 0,0 0-31 15,30-11-30-15,-19 8-21 0,0-2-24 0,0 1-21 16,0-2-35-16,1 0-45 0,-5 1-42 16,2 2-60-16,1-2-39 0,-4-1-67 0,2 4-66 15,-3-2-66-15,-1 0-82 16,-4 4-95-16,5-6-90 0,-5 6-118 0,2-7-159 16,-2 7 50-16,0 0-617 0,0 0-808 15</inkml:trace>
  <inkml:trace contextRef="#ctx0" brushRef="#br0" timeOffset="-104019.1">6374 8526 979 0,'0'0'169'0,"11"-2"-38"0,-11 2-33 0,8-2-5 0,-8 2 7 0,10-4 7 0,-10 4 9 16,0 0-5-16,14-7 13 0,-14 7 9 15,9-5 6-15,-4 1 7 0,-5 4 5 0,10-6-1 16,-10 6-10-16,3-7-8 16,-3 7-3-16,6-7 0 0,-6 7 2 0,4-7-10 15,-4 7-8-15,0 0-18 0,-6-10-4 16,6 10-14-16,-11-7-8 0,11 7-3 0,-23-1-11 16,10 1-10-16,-5 3-3 0,2 0 2 15,-6 6-7-15,-1 0-5 0,-4 1-4 16,-1 3-4-16,2 3-1 0,3 1-2 0,3-3-9 15,4-3 1-15,2 3 0 0,5-1-3 16,1 1 4-16,0-2-5 0,4 1 0 0,4-1-3 16,2 0 0-16,5 1 4 15,4 3 0-15,4-1-4 0,6 4 7 0,4-2-4 16,3-1 0-16,1-1 0 0,3 1-4 16,-1-2-2-16,1-1 1 0,-3 1 2 0,-4-3-1 15,-7-2-2-15,0 0-2 0,-2-1 11 16,-4 1 12-16,-4-1 19 0,-1 2 20 0,-3-4 17 15,-4 5 10-15,-2-3 7 0,-2 2 5 16,-3 1 1-16,-2-1-3 0,-7 2-2 0,1 0-5 16,-4 0-8-16,-6 2-4 0,-4-2-9 15,7-4-7-15,1 1-7 0,-2-4-6 16,6-2-4-16,-2 1-9 0,1-1 4 0,5-1-9 16,-1 0-1-16,1-1-8 15,13-1-7-15,-21 2-28 0,12-2-32 0,9 0-53 16,-15 0-72-16,15 0-93 0,-14 0-96 15,14 0-115-15,0 0-188 0,-11-3-10 0,11 3 70 16,0 0-356-16,4-9-432 0</inkml:trace>
  <inkml:trace contextRef="#ctx0" brushRef="#br0" timeOffset="-103634.89">6607 8808 2791 0,'5'-7'12'0,"-5"7"9"0,4-4 7 0,-4 4 10 0,0 0 29 0,0 0 28 0,0 0 35 0,0 0 1 0,0 23 7 16,0-15-2-16,2 4-8 0,0 1-4 0,1 2-3 15,3 1-6-15,2-1-11 0,3 1-4 16,0 1-6-16,3-2 2 0,3-1-6 0,1-2-6 15,-1-4-5-15,2 3-11 0,0-6-1 16,-1 0-10-16,0-4-3 0,0 1-5 16,-4-2-6-16,-1-2 0 0,3 1-4 15,-5-3-5-15,5-2 0 0,-5-1-3 0,-1 0-5 16,-3 0-3-16,1-3-1 0,-3-1-5 16,1-1 2-16,0-3-5 0,-6-1-2 15,2 1-7-15,0-3-18 0,-2 1-13 0,0 3-22 16,0-1-24-16,-2 2-37 0,0 0-55 15,2 5-68-15,-1-1-61 0,-4 5-76 0,3-2-97 16,2 6-144-16,-11-7 46 0,11 7-257 16,-7-3-307-16</inkml:trace>
  <inkml:trace contextRef="#ctx0" brushRef="#br0" timeOffset="-103036.86">7054 8710 2176 0,'0'0'51'0,"8"-3"16"15,-8 3-2-15,0 0 2 0,0 0 22 16,0 0 35-16,0 0 29 0,6 14 20 0,-8-6 4 16,2 4-10-16,0 0 6 0,0 3-7 15,-2 2-10-15,4 2-11 0,-2 1-10 0,0-1-7 16,2-1-7-16,-2 1-5 0,0 0-6 16,0-3-6-16,2-1-5 0,0-1-9 0,-2-2 3 15,0-1 13-15,0-2 23 0,0 1 43 16,1-4 32-16,-1-6 14 0,0 0-7 0,0 0-17 15,0 0-19-15,0 0-15 16,0 0-23-16,0 0-16 0,11-31-9 0,0 14-11 16,-4 0-15-16,4-3-9 0,1 3-10 15,1 5-6-15,-1-3-12 0,-3 5-2 0,2 0-9 16,1 2-8-16,-1 4-2 0,2 1-5 16,-1 1 7-16,-12 2-10 0,25 2-2 15,-14 1-3-15,2-1-2 0,-2 2-2 0,-2 3-1 16,-2-2-1-16,2 3 0 0,-6-2 1 15,3-1-2-15,-3 1-1 0,-3-6 4 0,8 12-1 16,-4-8 7-16,-4-4 0 16,3 6 2-16,-3-6 27 0,0 0 4 0,0 0-11 15,0 0-4-15,0 0 1 0,16-18-9 16,-11 5-2-16,3-7-7 0,2 3 4 0,1-1-11 16,-2 2 1-16,3 3-8 0,-2 0 0 15,-3 3-2-15,5 2-5 0,-3 1-3 0,0 5 6 16,4 2-1-16,-13 0 2 0,24 9-3 15,-11-1 0-15,-2 4 3 0,3 3-1 0,-3-1-1 16,7 9-20-16,-3-5 11 0,-3-1 0 16,-3 2 0-16,2-1 4 0,-1 3 6 15,-2-8-5-15,-1-1-2 0,0 2 3 0,-2-4-19 16,-1-1-35-16,-1-1-41 0,3-1-40 0,-2 0-48 16,1-2-52-16,-1-2-82 15,-4-3-113-15,8 4-102 0,-8-4-157 0,0 0-83 16,0 0 71-16,20-12-574 0,-7 3-738 15</inkml:trace>
  <inkml:trace contextRef="#ctx0" brushRef="#br0" timeOffset="-102852.2">7916 8853 3699 0,'0'0'-26'0,"0"0"35"0,0 0 41 0,0 0 39 0,0 0 28 0,0 0 23 0,0 0 1 0,0 0-12 0,0-8-15 0,7 7-9 15,3-3-9-15,2 1-13 16,-1-1-45-16,3 2-60 0,-2-1-95 0,0-1-109 16,0 0-120-16,0 2-192 0,-2-1-76 15,0 3 66-15,-10 0-259 0,13 0-295 0</inkml:trace>
  <inkml:trace contextRef="#ctx0" brushRef="#br0" timeOffset="-102667.93">7970 8986 2266 0,'-12'7'103'0,"0"0"44"0,2 0 40 0,1-2 29 16,3-2 28-16,-1 1 12 0,7-4 10 16,-10 7-6-16,10-7-13 0,-6 5-21 0,6-5-21 15,0 0-24-15,-5 5-14 0,5-5-19 16,0 0-46-16,0 0-77 0,0 0-106 16,46-7-135-16,-24 4-74 0,17-6-41 15,15-5-137-15,7 1-170 0,2-4 54 0,8 1-313 16,-4-1-380-16</inkml:trace>
  <inkml:trace contextRef="#ctx0" brushRef="#br0" timeOffset="-102351.9">8771 8746 2438 0,'0'0'34'0,"0"0"31"0,-9-5 24 16,9 5 33-16,0 0 47 16,0 0 31-16,-27 7 24 0,20 1 6 0,-3 1 7 15,1 3 0-15,-1 4-7 0,0 1-11 0,5-3-15 16,1 1-20-16,2 1-14 0,2-3-10 15,2 1-6-15,3 0-11 0,3-3-3 16,4 3-21-16,6-3-9 0,0-3-7 0,14 2-17 16,-1-6-4-16,-3-4-6 0,8-4-8 15,0 1-3-15,-1-6-6 0,-9 3-4 16,-4 1 22-16,-5-7 21 0,0 3-4 0,-5-1 25 16,-1-2 9-16,-6 0 3 0,1-3-9 15,-6-3-4-15,-2 1-4 0,-2-6-14 0,-7-9-9 16,-2-3-12-16,-10-2-11 0,-2 1-6 15,-5 4-17-15,1 8-51 0,-3 7-66 0,-7 3-84 16,1 6-98-16,4 8-149 0,-4 10-188 16,0-6-269-16,-4 7 42 0,0-3 100 15,-6 8-656-15,1 3-828 0</inkml:trace>
  <inkml:trace contextRef="#ctx0" brushRef="#br0" timeOffset="-98804.5">4563 4425 829 0,'-14'4'320'0,"-2"-4"-117"0,1 0-55 0,1 2-27 0,14-2-17 0,-26-2-14 0,12 2-9 0,3 0-16 15,-1 0 0-15,12 0 10 0,-18-2 6 16,18 2-1-16,0 0-5 0,-16-2-3 16,16 2-10-16,0 0-4 0,0 0-8 15,36-11-3-15,1 3-1 0,16-2-5 0,11 2-5 16,9-1-2-16,7 1-6 16,4 1 0-16,4 0-5 0,-2 2-1 0,3-1-5 15,-1 2 4-15,0-2-6 0,-7 0 1 0,1-1-4 16,1 0-1-16,-4-4-3 0,5 2 3 15,18-5-2-15,-2-4-2 0,-4-1 2 16,-21 5-5-16,4 1-1 0,-4-3 5 0,-1 3-3 16,-6-3-1-16,-7 5-1 0,-6 0-1 15,-17 3-1-15,-7 4-2 0,-10-1-8 16,-2 5-13-16,-6-2-13 0,1 2-23 0,-14 0-25 16,17 3-32-16,-17-3-62 0,5 6-53 15,-5-6-99-15,-2 8-348 0,2-8-173 0</inkml:trace>
  <inkml:trace contextRef="#ctx0" brushRef="#br0" timeOffset="-98471.56">4472 4530 1899 0,'-27'4'-22'0,"3"-3"15"16,6 0 12-16,4 1 26 0,0-2 34 16,6 3 19-16,8-3 5 0,-13-3-9 0,13 3-8 15,0 0-8-15,0 0 2 0,53-18 17 16,4 4-7-16,20-1 1 0,33-10-11 16,8 2-7-16,6 2-8 0,8-3-5 0,1-3-1 15,0 2-9-15,5 2-2 16,-3-4-3-16,-5 5-1 0,-4 1-5 0,-13-1-4 15,-5 2-7-15,-15 1-4 0,-23 4-30 16,-9 2-28-16,-7 0-26 0,-17 4-22 0,-1 1-32 16,-14 1-39-16,-5 0-45 0,-6 1-31 15,-3 2-92-15,-8 0-280 0,0 4-113 0</inkml:trace>
  <inkml:trace contextRef="#ctx0" brushRef="#br0" timeOffset="-98121.34">4796 4466 1669 0,'-50'16'-39'0,"12"-3"24"0,8-4 16 16,7-1 11-16,6 0-1 0,3-2 9 15,9 0 21-15,3-2 23 0,2-4 19 0,23 9 9 16,6-7-1-16,33-4-2 0,14-5-10 16,33-3-10-16,9-4-4 0,8-4-5 0,5-3-6 15,3 0-6-15,8-2-6 0,0-3-6 16,-3 0-5-16,-9-1-14 0,-6 0-21 0,-8 1-26 15,-12 3-20-15,-33 8-17 0,-8-1-14 16,-23 6 0-16,-8 0 0 16,-14 5 12-16,-11 1 5 0,-9 1 1 0,2 3 10 0,0 0 9 15,-64 7 3-15,6 2 2 16,-16 4 0-16,-25 2 1 0,0 2 2 0,20-5 6 0,6 3-2 16,4-3 4-16,10 3 1 15,5-4-1-15,18 0 7 0,6-1 0 0,9-3-2 16,8 1 8-16,4 0 2 0,9-2 7 15,2 0-7-15,8-3 3 0,9-1 5 16,20 4-2-16,6-6-33 0,9 0-83 0,14-6-167 16,4-6-53-16,-3-1 142 0</inkml:trace>
  <inkml:trace contextRef="#ctx0" brushRef="#br0" timeOffset="-88656.4">19641 13055 1919 0,'-5'3'460'0,"5"-3"-133"0,-7 5-65 0,7-5-4 0,-9 4-20 0,9-4-15 0,0 0-22 16,0 0-6-16,0 0 8 0,0 0 4 0,0 0-9 15,0 0-15-15,31-21-10 0,-6 3-18 16,1 1-17-16,1-1-14 0,2 3-15 0,-2 0-10 15,-4 3-10-15,-7 3-7 0,4-1-8 16,-7 3-10-16,-1 4-12 0,-1-2-1 16,-2-1-7-16,-2 3-6 0,4 0-5 0,-6-1 0 15,-5 4-9-15,11-5-1 0,-4 2 0 16,-7 3-6-16,7-4-11 0,-7 4-23 16,7-1-22-16,-7 1-26 0,0 0-31 0,10-4-46 15,-10 4-54-15,0 0-64 0,0 0-67 16,0 0-94-16,0 0-133 0,0 0-115 15,14 7 61-15,-14-7-389 0,1 5-473 0</inkml:trace>
  <inkml:trace contextRef="#ctx0" brushRef="#br0" timeOffset="-87239.54">20527 12276 2628 0,'2'-10'-5'0,"-2"10"44"0,0-6 30 0,0 6 34 0,0 0 29 0,0-10 23 15,0 10 21-15,0 0 16 0,-2-7 10 0,2 7 3 16,0 0-8-16,0 0-9 0,-1-8-12 16,1 8-13-16,0 0-10 0,0 0-8 0,0 0-3 15,-24 10-3-15,13 1-2 0,-8 9-2 16,-1 7-1-16,-7 12-3 0,-2 4-1 16,2 6-1-16,2 2-5 0,0-1-5 0,3 2-16 15,1 0-9-15,7-3-8 0,5 1-3 16,3-13-7-16,3 0-15 0,1-2-3 0,6-6-9 15,-3-4 0-15,3-1-3 0,4-3-4 16,-2-3 4-16,1-2-5 0,3-3 5 0,-1-4 1 16,3 0 2-16,1-4-10 15,-1-4 0-15,-1-1 1 0,-11 0-9 0,30-8 3 16,-17 1-3-16,3-2-3 0,-5 1 0 16,1-2 4-16,-1-2 0 0,-3 0 10 0,-5 0 2 15,0-1 4-15,1 2-5 0,-4-1-5 16,-4 2-1-16,-1 1-10 0,0 1-7 0,-1 2-21 15,-3 2-36-15,-5 2-40 0,5 2-64 16,9 0-74-16,-29 8-103 0,12-1-129 0,-2 2-132 16,2 0-184-16,2 2-13 15,1-1 85-15,3 2-602 0,4 0-752 0</inkml:trace>
  <inkml:trace contextRef="#ctx0" brushRef="#br0" timeOffset="-85007.8">18073 14457 3570 0,'0'0'1'0,"-6"-9"21"0,6 9 15 0,-2-4 7 0,2 4 19 0,0 0 24 0,0 0 17 0,-7 19 14 16,5-7-1-16,0 5 9 0,2 3-4 0,0 3-7 15,2 0-10-15,2 3-7 16,-1 1-6-16,-1-4-12 0,2 1-3 0,0 0-6 16,-1-6-6-16,0-1-5 0,3 0-1 15,-4-5-3-15,-1 0 9 0,1-2 13 0,0-1 15 16,2-3 18-16,-2-1 11 0,-2-5-10 16,0 0-14-16,0 0-9 0,0 0-13 0,0 0-1 15,0 0-10-15,1-23-10 0,-2 8-6 16,1-3-1-16,0-1-9 0,1 0-3 15,-1 2-6-15,2 4-2 0,0-1-5 0,0 2-5 16,1 3-2-16,-1 0 0 16,1 3-6-16,1 1 1 0,-4 5-1 0,15-5-5 15,-15 5 2-15,17 0-2 0,-17 0 2 16,24 7-5-16,-13-4 3 0,0 1-2 0,-1 4 3 16,-1-1-5-16,0-2 4 0,0 2 2 15,-4-1-7-15,3 0 5 0,-3-1-1 0,-5-5 6 16,10 7-4-16,-4-4 7 0,-6-3 1 15,0 0 7-15,0 0-4 0,0 0-6 0,20-15-2 16,-12 3 1-16,2-5-5 0,-3 0 3 16,5-1 3-16,-3 0-6 0,2 1-2 15,-2 6 1-15,-2-1-3 0,0 2-5 0,3 2 0 16,-2 3 1-16,-1 5 0 16,-7 0-1-16,24 2 4 0,-13 1-1 0,2 5-4 15,0-1-6-15,0 2-16 0,-1 0-20 16,3 2-29-16,-1-2-31 0,-3 3-39 0,5-3-62 15,-3 0-70-15,0 0-85 0,-3-2-96 16,-3-1-132-16,2 0-127 0,0-4 69 0,-4 2-429 16,5-2-548-16</inkml:trace>
  <inkml:trace contextRef="#ctx0" brushRef="#br0" timeOffset="-84606.69">18729 14400 2999 0,'0'0'32'0,"0"0"24"0,0 0 10 0,0 0 31 0,0 0 17 0,0 0 27 0,0 0 3 16,0 0-4-16,3 22-11 0,5-10-7 15,0 0-13-15,-1 0-12 0,1 3-6 16,-1 2-5-16,2 1-4 0,-6-3-7 16,3 3-4-16,-3-4-7 0,-3 3-5 0,0-2-6 15,0-1-3-15,-1 1-5 0,-1-3-3 16,-2 0-2-16,0-4-5 0,-2 1-3 15,0-2 0-15,-3-6-1 0,9-1-2 0,0 0-5 16,-25-10 2-16,18-2-5 0,-11-13-3 0,5-4 0 16,2 1 8-16,7 2-3 15,-4 5 8-15,6 7 6 0,-1-3 0 0,1 5-6 16,-4 4-3-16,6 2-2 0,0 6 4 16,4-9 6-16,-4 9-1 0,0 0-4 0,0 0 0 15,0 0-4-15,30 18-1 0,-18-7-3 16,0 2-5-16,0 1-1 0,1-1-20 15,1 2-37-15,-1-2-46 0,1 3-60 0,-3-7-65 16,1 3-56-16,-3-3-54 0,2 0-69 16,-3-2-75-16,-2 0-95 0,2-5-31 0,-5 2-329 15,7-2-399-15</inkml:trace>
  <inkml:trace contextRef="#ctx0" brushRef="#br0" timeOffset="-84373.71">18906 14391 2571 0,'-2'-9'78'15,"0"3"47"-15,2 6 30 0,-1-7 3 16,1 7 5-16,0 0 1 0,0 0 8 0,0 0 11 16,0 0-6-16,0 0-13 0,0 0-12 15,0 0-12-15,28 15-17 0,-19-6-10 0,2-1-11 16,1 3-9-16,-2-1-13 0,-1 2-5 16,-2-2-9-16,4 0-7 0,-4 2-6 0,-3-1-4 15,-1-1-3-15,-1 0-6 0,0-1-9 16,-2-1-24-16,-2 1-30 0,0 0-39 15,0-2-50-15,1-3-56 0,-5 2-59 16,6-6-62-16,-7 3-80 0,7-3-81 16,0 0-93-16,-9-13-32 0,12 0-283 0,-1 1-341 15</inkml:trace>
  <inkml:trace contextRef="#ctx0" brushRef="#br0" timeOffset="-84157.41">19064 14291 2425 0,'-2'-7'67'0,"2"7"42"0,0 0 45 16,0 0 28-16,0 0 20 0,-23 20 15 15,16-8 7-15,-1 1-1 0,3 1-13 16,-2 2-13-16,5 2-16 0,1 1-8 0,1-2-19 16,3 0-11-16,4 1-11 15,0-5-10-15,6 1-13 0,3-4-9 0,0 0-10 0,4-3-10 16,-4-3-9-16,0-2-26 16,2-2-34-16,-4-4-46 0,4 0-49 0,-3 1-74 15,-1-4-91-15,-3 2-97 0,-6 0-138 16,3 0-187-16,-8 5 57 0,1-5-400 0,-1 5-488 15</inkml:trace>
  <inkml:trace contextRef="#ctx0" brushRef="#br0" timeOffset="-72342.29">28207 11900 1396 0,'0'-13'369'0,"0"5"-153"0,0 1-70 0,4 0-16 0,-2 0-8 0,0 0 8 0,1 0 25 0,-3 7-1 15,1-10-1-15,-1 5-8 0,0 5-19 0,2-7-8 16,-2 7-14-16,0 0 3 0,0 0 20 16,-10-3 5-16,10 3-8 0,0 0 1 0,-29 14-1 15,15-7-2-15,-2 3-4 0,-3 0-8 16,2-1-18-16,-8 6 1 0,1 2-7 15,-1-2-9-15,2 2-10 0,3-4-6 16,6-3-5-16,-4 4-6 0,5-3-5 0,-1-1-4 16,5-4-5-16,2 2-2 0,-1-3-1 15,5-3-3-15,-4 2-4 0,7-4-26 0,0 0-20 16,0 0-6-16,0 0-3 0,-4-17 3 16,6 7 0-16,2 0-2 0,2-5 0 15,-2 1 1-15,2-1 4 0,-1 1 0 0,1-1 3 16,-3 5 5-16,1 0 5 0,1 1-7 15,-3 3 4-15,1-2-5 0,-3 2 6 0,0 6-3 16,6-7-1-16,-6 7 4 16,7-2-1-16,-7 2 4 0,0 0 3 0,18 9-2 15,-9-3 0-15,-2 2 2 0,5 0 4 16,0 0-3-16,-3 5-4 0,3-3 4 0,-1-2-7 0,-1 1 12 16,-3-1 0-16,1 0-1 15,-1-1-8-15,2-3 14 0,-4 2-3 0,-1-2 5 16,-1 0-2-16,-3-4 4 0,10 2-3 15,-10-2-5-15,0 0 2 0,10-10 1 0,-6 2 4 16,-3 0-9-16,-1-3 2 0,0-1 6 16,2-3-7-16,0 5-6 0,-2 0 7 0,0 1 3 15,0 1-2-15,0 1-3 0,0 7-4 16,0-11 5-16,0 11-7 0,0 0 11 16,0 0 0-16,0 0 8 0,0 0-4 15,0 0 4-15,4 31-2 0,-2-17-1 16,-1 1 9-16,5 3-4 0,1 3 2 0,-2-3-4 15,1-1-4-15,-3-1 2 0,3-3-10 16,-1 1 9-16,-3-3 0 0,3-2-2 0,-1 2 1 16,-3-4-1-16,-1 0 2 0,2-2 7 15,-2-5-4-15,0 0-1 0,-9 5-3 0,9-5 0 16,0 0 1-16,-29-14 3 0,17 8-4 16,3-6 2-16,0 3 1 0,-1-1 5 0,4 3 1 15,2-4 2-15,3 5-2 0,1 1 3 16,1-2 1-16,3 2 7 0,5-1 4 15,2 1 0-15,0 1-3 0,3 1-1 0,-2 2-7 16,1 1-2-16,3 0-4 0,-1 0-10 16,1 1-33-16,-4 2-48 0,2-3-72 15,1 4-67-15,-1 1-70 0,-3-1-91 0,-2-2-124 16,2 0-146-16,-4 1 67 0,-2-2-334 16,3 5-395-16</inkml:trace>
  <inkml:trace contextRef="#ctx0" brushRef="#br0" timeOffset="-63897.61">19386 14309 2617 0,'-1'4'43'0,"-6"-1"11"0,7-3 19 0,0 0 26 0,-5 4 25 16,5-4 24-16,0 0 12 0,0 0 14 15,0 0 13-15,0 0-12 0,0 0-14 0,0 0-16 16,0 0-14-16,0 0-14 16,0 0-11-16,37-4-9 0,-23 2-12 0,-1 1-9 0,3 1-11 15,-16 0-41-15,29-2-52 16,-15 0-71-16,0-2-84 0,3 0-93 0,-1 2-116 15,-2-4-159-15,2 0-55 0,-1 0 65 0,-3 1-202 16,3-1-235-16</inkml:trace>
  <inkml:trace contextRef="#ctx0" brushRef="#br0" timeOffset="-63714.48">19519 14405 2093 0,'-9'8'40'0,"4"-1"22"16,-4-2 21-16,8 0 20 0,1-5 20 15,-8 7 30-15,8-7 25 0,0 0 15 16,0 0 0-16,0 0-14 0,0 0-18 0,0 0-21 16,48-20-18-16,-29 11-58 15,-2 1-64-15,3-3-91 0,7-2-94 0,4-1-124 16,-4-3-163-16,-1 1-79 0,-1 1 58 16,-3 2-115-16,-8 1-106 0</inkml:trace>
  <inkml:trace contextRef="#ctx0" brushRef="#br0" timeOffset="-63413.17">19840 14149 1830 0,'0'0'83'0,"-3"-13"11"15,6 6 9-15,-1 0-4 0,2-2 6 16,-1-1-1-16,3 5 1 0,1-2-8 16,3 0-10-16,1-1-4 0,1 4-9 15,0 4-6-15,-12 0-11 0,23 2 7 0,-12 3 17 16,-4 2 23-16,0 3 23 0,2 3 24 15,-7 3 18-15,-2 3 20 0,-2 0 11 16,-5 3 6-16,4-1 3 0,-3 2 5 0,2-4-8 16,3-3-28-16,-3-1-11 0,0-3-6 15,4 1-7-15,0-3-4 0,-2-2 4 0,4 0-3 16,4 0-16-16,-6-8-5 0,14 7-13 16,-1-5-20-16,-1-4-33 0,6-1-54 0,0-3-75 15,6 0-73-15,4-6-91 0,3 1-109 16,-3-3-96-16,3 2-121 0,-4-3-186 0,-6 3 67 15,-6 1-484-15,-1 5-623 16</inkml:trace>
  <inkml:trace contextRef="#ctx0" brushRef="#br0" timeOffset="-62031.68">17805 14630 2874 0,'-10'3'-167'0,"10"-3"29"0,0 0 33 0,-8 1 24 0,8-1 16 16,0 0 13-16,0 0 10 0,0 0 5 0,0 0 10 15,0 0 10-15,0 0 11 0,0 0 14 16,20-18 12-16,-7 9 17 0,4-1 5 0,14-5 11 15,8-9 5-15,7 3 9 0,5-4 3 16,5-4-3-16,20-5-2 0,6-2-6 16,6 0-6-16,9 1-5 0,6 0-5 15,5-2-8-15,12 0 0 0,6-1-5 0,-2 2-14 16,-2-1-27-16,-2 1-24 0,-8 0-21 16,-3 2-19-16,-12 5-8 0,-5-3 5 15,-26 10 6-15,-5 0 7 0,-5-1 8 0,-4 1 16 16,-5 0 9-16,-3 3 17 15,-10 2 11-15,0 0 10 0,2 0 8 0,-3 0 7 0,-1 1 3 16,0-1 0-16,-1 1 6 0,-1 1-2 16,1 1 1-16,-3 3 0 0,-1-3-3 15,-4 6-3-15,-4-3 0 0,-2 5-3 16,-1-2 1-16,-1 1-5 0,-4 2-2 0,-1 1-1 16,-1 1-4-16,1 1-2 0,-10 2-1 15,17-4-2-15,-17 4 3 0,17 1-2 16,-17-1 4-16,19 7 1 0,-8-2 4 0,1 3 11 15,1 1 7-15,3 5 9 0,2 6 3 16,4 3 4-16,-5 0 6 0,2 7 5 0,-4 1 2 16,0 0 5-16,1 1 0 0,-3 4-2 15,-1-2 5-15,1 1-1 0,-2-2 1 0,-1-1 2 16,-1-2-3-16,0-1 3 0,2-6-4 16,-4-5-1-16,-1-3-1 0,-1 0-4 15,-1-3-12-15,0-2 5 0,0 1-3 16,0-1-21-16,-2-3 13 0,1 0-3 15,-3 0 0-15,0-7 2 0,6 12-4 0,-6-6-1 16,0-6-2-16,-2 9-10 0,2-9 5 16,-9 12-5-16,1-4-5 0,-4 1 0 0,-2 1-1 15,-13 6-4-15,-2 1-5 0,-3 3 3 16,-12 1 1-16,-5 4-2 0,-7 2-4 0,-5 2 0 16,-17 5-6-16,-2-1 2 0,2 1-3 15,-6-1 0-15,2-2 4 0,2 0-3 0,13-8 2 16,1 1-4-16,0 2 3 15,3-3-3-15,1 0 1 0,-3 1 2 0,2-1-10 16,0 0 9-16,2 2-4 0,0-1 2 0,2-3-1 16,4 2 2-16,-1 0-2 0,4 1-6 15,0-2 11-15,0 0 0 0,5 1-3 16,-1-5-3-16,5 1 3 0,-2 0 2 16,9-3-1-16,0-1-1 0,0-1 1 0,4 0-2 15,1-3 3-15,1 1-2 0,5-3-1 16,6-2 0-16,-3 2 0 0,8-4-4 0,-1 0 4 15,-3-1 3-15,4 2-2 0,3-1-5 16,0-1 2-16,-1-2 0 0,-1 2-1 0,-1 2 6 16,-2-1 1-16,0 0-9 15,1 2 5-15,0-1 4 0,-4 1-11 0,2 2 8 16,2-2 1-16,-3-2-2 0,3 2 0 16,2-2 2-16,2 0 5 0,1-1-1 0,-2-1 3 15,7-1 13-15,-5 1 15 0,10-3 10 16,-12 3 9-16,12-3 8 0,-9 4 9 15,9-4-9-15,0 0-2 0,0 0-5 0,-19-7-8 16,13 2-3-16,1-2-5 0,-3-2-4 16,0-2-3-16,1-3-5 0,-1-3-3 0,-6-11-5 15,3-2-3-15,2-2 1 0,0-6-8 16,-1 3-8-16,2-3-16 0,-1 2-20 16,1 3-14-16,-2 1-20 0,3 3-26 15,0 4-42-15,0 7-53 0,4 5-47 0,-1 1-66 16,-2 1-105-16,3 2-198 0,1 2-10 15,-2 2 67-15,4 5-216 0,-5-7-253 16</inkml:trace>
  <inkml:trace contextRef="#ctx0" brushRef="#br0" timeOffset="-60332.04">18173 15883 1869 0,'0'0'-117'0,"0"0"12"0,0 0 13 0,0 0 16 0,0 0 16 16,0 0 11-16,-18-4 22 0,18 4 7 15,0 0 18-15,0 0 5 0,0 0 8 0,0 0 5 16,0 0 12-16,0 0 6 0,0 0 9 16,0 0 7-16,0 0 1 0,0 0 9 15,0 0-1-15,-9-2 5 0,9 2 1 16,0 0 3-16,0 0 4 0,0 0 2 16,0 0 3-16,0 0 0 0,0 0 2 0,0 0-2 15,0 0-3-15,0 0 7 0,0 0 3 16,0 0 0-16,0 0 3 0,0 0-4 0,0 0 2 15,0 0 3-15,0 0-6 0,0 0 13 16,0 0-3-16,0 0-2 0,0 0 5 16,0 0-7-16,0 0 14 0,0 0-14 0,0 0-1 15,0 0-1-15,0 0-7 0,-9-7-5 16,9 7-7-16,0 0-23 0,0 0 8 0,0 0-4 16,0 0-2-16,0 0-7 0,11-15-12 15,-11 15 7-15,0 0-5 0,0 0-7 0,0 0-10 16,0 0 7-16,0 0-4 15,0 0-3-15,0 0-1 0,0 0 0 0,14 21 1 16,-5-7 14-16,-4 4-5 0,4 1 9 16,1 2 8-16,0 8 7 0,3 2 0 15,-1-1 5-15,-3 2 4 0,0-1-1 0,0-1 4 16,0 1 2-16,-4-5 4 0,-3-3 0 16,0-1 5-16,0-1 6 0,-4-3 3 0,2 3 3 15,-4-2-4-15,3 1-2 0,-9-1-3 16,4-2-5-16,-3-3-7 0,-1-2-8 0,-4 0 2 15,2-4-11-15,-2-1-3 0,1-4-13 16,0-3-28-16,-7-1-37 0,1-4-37 16,-10-12-36-16,4 3-43 0,5 0-41 15,-1-3-38-15,0-3-49 0,4-1-73 16,1 1-109-16,5 4-202 0,0-1 46 0,3-3-334 16,0 3-433-16</inkml:trace>
  <inkml:trace contextRef="#ctx0" brushRef="#br0" timeOffset="-60131.7">18014 15795 2775 0,'-2'-8'43'0,"0"-1"14"0,0 1 31 0,-2 1-3 0,3 0-5 0,1 7-2 15,-6-15-3-15,4 11-8 0,2 4-11 16,-4-12-23-16,4 12-40 0,-1-7-49 0,1 7-37 15,0 0-48-15,0 0-80 0,0 0-124 16,0 0-176-16,0 0 37 0,0 0-50 16,25 14-37-16</inkml:trace>
  <inkml:trace contextRef="#ctx0" brushRef="#br0" timeOffset="-59915.01">18352 15920 1761 0,'7'5'199'16,"-7"-5"10"-16,0 0 24 0,0 0 8 0,0 0-1 16,0 0-2-16,0 0 0 0,20-8-14 15,-11 3-20-15,-9 5-24 0,18-9-18 0,-2 4-16 16,-1 1-23-16,0-4-52 0,7-1-66 16,-2 2-87-16,1 3-99 0,1-1-87 15,-6-1-102-15,0 4-153 0,-3 2-60 0,-4 0 67 16,-9 0-148-16,16 6-159 15</inkml:trace>
  <inkml:trace contextRef="#ctx0" brushRef="#br0" timeOffset="-59763.44">18540 16044 1789 0,'-5'7'93'16,"0"-4"40"-16,5-3 30 0,-6 5 26 16,6-5 17-16,0 0 9 0,0 0-8 0,0 0-20 15,0 0-11-15,0 0-17 0,0 0-25 16,0 0-18-16,18-22-13 0,-3 14-46 0,2-5-91 15,8-2-111-15,0-3-128 0,1-2-158 16,1 3-152-16,0-4 63 0,-2 2-140 0,-2-1-157 16</inkml:trace>
  <inkml:trace contextRef="#ctx0" brushRef="#br0" timeOffset="-59399.01">18849 15680 1832 0,'0'0'57'0,"0"0"11"15,0 0 3-15,-14 0 0 0,14 0 1 0,0 0 17 16,0 0 15-16,0 0 18 0,0 0-3 16,0 0-5-16,0 0-5 0,28 15-4 15,-17-10-10-15,2 3 0 0,-1-1-4 0,-1 2 12 16,-2 1 9-16,1-3 10 0,-1 5 6 16,-1 0 9-16,-1-1 14 0,0 0 11 15,-4-1 4-15,3 0 4 0,-2-1-2 16,-1-1-5-16,-1-1-3 0,4 0-7 0,-3 2 2 15,4-3 4-15,-2 3-8 0,1-2-1 16,1 1-9-16,3-1-17 0,-2 3-14 0,1-2-9 16,1 2-14-16,-1-2-1 0,1 3-14 15,-5-2-5-15,4 1-4 0,-4-2-12 16,-1 3 1-16,-1 1-6 0,-3 0 6 0,0-1-15 16,-1 5-1-16,-7-2-8 0,3 3-46 15,-9-2-60-15,-7 4-59 0,8-3-78 0,0-4-92 16,-1-2-119-16,-4 0-145 15,5-2-204-15,0 1 70 0,-6 0-535 0,1 1-701 16</inkml:trace>
  <inkml:trace contextRef="#ctx0" brushRef="#br0" timeOffset="-58133.14">18786 16624 3136 0,'0'0'-100'0,"30"-8"43"0,-30 8 28 0,0 0 31 0,4-9 22 0,-4 9 21 0,0-8 21 16,0 8 29-16,0 0 16 0,2-10 2 0,-2 10 3 15,0 0 2-15,-2-10-14 0,2 10-7 16,0 0-6-16,-4-13-11 0,4 13-7 0,-12-4-10 15,12 4-7-15,-11-2-5 16,11 2-3-16,0 0-11 0,-26 6-3 0,13-2-5 16,-7 5-2-16,5-1 6 0,-4 4-10 15,-6 5 2-15,2 3-1 0,5 0 3 16,2-4-5-16,3-1 2 0,4-1-8 0,-2-2 4 16,6-1-2-16,1 1-5 0,4 0 0 15,2-5-2-15,4 3 10 0,6 2-6 0,-1-3-3 16,3 1-1-16,4 2 0 0,1-3 1 15,2 1-3-15,-2 0-1 0,6 7-3 0,-6-5 7 16,-6 0-5-16,0-3 12 0,-1 2 21 16,-1-1 27-16,-1 2 15 0,-4 0 17 15,2-1 5-15,-7 0 0 0,1 1 2 16,-2 0 3-16,0 0-3 0,-2 0-4 16,-1 1-11-16,-1-2-6 0,-2-1-4 0,0-1-7 15,0-1-11-15,-1 0-3 0,0-4-12 16,-2 0-34-16,9-4-44 0,-14 0-54 0,14 0-69 15,-24-7-61-15,13-2-75 0,1 0-67 16,1-7-88-16,3 1-105 0,-1-4-141 0,5 2 57 16,-1-2-331-16,8 0-442 0</inkml:trace>
  <inkml:trace contextRef="#ctx0" brushRef="#br0" timeOffset="-57795.26">18881 16646 2546 0,'0'0'-26'0,"0"0"22"0,0 0 31 0,0 0 23 0,0 0 25 0,9 12 14 0,-7-5 12 0,2 1 20 16,1 2 10-16,0 4-7 0,1 2-2 15,3 1-7-15,-1 2 0 0,3-1-14 0,-2-1 1 16,3-1-7-16,1 0-1 16,0-3 5-16,3 1 0 0,0-1-4 0,-3-3 4 0,-2-2-2 15,1-1 0-15,-1-2-5 0,-2-4-3 16,3 1-9-16,-12-2-6 0,20-3-7 15,-8 0-6-15,-2-4-6 0,-1-3-3 16,-1-2-4-16,0 1-5 0,-5-5-2 16,1 0-6-16,-2-4-2 0,-2 0-4 0,0-3-3 15,-4-1-3-15,0 2-1 0,3 5-3 16,-1 2-7-16,-2 3-5 0,4 0-23 0,-2 3-33 16,0 2-41-16,2 7-51 0,-10-6-49 15,10 6-60-15,0 0-75 0,0 0-105 0,0 0-200 16,-11 15 14-16,11-7 70 0,0-8-199 15,4 16-235-15</inkml:trace>
  <inkml:trace contextRef="#ctx0" brushRef="#br0" timeOffset="-57233.09">19327 16581 2320 0,'-3'-9'151'0,"3"9"11"0,0 0 5 16,-7-6-4-16,7 6-10 0,0 0 8 15,0 0 32-15,0 0 6 0,0 0-6 0,0 0-15 16,23 23-18-16,-14-13-14 0,2 3-3 16,-2-3-5-16,-2 4-5 0,2-3-2 0,0 1-4 15,-4 2-10-15,3-2-8 0,-3-2-6 16,2 1-11-16,-4-4-12 0,1-1 0 0,2-1-8 16,-3 2 5-16,-3-7 26 15,6 9 17-15,-6-9 22 0,0 0-33 0,0 0-16 16,0 0-11-16,0 0-7 0,10-24-4 15,-6 12-8-15,-2-2-7 0,-1-1-10 16,1 3-7-16,2 0-4 0,0 2 0 0,-2-1-2 16,-1 3-8-16,2 1-7 0,1 0-3 15,-4 7-8-15,7-9 6 0,1 5-4 0,-8 4-3 16,12 0 2-16,-12 0-3 16,0 0 3-16,22 3-5 0,-22-3 0 0,16 3-2 15,-11 1 1-15,-5-4 0 0,13 7-2 0,-13-7-1 16,8 4 4-16,-8-4-1 0,10 4 7 15,-10-4 5-15,0 0 3 0,0 0-7 0,0 0 3 16,14-15-5-16,-5 1-1 16,-4-3-6-16,4-3 5 0,-1 3 4 0,0-3-6 15,-2 7 0-15,-1-1-4 0,4 3 1 16,-4 1-2-16,3 6-3 0,-1-2 7 0,-7 6-2 16,17 0 10-16,-17 0 0 0,19 6 0 15,-5 2-6-15,-3 0 6 0,0 1-4 0,1-1-5 16,1 2 2-16,1 1-3 0,-5-3 3 15,0 2-14-15,1-2-38 0,-2-1-52 0,-1-3-48 16,1 4-57-16,-5-3-57 0,2 0-65 16,-1 0-58-16,-4-5-99 0,1 10-154 15,-1-4-84-15,0-6 77 0,-3 10-435 16,1-3-551-16</inkml:trace>
  <inkml:trace contextRef="#ctx0" brushRef="#br0" timeOffset="-56165.24">20097 16351 3022 0,'-11'3'53'0,"1"1"30"0,10-4 38 0,-11 3 39 0,11-3 27 0,0 0 12 0,0 0 1 16,-12 2-1-16,12-2-6 0,0 0-8 0,0 0-11 15,0 0-21-15,0 0-15 0,0 0-9 16,0 0-17-16,38-12-12 0,-21 6-50 16,2-2-59-16,1 1-66 0,-2-1-86 15,3 1-97-15,-1-1-110 0,-2-1-142 16,-2 2-163-16,-1-1 52 0,-3 6-326 0,-3 0-425 15</inkml:trace>
  <inkml:trace contextRef="#ctx0" brushRef="#br0" timeOffset="-55983.25">20140 16496 2889 0,'-7'4'147'0,"1"0"35"0,6-4 29 0,-9 4 9 0,9-4 3 16,0 0 6-16,0 0-12 15,0 0-19-15,0 0-16 0,0 0-25 0,0 0-19 16,31-10-52-16,-15 2-77 0,5-3-101 16,8-3-116-16,2-4-137 0,-1-1-202 0,2 0-119 15,-5 2 65-15,2-2-293 0,-2 2-377 16</inkml:trace>
  <inkml:trace contextRef="#ctx0" brushRef="#br0" timeOffset="-55763.44">20484 16136 2557 0,'-12'5'87'0,"3"-3"34"16,9-2 31-16,-11 4 23 0,11-4 9 0,0 0-9 16,0 0-4-16,0 0-2 0,0 0-9 15,0 0-18-15,0 0-10 0,0 0-17 0,34-19-18 16,-18 9-52-16,4-1-74 0,5-4-80 15,2-1-80-15,-2-1-79 0,-3-1-87 0,-5 6-114 16,0-1-102-16,-3 0 53 0,0 3-154 16,-1 0-166-16</inkml:trace>
  <inkml:trace contextRef="#ctx0" brushRef="#br0" timeOffset="-55467.08">20753 15896 1896 0,'-18'0'54'0,"18"0"19"0,0 0 22 15,0 0 15-15,0 0 13 0,-13 0 13 16,13 0 3-16,0 0 15 0,0 0 22 16,0 0 0-16,0 0 2 0,0 0-6 0,0 0-4 15,33-8 2-15,-33 8 0 16,18 0 1-16,-2 3-5 0,-3 1-2 0,1 3-4 0,-1 2 6 16,0 5 9-16,0 1-9 15,5 7-6-15,-1 3-4 0,-4 0-11 0,0 4-13 16,0-2-9-16,-1 0-14 0,-3-3-8 0,-1-5-14 15,-2 2-5-15,2-3-11 0,-5 0-10 16,1-5-29-16,0-1-48 0,0 1-65 16,-1-4-74-16,2 1-88 0,-1-4-97 0,-3-2-124 15,-1-4-164-15,6 4-90 0,-6-4 74 16,0 0-420-16,0 0-536 0</inkml:trace>
  <inkml:trace contextRef="#ctx0" brushRef="#br0" timeOffset="-55266.09">20903 16184 2897 0,'-12'2'140'0,"12"-2"55"15,-11 2 44-15,11-2 39 0,0 0 20 16,0 0 26-16,0 0 16 0,0 0-13 0,0 0-28 16,27-19-27-16,-10 9-26 0,0-1-34 15,2-1-62-15,-4 0-75 0,5-1-93 0,-5 1-98 16,2 0-104-16,2 1-125 0,-5 0-143 15,-3 0-158-15,1 4-67 0,-7 1 71 0,3 1-414 16,-5 3-528-16</inkml:trace>
  <inkml:trace contextRef="#ctx0" brushRef="#br0" timeOffset="-53833.81">19154 17577 2694 0,'0'0'-77'0,"-10"5"41"0,10-5 30 0,0 0 35 0,0 0 24 0,-6 4 17 0,6-4 14 0,0 0 7 15,0 0-1-15,0 0-6 0,0 0-5 0,0 0-12 16,0 0-9-16,0 0-2 15,-2 8 8-15,2-8 7 0,0 0 10 0,12 12 3 16,-5-5-2-16,3 3 6 0,-2 3 3 16,3 3-5-16,0 1-1 0,9 9-1 15,-6-1-4-15,2 2-4 0,2 0-3 0,-4 0-8 16,-1 1-7-16,3 1-2 0,-5-3 1 16,1-4 3-16,-3-5 5 0,-1 0 3 0,-3-1 1 15,4-3 13-15,-7 1 10 0,3 0 5 16,-1-3 10-16,-4 1 5 0,0 0-3 15,-2-3-9-15,-2 2-6 0,-1-2-14 0,-6 0-8 16,0 0-8-16,-2-2-30 16,-4-2-50-16,-3-1-62 0,2-2-80 0,-9-4-71 15,8 0-62-15,-1-3-56 0,-9-7-88 16,2-7-141-16,4-3-93 0,4-3 62 16,-2 0-249-16,4-6-340 0</inkml:trace>
  <inkml:trace contextRef="#ctx0" brushRef="#br0" timeOffset="-53633.55">19110 17470 2651 0,'-4'-10'147'0,"-4"-1"29"16,4 2 28-16,1 2 10 0,-3-2 0 16,1 1-6-16,-2 0-18 0,4 4-21 15,3 4-17-15,-8-10-32 0,4 3-47 0,4 7-66 16,-7-8-84-16,7 8-92 0,0 0-90 15,-2-6-115-15,2 6-214 0,0 0-11 16,0 0 68-16,0 0-125 0,0 0-152 0</inkml:trace>
  <inkml:trace contextRef="#ctx0" brushRef="#br0" timeOffset="-53417.82">19470 17469 2199 0,'0'0'311'16,"-6"5"34"-16,6-5 35 0,0 0 13 16,-6 5-1-16,6-5-26 0,0 0-30 15,0 0-34-15,0 0-29 0,0 0-31 0,0 0-23 16,0 0-39-16,24-22-63 16,-15 17-92-16,2-4-83 0,-1 1-101 0,3 0-103 0,1 1-113 15,-5 1-134-15,0 0-163 0,3 2-22 16,-4 4 82-16,-8 0-320 0,0 0-411 15</inkml:trace>
  <inkml:trace contextRef="#ctx0" brushRef="#br0" timeOffset="-53233.23">19471 17660 2672 0,'-5'5'102'0,"-1"1"51"0,1 0 49 16,5-6 40-16,-6 6 25 0,6-6 17 15,0 0 6-15,-5 6-1 0,5-6-39 16,0 0-25-16,0 0-24 0,0 0-18 0,18-18-49 15,-4 8-73-15,5-3-91 0,4-5-110 16,2-1-98-16,3 0-92 0,1 0-139 16,-2-1-214-16,-5 3 38 0,3 1 71 15,-8 4-258-15,0 2-318 0</inkml:trace>
  <inkml:trace contextRef="#ctx0" brushRef="#br0" timeOffset="-52849.09">19817 17178 2250 0,'0'0'69'0,"-12"-2"20"0,12 2 24 15,0 0 18-15,0 0 9 0,-11 8-1 0,11-8 37 16,-4 14-6-16,4-7-11 0,0 1-11 16,4 3-14-16,1 2-2 0,4-2-20 15,-4 0-11-15,4 0-13 0,1-1-3 0,-5-3-11 16,5 1-7-16,-2-1-4 0,-3-3-3 15,6-1-1-15,-11-3 0 0,11 4 0 16,-11-4-2-16,0 0 3 0,17-11-1 16,-9 4 10-16,-1-2 7 0,-2-2 13 0,1 1 20 15,-1 1 11-15,-2-1 7 0,-1 3 11 16,2 0-4-16,0-1-9 0,-4 8-20 0,3-9-16 16,-3 9-5-16,9-2-7 15,-9 2 7-15,0 0-3 0,22 11-7 0,-15 1-8 16,9 0-10-16,-3 1-4 0,3 3-3 15,0 4-4-15,5 2-11 0,-5-8-2 16,-3 1-21-16,-2-1-49 0,3-2-51 0,-5-1-56 16,0-2-64-16,0-1-75 0,-2 1-81 15,-1-4-102-15,-1 2-155 0,2-3-103 0,-7-4 68 16,7 10-424-16,-3-4-552 0</inkml:trace>
  <inkml:trace contextRef="#ctx0" brushRef="#br0" timeOffset="-51751.11">20038 18102 2799 0,'0'0'-20'0,"0"0"38"0,0 0 25 0,5-5 26 16,-5 5 20-16,0 0 15 0,0 0 20 15,0 0 17-15,0 0 7 0,0 0-3 0,0 0-12 16,0 0-9-16,0 0-11 0,0 0-1 16,0 0 9-16,0 0 15 0,0 0 12 0,0 0-4 15,0 0-12-15,0 0-12 0,0 0-8 16,0 0-15-16,0 0-8 0,-22-16-6 15,12 13-8-15,-1-1-8 0,-1 2-6 16,-1-1-10-16,13 3-6 0,-25 3-3 16,10 1-6-16,-1 1-2 0,2 2-3 0,-8 3-2 15,8 2-3-15,-4 0 1 0,4 2 0 16,1 1 0-16,8-1-4 0,1-2-4 0,2 1 0 16,6-1-5-16,1 5 0 0,5-5 3 15,4 5-1-15,0-5-4 16,2 1-3-16,3-1-1 0,-2 0 5 0,1-3-5 0,-2 4 0 15,2-2-2-15,-3-1-2 16,-1-1 1-16,-2 1 2 0,-1 0-3 0,2-1 8 16,-4-1 18-16,-4 1 20 0,4-1 20 15,-4 1 12-15,1-1 13 0,-4 1 8 16,-1-2 2-16,-1-1 5 0,0-6-10 0,0 14 10 16,0-14-15-16,-7 11-20 0,1-8 3 15,6-3-6-15,-10 3-11 0,10-3-23 0,0 0-36 16,-22 0-44-16,22 0-62 0,-17-8-60 15,7 3-78-15,2 0-86 0,2 1-90 0,-3-5-95 16,6 3-152-16,-1-3-118 16,0 1 74-16,4-3-457 0,2 0-632 15</inkml:trace>
  <inkml:trace contextRef="#ctx0" brushRef="#br0" timeOffset="-51401.5">20150 18061 3045 0,'0'0'-59'0,"0"0"42"0,0 0 41 0,0 0 28 0,0 0 24 0,0 0 8 15,0 0 18-15,0 30 13 0,2-18-4 0,4 2-5 16,-2 1-10-16,-1 0-8 0,6-2-8 16,-4 0-4-16,4-1-3 0,1-1-3 0,2-1 0 15,-3-3-2-15,2-1-5 16,1 0-8-16,-3-2 1 0,2-2-3 0,1-2-1 15,-12 0-4-15,22-2-1 0,-15-2 1 16,0-2 4-16,2-2 5 0,0-1 9 16,-4-1 13-16,-1-2 8 0,0-3 1 0,-2-2-2 15,-2-4-8-15,-2-4-5 0,0-1-8 16,-4-9-7-16,5 6-5 0,-3 8-6 0,-3 3-10 16,7 1-33-16,-2 6-32 15,2-1-45-15,-1 6-53 0,1-2-39 0,0 8-55 16,0 0-59-16,0 0-58 0,0 0-128 0,0 0-179 15,0 0 25-15,0 0-285 0,0 0-384 16</inkml:trace>
  <inkml:trace contextRef="#ctx0" brushRef="#br0" timeOffset="-50799.91">20636 17899 2591 0,'0'0'85'0,"0"0"15"16,0 0 13-16,0 0 18 0,0 0 11 0,-19 12-5 16,17-4 4-16,2 2-9 15,0-3-9-15,4 5-6 0,-4 0-18 0,2 1-4 16,0-1 6-16,-1 2 12 0,1-5 7 16,1 3 5-16,-1 0 4 0,0-3 6 0,0-1-7 15,-2 0-7-15,1 1-1 0,-1-3-8 16,0-6 2-16,2 11 4 0,-2-11 12 15,2 7 8-15,-2-7-17 0,0 0-13 0,0 0-13 16,0 0-13-16,0 0 0 0,-5-35-14 16,5 21-7-16,0 1-7 0,1 1-4 0,-1 0-5 15,0 3-6-15,0 1-2 16,0-2-1-16,0 10-13 0,0-11-1 0,0 11-3 16,8-6-1-16,-8 6-4 0,11 0-1 15,-11 0-4-15,0 0 0 0,25 5-6 16,-17 1 1-16,1 0 0 0,1 0-3 0,-5 1 0 15,3 0 1-15,0-2-2 0,-3 1-1 16,1-2 1-16,-1 2 1 0,-5-6 2 0,9 8 5 16,-9-8 4-16,7 4 3 0,-7-4-5 15,0 0-3-15,0 0-7 0,9-26 5 16,-7 9-5-16,7-18 2 0,-4 2 1 0,3 1 1 16,-1 1-1-16,-2 9 8 0,0 3 1 15,2 5 5-15,-5 3-3 0,4 2 19 0,-1 4 20 16,3 3 8-16,-8 2 12 15,0 0 3-15,25 9-5 0,-13-2-5 0,-3 4-7 0,0 1 2 16,1 1-12-16,1 2-10 0,-1-5 3 16,0 2-7-16,-3-2-4 0,1-1-2 15,-3-1-3-15,4 0-11 0,-6-2-30 16,3-1-55-16,-6-5-49 0,5 10-53 16,-3-6-73-16,-2-4-79 0,4 8-101 0,-4-8-122 15,0 0-166-15,0 0-73 0,-8 5 90 16,8-5-516-16,-5 8-675 0</inkml:trace>
  <inkml:trace contextRef="#ctx0" brushRef="#br0" timeOffset="-36053.15">21069 17669 3142 0,'-6'4'-73'0,"6"-4"40"0,-7 6 35 0,7-6 36 0,0 0 36 0,-7 4 31 0,7-4 34 0,0 0 11 16,0 0 20-16,0 0 18 0,0 0 4 16,0 0-2-16,35-16-16 0,-22 10-16 0,7-3-14 15,-4 1-13-15,6-3-14 0,-6 5-9 16,4-2-15-16,-5 0-5 0,-2-1-33 0,5 1-54 16,-5 1-81-16,-4 2-82 15,1 0-83-15,1-2-86 0,-1 3-128 0,-2 1-193 16,-3 1 23-16,-5 2-322 0,0 0-429 15</inkml:trace>
  <inkml:trace contextRef="#ctx0" brushRef="#br0" timeOffset="-35839.18">21257 17695 2724 0,'-3'3'86'0,"3"-3"28"15,-8 6 27-15,8-6 26 0,0 0 27 0,0 0 5 16,-5 4-1-16,5-4-11 0,0 0-17 15,0 0-17-15,0 0-14 0,0 0-15 16,0 0-13-16,0 0-28 0,0 0-51 16,32-12-60-16,-32 12-68 0,15-5-60 15,-7 3-57-15,-1-2-63 0,-7 4-87 0,13-6-121 16,-7 4-128-16,-6 2 56 0,0 0-137 16,14-3-188-16</inkml:trace>
  <inkml:trace contextRef="#ctx0" brushRef="#br0" timeOffset="-34388.58">21544 17394 1927 0,'0'0'18'0,"-11"8"20"0,11-8 23 0,-3 4 21 0,3-4 20 0,0 0 21 0,-6 8 19 0,6-8 18 15,0 0 18-15,0 0 15 16,0 0 14-16,0 0 7 0,0 0-13 0,0 0-8 16,36-16-20-16,-22 9-14 0,1-1-19 15,-1 2-12-15,1-2-15 0,-2 0-13 0,0 1-8 16,-2 1-11-16,1 2-10 0,-1-2-17 16,-1 4-28-16,-4-3-30 0,-6 5-33 0,15-5-26 15,-15 5-44-15,12-3-29 16,-12 3-31-16,7-4-33 0,-7 4-40 0,0 0-55 15,11 0-111-15,-11 0-175 0,0 0 33 16,0 0-198-16,6-6-236 0</inkml:trace>
  <inkml:trace contextRef="#ctx0" brushRef="#br0" timeOffset="-33671.41">21793 17152 1958 0,'-4'-5'20'0,"4"5"21"16,-3-10 17-16,3 10 13 0,-7-6 2 16,7 6 5-16,0 0 1 0,0 0-6 0,-4-8-10 15,4 8-3-15,0 0-3 0,0 0-4 16,0 0-1-16,0 0 0 0,0 0 2 16,0 0-10-16,0 0 5 0,0 0-7 15,0 0-1-15,0 0-7 0,0 0 0 0,0 0-7 16,0 0 3-16,0 0-4 0,0 0-1 15,0 0 0-15,0 0-1 0,0 0 5 16,0 0 0-16,0 0 7 0,0 0 4 0,0 0-5 16,0 0 3-16,0 0 6 0,0 0 1 15,0 0-9-15,0 0 1 0,0 0 1 0,0 0-14 16,0 0 5-16,0 0-7 0,0 0-2 16,0 0-1-16,0 0-2 0,0 0 6 15,0 0-4-15,0 0-2 0,0 0 1 0,0 0 2 16,0 0 6-16,0 0 4 15,0 0-1-15,0 0-2 0,0 0 9 0,0 0-24 16,0 0-1-16,0 0-3 0,0 0 7 16,0 0 10-16,0 0 1 0,4 31 3 0,3-23 3 15,-5 2 2-15,1-1 2 0,3 3 1 16,-3-4 0-16,1-1 5 0,2 2 8 16,-2-2-10-16,2-2-1 0,-2 2-5 0,-4-7 5 15,9 8-3-15,-9-8-3 16,12 4-6-16,-12-4 1 0,0 0-4 0,16-2-2 0,-16 2 3 15,0 0-3-15,16-7-5 16,-10 2-4-16,-1 0-7 0,-5 5-3 0,8-14-7 16,-7 6-5-16,1-1 15 0,3-3-3 15,-3 2 2-15,0 0-1 0,-1 2 3 16,-1 2 0-16,0 6 1 0,2-15-8 0,0 11-1 16,-2 4 0-16,2-10 2 0,-2 10-6 15,0 0 1-15,4-9-6 0,-4 9 0 0,0 0 3 16,0 0 9-16,0 0 8 0,0 0 6 15,0 0 7-15,19 19 5 0,-12-7 5 0,1-3 5 16,-3 6 4-16,7 0-1 16,-2 0-1-16,-1 1-8 0,3-1-3 0,-5-1-2 15,3 1-1-15,-2-2-3 0,-3-3-2 0,3-2-1 16,-5 3-8-16,3-3 3 0,-2-1-22 16,0 0-41-16,-4-7-61 0,2 8-73 15,0-3-89-15,-2-5-125 0,-2 8-175 16,2-8-81-16,-8 4 71 0,2 0-262 0,6-4-329 15</inkml:trace>
  <inkml:trace contextRef="#ctx0" brushRef="#br0" timeOffset="-29007.66">15103 14713 2542 0,'0'0'91'0,"0"0"31"15,0 0 38-15,5-5 18 0,-5 5 10 0,0 0 9 0,0 0 22 0,0 0 19 0,6-7 4 16,-6 7-10-16,0 0-20 0,3-8-19 16,-3 8-11-16,2-6-6 0,-2 6-13 15,0 0-15-15,6-8-18 0,-6 8-19 16,0 0-8-16,0 0-15 0,0 0-6 16,0 0-7-16,0 0-9 0,19 14-5 0,-10-2-9 15,3 5 12-15,5 9-15 0,2 1 12 16,-4 4-16-16,5 0 4 0,1 8 16 0,-1 1-18 15,-2-9-1-15,-2 1-1 0,2 1 4 16,-3-1-5-16,-5-3 14 0,-1 0 6 0,-2-5 6 16,-3-5 3-16,1 0 9 0,-3-1 13 15,-1-3 2-15,-2 1-4 0,-3 0 2 16,-1 0-10-16,-2-2-5 0,0-1-4 0,-5 1-10 16,0-4-4-16,0-1-4 0,-2-2-5 0,3-4-9 15,-3-1-13-15,-3-4-36 16,-1-1-48-16,0-8-53 0,-9-7-51 0,2-2-50 15,2-3-67-15,1-4-89 0,3-4-113 16,-3-10-132-16,4 0-242 0,8 7 75 16,1 0 80-16,1-2-505 0,4 2-664 0</inkml:trace>
  <inkml:trace contextRef="#ctx0" brushRef="#br0" timeOffset="-28806.43">15214 14541 3543 0,'0'0'47'0,"-2"-15"52"0,2 8 20 16,0 7 9-16,-3-13 9 0,1 4 10 15,0 2-3-15,2 7-17 0,-2-13-15 0,2 13-15 16,2-11-28-16,-2 11-52 0,6-9-71 16,-3 3-85-16,5 3-95 0,-2-1-120 0,-6 4-169 15,24-2-101-15,-14 4 59 0,3 0-215 16,3 1-269-16</inkml:trace>
  <inkml:trace contextRef="#ctx0" brushRef="#br0" timeOffset="-28591.19">15504 14754 2465 0,'-8'7'193'0,"1"0"33"15,1-2 29-15,1 1 22 0,5-6 18 0,-8 7 25 16,8-7-5-16,-6 4 4 0,6-4-15 15,0 0-27-15,0 0-23 0,0 0-26 0,0 0-21 16,0 0-22-16,0 0-19 0,0 0-52 16,30-7-86-16,-14 3-90 0,2-2-85 0,-2-2-110 15,5 1-114-15,-4 1-100 0,-1 4-109 16,-5 0-140-16,-4 0 67 0,-7 2-424 16,14 4-549-16</inkml:trace>
  <inkml:trace contextRef="#ctx0" brushRef="#br0" timeOffset="-28421.7">15601 14870 2827 0,'-3'5'4'16,"-1"0"58"-16,4-5 46 0,0 0 34 0,-5 7 23 16,5-7 24-16,0 0 16 0,0 0 4 15,0 0-14-15,0 0-16 0,0 0-18 0,0 0-18 16,0 0-17-16,0 0-43 0,37-17-56 16,-10 2-62-16,4 1-78 0,-1-4-78 15,14-8-68-15,-5-1-57 0,4-2-54 0,-2-1-64 16,4-4-79-16,-7-3-19 15,-1 2-170-15,-2 0-194 0</inkml:trace>
  <inkml:trace contextRef="#ctx0" brushRef="#br0" timeOffset="-28122.65">16207 14369 1975 0,'4'-10'49'0,"-2"4"29"15,-2 0 13-15,0 6 8 0,0 0 16 16,0 0 23-16,0 0 35 0,0 0 12 16,-29 17 9-16,16-4 12 0,1 3 6 0,-4 6 1 15,2 4-5-15,5-4 0 0,-1-3-14 16,7-1-15-16,-2-1-18 0,3 3-16 0,4-3-16 15,5 4-6-15,0-5-12 16,0 4-13-16,5-5-9 0,1 1-5 0,2-3-9 0,3 1-10 16,-3 1-7-16,-2-3-3 15,0 0-9-15,-3-1-3 0,1 0 17 0,-3 0 19 16,-2 0 30-16,0 0-8 0,-4-1 17 16,-2 0 17-16,-2 1 4 0,-2-1-4 0,-2 2-12 15,-4 1-13-15,1-1-11 0,-6 1-9 16,-8 3-14-16,-2 1-9 0,1-4-30 15,-5 0-55-15,0 3-69 0,2-2-62 0,6-3-66 16,3-2-86-16,-2 0-91 0,7-2-94 16,-2-2-143-16,2 2-125 0,4-2 62 0,-4-1-517 15,6-1-672-15</inkml:trace>
  <inkml:trace contextRef="#ctx0" brushRef="#br0" timeOffset="-25857.99">15096 15920 3040 0,'0'0'-84'0,"7"-5"45"0,-7 5 36 0,0 0 29 0,1-7 16 0,-1 7 15 0,4-3 23 16,-4 3 25-16,0 0 11 0,0 0 6 16,6-9-5-16,-6 9-1 0,0 0 5 15,0 0-2-15,0-6-8 0,0 6-4 0,0 0-5 16,0 0-14-16,0 0-9 0,-8-7-10 15,8 7-8-15,0 0-5 0,-15 0-9 16,15 0-6-16,-22 1-1 0,13 3-9 0,-6 2 6 16,0-2-11-16,-7 6-1 0,6 1-2 15,-7 4-5-15,-2 1 0 0,3 3 4 0,0-5 6 16,6-2 1-16,4 1-3 0,1-3 3 16,-2-1-3-16,4 1 0 0,4-2-3 0,-4 0 2 15,8 0-4-15,-1-1 0 16,2 1 4-16,3-1 1 0,6 0 0 0,-4 0 2 0,8 2-1 15,1-3-3-15,4 1 1 16,2 2-6-16,-1-1-2 0,2-3 1 0,-4 4-4 16,-2-4-1-16,1 2-3 0,-3 0-1 15,-5-2 3-15,3 2 11 0,-2 0 17 0,0 0 11 16,-4 0 10-16,3 2 12 0,-7 0 6 16,3 0-2-16,-6 2 1 0,2 1-3 15,-3-2-5-15,-5 3-4 0,3 1-9 0,-6 0-6 16,0-1-5-16,-1 0-7 15,3-1-3-15,-2-4-8 0,-1 1-22 0,5-2-29 16,-3 0-37-16,3-4-49 0,-1 0-56 16,-2-1-70-16,10-2-77 0,-11 0-77 0,11 0-101 15,0 0-115-15,-12-7-75 0,12 7 65 16,2-10-323-16,-2 10-416 0</inkml:trace>
  <inkml:trace contextRef="#ctx0" brushRef="#br0" timeOffset="-25407.19">15135 16150 2465 0,'4'-7'21'0,"-3"2"46"0,-1 5 29 0,4-7 28 0,-4 7 17 0,0 0 17 15,0 0 12-15,2-8-5 0,-2 8-11 0,0 0-16 16,0 0-1-16,0 0 22 16,0 0 4-16,0 0-6 0,11 27-3 0,-7-16 1 15,0 2-13-15,4 1-7 0,-5 0-6 16,3-3-7-16,1 1-9 0,0 0-8 15,-2-3-5-15,3-1-7 0,-3 2-7 0,3-4-5 16,0 1-4-16,-1-3-5 0,-7-4-7 16,15 5-5-16,-15-5-7 0,21-3-5 15,-7 1-4-15,-1-5-4 0,0 2-5 0,1-4 4 16,-1 1-10-16,-1-3-2 0,-1 3-2 16,-2-2-6-16,1 0-5 0,2 1-1 0,-5 1 3 15,-1 0-4-15,0 2 3 0,1-2-3 0,-3 3 0 16,2-2 1-16,-6 7-5 0,5-12 3 15,2 7-2-15,-6-2 10 0,-1 7-11 16,4-12-1-16,-2 7-1 0,-2 5 3 16,2-14 9-16,-2 14-5 0,0-13-2 15,0 4-1-15,-2 0 2 0,2-1-4 0,-2 0-6 16,0-1-3-16,0 3-17 0,2-2-21 16,-3 1-27-16,-2 3-30 0,5-3-42 0,0 9-47 15,-2-12-80-15,0 8-102 16,2 4-118-16,0 0-166 0,0 0-51 0,-24 14 75 15,12-3-387-15,5 2-489 0</inkml:trace>
  <inkml:trace contextRef="#ctx0" brushRef="#br0" timeOffset="-24791.18">15523 15952 3019 0,'-2'-8'61'0,"2"8"-2"0,-4-7 4 0,4 7-18 0,0 0-5 0,0 0 23 16,0 0 37-16,0 0-4 0,0 0-6 15,0 0-5-15,22 21-7 0,-17-10-4 16,3-1 0-16,2 2 6 0,-7-2-2 16,5 1 5-16,-3 1-2 0,1-2 11 0,-1 0-4 15,-2 0-3-15,-1 1-1 0,4-3 1 16,-5-1-5-16,1 0 0 0,-2 0 8 0,4-2 6 15,-4-5 16-15,4 8 9 0,-4-8-5 16,0 0-12-16,0 0-8 0,0 0-13 0,0 0-6 16,0 0-11-16,-13-25-7 0,11 13 1 15,-2 0-11-15,2-1-8 0,2 2 1 16,0 1-9-16,0-2-1 0,0 3-1 16,0 1-10-16,0-1-1 0,0 9-2 0,4-15-5 15,0 10-3-15,-4 5-3 0,7-4 2 16,-7 4-1-16,14-2 0 0,-14 2-3 0,0 0 4 15,24 6-4-15,-14-3-1 0,-2 1 1 16,-1 2-1-16,0-2 2 0,2 4-1 16,-6-4-1-16,5 2 4 0,-8-6-2 0,7 7 0 15,-1-3 4-15,-6-4-1 0,6 4 6 16,-6-4 19-16,0 0-4 0,0 0-1 0,0 0-5 16,17-21-2-16,-14 9-4 0,1-1-1 15,3-3-1-15,-4 3 2 0,5-1-8 0,-5 2 5 16,1 2-7-16,2 3 1 0,-4 0-4 15,2 0-4-15,2 2 4 0,-6 5 0 16,13-5-2-16,-3 5 1 0,-10 0-1 16,22 2 5-16,-6 3-1 0,-2 0-4 15,2 0 1-15,-1 2-1 0,1-2 1 0,-2 3 1 16,2-2-6-16,-3 2-11 0,1-2-23 16,-5 0-32-16,0-2-40 0,2 1-48 0,-6-1-65 15,2 0-71-15,-1-2-77 0,-6-2-111 16,0 0-168-16,12 0-36 0,-12 0 65 0,0 0-349 15,7-8-447-15</inkml:trace>
  <inkml:trace contextRef="#ctx0" brushRef="#br0" timeOffset="-24592.22">16091 15801 3039 0,'0'0'221'0,"0"0"10"0,6-9 15 0,-6 9 11 0,0 0 8 16,1-8-14-16,-1 8-22 0,11-9-23 15,-4 2-21-15,0-2-23 0,3 1-46 0,0-2-50 16,-1 1-62-16,0 1-69 0,3-4-87 16,-1 4-103-16,-1 2-91 0,-2-1-118 15,-1 2-157-15,1 2-6 0,-8 3 63 0,0 0-247 16,0 0-298-16</inkml:trace>
  <inkml:trace contextRef="#ctx0" brushRef="#br0" timeOffset="-24391.69">16158 15840 2414 0,'-6'7'162'15,"2"-2"64"-15,4-5 41 0,-3 7 26 16,3-7 32-16,0 0 40 0,-6 7 28 16,6-7 8-16,0 0-6 0,0 0-11 0,0 0-16 15,0 0-21-15,0 0-37 0,20 0-30 16,-20 0-33-16,0 0-30 0,27-11-26 0,-15 8-53 16,-3-2-58-16,3-1-63 0,-2 1-74 15,-1 2-70-15,-2-2-51 0,-7 5-53 0,14-9-72 16,-8 6-80-16,-1-2-79 15,1 1-99-15,-6 4-159 0,2-6-27 0,-2 6 78 16,0 0-481-16,0 0-618 0</inkml:trace>
  <inkml:trace contextRef="#ctx0" brushRef="#br0" timeOffset="-8846.43">16667 15562 282 0,'0'0'102'0,"0"0"-24"0,0 0 13 0,0 0-17 0,0 0 10 0,0 0-2 16,0 0-1-16,-2 7 5 0,2-7 9 15,0 0 6-15,0 0 5 0,0 0 5 16,0 0 2-16,0 0-4 0,-8 5 0 16,8-5-5-16,0 0-5 0,0 0-7 15,0 0-1-15,0 0-4 0,-10 5-4 0,10-5-3 16,0 0 0-16,0 0-5 0,0 0-2 15,0 0 3-15,0 0-9 0,0 0-6 0,0 0-4 16,0 0-4-16,0 0-9 0,0 0-1 16,0 0-5-16,0 0-2 0,0 0-6 15,23-14-2-15,-11 6-2 0,-1 1-5 0,4 0 0 16,-1 0-4-16,1 1 0 0,-3-1-3 16,1 0 3-16,1 0-5 0,-1 0 2 0,-4 2 0 15,3-2-4-15,-3 1-3 16,-2 2 3-16,5 0-4 0,-12 4 2 0,13-6-2 15,-9 2 1-15,-4 4 1 0,10-7-1 0,-10 7-5 16,9-5 2-16,-9 5-12 16,8-5-12-16,-8 5-16 0,7-4-23 0,-2 0-24 15,-5 4-40-15,0 0-65 0,7-6-93 16,-7 6-188-16,2-6-12 0,-2 6-64 0,0 0-47 16</inkml:trace>
  <inkml:trace contextRef="#ctx0" brushRef="#br0" timeOffset="-8278.5">17339 14965 1405 0,'2'-7'-6'0,"-2"3"14"0,0 4 18 0,4-9 14 0,-4 9 9 0,0-7 6 0,0 7 14 0,0 0 12 15,-4-8 6-15,4 8-1 0,0 0-2 16,0 0-8-16,0 0-11 0,0 0-5 0,-6-4-6 0,6 4-2 15,0 0-1-15,0 0 3 16,0 0 8-16,-19 19 4 0,14-7 10 0,-3 5-1 16,-1 2 5-16,-5 8 7 0,5 3 0 15,-4 3 0-15,3 0-5 0,-1 2 2 0,0-2 0 16,4 2-11-16,2-2-3 0,-1-6-5 16,2-3-5-16,2-2-5 0,4-3-7 15,-2 0-4-15,2-2 1 0,4-2-6 0,-3-1-1 16,7-3-4-16,0-2-3 0,-3-1-3 15,4-4-5-15,1 0 7 0,-1-2 1 16,3 0-8-16,-5-2-1 0,-9 0-5 0,22-5 3 16,-15 2 2-16,0 0-9 0,-3 0 3 15,2-3-1-15,-6 6-4 0,4-7 0 16,-4 7-6-16,-4-10-18 0,-2 6-11 0,-1 0-15 16,7 4-13-16,-18-4-24 0,11 4-23 15,7 0-26-15,-23 0-37 0,12 2-45 0,0 2-61 16,-1-2-85-16,-1 2-168 0,2-1 19 15,0 0-81-15,4 3-84 0</inkml:trace>
  <inkml:trace contextRef="#ctx0" brushRef="#br0" timeOffset="-7797.35">15845 16653 1603 0,'-23'13'-16'0,"5"-2"15"0,-2-1 8 0,3 0 2 0,-2 0 6 0,4 1 2 0,2-5 23 16,1 1 20-16,1-2 11 0,1 1 5 15,3-3-3-15,7-3-1 0,-12 5-4 16,12-5 1-16,0 0-1 0,0 0 1 0,0 0 5 16,16-20 1-16,12-3 0 0,18-11-6 15,22-19-4-15,10-9-8 0,14-6-5 16,10-6-6-16,43-24-2 0,2 5-1 0,0 1-6 15,-28 27-1-15,-6 0-12 16,4 2-6-16,-8 4-2 0,-12 4-7 0,-10 5-4 16,-11 8 0-16,-20 10 5 0,-10 5-3 15,-8 6 2-15,-12 4 10 0,-4 5 16 0,-8 2 11 16,-6 3 4-16,-2 0-9 0,-2 1-3 16,0 2-8-16,-4 4 4 0,2-9-15 0,-2 9-17 15,0 0-39-15,-4-10-55 0,4 10-68 16,0 0-109-16,-9-7-215 0,9 7-21 15,0 0-122-15,0 0-125 0</inkml:trace>
  <inkml:trace contextRef="#ctx0" brushRef="#br0" timeOffset="-6713.82">16604 16864 1888 0,'5'-8'42'0,"-1"4"-5"0,2 1-5 0,-6 3-4 0,4-6-2 0,-4 6-5 0,0 0-4 15,8-6 9-15,-8 6 6 0,0 0 3 16,0 0-3-16,0 0 0 0,16 12-3 16,-11-7-2-16,0 5 0 0,1-2 0 15,-1 3-2-15,1-3-1 0,2 4-3 0,3 3 5 16,0 1-2-16,2-1 0 0,-2 1-3 16,1-1 2-16,6 6-1 0,-2-3-1 0,-3-1-1 15,6 2 1-15,-2-3 0 0,-2-2-1 16,-2-1-2-16,-2 1 0 0,5-1 1 15,-7-1-2-15,3-2-4 0,-2-1 3 0,-5 1-1 16,3-2-1-16,-2 1-2 0,-2-1-3 16,-1-1 3-16,1 0-2 0,0 1-23 0,-2-1-39 15,-2 0-59-15,0 0-92 0,-2-2-110 16,-4 0-180-16,3 0-72 0,3-5-65 16</inkml:trace>
  <inkml:trace contextRef="#ctx0" brushRef="#br0" timeOffset="3467.74">27321 3687 874 0,'0'0'377'0,"-5"-9"-124"0,1 3-60 0,4 6-33 0,-4-6-20 16,4 6-11-16,-4-9-3 0,4 9 5 15,-4-7 4-15,4 7 9 0,-4-7 2 0,4 7-1 16,0 0-7-16,-5-8-6 0,5 8-18 15,0 0-7-15,-4-7-8 0,4 7-16 16,0 0-12-16,0 0-5 0,0 0-11 16,0 0 0-16,0 0-4 0,-2 29 14 15,4-10 1-15,0 15 14 0,4 8 10 0,-3 11 7 16,6 5 4-16,0 4-7 0,-2 5-8 16,9 1-7-16,-3 2-4 0,0 2-9 0,6 16-4 15,-3-18-5-15,4 16-7 0,-6-16-1 16,-3 0 23-16,0-1-2 0,-1 1-1 0,1 2 5 15,-3-2-4-15,-2 0 0 0,4 0 2 16,-10-3 3-16,3-3 0 0,5 4 1 16,0-5-4-16,-1 0 11 0,1 0-13 15,-3-5-3-15,5-2 3 0,-2-3-9 0,-1 1 3 16,2-14-6-16,0-1 2 0,-2 2-6 16,1-6-9-16,-1 2 1 0,-1-7-3 15,2-2 19-15,-4-5-5 0,-1 2-9 0,1-3-7 16,0-3-5-16,-3 1 1 0,1 0-7 15,3 2-1-15,-3-5-5 0,1 5 6 0,-3-3-10 16,2 5 2-16,-2-2-4 0,0 0 2 16,0-1-4-16,0 0-2 0,0-1-4 0,0-1 2 15,2 2 0-15,0-5-2 16,0 3 2-16,2-2 1 0,-3 1-2 0,1-3-3 0,0 3-3 16,2-5 0-16,0-1 4 15,-2 2-2-15,4 1-3 0,-1-1 1 0,1-1 1 16,-1 3-1-16,6 1-4 0,-2 0 0 15,2 2 3-15,5 3 4 0,0 1-4 0,4 0-4 16,-1 1 4-16,1-1 1 0,3 0 1 16,1 3-4-16,1-1-1 0,5 6 1 0,-10-6 7 15,11 9-7-15,-10-12-4 0,2 5 0 16,-2 0 7-16,2-2 2 0,-2 4-7 0,0-2 2 16,-2-1-2-16,0-1 9 0,-1 3 0 15,0-4-9-15,0 0 0 0,0 0 7 16,0-1-3-16,-4 1-4 0,4 3 2 15,-1-2 3-15,-4 2-3 0,5 1-2 0,-3 0 1 16,0 1 3-16,2 0 1 0,1 0-4 16,2-2 7-16,-1 1-1 0,3-1-3 15,0-2-2-15,1 0 8 0,4-3-9 0,-1-1 2 16,3-1 5-16,3-1-2 0,12 2-3 16,2-4-3-16,4-2-1 0,4 1 2 0,7-4 3 15,5-1 2-15,-1-1-13 0,1-2 13 16,3 0-1-16,1-1-4 0,1 0 0 0,1-1-1 15,5-3-1-15,0 1 0 0,4-2 1 16,-2-4-2-16,7 2 4 0,2-4-5 0,1 1 0 16,3-3 3-16,19 1-2 0,-5-1 3 15,3-2-5-15,-5 1-7 0,4-3 1 0,-2 3-4 16,-19 0 7-16,24 2-2 16,-3-5-1-16,0 2-1 0,-1-3-1 0,-24 5 2 15,3 0 3-15,0-2 1 0,14-3 1 16,-19 3-1-16,-4 1 1 0,-4-2 2 0,-1 2 5 15,-2-1 6-15,-6 0 9 0,-1 3 16 16,-14 1-1-16,-3 0 11 0,-2-1-1 0,0 2 0 16,-2 1 0-16,-4 0-13 0,-6 0 3 15,-3 2-7-15,-3 0-3 0,-3 2 2 0,1-2-3 16,-6 0-5-16,1 0 0 0,-3 2-5 16,-3-2-2-16,-2 0-10 0,-1 2-23 15,-10-2-39-15,17 2-69 0,-17-2-61 16,12 0-76-16,-12 0-97 0,0 0-106 0,0 0-138 15,0-11-194-15,-5 3 77 0,0-2 77 16,-1-2-502-16,-1-5-619 0</inkml:trace>
  <inkml:trace contextRef="#ctx0" brushRef="#br0" timeOffset="4499.9">28472 4038 3010 0,'0'0'-84'0,"0"0"46"0,0 0 46 0,0-8 40 0,0 8 32 0,0 0 25 15,0 0 16-15,0 0 10 0,0 0-5 16,0 0-19-16,0 0 1 0,0 0 9 16,0 0 10-16,0 0-4 0,0 0-9 15,0 0-1-15,2 24-6 0,2-16 0 0,-2 1-6 16,0-1-6-16,-2 1-3 0,2 1 2 15,-2-3-7-15,0-7-3 0,0 15-4 0,0-8 10 16,0-7 17-16,0 12 25 0,0-12 11 16,1 9 29-16,-1-9 21 0,0 0-16 0,0 0-18 15,0 0-19-15,0 0-9 0,0 0-11 16,-7-31-18-16,5 12-7 0,4-5-14 16,0-11-16-16,3-1-2 0,4-3-7 15,-6 1-17-15,7 1-23 0,-1-1-13 0,3 4-27 16,-1 2-22-16,1 3-22 0,-1 7-30 15,-2 5-39-15,3 1-43 0,-2 6-46 16,-3 3-55-16,5 1-55 0,-3 4-54 0,0 0-80 16,-9 2-159-16,16 6-85 0,-8 1 80 15,-3 1-391-15,-1 2-500 0</inkml:trace>
  <inkml:trace contextRef="#ctx0" brushRef="#br0" timeOffset="4965.34">28435 3976 2681 0,'-12'5'22'0,"2"1"26"0,5-5 18 0,5-1 9 16,-8 5 28-16,8-5 26 16,0 0 44-16,-10 3 9 0,10-3-11 0,0 0-11 15,0 0-15-15,0 0-12 0,0 0-13 16,0 0-11-16,0 0-13 0,46-12-11 0,-27 8-6 16,0-2-9-16,1 2-5 0,-4-2-7 15,2 1-6-15,-3 1-6 0,-1-1-5 16,-3 2-4-16,0-1-2 0,-3 3-3 0,-8 1-6 15,15-5 2-15,-15 5-6 0,14-4-3 16,-14 4-3-16,9-3-2 0,-9 3-2 16,0 0-2-16,0 0-5 0,11 0 1 15,-11 0 1-15,0 0-1 0,0 0 0 0,0 0 2 0,19 3 3 16,-19-3 2-16,11 5 0 16,-2-1-3-16,-9-4 2 0,20 3 0 0,-10-3 0 15,5 2-4-15,-15-2 2 0,27 0 3 16,-14 0-6-16,-1-2 6 0,-1 0-1 15,-11 2 20-15,17-5 22 0,-11 2 12 0,0-2 8 16,-6 5 5-16,5-12-5 0,-5 3-3 16,-2 0-10-16,0 0-2 0,-1-2-8 0,-3 1-5 15,1-1-6-15,1 3-7 0,-3-1-4 16,4 2-6-16,3 7-10 0,-10-8-23 0,10 8-27 16,-11-2-41-16,11 2-48 15,0 0-68-15,-23 6-81 0,16 0-76 0,-1-2-105 16,2-2-142-16,6-2-77 0,-5 10 73 15,5-10-332-15,0 6-415 0</inkml:trace>
  <inkml:trace contextRef="#ctx0" brushRef="#br0" timeOffset="5382.12">28947 3957 2600 0,'11'2'17'0,"-11"-2"34"0,0 0 20 0,0 0 25 0,0 0 37 0,13-6 20 0,-13 6 8 0,7-6 1 0,-7 6-6 15,0 0-4-15,9-6-5 0,-9 6 1 0,4-6 0 16,-4 6-6-16,0 0-6 0,5-7-1 16,-5 7-6-16,0 0-6 0,2-10-8 15,-2 10-11-15,-2-9-9 0,2 9-12 16,-3-14-6-16,-1 8-8 0,2-1-6 0,2 7-7 16,-5-12-5-16,3 6-10 0,2 6 0 15,-4-6-4-15,4 6-7 0,-5-7 4 16,5 7 6-16,0 0 7 0,-2-10-2 0,2 10-7 15,2-11 2-15,7 4-9 0,-2-2-1 16,4 0-4-16,5-2-4 0,0 0-2 16,6-1-4-16,-1 0 0 0,-3 5-4 15,0 1-1-15,0 2-2 0,-6 4-2 0,3-3-3 0,-15 3 1 16,25 7 5-16,-13-1 8 16,-1 1 14-16,-1 2 3 0,0 4 4 15,-3-3 1-15,0 4-2 0,-1-2 1 0,2 1-5 16,-2-1-8-16,-2-1 2 0,3 2-7 15,-3-2-4-15,-1-1-43 0,6-2-48 0,-6 1-54 16,3 0-67-16,-1-2-77 0,1-1-96 16,2-2-129-16,0-1-200 0,-1-1 0 0,-7-2 72 15,20 3-386-15,-9 0-487 0</inkml:trace>
  <inkml:trace contextRef="#ctx0" brushRef="#br0" timeOffset="5799.38">29547 3967 2893 0,'0'0'57'0,"0"0"24"0,-13 3 8 0,13-3-1 0,0 0 1 0,0 0-1 0,0 0-5 16,0 0 2-16,0 0-12 0,0 0-5 15,36-15-9-15,-20 10-2 0,0-3 0 0,2 3-11 16,-3-2-1-16,0 1-12 0,-2-4-1 15,-1 2-1-15,1-1 2 0,-4-1-7 0,0-4 1 16,-4 0 5-16,1-2-1 16,-4 0 0-16,-2-5 2 0,-2-4 1 0,0-1 3 15,-3-7 4-15,-4 2 10 0,5 7 8 16,-1 6 14-16,1 2 13 0,1 3 5 0,1 2-8 16,0 1-8-16,0 3-13 0,-2 2-6 15,4 5 7-15,0 0 8 0,0 0-4 16,0 0 3-16,-1 19 0 0,2-7-3 0,1 5-4 15,6 0-6-15,-1 2-3 0,2-1-6 16,5 9-7-16,3-1 1 0,-2-5-6 16,0-3-14-16,-1-3-32 0,-1-3-37 0,3 2-45 15,-5-5-51-15,-1 1-62 0,1-2-65 16,-4-1-82-16,1-4-107 0,0-2-153 16,-8-1-19-16,9 0 68 0,-9 0-254 15,0 0-304-15</inkml:trace>
  <inkml:trace contextRef="#ctx0" brushRef="#br0" timeOffset="5981.93">29810 3459 2382 0,'-7'-9'84'16,"-1"1"34"-16,4 2 21 0,-2 0 22 16,6 6 27-16,-7-6 10 0,7 6-5 15,-6-8-18-15,6 8-21 0,0 0-19 16,-3-7-33-16,3 7-54 0,0 0-56 0,0 0-68 15,0 0-84-15,0 0-113 0,0 0-180 16,0 0-130-16,0 0 61 0,0 0-159 0,0 0-176 16</inkml:trace>
  <inkml:trace contextRef="#ctx0" brushRef="#br0" timeOffset="6201.97">29880 3693 2048 0,'-9'3'142'0,"2"1"32"16,7-4 39-16,-10 5 25 0,10-5 21 0,-6 4 14 15,6-4 1-15,0 0-15 0,0 0-26 16,0 0-25-16,0 0-18 0,0 0-20 16,0 0-22-16,43-9-50 0,-29 5-76 0,4 1-80 15,-3-1-79-15,2 2-92 0,2-1-96 16,-2 0-109-16,1 2-169 0,-3 1 16 15,-1 0-289-15,-2 0-360 0</inkml:trace>
  <inkml:trace contextRef="#ctx0" brushRef="#br0" timeOffset="6382.16">29991 3808 2498 0,'-7'4'67'0,"0"-2"42"0,7-2 31 0,-11 3 33 15,11-3 31-15,0 0 29 16,0 0-1-16,-9 3-21 0,9-3-23 0,0 0-19 15,0 0-19-15,0 0-47 0,0 0-67 16,27-14-85-16,-12 8-84 0,6-2-84 0,8-5-97 16,1-1-106-16,-1-1-114 0,-1-3-24 15,1 2-220-15,-2-4-268 0</inkml:trace>
  <inkml:trace contextRef="#ctx0" brushRef="#br0" timeOffset="6733.95">30328 3500 2096 0,'0'-6'16'16,"0"6"41"-16,-3-10 34 0,3 10 19 15,-2-11 14-15,2 11 13 0,-4-5 2 0,4 5-15 16,0 0-6-16,0 0-29 0,0 0-4 16,0 0-4-16,0 0-15 0,0 0 3 15,0 0-7-15,0 0-12 0,0 0-2 0,17 26 6 16,-13-18-1-16,-2 4 17 0,2-1-1 16,0 3 2-16,-2-2 7 0,3 1 7 0,-3 1 14 15,2 0 3-15,-3 0 7 0,5 0-4 16,-1-3-8-16,2 3-4 0,0 1-5 15,3-3-1-15,2 4 7 0,-3-4 1 0,0 4 3 16,1-2 2-16,1-2 7 16,-1 1 6-16,0-1-9 0,-5 0 10 0,5 0 7 0,-2-1 8 15,-3-1-3-15,-3 1 3 16,2-3 14-16,-2 3 10 0,-2-2-4 0,0-1-12 16,-4 1-12-16,0 0-5 0,-1-1-11 15,-5-1-14-15,-1 0-7 0,-3 1-15 16,-5 1-45-16,0-4-74 0,-1 2-85 0,2-4-84 15,-1 1-99-15,2-1-108 0,-2 0-118 16,1-2-153-16,5 0-69 0,-2 1 79 0,5-2-530 16,1 4-676-16</inkml:trace>
  <inkml:trace contextRef="#ctx0" brushRef="#br0" timeOffset="9031.89">28800 4543 3016 0,'0'0'-176'0,"0"0"44"0,0 0 40 0,0 0 28 0,0 0 25 0,0 0 24 0,0 0 21 16,0 0 12-16,0 0 9 0,0 0 3 0,0 0 2 16,0 0 1-16,0 0 2 0,0 0 3 15,13 0 12-15,-13 0 5 0,0 0 2 0,0 0 5 16,0 0 4-16,0 0-5 0,0 0 15 15,0 0 17-15,2-8 21 0,-2 8 17 16,0 0 1-16,0 0-12 0,-3-14-2 16,3 14-16-16,-8-5-8 0,8 5-8 15,-16-4-13-15,16 4-3 0,-14-1-12 0,14 1-4 0,-22 0-3 16,22 0-7-16,-25 5-4 16,14 0-5-16,0 0-2 0,-3 4-8 0,2 1-1 15,-1 0-1-15,2 2-4 0,0-3 1 16,5-1-2-16,-2 1-8 0,3-1 5 0,3 2 0 15,2-4-9-15,2 2 8 0,2 3-5 16,5-1-1-16,5-1 0 0,0-2-4 16,6 2 5-16,-1-1-4 0,2 1 0 0,-2 1 1 15,0-2-1-15,0 1 0 0,-5 0 17 16,-3-2 10-16,-2 1 17 0,-1-1 18 0,0 1 21 16,-6 1 9-16,-1-1 11 15,-1 1 3-15,-1 0 7 0,-3 1-2 0,-2-2-1 16,-2 1-5-16,-1-1-14 0,-2 0-9 15,-1 1-12-15,-1-3 0 0,-1 0-10 0,1-2-11 16,-3 2-11-16,3-2-29 0,2-1-40 16,11-3-45-16,-21 0-63 0,21 0-80 0,-21-3-87 15,13-1-80-15,1-4-106 0,1 2-128 16,6-2-61-16,0-1 67 0,0 1-368 16,10-5-455-16</inkml:trace>
  <inkml:trace contextRef="#ctx0" brushRef="#br0" timeOffset="9350.52">28943 4667 2521 0,'8'-3'-2'0,"-8"3"52"0,0 0 33 0,0 0 29 0,7-5 29 0,-7 5 34 16,0 0 19-16,0 0 17 0,8-5 5 0,-8 5-5 16,0 0-5-16,0 0-14 0,0 0-9 15,0 0-11-15,3-8-17 0,-3 8-15 0,0 0-15 16,0 0-15-16,0 0-12 0,0 0-11 15,0 0-8-15,13-1-6 0,-13 1-7 0,0 0-7 16,0 0-5-16,18-3-2 16,-8 3-8-16,-10 0-3 0,24-6-4 0,-10 3-5 15,-1 0-4-15,1-2-1 0,1 3-5 16,-2-2-2-16,-1 1 2 0,1 0-5 0,-2 1-6 16,-1-2-9-16,-10 4-16 0,17-4-25 15,-17 4-28-15,13-3-33 0,-13 3-47 16,10-1-58-16,-10 1-72 0,10-3-95 0,-10 3-130 15,5-4-190-15,-5 4 57 0,0 0-391 16,0 0-500-16</inkml:trace>
  <inkml:trace contextRef="#ctx0" brushRef="#br0" timeOffset="9899.19">29102 4603 2672 0,'-2'-7'-52'0,"2"7"30"0,-5-4 18 0,5 4 14 0,0 0 15 0,-4-8 11 0,4 8 2 0,0 0 26 16,0 0 29-16,0 0 20 0,0 0 11 15,-7 19 1-15,5-11 7 0,0 6 9 0,1-3 2 16,-1 1 0-16,0 0-1 0,2 2 0 15,0-2 0-15,2 0-7 0,0-2-4 0,-1 2-12 16,3-1-6-16,2-1-10 16,-1-2-3-16,3 1-12 0,4-1-8 0,-3-6-6 15,5 1-7-15,-1 1-8 0,2-4-9 0,0 0 0 16,1-2-7-16,-1-1 0 16,-2-1-7-16,2-1-4 0,-1 2 0 0,-1-4-1 15,-1-1-5-15,-1-1-2 0,-2 0 0 16,2-4-2-16,-4-1-5 0,-2 2 1 0,3-3-4 15,-5-1-1-15,4 3-4 0,-5 2-5 16,2 1-17-16,-3 0-26 0,-1 2-35 0,0 8-46 16,2-11-56-16,-2 11-60 0,0 0-53 15,-5-4-79-15,5 4-124 0,0 0-160 16,0 0 56-16,0 0-326 0,0 0-401 0</inkml:trace>
  <inkml:trace contextRef="#ctx0" brushRef="#br0" timeOffset="10465.91">29454 4584 2642 0,'0'0'51'0,"0"0"18"16,0 0 13-16,0 0 15 0,0 0 20 16,0 0 33-16,0 0 18 0,0 0 7 0,0 0-5 15,0 0-12-15,0 0-11 16,0 0-16-16,-15 21-9 0,15-15-9 0,0-6-14 15,2 12-10-15,-2-12-10 0,2 12-5 16,-1-7-6-16,-1-5-9 0,0 6-3 0,0-6-6 16,4 13-4-16,-4-13-2 0,2 5 3 15,-2-5 8-15,0 0 10 0,0 0 3 16,0 0-5-16,0 0-9 0,0 0-5 0,0 0-7 16,0 0-6-16,17-19-2 0,-13 12-5 15,0 0 0-15,0 1-3 0,-4 6-2 0,9-8-3 16,-5 4-3-16,-4 4-2 0,10-6 4 15,-10 6-4-15,11-2-1 0,-11 2 1 0,0 0-3 16,0 0 0-16,27 8 3 0,-20-5 0 16,-7-3 3-16,14 9 2 0,-11-6 0 15,-3-3 0-15,12 3-2 0,-12-3 2 16,10 5-1-16,-10-5 12 0,0 0 14 0,11 6 17 16,-11-6 8-16,0 0 12 0,11 0 6 15,-11 0 0-15,0 0-17 0,17-12-8 16,-7 5-5-16,-3 0-5 0,1 0-10 0,0-2-8 15,-1 5 0-15,2-2-4 0,-4 0-6 16,-5 6-5-16,11-4 0 0,-4 2 3 0,-7 2-2 16,0 0-3-16,24 6 4 0,-15-2-2 15,-1 4-2-15,1-3-6 0,1 1 5 0,-2 3 0 16,-1-2-6-16,1 0-1 16,1-1 4-16,-3 3-12 0,2-4-25 0,-3 0-37 15,3 0-33-15,-8-5-55 0,12 7-77 0,-9-6-104 16,-3-1-125-16,13 0-148 15,-13 0-177-15,14-4 76 0,-6-1-573 0,-1 1-735 16</inkml:trace>
  <inkml:trace contextRef="#ctx0" brushRef="#br0" timeOffset="10664.74">30134 4463 3788 0,'0'0'76'0,"0"0"36"0,0 0 25 0,-28 0 38 0,28 0 26 0,0 0 15 15,0 0-17-15,0 0-24 0,0 0-17 16,0 0-13-16,0 0-17 0,0 0-43 16,0 0-68-16,0 0-75 0,0 0-85 15,32-5-93-15,-32 5-83 0,17 2-101 0,-17-2-129 16,14 6-102-16,-9-2 67 0,-1 1-318 16,0 2-384-16</inkml:trace>
  <inkml:trace contextRef="#ctx0" brushRef="#br0" timeOffset="10830.51">30121 4613 2400 0,'-11'10'22'0,"1"-5"52"0,2 2 43 0,-3-2 41 0,5 0 40 16,6-5 25-16,-14 7 28 0,11-4 10 16,3-3 0-16,-8 5-11 0,8-5-17 15,0 0-18-15,-5 7-26 0,5-7-15 0,0 0-16 16,0 0-18-16,0 0-53 16,0 0-72-16,0 0-84 0,36-5-83 0,-20-2-83 15,13-3-77-15,-2-5-91 0,2 1-86 16,-3-3-82-16,1-2-13 0,-2 0-304 0,-2 1-371 15</inkml:trace>
  <inkml:trace contextRef="#ctx0" brushRef="#br0" timeOffset="11130.8">30384 4453 2308 0,'5'-11'-12'0,"1"3"60"16,-2 3 50-16,-3 0 44 0,-1 5 39 15,3-10 37-15,-3 10 14 0,0 0 2 16,0 0-6-16,4-8-16 0,-4 8-2 16,0 0 16-16,0 0 13 0,0 0-1 15,0 0-6-15,-8 28-5 0,6-16-19 0,0 0-16 16,2 0-18-16,-2 1-5 0,4 0-17 15,-2 0-15-15,2-1-10 0,1 1-12 0,0-2-12 16,3-1-4-16,-1 0-7 0,6-3-6 16,0-1-9-16,-2 0-3 0,2-6-3 15,1 2-7-15,-12-2-5 0,18-2-4 0,-18 2 13 16,20-4 21-16,-11-2 6 0,-2-1 7 16,0-1 2-16,-1-1-4 0,-5 0 0 0,3-6-12 15,-4-2-11-15,-4 0-24 0,1-4-53 16,-5 3 0-16,-2 0 0 0,-1 3 0 0,-7 1 0 15,2 6-99-15,-7-1-155 0,1 9-101 16,-6 4-119-16,-8 3-169 0,-2 1-252 16,4 4 91-16,1 2 86 0,3 5-625 15,3 1-799-15</inkml:trace>
  <inkml:trace contextRef="#ctx0" brushRef="#br0" timeOffset="12281.61">9385 9036 3620 0,'5'-5'-102'0,"-1"0"40"0,1 0 34 0,-5 5 18 0,5-11 7 0,-1 6-5 0,3-3 2 0,5-3 2 15,1-1 0-15,10-5 3 0,2 0-2 16,6-2 2-16,-1 1-1 0,3 1 2 16,-3-1-1-16,1 5-2 0,-11 2-1 15,-2 2 2-15,-6 5-2 0,0 1 4 0,-6 3-7 16,-6 0 5-16,7 5 0 0,-7-5 2 16,-7 22 0-16,-2-8 18 0,-5 3 13 0,-3 8 18 15,2-1 25-15,2-9 7 0,2-1 14 16,2-4 15-16,6-3 7 0,-3 0-3 15,4-3-12-15,2-4-8 0,0 0-8 0,0 0-8 16,27-16-9-16,-5 1-6 16,9-2-6-16,-1 0-16 0,2-3-46 0,-1 3-55 15,-1 1-64-15,-7 3-59 0,-1 3-75 16,-8 2-98-16,-1 2-155 0,-8 2-53 0,2 2 50 16,-7 2-189-16,0 0-195 0</inkml:trace>
  <inkml:trace contextRef="#ctx0" brushRef="#br0" timeOffset="13997.44">28522 5867 2054 0,'0'0'539'0,"-8"-3"-250"0,8 3-119 0,0 0-36 0,0 0-21 0,0 0 14 0,0 0 7 16,-11 17 0-16,7-9 16 0,2-1 4 15,2 2-5-15,-1 2-13 0,1-3-11 0,0-1-14 16,0-1-8-16,0 2-6 0,0-8-2 15,0 8 3-15,0-8 13 0,0 8 14 16,0-8 16-16,0 0 22 0,0 11 22 0,0-11 14 16,0 0-18-16,0 0-19 0,0 0-19 15,0 0-11-15,-14-36-16 0,10 16-8 0,-2-15-10 16,3-4-18-16,3-7-6 16,2-14-11-16,-1-1-21 0,5 2-14 0,1 2-21 0,5 6-26 15,-1 2-25-15,-1 14-20 16,4 0-25-16,0 7-40 0,2 3-37 0,-3 6-45 15,1 4-49-15,-5 4-54 0,5 3-53 16,-1 3-62-16,-2 0-90 0,1 3-141 0,1 0 25 16,-1 4-441-16,1 0-548 0</inkml:trace>
  <inkml:trace contextRef="#ctx0" brushRef="#br0" timeOffset="14463.22">28338 5799 3195 0,'-16'10'141'0,"3"-3"-2"16,3-2-3-16,1-1 23 0,1 0 29 16,8-4 33-16,-10 6 17 0,10-6-4 15,0 0-20-15,0 0-24 0,0 0-16 16,0 0-20-16,27-17-22 0,1 1-30 0,8 0-46 16,0 0-48-16,9-1-43 0,1 0-41 15,-8 2-35-15,-4 3-25 0,-3 2-16 0,-6 2-1 16,-9 2 0-16,0 3 19 15,-5-1 10-15,-2 4 16 0,1-3 26 0,-10 3 31 0,0 0 38 16,0 0 32-16,15 5 24 0,-15-5 19 16,0 0 20-16,0 12-6 0,0-12 8 15,-4 9-5-15,4-3-5 0,0-6-2 0,4 10 0 16,-2-6-5-16,3 1-4 16,2 3-11-16,0-4 2 0,3 0-6 0,2 0-5 15,1 0-4-15,0-4-9 0,6-2-13 16,0 0-7-16,0 0-8 0,-2-1 0 0,-1-2 2 15,-1-1-1-15,-4 0 5 0,1 0 15 16,-7-1 16-16,3-1 12 0,-5 0 14 0,-3-5 8 16,0 1 3-16,-1-5 4 0,-3 1 1 15,-2-3-2-15,3 4-3 0,-1 3-13 0,-1-1-10 16,-2 2 0-16,1 1-15 16,1 3-4-16,-1 0-26 0,-4 2-36 0,3 4-49 15,7 1-51-15,-15 1-72 0,15-1-100 16,-16 11-106-16,7-6-158 0,4 1-141 15,3 1 64-15,0 0-482 0,2-7-591 0</inkml:trace>
  <inkml:trace contextRef="#ctx0" brushRef="#br0" timeOffset="14862.7">29000 5744 3059 0,'0'0'7'0,"2"6"50"0,-2-6 42 0,0 0 39 0,0 0 25 0,0 0 23 0,0 0 5 0,0 0-2 0,0 0-11 0,0 0-3 15,0 0-5-15,0 0-4 0,0 0 12 16,0 0 2-16,12-24 0 0,-12 18 3 16,-2-3 8-16,0-3-27 0,-2 0 11 0,2 0-26 15,-2-3 2-15,2 4 0 0,-2-1-8 16,1 4-9-16,-1-1-19 0,2 3-19 16,2 6-9-16,-3-12-11 0,3 12-10 0,-4-9-3 15,4 9-18-15,-2-7-3 0,2 7-6 16,0 0-4-16,-3-10-11 0,3 10 6 0,10-7-9 15,-2 2-7-15,5-2-13 0,2 0-5 16,5 0 2-16,-4 2-7 0,4 2-3 16,-5 1 6-16,0 2-3 0,2 4 4 15,0-1 1-15,-4 4 4 0,5 3 16 0,-5 4 4 16,1-1 3-16,-5 3 4 0,-2 2 2 16,4 1-7-16,-4 2-1 0,-2-1-4 15,-1 1 2-15,2 0-18 0,-3-3-50 0,-2-1-66 16,3 1-66-16,0-1-76 0,-4-5-93 15,3 0-105-15,-1-1-132 0,2-1-204 0,-2-2 72 16,3-4 80-16,-5-4-516 0,12 7-624 16</inkml:trace>
  <inkml:trace contextRef="#ctx0" brushRef="#br0" timeOffset="15914.18">29772 5465 2977 0,'-5'5'-58'0,"5"-5"43"0,0 0 27 0,-7 3 25 0,7-3 26 0,0 0 20 16,0 0 4-16,0 0 4 0,0 0-3 16,0 0-19-16,0 0-30 0,-13 0-50 0,13 0-50 15,0 0-48-15,0 0-58 0,0 0-61 16,0 0-64-16,0 0-77 0,0 0-102 0,-17-2-130 16,17 2-99-16</inkml:trace>
  <inkml:trace contextRef="#ctx0" brushRef="#br0" timeOffset="16312.11">29717 5499 1627 0,'-2'5'45'0,"2"-5"27"0,0 0 21 0,-2 7 35 16,2-7 32-16,0 0 24 0,-2 10 19 15,2-10 7-15,0 14 10 0,0-7-2 0,2 1-3 16,-2 2-5-16,2-1-4 0,2-2-10 16,-4 0-11-16,0-7-15 0,7 12-11 0,-1-7-11 15,2-2-9-15,-8-3-11 16,15 4-14-16,-3-6-10 0,1-1-6 0,2-4-14 15,-2 0-10-15,2-5-2 0,-1 0-8 0,-1-2-5 16,-1-3-6-16,-1 0-6 16,3-7 0-16,-5 2-1 0,-3 0-2 0,-1-2 2 15,-1 1 1-15,2 0 14 0,-6 1 14 16,2-2 4-16,0 9 7 0,-2 3-11 0,0 0-8 16,0 2-16-16,0 1-9 0,0 9-5 15,0 0-3-15,-2-5 2 0,2 5-8 0,0 0-1 16,-2 22 1-16,2-6-1 0,0-3-4 15,4 6 0-15,0 2-1 0,-1 1-9 0,1 0 3 16,2 0 0-16,-3 0-2 0,6-3-3 16,-2-2-4-16,0-1-6 0,-1-2-17 15,1-3-23-15,-2 1-22 0,1-2-34 16,-1-3-39-16,1-1-48 0,-3 0-88 16,4-5-105-16,-7-1-121 0,0 0-157 0,0 0-52 15,0 0 73-15,15-10-442 0,-14 5-544 16</inkml:trace>
  <inkml:trace contextRef="#ctx0" brushRef="#br0" timeOffset="17030.02">29843 5336 2780 0,'-8'5'-13'0,"8"-5"43"0,-4 4 11 0,4-4 8 0,0 0 21 16,0 0 15-16,0 0 12 0,0 0 5 15,0 0 0-15,0 0-6 0,23-16-4 0,-17 12 3 16,-6 4 4-16,6-5-1 0,-6 5-1 16,7-3 4-16,-7 3-3 0,0 0-5 15,6-5 3-15,-6 5 2 0,0 0-1 16,5-4 13-16,-5 4 12 0,0 0 16 0,0 0 10 16,0 0 5-16,10 9 8 0,-10-9 5 15,6 15 6-15,-3-2 15 0,-1 3 19 0,6 5 2 16,0 10-3-16,-1 0-10 0,1 4-10 15,1-3-16-15,-1 2-10 0,2-1-14 0,-1-3-10 16,-3 1-11-16,0-4-8 0,-1-8-12 16,-1-1-8-16,0-1-9 0,-2-1 2 15,-1-4 7-15,-1-1-84 0,2 1-12 0,0-4 0 16,-2 1 0-16,0-1 0 0,-4-2 0 16,1 1 0-16,-5-2 0 0,1 1 0 0,-7-3 0 15,-1-1 0-15,0 1 0 16,-4-2 0-16,0-1 0 0,-1 0 0 0,6-1 0 0,-4 1 0 15,1-3 0-15,5 1 0 16,0-1 0-16,0-1 0 0,0 1 0 0,1-2 0 16,-3-3 0-16,3 0 0 0,0 0 0 15,3-3-410-15,-3-5-317 0,4 3-195 0,1-1 60 16,-1-7 89-16,4 4-756 0,1 3-975 16</inkml:trace>
  <inkml:trace contextRef="#ctx0" brushRef="#br0" timeOffset="17278.76">29898 5245 4392 0,'-4'-10'311'0,"2"3"38"0,-1-2 26 0,1 3 5 0,2 6-4 0,-7-13-21 0,6 9-28 0,-1-4-34 15,2 8-31-15,-4-13-30 0,4 13-32 0,-4-8-57 16,4 4-64-16,0 4-81 16,-3-8-101-16,3 8-84 0,0 0-55 0,0 0-73 0,0 0-93 15,0 0-107-15,0 0-150 0,14 15-151 16,-10-10 76-16,1 2-648 0,0-1-841 16</inkml:trace>
  <inkml:trace contextRef="#ctx0" brushRef="#br0" timeOffset="17698.01">30267 5482 3980 0,'-14'2'111'0,"14"-2"53"16,-10 2 31-16,10-2 35 0,0 0 26 16,0 0 17-16,0 0 2 0,0 0-24 15,0 0-24-15,0 0-25 0,0 0-18 16,0 0-22-16,26-23-47 0,-10 15-69 16,-5 1-69-16,5 0-76 0,-3 0-82 0,2-1-107 15,0 3-101-15,0-2-105 0,1 2-135 16,-7 3-78-16,1-1 59 0,-1 3-445 0,-9 0-563 15</inkml:trace>
  <inkml:trace contextRef="#ctx0" brushRef="#br0" timeOffset="17862.07">30338 5554 3045 0,'-6'8'50'16,"1"-3"59"-16,5-5 48 0,-10 4 41 16,10-4 35-16,0 0 32 0,-8 5 15 15,8-5 8-15,0 0-10 0,0 0-21 0,0 0-32 16,0 0-24-16,0 0-57 0,0 0-75 15,0 0-100-15,0 0-120 0,37-16-133 0,-24 10-159 16,12-10-191-16,4 3-49 0,-1-3 64 16,1-1-386-16,1-4-480 0</inkml:trace>
  <inkml:trace contextRef="#ctx0" brushRef="#br0" timeOffset="18245.17">30771 5219 2833 0,'-2'-13'57'0,"2"13"34"0,-5-7 27 15,5 7 21-15,0 0 11 0,-1-9 10 16,1 9-11-16,0 0-14 0,0 0-13 0,0 0-11 16,0 0-13-16,0 0-8 0,0 0-7 15,0 0-9-15,0 0-9 0,0 0 0 16,14 23-8-16,-14-13-3 0,0 4-5 0,0-1-2 16,-4 4-1-16,2 0-4 0,-5 4 0 15,4-1-6-15,1-2-1 0,0-3 13 0,0 1 15 16,2-5 13-16,2 1 4 15,0 0 5-15,2 0 2 0,-3 1 7 0,6-5 10 16,-1 3 14-16,-1-1 6 0,1-2 11 16,1 3 6-16,0-3 15 0,-2-2-7 0,1 2 1 15,-3-1-2-15,1-2 1 0,0 2-11 16,-4-7-4-16,6 12 0 0,-4-7 7 0,0 2 7 16,-2-7 2-16,-6 13-11 0,0-6-10 15,-3 2-16-15,-2-1-17 0,-3 1-82 16,-3-2-14-16,-1-2 0 0,4 0 0 0,-4-1 0 15,1-1-121-15,4-2-203 0,0-1-146 16,-1-1-183-16,3-2-259 0,1-3 82 0,4-2 95 16,0-1-675-16,6 1-862 15</inkml:trace>
  <inkml:trace contextRef="#ctx0" brushRef="#br0" timeOffset="18911.95">31404 4857 4188 0,'-10'-14'106'0,"2"5"51"0,5 1 26 0,-1 3 4 0,0 0-3 0,4 5-23 0,0 0-8 0,0 0 39 0,0 0 26 16,0 0 5-16,9 43-18 0,1-14-16 15,0 8-11-15,-3 4-7 0,2-2-8 16,1 0-9-16,0 9-16 0,-5-8-8 15,3-5-11-15,-5 2-14 0,6-6-8 16,-4-6-10-16,-3-2-9 0,0-6-9 0,0-2-6 16,0-3-3-16,-2-2-1 0,0 1-7 15,2-3-5-15,-2-1 0 0,0-7-19 0,1 9-28 16,-1-9 0-16,0 0 0 0,-5 6 0 16,5-6 0-16,0 0 0 0,0 0-11 0,-29-8-18 15,20 4 6-15,-5-1-2 0,3 2 9 16,-3-1-5-16,3 3-1 0,-2 1 1 0,13 0 4 15,-19-4-4-15,19 4 8 0,-20 0-2 16,20 0 9-16,-13-1 16 0,13 1 11 16,0 0 1-16,0 0 2 0,-7-3-1 15,7 3-2-15,0 0-1 0,31-21-6 16,-11 10 2-16,7-6-3 0,3 2-5 0,-1-2-6 16,-1 1-4-16,3 1 1 0,-8 5 4 15,-5 0-4-15,-2 5 0 0,-1-1-7 0,-3 3 4 16,-1 0-4-16,-11 3 5 15,23 4 2-15,-14 2 3 0,2 4 6 0,-4-1 6 0,0 4 3 16,-1-1 5-16,-1 0-13 0,4 4-9 16,-4-5 0-16,1 2 0 0,-1-2 0 15,1-2 0-15,0 1 0 0,2 1 0 16,-1-5 0-16,2 1 0 0,3-3 0 0,1-1 0 16,-1-3 0-16,-12 0 0 0,29-3 0 15,-16-3 0-15,1 0 0 0,-1-1 0 16,-2-2 0-16,-3 1 0 0,-2-6 0 0,-1 0 0 15,-1 1 0-15,-4-4 0 0,-4-6 0 16,1 3 0-16,-7-1 0 0,0 3 0 0,-3 1 0 16,-6-3 0-16,2 11 0 0,0 1 0 15,4 4-276-15,-1 4-121 0,1 2-90 0,-1 4-115 16,-3 1-170-16,4-1-55 16,0 4 83-16,1 0-646 0,2 1-842 0</inkml:trace>
  <inkml:trace contextRef="#ctx0" brushRef="#br0" timeOffset="19744.77">32507 4902 3564 0,'4'-8'-69'0,"-3"0"77"0,-1 8 40 0,0-12 48 0,0 12 41 16,0-9 27-16,0 9 22 0,-1-10 7 0,1 10-3 16,-6-8-13-16,6 8-16 0,-10-6-13 15,10 6-17-15,-17 0-6 0,17 0-8 16,-27 6-6-16,10 2 0 0,-2 4 4 0,0-3-5 16,-4 11-12-16,3-3-12 0,2 1-1 15,7-4-11-15,2 3-8 0,0-4-6 0,6 1-7 16,1 4-5-16,4-5-18 0,1 3-2 15,6-3-2-15,0 4 1 0,4-3-3 0,3 1-4 16,4 2 0-16,-3-3-5 16,1-2 1-16,-5 0 4 0,0-1 5 0,-1-2 11 15,-3-1 11-15,-1 0 25 0,-2 0 30 16,-4-2 43-16,0 3 14 0,-2-2 13 16,0-7-1-16,-12 15 0 0,1-8-11 0,-2 1-11 15,-5 0-18-15,-3 0-99 0,-1-1-32 16,-12 2 0-16,0-1 0 0,-2 1 0 0,4-1-14 15,5-1-342-15,7 0-141 0,-3 0-185 16,0-2-224-16,7 2 77 0,3 0 83 16,0-1-669-16,3 1-867 0</inkml:trace>
  <inkml:trace contextRef="#ctx0" brushRef="#br0" timeOffset="27009.19">29528 6395 3574 0,'0'0'-140'0,"12"-1"54"0,-12 1 37 0,0 0 32 0,9-2 35 0,-9 2 36 0,0 0 28 15,0 0 25-15,8-3 10 0,-8 3 19 16,0 0 5-16,0 0-1 0,0 0-4 0,0 0-3 16,6-4 3-16,-6 4-5 0,0 0-4 15,0 0-4-15,0 0-6 0,0 0-13 0,0 0-8 16,-4-10-11-16,4 10-10 0,-6-8-5 15,0 4-9-15,2-1-10 0,-1 1-2 0,-5 0-12 16,2-2 0-16,-1 4-6 0,-2 1-8 16,-1-2-1-16,-3 6-3 0,-3 0-4 15,2 3 0-15,-5-2-1 0,-1 7-3 16,2-3-3-16,2 3-2 0,0 0-1 16,2 2-2-16,3 0-5 0,1-1 6 0,5 0-3 15,1 0 0-15,5 0 1 0,1 2 2 16,5-1-4-16,2 3 4 0,9 0-2 0,6 1 1 15,3-1-3-15,4 1 3 0,0 1-3 16,-3-5 1-16,1 2-2 0,-6-5 3 0,-2 0-2 16,-2-1 0-16,-5 0 1 0,1-4 0 15,-3 3 3-15,-3-1 13 0,0 0 12 0,-3 0 11 16,-1 1 16-16,-3-1 1 16,0-7 9-16,-5 16 5 0,2-10-2 0,-3 3-3 0,0-2-7 15,-1-2-2-15,-1 2 0 0,0-2-7 16,8-5 0-16,-13 5-10 0,8-2-7 15,5-3-5-15,-16 0-30 0,16 0-41 16,-15 0-51-16,15 0-59 0,-15-5-87 0,7 2-101 16,5-1-96-16,-4-4-127 0,3 3-161 15,3-2 68-15,-1 0-512 0,2 7-634 16</inkml:trace>
  <inkml:trace contextRef="#ctx0" brushRef="#br0" timeOffset="27394.67">29753 6457 3080 0,'0'-7'2'0,"0"7"31"0,0 0 11 0,0 0 0 0,0 0 3 0,0 0 46 0,0 0 32 16,0 0 13-16,0 0 3 16,0 21-8-16,2-6-8 0,1 2-13 0,1 6-5 15,1-3-16-15,-2 0-12 0,5 2-2 16,-3-3-5-16,3-1-10 0,0 1-5 0,0-5-4 15,-1-1-6-15,-2 0 1 16,2-5-5-16,-2 0-3 0,3 0-2 0,-3-5-1 0,3 0-3 16,-8-3-4-16,15-1 1 15,-15 1-7-15,17-9-2 0,-9-1 2 0,2-2 5 16,-5-3 10-16,5-3 1 0,-2-2 6 16,-1-10 3-16,1-1 4 0,-3 4 0 0,0 3 0 15,-2-8-1-15,3 4-6 0,-4 6-4 16,0-2-4-16,-1 2-3 0,1 4-3 0,0 5-6 15,-2-1-5-15,2 2-8 0,-2 4-33 16,2-1-38-16,-2 1-59 0,2 0-70 16,1 4-79-16,-3 4-67 0,0-7-96 0,0 7-175 15,0 0-23-15,0 0 64 0,0 0-320 16,0 0-366-16</inkml:trace>
  <inkml:trace contextRef="#ctx0" brushRef="#br0" timeOffset="27976.05">30258 6371 2729 0,'0'0'168'0,"-3"-5"-10"0,3 5-7 0,0 0-4 0,-7-3 3 0,7 3 23 0,0 0 0 16,0 0-12-16,-5 16-19 0,3-10-10 0,2 3-11 15,0-1-13-15,0 3-13 16,-2-1-7-16,2-2-10 0,0 3-6 0,0-3-5 16,0 3-8-16,0-5-9 0,0 3 1 0,-2-4-6 15,2-5 3-15,0 10 20 0,0-10 22 16,0 9 25-16,0-9 7 0,0 0-9 16,0 0-16-16,0 0-13 0,0 0-5 15,14-28-9-15,-9 17-6 0,1-3-5 0,1 0-10 16,1 1 0-16,0 2-5 0,-1 1-8 15,1 2-3-15,-3 1-2 0,4 2-6 0,-2-1-3 16,0 3-2-16,-7 3-5 16,16-3 3-16,-16 3-7 0,0 0 1 0,24 4-1 15,-15 0-3-15,-9-4 0 0,12 7 1 16,-6-4-2-16,-1 3 0 0,-5-6-3 0,11 5 4 16,-6-1 1-16,-5-4-2 0,8 6-1 15,-8-6 2-15,0 0 5 0,10 3 2 0,-10-3 4 16,0 0-4-16,0 0-2 0,0 0-6 15,16-18-3-15,-10 9 4 0,-1-3-3 16,4 3-3-16,-4 1-1 0,3-1 1 0,-1 1-3 16,0 4 1-16,-2 0-1 0,-5 4-1 15,11-4 0-15,-11 4 1 0,0 0 2 0,20 8 0 16,-15 1 0-16,3-2 4 16,-3 1-1-16,3 3 3 0,-2 1-6 0,1 1 0 0,-1-3-16 15,0 1-36-15,-2-3-49 16,2-1-54-16,-1 2-61 0,-1-4-66 0,1 0-66 15,-5-5-120-15,11 3-144 0,-11-3-93 16,0 0 74-16,22-8-434 0,-10 1-535 0</inkml:trace>
  <inkml:trace contextRef="#ctx0" brushRef="#br0" timeOffset="28159.49">30847 6232 2891 0,'0'0'141'0,"0"0"53"0,0 0 17 0,0 0 16 0,-13-8 7 0,13 8-7 0,0 0-20 16,0 0-24-16,0 0-19 16,0 0-19-16,0 0-58 0,0 0-74 0,20-4-103 15,-12 4-120-15,-8 0-107 0,19-3-130 16,-19 3-154-16,16 0 16 0,-16 0-325 0,11 7-390 16</inkml:trace>
  <inkml:trace contextRef="#ctx0" brushRef="#br0" timeOffset="28327.01">30789 6377 2360 0,'-7'8'48'0,"2"-2"61"16,-1-3 34-16,6-3 37 0,-8 6 24 0,8-6 23 16,-4 4 13-16,4-4 11 15,0 0-12-15,0 0-20 0,0 0-19 0,10 10-20 16,-10-10-21-16,15 0-33 0,-15 0-55 16,23-3-62-16,-10 1-79 0,-1-1-82 0,1-1-92 15,3-2-99-15,-3 2-122 0,-1-3-146 16,0 1 40-16,1 2-283 0,-1-1-337 0</inkml:trace>
  <inkml:trace contextRef="#ctx0" brushRef="#br0" timeOffset="29592.04">31352 6109 2134 0,'0'0'-103'0,"0"0"38"0,-16 5 34 0,11-1 27 0,5-4 29 15,-11 3 29-15,11-3 23 0,-10 4 26 0,10-4 19 16,0 0 17-16,0 0 16 15,-13 3 20-15,13-3 4 0,0 0-5 0,0 0 9 16,0 0 3-16,0 0-7 0,0 0-17 16,0 0-11-16,41-12-16 0,-23 9-19 0,-2-2-12 15,2 1-7-15,1 0-12 0,-6 3-4 16,5-2-14-16,-5-1-5 0,1 3-15 0,-1-1-25 16,-13 2-31-16,19-4-28 0,-12 1-37 15,3 0-39-15,-3 3-43 0,-7 0-53 0,16-2-68 16,-11-2-82-16,-5 4-121 15,14-6-92-15,-10 6 54 0,-4 0-165 0,0 0-177 16</inkml:trace>
  <inkml:trace contextRef="#ctx0" brushRef="#br0" timeOffset="30109.12">31736 5949 1876 0,'0'0'57'0,"-3"-4"21"0,3 4 14 0,0 0 10 16,0-11 11-16,0 11 8 15,0 0 15-15,0 0-3 0,8-10-11 0,-8 10-5 16,7-4-1-16,-7 4-10 0,0 0-5 16,11 0 4-16,-11 0 6 0,0 0 2 15,18 9 1-15,-14-2 0 0,1 3 3 0,1 2 0 16,2 2 5-16,-2 5 14 0,1 1 4 15,0 1-11-15,-1 1-7 0,2-1-11 0,0 0-6 16,-1 1-12-16,-1-3-8 0,0 0-5 16,0-3-8-16,-3 0-9 0,1-2-5 0,0-4-4 15,-2-2-6-15,-1 3-1 0,3-3 3 16,-4-1 6-16,2 0 0 0,-2-7 0 16,0 13 3-16,0-13 10 0,-6 12 1 0,3-8-1 15,-5 4 1-15,-1-3 5 0,-1 1 8 16,1-3 4-16,0 2 8 0,-2-1 9 15,11-4 10-15,-14 8 6 0,8-5 10 0,6-3 18 16,-10 4 10-16,10-4 2 0,-8 4-3 16,8-4-10-16,0 0-15 0,0 0-14 15,0 0-12-15,0 0-10 0,0 0-16 0,0 0-80 16,0 0 0-16,36 0 0 0,-36 0 0 16,24-5 0-16,-12 2 0 0,1 0-3 0,-4 3-154 15,3-4-22-15,-3 2-23 0,-9 2-18 16,15-2-25-16,-9 0-43 0,-6 2-44 0,11-4-55 15,-11 4-49-15,10-4-76 0,-10 4-100 16,0 0-104-16,0 0 66 0,0 0-456 0,0 0-576 16</inkml:trace>
  <inkml:trace contextRef="#ctx0" brushRef="#br0" timeOffset="33857.69">29502 7231 2965 0,'-4'3'40'0,"4"-3"38"0,0 0 21 0,0 0 16 0,0 0 24 0,0 0 25 0,0 0 16 0,0 0 18 16,0 0 1-16,0 0-8 0,0 0-16 16,0 0-19-16,0 0-12 0,0 0-15 15,-12-15-14-15,12 15-11 0,0 0-10 0,0 0-13 16,0 0-8-16,0 0-13 0,0 0-1 16,0 0-5-16,0 0-3 0,0 0-2 15,0 0-2-15,25 20-6 0,-20-10-2 0,6 4-5 16,-2 1 0-16,0 3 1 0,1 0 4 15,-1 0-6-15,1 0 1 0,-3 2 0 0,1 0-5 16,0 0 4-16,-5-4 6 16,1 0 6-16,0-1 12 0,-2-1 8 0,-2-3 18 15,-2 3 11-15,-4 0 8 0,3 0 7 16,-7-5-2-16,-2 6-2 0,-2-3-9 0,-2 0-7 16,-3-2-14-16,-4 0-6 0,4-3-11 15,-3-2-1-15,2 1-7 0,3-6-25 0,-4 0-52 16,6-6-49-16,-4 1-50 0,4-7-55 15,0 0-58-15,3-5-89 0,4 0-98 0,3-4-123 16,1-3-192-16,6-11 13 0,0 6 82 16,3-6-511-16,6-1-624 0</inkml:trace>
  <inkml:trace contextRef="#ctx0" brushRef="#br0" timeOffset="34059.68">29711 7003 3539 0,'0'-7'159'16,"0"7"24"-16,-5-7 23 0,5 7 31 0,0 0 19 16,0 0-2-16,-7-11-25 0,7 11-23 15,0 0-26-15,-2-7-32 0,2 7-43 0,0 0-64 16,0 0-65-16,11-8-78 0,-6 5-101 16,3 1-110-16,-8 2-133 0,21-4-184 0,-12 4-15 15,2 0 70-15,-11 0-379 16,21 6-433-16</inkml:trace>
  <inkml:trace contextRef="#ctx0" brushRef="#br0" timeOffset="34257.8">29819 7167 2604 0,'-7'7'91'0,"0"-3"40"0,3 0 22 16,4-4 6-16,0 0 24 0,-10 8 18 15,10-8 16-15,0 0-4 0,0 0-15 0,0 0-13 16,0 0-16-16,0 0-18 0,0 0-10 15,0 0-18-15,0 0-20 0,42-9-51 0,-29 6-59 16,3-1-83-16,-3 1-97 0,3-1-86 16,-4-2-88-16,0 4-115 0,-4 0-129 15,-8 2 52-15,13 2-305 0,-13-2-342 0</inkml:trace>
  <inkml:trace contextRef="#ctx0" brushRef="#br0" timeOffset="34424.59">29864 7294 2348 0,'-4'5'51'0,"-2"-1"44"0,6-4 28 15,-8 5 32-15,8-5 23 0,0 0 4 16,-5 6 3-16,5-6-7 0,0 0-17 0,0 0-13 16,0 0-17-16,0 0-20 0,0 0-26 15,0 0-56-15,34-8-75 0,-17 1-78 16,2-3-67-16,8-5-62 0,-1 1-38 0,-1-2-11 16,0-3-15-16,0 4 2 0,-6 0 27 15,-3 1-404-15</inkml:trace>
  <inkml:trace contextRef="#ctx0" brushRef="#br0" timeOffset="34759.74">30119 7139 1782 0,'14'-11'12'0,"-5"0"62"0,-4 2 51 0,3 4 32 15,-5-1 34-15,-3 6 26 0,7-7 22 16,-7 7 8-16,4-9-1 0,-4 9-7 16,0 0-14-16,0 0 2 0,0 0 0 0,0 0-5 15,0 0-13-15,0 0-12 0,0 0-16 16,7 26-14-16,-5-18-18 0,0 3-13 0,1-1-10 16,1 0-13-16,1 1-4 15,0-1-20-15,1-2-5 0,-1 1-5 0,3-3-1 0,2 0-14 16,-5 0-1-16,5-5-5 0,-10-1-3 15,17 4-9-15,-17-4-5 0,19-5-7 16,-7-1 0-16,-1 0-2 0,1-6 1 16,-3 3-6-16,2-3 3 0,-1 0-10 0,0 1 13 15,-3 1 13-15,-2 1-9 0,1 2 0 16,1 2-6-16,-7 5-6 0,7-8-3 0,-7 8 6 16,0 0 3-16,0 0 13 0,0 0-4 15,11 27-3-15,-11-13-4 0,-2 3-4 16,2 3 0-16,-4-3 0 0,4 6-8 0,-1-4 2 15,1-1-6-15,-2 2-32 0,2-3-46 16,2-1-50-16,-2-3-55 0,1-1-68 0,-1 0-90 16,4-2-95-16,-4-3-115 15,4 0-220-15,-1-3 46 0,-3-4 75 0,9 6-495 16,-9-6-597-16</inkml:trace>
  <inkml:trace contextRef="#ctx0" brushRef="#br0" timeOffset="37407.61">31153 7117 2893 0,'0'0'-25'0,"0"0"35"0,0 0 20 0,11 3 11 0,-11-3 14 0,0 0 13 0,0 0 19 0,0 0 9 0,0 0 10 15,0 0 1-15,0 0-5 0,0 0-10 16,0 0-9-16,0 0-15 0,0 0-5 0,0 0-3 16,0 0-11-16,0 0-2 15,0 0-6-15,0 0-4 0,-20-20-8 0,20 20 1 16,-17 3-6-16,17-3 3 0,-22 7-5 16,6 0-5-16,-3 2-3 0,2 1-7 15,-3 3 9-15,-5 1 2 0,11 1-1 0,-1-5-3 16,5-2-2-16,0 0-1 0,5 1 11 15,-2-2 2-15,6 2 25 0,-1-2 9 0,5 1 0 16,4 1 1-16,0-2-4 0,4 0-2 16,5 1-9-16,1-1-4 0,2 2 0 0,1-3-5 15,-2 1-4-15,1 0-2 0,-4 0-5 16,1-2 0-16,-3 0 0 0,-3 0-3 0,-1 1-1 16,0-3 4-16,-3 2 8 15,1 0 12-15,-2-1 10 0,-1 1 9 0,-4-5 2 16,2 9 2-16,-2-2 0 0,0-7-4 15,-8 8-5-15,5-4-3 0,-4-2-6 16,7-2-3-16,-11 6-5 0,4-3-6 0,7-3-15 16,-14 3-36-16,14-3-48 0,0 0-54 15,-21-4-68-15,16 0-84 0,-2-1-85 0,7 5-115 16,-5-11-155-16,5 6-6 0,2-3 69 16,-1-2-310-16,8 1-356 0</inkml:trace>
  <inkml:trace contextRef="#ctx0" brushRef="#br0" timeOffset="37722.7">31275 7200 2326 0,'0'0'25'0,"2"-5"28"0,-2 5 10 0,0 0 5 0,0 0 7 16,0 0 30-16,0 0 34 0,0 0 5 0,0 0 5 16,0 0-3-16,20 16-6 0,-17-6-4 15,1 1-8-15,2 3-12 0,-2-4-11 16,2 4-11-16,-1-2-5 0,1 0-6 15,1 0 0-15,2-2-1 0,-4-1-2 0,2-2-8 16,1 0 1-16,-3-3 0 0,4 2 6 0,-2-3 2 16,-7-3-7-16,13 2-6 0,-5 0-4 15,-8-2-7-15,0 0-5 0,21-7 1 16,-15 1-7-16,0 0-1 0,-3-3-4 16,5-5-4-16,-5 2-13 0,3-5-19 0,-1 2-23 15,-2-2-30-15,1 0-34 0,-2 0-42 16,0 2-41-16,-2 3-49 0,2 4-62 0,-4-1-80 15,0 5-116-15,2 4-148 0,-6-8 62 16,6 8-272-16,0 0-316 0</inkml:trace>
  <inkml:trace contextRef="#ctx0" brushRef="#br0" timeOffset="38306.21">31634 7143 2389 0,'0'0'78'0,"0"0"16"0,2-11 5 16,-2 11 30-16,0 0 41 0,0 0 13 16,0 0 4-16,0 0-5 0,5 27-12 0,-3-17-11 15,-2 2-16-15,2-1-14 0,1 4-15 16,-1-2-5-16,-1 1-7 0,-1-2-3 16,0 2-3-16,0-2 0 0,0 1-5 0,0-4-7 15,0 0 1-15,0-1 4 16,-1-1 10-16,1-7 18 0,0 13 17 0,0-13 22 15,0 6 13-15,0-6-21 0,0 0-16 16,0 0-16-16,0 0-6 0,0 0-12 0,11-34-16 16,-2 13-10-16,3-5-7 0,1-1-8 15,-2 1-9-15,1 7-5 0,-3 4-8 0,-1 3-1 16,-2 0-10-16,0 5 2 0,1-2-12 16,-2 4 6-16,-5 5-12 0,14-2 0 15,-14 2 0-15,0 0-2 0,0 0 2 0,23 10-7 16,-17-6 3-16,1 3 1 0,-3-1-3 15,-2 2 0-15,0-2-2 0,0 4 1 16,-2-2-1-16,0 1 0 0,0-1 6 0,0-8-5 16,0 13 2-16,0-7 1 0,0-6 0 15,0 10 4-15,0-10 1 0,0 0-14 16,0 0-3-16,0 0-1 0,0 0-5 0,19-20 4 16,-12 5 4-16,11-6-7 0,-5 2 4 15,-2 3 3-15,1 2-3 0,-3 4-1 0,0 1-3 16,0-1 0-16,-2 5 3 0,1 2 2 15,-3-1-4-15,-5 4 4 0,14 2 0 0,-14-2 2 16,11 8-2-16,-5 0 5 0,-2 0-1 16,0 0 1-16,0 3 0 0,-3-1 2 15,5 3-3-15,-4-1 0 0,0-2-23 16,0 0-44-16,-2-1-57 0,1-1-65 0,3 1-85 16,-2-3-94-16,1 1-114 0,-1-3-180 15,-2-4-46-15,3 5 73 0,-3-5-444 16,0 0-555-16</inkml:trace>
  <inkml:trace contextRef="#ctx0" brushRef="#br0" timeOffset="38524.19">32430 7163 3107 0,'-13'0'100'0,"13"0"40"0,-14 0 20 0,14 0 14 0,0 0 4 0,0 0-4 0,-18-2-15 0,18 2-20 16,0 0-36-16,0 0-67 0,0 0-76 16,0 0-85-16,0 0-89 0,25-20-120 0,-14 11-167 15,-2 5-83-15,1-4 60 0,0 3-207 16,-1-2-222-16</inkml:trace>
  <inkml:trace contextRef="#ctx0" brushRef="#br0" timeOffset="38690.3">32446 7220 2046 0,'-14'11'150'0,"3"-4"31"0,2-3 19 16,0 2 2-16,4-4 27 0,5-2 23 15,-11 6 12-15,11-6 2 0,-8 4-24 16,8-4-25-16,0 0-26 0,0 0-17 0,0 0-37 16,0 0-67-16,0 0-93 0,0 0-101 15,40-12-123-15,-25 2-153 0,2-1-228 0,8-6 28 16,0-1 69-16,2 1-241 0,-5-3-260 15</inkml:trace>
  <inkml:trace contextRef="#ctx0" brushRef="#br0" timeOffset="39106.97">32642 6977 2084 0,'0'0'113'0,"-15"-4"38"16,15 4 4-16,0 0-19 0,-7-6-1 0,7 6-9 15,0 0 12-15,11-14-17 0,-4 9-10 16,2-1-5-16,3 0-7 0,-1 1-15 16,7 1-2-16,-7 1 2 0,7-1-4 0,-7 4 2 15,-11 0 17-15,23 1 6 0,-14 5 21 16,-2 1 31-16,2-1 33 0,-6 7 25 0,-3-1 25 16,-1 2 16-16,-5 9 23 15,-2-5 13-15,-2 2 9 0,1-1 3 0,1-1-6 16,2-4-20-16,1-2-17 0,-1-1-21 15,3-1-13-15,1-2-6 0,0-1-6 16,2 0-215-16,0-7 0 0,4 11 0 0,-4-11 0 16,13 6 0-16,-3-6 0 0,1 2 0 15,-11-2 0-15,28-4 0 0,-9 4 0 0,-2-4 0 16,3 0 0-16,-4 0 0 0,0 0 0 16,-3 2 0-16,-1-2 0 0,-3 3 0 0,1-1 0 15,-10 2 0-15,14-4 0 0,-9 1 0 16,-5 3 0-16,11 0-95 0,-11 0-341 0,0 0-122 15,0 0-125-15,0 0-178 16,0 0 49-16,0 0 89 0,0 0-645 0,0 0-823 16</inkml:trace>
  <inkml:trace contextRef="#ctx0" brushRef="#br0" timeOffset="44737.79">31035 8204 3200 0,'0'-10'515'0,"0"10"-135"16,0-7-93-16,0 7-54 0,0 0-39 0,0 0-19 0,0 0-30 15,0 0-22-15,-3-8-9 0,3 8 6 0,0 0 27 16,0 0 0-16,0 0-8 0,1 31-15 16,1-19-11-16,0-2-12 0,1 3-8 0,1-1-6 15,-3 1-14-15,3-1-8 0,-2-1-5 16,2-1-6-16,-3 0-7 0,1-3-2 0,0-1 2 16,-2-6-10-16,4 10 7 0,-4-10-2 15,2 9 24-15,-2-9 31 0,4 5 20 16,-4-5-5-16,0 0-13 0,0 0-12 15,0 0-8-15,0 0-15 0,6-27-5 0,-2 17-10 16,1 0-7-16,-1-2 1 0,-1 3-10 16,3 1-6-16,1-2 3 0,-4 6-6 15,3-3-4-15,-3-1-8 0,5 3-3 0,-8 5 5 16,14-7-8-16,-9 6-1 0,-5 1 1 16,15-1-4-16,-15 1 3 0,0 0 0 0,0 0 0 15,25 2-2-15,-25-2 4 16,10 4-4-16,-10-4-3 0,9 3 7 0,-9-3-9 0,8 5 2 15,-8-5 2-15,0 0 3 16,0 0 0-16,15 2-1 0,-15-2-1 0,0 0-5 0,0 0-5 16,17-7-2-16,-10 4-2 15,2-2 3-15,-9 5 0 0,15-6 4 0,-8 3-8 16,-7 3 3-16,14-3-5 0,-14 3 5 16,13-2-2-16,-13 2 3 0,0 0-4 0,21 5 2 15,-15-2 2-15,-6-3 1 0,10 9-2 16,-3-5-27-16,-3 2-50 0,-1-2-54 0,5 3-54 15,-3-2-63-15,2-2-82 0,-3 3-83 16,1-2-78-16,-5-4-100 0,4 8-166 16,-4-8 50-16,3 7-607 0,1-5-781 0</inkml:trace>
  <inkml:trace contextRef="#ctx0" brushRef="#br0" timeOffset="45137.24">31623 8112 3593 0,'3'-10'25'0,"1"4"42"0,0 0 12 0,-4 6 28 0,0 0 40 0,9-2 29 0,-9 2 31 0,0 0 10 16,0 0 1-16,20 8-10 0,-15-1-11 15,1 0-17-15,0 0-8 0,0 1-19 0,-3 3 11 16,1 1-19-16,-4 0 0 0,0-2 9 16,0 5-11-16,-6-3 0 0,3 2-7 0,-6 0-19 15,0 4-11-15,-2-5-10 0,-1 1-7 16,1-2-9-16,0-3-11 0,1 1-3 15,-1-5-11-15,1-2-30 0,10-3-26 16,-15 0-33-16,15 0-12 0,-15-16-13 0,11 3-3 16,0-10-2-16,2-1 0 0,4 5 13 15,-2-6 2-15,1 4 4 0,4 4 7 0,-3 2-3 16,0 3 8-16,2 2 4 0,1 0 8 16,1 6 11-16,-1 0 15 0,-5 4 3 15,0 0 15-15,21 4 4 0,-10-1 6 0,1 2-9 16,-2 2-4-16,2 2 5 0,-3-1-3 15,2 1-7-15,-4 0-6 0,5-1-18 16,-6-3-38-16,1 2-49 0,2 0-57 16,-2 1-72-16,-3-4-105 0,1 1-116 0,1 0-147 15,-1 0-165-15,2-1 69 0,-2-1-568 16,6 1-719-16</inkml:trace>
  <inkml:trace contextRef="#ctx0" brushRef="#br0" timeOffset="45404.07">32002 8035 3707 0,'-8'-11'174'0,"4"7"27"16,4 4 15-16,-1-7 13 0,1 7 23 15,0 0 24-15,-2-7-2 0,2 7 26 0,0 0-4 16,0 0-17-16,0 0-20 16,0 0-23-16,30 20-19 0,-20-11-17 0,-1 1-20 15,-1 2-14-15,-1 2-16 0,1 0-13 16,-1-1-12-16,-3 3-9 0,-1-5-14 0,-3 3-7 15,0 1-91-15,-5-1-4 0,1 3 0 16,-1-5 0-16,-3 1 0 0,1-1 0 0,-1-3 0 16,0-1-103-16,3-2-187 0,-4 0-113 15,2-3-116-15,7-3-126 0,0 0-163 16,-17-9 10-16,17-1 87 0,4-2-620 0,0-3-788 16</inkml:trace>
  <inkml:trace contextRef="#ctx0" brushRef="#br0" timeOffset="45621.53">32179 7890 3738 0,'2'-7'29'0,"-2"7"12"0,0-6 22 16,0 6 24-16,0 0 51 0,0 0 47 15,0 0 19-15,0 0 12 0,-9 31-1 0,7-16-11 16,0 2-9-16,0 3-12 0,0 0 5 16,2-1-30-16,0 2-12 0,0-3-13 0,0 1-22 15,2-2-10-15,0-1-5 0,0 1-8 16,1-2-16-16,1-4-29 0,0-1-34 0,-2 0-52 15,3-2-68-15,2-1-93 16,0-2-122-16,0-1-159 0,3-2-199 0,0 0-49 16,-10-2 86-16,20-4-513 0,-6 2-626 15</inkml:trace>
  <inkml:trace contextRef="#ctx0" brushRef="#br0" timeOffset="45821.61">32541 8177 3550 0,'-13'-4'173'0,"1"3"27"16,12 1 39-16,-15 0 40 0,15 0 31 15,0 0-4-15,-12-5-31 0,12 5-24 0,0 0-26 16,0 0-29-16,0 0-64 16,18-19-88-16,-9 12-90 0,3-1-79 0,1 2-103 15,0-4-93-15,1 3-103 0,1-1-154 16,0 1-120-16,-4 2 73 0,-2 3-441 0,-9 2-539 15</inkml:trace>
  <inkml:trace contextRef="#ctx0" brushRef="#br0" timeOffset="45989.22">32586 8253 3110 0,'-9'8'119'0,"2"-1"42"0,1-1 37 0,1-4 29 16,5-2 28-16,-7 7 20 0,7-7 5 15,0 0-16-15,0 0-23 0,0 0-28 0,0 0-47 16,0 0-63-16,0 0-87 0,0 0-114 15,0 0-129-15,29-17-162 0,-12 5-214 16,-2 1-87-16,6-12 71 0,4 4-402 16,2 3-496-16</inkml:trace>
  <inkml:trace contextRef="#ctx0" brushRef="#br0" timeOffset="46270.48">32905 8032 3024 0,'-19'-6'177'0,"19"6"32"16,0 0 15-16,-10-4 14 0,10 4 9 15,0 0-6-15,0 0-16 0,0 0-9 16,0 0-21-16,11-15-14 0,2 14-23 16,-13 1-4-16,16-3-6 0,-16 3 23 0,18 0 18 15,-9 6 16-15,3 3 18 0,-5 2 21 16,-1 5 16-16,-4 0 20 0,0 9 14 0,-6 1 17 16,0 6 10-16,-5 1-265 0,2-7-56 15,0-6 0-15,2 2 0 0,-3-5 0 0,5-1 0 16,1-4 0-16,-3-1 0 0,3-3 0 15,2-2 0-15,0-6 0 0,4 11 0 0,2-5 0 16,-6-6 0-16,11 3 0 0,-11-3 0 16,18-3 0-16,-7-1 0 0,4-3 0 15,1 1 0-15,-2-3-742 0,4 0-262 0,-2 1 98 16,-2 2-978-16,-3 1-1307 16</inkml:trace>
  <inkml:trace contextRef="#ctx0" brushRef="#br0" timeOffset="47221.92">31098 8146 4774 0,'-13'2'-252'0,"2"0"47"0,1-2 48 0,10 0 46 0,-19 1 56 0,19-1 52 16,-12 2 58-16,12-2 32 0,-11 0 19 15,11 0 7-15,0 0 2 0,-14 0 1 16,14 0-3-16,0 0-3 0,0 0-11 0,0 0-9 0,-9-3-9 16,9 3-10-16,16-14-5 15,11-1-9-15,16-6-3 0,14-1-7 0,12-4-4 16,20-6-6-16,8-2-9 0,18 2-31 16,7-1-29-16,5 4-26 0,11 2-28 0,-5 0-29 15,-5 1-23-15,-7 4-4 0,-12-1 4 16,-8 2 15-16,-28 4 11 0,-6 3 13 0,-6-2 12 15,-11 2 26-15,-13 3 29 0,-2-1 34 16,-10 4 28-16,-5-1 27 0,-3 4 26 0,-4-2 18 16,1 2 8-16,-3 2 1 0,0-2-8 15,-2 1-5-15,-6 2-10 0,-3 2-10 16,11-4-6-16,-4 2-12 0,-7 2-5 16,11-2-4-16,-11 2-8 0,18 5-2 15,-7 4-5-15,2 4-4 0,4 11 0 0,1 5-2 16,-3 5-1-16,-1 11-3 0,2 4-1 15,-3-3 5-15,1 4 3 0,-3 2 3 0,3 1 29 16,-1-1 19-16,1-2 5 0,-2-4-5 16,0-6 5-16,-2-3 8 0,-1-3 4 0,0-1 5 15,-2-2-7-15,-2-5-12 0,-3-7-8 16,2-4-3-16,-2-1-2 0,-2-2-6 16,1-3-8-16,-1 2-3 0,0-2 5 15,-3 1 0-15,-1 0-4 0,-6 2-7 0,-1-1-2 16,-2 1-4-16,-14 6-4 0,-3-4 2 15,-15 7-9-15,-6-2 0 0,0 2-2 16,-7-1-4-16,-4-1-2 0,-5 2-2 0,-6-1-4 16,-20 4 1-16,-4 0 0 0,-2-2-2 15,2 2-2-15,-3-2 5 0,-1-1-9 0,3 1-13 16,4 1-6-16,19-6 2 0,3 2-1 16,4 0 1-16,1-1 2 0,7 3-1 0,6-4 18 15,4-1-3-15,2 1 3 0,14 0 9 16,-10 2-4-16,14-6 2 0,1-1 5 0,8-1 15 15,4-5 8-15,4 0 10 16,1 0 4-16,0-4 11 0,3 1 11 0,2-1-85 16,7-2 0-16,-20 2 0 0,20-2 0 15,-14-13 0-15,3 1 0 0,6-4 0 0,-2-3 0 16,1-13 0-16,2-3 0 0,4-4 0 16,0-7 0-16,6-11 0 0,1-8 0 15,2 0 0-15,4 0 0 0,-4 1-28 0,3 10-234 16,-3 15-34-16,-2 4-44 0,-3 9-75 15,0 7-82-15,-6 4-69 0,2 11-118 0,-4 3-84 16,4 1 86-16,0 0-561 0,-15 15-703 16</inkml:trace>
  <inkml:trace contextRef="#ctx0" brushRef="#br0" timeOffset="49020.32">28739 7755 3179 0,'0'0'-152'0,"2"-6"28"0,-2 6 31 0,8-11 17 0,-3 5 22 0,5-6 24 0,0 3 18 16,1-5 12-16,3 0 9 15,-1 1 5-15,-1 0 5 0,-1 3 4 0,0 0-2 16,-3 1 1-16,-1 4-5 0,3 2 11 16,-1-1 24-16,-9 4 10 0,21 2 14 0,-5 3 6 15,0 4-2-15,11 6 6 0,0 2 7 16,0 4 8-16,2 0 5 0,-3 1 5 16,7 7-2-16,-7-5-2 0,7 5-11 0,-1 4-6 15,-5-9-6-15,2 8-6 0,-7-6-7 16,1 0-5-16,0 3-2 0,-3-6-3 0,3 6 1 15,-1-8-2-15,-1 1-1 16,-1-1-3-16,5-2-5 0,0-1-1 0,0-1-1 16,2-4 0-16,1 1-7 0,-4-4-2 15,7 0-3-15,-6-3-3 0,-2 0-7 0,0 0-2 16,-1 0-4-16,-1 0 1 0,3 0-2 16,-3-1-2-16,-1 0 2 0,1 0-3 0,-6-1-3 15,3 1 1-15,-3 0 2 0,0-4 8 16,1 2 1-16,0-1 8 0,2 0-6 0,-1 0 0 15,2-3-1-15,2 0-3 0,1 0-4 16,3-3-1-16,0 3-3 0,4-3-3 0,-4 3 1 16,2-3-2-16,-7 1-3 15,1 2 2-15,2-2-2 0,-2 0-1 0,-2 2-1 16,2-2 1-16,-2 0-4 0,4-4 0 16,0 3 3-16,-2-2-3 0,1-2 0 0,2 3-2 15,-1-4 2-15,-3 3-1 0,3-4-2 16,-2 2 2-16,-1 1 0 0,-4 0-4 15,2 1 3-15,-3 2 0 0,0-1 0 0,-3-1-2 16,1 4 1-16,-2-3-2 0,1 3 1 16,0-3-1-16,-3 2-2 0,0 0 3 0,3-1 2 15,-5 1-1-15,5 1 0 0,0-3-3 16,-3 1 3-16,2-1-2 0,1 1 3 16,-3 0-1-16,-2-1-1 0,2 2-3 15,-9 2 2-15,13-5-3 0,-8 4-1 0,-5 1 4 16,0 0-2-16,0 0 3 0,20 5-4 15,-15 0 1-15,-1 1-2 0,1 3 4 0,-1 1-3 16,3 4 3-16,-4 2 2 0,1-1-3 16,0 6 1-16,3 0 2 0,0 8-2 0,4 2 1 15,-4-1 2-15,0 3 0 0,-1-2-2 16,0 3 2-16,-2-5 0 0,-4-2 1 0,0 0-4 16,-4 10 5-16,1-2-1 0,-6 2 2 15,2-3 1-15,-2 0 2 0,-3 2-1 0,1-1 0 16,0-4 2-16,-5 2-1 0,1-2 0 15,-2 1-4-15,4-2 3 0,-3 0 0 16,1 1-3-16,-1-2-1 0,0-2 6 16,-4 1-5-16,5 1 1 0,-4-2-1 0,2 1-2 15,0-1 0-15,0 0-1 0,4 3 1 16,-1-5 0-16,-1 6-2 0,1-1 3 0,3 0-2 16,0 2 1-16,1-1 0 0,1 1-1 15,-1 0-1-15,2 3 3 0,2-1-3 16,1 2 2-16,-1 0 1 0,1-1-2 0,0 6-2 15,1-5 3-15,1 8-2 0,1-3 2 16,0 4 1-16,0 2-3 0,0 1 0 0,6 8 3 16,0 2-2-16,-2-2-1 0,5 2 4 15,0 2-4-15,2 2 2 0,0 0 0 0,5 0 1 16,-3 1 0-16,5-2 0 16,-2 1-1-16,4 4-2 0,0 0 3 0,2 21 0 15,-3-19-1-15,-2 2-2 0,1-1 4 16,-1 0-3-16,4 17 2 0,-4-18-3 0,-1-1 3 15,-1-3 0-15,2 0 7 0,-2-2 12 16,0 0 8-16,1-6 11 0,-1 0-2 0,-1-1 5 16,1-1-2-16,1-2 6 0,-3-2 4 15,-4-9-4-15,2-4-2 0,0 3-2 0,-2-4 3 16,1-2 0-16,-1-2 9 0,-1-6-1 16,0-4 1-16,-2-1 2 0,-1-4-6 15,-1-1-3-15,2-3-7 0,-2-3-6 16,0 3 0-16,-2-5-10 0,1 1-3 0,2-2-4 15,-1-2-17-15,-2 0-18 0,0-5-24 16,4 12-30-16,-4-7-39 0,2 0-43 0,-2-5-50 16,1 12-59-16,-1-5-60 0,0-7-63 15,-3 10-91-15,1-3-134 0,-2-3-61 0,4-4 73 16,-10 7-417-16,10-7-489 0</inkml:trace>
  <inkml:trace contextRef="#ctx0" brushRef="#br0" timeOffset="50119.55">30698 10090 2650 0,'0'0'-18'0,"-9"4"38"0,9-4 26 0,0 0 35 0,0 0 37 0,-8 2 28 16,8-2 10-16,0 0 6 0,0 0 3 0,0 0-6 16,0 0-2-16,6-21-6 0,-2 15-13 15,-3 0-3-15,3 0-4 0,-4 6 0 0,6-9-4 16,-4 4-7-16,-2 5-9 0,4-7-10 16,-4 7-14-16,4-4-4 0,-4 4 9 15,0 0 7-15,0 0-1 0,13 14-1 16,-10-5 5-16,6 1 6 0,-2 6-2 0,1 1 0 0,1 0 2 15,5 8 5-15,-3 3-7 16,1-1-4-16,-1 2 4 0,-4-4-2 0,1-6 1 16,-2 4 7-16,-2-3 0 0,-2-3 1 15,1 3-1-15,-3-5-10 0,0 1-3 0,2-3-7 16,-4 1-8-16,2 0-10 0,-3-2-6 16,-3 0-6-16,-2 0-6 0,0-1-9 0,1-3-3 15,-2-3-25-15,-3 0-46 16,1-3-60-16,-1-2-64 0,12 0-65 0,-24-12-66 0,8-2-79 15,1-12-72-15,-1-3-70 16,5-5-76-16,3-4-110 0,4 1-19 0,4-4 65 16,4 3-454-16,3 1-568 0</inkml:trace>
  <inkml:trace contextRef="#ctx0" brushRef="#br0" timeOffset="50286.25">30761 9883 3163 0,'0'-12'88'0,"0"3"42"15,-2 1 31-15,2 8 37 0,-2-10 33 16,2 10 22-16,-2-7 1 0,2 7-4 0,0 0-20 15,-2-10-23-15,2 10-25 0,0 0-16 16,-1-8-26-16,1 8-15 0,0 0-13 0,0 0-40 16,1-8-44-16,-1 8-57 0,0 0-63 15,8-7-76-15,-8 7-89 0,0 0-92 16,10-1-133-16,-10 1-223 0,0 0 62 16,0 0 74-16,18 8-348 0,-9-1-398 0</inkml:trace>
  <inkml:trace contextRef="#ctx0" brushRef="#br0" timeOffset="50486.03">30927 10011 2853 0,'-5'5'221'0,"1"1"18"15,4-6 13-15,-8 6 23 0,8-6 29 16,0 0 29-16,-6 6 17 0,6-6-7 0,0 0-33 16,0 0-32-16,0 0-28 15,0 0-21-15,0 0-22 0,0 0-47 0,0 0-86 16,40-8-86-16,-25 6-87 0,0-4-87 15,1 2-102-15,1 1-115 0,-4-1-125 0,2-2-186 16,-1 6 22-16,-5-2 66 0,-9 2-439 16,16 4-536-16</inkml:trace>
  <inkml:trace contextRef="#ctx0" brushRef="#br0" timeOffset="50653.14">31060 10118 2858 0,'-5'5'83'0,"1"0"79"0,4-5 46 15,-6 7 41-15,6-7 41 0,-5 5 37 16,5-5 1-16,0 0 11 0,-10 6-13 15,10-6-27-15,0 0-26 0,0 0-29 0,-6 5-26 16,6-5-20-16,0 0-19 0,0 0-43 16,0 0-82-16,0 0-92 0,42-7-91 0,-21-2-95 15,9-5-104-15,5-3-97 0,2-8-91 16,4-1-101-16,-3-1-81 0,-2-2 65 16,0 2-443-16,-5-4-547 0</inkml:trace>
  <inkml:trace contextRef="#ctx0" brushRef="#br0" timeOffset="50969.04">31528 9711 2744 0,'7'-24'-29'0,"-1"5"48"0,-5 4 30 15,3 1 39-15,-4 6 55 0,2-1 21 16,-2 1 9-16,0 0-1 0,0 8-15 0,0 0-6 16,0 0 5-16,0 0 5 0,0 0 6 15,-22 16 5-15,12 1 8 0,-5 8 1 16,3 2 3-16,3-4-6 0,3-3-10 16,2 3-9-16,3-5-15 0,1 1-12 0,1 0-15 15,3 1-2-15,3-1-16 0,4 0-12 16,2-2-9-16,-1-1-3 0,2-3-7 0,1 1-9 15,-1-2 1-15,1 3-9 0,0 1 20 16,-5-5 1-16,-1 1 29 0,1 2 29 16,-3-1 36-16,-1 1 32 0,-2-3 33 0,-4 1 20 15,0-1 6-15,-4 3-165 0,-2-1-92 16,1 1 0-16,-5 3 0 0,-1-1 0 16,0-3 0-16,-5 3 0 0,-4-5 0 0,4 0 0 15,-4-1 0-15,0-1 0 0,-1-3 0 16,3-2 0-16,-4-1 0 0,6 1 0 15,2-2-5-15,-2-4-749 0,3 2-228 0,3 0 78 16,10 0 104-16,-19 0-814 0,19 0-1054 16</inkml:trace>
  <inkml:trace contextRef="#ctx0" brushRef="#br0" timeOffset="51653.22">31121 10910 4127 0,'0'0'-137'0,"-4"-9"36"0,4 9 25 0,0-8 27 0,0 8 20 0,-1-8 22 0,1 8 8 16,-2-7 11-16,2 7 8 0,-2-7 8 0,2 7-10 15,-4-10 7-15,4 10-2 0,-2-10-11 16,1 8 4-16,-3-4-4 0,4 6-6 0,-5-7 4 16,5 7-3-16,-9-3-6 15,9 3 7-15,0 0-1 0,-27 12-2 0,14-4-1 16,-1 7 4-16,0-3 3 0,-4 9-7 15,1 4 3-15,5-5 0 0,3-1 1 0,2 0-6 16,3-2 11-16,2-1 0 0,4-1 17 16,0 0 7-16,3 2 2 0,1-5-3 0,1 2 3 15,5-4-6-15,-2 2 0 0,-1-2 13 16,1 0 10-16,-3-3 9 0,-1 1 18 0,1-2 16 16,0 2 12-16,-3-4 15 0,-4-4 13 15,7 13 11-15,-5-9 22 0,-2-4 24 0,-2 16 10 16,-2-7-24-16,1-1 1 0,-6 5-30 15,0-3-16-15,2 0-15 0,-5 0-28 16,0-1-18-16,1 1-53 0,1-3-58 16,3-2-74-16,-1 2-87 0,1-3-112 0,-1-1-133 15,8-3-174-15,0 0-131 0,0 0 80 16,-13-9-547-16,13 9-676 0</inkml:trace>
  <inkml:trace contextRef="#ctx0" brushRef="#br0" timeOffset="51970.94">31205 10989 3149 0,'-2'-8'-31'0,"2"8"34"0,0 0 14 0,0-9 9 0,0 9 3 16,0 0 9-16,0 0 32 16,0 0 25-16,0 0 3 0,0 0-1 0,17 21 1 15,-11-10-11-15,0 2 0 0,1-1-5 16,1 1 2-16,0-1-4 0,-1 1-7 0,3-2-7 15,-1 1 1-15,1-2-11 0,-1 0-1 16,-1-4-4-16,2 0 5 0,-3-2-1 16,1 0 0-16,2-2-3 0,-10-2-4 0,16-2 0 15,-16 2-8-15,20-8-3 0,-13 2 4 16,1 0-3-16,2-7-2 0,-3 1-4 16,-1-2-1-16,1-3-2 0,-1-2-5 15,0-1-3-15,-2-1-10 0,0 2-23 0,-3 1-29 16,1 1-39-16,0 5-51 0,-2 1-64 15,0 1-62-15,0 2-81 0,0 8-106 0,-2-6-157 16,2 6 50-16,0 0-293 0,0 0-329 16</inkml:trace>
  <inkml:trace contextRef="#ctx0" brushRef="#br0" timeOffset="52587.04">31523 10936 2643 0,'3'-8'182'0,"-3"8"5"16,2-4-5-16,-2 4 13 0,0 0 34 16,0 0 31-16,0 0 7 0,0 0-11 15,0 0-18-15,22 10-20 0,-19-5-16 0,6 0-16 16,-4 4-8-16,1 0-13 0,-1-2-15 16,-1 5-10-16,1 0-10 0,-2-1-14 0,1 2-10 15,-2 0-13-15,0-3-7 0,-2 1-7 16,2-4-8-16,-2 2-3 0,0-9 3 0,2 9 16 15,-2-9 15-15,1 7-10 0,-1-7-8 16,0 0-28-16,0 0-10 0,10-31-2 0,-6 14-9 16,5-3 1-16,-1 1-6 0,1 0-6 15,-1 2-9-15,0 5 17 0,-1 0-16 16,-1 2-2-16,-3 1 1 0,6 2-7 16,-4 4 4-16,-5 3-4 0,15-4 14 0,-15 4-12 15,0 0-2-15,23 6-1 0,-15-4 2 16,2 4 0-16,-3 1 0 0,0-1 8 0,-1 2 9 15,1-2 6-15,-2 2-3 0,-3-3 11 16,2 1-8-16,-3 0 0 0,-1-6-5 0,6 12 1 16,-6-12-1-16,4 8 1 15,-4-8 2-15,0 0-7 0,0 0-8 0,0 0-3 16,0 0-5-16,15-31 5 0,-5 12-12 0,4-10 4 16,2-1-4-16,0 1-1 0,-1 4-2 15,-2 4 3-15,-5 9-3 0,1-1-4 16,-2 2 6-16,4 4 6 0,-2 5 21 0,-4 0 18 15,-5 2 23-15,18 9 10 0,-12-3-39 16,1 6-38-16,1 1 0 0,-2 3 0 16,1 3 0-16,-1-1 0 0,-1 2 0 0,2-1 0 15,0 0 0-15,-3-4 0 0,1-1 0 16,-1 0 0-16,0-3 0 0,-1 0 0 0,0-3 0 16,1 2 0-16,0-5 0 0,-3 1 0 15,-1-6 0-15,0 8-179 0,0-8-227 0,0 0-109 16,-1 7-123-16,1-7-190 15,0 0 17-15,-11 3 82 0,11-3-660 0,0 0-843 16</inkml:trace>
  <inkml:trace contextRef="#ctx0" brushRef="#br0" timeOffset="62184.07">32257 10644 3943 0,'0'0'87'0,"0"0"42"0,0 0 15 0,0 0 0 0,0 0-12 0,0 0-15 0,0 0-11 15,0 0-10-15,-10-16-10 0,10 16-12 16,0 0-11-16,22-17-47 0,-11 11-66 16,3-2-72-16,-2 2-80 0,8-3-88 0,-5 3-119 15,-2-2-174-15,0 4-20 0,-1 0 64 16,-4 4-257-16,-8 0-283 0</inkml:trace>
  <inkml:trace contextRef="#ctx0" brushRef="#br0" timeOffset="62365.99">32315 10669 2202 0,'-14'13'90'0,"3"-6"41"0,1 0 32 0,0-4 42 15,5 1 44-15,5-4 49 16,-9 7 48-16,9-7 30 0,-9 3 16 0,9-3-5 16,0 0-32-16,-5 5-35 0,5-5-30 15,0 0-24-15,0 0-35 0,0 0-33 0,0 0-78 16,38-10-92-16,-19 3-104 0,4-2-94 15,4-4-87-15,3-1-96 0,1 1-90 0,-2-5-131 16,1-1-141-16,1 1 59 0,-3-1-502 16,0-3-623-16</inkml:trace>
  <inkml:trace contextRef="#ctx0" brushRef="#br0" timeOffset="62665.5">32766 10372 3293 0,'-2'-9'44'0,"2"9"29"15,0 0 41-15,0 0 39 16,0 0 44-16,0 0 38 0,-24 14 34 0,15-5 16 15,2-1 7-15,0 2-22 0,1 4-20 16,1 1-18-16,2-1-19 0,3 0-15 16,0 0-19-16,3 1-10 0,2-1-27 0,2-2-12 15,1 1-15-15,1-3-10 0,1-2-9 16,5-2-13-16,-1-3-23 0,3-1-25 0,2-4-21 16,2-1-16-16,-1-1-2 0,4-2-8 15,-3-1 5-15,-5-2 3 0,2 0 0 16,-5 1 8-16,-1-4 0 0,-5 3 11 15,-3-4 20-15,-2-1 4 0,-2-2 2 0,-2-3-3 16,-7-12-3-16,-3 0-5 0,-5 6-6 16,0-1 0-16,-2 3-24 0,-4 4-45 15,2 9-60-15,1 4-81 0,2 3-100 0,-1 3-106 16,-6 5-155-16,2 2-251 0,-7 8 34 16,1-4 82-16,4 7-575 0,0 1-719 0</inkml:trace>
  <inkml:trace contextRef="#ctx0" brushRef="#br0" timeOffset="64100.66">29801 12554 3202 0,'-16'-3'-90'0,"1"2"40"0,2-2 11 0,0 3 17 0,13 0 21 0,-22-2 23 0,13 0 20 0,9 2 29 0,-16 0 13 15,16 0-2-15,0 0-7 0,-16-2-3 16,16 2-2-16,0 0-6 0,-14 0-12 0,14 0-4 16,0 0 1-16,0 0 12 0,0 0 2 15,0 0-6-15,46-6-4 0,-6 0 0 16,15-5-9-16,10-2-5 0,5-1 1 16,7-1-6-16,16-10-10 0,4 0 0 0,7 3 0 15,-4-4-3-15,7-1-1 0,-2 2-4 16,-3 2-2-16,6-1 1 0,-8 1-6 15,-19 10 5-15,-6-3-4 0,-3 3-6 0,-6-3 6 16,-7 4 2-16,-5 1 8 0,-14 1 1 16,-6 2 3-16,0-1 8 0,-5-3 8 0,-6 5 3 15,-5 1-2-15,0 2-2 0,1-6-4 16,-4 5-5-16,8-5-2 0,6-4-2 0,3 2-3 16,2-2-2-16,4 2-7 0,10-5 3 15,1 2 1-15,5-2-8 0,5 4-3 0,4-1 3 16,8 4-6-16,1-2 1 15,2 3-2-15,1-3-1 0,-2 4 0 0,0-2-4 16,-1-1 2-16,-1 3 0 0,-9-1 1 16,-4-3-1-16,-14 7 3 0,-10-2-2 0,-3 2 5 15,-10 1 26-15,-4 3 17 0,-2-2 14 16,-4 1 4-16,0-2-3 0,0 3 1 0,-4-1-10 16,-7 2-4-16,11-3-8 0,-2 1-2 15,-9 2-11-15,9-4-8 0,-9 4-36 0,9-1-47 16,-9 1-58-16,0 0-83 0,0 0-86 15,0 0-92-15,0 0-145 0,0 0-130 16,0 0 64-16,0 0-315 0,-29 23-387 16</inkml:trace>
  <inkml:trace contextRef="#ctx0" brushRef="#br0" timeOffset="66166.82">29189 13360 2422 0,'0'0'103'0,"-1"-6"39"0,1 6-2 0,0 0 3 15,0 0 14-15,-5-8 11 0,5 8 4 0,0 0-11 16,0 0-10-16,0 0 26 0,0 0 13 16,0 0 1-16,14 21-4 0,-7-11-1 15,2 2 4-15,3 3-7 0,1 2-2 0,1-3-14 16,1 1-4-16,-1-1-10 0,1-2-17 16,-1-2-6-16,-2-2-13 0,-1 1-1 15,3-1-17-15,-3-2 1 0,-1-3-24 16,0-1 0-16,-10-2-2 0,23-2-7 0,-12-3-4 15,2-2-5-15,-1-3-6 0,-3-2-6 16,-1 0-2-16,2-5-4 0,-5-5 0 0,1 3-3 16,-1-16-3-16,-3 0-9 0,0-4 1 15,-2 0-8-15,-4-4 3 0,3 4 0 0,-7 0-7 16,4 4 0-16,-1 2 2 0,0 12 1 16,3 3-5-16,1 3-7 0,-1 2-6 0,0 3-7 15,2 5-4-15,0 5 7 0,0 0 3 16,0 0-5-16,0 0 2 0,0 0 0 0,5 32 0 15,-1-18 2-15,1 1-1 0,-2 2 1 16,3-1 5-16,0-1-3 0,-1 1 3 16,1-1-2-16,0-1-5 0,0-1-37 15,-3-1-42-15,3-2-42 0,-2 0-49 16,1-1-67-16,0 1-80 0,-2-2-85 0,-3-1-109 16,4 2-178-16,-4-2-23 0,0 1 72 15,0-1-474-15,0-7-587 0</inkml:trace>
  <inkml:trace contextRef="#ctx0" brushRef="#br0" timeOffset="66464.91">29374 12934 3017 0,'-4'-8'56'0,"4"8"33"0,-4-9 32 0,4 9 33 0,-6-8 34 0,6 8 19 0,0 0 6 0,-5-8-7 0,5 8-16 15,-4-8-19-15,4 8-18 0,0 0-19 0,-4-4-6 16,4 4-21-16,0 0-12 0,0 0-28 16,0 0-40-16,-3-7-51 0,3 7-53 15,0 0-75-15,0 0-70 0,0 0-70 16,0 0-100-16,0 0-183 0,0 0-39 0,0 0 65 15,0 0-276-15,0 0-312 0</inkml:trace>
  <inkml:trace contextRef="#ctx0" brushRef="#br0" timeOffset="67014.76">29496 13083 2475 0,'-10'-8'117'0,"4"2"11"0,5 2 30 0,1 4 20 0,-6-7 17 0,6 7 13 0,-6-4 1 0,6 4-9 0,-3-6-20 0,3 6-20 16,0 0-18-16,0 0-16 0,0 0-18 15,0 0-1-15,0 0-5 0,2 29-10 0,3-10-13 16,1 1-4-16,3 9-4 16,3-2-6-16,1 0 3 0,1-1-5 0,1 0-3 15,-6-6-6-15,8 3-3 0,-4-6-4 16,1-2-4-16,-3-3-6 0,1 0-1 0,-3-2-3 15,2-3-1-15,0 1-4 0,0-2-7 16,-6 0-3-16,3 0-17 0,-2-2-42 0,0-1-72 16,-6-3-97-16,5 4-107 0,-5-4-128 15,0 0-193-15,0 0-11 0,-9 10 68 16,1-6-362-16,-2 4-423 0</inkml:trace>
  <inkml:trace contextRef="#ctx0" brushRef="#br0" timeOffset="67514.87">28751 13352 2809 0,'0'0'82'0,"0"0"-6"0,0 0 21 0,0 0 25 0,0 0 12 0,0 23 8 0,1-9-3 15,3 3-1-15,-2 1-10 0,3-1-9 16,-4 1-9-16,7 2-14 0,-5-1-9 0,5-4-4 15,-4 1-11-15,1-3-9 0,0-1-3 16,-2-1-6-16,-1-3-2 0,2 1 21 0,-2-3 21 16,0 0 20-16,-2-6 16 0,0 0-8 15,0 0-14-15,0 0-8 0,0 0-10 0,0 0-12 16,-2-31-5-16,-2 7-10 16,-1-10-4-16,-2-6-10 0,2-13-5 0,-5-1-2 15,3-4-5-15,-3-2-6 0,2 6 2 16,5 13-13-16,-5 0-6 0,6 12-20 0,1 8-24 15,-3 3-30-15,1 3-43 0,1 1-48 16,0 4-51-16,2 3-23 0,2 4-24 16,-2 3-35-16,0 0-48 0,0 0-63 0,0 0-114 15,0 0-89-15,12 18 56 0,-8 0-258 16,-4 0-287-16</inkml:trace>
  <inkml:trace contextRef="#ctx0" brushRef="#br0" timeOffset="67930.49">28705 13450 2266 0,'0'9'72'0,"0"-3"18"0,0-1 9 16,0-5 17-16,0 0 25 0,2 10-2 16,-2-10 11-16,0 0 3 0,0 0 7 15,9 2-1-15,-9-2-14 0,20-8-13 0,-9 0-11 16,2 1-12-16,2-5-9 0,2-2-9 16,1 3-12-16,-3-3-8 0,-2 3-9 0,5-3 0 15,-5 2-12-15,-4 1-4 0,1 3-3 16,-1-1-1-16,-3 2-1 0,-1 2-3 0,2 0 0 15,-1 0 4-15,-6 5-5 0,5-7-6 16,-5 7-1-16,6-3-7 0,-6 3 2 16,0 0-5-16,0 0 1 0,11 14-4 15,-5-8-3-15,0 1 0 0,-1 1-5 0,3-2 3 16,-3 0-1-16,5 3-1 0,1-1 1 16,-1-4-3-16,0 0-2 0,-1 0 6 15,-2-4 4-15,-7 0 1 0,14 2 5 0,-14-2 6 16,15-5 5-16,-9 2 7 0,0-3-3 15,-2 2-2-15,0-2 7 0,-3-1-2 0,1-3 3 16,0 2-1-16,-6-3-4 0,3 1-4 16,-3-2-2-16,0 2 1 0,0 0-7 0,0 1-8 15,0 2 0-15,0 2-11 0,4 5-32 16,-11-8-41-16,11 8-48 0,-7-4-65 16,7 4-68-16,0 0-77 0,-18 5-111 15,18-5-144-15,-11 10-63 0,9-4 75 0,0 1-314 16,2-7-365-16</inkml:trace>
  <inkml:trace contextRef="#ctx0" brushRef="#br0" timeOffset="68280.39">29067 13311 2347 0,'0'0'45'0,"0"0"45"0,8 1 25 0,-8-1 28 0,0 0 29 0,0 0 14 16,0 0-3-16,0 0-8 0,11-7-14 0,-11 7-14 15,2-5-14-15,-2 5-16 16,2-8-11-16,-2 8-6 0,1-9-6 0,-1 9-4 15,-1-12-7-15,-1 4-8 0,2 8-6 0,-2-14-4 16,-2 7 0-16,4 7-3 16,-3-10-10-16,3 10-6 0,-4-9-3 0,4 9-7 15,-4-5 1-15,4 5-3 0,0 0 9 16,-4-10 4-16,4 10 7 0,0 0-4 0,0-9-4 16,0 9-5-16,0 0-6 0,0 0 3 15,0 0 10-15,0 0 0 0,0 0 2 0,0 0 5 16,0 0 8-16,31 10 0 0,-26-2-1 15,5 2-5-15,-1 0-6 0,-3 2-2 0,4 2-8 16,-1-1-3-16,-4 1-6 0,6 1-18 16,-4-1-39-16,0 0-53 0,1-1-61 15,-2-1-84-15,2-1-85 0,-3-1-88 16,3-2-128-16,0-2-164 0,-3-2 57 0,5-1-418 16,-3-3-522-16</inkml:trace>
  <inkml:trace contextRef="#ctx0" brushRef="#br0" timeOffset="68515.01">29769 13050 3194 0,'0'0'128'15,"5"-4"9"-15,-5 4 19 0,0 0 7 16,0 0-4-16,13-6-11 0,-5 2-24 15,0 1-7-15,1-1-10 0,2 1-18 0,3 2-51 16,-1-3-57-16,1 0-71 0,1 1-70 16,-2 1-85-16,-2-1-109 0,3-1-144 0,-3 3-69 15,-1 1 50-15,-10 0-201 0,15 1-210 16</inkml:trace>
  <inkml:trace contextRef="#ctx0" brushRef="#br0" timeOffset="68700.73">29831 13242 2329 0,'-10'9'246'0,"5"-4"16"0,-3 0 15 0,8-5 21 16,-7 5 36-16,7-5 25 0,-6 5-19 15,6-5-25-15,0 0-26 0,0 0-21 0,0 0-23 16,0 0-27-16,0 0-22 0,0 0-20 16,40-17-24-16,-21 9-79 0,2-4-73 0,7 1-85 15,3 1-81-15,-8 0-93 0,-2 0-90 16,0 1-98-16,-4 1-124 0,-2 0-140 0,3 4 72 15,-7-3-432-15,1 3-544 0</inkml:trace>
  <inkml:trace contextRef="#ctx0" brushRef="#br0" timeOffset="69165.26">30220 12920 2950 0,'-4'-5'21'0,"4"5"16"0,0 0 13 15,0 0 23-15,0 0 50 0,0 0 23 0,0 0 1 16,0 0-5-16,0 0-6 0,6 25-2 16,-2-14-3-16,1-1-1 0,1 2 0 15,-2 0-7-15,1 0-5 0,2-2-7 0,-4 0-7 16,5-1-11-16,-3-1-4 0,3-1-6 16,2 0-12-16,-1-1 2 0,-1-5-9 15,-8-1-4-15,23 0-6 0,-23 0-4 16,23-9-5-16,-10 1-5 0,1-2-3 0,-2-2-1 15,2 0-4-15,-3-5-2 0,-1 1 1 16,0-1 7-16,-5 3 27 0,3 0 24 0,-3 3 15 16,1 1 18-16,-3 1 1 0,2 2-11 15,-3 2-21-15,-2 5-7 0,0 0 16 0,0 0 15 16,0 0-4-16,15 15-10 0,-12 1 4 16,1 3 20-16,4 13 11 0,0 0 0 15,-1 3 1-15,2-3-7 0,2 1-8 0,-4-2-13 16,4-1-10-16,-3-5-8 0,0-4-39 15,-3-3-52-15,3-2 0 0,-2-2 0 16,-2-3 0-16,1 1 0 0,-3-3 0 16,2 2 0-16,-2-5 0 0,2-1 0 0,-3 0-136 15,-1-5-128-15,0 7-89 0,0-7-105 16,0 0-118-16,0 0-163 0,0 0-89 0,0 0 88 16,0 0-653-16,0 0-847 0</inkml:trace>
  <inkml:trace contextRef="#ctx0" brushRef="#br0" timeOffset="72847.72">28856 13401 3836 0,'-7'-6'-36'0,"7"6"16"0,-3-6-2 0,3 6 1 0,0 0 23 0,0 0 31 16,0 0 23-16,-6 19 15 15,6-5 0-15,2 5-4 0,0 5-4 0,0 0-6 16,1 0 2-16,2 0 0 0,1-2-3 16,-1-1 1-16,1-1-2 0,-3-3-2 0,3-3-2 15,-4-2 26-15,2 0 33 0,-2-3 45 16,2-1 47-16,-2-1 44 0,-2-7-37 0,0 0-26 15,0 0-8-15,0 0-24 0,0 0-14 16,-2-41-15-16,0 14-11 0,2-9-16 16,-4-9-6-16,4-1-16 0,-1-16-3 15,-6-2-6-15,1-9-3 0,3 1-10 16,1-2-12-16,0-3-11 0,2 2-25 0,2 1-8 16,2 2-9-16,-3 6-14 0,7 12-19 15,-2 15-28-15,0 4-32 0,-1 10-54 0,3 8-48 16,-3 8-62-16,6 4-48 0,-2 7-41 15,4 6-60-15,1 8-113 0,-2 13-171 0,2 15 65 16,-3 7-418-16,-5 8-528 0</inkml:trace>
  <inkml:trace contextRef="#ctx0" brushRef="#br0" timeOffset="73048.82">28788 13575 3170 0,'0'0'101'0,"-11"1"28"0,11-1 24 16,0 0 30-16,0 0 16 0,0 0-5 16,0 0-18-16,0 0-18 0,0 0-13 15,0 0-16-15,22-27-14 0,-9 18-12 0,2-1-19 16,2-2-57-16,0 2-65 0,2 0-85 16,-2 0-97-16,1 1-95 0,-1-2-136 15,-3 5-206-15,-5 1 68 0,0-1-320 0,-4 5-391 16</inkml:trace>
  <inkml:trace contextRef="#ctx0" brushRef="#br0" timeOffset="73596.01">29103 13354 2363 0,'0'0'24'16,"-8"-6"33"-16,8 6 3 0,0 0 13 16,0 0 23-16,0 0 26 0,0 0 19 0,-9 16-1 15,9-16-2-15,2 13-1 0,1-3-2 16,4 0-11-16,-2-1-4 0,5 3-6 0,-1 0-4 16,3-5-14-16,-1 3 0 15,3-4-2-15,-3 0 0 0,2-6-2 0,1 0-6 16,-14 0-7-16,27-4-7 0,-15-1-6 15,2-2-1-15,-3-3 7 0,0 3 14 0,0-3 4 16,-4-2 0-16,-3-1-8 0,-2 1-5 16,-2-2-8-16,-4-1-3 0,-2-6-10 0,-8-6-4 15,2 0-4-15,-6 5-8 0,1-1-5 16,4 6-4-16,1 5-7 0,1 4-5 16,-1 3-6-16,1 1-9 0,11 4-24 0,-21 4-27 15,8 1-35-15,-1 1-40 0,3 3-49 16,2 1-52-16,-3-1-63 0,5-2-85 0,-1 3-139 15,0-1-141-15,2-1 65 16,4-1-325-16,1 1-393 0</inkml:trace>
  <inkml:trace contextRef="#ctx0" brushRef="#br0" timeOffset="74064.39">29310 13496 2559 0,'0'0'7'16,"0"0"5"-16,0 0 16 0,0 0 22 0,0 0 17 0,0 0 3 15,27-10 1-15,-18 4-7 16,0 0-4-16,-2-2 10 0,1 1 13 0,0 1 9 16,-3 0 25-16,1-4 8 0,-2 3 2 15,-3-2-8-15,1-2 3 0,-4 1 1 16,2-3-3-16,-3-2-10 0,-5-3-5 0,1 0-4 15,-1-1-7-15,-2 2-2 0,-1 2-1 16,4 3-12-16,-1 0-8 0,-2 5-7 0,3 2-9 16,-1 2-4-16,8 3-7 0,-15 0-7 15,15 0-2-15,0 0-3 0,-20 1-9 0,20-1 1 16,0 0-3-16,0 0-1 16,0 0-2-16,0 0 1 0,0 0-2 0,0 0-1 15,0 0-2-15,25-22 1 0,-11 14-1 16,1-1-2-16,-1 2-4 0,-1 0-4 15,-2 2 2-15,1 4 0 0,-3 1-1 0,-9 0 2 16,21 3 0-16,-9 2 1 0,-3 0-1 16,-1 3-1-16,1 0 2 0,1 4-2 0,-2-1-2 15,-3 3-1-15,5 0 0 0,-3 0-2 16,1 0-25-16,-2-1-34 0,-1 1-52 0,1-1-52 16,-2-3-67-16,-1 2-65 0,4-3-85 15,-3 1-117-15,-3-3-136 0,3 2 65 16,0-3-283-16,1-1-334 0</inkml:trace>
  <inkml:trace contextRef="#ctx0" brushRef="#br0" timeOffset="74512.59">29652 13453 2328 0,'0'0'8'0,"2"6"31"0,-2-6 26 0,0 0 24 0,0 0 22 0,0 0 5 15,0 0-5-15,0 0-2 0,0 0-5 16,7-24-7-16,-7 17 2 0,0-3-14 16,4-4-2-16,-4 1-10 0,0-3-10 15,-4-7-1-15,1 0-8 0,-1-10-2 0,-8-5-9 16,1-11-4-16,-4 2 0 0,-1-3-4 15,0-2-5-15,-4 3-1 0,1 1-3 0,2 5 15 16,2 12 16-16,2 4 14 0,3 4 5 16,2 8-12-16,3 5-6 0,1 0-10 15,-2 7-7-15,6 3-1 0,0 0 0 0,0 0-5 16,-1 17 2-16,2-1 11 16,7 3 2-16,3 10 7 0,5 4 4 0,0-1-4 0,9 4-7 15,0 0-2-15,0-1-2 16,0-8-5-16,-1 0-2 0,-1-5-4 0,-2 1-6 15,4-2-5-15,-8-6 2 0,-1-3-4 16,-3 0-22-16,-1-3-18 0,-1-1-36 0,-4-4-49 16,1 1-87-16,0-4-100 0,-8-1-131 15,9 2-203-15,-9-2 15 0,0 0 52 0,0 0-247 16,0 0-292-16</inkml:trace>
  <inkml:trace contextRef="#ctx0" brushRef="#br0" timeOffset="74714.02">29480 12792 2533 0,'-11'-5'212'0,"4"-1"35"0,-1 0 20 16,2-2 12-16,2 1-10 0,-1 1-27 0,1 0-21 16,0 1-25-16,4 5-21 0,0-10-22 15,0 10-49-15,0-7-63 0,0 7-83 0,0 0-88 16,6-7-100-16,-6 7-105 15,0 0-158-15,0 0-143 0,0 0 67 0,22 15-283 16,-14-6-336-16</inkml:trace>
  <inkml:trace contextRef="#ctx0" brushRef="#br0" timeOffset="74964.76">29862 13050 2715 0,'0'0'210'16,"0"0"13"-16,0 0-2 0,0 0 24 15,0 0 21-15,0 0 10 0,0 0-7 0,0 0-38 16,17-14-9-16,-4 7-28 16,6 3-18-16,-2-4-21 0,5 0-18 0,-2 1-56 15,-1 0-66-15,3 2-79 0,-8 0-88 16,6 2-105-16,-7-1-96 0,-1 2-113 0,-3 1-167 15,-9 1-2-15,15 5 69 0,-12 2-288 16,2 3-338-16</inkml:trace>
  <inkml:trace contextRef="#ctx0" brushRef="#br0" timeOffset="75180.89">29903 13309 2474 0,'-7'3'246'0,"-2"1"31"0,9-4 18 0,-12 5 22 16,12-5 29-16,-8 4 41 0,8-4-17 15,0 0-23-15,0 0-22 0,0 0-29 16,0 0-26-16,0 0-32 0,35-16-21 16,-20 11-26-16,6-2-22 0,2 0-66 15,-2 0-79-15,-3-1-89 0,6 1-73 0,-1 0-89 16,-2 0-98-16,-3 0-108 0,-2 2-125 16,1 0-213-16,-7 0 64 0,-3 3 81 0,1-1-409 15,-8 3-508-15</inkml:trace>
  <inkml:trace contextRef="#ctx0" brushRef="#br0" timeOffset="75763.36">30251 12963 2643 0,'-7'-7'-50'0,"4"2"37"16,-1-2 34-16,2 2 38 0,2 5 34 16,-5-9 18-16,5 9 37 0,-4-8 8 15,4 8 3-15,-4-7-10 0,4 7-13 16,0 0-12-16,0 0-15 0,0 0 3 0,0 0 10 0,0 0 0 15,0 0 4-15,0 0 0 16,9 29 3-16,-3-15 2 0,1-1-9 0,2 3-2 16,0-3-5-16,-2 3-9 0,5-4-6 15,-1 1-6-15,1 0-9 0,0-5-6 0,0 1-6 16,0-3-7-16,1 1-6 0,0-4-3 16,1-1-7-16,-14-2-3 0,25-6-1 15,-10 0-5-15,-1-2-6 0,-1-3-3 0,0-1-1 16,-1-6-3-16,-1 1-2 0,-1-2 0 15,-5-2-1-15,3-1 8 0,-3-1 18 16,3 5 18-16,-5 1 24 0,4 5 4 0,-3-1-10 16,-2 5-11-16,-1 1-14 0,-1 7-3 15,0 0 17-15,0 0 7 0,0 0-17 16,15 23 3-16,-8-6 18 0,-4 5 3 0,5 9-2 16,-1 1-5-16,3 1 3 0,-1-1 1 15,3-1-10-15,0-2-10 0,0 0-6 0,-2-4-4 16,2 0-9-16,-3-6-6 0,-2-3-5 15,0-2-31-15,0-4-45 0,-3 0-54 0,0-1-54 16,-3-3-51-16,3 1-57 0,0 0-85 16,0-2-106-16,-4-5-143 0,0 9-232 15,0-9 50-15,-6 6 89 0,0 0-554 16,-1-1-697-16</inkml:trace>
  <inkml:trace contextRef="#ctx0" brushRef="#br0" timeOffset="76279.02">29080 14185 3435 0,'-28'9'-15'0,"-5"-3"28"0,1 6 30 0,3-7 42 0,6 1 31 15,3 0 42-15,-1 0 23 0,3 0 12 0,5-4 6 16,1 1-3-16,3-1-6 0,9-2-4 15,0 0 1-15,0 0-2 0,0 0-7 0,66-34-15 16,20-5-10-16,23-11-32 16,19-4-17-16,55-20-8 0,5 0-14 0,5 2-25 15,-10 3-7-15,-10 3-7 0,-5 2-3 16,-40 14-2-16,-3 0 4 0,-5 3-12 0,-3 6 1 16,-18 1 7-16,-13 7 10 0,-29 11 28 15,-12 3 34-15,-8 7 21 0,-13 3 12 0,-4 1-2 16,-8 3-13-16,2 0-12 0,-4 1-10 15,-3 1-15-15,-1-1-12 0,-6 4-8 0,0 0-10 16,0 0-14-16,0 0-52 0,0 0-77 16,0 0-83-16,10 11-85 0,-10-11-100 0,-2 8-118 15,2-8-144-15,-2 12-213 16,0-3 45-16,-2-3 83 0,3 6-572 0,-4-3-730 16</inkml:trace>
  <inkml:trace contextRef="#ctx0" brushRef="#br0" timeOffset="79327.61">29602 14229 3723 0,'0'0'17'0,"-3"-6"-4"0,3 6 3 0,0 0 38 0,0 0 33 0,0 0 25 16,-6 18 7-16,8-5 0 0,0 1 3 0,0 2-15 15,1 5-6-15,3 2-3 0,0-4-6 16,2 3-10-16,-3-2-6 0,3 1-9 16,-1-4-9-16,-2-2 0 0,-2 0-12 15,3-4 1-15,-2 0-4 0,-3-3-5 0,3-1 19 16,0-1 23-16,-2 0 20 0,-2-6 30 15,4 6-10-15,-4-6-12 0,0 0-8 16,0 0-11-16,0 0-8 0,0 0-11 0,0-24-8 16,0 15-2-16,-1-4-9 0,-2 4-5 15,1-4-2-15,0 1-5 0,0 0-2 16,0 4-7-16,0-3-1 0,2 3-6 0,-1-1-2 16,-1 1 0-16,0 1-3 0,2 7-2 15,-2-16 1-15,0 10-4 0,2 6-2 16,-2-13 3-16,2 13-6 0,-3-10-3 0,3 10 2 0,0-10-3 15,-2 5 3-15,2 5 0 16,-5-12-3-16,5 12 5 0,-4-10-5 0,4 10 12 16,-5-9-11-16,1 3 1 0,4 6 2 15,-7-10-1-15,7 10-5 0,-7-8-3 0,0 6 1 16,7 2-6-16,-13-2 0 0,13 2 1 16,-17 8 1-16,5 0 3 0,0 1-5 15,-2 3-2-15,3 5 2 0,-3-1 1 0,4 4 2 16,-1-1-2-16,3-1-3 15,3 3 8-15,1-4-3 0,2 0-5 0,0-3 12 0,2 1-10 16,2-3-1-16,4 2 3 16,1-1 5-16,1-1 6 0,1-5-3 0,4 3 0 15,5 0 4-15,1-2 1 0,-4 0 1 16,3 1 12-16,-4 2 11 0,4-3 12 0,-5 0 14 16,1 1 8-16,-1 0 10 0,-2-2 8 15,1 5 7-15,-5-4 5 0,2 4 4 0,-2-2 2 16,-3 3 6-16,-1-1-5 0,-3-1-5 15,0 2-2-15,-1 0-12 0,-5 3-6 0,-1-2-78 16,0 1-1-16,-4-1 0 0,1-3 0 16,-3 1 0-16,2-2 0 0,-1-2 0 15,1-3 0-15,-1-1 0 0,1-4 0 0,11 0 0 16,-22 0 0-16,22 0 0 16,-22-8 0-16,12 3 0 0,1 1-258 0,1 0-63 15,3-4-84-15,-2 2-75 0,4-5-87 16,1 3-114-16,4-2-127 0,0-1 70 0,3-2-600 15,3-1-793-15</inkml:trace>
  <inkml:trace contextRef="#ctx0" brushRef="#br0" timeOffset="79644.26">29807 14420 3536 0,'0'-12'8'0,"0"12"61"0,-4-8 33 15,4 8 21-15,0 0 3 0,-2-9-8 0,2 9 10 0,0 0 33 0,0 0 13 0,0 0-6 0,13 21-7 16,-8-11-4-16,2 2-8 0,2 0-12 16,0 3 1-16,3-1-3 0,1-2-8 0,2 1 0 15,-1-1-14-15,-1-5 1 0,1 3-8 16,-3-4-6-16,3 0-9 0,-3-4-3 16,0 2-6-16,-1-2-11 0,-10-2 0 0,18-2-9 15,-18 2-6-15,22-6 2 0,-15 2-3 16,2-4-15-16,-4 2-4 0,1-5-3 0,-5 1-16 15,3-4-16-15,-4-3-25 16,0-2-24-16,-4-1-20 0,-1-4-25 0,-1 5-24 16,-2 1-30-16,2 4-49 0,1 0-65 15,1 4-81-15,2 5-88 0,-3-1-93 0,-4 2-128 16,9 4-26-16,0 0 66 0,0 0-358 16,-16 11-448-16</inkml:trace>
  <inkml:trace contextRef="#ctx0" brushRef="#br0" timeOffset="80177.38">30018 14342 2547 0,'6'-8'50'0,"-6"8"37"16,0 0 19-16,0 0 13 0,0 0 22 0,5-6 42 15,-5 6 18-15,0 0 8 16,0 0-5-16,20 10-9 0,-11-5-13 0,3 3-11 16,-3 0-11-16,-2 0-12 0,4 1-3 15,2-1-13-15,-4 1-5 0,1-1-11 16,-5 1-5-16,3-1-3 0,-3-1-8 0,3 0-7 15,-5 0 0-15,4-2 9 0,-7-5 5 16,7 10 20-16,-7-10 20 0,8 4 22 0,-8-4 27 16,0 0-12-16,0 0-17 0,0 0-12 15,0 0-16-15,5-24-16 0,-5 10-9 0,2 2-13 16,-2 0-12-16,0 0-6 0,3 4-13 16,-3-1-5-16,2 1-14 0,-2 8-8 15,3-12-3-15,-1 8-8 0,-2 4 0 16,10-5-1-16,-10 5-8 0,0 0 0 15,19 0-5-15,-19 0 2 0,15 4-8 0,-15-4-12 16,15 3 0-16,-15-3 0 0,13 5 0 16,-13-5 0-16,12 1 0 0,-12-1 0 0,8 4 0 15,-8-4 0-15,0 0 0 0,0 0 0 16,16-8 0-16,-9-1 0 0,-2-1 0 0,1-4 0 16,1 1 0-16,-1-1 0 0,2 3 0 15,0-1 0-15,-5 3 0 0,3 0 0 16,-3 4 0-16,3-1 0 0,-6 6 0 15,12-6 0-15,-12 6 0 0,11 0 0 16,-11 0 0-16,0 0 0 0,21 8 0 0,-11-4 0 0,-10-4-30 16,14 5-37-16,-9-1-44 15,-5-4-38-15,11 5-47 0,-5-2-46 0,-6-3-57 16,10 4-62-16,-6 0-69 0,-4-4-93 16,0 0-134-16,9 2-123 0,-9-2 76 0,0 0-535 15,0 0-700-15</inkml:trace>
  <inkml:trace contextRef="#ctx0" brushRef="#br0" timeOffset="80361.6">30504 14221 3444 0,'0'0'75'0,"0"0"47"0,0 0 32 0,0 0 35 0,0 0 27 16,0 0 16-16,0 0-7 0,0 0-10 16,0 0-8-16,0 0-23 0,0 0-16 15,0 0-17-15,0 0-17 0,0 0-23 0,0 0-56 16,18 0-55-16,-7-4-62 0,-11 4-73 15,21-5-78-15,-14 5-86 0,3-4-84 16,-3 2-92-16,1 0-98 0,-8 2-63 0,13-4 57 16,-13 4-281-16,0 0-343 0</inkml:trace>
  <inkml:trace contextRef="#ctx0" brushRef="#br0" timeOffset="80512.38">30599 14252 2339 0,'-4'6'22'0,"1"0"43"16,3-6 46-16,-8 11 33 0,8-11 37 0,-4 6 13 15,4-6-3-15,-4 6-9 0,4-6-11 16,0 0-7-16,0 0-15 0,0 10-9 15,0-10-15-15,0 0-16 0,12 3-18 16,-12-3-47-16,19-3-55 0,-2-1-57 16,4-5-47-16,14-3-57 0,8-8-64 0,-2-3-70 15,6-6-50-15,-2-1-44 0,-3-6-30 16,0-4-362-16,-1 1-280 0</inkml:trace>
  <inkml:trace contextRef="#ctx0" brushRef="#br0" timeOffset="80794.62">31110 13912 2094 0,'13'-18'40'0,"-8"2"71"15,2 6 52-15,-5 1 43 0,-2 4 26 0,0 5 33 16,0-8 20-16,0 8 15 0,0 0 3 15,0 0-4-15,0 0 2 0,0 0-5 0,-25 22-18 16,19-12-17-16,5 6-24 0,-1-4-23 16,2 3-11-16,0-1-24 0,2 3-18 15,3-3-18-15,1-1-10 0,1-1-16 16,3 1-10-16,-1-5-7 0,4-2-15 16,3-2-4-16,-3-2-10 0,5-4-5 0,-2-2-10 15,4-2-11-15,-1-2-8 0,-2-3-6 16,-4 2 2-16,0 0 3 0,-3-2 0 0,-2 1-7 15,-4-1 3-15,-3-3-1 16,-1 2-4-16,-3-3-2 0,-6 0-3 0,0-1-3 0,-9-6-4 16,-2 9-7-16,3 0-4 0,-4 3 1 15,-2 6-60-15,2 0-58 0,-2 7-66 16,-1 2-73-16,-6 5-97 0,1 6-114 16,-2 1-147-16,5 2-228 0,1 2 77 0,3 2 85 15,6 4-523-15,-4-2-664 0</inkml:trace>
  <inkml:trace contextRef="#ctx0" brushRef="#br0" timeOffset="84410.68">29383 15391 3026 0,'0'0'-77'0,"0"0"41"0,0 0 20 0,0 0 13 0,-17-2 19 16,17 2 13-16,0 0 5 0,0 0 5 15,0 0-2-15,0 0-7 0,0 0-7 16,0 0-3-16,0 0-3 0,0 0-9 16,0 0-10-16,0 0-2 0,0 0-7 0,0 0 6 15,0 0-1-15,-8 6-2 0,8-6 6 16,0 0 0-16,0 0 0 15,0 0 0-15,0 0 1 0,0 0 2 0,0 0 0 0,0 0 3 16,0 0 5-16,0 0 6 0,0 0 4 16,0 0 7-16,0 0-4 0,0 0 4 15,0 0-1-15,0 0-9 0,0 0 2 16,0 0 1-16,0 0-1 0,0 0 4 0,0 0 1 16,0 0-1-16,0 0-1 0,0 0 14 15,0 0 0-15,0 0 3 0,0 0 4 16,0 0 4-16,0 0-3 0,0 0 7 0,0 0-6 15,0 0-7-15,0 0 7 0,0 0 5 16,0 0 0-16,0 0-5 0,0 0 1 0,0 0 0 16,0 0-3-16,0 0-2 0,0 0-3 15,0 0-8-15,0 0-1 0,0 0-4 16,0 0 4-16,0 0-5 0,0 0 1 0,0 0 0 16,0 0 3-16,0 0 2 15,0 0-2-15,0 0-2 0,0 0-4 0,0 0 1 16,0 0-2-16,0 0 9 0,0 0-15 15,0 0 1-15,0 0-2 0,0 0-3 0,0 0 3 16,0 0-4-16,0 0 2 0,0 0-8 16,0 0 2-16,0 0 5 0,0 0-7 0,0 0 4 15,0 0 8-15,0 0 2 0,0 0-2 16,0 0 9-16,0 0 0 0,0 0 9 16,0 0 0-16,0 0-2 0,0 0 0 15,0 0 0-15,0 0-2 0,0 0-3 16,0 0-4-16,0 0-5 0,0 0-4 0,0 0 6 0,0 0-6 15,0 0-1-15,0 0 5 0,0 0-5 16,0 0 5-16,0 0-1 0,0 0 4 16,0 0-4-16,0 0 8 0,0 0-5 0,0 0-2 15,0 0-4-15,0 0 4 16,0 0-4-16,0 0-2 0,0 0 1 0,0 0-1 16,0 0-1-16,22-16-2 0,-22 16-1 15,0 0-1-15,3-8 0 0,-3 8 0 0,0 0-2 16,6-5 0-16,-6 5-2 15,0 0-2-15,0 0-1 0,0 0-4 0,0 0 4 0,0 0 2 16,0 0 2-16,27 21 3 0,-16-6 5 16,6 12 6-16,1 2 3 0,0 0 8 15,7 7 4-15,-3-5 2 0,3 5 0 0,-5-7-2 16,1-2-2-16,-1-2 0 16,-6 2-2-16,-1-7 9 0,-3-3 7 0,-2-3 14 15,-3 0 21-15,1-2 18 0,-4 0 35 16,-2-2 23-16,-2 0 9 0,-2 2 2 0,-1-3-3 15,-5 1-9-15,-2-1-19 0,-1-3-8 16,1 2-15-16,-6-3-11 0,0-2-14 0,2-2-11 16,-5-2-35-16,1-1-46 0,-2-3-57 15,-9-5-61-15,1-4-65 0,5 0-71 16,0-3-79-16,4-3-93 0,1-4-88 0,7 5-154 16,2-1-99-16,6-2 74 15,-1 0-499-15,5-2-661 0</inkml:trace>
  <inkml:trace contextRef="#ctx0" brushRef="#br0" timeOffset="84610.42">29431 15276 3542 0,'0'0'60'0,"-4"-13"45"0,4 13 32 0,-2-11 26 0,2 11 18 0,-2-9-1 0,2 9-13 0,-4-7-20 0,4 7-18 0,0 0-8 0,0-10-29 16,0 10-32-16,0 0-53 0,6-8-57 15,-6 8-64-15,10-5-90 0,-10 5-84 16,15-1-127-16,-6 0-217 0,-9 1 19 16,21 1 71-16,-9 3-218 0,-1-2-249 0</inkml:trace>
  <inkml:trace contextRef="#ctx0" brushRef="#br0" timeOffset="84810.51">29647 15386 2386 0,'0'0'174'0,"-9"7"7"16,9-7 9-16,0 0 17 0,0 0 2 0,-3 5-12 16,3-5-17-16,0 0-17 0,0 0-16 15,0 0-15-15,0 0-12 0,40-9-16 16,-25 3-44-16,1 2-61 0,-1-2-67 16,0 2-75-16,2-2-77 0,-3 0-92 15,-1-1-136-15,0 3-138 0,-3 2 49 0,-1 2-189 16,-9 0-219-16</inkml:trace>
  <inkml:trace contextRef="#ctx0" brushRef="#br0" timeOffset="84993.62">29780 15499 2052 0,'-8'6'116'0,"6"0"49"0,2-6 44 16,-8 5 30-16,8-5 29 0,-5 5 17 16,5-5 6-16,0 0-13 0,0 0-17 15,0 0-26-15,0 0-16 0,0 0-23 16,0 0-18-16,0 0-20 0,0 0-19 0,42-8-56 15,-23 2-68-15,2-2-88 0,2-1-100 16,6-1-107-16,-7-2-116 0,-1 5-166 16,-3 0-95-16,-6 2 59 0,-2 0-303 0,0 2-382 15</inkml:trace>
  <inkml:trace contextRef="#ctx0" brushRef="#br0" timeOffset="85627.88">30241 15183 2555 0,'-4'-5'162'0,"4"5"33"0,-7-8-5 0,7 8-6 0,-4-4-4 0,4 4-13 16,0 0-16-16,0 0-11 0,0 0 4 0,0 0 1 16,0 0-18-16,5 24-13 0,1-15-6 15,0 1-9-15,-1 2-8 0,3-3-7 0,2 2-4 16,-1 2-4-16,1-5-3 16,-3-3-3-16,5 2-2 0,-2-2-6 0,-1-2-6 15,-9-3 2-15,19 1-6 0,-19-1-5 16,21-9 8-16,-7-2-20 0,-3 2 2 15,0-5-5-15,1-1 0 0,-3-3-3 0,-2 3-2 16,2-2-4-16,-4 0 2 0,1 8 5 16,-3-3 9-16,-1 1 2 0,2 5-2 0,-2-2-12 15,0 0-6-15,-2 8-2 0,0 0 5 16,0 0 4-16,0 0 7 0,0 0 2 0,15 25 2 16,-9-13 7-16,-2 5-2 0,1 3-4 15,3-1 3-15,0 2 4 0,-1-3-9 16,2 3-7-16,2-4-2 0,-2 0-4 0,3-1 10 15,-3-4-17-15,-1-1-38 16,1-1-44-16,-3-2-46 0,2-2-65 0,-3-2-77 16,3 0-93-16,-8-4-138 0,13 0-216 15,-13 0-12-15,15-8 83 0,-7 4-413 0,2-4-515 16</inkml:trace>
  <inkml:trace contextRef="#ctx0" brushRef="#br0" timeOffset="86325.87">30886 14638 3186 0,'-5'-9'143'0,"3"6"-23"0,2 3-12 0,0 0 25 0,0 0 24 0,0 0 10 0,14 39 3 15,-3-11 10-15,0 4 2 0,1 2-9 16,5 9-9-16,-3-8-6 0,-3 3-12 15,3-1-11-15,-3-2-14 0,0-3-12 16,-1 0-10-16,-1-3-10 0,-1-6-9 0,-3-6-6 16,0-3-11-16,-2-2-4 0,1-2-8 15,0-1 1-15,-2-2-4 0,-1-1-8 0,-1-6-7 16,2 11-30-16,-2-11-18 0,0 0-13 16,-7 9-3-16,7-9-2 0,0 0 1 0,-19-4 4 15,19 4 1-15,-24-13 4 16,11 4 5-16,2 1 8 0,-1-4 17 0,3 6 21 15,0-3 22-15,1 3 11 0,0-2 9 16,3 4 6-16,-1-2 4 0,6 6-7 0,-7-8-3 16,7 8-8-16,-2-8-8 0,2 8-5 15,4-11-3-15,1 1-7 0,4 1-1 16,2-6-3-16,7 1-6 0,5-7 4 0,2 1-11 16,2-3 3-16,-5 2-4 0,3 3-1 15,-2 1-3-15,-8 5-4 0,-1 1-4 0,-3 5-4 16,1-2-2-16,-3 6 0 0,0 0-1 15,-9 2 2-15,20 2 0 0,-20-2 1 16,18 8 8-16,-10-1 0 0,0 0 2 0,1 2-6 16,-2-1 4-16,4 1 3 0,-4-1 0 15,0 1-2-15,2-2 6 0,-2 0 5 16,1-3 6-16,-1 2-3 0,5-5-2 0,-1 0 7 16,-11-1-13-16,25-1 15 0,-10-4-14 15,0-3-5-15,5-3 9 0,-4-1-8 0,2-1 1 16,-5-1-2-16,1-1-1 0,-3 1-4 15,0-3 4-15,-6 1 6 0,2 0 6 16,-5 1 11-16,0-1 3 0,-2 0 3 0,-4 0-5 16,-3 3 6-16,4-1-14 15,-5 2-5-15,-3 2-4 0,1 1-6 0,-5 1-2 16,2 6-5-16,0-2-10 0,0 2-54 16,-1 2-66-16,1 0-54 0,-1 4-64 0,1 0-72 15,1 1-64-15,-1 0-92 0,2 2-133 16,1 0-219-16,3-4 76 0,1 2 77 0,6-5-468 15,0 0-601-15</inkml:trace>
  <inkml:trace contextRef="#ctx0" brushRef="#br0" timeOffset="86710.95">31983 14120 3197 0,'-6'-7'68'0,"-2"2"43"0,5 0 17 0,3 5 6 0,-12-3-3 0,12 3 3 16,0 0 5-16,-19 13 3 0,10-3 4 15,-3 6 1-15,-1 10-2 0,-5-1-2 0,5 6-3 16,-1 0-10-16,7-2-15 0,2-5-12 16,1-3-5-16,4-2-12 0,2-2-3 0,1 0-5 15,5-3 1-15,0-2-2 0,3 0 16 16,2-2 12-16,1-1 20 0,-1-1 15 0,3-1 13 15,-2 0 10-15,0 0 10 16,-1-1 9-16,1 2 0 0,-7-4-6 0,5 3 2 16,-5-2-9-16,-1 0 5 0,0 3 10 15,-2-4-6-15,-2 5-116 0,-4-1-62 0,2-8 0 16,-6 20 0-16,-1-8 0 0,-2-3 0 16,-4 3 0-16,-2-1 0 0,-2 0 0 15,-2-2 0-15,-3-4 0 0,6 1 0 0,-4-1-9 16,4-4-497-16,-4 3-148 0,6-4-226 15,0 2-1-15,-1 0 86 0,3 0-724 0,3 1-964 16</inkml:trace>
  <inkml:trace contextRef="#ctx0" brushRef="#br0" timeOffset="89874.37">30195 16145 3855 0,'0'0'-131'0,"12"3"51"0,-12-3 33 0,0 0 32 0,0 0 31 0,0 0 33 16,0 0 25-16,0 0 9 15,0 0 8-15,0 0 7 0,0 0 4 0,0 0-11 16,0 0-2-16,0 0-6 0,0 0-7 16,0 0-8-16,9 4-2 0,-9-4-7 0,0 0-3 15,0 0-9-15,0 0-3 0,0 0 2 16,0 0 0-16,0 0 16 0,0 0-2 16,0 0-5-16,0 0-6 0,0 0-3 0,0 0-3 15,0 0-6-15,-15-21 1 0,8 16-5 16,7 5-4-16,-16-5-3 0,7 2-3 15,9 3-5-15,-22 0-4 0,22 0-2 16,-25 5 0-16,11 0 0 0,-6 3-6 0,4 3 0 16,-2 1-2-16,3 2 0 0,0-1 0 15,2 5-1-15,2-5-2 0,4 1 1 16,2-3 0-16,1 1-4 0,2 0 3 0,2-1 0 16,2-1 3-16,3 1 3 0,5 1 2 15,0-4 6-15,5 4 0 0,0 1 4 0,2-3 3 16,2 2 3-16,-2-2-1 0,2 0 3 15,-1 2 4-15,-3-2 0 0,-1-1 2 16,0 1 3-16,-3 0 18 0,1-2 10 0,-4 1 20 16,-3 0 14-16,1 2 11 0,-2-3 5 15,-2 1 11-15,-2-1-8 0,0 2-10 0,0-10-3 16,-4 15-9-16,-2-9-8 16,3 2-15-16,-5-2-4 0,3-3-4 0,5-3-13 15,-16 6-23-15,16-6-37 0,-20-3-46 16,20 3-50-16,-18-6-49 0,11 0-51 0,-4 2-53 15,6-4-49-15,-1 2-38 0,5 0-39 16,-3-1-41-16,4-1-45 0,2 0-45 16,0-3-85-16,-1 1-16 0,7-4-322 0,-1 3-418 15</inkml:trace>
  <inkml:trace contextRef="#ctx0" brushRef="#br0" timeOffset="90174.49">30266 16252 2434 0,'3'-11'-42'0,"1"3"38"15,-2 0 31-15,-2 8 31 0,4-10 27 0,-4 10 18 0,2-7 4 0,-2 7-1 0,0 0-17 16,2-6-1-16,-2 6 29 0,0 0 22 0,0 0-2 16,19 11 6-16,-12-1 3 0,3 0-2 15,-1 1-6-15,1 5-10 0,4-1-9 16,-5-3-5-16,0 1-1 0,-1-1 2 0,3 0 2 16,-3-2 6-16,0-1-3 0,0-3-2 15,-3-1-9-15,1-1-4 0,-6-4-9 0,10 5-4 16,-10-5-10-16,0 0-8 0,18-7-9 15,-10 0-6-15,-2-1-5 0,0-3-5 16,-1-3-7-16,-1 1-3 0,-2-4-13 16,-2-3-10-16,0 2-10 0,-2-3-10 15,0-2-21-15,-2 5-18 0,3 1-18 0,-3 1-38 16,2 4-29-16,0 4-50 0,-3 1-55 16,5 7-52-16,-5-5-71 0,5 5-119 0,0 0-194 15,0 0 49-15,0 0-339 0,0 0-438 16</inkml:trace>
  <inkml:trace contextRef="#ctx0" brushRef="#br0" timeOffset="90757.72">30572 16128 2866 0,'-3'-12'98'15,"3"12"4"-15,0 0 11 0,-2-9 15 16,2 9 30-16,0 0 30 0,0 0 18 0,0 0-8 15,0 0-15-15,0 0-14 0,30 21-16 16,-22-13-12-16,2 1-10 0,-1-1-7 16,-2 4-8-16,3-1-6 0,-2 1-5 0,-1 0-5 15,1-1-2-15,-3-2-1 0,2 2-2 16,-2-2-1-16,-1-1 1 0,-2-2 1 16,0 2 12-16,-2-8 7 0,2 8 10 0,-2-8 3 15,0 0-16-15,0 0-11 0,0 0-10 0,0 0-5 16,0 0-18-16,-11-30-18 15,9 15 6-15,2 3-15 0,0 1-10 0,0-1-2 16,0 3-1-16,0 1-9 0,0 0-3 16,0 8 3-16,3-15-11 0,1 10 5 15,-4 5-5-15,11-7-3 0,-5 5 1 0,-6 2-5 16,12-5 5-16,-12 5-4 0,13-1 5 16,-13 1-5-16,0 0-1 0,15 0 9 0,-15 0-8 15,0 0 0-15,0 0 0 16,19 1-5-16,-19-1 0 0,0 0 7 0,0 0 4 15,14 0 3-15,-14 0 8 0,0 0-16 16,7-12-20-16,-3 2 1 0,-1-4 6 0,3 1-10 16,1-1 6-16,-4 0-1 0,3 1 1 15,-3 1-1-15,3 3 1 0,-1 1 1 16,0 2-4-16,1 0 0 0,-6 6 4 0,13-5 5 16,-13 5 0-16,13 0 3 0,-13 0 2 15,19 9 1-15,-9-3 13 0,1 0-14 0,-2 2 3 16,2-2 0-16,-2 2-2 0,0-1-2 15,-2 1-19-15,4-2-41 0,-4 0-44 16,-1-1-49-16,-6-5-56 0,12 8-53 0,-7-4-63 16,1-1-79-16,-6-3-130 15,3 3-234-15,-3-3 76 0,0 0 75 0,0 0-361 16,0 0-459-16</inkml:trace>
  <inkml:trace contextRef="#ctx0" brushRef="#br0" timeOffset="90957.66">31131 15891 2698 0,'0'0'135'0,"0"0"37"0,0 0 11 0,0 0 9 0,0 0 8 0,0 0 8 0,0 0-2 16,0 0-20-16,0 0-20 0,4-8-16 16,-4 8-19-16,18-6-53 0,-7 3-68 15,0-1-74-15,0 1-77 0,3 1-85 16,-3-2-112-16,1 0-140 0,-5 0-142 0,-7 4 61 15,13-1-220-15,-13 1-267 0</inkml:trace>
  <inkml:trace contextRef="#ctx0" brushRef="#br0" timeOffset="91141.46">31177 16032 2101 0,'-10'9'99'0,"2"-3"51"0,2-2 47 0,3 1 42 16,3-5 45-16,-8 7 27 0,8-7 11 15,0 0-7-15,-1 9-11 0,1-9-4 0,0 0-4 16,0 0-22-16,0 0-23 15,11 6-24-15,-11-6-20 0,17 0-26 0,-17 0-41 16,20-3-81-16,-7 0-74 0,-1-3-71 16,2-1-69-16,-3 4-87 0,0-2-82 15,1-5-99-15,1 5-113 0,-2-4-158 0,-6 2 42 16,3-1-413-16,-3 4-536 0</inkml:trace>
  <inkml:trace contextRef="#ctx0" brushRef="#br0" timeOffset="91842.57">31672 15586 3012 0,'-8'-9'53'0,"5"1"29"0,-1 1 40 0,2 0 20 0,2-1 14 0,0 8 10 0,2-19-9 0,2 9-14 15,1-3-13-15,4 3-14 16,3-2-12-16,1 4-10 0,-1-1-9 0,3 2-9 15,1 3-7-15,0 3-5 0,-2 0-6 16,1 2-6-16,-1 0 0 0,1 7 2 16,-1-1 10-16,-3 3 13 0,-2 2 26 0,1 0 15 15,-4 3 17-15,-3 2 13 0,-3 2 3 16,0 2-3-16,0-2-14 0,0 1-15 0,-1-3-5 16,-1-1-9-16,2-2-16 0,0-3 0 15,0 2 0-15,2-4-2 0,-1 0 16 16,5-1 3-16,-1 2 14 0,4-3 7 0,-2-2 10 15,1 2 2-15,1-1 0 0,-1 0 0 16,1 0-1-16,-1 0-3 0,-1-1-8 0,1 1-103 16,0 1-24-16,-1 0 0 0,-1 0 0 15,-3 0 0-15,-3 1 0 0,0 1 0 16,0 1 0-16,-1 0 0 0,-5 6 0 16,-1-3 0-16,-4 5 0 0,-1-3 0 0,-1 1 0 15,-1-1 0-15,1-3 0 0,-3 0 0 16,5-1 0-16,-4-7 0 0,1 4 0 15,0-6-4-15,2 1-695 0,-3-6-195 0,3-1-41 16,-1-2 98-16,-1-1-803 0,1-1-1078 16</inkml:trace>
  <inkml:trace contextRef="#ctx0" brushRef="#br0" timeOffset="93412.35">26167 3359 3195 0,'-12'8'152'0,"6"-1"0"0,0 0-39 0,3-4 14 0,3-3-11 0,-4 5 7 0,4-5 3 16,0 0-10-16,0 0-21 0,0 0 4 0,38-11-16 15,-8 0-7-15,8-1-8 0,3-1-7 16,8-1-5-16,-10 3-8 0,-3 1-5 0,-4 2-7 15,-7 1-3-15,-7 3-11 0,-4 1-8 16,-4 0-8-16,-10 3 2 0,0 0 3 16,0 0-2-16,0 0-1 0,-49 22 2 0,8-10-1 15,-13 0 7-15,0 3 16 16,-2-3 17-16,1 0 25 0,12-3 21 0,2 2 14 16,5-5 18-16,11 1 9 0,5-4 1 15,4 1-6-15,3-1 1 0,5 0-9 0,8-3-15 16,0 0-6-16,0 0-16 0,0 0-13 15,32-20-3-15,0 11-11 0,9-4-12 0,13 1-31 16,-5-2-26-16,-10 6-33 0,4 1-26 16,-9 0-27-16,-7 0-34 0,-6 4-32 15,-4-1-25-15,-3 1-38 0,-3-1-31 0,-2 1-35 16,-4-1-67-16,2 1-115 16,-7 3-223-16,4-10 55 0,-4 5 70 0,0 5-289 15,-8-17-345-15</inkml:trace>
  <inkml:trace contextRef="#ctx0" brushRef="#br0" timeOffset="96389.26">30983 16554 1678 0,'0'0'615'0,"0"0"-211"0,-18-14-54 0,18 14-40 15,-4-9-56-15,4 9-30 0,-2-8-37 0,2 8-31 16,4-12-17-16,0 5-15 16,1-1-9-16,2 2-16 0,0 0-9 15,2 1-10-15,1 0-9 0,2 2-6 0,1 1-10 16,-13 2-8-16,21 0 2 0,-21 0-13 16,19 4-2-16,-11 0-3 0,1 0-4 0,-4 1-2 15,1 4-3-15,-1 0 2 0,-2-2-3 16,-3 5 3-16,0-4 2 0,2 2 5 15,0 1 2-15,-2-1 1 0,2-2 6 0,-2 1-6 16,0-2 3-16,0-7-4 0,4 13 3 16,-3-5 4-16,3-3 14 0,-4-5 6 15,7 10 0-15,2-8 0 0,-2 4-2 16,2-2-5-16,2-1-2 0,-4 3-7 0,2-3-1 16,0 0-7-16,0 1-1 0,-2 1 7 15,1 0 11-15,-8-5 19 0,10 9 16 16,-7-3 22-16,-1 1 5 0,0 0 9 0,-2-7-5 15,-4 15-11-15,-2-6-11 0,-1 1-9 16,-3 2-12-16,1-1-8 0,-3-1-11 0,1 0-40 16,-3-2-81-16,3-4-98 0,-2 3-101 15,-1-4-103-15,1 0-114 0,5-3-171 16,8 0-180-16,-18-6 89 0,10 2-594 0,8 4-793 16</inkml:trace>
  <inkml:trace contextRef="#ctx0" brushRef="#br0" timeOffset="96722.33">31279 16388 3594 0,'0'0'-66'0,"-11"-5"25"0,11 5 38 16,0 0 34-16,0 0 38 0,0 0 34 0,0 0 13 0,0 0 3 15,0 0-9-15,34 4-9 0,-18-4-7 0,-1 0-13 16,0 0-8-16,2 0-5 15,2 1-2-15,-2 3 0 0,2-1 14 0,-1 3 7 16,-5 0 24-16,5 5 22 0,-4-1 28 0,-2 0 18 16,-2 2 19-16,-1 5 10 0,-4-2 1 15,2 1-1-15,-3 1-9 0,-3 1-20 16,-1-2-10-16,0 1-20 0,-1-2-17 16,-1 2-11-16,0-2-13 0,-5 1-21 0,4-2-37 15,-1-4-67-15,-2 2-91 0,3-4-101 16,-3 1-133-16,0-1-92 0,-2-1-133 0,3-3-228 15,5-4 28-15,-8 3 72 0,8-3-467 16,0 0-627-16</inkml:trace>
  <inkml:trace contextRef="#ctx0" brushRef="#br0" timeOffset="97189.82">31790 16305 3243 0,'0'0'81'0,"-9"-10"70"0,5 6 35 0,4 4 37 16,-4-12 37-16,3 5 29 15,-1 1 10-15,2 6-7 0,2-14-24 16,-1 4-22-16,7 5-20 0,-3-5-8 0,3 6-21 16,2 0-20-16,-1-2-15 0,-9 6-14 15,20 0-17-15,-20 0-12 0,22 12-8 0,-10-2-8 16,-3 1 3-16,-2 7 5 0,0 1 5 16,-4 3 0-16,1 0 5 0,0 0-3 0,-4-3 5 15,2-2 0-15,0 0-6 0,-1-3-107 16,-1-2-10-16,4-2 0 0,-2-1 0 15,0-3 0-15,1 0 0 0,-3-6 0 0,16 3 0 16,-16-3 0-16,21-3 0 16,-6-4 0-16,1 0 0 0,2-2 0 0,2-1 0 15,5-4 0-15,-5 3 0 0,-1-2 0 16,-1 5 0-16,-3 0-24 0,-1-1-382 0,-3 2-44 16,-2 0-44-16,-3 3-33 0,0 3-39 15,-6 1-83-15,0 0-139 0,0 0 73 16,0 0-500-16,0 0-678 0</inkml:trace>
  <inkml:trace contextRef="#ctx0" brushRef="#br0" timeOffset="97490.86">31091 17236 3671 0,'-23'8'133'15,"4"-1"10"-15,5-2 38 0,3-2 49 16,4-1 56-16,7-2 38 0,-16 4 0 0,16-4-11 16,0 0-9-16,0 0-10 0,0 0-19 15,52-43-25-15,-2 14-25 0,20-15-22 16,18-5-21-16,5-3-24 0,6-2-51 0,-2-3-81 16,-2 4-82-16,-5 0-62 15,-5 3-41-15,-10 5-55 0,-19 10-47 0,-13 2-51 16,1 2-9-16,-14 10-2 0,-3 4 8 15,-10 5-2-15,-2 4-6 0,-5 1 1 0,-2 1-21 16,-6 4-20-16,-2 2-41 0,0 0-74 16,0 0-91-16,0 0-258 0,-25 14-313 15</inkml:trace>
  <inkml:trace contextRef="#ctx0" brushRef="#br0" timeOffset="97772.14">31323 17224 2650 0,'-12'8'266'16,"3"-3"28"-16,2 0 39 0,7-5 44 0,-11 0 33 16,11 0 0-16,0 0-6 0,0 0-11 15,13-27 2-15,13 5-32 0,16-13-33 16,10-3-37-16,22-11-38 0,8-3-30 16,2-4-30-16,0 5-54 0,-5 3-56 0,-4 4-51 15,-22 14-44-15,-5 1-22 0,-8 4 1 16,-10 7-9-16,-3 1 5 0,-8 4 2 0,-4 5 6 15,-3 1 8-15,-3 2-3 0,-3-2 5 16,0 4 7-16,-2-1-17 0,-4 4-37 16,0 0-38-16,4-7-50 0,-4 7-72 0,0 0-82 15,0 0-102-15,0 0-88 16,0 0-176-16,-31 9-122 0,23-4 85 0,-1 0-523 16,1 2-695-16</inkml:trace>
  <inkml:trace contextRef="#ctx0" brushRef="#br0" timeOffset="98755.58">31598 17551 3444 0,'-4'-7'39'0,"4"7"41"0,-5-8 29 0,5 8 36 0,-5-6 28 0,5 6 15 16,0 0 0-16,0 0-9 0,0 0 18 15,0 0 29-15,0 0 7 0,0 0-20 16,14 33-11-16,-7-14-7 0,7 8-25 0,-1 0-14 16,0 4-16-16,-1-3-14 0,1 3-9 15,1-2-10-15,-7-5-9 0,-1-2-15 0,-1-3-14 16,2 0 1-16,-4-3-1 16,3-1-15-16,-4-5 1 0,0 0 1 0,-1-2-3 15,-1-4-5-15,0-4-1 0,2 9-2 16,-2-9-4-16,0 0-3 0,0 0-6 15,0 0-1-15,-13-38-14 0,12 20 2 0,1-1 0 16,-2-2-5-16,2 3-2 0,2-1 2 16,-2 2-10-16,0 3 3 0,1 2-3 0,-1 1-2 15,0 3 7-15,4 0-3 0,0 4-9 16,-4 4 7-16,11-9-2 0,-11 9 0 16,16 0 6-16,-16 0-6 0,18 5 5 0,-10-3 4 15,3 2-9-15,-1 2 4 16,-2 0-6-16,-1-4 1 0,1 4 2 0,-8-6-3 0,12 7 6 15,-7-4-4-15,-5-3 0 0,10 4 8 16,-10-4-12-16,0 0-8 16,0 0-3-16,19-20-6 0,-12 6-6 0,3-1 2 15,0-5 4-15,-1 1 5 0,-2 0 0 16,3 2-2-16,-2 0 0 0,-1 8 6 0,-1-1 8 16,1 3-6-16,2 2 5 0,-9 5 12 15,13-2-2-15,-13 2 2 0,17 2 9 16,-6 2-11-16,-2 1-3 0,3 4-1 0,1-3 2 15,-2 3-24-15,1-3-35 0,0 3-52 16,-2 0-70-16,-1-1-78 0,-4-1-82 0,5-2-78 16,-2 2-83-16,-2-1-125 15,-5-3-161-15,-1-3 60 0,10 4-499 0,-10-4-684 16</inkml:trace>
  <inkml:trace contextRef="#ctx0" brushRef="#br0" timeOffset="99155.59">32183 17398 3447 0,'0'0'48'0,"0"0"43"0,0 0 47 0,0 0 49 0,0 0 31 0,0 0 12 0,0 0 0 15,19 20 15-15,-12-13-16 0,-1 5-20 16,1 0-6-16,2 5-13 0,-2 0 5 0,0-2-8 16,-3 0-8-16,1 2-20 15,-3-3-7-15,-2 3-19 0,-2-5-13 0,-1 5-12 16,-3-3-7-16,-1 1-10 0,-4-1-11 15,1-2-17-15,-3 3-32 0,-3-6-35 16,5-1-25-16,0-4-33 0,1-2-32 0,10-2-29 16,-20-10-13-16,7-7-4 0,2-10 13 15,6 2 12-15,1 3 11 0,1 1 14 0,0 6 16 16,3 1 21-16,0 1 29 0,2 1 27 16,2 3 29-16,2 2 31 15,1 2 15-15,-1 2 19 0,-6 3 8 0,19 0 11 0,-19 0-1 16,23 3 0-16,-8-1-8 0,1 3-12 15,-2 0-11-15,2 2-10 0,-1 0-1 16,1 0-7-16,4 0-11 0,-4-1-7 16,-2-1-36-16,-2-1-53 0,0-1-71 15,-3 1-78-15,-1-1-105 0,-8-3-111 0,13 5-104 16,-13-5-189-16,7 5-113 0,-7-5 92 16,0 0-519-16,2 7-700 0</inkml:trace>
  <inkml:trace contextRef="#ctx0" brushRef="#br0" timeOffset="99422.76">32288 17414 3545 0,'-7'-8'92'15,"4"0"-4"-15,-1 1 11 0,4 7 40 0,2-14 39 16,-2 14 18-16,10-12-3 0,-2 6-7 16,-1 1-6-16,4-1-5 0,3 6-7 15,-14 0 11-15,28 0-6 0,-11 0-12 0,-1 6-9 16,0-1-11-16,0 5-11 0,4 2 1 0,-8 1 8 15,-2 4-4-15,0-1 1 0,-5 0-7 16,-1 0-9-16,-2 1-16 0,-2-5-11 16,0 3-7-16,-2-1-10 0,2-2-28 15,-4 0-47-15,1-4-74 0,1 4-90 0,-2-8-98 16,0 1-111-16,4-5-91 0,-12 5-110 16,12-5-195-16,0 0 18 0,-11-17 69 15,11 3-431-15,-1-3-581 0</inkml:trace>
  <inkml:trace contextRef="#ctx0" brushRef="#br0" timeOffset="99657.58">32591 17133 2936 0,'0'0'45'0,"0"0"59"0,0 0 44 0,-7-10 35 16,7 10 37-16,0 0 29 0,0 0 30 16,0 0 6-16,-11 29-2 0,10-15-4 15,-1 3-3-15,0-1-21 0,0 5-14 0,4-2-23 16,0 1-20-16,0 3-19 0,-1-3-14 15,7-1-21-15,-5 2-10 0,2-5-16 16,1-3-5-16,-1 1-20 0,1-5-13 0,1 1-28 16,1-6-57-16,-2 0-80 15,1 0-97-15,-7-4-129 0,0 0-115 0,27-14-126 16,-18 3-220-16,3-3-3 0,1-4 87 16,-2 3-496-16,1-3-649 0</inkml:trace>
  <inkml:trace contextRef="#ctx0" brushRef="#br0" timeOffset="99857.75">32760 17255 3675 0,'-9'6'248'0,"1"-1"43"0,8-5 51 0,-12 6 41 0,12-6 26 16,-7 3 5-16,7-3-21 16,0 0-47-16,0 0-23 0,0 0-36 0,0 0-25 15,0 0-29-15,0 0-41 0,0 0-73 16,0 0-86-16,36-10-101 0,-22 3-135 15,3 0-140-15,-2-3-136 0,2 1-155 0,0-3-242 16,2 0 65-16,-2 2 84 0,1 1-569 16,-3 3-753-16</inkml:trace>
  <inkml:trace contextRef="#ctx0" brushRef="#br0" timeOffset="100173.45">32912 17391 3400 0,'-5'5'37'0,"-1"1"91"0,6-6 51 15,0 0 53-15,-9 4 47 0,9-4 58 0,0 0 19 16,0 0-8-16,0 0-30 0,0 0-29 16,0 0-30-16,0 0-25 0,20-21-31 15,-7 13-60-15,-2-7-73 0,1 1-84 16,4-1-97-16,4-5-88 0,-2-3-98 16,2-4-75-16,1 3-57 0,-5-5-46 0,2 3-56 15,-1-4-45-15,-5 1-61 0,0 4-442 16,-4 2-549-16</inkml:trace>
  <inkml:trace contextRef="#ctx0" brushRef="#br0" timeOffset="100521.94">33140 16937 2814 0,'0'0'-99'0,"-9"-5"36"16,9 5 29-16,-5-5 35 0,5 5 28 15,0 0 19-15,0 0 32 0,0 0-2 0,0 0 17 16,0 0 7-16,0 0 14 16,0 0 14-16,0 0 9 0,12-10 1 0,-12 10 17 15,0 0 16-15,18 1 13 0,-18-1 5 16,20 6 3-16,-9 0-4 0,-3 0-2 0,1 4 1 15,2-2-4-15,0 4 3 0,-4 0-1 16,0 0 3-16,3 2 9 0,-4-2 0 16,0 3-14-16,1-1 5 0,-3 2-12 0,-1-3-10 15,3 3-8-15,1-4-14 0,-4 0-10 16,1-1-8-16,0 1-14 0,-3-4-11 16,5 1-8-16,-2-1-9 0,-1 2-8 0,2-1-8 15,-1-1-4-15,-1 2-2 16,-1-1-32-16,2 2-32 0,-2-1 0 0,0 0 0 0,-1 2 0 15,-1-4 0-15,-1 6 0 16,-1-1 0-16,-4 2 0 0,1 0 0 16,-7 2 0-16,2-2 0 0,-2-1 0 0,-1-2 0 15,2-1-155-15,-3-5-305 0,5-1-135 16,0-3-175-16,-1-4-142 0,10 2 93 0,-19-9-705 16,10-1-968-16</inkml:trace>
  <inkml:trace contextRef="#ctx0" brushRef="#br0" timeOffset="101755.36">31146 17805 3842 0,'-29'3'-174'0,"8"1"31"0,5-1 24 0,2-1 30 0,3-2 35 0,11 0 26 0,-18 2 22 0,18-2 4 15,0 0 3-15,-7-11-3 0,14 0 6 16,12-8 6-16,16-10 6 0,11-6 5 16,20-14-2-16,12-3 6 0,10-5-1 0,12-8-5 15,11-1 5-15,44-21-10 0,3 4-26 16,0 2-37-16,-37 19-39 0,29-20-41 16,-44 20-24-16,-2-1-8 0,-9 3 14 15,-16 3 46-15,-7 2 44 0,-23 17 45 0,-5 2 33 16,-4 6 26-16,-8 2 33 0,-7 10 32 0,-9 1 44 15,-3 5 24-15,-4 3 20 16,-1 1 0-16,-2 0-8 0,-1 3-17 0,1 0-15 16,-6 5-20-16,7-8-14 0,-2 3-16 15,-5 5-11-15,7-8-14 0,-7 8-6 16,6-4-16-16,-6 4-6 0,0 0-2 0,9-4-10 16,-9 4-3-16,0 0-6 15,0 0 0-15,21 14-6 0,-15-7-3 0,3 5-5 16,3 2 0-16,3 11-2 0,2 2 1 0,3 2 1 15,2 11-5-15,1-1-1 0,2 4 15 16,-4-1 14-16,1 1 7 0,1 1 13 16,1-6 7-16,-1-1 13 0,-5-4 3 15,1-4-1-15,0-2 2 0,-3-1-6 0,-5-4-1 16,-3-7 9-16,-1 0 1 0,1-3 2 16,-1 0 7-16,0-2-7 0,-2-1 4 15,1-1-1-15,-3-4 3 0,1 4 2 0,2-3-4 16,-6-5 2-16,8 12-6 0,-4-8-3 15,-1 0-3-15,-3-4-8 0,6 9 1 16,-4-4-7-16,-2-5-3 0,4 11-5 16,-4-11-1-16,1 6-6 0,-1-6-6 15,0 9-3-15,0-9-6 0,2 9-4 0,-2-9-2 16,0 8-6-16,0-8-2 0,0 0-4 16,0 10-3-16,0-10-3 0,0 9 1 15,0-9-8-15,0 9-13 0,0-9 0 0,-2 10 0 16,1-3 0-16,-3 3 0 0,0-2 0 15,-3 6 0-15,-3 1 0 0,-2 2 0 0,-7 9 0 16,2-5 0-16,-2 4 0 0,-4-2 0 16,3 1 0-16,-5-1 0 0,0-1 0 15,-2 2 0-15,0 0 0 0,-5 3 0 0,5-2 0 16,-9 6 0-16,-2-2 0 16,2 0 0-16,2 0 0 0,-7 0 0 0,2-2 0 15,-1 4 0-15,-3-4 0 0,4-4 0 0,-5 0 0 16,4 1 0-16,-2-1 0 15,-2-3 0-15,0 1 0 0,-4-2 0 0,1-1 0 16,-7-1 0-16,5 0 0 0,-4-4 0 16,3 3 0-16,-4-4 0 0,5 3 0 0,0 2 0 15,1 0 0-15,0 0 0 0,2 2 0 16,10-2 0-16,-7 3 0 0,9-1 0 16,-2-2 0-16,6 1 0 0,-2 2 0 0,-1-3 0 15,5 3 0-15,2-3 0 0,1-1 0 16,5-3 0-16,8-1 0 0,-4 0 0 15,3-2 0-15,1 1 0 0,-1-1 0 16,4 0 0-16,-3-1 0 0,2-2 0 16,5-1 0-16,-3-1 0 0,2 1 0 0,6-6 0 15,-7 8 0-15,7-8 0 0,-8 4 0 16,8-4 0-16,0 0 0 0,-14-12 0 0,11-2 0 16,-1-3 0-16,-1-7 0 0,-1-12 0 15,-1-3 0-15,0-14 0 0,0-6 0 16,-1-3 0-16,-2-1 0 0,-5-2 0 0,1-4 0 15,3 5 0-15,0 8 0 0,1 17 0 16,3 6 0-16,-1 4-226 0,3 12-281 16,1 7-63-16,0 6-95 0,4 4-203 15,0 0 52-15,0 0 89 0,0 0-570 16,0 0-754-16</inkml:trace>
  <inkml:trace contextRef="#ctx0" brushRef="#br0" timeOffset="107586">10633 16566 2406 0,'-2'-12'188'0,"-2"3"-3"0,3 1-11 0,-3-2-15 16,2 3-9-16,2 7-16 0,-4-12-14 0,4 12-3 15,-1-10 15-15,1 10-2 0,-4-8-8 16,4 8-10-16,0 0-13 0,-3-8-14 0,3 8-3 15,0 0 43-15,14 22 25 0,-7-2 9 16,7 14 20-16,1 13-1 0,3 7 3 16,-6 10-7-16,-1 1 29 0,3 5-14 0,-3 2-8 15,-2 2-4-15,-2 1-4 0,2 0-6 16,-1-5-5-16,0-7-6 0,3-5-5 0,-2-5-4 16,0-14-7-16,0-4-12 0,-2-4 4 15,1-8 4-15,-2-7 8 0,2-2 16 16,-1-5-56-16,2-2-104 0,3-4 0 15,1-5 0-15,7 1 0 0,-2-6 0 16,5 0 0-16,8-5 0 0,-3 0 0 0,1 2 0 16,-6-1 0-16,-2 3 0 0,-2-2 0 15,-4 5 0-15,0-1 0 0,-1 1 0 0,-3 2 0 16,-2-3 0-16,2 2 0 0,-11 4 0 16,13-4 0-16,-8 1 0 0,2 1 0 0,-7 2 0 15,11-3 0-15,-11 3 0 0,3-5 0 16,-3 5-528-16,-2-8-292 0,2 8-136 15,-13-14 91-15,-2 5-843 0,-3-3-1142 16</inkml:trace>
  <inkml:trace contextRef="#ctx0" brushRef="#br0" timeOffset="107854.92">10611 16654 4765 0,'-18'-3'-7'0,"7"-1"46"0,1 3 33 0,10 1 5 0,-13-5 4 0,13 5 25 0,-5-4 16 0,5 4 1 0,-7-8-14 0,7 8-9 16,7-16-9-16,-4 6-14 0,10-4-4 15,1-1-11-15,6-5-6 0,3 3-25 16,-3 3-53-16,-4 2-55 0,2 1-73 15,0 2-76-15,-4 2-73 0,-3 4-62 0,-2 1-84 16,-9 2-151-16,13 2-69 0,-10 3 74 16,-3-5-275-16,6 14-349 0</inkml:trace>
  <inkml:trace contextRef="#ctx0" brushRef="#br0" timeOffset="108385.79">11124 16724 2608 0,'0'0'113'0,"0"0"16"0,0 0-5 15,-18-11-11-15,20 2-6 0,-2 9 7 0,9-19 14 16,-2 7-7-16,7-2-4 0,-1 2-8 15,7 2-10-15,-3 0-11 0,-2 5-11 16,4-1-10-16,-4 3-5 0,1 3-4 0,0 2-4 16,0 1-5-16,-3 6 1 15,-1 1-4-15,-1 4 5 0,-2 3 5 0,-5 0 14 16,-2 2 11-16,-2 5 6 0,-4 0 4 16,-1 10 0-16,-3-1 0 0,-1 0-1 0,-1-2-6 15,4-9-7-15,3-3-9 0,-1-2-7 16,2-4-6-16,0-1-5 0,2 0 3 15,0-3 4-15,2 1 0 0,4 0 8 0,-1-1-4 16,5-2 3-16,2 0-7 0,-5-1 0 16,7 2-7-16,-3-4-3 0,2 3-5 15,1 0-2-15,-1-2-5 0,0 1 3 16,-1 0 4-16,-5 0-3 0,1-1 13 0,0-1 16 16,-3 2 16-16,-1 2 30 0,0-2-3 15,-4 3 0-15,0-1-10 0,-4 1-4 16,-2 0-18-16,3 0-4 0,-5 2-11 0,0-4-1 15,2 1-8-15,-3-1-13 0,-1-3-43 16,4-1-60-16,6-3-93 0,-20-3-97 0,8-3-112 16,3-4-131-16,-2-7-187 0,-3-14-154 15,1 0 91-15,5 0-573 0,0-2-774 16</inkml:trace>
  <inkml:trace contextRef="#ctx0" brushRef="#br0" timeOffset="108769.87">11341 16412 3737 0,'-11'-8'31'0,"4"3"49"0,3 0 42 0,4 5 23 0,-7-9 15 0,7 9 2 0,-5-12-7 0,8 5-16 16,3-3-12-16,1-2-12 0,6-2-8 0,5 0-13 15,-1 5-13-15,3 3-7 16,5 0-7-16,0 11-8 0,10 3 0 0,-3 8 1 15,4 13-5-15,0 5 2 0,-3 7 2 0,0 4 3 16,-5 2 1-16,1 7 1 0,-3-1 5 16,0 3-11-16,-2 3-3 0,1-3-7 0,-2 0-4 15,1-3-4-15,-5-2-7 16,0 0 1-16,2-3-5 0,-4-3-3 0,-6-10-3 16,1-3-2-16,-2-2-2 0,-7-5 1 15,1-3-1-15,0-3-1 0,-2-4 2 16,-2-1-1-16,0-1-6 0,-8 3 8 0,4-3-9 15,-5-1-6-15,-1-1 5 16,-1-3-23-16,-4 2-41 0,-2 0-49 0,-5-3-48 0,2 1-77 16,-1-2-78-16,0 0-76 0,0-2-112 15,-2 1-208-15,6-4 1 0,-2 0 75 16,3 1-342-16,5-2-445 0</inkml:trace>
  <inkml:trace contextRef="#ctx0" brushRef="#br0" timeOffset="109703">11434 15937 2471 0,'-18'-17'-98'0,"-8"-1"19"0,-5-1 14 0,-9-2 17 0,-8 2 20 0,-4-1 27 0,-7 1 29 0,-9 5 7 16,2 4 2-16,-5 5 6 0,-7 6 5 16,-2 7 4-16,-25 9 8 0,6 6 4 0,4 8 4 15,2 10 6-15,5 9 14 0,6 12 5 16,6 8 4-16,7 17 16 0,10 8 2 0,2 8 15 16,17 8-19-16,7 8-2 15,6-1 0-15,18 6 1 0,7 2 2 0,10 7-9 0,9-7 2 16,12 4-5-16,9 3-5 15,10-15 5-15,10-8-6 0,11-9 8 0,11-11-7 16,9-11-2-16,8-11-2 0,12-12-1 16,12-13-2-16,6-16 0 0,9-8-4 15,8-14 1-15,7-12-6 0,-5-12-4 0,3-10-4 16,40-20-7-16,-16-14-2 0,-45 5-6 16,28-22-6-16,-13-11 0 0,-42 14-5 0,-10-9-5 15,-7-6-2-15,-11-7-3 0,-13-2-1 16,-13-6 5-16,-13-5 17 0,-11-6 1 0,-10-6-8 15,-13-10 1-15,-13-1-9 16,-16-4-23-16,-10 7 2 0,-33-29-3 0,-13 12-6 16,-14 14-1-16,-17 11-4 0,-10 19 15 15,-17 22-13-15,15 31-5 0,-12 19-10 16,-13 16-10-16,-7 21-19 0,1 17-23 0,-38 27-33 16,8 14-33-16,10 13-47 0,14 17-29 15,15 20-31-15,22 13-29 0,20 13-42 0,12-2-73 16,37-30-109-16,14 0-194 0,14-3 58 15,16-8-297-15,9-24-400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9-20T02:47:57.39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9146 2457 1809 0,'-3'-9'244'0,"1"0"3"0,0 1-12 0,-2 1 5 0,4 7 8 0,-3-14 1 0,-1 8-2 16,0 1-11-16,4 5 13 0,-4-10-6 0,4 10 1 16,-4-6-22-16,4 6-16 15,0 0 13-15,0 0 25 0,-7 23-10 0,5-6-17 16,0 8-2-16,0 11-12 0,2 2-21 16,0 3-16-16,2 1-11 0,0-1-11 15,0 2-19-15,-1-1-11 0,1-2-7 0,0-1-17 16,2-2-6-16,-2-2-26 0,1-6-46 15,-2-5-58-15,-1-3-57 0,0 0-53 0,0-4-60 16,0-4-73-16,2-1-64 0,0-1-63 16,0-8-121-16,-2-3-156 0,0 0-54 0,0 0 83 15,18-19-448-15,-9 2-580 16</inkml:trace>
  <inkml:trace contextRef="#ctx0" brushRef="#br0" timeOffset="449.81">9101 2438 3000 0,'-7'-19'-16'0,"2"4"41"16,2 0 23-16,1 1 22 0,0-1 21 16,0 3 20-16,4-2 8 0,2 3 1 0,-1-3-14 15,6 6 2-15,-2-1 0 0,6 1-8 16,3 2-5-16,0 4-5 0,5-1-10 0,3 3-8 16,12 5-9-16,0 5 0 15,-2-2-9-15,-2 1-1 0,-3 5-9 0,-4 1 1 16,-6-1-3-16,-6 1-3 0,-1 3 3 15,-5 2 27-15,-3 2 6 0,-2 2 9 16,-6 10 15-16,-3 2 12 0,-7 0 9 0,-1-4 9 16,1 0 5-16,1-7 3 0,2-7-16 15,3-3-12-15,3-1-10 0,1-4 1 0,0-3-17 16,0 1-9-16,4-1-25 0,0-7-3 16,0 14-1-16,4-6-9 0,2 1-5 15,3-1 2-15,1 3-5 0,1-1-2 0,5 2 2 16,-1 2 2-16,0-1-2 0,-2-1-1 15,0 2 10-15,-3-1 2 0,0-1 36 0,-5 1 29 16,1 1 16-16,-2-1 22 0,-4 1 11 16,-1 2 5-16,-8-3-3 0,0 3-7 15,-5-1-9-15,1-1-14 0,-2-1-52 16,0-2-73-16,-5-1 0 0,4-3 0 16,-4-4 0-16,5-3 0 0,-4-3 0 0,0-6-65 15,0-1-242-15,5-4-110 0,3 1-126 16,4-4-178-16,5 0-154 0,2 3 75 0,6-1-718 15,-1 1-963-15</inkml:trace>
  <inkml:trace contextRef="#ctx0" brushRef="#br0" timeOffset="917.61">9686 3035 4149 0,'-2'5'-7'0,"2"-5"61"0,-2 7 52 0,2-7 36 0,0 0 37 15,-1 8 31-15,1-8 21 0,0 0 8 16,0 0-13-16,0 0-21 0,0 0-18 0,0 0-20 16,0 0-14-16,0 0-18 15,0 0-2-15,0 0-23 0,24-17-12 0,-20 12 3 0,-2-4-19 16,2 1-8-16,-2-2-3 0,-2-2-3 16,0-5-4-16,-4 3-2 0,-2-6 5 0,-4-10 0 15,-3-1-2-15,0 0-2 0,-1 0 15 16,1 6 12-16,1 2 8 0,3 6 5 15,2 7-7-15,-2-2-7 0,4 3-15 16,-1 3-12-16,1 0-62 0,5 6 0 16,-7-3 0-16,7 3 0 0,-9-3 0 0,9 3 0 15,0 0 0-15,0 0 0 0,0 0 0 16,20-5 0-16,-8-2 0 0,10 0 0 0,-3-3 0 16,2 3 0-16,-2 1 0 0,2 0 0 15,0 4 0-15,-4 4 0 0,2 0 0 0,2 4 0 16,-2 3 0-16,6 8 0 15,-4 1 0-15,-4 5 0 0,1-1 0 0,-6-3 0 16,-2 0 0-16,4 6 0 0,-5-4 0 0,-2-4 0 16,2 0 0-16,-6-2 0 15,1-1 0-15,1-2 0 0,-1-1-214 0,2-1-103 16,-5 1-77-16,4-3-83 0,-1-3-69 16,1 0-83-16,-5-5-110 0,10 4-26 0,-10-4-633 15,0 0-850-15</inkml:trace>
  <inkml:trace contextRef="#ctx0" brushRef="#br0" timeOffset="1218.15">10122 2652 3821 0,'-4'-17'13'0,"1"5"56"0,-1 2 54 0,2 2 35 0,0 3 22 0,2 5 15 0,-2-10 4 0,2 10-9 0,0 0-28 16,0 0 27-16,0 0 30 0,0 0-1 15,0 0 0-15,17 24-19 0,-7-9-14 16,-1 2-15-16,3 0-25 0,3 7-9 0,-2-5-14 15,5 3-14-15,-3-7-7 0,-2-1-16 16,-2-2-6-16,5 0-7 0,-3-4-7 0,-1-1-5 16,3-2-12-16,-4-3-13 0,3 0-11 15,-14-2-10-15,23-4-13 0,-12 1 1 0,-2-2 7 16,1-2-8-16,-4-2-7 16,0-1-2-16,-3-5 1 0,-3-2-14 0,0-4-17 15,-2-4-14-15,-5-13-33 0,1 4-37 0,-4-5-40 16,1 5-42-16,-2 3-42 0,-1 4-58 15,5 8-67-15,-3 5-72 0,0 2-147 16,1 4-183-16,0 3 78 0,-2 0-491 16,4 1-652-16</inkml:trace>
  <inkml:trace contextRef="#ctx0" brushRef="#br0" timeOffset="1499.56">10348 2048 3539 0,'-4'-10'106'16,"0"3"27"-16,4 1 8 0,0 6-9 0,-5-8-7 0,5 8-13 15,0 0 57-15,0 0 23 16,20 29 4-16,-4 0 8 0,-2 5-29 0,6 12-11 16,0 5-14-16,1 2-6 0,4-1-19 15,-2 1-11-15,2 1-8 0,-4-2-13 16,-2-2-5-16,2-3-17 0,-4-7-27 0,-6-7-30 15,1-5-37-15,-5-4-37 16,1-6-52-16,-2-2-53 0,-4-4-48 0,2-2-55 0,0 2-42 16,-3-5-70-16,-1-3-102 15,0-4-126-15,2 5-35 0,-2-5-402 0,0 0-519 16</inkml:trace>
  <inkml:trace contextRef="#ctx0" brushRef="#br0" timeOffset="1668.81">10530 2687 3043 0,'-11'-4'164'0,"11"4"66"15,0 0 46-15,-14-2 35 0,14 2 32 0,0 0 16 16,0 0-5-16,-11-1-20 0,11 1-36 16,0 0-29-16,0 0-27 0,0 0-26 15,23-16-31-15,-10 8-91 0,4-2-134 0,2 3-129 16,3-3-141-16,6-5-162 0,-3 2-216 16,3 0-86-16,-3 1 77 0,-2 7-517 15,-2-1-676-15</inkml:trace>
  <inkml:trace contextRef="#ctx0" brushRef="#br0" timeOffset="2099.55">11052 2640 3301 0,'-14'-1'32'0,"14"1"44"0,0 0 13 0,0 0 2 16,-18-4 2-16,18 4 2 0,0 0 10 0,0 0 7 15,0-4-1-15,0 4 4 0,0 0-16 16,18-14-15-16,-13 6-2 0,4 1-10 16,-3-1-7-16,4-2-8 0,-1-1 0 0,1 1 15 15,-5 0 17-15,3 1 18 0,-6-1 19 16,2 2 17-16,0 0 11 0,-2 2 5 16,-2 6 2-16,-2-11-15 0,2 11-17 15,-8-6-15-15,8 6-8 0,0 0-11 0,-39 11 0 16,15 5 4-16,0 1-7 0,-1 9 4 15,-6 9 25-15,6-1-4 0,9-4-1 0,2 3-3 16,3-2-5-16,5-4-7 0,1-3-4 16,8-5-4-16,5 3-6 0,3 4-12 15,6-3 1-15,4-4-7 0,-2-7-6 16,10-1-6-16,-6-3-1 0,2-2-8 0,-1-4-2 16,-3-2-17-16,6-2-29 0,-6 0 0 15,-3-2 0-15,0 2-42 0,-1-2-60 16,-5 1-50-16,-1-2-63 0,-1 0-70 0,-1-3-83 15,2 0-98-15,-3-1-97 0,-2-3-155 16,1-2-73-16,-3 1 77 0,2-1-570 0,-3-1-743 16</inkml:trace>
  <inkml:trace contextRef="#ctx0" brushRef="#br0" timeOffset="2600.06">12157 2457 3938 0,'-5'-18'257'0,"1"3"96"0,0 3 23 0,3 6-4 0,-1-1-31 0,0 2-40 0,2 5-29 0,0 0 13 0,-8 18-11 15,8 5-20-15,-6 18-26 0,4 5-18 16,0 12-23-16,0 1-17 0,4-1-18 16,0-3-19-16,0 1-45 0,3-9-88 15,-4-4 0-15,1-2 0 0,0-5 0 0,0-7 0 16,2-9 0-16,-4-1-160 0,3-3-100 15,-3-3-48-15,2-4-66 0,0-3-78 0,0-4-68 16,-2-2-90-16,0 0-155 0,0 0 17 16,5-18 79-16,-5 4-462 0,2-5-599 0</inkml:trace>
  <inkml:trace contextRef="#ctx0" brushRef="#br0" timeOffset="2766.9">12003 2555 3357 0,'-11'-14'187'0,"4"3"54"16,1 5 32-16,1-1 22 0,2 2 26 0,3 5-10 15,-4-11-14-15,4 1-15 16,6 0-27-16,2-2-24 0,7-4-26 0,10-4-19 16,3-3-20-16,12-6-65 0,-1 6-103 15,2 1-111-15,-6 5-111 0,4-2-124 0,-2 7-118 16,1 0-151-16,-4 6-141 0,-5 3 66 16,-6 7-494-16,-5 7-652 0</inkml:trace>
  <inkml:trace contextRef="#ctx0" brushRef="#br0" timeOffset="3198.92">12082 2859 3303 0,'-13'8'69'15,"2"-4"74"-15,4 1 30 0,3-1 30 16,4-4 3-16,0 0 0 0,-12 2-24 0,12-2-15 16,0 0-17-16,0 0-15 0,20-20-15 15,-6 11-11-15,0-2-13 0,6-1-14 16,7-3-21-16,-7 5-12 0,-1 3-9 0,-4 2-12 15,-1 3 0-15,-1 4-8 0,-13-2 0 16,25 7-1-16,-14 0 1 0,-1 4-1 0,-3 1 2 16,3 4-4-16,-2 1-1 15,-1 0 10-15,3 3 5 0,-3-3 1 0,1 3-1 16,3-1 2-16,-1-3-5 0,2 0 10 16,-1 0-16-16,0-6 2 0,1-1-2 0,3-2 2 15,0-6-4-15,2 1-5 0,2-5 1 16,5-3-3-16,-1-2-3 0,2-4-2 0,2-4 0 15,-4 0 1-15,-5-2 1 0,0-2 10 16,-6-1 27-16,-2 0 27 0,-5 0 32 16,1-4 20-16,-8-3 12 0,0-8 10 0,-2 9 1 15,1 3-7-15,-5 2-7 0,0 2-19 16,-1 4-17-16,-1 3-12 0,-2 5-15 0,0 2-27 16,-1 6-67-16,-3 0-64 15,-2 6-79-15,4 2-87 0,-4 5-115 0,3 1-132 16,1 0-204-16,3-3-120 0,6 1 87 15,1-3-615-15,6-1-807 0</inkml:trace>
  <inkml:trace contextRef="#ctx0" brushRef="#br0" timeOffset="3632.43">12901 2964 3717 0,'0'0'43'0,"-2"9"63"16,2-9 42-16,0 0 30 0,-2 7 24 0,2-7 20 0,0 0-5 15,0 0-11-15,0 0-13 0,0 0-25 16,0 0-13-16,0 0-9 0,0 0-16 16,0 0-13-16,0 0-5 0,0 0 11 15,11-26-3-15,-11 16 6 0,0-4-6 16,0 1-3-16,-1-4-4 0,-1-1 0 0,-6-2 2 16,5-3-8-16,-8 2-2 0,4 3-8 15,2 4-8-15,-5-1-7 0,2 4-14 0,2 4-13 16,-5 4-8-16,4 0-5 0,7 3 2 15,-14-4-10-15,14 4-8 0,0 0-3 0,-9-3 1 16,9 3 1-16,0 0 0 16,0 0-3-16,27-19-2 0,-1 4-4 0,3-2-5 15,3 3-7-15,-6 3 3 0,-1 5-6 16,-2 0 5-16,-3 2-4 0,-6 4 1 0,4 4 2 16,2 4 15-16,-2 4 10 0,-2-1 3 15,-2 3 1-15,-3 3-5 0,2 0 0 16,-6 2-10-16,2 0-19 0,0 0 0 0,-6 1 0 15,1-3 0-15,0 0 0 0,-1 0-23 16,1-3-113-16,0-2-62 0,-3 1-68 0,-1-5-85 16,2 3-100-16,3-3-104 0,-3-2-151 15,0 0-105-15,0-2 70 0,-2-4-604 0,0 0-799 16</inkml:trace>
  <inkml:trace contextRef="#ctx0" brushRef="#br0" timeOffset="3882.24">13511 2580 3848 0,'0'0'122'0,"-22"0"57"0,11 4 24 0,4 0 22 0,2 4 33 0,-8 1 29 0,1 5 21 0,1 4-14 15,-3 8-13-15,4-4-18 0,4-1-30 0,0 3-16 16,4-2-20-16,1 2-22 0,2-4-15 15,-1 2-21-15,6-1-7 0,1-1-16 16,-2 1-10-16,2-7-50 0,3 0-52 16,-2-3-87-16,1-1-90 0,2-2-94 15,5-2-135-15,-3-5-134 0,5-1-177 0,-6 0-108 16,8-3 72-16,-4-3-632 0,6 1-833 16</inkml:trace>
  <inkml:trace contextRef="#ctx0" brushRef="#br0" timeOffset="4298.5">13799 2656 3772 0,'0'0'5'16,"0"0"48"-16,0 0 53 0,0 0 37 0,0 0 18 16,0 0 9-16,0 0-3 0,0 0-10 15,9 19-14-15,-1-14-6 0,1-2-14 0,-9-3-12 16,21 6-11-16,-12-6-9 0,-9 0-8 15,22 0-12-15,-22 0-2 0,19-4-7 0,-10-1-6 16,2 0-5-16,-2 0-2 0,-2-2 2 16,-1 0 1-16,-3-3 6 0,1 3 2 15,-4-2 5-15,-2-2 6 0,-2 1 8 0,1-1-7 16,-5 1 2-16,1 4-6 0,-3 0-3 16,1 1 14-16,-4 5 3 0,13 0 18 15,-29 5 26-15,13 3 27 0,2 4 24 16,-4 1 24-16,7 3 13 0,-1 1 8 0,3 4 4 15,1-3-210-15,6 0-16 0,1-1 0 16,1-2 0-16,3 1 0 0,3 1 0 0,1 0 0 16,2-2 0-16,5-1 0 15,-5-2 0-15,5-4 0 0,-3 4 0 0,0-5 0 0,2-1 0 16,-2 1 0-16,-4-2 0 0,1-1-309 16,-2 0-384-16,-1-3-227 0,-5-1 23 0,4 8 103 15,-4-8-763-15,0 0-1000 0</inkml:trace>
  <inkml:trace contextRef="#ctx0" brushRef="#br0" timeOffset="6147.94">3636 3691 3885 0,'0'-7'-207'0,"0"7"75"0,-2-17 57 0,2 10 50 0,0 2 55 0,0 5 42 0,-2-14 35 0,0 8 30 16,2 6 6-16,-3-9-17 0,3 9-11 0,0 0 25 16,0 0 16-16,0 0 3 0,-9 40 8 15,2-7-5-15,-1-2-13 0,3 6-29 16,0 1-1-16,-2-1-9 0,1-1-8 0,3 0-5 16,-3-3-10-16,1-6-3 15,2-5-6-15,-1-5 2 0,2 0 1 0,0-5 12 0,1 1 15 16,-1-3 16-16,0-1 21 0,2-2 8 15,0-7 0-15,-2 8-13 0,2-8-19 16,0 0-14-16,0 0-9 0,-4-29-14 16,4 11-9-16,0-8-14 0,0-12-13 15,2-3-18-15,-2-3-3 0,4 0-6 0,-2 1 0 16,1 4-8-16,-1 2 2 0,0 10-3 16,0 5 0-16,0 7-6 0,-2 1-8 0,0 3 11 15,3 1-21-15,0 5 0 0,-3 5 1 16,9-3 6-16,-9 3 0 0,0 0 1 0,31 12 1 15,-18-5-2-15,4 3 3 0,0 0-3 16,2 0 4-16,3 2 0 0,-4-3-3 16,3-1 5-16,-1 1 0 0,-4 0 2 15,-2-3 5-15,-3-1-10 0,0 1 10 16,-2 0-2-16,-2-3 5 0,-1 0 3 0,-6-3 19 16,12 7 16-16,-12-7 20 0,5 4 0 15,-5-4-1-15,0 0-11 0,-12 12-6 0,3-9-4 16,-2 0-20-16,-5 3-27 0,3 0 0 15,-4-1 0-15,2 1 0 0,-3-4 0 0,4 2 0 16,-2 0 0-16,-1-1-42 0,0 1-99 16,1-1-44-16,3-1-52 0,-3-1-80 15,5 3-86-15,0-4-106 0,-1 0-140 0,1-4-174 16,4 1 64-16,-2-4-644 0,9-6-856 16</inkml:trace>
  <inkml:trace contextRef="#ctx0" brushRef="#br0" timeOffset="6365.4">3797 3439 3883 0,'0'0'28'0,"0"0"21"0,2-9 3 0,-2 9-15 0,0 0 0 0,0 0 61 16,0 0 38-16,20 21 5 0,-11-9 1 0,2 4-8 16,8 7-12-16,1 4-10 0,-2-2-7 15,0 1-8-15,1 0-9 0,-4-2-10 16,3 1-7-16,-5-8-10 0,-4 0-20 15,1-3-51-15,-3 0-47 0,1-1-62 16,-3-1-66-16,4-2-67 0,-4-3-70 0,-1 1-90 16,-1-4-133-16,-3-4-76 0,6 3 49 15,-6-3-250-15,0 0-309 0</inkml:trace>
  <inkml:trace contextRef="#ctx0" brushRef="#br0" timeOffset="6651.16">4136 3498 2201 0,'0'-10'51'0,"-1"3"35"16,1 7 11-16,0 0 19 0,0 0 25 15,0 0 10-15,0 0 24 0,0 0-6 16,0 0 7-16,15 32 4 0,-7-16-17 0,-1 3-16 16,5-1-16-16,-1 0-12 15,4 4-8-15,-1-4-10 0,-1-4-11 0,3 0-10 16,-5-4-6-16,2-1-3 0,0-2-2 16,-2-4-11-16,1 0-1 0,-2-3-10 0,-10 0 0 15,21-4-4-15,-12-2-5 0,0 2 0 16,-4-4-2-16,-1 1-2 0,-2-3-2 15,-4-2-6-15,-4-1-4 0,-4-5-4 0,3 0-4 16,-4 0-19-16,-3 1-18 0,3-1-27 16,-3 5-22-16,5 0-37 0,-3 2-58 0,2 2-65 15,3 5-76-15,1 0-81 16,6 4-124-16,-14-4-88 0,14 4 56 0,-7-2-202 16,7 2-237-16</inkml:trace>
  <inkml:trace contextRef="#ctx0" brushRef="#br0" timeOffset="6948.37">4240 3450 2051 0,'13'-2'23'15,"-13"2"56"-15,0 0 42 0,11 14 29 16,-6-5 30-16,2 8 26 0,0 1 10 0,-1 5-3 16,6 7-4-16,1 0 11 0,8 11 9 15,-1 0-5-15,0-2-7 0,3 1-26 16,2 1-10-16,0-2 2 0,-1 1-10 0,1-1-5 16,0-1-14-16,-2-1-7 0,-5-8-18 15,-2 0-2-15,-3-3 4 0,-3-3 14 0,-2-6 9 16,-7 0 11-16,3-3 16 0,-4 0 12 15,-2-1-1-15,-1 1-2 0,-7-2-9 0,-4 2-16 16,0-2-16-16,-13 1-18 16,-2-1-16-16,2-5-10 0,-9-2-11 0,2-5-13 15,-8-5-53-15,-2-3-28 0,2-3 0 16,2 1 0-16,2-4 0 0,4 2 0 16,4-3-44-16,1-2-154 0,9 3-64 0,-1-5-90 15,8 2-111-15,6 0-103 0,3-2-142 16,6-3-116-16,5-10 82 0,4-1-629 0,3 0-826 15</inkml:trace>
  <inkml:trace contextRef="#ctx0" brushRef="#br0" timeOffset="7280.82">4513 3465 4017 0,'-7'-9'1'0,"7"9"29"0,0 0-1 16,0 0 13-16,0 0 29 0,0 0 20 15,0 0 17-15,0 0-2 0,0 0 6 16,12 29-4-16,-5-20-6 0,4-1-6 0,3 2-5 16,-1-4-4-16,3 1-10 0,2-2-1 15,0-4-8-15,3 2-1 0,-4-3 0 0,2-3 17 16,1 1-2-16,-2-4 8 16,0 1 12-16,-3-1 36 0,-2-1 25 0,-2-2 8 15,-5 1 6-15,0-3-2 0,-5-1-6 16,-1 0-7-16,-1-2-19 0,-9-3-13 15,1-2-11-15,-7-4-13 0,0-2-14 0,-4 5-10 16,7 4-8-16,-2 6-12 0,2 2-26 16,1 4-40-16,1 2-52 0,-2 4-67 0,-3 5-58 15,5 1-76-15,-3 3-83 0,5 1-90 16,3-4-96-16,3 2-94 0,-2-4-147 0,8-1 40 16,-3-5-556-16,9 7-742 0</inkml:trace>
  <inkml:trace contextRef="#ctx0" brushRef="#br0" timeOffset="7715.27">4857 3453 3332 0,'2'3'-97'15,"-2"-3"37"-15,5 9 37 0,-5-9 28 16,0 0 22-16,0 0 20 0,4 6 17 0,-4-6 6 16,0 0 9-16,0 0 24 0,10 2 15 15,-10-2 2-15,0 0 2 0,0 0 7 0,19-10 1 16,-19 10-8-16,12-7 0 0,-7-1-4 15,-1 2 8-15,-2-2 6 0,0-2 1 16,-4-1-4-16,-2-2-1 0,-3-6-1 16,-7-7-7-16,-1 1-13 0,-1-3 4 15,2 4-6-15,0 6 3 0,3 6-5 0,2-1-11 16,-2 3-10-16,6 2-14 0,-3 4-7 16,3 1-3-16,5 3-14 0,0 0-5 0,-16 0 4 15,16 0-11-15,0 0-10 0,0 0 4 16,0 0-2-16,0 0 3 0,0 0-2 0,27-14-4 15,-6 3-3-15,8-1-6 0,-4 4 6 16,-1 2-3-16,-1 2-11 0,-2 2 4 16,-1 2-2-16,2 3 3 0,1 4 2 0,0 1 5 15,4 6 0-15,-5 1 3 0,-1 4-11 16,0 1 1-16,-6-1 4 0,-3-4-7 0,-1 1-1 16,0 4 2-16,1-3 1 0,-2-1-16 15,-3 1-35-15,3-2-33 0,-4-1-48 0,-1-1-63 16,1-1-74-16,-3 0-75 15,3-1-86-15,-1-1-128 0,-2 0-195 16,1-3 60-16,0 1-469 0,1-6-620 0</inkml:trace>
  <inkml:trace contextRef="#ctx0" brushRef="#br0" timeOffset="7948.28">5459 3038 3526 0,'-9'-1'175'0,"1"-3"3"0,8 4-20 0,0 0-15 16,0 0-8-16,0 0 2 0,-13 12-3 0,13-2-12 15,5 4-9-15,-1 5 4 0,5 2-10 16,3 8-10-16,0 0-11 0,0 2-8 16,-1-4-20-16,2 0-46 0,-3 3-48 0,-1-6-73 15,-4-6-65-15,3 1-77 0,-2-2-70 16,-4-6-88-16,2 2-116 0,-2-6-97 0,1 0 52 15,-3-4-233-15,0-3-289 0</inkml:trace>
  <inkml:trace contextRef="#ctx0" brushRef="#br0" timeOffset="8113.63">5508 2896 2475 0,'-9'-18'191'15,"2"5"36"-15,3 4 16 0,-3 2-10 0,0 0-18 16,5 3-21-16,2 4-29 0,-5-8-21 15,5 8-55-15,0 0-61 0,0 0-81 16,0 0-116-16,0 0-151 0,0 0-304 0,0 0 47 16,0 0 77-16,32 23-167 0,-20-13-163 15</inkml:trace>
  <inkml:trace contextRef="#ctx0" brushRef="#br0" timeOffset="8465.95">5652 2652 2232 0,'-17'-15'244'16,"5"3"29"-16,5 4 22 0,-1 0-19 0,5 4-22 15,-2 0-34-15,5 4-26 0,0 0-4 16,0 0 12-16,5 29-15 0,7-1-8 16,1 3 6-16,5 13-9 0,3-1-5 0,-1-1-15 15,2 3-16-15,-3-2-10 0,-2 1-11 16,-3-7-11-16,-5-3 1 0,0-2-17 0,-1-1-7 15,-4-6-2-15,0-4-14 0,-1-5-4 16,-3 0-14-16,0-3 4 0,-1 0-8 16,-3-1-23-16,0-2-21 0,1-1-35 15,-8 1-34-15,4-4-35 0,-2 1-36 16,0-1-24-16,-2-2-27 0,0 0-18 0,3-1-5 16,-3 1-1-16,11-4-6 0,-11 1-3 15,11-1-6-15,0 0-1 0,-4-12-6 0,4 12-13 16,19-31-17-16,-4 4-34 0,10-11-44 15,1-1-15-15,5-6-42 0,-5 1-372 0,3-4-259 16</inkml:trace>
  <inkml:trace contextRef="#ctx0" brushRef="#br0" timeOffset="8831.35">6008 2741 1936 0,'15'-42'-96'0,"-9"3"45"0,-4 9 39 15,-4 5 40-15,-2 4 43 0,-2 2 24 16,-3 1 20-16,-2 7 10 0,-3 1 7 0,-1 2 12 16,-4 5 5-16,1 3 20 0,0 0 6 15,-2 5 2-15,0 2 17 0,-3 8-9 16,0 4-9-16,4 5-11 0,2 4-5 0,1 3-4 15,7 0-18-15,3 3-11 0,1 0-8 16,5-6-12-16,2-3-13 0,1 11-6 16,5-1-11-16,-1-2-9 0,3-3-4 0,0 0-7 15,-3-1-5-15,0-6 0 0,2-4-6 16,-4-3-8-16,-1-4-2 0,2-2 1 16,-3-1 1-16,-1-3 22 0,-2-6 27 15,8 4-3-15,-8-4 3 0,0 0-1 0,17-12 10 0,-11 5 20 16,0 2 13-16,-6 5-16 0,9-9-9 15,-3 6-21-15,-6 3 1 0,14-4-13 16,-14 4 0-16,20 4-11 0,-8-1 7 16,1 6 2-16,3-2-6 0,-2 3-13 0,4 2-6 15,-3 0 3-15,0 1-10 0,-2-1 1 16,3 0 0-16,-3 1-6 0,-2-3-39 16,-1-2-50-16,0-1-48 0,-3 1-48 0,0-4-50 15,0 2-44-15,0-4-59 16,1 0-61-16,-8-2-43 0,0 0-72 0,17-2-93 0,-17 2-91 15,11-9 24-15,-5 0-388 16,2-2-503-16</inkml:trace>
  <inkml:trace contextRef="#ctx0" brushRef="#br0" timeOffset="9015.06">6235 3019 2722 0,'4'-13'27'0,"-4"1"93"0,2 3 59 16,-2 1 52-16,0 8 41 0,0-9 27 0,0 9 7 16,0 0-9-16,0-9-22 0,0 9-31 15,0 0 20-15,0 0 2 0,0 0-11 0,0 0-20 16,18 22-23-16,-10-9-26 0,0 0-17 15,0 1-13-15,-1 5-26 0,3-2-60 0,-2 2-80 16,-1 0-76-16,0-1-75 0,4-1-75 16,-8-5-74-16,5 2-78 0,-5-3-90 15,-1-5-127-15,2 1-124 0,-1-3 66 0,-3-4-442 16,2 4-575-16</inkml:trace>
  <inkml:trace contextRef="#ctx0" brushRef="#br0" timeOffset="9164.79">6361 2818 3129 0,'-6'-20'125'0,"2"4"78"16,-2 5 51-16,6 0 36 0,-5 4 41 16,3 1 8-16,2 6-17 0,-4-14-25 0,4 14-35 15,-6-10-41-15,6 10-85 0,-2-7-111 16,2 7-100-16,0 0-107 0,0 0-120 0,0 0-164 16,0 0-287-16,0 0 66 15,2 32 77-15,3-16-363 0,-2 4-449 0</inkml:trace>
  <inkml:trace contextRef="#ctx0" brushRef="#br0" timeOffset="9746.64">6587 2946 3072 0,'-7'-5'259'16,"7"5"24"-16,0 0-2 0,-4-7 2 15,4 7-9-15,0 0-23 0,0 0-18 0,0 0-6 16,0 0 30-16,0 0-12 0,6 26-16 15,-1-9-19-15,3 3-21 0,-3 4-13 0,2 7-17 16,0 1-11-16,-3-3-18 16,1-6-13-16,-1 0-11 0,-2 0-6 0,0-5-11 15,1-1-8-15,0-4-5 0,-3-1 6 16,2 0 14-16,0-3 18 0,0 0 9 16,-2-3 8-16,0-6-2 0,0 0-88 0,0 0-41 15,0 0 0-15,0 0 0 0,0-26 0 16,0 8 0-16,2-6 0 0,1-1 0 0,1-9 0 15,0 8 0-15,1 4 0 0,-2 6 0 16,3 1 0-16,-3 2 0 0,1 2 0 16,2 5 0-16,-1 1 0 0,-5 5 0 15,18-2 0-15,-18 2 0 0,0 0 0 0,28 8 0 16,-17 1 0-16,1-1 0 0,-2 3 0 16,-1-1 0-16,1 0 0 0,-3 2 0 0,1 1 0 15,-3-4 0-15,-1 2 0 0,0-3 0 16,0-1 0-16,-2-2 0 0,-2-5 0 0,6 7 0 15,-6-7 0-15,0 0 0 0,0 0 0 16,11-21 0-16,-6 9 0 0,4-5 0 16,-4-3 0-16,5-1 0 0,-3 2 0 0,1 3 0 15,0 2 0-15,-5 3 0 0,3 1 0 16,-1 3 0-16,0 1 0 0,2 5 0 0,-7 1 0 16,0 0 0-16,19 7 0 15,-9 0 0-15,-3 3 0 0,1 2 0 0,-1-1 0 16,3 2 0-16,-4-2 0 0,-1 2-3 15,3 2-244-15,-2-2-60 0,0-3-61 0,-1 0-61 16,-1 0-35-16,-2-2-25 0,0-4-20 16,1 1-13-16,-3-5-9 0,0 0 29 0,0 0 40 15,0 0-680-15,0 0-610 0</inkml:trace>
  <inkml:trace contextRef="#ctx0" brushRef="#br0" timeOffset="9896.62">7048 3067 2823 0,'2'-24'-141'0,"4"4"75"0,-2-1 62 0,4 2 53 0,-4 2 51 0,-1 3 54 0,3 1 26 0,-3 3 10 16,-1 0 22-16,3 5 33 0,-5 5 7 0,0 0 1 15,17 3-7-15,-17-3-24 16,12 13-17-16,-9-2-20 0,7 0-17 0,-7 3-51 0,3 1-77 16,-1 1-97-16,0-1-111 15,0-1-132-15,-3 2-153 0,2-3-195 0,2-1-9 16,-3-1 73-16,3-2-288 0,0-5-355 16</inkml:trace>
  <inkml:trace contextRef="#ctx0" brushRef="#br0" timeOffset="10147.67">7350 2743 2485 0,'1'-15'105'0,"-1"1"50"0,0 4 52 0,0 1 30 15,0 3 33-15,0 6 21 0,0-12-2 16,0 12-7-16,0 0-25 0,-1-7-23 16,1 7-24-16,0 0-14 0,0 0 5 0,0 0-7 15,-10 32-7-15,5-15-18 0,0 2-26 16,2 2-5-16,-1 1-19 0,2 0-4 0,0-3-17 15,0-2-18-15,2 3-3 0,0-6-6 16,2 1-3-16,0-3-10 0,0 1-4 0,2-1 4 16,-1-3-4-16,2-2-30 15,0-2-60-15,1-1-71 0,-6-4-81 0,18 4-123 0,-11-6-143 16,-7 2-176-16,23-6-163 0,-10 1 59 16,0-5-583-16,4 0-775 15</inkml:trace>
  <inkml:trace contextRef="#ctx0" brushRef="#br0" timeOffset="10666.83">7868 3169 3697 0,'-4'2'28'0,"1"2"22"0,3-4 18 0,0 0 30 15,0 0 40-15,0 0 30 0,0 0 16 16,0 0-3-16,0 0-8 0,0 0-10 0,28-20-7 16,-19 9-5-16,3 1-3 15,-4-2 3-15,3-3-5 0,5-10-15 0,-5-2-8 16,3-4-14-16,-2 1-11 0,-2-5-7 16,0-1-1-16,-1-3 5 0,-2-13 4 0,6-1-14 15,-8 0 4-15,2 14 10 0,-3 6 23 16,0 8 3-16,-1 5 1 0,-1 5-12 15,0 3-15-15,1 6-9 0,-3 6 24 0,0 0 2 16,0 0-9-16,24 29-8 0,-8-3-8 16,-2 3-12-16,2 0-8 0,1 0-42 0,4 1-29 15,0-2 0-15,2-1 0 16,-2 0 0-16,0-4 0 0,-2-1 0 0,-4-5 0 16,-1-4 0-16,-3-1 0 0,-2-4 0 15,2-2 0-15,-6 2 0 0,2-3 0 0,-1-1 0 16,0 2 0-16,-6-6 0 0,3 5 0 15,-3-5 0-15,0 0 0 0,0 0 0 0,0 0 0 16,0 0 0-16,-26 5 0 0,13-3 0 16,-6 0 0-16,-2 2 0 0,1-3 0 0,-1 1 0 15,5 0 0-15,0 1 0 0,3-2 0 16,-3 1 0-16,-27-5-712 0,34 0-289 16,0-1 100-16,9 4-996 0,0 0-1319 15</inkml:trace>
  <inkml:trace contextRef="#ctx0" brushRef="#br0" timeOffset="11813.61">7697 2044 5350 0,'-3'-13'-137'0,"1"5"90"0,0 2 57 0,-1 0 50 0,3 6 32 0,-4-9 14 0,4 9 0 0,0 0-1 0,0 0 11 16,0 0-2-16,0 0 16 0,-11 27-5 15,7-10-9-15,-2 2-12 0,-2 14 3 0,5-5-9 16,-3 3-11-16,4-4-5 16,2-3-9-16,-1 2-15 0,-1-1-2 0,0-8-8 15,2-3-6-15,0 1 7 0,0-6 1 16,0 0-10-16,0-1-3 0,0-8 8 16,2 9-10-16,-2-9 4 0,0 0-5 0,0 0-9 15,5-42-1-15,-1 7 0 0,1-6-9 16,3-9 9-16,-3-6-11 0,-4 0-3 0,1-3-4 15,2-3 1-15,0 6 3 0,-3 11-2 16,-1 7 3-16,0 11 8 0,2 6 6 16,-2 3 2-16,0 5-4 0,0 1-15 15,-2 4-9-15,4 4 5 0,-2 4 4 0,0 0-1 16,13 20 0-16,-3-3-1 0,3 9-1 16,5 3 6-16,-2 0 3 0,2 0-10 0,1 1 4 15,-2-1-1-15,3-1 9 0,-4 1-13 16,0-4 4-16,-1 1-5 0,-2 0 3 15,-1-6-6-15,-5-7 1 0,1-1 6 0,-2-3-3 16,-1-3 6-16,-1 3 0 0,0-4 4 16,-1 2 1-16,-3-7 0 0,7 7 3 0,-7-7 2 15,5 7 2-15,-5-7 0 0,4 4 2 16,-4-4-1-16,0 0-1 0,8 8 0 16,-8-8-2-16,0 0-7 0,1 5 7 15,-1-5-10-15,0 0 7 0,0 0 1 0,0 0-2 16,4 8 3-16,-4-8 1 0,0 0 14 15,0 0 11-15,0 0-28 0,0 0-16 0,0 0 0 16,0 0 0-16,0 0 0 0,0 0 0 16,-36-12 0-16,25 9 0 0,-3-1 0 15,-1 1 0-15,0 0 0 0,-4 1 0 0,3 0 0 16,0 1 0-16,-2-1 0 0,3 0-76 16,2 2-119-16,-2 0-45 0,15 0-53 0,-20 0-75 15,9 0-80-15,11 0-86 16,-14 4-99-16,14-4-180 0,-11 1 72 0,11-1-568 0,-7 2-768 15</inkml:trace>
  <inkml:trace contextRef="#ctx0" brushRef="#br0" timeOffset="12281.53">7670 1939 3541 0,'-3'-9'-20'0,"-2"5"38"0,5 4 27 0,-6-9 29 0,6 9-2 0,0 0 6 15,-9-5-6-15,9 5-5 0,0 0 3 16,-7 16 18-16,3-2 2 0,1 10 2 0,0 12-7 16,3 4 4-16,1 3 1 15,1 0-11-15,7 1-2 0,-2 4-13 0,0-7-6 16,-1-1-3-16,4-7-4 0,-3 2-7 15,1-2-8-15,-1-2 1 0,0-7-4 16,-4-5 3-16,1-2-11 0,0-2-17 0,-1-3-28 16,-1-2-40-16,0 1-40 0,0-5-49 15,0 2-33-15,-2-4-51 0,0-4-62 0,0 0-82 16,0 0-79-16,0 0-113 0,-4-21 17 16,2 3-183-16,0-4-227 0</inkml:trace>
  <inkml:trace contextRef="#ctx0" brushRef="#br0" timeOffset="12550.76">7679 2063 2092 0,'-3'-21'69'0,"-3"0"47"0,3 5 37 16,-4 3 24-16,5 1 26 16,-2 0 9-16,1 3 16 0,1-1 3 0,2-2-9 15,-2 5-11-15,2-1-17 0,0 8-20 16,-2-12-18-16,2 12-16 0,4-9-9 16,3 6-11-16,-7 3-11 0,18-2-6 0,-18 2-8 15,29 7-5-15,-15 0-8 0,6 3-7 16,-6 2-6-16,2 0-5 0,-1 0-2 0,-1 2-4 15,-1 0-5-15,-3 1 3 0,-1-1 4 16,-3 0 2-16,-3-5 5 0,-1 3-3 0,-2 0-6 16,-2-1-23-16,2-1 6 15,-5 1-11-15,-1-1-13 0,1-3-26 0,-5 3-53 16,0-5-49-16,-1 1-52 0,-1-6-51 16,1 0-46-16,11 0-44 0,-27-6-53 15,16 3-85-15,-1-2-169 0,5-1-26 0,0 2 66 16,3-2-258-16,4 6-316 0</inkml:trace>
  <inkml:trace contextRef="#ctx0" brushRef="#br0" timeOffset="12896.34">8015 1997 2294 0,'0'8'80'0,"0"-8"35"0,-2 14 24 15,0-6 16-15,0-1 11 16,0 1 2-16,2 1 0 0,0 0 5 0,0 0-9 0,4 2-16 15,0 1-11-15,1 2-13 16,1-2-15-16,2-2-6 0,0-3-8 16,-1 3-13-16,2-2 2 0,1-4-8 0,1-1-2 15,-1-3-2-15,-10 0-3 0,26-5-6 16,-12 0-7-16,1-2-5 0,-1-3 9 0,-1 1 25 16,-4 3 12-16,1-2 15 15,-2 2 12-15,-5-1 2 0,-1-1 3 0,-2 8-9 0,-5-20-9 16,-3 9-12-16,-2-1-11 15,-1-3-3-15,-2 1-8 0,-1 4-12 0,3 0-3 16,-1 1-15-16,-1 1-28 0,2 4-49 16,1-1-55-16,10 5-61 0,-22 2-69 15,12 1-87-15,2 1-82 0,1 4-123 0,1-4-206 16,0 1 15-16,6-5 78 0,-2 8-323 16,2-8-421-16</inkml:trace>
  <inkml:trace contextRef="#ctx0" brushRef="#br0" timeOffset="13329.73">8226 2017 2485 0,'2'6'4'0,"-2"-6"31"0,0 0 22 16,8 8 18-16,-8-8 14 0,0 0 28 0,5 5 17 15,-5-5 4-15,8 4 2 16,-8-4-1-16,15 4-5 0,-15-4-13 0,21 2-13 16,-11-2-10-16,-10 0-14 0,17 0-2 15,-17 0-5-15,17-2-11 0,-17 2 7 16,16 0 13-16,-16 0 14 0,9-6-2 0,-4 2-7 15,-5 4-1-15,5-13 8 0,-8 5 7 16,3 0-5-16,-2-7-3 0,-3 1-10 0,-3-3-6 16,-3-3-4-16,1 3 8 0,-1 1 5 15,6 5-4-15,-4 2-11 0,4-1-13 16,-1 4-7-16,1 3-11 0,5 3-3 0,0 0-3 16,0 0-6-16,0 0-1 0,-22 9-7 15,22-9-7-15,0 0-1 0,0 0 1 16,0 0 2-16,0 0-4 0,41-4-6 15,-24-1 1-15,2-2 0 0,0 0-1 0,-4 2-4 16,2 0-1-16,-1 1-1 0,-4 0-1 16,2 4 0-16,-14 0 13 0,25 3 2 0,-12 2-1 15,0 2 3-15,1 0 0 0,1 3-3 16,-3 2 0-16,-3-2 2 0,5 4-7 16,-5-4-20-16,0 4-42 0,1-2-52 0,-2-2-67 15,-1 2-72-15,-1 0-68 0,1-3-76 16,0 1-109-16,-4-1-149 0,1-3-21 0,2 1 62 15,-1-4-294-15,-5-3-378 16</inkml:trace>
  <inkml:trace contextRef="#ctx0" brushRef="#br0" timeOffset="13680.48">8880 1707 2443 0,'0'-10'150'0,"0"3"67"0,0 7 33 0,0-6 18 0,0 6 10 0,0 0-5 0,0 0-19 16,0 0-30-16,0 0-24 0,0 0-7 15,0 0-3-15,0 0-17 0,12 23-15 16,-9-11-16-16,-1-1-13 0,4 3-10 0,-5-2-12 16,1 5-4-16,0-1-12 15,1-3-8-15,-6 4-10 0,1-3-9 0,0 1-3 16,1-1-5-16,-3-2-6 0,-2-2-3 16,1-1-1-16,-3-3-9 0,0-2-13 0,8-4-3 15,-15 0-8-15,15 0 1 0,-15-12-3 16,7-2-6-16,5-1 1 0,-5-4-8 15,6 2 13-15,2 3-9 0,0-2-3 0,2 5 1 16,0-3-4-16,0 3 0 0,3 3-3 16,1 0 5-16,-1 4 0 0,8 0 0 0,-13 4 3 15,18-2-5-15,-18 2-3 0,25 8 7 16,-9-2 0-16,-2-2-12 0,4 2-45 16,-1 1-56-16,0 3-74 0,-2-4-72 15,2 2-83-15,-2 3-86 0,-1-2-99 16,-3 1-181-16,1-2 34 0,-3 0-430 0,-3-2-573 15</inkml:trace>
  <inkml:trace contextRef="#ctx0" brushRef="#br0" timeOffset="14563.09">9195 1204 2996 0,'-4'-8'18'0,"2"1"48"0,2 7 36 0,-4-8 45 0,4 8 32 0,-3-6 29 16,3 6 9-16,0 0 2 0,0 0-9 16,-3-10-16-16,3 10-20 0,0 0-24 0,0 0-16 15,0 0 38-15,8 29 14 0,3 3-16 16,2 4-10-16,3 14 9 0,-1 2 21 0,0 1-8 16,-2-3-16-16,3 1-8 15,-3-2-17-15,-3-11-5 0,1-2-10 0,-2-4-12 16,2 0-15-16,-6-9-10 0,1-3-4 0,-3-5-6 15,3-1-9-15,0-4-6 16,-4-1-2-16,2-1-7 0,-2-2-3 0,1 0-2 16,-3-6-5-16,4 8-3 0,-4-8-4 15,0 0-7-15,0 0-3 0,0 0-4 0,0 0-6 16,9-24-3-16,-10 13-5 0,-3-1 2 16,-4-2-8-16,-1-1-5 0,-5 1 0 15,0 3-4-15,-6 2-2 0,3 6 5 0,-4 3-9 16,-4 3 2-16,0 2-1 0,-3 7-2 15,1 1 5-15,9 1-1 0,0-3-2 0,5 3 0 16,1 1 0-16,6-3-1 16,5-1 4-16,-1 1 1 0,4-2-2 0,-1 0 4 15,5-1-3-15,2-2 6 0,5 0-5 16,0-2-4-16,7-2-13 0,-8-3-19 0,8-1-18 16,1-1-21-16,0-3-25 0,2-4-21 15,-4 1-11-15,8-6-6 0,0-2 8 16,-11 3 1-16,0-1 4 0,1-1 15 0,-4 1 17 15,-2-1 9-15,2-1 24 0,-6 4 28 16,0 1 24-16,1-1 35 0,-5 4 23 0,4 1 21 16,-3 3 6-16,-1-2-2 15,-3 6-12-15,6-9-12 0,-6 9 1 0,0 0-6 16,0 0-3-16,11 15-2 0,-5-10-9 16,-2 4-47-16,-2-2-49 0,2 3-62 0,-3-4-84 15,3 3-93-15,-2-3-106 0,2 2-127 16,-3-2-165-16,3-2-24 0,-4-4 78 15,10 5-404-15,-10-5-529 0</inkml:trace>
  <inkml:trace contextRef="#ctx0" brushRef="#br0" timeOffset="14712.31">9604 1581 3064 0,'-6'-12'150'0,"4"1"54"0,-1 3 36 0,1 1 17 0,-2-1 8 0,4 8-22 0,-3-8-17 0,3 8-30 0,-4-9-57 16,4 9-89-16,0-9-107 0,0 9-132 0,2-11-143 15,0 7-174-15,-1-3-161 16,3 1 56-16,-4 6-298 0,6-8-390 16</inkml:trace>
  <inkml:trace contextRef="#ctx0" brushRef="#br0" timeOffset="15129.24">9705 1593 2547 0,'-1'6'38'16,"-3"3"27"-16,4-9 16 0,-5 14 11 15,5-9 15-15,0-5-5 0,-2 12-6 16,2-12-3-16,0 10-14 0,0-10 5 0,2 7-16 0,-2-7-7 16,5 5-4-16,-5-5-6 15,0 0-1-15,0 0 15 0,0 0 10 0,0 0-5 16,0 0 7-16,20-12 19 0,-18 5 12 16,2 0 8-16,0 0 13 0,-4 7 12 15,2-13 18-15,0 8 8 0,-2 5 5 0,2-9-9 16,-2 9-24-16,0 0-10 0,0 0-19 15,0 0-9-15,0 0-8 0,0 0-11 0,7 27-7 16,-5-13-8-16,2 5-6 0,0 2-4 16,-1-1-4-16,-1-3-2 0,6 4-2 15,-4 2 23-15,0-6 18 0,-1-1 12 16,-1 2 25-16,0-3 22 0,-2-1 15 16,0-2 6-16,0 2 5 0,-2-2 3 0,0 3-2 15,-3-3-8-15,-1 0-11 0,-4 2-16 16,-1-2-95-16,-2 1-46 0,-6-1 0 0,1 2 0 15,2-3 0-15,-4-2 0 0,5-1 0 16,-2-4 0-16,0 0 0 0,2-2 0 0,-2-2 0 16,1-2-238-16,0-2-150 0,4 1-113 15,-3-2-123-15,5-2-176 0,0 2-40 0,5 0 92 16,-1-3-630-16,6 8-832 0</inkml:trace>
  <inkml:trace contextRef="#ctx0" brushRef="#br0" timeOffset="15662.38">9856 1635 3942 0,'0'-7'153'0,"0"7"34"0,0 0 1 0,-2-10 0 0,2 10-14 0,0 0-15 0,0 0-12 0,0 0 16 16,0 0 3-16,0 0-8 0,15 26-6 0,-8-14-23 15,2 0-12-15,-2 0-11 16,0 0-8-16,-1 1-10 0,-1 1-11 0,0-5-2 0,-1 1-12 15,1 0-7-15,-3-2 1 0,0-1-2 16,2-1 10-16,-4-6 16 0,3 8 29 16,-3-8 12-16,4 8 17 0,-4-8 1 15,0 0-11-15,0 0-15 0,0 0-14 16,14-27-8-16,-7 7-12 0,-1 1-6 0,4 1-5 16,-1-1-5-16,1 3-5 0,-5 3-4 15,3 1-55-15,-2 5 0 0,1 0 0 0,-1 0 0 16,4 4 0-16,-10 3 0 0,19-4 0 15,-19 4 0-15,17 4 0 0,-6-1 0 0,-11-3 0 16,21 5 0-16,-9-2 0 0,-2-1 0 16,-1 2 0-16,0-1 0 0,-9-3 0 15,12 2 0-15,-12-2 0 0,11 2 0 16,-11-2 0-16,0 0 0 0,13 1 0 16,-13-1 0-16,12-7 0 0,-12 7 0 0,11-7 0 15,-11 7 0-15,10-4 0 0,-10 4 0 16,12-2 0-16,-12 2 0 0,0 0 0 0,25 2 0 15,-13-1 0-15,2 1 0 0,-1-2 0 16,2 1 0-16,1-2 0 0,1-1 0 0,2-1 0 16,4-4 0-16,-2-3 0 0,6-2 0 15,-7 2 0-15,0-1 0 0,-9 3 0 16,-1-1 0-16,-3 1-28 0,-3 2-427 16,0 0-108-16,-4 6-152 0,0 0-201 15,-15-4 89-15,15 4-767 0,-29 4-1035 0</inkml:trace>
  <inkml:trace contextRef="#ctx0" brushRef="#br0" timeOffset="16995.84">14484 2656 1937 0,'0'0'373'0,"4"10"-43"0,-4-10-49 0,0 0 3 0,0 0-32 0,2 7-8 0,-2-7-5 16,0 0-9-16,0 0 10 0,0 0 10 0,0 0 12 16,0 0-6-16,0 0-6 0,0 0-5 15,0 0-20-15,0 0-14 0,0 0-9 16,0 0-13-16,-4 7-8 0,4-7-12 0,0 0-12 15,0 0-19-15,0 0-11 16,0 0-15-16,0 0-15 0,0 0-10 0,0 0-14 16,-3 9-7-16,-3-3-6 0,6-6-11 15,-2 9-3-15,2-9-7 0,-2 8-3 0,2-8-4 16,0 7-2-16,0-7-3 0,0 0 1 16,0 0-2-16,0 12 1 0,0-12 2 0,0 0 0 15,0 0-3-15,2 7-26 0,-2-7 0 16,0 0 0-16,0 0 0 0,0 0 0 15,0 0 0-15,0 0 0 0,0 0-17 0,0 0-165 16,0 0-68-16,0 0-67 0,0 0-77 16,0 0-90-16,0 0-109 0,0 0-182 15,0 0-25-15,0 0 94 0,0 0-543 16,0 0-711-16</inkml:trace>
  <inkml:trace contextRef="#ctx0" brushRef="#br0" timeOffset="17328.14">14450 2977 3277 0,'-2'6'-47'16,"2"-6"59"-16,0 0 31 0,0 9 29 15,0-9 35-15,0 0 22 0,0 0 15 16,0 0 10-16,-1 7-2 0,1-7-7 0,0 0-12 16,0 0-8-16,0 0-2 15,0 0-7-15,0 0-3 0,0 0-3 0,0 0 1 16,0 0 8-16,26-12 14 0,-26 12 11 0,0 0 3 15,6-6-5-15,-6 6-7 0,0 0-11 16,0 0-23-16,0 0-7 0,0 0-13 16,0 0-6-16,0 0-9 0,0 0 2 15,0 0-10-15,0 0-6 0,0 0-5 0,-6 20-6 16,6-20-7-16,0 0 4 0,0 0-13 16,0 0-3-16,-1 11-8 0,1-11-35 0,0 0-53 15,0 0-62-15,0 0-80 0,0 0-102 16,-2 7-111-16,2-7-145 0,0 0-186 0,0 0 59 15,0 0-506-15,0 0-672 0</inkml:trace>
  <inkml:trace contextRef="#ctx0" brushRef="#br0" timeOffset="17695.13">14949 2731 3490 0,'-13'2'89'0,"0"0"31"0,3 0 25 16,3 1 31-16,7-3 36 0,-15 5 29 15,15-5 13-15,-8 3 0 0,8-3-27 16,0 0-12-16,-11 2-17 0,11-2-15 16,0 0-18-16,0 0-6 0,0 0-18 0,70-7-17 15,-13-1-16-15,11-3-1 0,5-1-29 16,-1 2-28-16,3-3-29 0,-8 1-5 15,-1 1-2-15,-3 1-2 0,0-2 0 0,-8 3 1 16,-9 3-8-16,-9-2 10 0,-11 4-8 16,-5 0 6-16,-4 2-1 0,-4-2 4 0,1 2 1 15,-5 2 7-15,1 0-6 0,-10 0 8 16,15-3-5-16,-7 2-10 0,-8 1-14 0,9-3-40 16,-9 3-45-16,0 0-66 15,16-2-71-15,-16 2-96 0,5-4-145 0,-5 4-173 16,2-4-139-16,-2 4 77 0,4-12-520 15,-2 5-685-15</inkml:trace>
  <inkml:trace contextRef="#ctx0" brushRef="#br0" timeOffset="18028.13">15733 2513 3487 0,'0'0'99'0,"-15"2"38"15,15-2 12-15,0 0-7 0,-12 0-8 16,12 0-7-16,0 0-19 0,0 0-8 16,0 11-1-16,0-11-2 0,10 15-4 0,-1-3-12 15,0 4-5-15,2 0-7 0,-2 1-2 16,-2 0-8-16,1 3 2 0,-2-5 4 0,-2 1 5 15,0 1 6-15,-3-3 0 0,-1-1-1 16,-1 1-4-16,-1-1-5 0,-2 1-6 16,-2 0-7-16,-4-2-6 0,3 0-28 15,-4 2-42-15,-1-4-54 0,3 0-53 16,-1-3-59-16,4 1-100 0,0-6-109 0,6-2-183 16,0 0-109-16,0 0 78 0,0 0-366 15,0 0-454-15</inkml:trace>
  <inkml:trace contextRef="#ctx0" brushRef="#br0" timeOffset="18878.75">16898 2300 2620 0,'11'-6'-12'0,"0"-4"62"0,1 2 49 0,-5-3 59 0,2 5 38 0,2-2 40 0,-2 3 25 16,-2 0 37-16,-1-1 13 0,0 1 37 16,-6 5 8-16,8-6-1 0,-8 6-8 15,3-6-18-15,-3 6-15 0,0 0-23 16,0 0-32-16,0 0-27 0,-15-10-24 15,15 10-22-15,-31 5-19 0,11 0-14 0,-1 3-16 16,-3-2-18-16,-1 1-12 0,5 0-41 16,-3 0-66-16,4-1 0 0,2-2 0 0,5 1 0 15,-1-3 0-15,6 4 0 0,7-6 0 16,-18 2 0-16,18-2 0 0,-9 2 0 16,9-2 0-16,0 0 0 0,-14 4 0 0,14-4 0 15,0 0 0-15,-2 8 0 0,2-8 0 16,7 19 0-16,-5-3 0 0,-1 3 0 0,1 6 0 15,0 14 0-15,-2-1 0 16,-2 2 0-16,2-1 0 0,-2 1 0 0,-1-5 0 16,1-6 0-16,2-4 0 0,-3-6 0 15,3 0 0-15,0-4 0 0,3-1 0 0,-1-2 0 16,0 0 0-16,-1-2 0 0,5-1 0 16,1-3 0-16,2 1 0 0,4 0 0 0,-1-2 0 15,2-3 0-15,1 3 0 0,3-3 0 16,-4-1 0-16,2 1 0 0,-1-2 0 15,2 0 0-15,0-2 0 0,3-1 0 0,-5 1 0 16,2-1 0-16,-3-4 0 16,0 2 0-16,-2-4 0 0,0 1 0 0,-5-3-478 15,-1 1-562-15,-3 0 103 0,4 0-1014 16,-7-4-1370-16</inkml:trace>
  <inkml:trace contextRef="#ctx0" brushRef="#br0" timeOffset="19077.91">16937 2582 5237 0,'-13'2'-71'0,"13"-2"66"0,0 0 42 0,0 0 44 0,0 0 33 0,0 0 15 16,-19-2-3-16,19 2-12 0,0 0-14 16,0 0-15-16,0 0-6 0,0 0-31 15,0 0-46-15,0 0-61 0,0 0-72 0,0 0-78 16,25-9-82-16,-18 7-95 0,-7 2-131 15,20-8-191-15,-7 4 52 0,0-4-405 0,8-1-533 16</inkml:trace>
  <inkml:trace contextRef="#ctx0" brushRef="#br0" timeOffset="19394.34">17524 2278 2968 0,'0'0'31'0,"0"0"30"16,0 0 14-16,0 0 13 0,0 0 38 0,0 0 32 15,0 0 32-15,4 20 8 0,-10-5 0 16,1 3 6-16,-3 3-4 0,-6 10-6 0,3 2-5 16,0-1-16-16,-3 1-13 0,1-2-15 15,1-2-15-15,1-1-8 0,2-7-18 16,1-4-9-16,0-3-11 0,3 0-8 0,1-3-9 15,0-3-33-15,-1 1-25 16,-2-2-56-16,4-2-50 0,3-5-66 0,-11 2-40 16,11-2-54-16,-14-2-34 0,14 2-31 15,-13-11-53-15,5 3-46 0,0-2-62 0,3-1-83 16,1-1 4-16,-2-4-218 0,1-3-268 16</inkml:trace>
  <inkml:trace contextRef="#ctx0" brushRef="#br0" timeOffset="19577.72">17298 2376 2020 0,'1'-3'-26'15,"-1"3"53"-15,0 0 46 0,0 0 30 0,0 0 29 16,17 16 29-16,-10-10 13 0,0 3 23 16,2 1-4-16,3-1 0 0,1 3-11 15,5 1-8-15,-4-2-13 0,4-1-15 16,0 2-13-16,0-2-11 0,0 0-13 16,-4-5-10-16,1 1-12 0,-1-1-27 0,1 2-38 15,-3-4-42-15,-5 0-38 0,2 1-50 16,2 0-51-16,-4-1-60 0,-1-2-83 0,-6-1-114 15,5 5-168-15,-5-5 43 0,7 2-185 16,-7-2-219-16</inkml:trace>
  <inkml:trace contextRef="#ctx0" brushRef="#br0" timeOffset="19912.09">17663 1906 1974 0,'-3'-10'104'16,"-1"2"34"-16,2 3 6 0,2 5-14 15,0 0 25-15,0 0 51 0,0 0 21 16,0 27 4-16,2-3 3 0,4 13-7 0,3 21 9 16,-2 2-3-16,5 4 13 0,-3 5-6 15,4 3-3-15,1 19-5 0,-5-17-21 16,5-3-19-16,-4-1-14 0,-1-4-16 15,-1-2-18-15,-2-6-9 0,-1-4-6 0,-3-11-20 0,0-5-15 16,0-7-57-16,-2-5-41 0,-2-7-37 16,0 0-46-16,2-6-48 0,0 1-46 15,-2-2-71-15,2-3-71 0,0-4-46 16,0-5-54-16,0 0-51 0,0 0-61 16,0 0-93-16,0 0 44 0,-5-31-283 0,5 12-351 15</inkml:trace>
  <inkml:trace contextRef="#ctx0" brushRef="#br0" timeOffset="20145.7">17760 2486 2339 0,'0'-12'15'0,"0"4"41"16,0-1 21-16,2 0 23 0,2 4 23 15,-4 5 21-15,8-8 14 0,0 4 12 16,-8 4 1-16,16-1 1 0,-4 2-8 16,-1 1-9-16,0 0-4 0,3 6-2 15,1 1-2-15,-3-1-11 0,-1 2-9 0,1 2-10 16,-2 1 1-16,-5-2 5 0,2 3 1 15,-7-2-7-15,2 0 3 0,-2 0-2 0,-2-1-5 16,2-2-10-16,-3 0-5 0,-3 0-9 16,3-1-12-16,-5-1-33 0,0-2-59 0,0-2-63 15,-1 1-89-15,9-4-88 0,-19-2-95 16,6-3-141-16,-3-4-223 0,5 0 51 16,2-9 79-16,-1-1-300 0,2-2-366 0</inkml:trace>
  <inkml:trace contextRef="#ctx0" brushRef="#br0" timeOffset="20395.89">17943 1881 2429 0,'4'-12'152'0,"-2"0"71"15,0 5 29-15,-2 0 8 0,0 7 0 16,2-8-8-16,-2 8-22 0,0 0-22 0,0 0 25 16,0 0 7-16,13 25 7 0,-5-4-20 15,-1 11-21-15,3 6-1 0,2 12-15 0,-1 1 1 16,-3-1-26-16,-1 1-13 0,1-9-12 15,-5-2-11-15,6 1-10 0,-6 0-17 0,1-6-10 16,0 2-10-16,-1-10-11 0,-1-4-61 16,0-3-46-16,0-3-56 0,0 0-62 15,0-4-59-15,-2-1-72 0,2 0-72 16,-1-1-67-16,-1-5-81 0,5-2-136 16,-5-4-63-16,0 0 80 0,0 0-407 0,22-13-506 15</inkml:trace>
  <inkml:trace contextRef="#ctx0" brushRef="#br0" timeOffset="20727.82">18270 2224 2725 0,'1'-9'67'0,"-1"-1"71"0,0 10 47 16,-1-9 33-16,1 9 15 15,0 0 17-15,0 0 8 0,0 0 4 0,0 0-12 16,0 0-5-16,-10 26 0 0,7-14-13 16,3 1-21-16,0 3-20 0,0 3-15 15,0-1-21-15,0-1-13 0,0-3-19 0,3 1-4 16,1 2-16-16,0-5-4 0,-1 0 2 15,-1-2-3-15,4-1 1 0,-3-3 11 0,6 0 5 16,-9-6-6-16,13 3-5 0,-13-3-4 16,13-2 5-16,-13 2 3 0,13-7 4 0,-7 1 5 15,0 2-7-15,-3-6-5 0,-1-1-34 16,0 1-71-16,-2-3 0 0,-2-5 0 16,-2 1 0-16,3 1 0 0,-5 1 0 15,0 1 0-15,-1 3 0 0,-3 3 0 0,1 0 0 16,-4 3 0-16,1 1-195 0,3 6-128 15,9-2-82-15,-22 7-100 0,11-2-137 16,6 0-238-16,-6 1 84 0,8 3 86 0,-3-3-560 16,6 0-731-16</inkml:trace>
  <inkml:trace contextRef="#ctx0" brushRef="#br0" timeOffset="21211.13">18526 2520 3749 0,'-2'6'74'16,"2"-6"37"-16,-5 4 24 0,5-4 25 16,0 0 12-16,0 0-6 0,-4 8-4 0,4-8-14 0,0 0-16 15,0 0-11-15,0 0-10 16,0 0-7-16,0 0-10 0,0 0-7 0,0 0-2 16,0 0-2-16,33-6 4 0,-33 6 7 15,11-8 7-15,-8 2-2 0,4 1 12 16,-3-2 17-16,-3-3 7 0,3-2-1 0,-2 0 2 15,-2-1-1-15,-2-3-6 0,-2-3-13 16,3-3-6-16,-7 0-13 0,2 0 0 0,-2 2-10 16,5 5-2-16,-3 1-16 15,2 6-9-15,4-1-13 0,-3 2-6 0,3 7-3 16,-11-3-3-16,11 3-2 0,0 0-9 16,0 0 1-16,0 0-4 0,-14 18-4 0,14-18-5 15,0 5-1-15,0-5 1 0,0 0-2 16,27 0-3-16,-11 0 1 0,9-7 5 0,-2-1-12 15,10-2 4-15,-7 6-5 0,-5-1 0 16,-4 2 3-16,-2 2-6 0,1 2 13 0,-2 4 5 16,0 0 11-16,1 5 1 0,-1 3 2 15,-3 3-9-15,1-2-20 0,-5 6 0 16,3-2 0-16,-5 2 0 0,4-3 0 0,-6 0 0 16,3-2 0-16,-3-3 0 0,1-2 0 15,0 0-96-15,-2-3-70 0,-1 2-38 16,1-2-51-16,3-2-62 0,-1 0-97 15,-4-5-150-15,7 2-172 0,-7-2-78 0,0 0 88 16,11-9-600-16,-2 2-783 0</inkml:trace>
  <inkml:trace contextRef="#ctx0" brushRef="#br0" timeOffset="21660.07">19272 2241 3957 0,'0'0'85'0,"-9"3"14"0,9-3 3 0,-3 5 12 0,3-5 26 0,0 0 6 0,0 0 6 0,6 10-7 16,-6-10-7-16,13 2-8 0,-13-2-9 16,20-2-16-16,-20 2-6 0,18-3-8 15,-6 0-4-15,-3-3-14 0,2 0-7 0,2-3-6 16,-6 1 17-16,0-4 4 0,-3 1 23 15,1 1 4-15,-4 0-7 0,-2-2-7 0,-1 2-7 16,-5-1-11-16,2 2-2 0,-3 3-8 16,-4 3-15-16,-2 1 2 0,-6 5-11 0,-2 4 3 15,-8 5 10-15,5 7 11 0,0 3 17 16,3 0 21-16,8 2 14 0,2-2 11 16,2-1-2-16,8-3 0 0,1-3-10 15,2 3-2-15,7 2 3 0,0-2-55 0,5 0-63 16,2-3 0-16,6 2 0 0,0-3 0 15,6 0 0-15,-5-8 0 0,1 1 0 16,1-1 0-16,-1-3 0 0,-5-2 0 0,2 3 0 16,-1-2 0-16,-4-2 0 0,0 1 0 15,-4-1 0-15,-11 0 0 0,20 2 0 0,-13-2 0 16,-7 0-10-16,13 0-539 0,-13 0-166 16,0 0-244-16,0 0 96 0,0 0 88 0,0 0-694 15,0 0-918-15</inkml:trace>
  <inkml:trace contextRef="#ctx0" brushRef="#br0" timeOffset="22860.9">20138 2301 3937 0,'0'0'-85'0,"0"0"39"0,-14 1 18 0,14-1 5 0,0 0 23 0,0 0 31 0,0 0 24 0,-2 12 22 16,4-7 23-16,-2-5 7 0,2 15 4 16,-1-7 15-16,-2 2 8 0,1 2 3 0,-4 1 3 15,-2 2 0-15,3-1 6 0,-8 3 0 16,0-2-7-16,-1-1-8 0,-1 0-13 15,-1-4-12-15,0 0-9 0,-6-3-6 16,7 1-1-16,1-8-14 0,-4 0-9 0,16 0-7 16,-31-10-7-16,17-4-12 0,-6-8-5 15,7-7-10-15,5-2-1 0,0 2-1 0,5 5-2 16,1 3 2-16,0 5-13 0,4 5-2 16,0 2-4-16,1 4-3 0,-3 5 3 0,13-4 4 15,-13 4-7-15,23 9 5 16,-7 0 0-16,3 4-2 0,6 5 4 0,1 1-3 15,1 1-3-15,0-1 2 0,0 0-2 16,0-2 2-16,-5-1 1 0,-3-4 2 16,-1-4-6-16,-5-1 2 0,-2-2 0 0,-1 0 1 15,-1-1-3-15,0-4-3 0,-9 0-5 16,22-6-11-16,-11 0-10 0,1-6-11 0,-1-2-5 16,-2-6-7-16,1-9 1 0,-1-6-1 15,-1-2-6-15,-5-2-2 0,2-5-2 0,-1-13-7 16,-6 1-4-16,0-5 1 0,-3 0 5 15,0 1 4-15,-4 0 4 0,1 7 12 16,-6 4 8-16,5 12 19 0,0 6 20 0,1 10 12 16,0 1 2-16,3 7 0 15,-1 2-8-15,3 2-4 0,-6 9 1 0,9 0-2 16,-15 18 2-16,10 2 5 0,-3 12 17 16,0 9 12-16,4 2 2 0,3 13 3 0,2 0 3 15,9 6-2-15,4 0-1 0,0-4-2 16,9-2-5-16,4-6 0 0,2-2-4 0,0-7-2 15,-1-6-6-15,-1-10 6 0,2-3-3 16,-2-5-9-16,-2-5-3 0,-2-9-5 16,-1-1-5-16,-2-4-13 0,10-9-9 0,-3-2-14 15,0-7-9-15,-2 1 1 0,-6-5 5 16,2-8 2-16,-6 5 4 0,-4-11-2 16,0 2 7-16,-6-6 2 0,1-11-2 15,-3-3 3-15,-4-4-1 0,-1 0 2 0,-6 2 2 16,5 4 18-16,-6 13 6 0,4 7 15 15,-1 10 6-15,4 5-2 0,-1 6-7 0,-3 4-4 16,1 9 8-16,5 0-1 0,-11 17 8 16,6 2 0-16,1 7 14 0,2 14 8 0,2 5 13 15,6 14 13-15,1 3 21 0,4-1-7 16,7 1 1-16,-1-5-11 0,4-4-9 16,2-4 0-16,0-4-11 0,0-7-2 0,-3-9-7 15,0-4 3-15,-2-3-6 0,0-7-7 16,-5-5 2-16,1-1-3 0,-1-4-6 15,-1-1-13-15,0-3-13 0,-2-1-55 16,-10 0-60-16,17 0-70 0,-17 0-97 0,11-1-130 16,-11 1-176-16,0 0-254 0,0 0 66 15,0 0 78-15,0 0-517 0,0 0-668 0</inkml:trace>
  <inkml:trace contextRef="#ctx0" brushRef="#br0" timeOffset="23627.65">21639 1371 3577 0,'-6'-20'103'0,"4"4"37"0,1 4-1 0,-2 2-16 0,1 2-18 0,2 8-17 0,0 0-5 0,0 0 11 16,-2 27 31-16,6 19 27 0,0 16 16 0,2 10 6 16,-1 7 10-16,3 22 6 15,-1 7-17-15,2 4-10 0,-2 5-18 0,0 2 10 16,5 4 13-16,-2-5-12 0,1-11-14 16,1-7-7-16,1-26-9 0,-4-7-24 0,-1-6-36 15,0-17-63-15,-5-6-44 0,3-4-34 16,-3-5-26-16,1-13-22 0,-1-5-39 0,1-6-41 15,-4-3-43-15,0-2-34 0,0 0-13 16,5-27-14-16,1 4-21 0,-3-19-24 0,1-13-19 16,0-4-27-16,-2-8-4 0,0-3-11 15,-4-5 10-15,2 0-441 0,-2 1-329 16</inkml:trace>
  <inkml:trace contextRef="#ctx0" brushRef="#br0" timeOffset="23844.6">21802 2199 2108 0,'-2'-49'-62'0,"-1"13"51"16,1 9 43-16,-2 5 36 0,2 5 33 15,2 3 28-15,0 3 23 0,0-1 16 16,0 2-1-16,2 1-2 0,0 2-14 15,4-2 6-15,-3 4 9 0,9 4 0 0,-12 1 11 16,22 3-4-16,-4 4-13 0,1 3-8 16,4 5-11-16,0 3 2 0,-8-1-19 0,-4 1-1 15,-1 1 10-15,-5 2 14 0,0 2-1 16,-7-3-10-16,-3 3-10 0,0 1-9 16,-4 5-15-16,-1-9 0 0,2-2-17 15,1-5-5-15,-1-1-11 0,1-4-27 16,-1 0-41-16,0-6-49 0,-1 1-49 0,9-3-59 0,-16-9-59 15,9 1-68-15,1-5-67 16,1-9-89-16,-2 0-130 0,5-4-91 0,4-1 52 16,0-8-314-16,8 0-403 0</inkml:trace>
  <inkml:trace contextRef="#ctx0" brushRef="#br0" timeOffset="24159.64">22056 1869 2613 0,'8'10'63'0,"-8"-3"55"0,0 2 44 16,0 1 45-16,-2 3 15 0,2 1 13 15,-4 3 2-15,2 2-11 0,2 1-28 0,0-3-20 16,0 3-16-16,8 1-15 0,-5-2-14 16,7 1-11-16,0-5-11 0,-1-3-9 15,2-1-9-15,5-4-9 0,-1-4-6 16,0-1-10-16,-2-2-4 0,5-2-9 0,-5-1-4 16,1-1-5-16,-1-3-2 0,-2-2-4 15,-1 1-1-15,-3-2-7 0,1-2 1 16,-5-3 5-16,2 2 3 0,-5-3 1 0,-5-1 2 15,2-5 3-15,-5 1-7 0,3 0-2 16,-5 1-9-16,0 2-5 0,5 4-8 0,-5 4-16 16,0 3-33-16,1 4-28 0,-2 1-44 15,11 2-37-15,-23 3-52 0,7 4-59 0,7 1-68 16,-2 1-90-16,-1 1-161 0,3-1-122 16,3-2 64-16,2-2-359 0,4-2-464 15</inkml:trace>
  <inkml:trace contextRef="#ctx0" brushRef="#br0" timeOffset="24526.87">22573 1693 2692 0,'0'0'38'0,"0"-5"35"0,0 5 17 16,0 0 14-16,0 0 2 0,0 0 6 0,0 0-4 15,0 0-4-15,-39 17-13 16,30-5-7-16,-4 1-2 0,3-1-8 0,-1 4-6 0,0 1-6 15,0 0 0-15,4 0-14 16,1-2-10-16,3-1-15 0,1 0 0 0,2-2 16 16,0 1-10-16,2 1-8 0,1 0 40 15,3-1 26-15,5 4 34 0,-3-1 29 16,3-1 25-16,-1-1 16 0,0 2 16 0,-3-3 14 16,2 1 4-16,-3-3 2 0,0 1 2 15,-2 0-8-15,2-3-3 0,-6 4-15 0,2-1-10 16,-1-2-15-16,-1 2-15 0,-1 0-16 15,-1-3-14-15,-4 3-10 0,2-2-14 0,-2-3-14 16,-3 5-8-16,1-6-21 0,-2 1-29 16,1-3-46-16,0-1-63 0,0-3-78 0,9 0-72 15,-22-7-84-15,10-3-65 16,5-2-80-16,-4-3-93 0,3-2-145 0,7 1-96 16,-2 1 56-16,3 3-533 0,0-3-722 15</inkml:trace>
  <inkml:trace contextRef="#ctx0" brushRef="#br0" timeOffset="24926.82">23068 1695 3404 0,'0'0'-58'15,"-19"-2"30"-15,19 2 31 0,-23 9 25 0,10-2 24 0,-4 5 12 0,-8 3 14 0,2 3 6 0,2 1-7 0,4-3-3 16,3-3-1-16,3 1-16 0,4-3-5 16,-2 1 5-16,7 1-8 0,1-3 8 15,-1 0 14-15,4 1 22 0,1-3 20 0,6 4 23 16,0-2 21-16,2 3 18 0,1-5-7 16,3 2 17-16,2 2 11 0,0-2 10 15,1 2 2-15,-6-2-1 0,2-2 0 0,-3 1-3 16,1 0-5-16,-4 0-6 0,-3 2-14 0,3-3-2 15,-5 1-11-15,4 0-8 16,-7 0-7-16,0 2-12 0,-7-2-12 0,2 2-13 16,-3 1-9-16,-3-1-71 0,-1 1-34 15,-1 0 0-15,0-6 0 0,0 3 0 0,-3-4 0 16,1-3 0-16,1-2 0 0,1-2-111 16,0-3-210-16,-2-5-95 0,4-3-114 15,0-2-131-15,2-3-161 0,6 1 14 0,3 1 83 16,1-3-566-16,5-1-751 0</inkml:trace>
  <inkml:trace contextRef="#ctx0" brushRef="#br0" timeOffset="25126.47">23123 1731 3888 0,'10'-12'174'0,"-5"-2"73"0,-1 4 48 16,1 3 53-16,-4 1 3 0,-1 6-16 0,2-11-19 16,-2 11-35-16,4-7-32 0,-4 7-30 15,0 0-18-15,0 0-16 0,18 28-22 16,-6-9-14-16,-1 8-35 0,3 2-56 0,-3 2-67 15,0 0-72-15,-2 0-71 0,-4-3-57 16,1 4-79-16,-1-8-51 0,-3-2-64 0,2-4-53 16,-2-1-77-16,1-4-110 0,-3-2-68 15,3-2 65-15,1-3-410 0,0-2-527 0</inkml:trace>
  <inkml:trace contextRef="#ctx0" brushRef="#br0" timeOffset="25276.98">23308 1498 3159 0,'-4'-21'93'0,"-1"8"28"16,-2 1-8-16,6 2-11 0,-3 2-21 0,0 4-53 15,4 4-75-15,-2-9-76 0,2 9-75 16,0 0-130-16,0 0-211 0,0 0 7 16,0 0-125-16,0 0-152 0</inkml:trace>
  <inkml:trace contextRef="#ctx0" brushRef="#br0" timeOffset="25876.06">23411 1262 2161 0,'-2'-14'293'0,"-2"5"34"15,0 3 29-15,4 6 18 0,-1-10-4 16,1 10-27-16,-2-7-48 0,2 7-28 0,0 0-33 16,0 0-18-16,3 32-21 0,-1 3-14 15,6 2-11-15,-5 7-25 0,4 11-9 0,-2-1-11 16,1 0-13-16,-1 0-14 0,-1-13-8 15,0 1-24-15,-2-1-17 0,0-6-16 16,-4-4-4-16,2-6-4 0,-2-2-4 16,0-4-3-16,0-2-3 0,0-3 2 0,0 0 8 15,1-2-8-15,-1-4 7 0,2-1-5 16,0-7 3-16,-6 7-4 0,6-7 0 16,0 0 1-16,0 0 0 0,0 0-1 0,11-28 2 15,-1 18-1-15,0-2 1 0,-3 2 14 16,2 0 2-16,3 2 7 0,-2 2 9 0,1 0 13 15,3 5-2-15,-3 1 15 0,-11 0 14 16,28 7 0-16,-14-2 7 0,1 4-2 16,-4-1-2-16,-1 1-8 0,1 3-5 0,-2 1-6 15,0-1-4-15,-4 0-63 0,-3 2-9 16,2 0 0-16,-4-2 0 0,0-2 0 0,-4 3 0 16,2-4 0-16,-1 5 0 15,-5-6 0-15,2 2 0 0,-2-4 0 0,1 0 0 0,-2-1-149 16,-1-3-126-16,2 2-53 15,8-4-45-15,-16-2-33 0,16 2-19 0,-11-9-11 16,11-3 1-16,2-6 27 0,6-3 26 16,2-8 39-16,1 0 36 0,0 4 55 15,3-3 63-15,-3 9 65 0,3 4 63 0,-5 0 60 16,0 3 48-16,1 0 48 0,-2 5 22 16,-3-3 24-16,3 4 15 0,-2 4 17 15,2 0 1-15,-8 2 5 0,0 0-3 0,25 10-4 16,-18-2-24-16,0 1-15 0,1 6-13 15,-2-1-15-15,0-2-37 0,-1 6-63 16,-1-4-58-16,0 0-69 0,-2-4-57 0,-1 2-54 16,3-2-42-16,-1-1-35 0,-1-4-46 15,-2-5-50-15,2 8-16 0,-2-8 13 16,0 0-455-16,0 0-349 0</inkml:trace>
  <inkml:trace contextRef="#ctx0" brushRef="#br0" timeOffset="25992.67">23815 1893 2252 0,'2'-12'-49'0,"-2"-2"52"0,2-1 39 0,-2 1 29 0,0-5 24 0,-2 0 12 0,0-4 0 0,2-2-9 15,-2 1-12-15,0 1-12 0,0 3-31 0,2 3-49 16,0 2-71-16,-2-3-108 0,4 5-167 16,0-1-144-16,2 2-121 0,-2 0-115 15</inkml:trace>
  <inkml:trace contextRef="#ctx0" brushRef="#br0" timeOffset="26410.26">24006 1296 2132 0,'-8'-9'351'0,"4"3"32"16,2 1 29-16,2 5 19 0,-8-9-7 0,8 9-27 15,0 0-36-15,-3-7-38 0,3 7-34 16,0 0-6-16,0 0-4 0,2 31-18 0,-1-9-22 16,1 16-23-16,-2 3-18 15,2 5-20-15,-2 3-20 0,0-1-3 0,0 8-16 16,2 2-13-16,-2-14-12 0,0 3-35 15,2-7-54-15,-2-2-58 0,0-8-61 16,2-6-64-16,-2-3-48 0,0-8-41 0,0 3-36 16,1-4-21-16,-1-2-6 0,3-1-6 15,3-3-3-15,-6-6 16 0,7 0 22 0,-7 0 21 16,15-13 28-16,-7 2 23 0,5 0 33 16,-1-8 51-16,-1 2 55 0,7-9 56 0,-11 7 61 15,4 3 57-15,-3 7 40 0,-2-3 32 16,0 6 15-16,-1-2 12 0,1 5 20 15,-6 3 28-15,0 0 5 0,0 0-5 0,0 0-23 16,25 17-16-16,-20-7-20 16,3 1-23-16,-4 1-18 0,2 1-52 0,-4-1-73 15,0 1-76-15,-1 1-67 0,1 0-85 16,2-4-70-16,-2 1-73 0,0-3-83 0,0 0-98 16,-2-1-163-16,0-7-12 0,0 7 79 15,0-7-393-15,1 5-490 0</inkml:trace>
  <inkml:trace contextRef="#ctx0" brushRef="#br0" timeOffset="26559.49">24257 1601 2937 0,'-4'-18'114'0,"2"4"41"0,1 1 31 0,-1 4 23 0,0 1 2 0,2 8-9 0,0-10-24 16,0 10-25-16,0-10-55 0,0 10-68 0,-4-7-90 15,4 7-109-15,0-6-128 16,0 6-182-16,0 0-143 0,4-10 60 15,-4 10-215-15,5-7-266 0</inkml:trace>
  <inkml:trace contextRef="#ctx0" brushRef="#br0" timeOffset="27109.34">24617 1054 2591 0,'-11'-13'335'0,"1"0"20"0,1 7 28 0,1 0 7 15,5 2-19-15,3 4-35 16,0 0-35-16,0 0-1 0,-14 15 12 0,10 9-5 16,0 13-22-16,3 11-11 0,1 16-15 15,0 3-23-15,1 5-23 0,3-2-19 0,0 2-20 16,1-3-15-16,-1-4-13 0,3-4-5 16,-6-6-14-16,3-11-125 0,0-5-2 15,-2-5 0-15,-1-6 0 0,1-8 0 16,-2-3 0-16,2-4-39 0,0-2-138 0,-2-1-47 15,0-4-53-15,0-6-43 0,0 0-38 0,0 0-32 16,0 0-24-16,0 0-13 16,0 0-4-16,0 0 12 0,-15-33 4 0,8 14 26 15,-5 2 33-15,3 0 70 0,-7-9 87 16,3 9 77-16,4 3 58 0,-1 2 58 0,0 3 39 16,3 1 37-16,0 2 22 0,2 0 18 15,-1 0 23-15,5 1 12 0,1 5 11 16,-4-7 7-16,4 7 16 0,0 0 12 0,5-11-3 15,5 5-13-15,3-3-9 0,7-2-10 16,6-4-12-16,2-2-10 0,5-1-11 0,-1 1-14 16,-2 0 5-16,-1 2-1 0,-2 1 7 15,-6 4 0-15,-3 3-10 0,-5 4 1 16,0 3 12-16,-13 0 21 0,25 10 12 16,-15 0-5-16,1 6-7 0,-2 4-9 15,-3 2-7-15,2 9-12 0,-3 2-12 0,-5-4-15 16,2-4-1-16,0-2-19 0,-2-2-21 15,0 1-61-15,-2-5-78 0,0 2-73 0,1-3-82 16,-1 1-91-16,0-5-97 0,-2-2-120 16,1-3-187-16,2-1-22 0,1-6 80 0,-2 6-508 15,2-6-656-15</inkml:trace>
  <inkml:trace contextRef="#ctx0" brushRef="#br0" timeOffset="27277.29">24978 1467 3649 0,'-4'-12'197'0,"4"3"31"0,-7 1 31 0,7 1 13 0,0 7-8 0,-3-7-30 16,3 7-35-16,0 0-35 0,-2-7-83 15,2 7-105-15,0 0-119 0,0-6-146 16,0 6-159-16,0 0-267 0,0 0 37 0,0 0 82 16,0 0-307-16,0 0-384 0</inkml:trace>
  <inkml:trace contextRef="#ctx0" brushRef="#br0" timeOffset="27941.98">25257 1639 2767 0,'-9'3'207'16,"9"-3"33"-16,-12 2 12 0,12-2 7 0,0 0 4 15,0 0-4-15,-9 3-9 0,9-3-27 16,0 0-23-16,0 0-19 0,0 0-15 0,0 0-14 15,0 0-17-15,0 0-16 0,23-13-7 16,-16 7-15-16,3-2-5 0,-2 1-5 16,-1 0-7-16,1-1-2 0,-5-2-4 0,3 1 10 15,-1-1 19-15,-2 1 6 16,-3 1 16-16,0-1 2 0,0 9-13 0,-3-12-11 0,3 12-12 16,-12-5-8-16,12 5-3 15,0 0-5-15,-38 19 1 0,17 0-5 0,2 5-4 16,0 3-4-16,1 4-4 0,3 1 5 15,6 1-6-15,1-2-7 0,4-4-2 0,2-4-4 16,4-3-2-16,0 1-4 0,0-4-2 16,4 2-3-16,2-5 2 0,3-1-24 0,3-3-12 15,0-3 0-15,2-5 0 0,1 0 0 16,2-4 0-16,4-3 0 0,11-6 0 16,-3 0 0-16,1-5 0 0,-1-4 0 0,7-9 0 15,-2-5 0-15,1-3-53 16,0-4-17-16,-1-2-1 0,-1-3 4 0,-3 0 5 0,-3 1 9 15,-4 6 7-15,-7 7 12 16,-4 8 7-16,-7 7 3 0,1 3-2 0,-2 4-9 16,-4 5 4-16,-2 5 13 0,0 0 17 15,0 0 9-15,0 0 6 0,-21 29 3 0,12-12 2 16,-4 4 4-16,8-1-7 0,-1 1 12 16,3-3 16-16,3 1 25 0,3 1 21 0,3-1 22 15,3-2 15-15,9 7-76 0,3 0-51 16,-1-2 0-16,3 1 0 0,-1-2 0 15,-4 2 0-15,0 0 0 0,-5-3 0 0,-3-2 0 16,-7-1 0-16,1 3 0 0,-2-1 0 16,-8 3 0-16,3-1 0 0,-11 6 0 15,-1-3 0-15,-2 0 0 0,-5-3 0 16,-2-3 0-16,-1 1 0 0,-3-6 0 0,-3-1 0 16,3 2 0-16,-1-9 0 0,4-1 0 15,0 0 0-15,-1-2 0 0,7-4 0 0,-1-2 0 16,6-2-786-16,2-3-218 0,2 1 109 15,7-2-978-15,3 3-1296 0</inkml:trace>
  <inkml:trace contextRef="#ctx0" brushRef="#br0" timeOffset="32040.22">26633 1606 4779 0,'0'0'-207'0,"0"0"53"0,-4-8 47 0,4 8 39 0,0 0 40 0,0 0 39 15,0 0 40-15,0 0 33 0,0 0 22 16,0 0 15-16,35 14 10 0,-25-6 6 0,-3 2 12 16,2 1 9-16,0 3 14 0,-6-1 9 15,3 1 13-15,-4-1 10 0,-2 3-1 16,-6-1-10-16,1 5-7 0,-4-3-7 16,-4 3-13-16,-6 3-16 0,-1-3-12 0,-5 1-12 15,-2-6-11-15,0 2-14 0,0-5-10 16,4-4-5-16,7-1-7 0,0-1-3 15,3-5-9-15,-3-2-8 0,3-3-8 0,-2-5-9 16,2-4-8-16,4-4-13 0,-2 0-2 16,6-4-8-16,-1 4-3 0,4 1-4 0,2 3 0 15,0 1-3-15,0 2-1 0,4 1 6 16,2 3-9-16,-3 4-1 0,8-2 0 0,-11 4 2 16,16 2 0-16,-4 2 2 0,-1 4 0 15,4-1-4-15,1 5 4 0,-3-4-1 0,2 3 0 16,-2-1 8-16,-1-2-7 0,-1 1-2 15,0-3 8-15,0 2 0 0,-4-4-3 16,0 2-3-16,4-1 2 0,-8-3 3 16,5 1 3-16,-8-3 5 0,13 4 0 15,-13-4 8-15,0 0-21 0,19-9 0 0,-12 2 0 16,5-3 0-16,-1-2 0 0,1-3 0 16,0 5 0-16,-3 1 0 0,-4-1 0 15,6 4 0-15,-8-2 0 0,3 5 0 16,-1 1 0-16,-5 2 0 0,11-4 0 0,-11 4 0 0,16 2 0 15,-16-2 0-15,18 4 0 16,-7-1 0-16,-4-1 0 0,5 2 0 0,-3-2 0 16,2 2 0-16,0-2 0 0,-4-2 0 15,2 3 0-15,-9-3 0 0,20-3 0 0,-9-1 0 16,-2 0 0-16,3-2 0 0,-3 1 0 16,0-1 0-16,3 0 0 0,-2 0 0 15,-3 0 0-15,1 3 0 0,-2 0 0 0,0 0 0 16,-6 3 0-16,9-4 0 0,-9 4 0 15,0 0 0-15,0 0 0 0,23 7 0 0,-18-1-6 16,6 0 0-16,-4 0-1 16,0 0 6-16,3 2-21 0,0-3-28 0,-1 3-40 15,-2-1-57-15,4-2-37 0,0-1-44 16,0-1-44-16,1-1-58 0,1-2-54 0,2-2-57 0,-2-1-72 16,9-6-81-16,4-8-108 15,3-2 4-15,-3-4-498 0,4-6-660 16</inkml:trace>
  <inkml:trace contextRef="#ctx0" brushRef="#br0" timeOffset="32408.73">27485 1342 3242 0,'6'-25'16'0,"-6"4"79"0,0 6 71 0,2 1 62 0,0 3 45 0,-2 5 27 15,0-1 11-15,0 7-14 0,2-10-42 16,-2 10-22-16,0 0-12 0,0 0 3 0,0 0-6 16,-12 43-18-16,4-11-18 0,5 2-13 15,-1 6-15-15,0-3-20 0,3 3-13 16,-1-1-11-16,2-2-11 0,3-2-9 15,-1-6-7-15,0-6-11 0,0-3-15 0,0-3-10 16,0 0-7-16,-1-5-13 0,-1-1-13 16,0-3-1-16,2 2-5 0,-2-4-5 0,0-6-8 15,0 11-3-15,0-11-9 0,0 0-11 16,-7 4 5-16,7-4-3 0,-18-2 1 16,18 2 9-16,-25-5-8 0,9 5 0 0,-4 0 0 15,2 0-2-15,-1 3 5 0,0 3-4 16,3 2 9-16,3-2 4 0,0 3 2 0,1 3 0 15,7-2 5-15,-2-1 4 16,4 1 0-16,1 0 15 0,2 0-4 0,2-3 4 16,0 1-3-16,1 1 0 0,4-2 1 15,-4-2-1-15,7-1-3 0,-1 2-36 0,-1-2-70 16,3-1-72-16,0-3-92 0,5 0-107 16,-1 0-119-16,8-5-156 0,-2 2-164 15,1-2 75-15,-2 1-575 0,3-1-766 0</inkml:trace>
  <inkml:trace contextRef="#ctx0" brushRef="#br0" timeOffset="32741.15">28182 1392 3971 0,'0'-4'173'0,"0"4"-8"0,0 0-21 0,2-10-9 0,-2 10-16 0,0 0 35 0,0 0 27 16,-5 24 13-16,3-5-7 0,-2 6-18 16,2 2-13-16,0 9-13 0,1 2-9 0,1-8-11 15,0-1-3-15,1-3-23 16,-1-2-9-16,2 0-10 0,-2-5-13 0,0-1-30 15,2-4-51-15,-4 1-56 0,2-3-61 16,0-3-73-16,-2-1-80 0,2-3-94 16,0-5-140-16,-5 7-214 0,5-7 29 0,0 0 79 15,0 0-379-15,-14-18-479 0</inkml:trace>
  <inkml:trace contextRef="#ctx0" brushRef="#br0" timeOffset="32925.92">28218 1188 3087 0,'-5'-11'174'0,"3"1"36"0,-2 3 44 0,2 0 38 16,2 7 21-16,-3-7-6 0,3 7-31 15,-2-8-37-15,2 8-13 0,0 0-45 16,-4-8-61-16,4 8-82 0,0 0-93 0,0 0-102 16,0 0-88-16,0 0-87 0,0 0-135 15,0 0-252-15,4 33 63 0,-2-23 77 0,0 3-274 16,-1 3-337-16</inkml:trace>
  <inkml:trace contextRef="#ctx0" brushRef="#br0" timeOffset="33357.87">28566 1093 2647 0,'2'-10'189'0,"1"3"35"0,1 1 25 0,-4 6 16 15,4-7-7-15,-4 7-23 0,0 0-21 16,0 0 43-16,3 24 46 0,-8-2 0 15,-1 17-21-15,3 2-12 0,-7 15-13 0,3-2-24 16,0 1-11-16,2 2-22 16,-2-5-16-16,1-9-17 0,2-2-12 0,3-4-19 0,-4-3-15 15,5-6-10-15,-2-8-13 0,2-1-10 16,0-5-10-16,0-2-6 0,0-2-8 0,0 0-15 16,-2-1-16-16,2-1-9 0,0-8-20 15,-2 8-29-15,2-8-31 0,0 0-24 16,0 0-20-16,0 0-8 0,-14-20-5 15,3 7-1-15,0-5-1 0,0 1 10 16,-3 2 13-16,1 0 3 0,-2 3 10 0,2 3 5 16,-1 2 16-16,1 5 20 0,4 1 17 15,9 1 26-15,-27 12 16 0,11 0 26 0,7 0 21 16,2 1 10-16,-2 1 3 0,7 1 0 16,1 1 2-16,-1-3 0 0,5 1-15 0,-1 3-2 15,5-2-5-15,-2-3-6 16,5 2-19-16,-3-2-42 0,3-4-55 0,3 1-84 15,1-5-90-15,-3 0-102 0,7-2-115 16,-6-2-145-16,1-2-194 0,5-2 26 16,-3 0 80-16,2 0-500 0,3-4-650 0</inkml:trace>
  <inkml:trace contextRef="#ctx0" brushRef="#br0" timeOffset="33941.19">28715 1635 3375 0,'-20'16'64'0,"20"-16"35"0,0 0 22 0,0 0 28 0,0 0 34 0,-7 5 19 0,7-5 3 0,0 0-4 15,0 0-7-15,0 0-14 0,0 0-8 16,0 0-21-16,0 0-10 0,36-7-13 0,-36 7-10 16,14-7-2-16,-7 4 7 15,-7 3 16-15,13-9 19 0,-8 4 10 0,0-2 10 16,-1 1 9-16,-1-1-4 0,-3-2-2 15,0-1-7-15,-1 0-2 0,-3-2-7 0,0 0-1 16,1 1-10-16,-4-1-18 0,3 4-26 16,1-3-110-16,-1 5 0 0,0-2 0 15,4 8 0-15,-2-9 0 0,2 9 0 0,0 0 0 16,0 0 0-16,0 0 0 16,0 0 0-16,-13 23 0 0,11-12 0 0,0-1 0 0,2 2 0 15,2 0 0-15,1 3 0 16,1-2 0-16,1-3 0 0,-2 0 0 0,5-1 0 15,-4-1 0-15,1-1 0 0,2 0 0 16,0-4 0-16,-2 2 0 0,-5-5 0 0,15 4 0 16,-5-3 0-16,-10-1 0 0,15 2 0 15,-15-2 0-15,18-2 0 0,-18 2 0 16,16-3 0-16,-5 0 0 0,-2-1 0 0,-9 4 0 16,17-7 0-16,-7 4 0 0,1-2 0 15,-1 0 0-15,1 0 0 0,-2-1 0 16,1 3 0-16,0-1 0 0,-10 4 0 15,12-3 0-15,-12 3 0 0,14-2 0 0,-14 2 0 16,15 0 0-16,-15 0 0 0,18 9 0 16,-7-4 0-16,-4 0 0 0,3 2 0 15,0-2 0-15,-3 2 0 0,3 0 0 0,-1-2 0 16,-1 2 0-16,-1-2 0 0,1 0 0 16,-2 2 0-16,-6-7 0 0,11 8 0 0,-4-6 0 15,-7-2 0-15,9 6-300 0,-9-6-187 16,7 0-103-16,-7 0-137 0,0 0-145 0,18-13 79 15,-9 5-711-15,2-4-950 0</inkml:trace>
  <inkml:trace contextRef="#ctx0" brushRef="#br0" timeOffset="34475.62">29418 1087 3984 0,'1'-36'66'0,"-1"3"69"0,4 9 34 0,-6 4 44 0,2-2 43 0,0 10 30 0,-2-2-11 16,2 1-2-16,0 6-31 0,0 7-33 0,-1-8 2 15,1 8 35-15,0 0 30 0,-8 45-16 16,3-7 2-16,-6 13-11 0,0 2-6 0,0 2-12 16,1 1-134-16,-1 0-99 0,0 0 0 15,1-5 0-15,4-8 0 0,1-3 0 16,-3-1 0-16,4 1 0 0,0-8 0 0,0-6 0 16,2-4 0-16,1-5 0 0,-1-3 0 15,0-2 0-15,2 0 0 0,-2-4 0 0,0-1 0 16,0-2 0-16,2-5 0 15,0 0-151-15,0 0-158 0,0 0 11 0,0 0 8 16,-21-18 24-16,12 6 21 0,2 0 24 16,-4 2 29-16,6 3 35 0,-3-2 37 0,5 2 26 15,-4 2 32-15,4 0 32 0,3 5 35 16,-6-7 25-16,6 7 23 0,-2-7 13 0,2 7 9 16,0-8-8-16,0 8-3 0,8-9-8 15,0 2-5-15,3-1-6 0,4-2 1 16,2-2-10-16,1 1-2 0,-2-1-5 15,4 1-5-15,-4-1 2 0,2 4 0 16,-5-1-3-16,1 1-4 0,-5 4-4 0,-2-2-3 16,4 2-4-16,-4 4 25 0,-7 0 11 15,0 0 11-15,19 10 29 0,-13-3 14 0,-2 3 8 16,-1 5-11-16,-3 1 1 0,2 6-18 16,0-2-5-16,-4 4-6 0,0 0 0 0,2 0-12 15,0 0-8-15,-1-3-4 0,1-3-37 16,-2 1-34-16,2-2-69 0,-2-3-62 15,2-1-79-15,-2-1-84 0,4-2-84 0,-2-5-88 16,0 3-120-16,0-8-144 0,2 4 29 16,-2-4-553-16,0 0-740 0</inkml:trace>
  <inkml:trace contextRef="#ctx0" brushRef="#br0" timeOffset="34623.76">29577 1376 3435 0,'4'-27'-21'0,"3"3"59"0,-6 5 49 0,1 4 37 0,-2 3 34 0,2-3 18 0,-2 7-9 15,2 0-20-15,-2-1-33 0,2 3-58 16,-2 6-80-16,0-10-80 0,0 10-83 0,0 0-89 16,-2-9-160-16,2 9-180 15,0 0 54-15,0 0-212 0,0 0-264 0</inkml:trace>
  <inkml:trace contextRef="#ctx0" brushRef="#br0" timeOffset="34940.81">29649 1368 2392 0,'0'0'145'16,"-2"12"56"-16,2-4 46 0,0 1 53 0,0 1 35 16,2 2 13-16,-1 3 10 0,-1-1-20 15,0 1-38-15,0-1-23 0,0 3-22 0,-1 1-21 16,1-3-24-16,-2 3-18 0,2-5-14 16,-2-1-18-16,-1 1-4 0,-1-3-8 0,2 0 10 15,-1-1 1-15,-5-3 2 0,5 1 0 16,-3-4 9-16,6-3-6 0,-10 6-4 15,10-6-7-15,0 0-22 0,0 0-131 16,-15-17 0-16,13 3 0 0,2-3 0 16,2-9 0-16,2-11 0 0,9-15 0 0,4-6 0 0,7 3 0 15,-2 0 0-15,4 4 0 16,1 3 0-16,-2 7 0 0,-5 12 0 0,-2 2 0 16,-2 10-99-16,-3 3-269 0,-1 6-59 15,-1 3-63-15,0 1-58 0,-3 4-54 0,-8 0-143 16,0 0-25-16,19 9 64 15,-16-4-463-15,1 5-634 0</inkml:trace>
  <inkml:trace contextRef="#ctx0" brushRef="#br0" timeOffset="35092.71">29726 1422 3412 0,'-7'6'-3'16,"1"0"8"-16,1-2 14 0,5-4 17 15,-4 8 2-15,4-8-2 0,0 0-7 0,0 0-32 16,18 2-55-16,-18-2-61 0,33-4-69 15,-16-2-77-15,6-1-63 0,5-3-108 0,1-4-62 16,1 2-73-16,1-3-71 0</inkml:trace>
  <inkml:trace contextRef="#ctx0" brushRef="#br0" timeOffset="35291.56">30122 1227 1611 0,'14'-11'105'0,"-3"1"51"0,-3 4 26 0,-5 0 7 16,4 1 16-16,-7 5-3 0,0 0 55 15,0 0 44-15,0 0 23 0,-14 38-1 16,-3-7-5-16,-6 12-16 0,2 2-15 15,-6 8-6-15,3 2-28 0,-4 1-14 0,1 3-22 16,2-3-12-16,2-3-28 0,2 0-13 16,4-1-16-16,-1-8-14 0,5-7-13 0,2-2-17 15,-1-6-67-15,5-6-68 0,1-8-61 16,1 1-80-16,-2-2-70 0,6-5-82 0,-1-5-92 16,-2 0-122-16,4-4-174 0,0 0 7 15,0 0 76-15,-15-16-385 0,11 7-489 16</inkml:trace>
  <inkml:trace contextRef="#ctx0" brushRef="#br0" timeOffset="35439.51">29932 1454 2731 0,'2'-10'86'0,"0"2"49"15,-4 3 44-15,2 5 25 16,0 0 30-16,0 0 7 0,0 0-11 0,0 0-22 16,0 0-19-16,0 0-21 0,-11 26-35 15,11-18-73-15,-2 2-117 0,4-2-145 0,-2 3-175 16,5 4-227-16,3-3-35 15,4 2 69-15,-1 3-229 0,-2-2-287 0</inkml:trace>
  <inkml:trace contextRef="#ctx0" brushRef="#br0" timeOffset="36273.11">31035 732 2656 0,'0'0'280'0,"-3"-5"-30"16,3 5-36-16,0 0-26 0,0 0-12 16,0 0 9-16,-8 20 29 0,4 1 1 0,-1 13-4 15,-2 4-14-15,2 4-17 0,1 14-6 16,0-13 7-16,1 1 4 0,-1 2-4 15,0-2-13-15,3-4-24 0,-1-1-15 16,0-4-8-16,-3-4-10 0,3-7-15 16,1-2-10-16,-1-3 2 0,0-2-20 0,-2-1-21 15,0-6-12-15,3 2-15 0,-3-4-7 16,0-1-16-16,-2 0-14 0,-2-2-16 0,8-5-17 16,-16 2-13-16,16-2-13 0,-23-7-18 15,7 0-10-15,-3-6-10 0,4 1 7 16,-7-7 10-16,6-4 9 0,5 5 9 0,1 4 8 15,2 2 10-15,3 4 11 16,3 1 1-16,2-2 2 0,0 9 6 0,13-12 1 16,1 5 5-16,6 1-3 0,16-2-15 15,6 4-14-15,2-1-14 0,11-4-20 0,4 2-20 16,1-3-9-16,-3-1 5 0,2-3 0 16,-4 0 8-16,-2-1 17 0,-1-1 6 15,-4-1 14-15,-5-6 10 0,-5-3 25 0,-1-2 15 16,-6-6 24-16,-13 5 34 0,-2-3 12 15,-3-1 21-15,-6 0 17 0,0 1 4 0,-6 6 4 16,-2 2 7-16,-6 5 7 0,3 4 10 16,-3 1 2-16,-2 4 9 0,-5 1 0 0,-1 7-1 15,-2 4 17-15,-14 10 5 0,2 3-2 16,-7 13 1-16,6 4 2 0,-2 1-6 16,5 6-2-16,2-1 2 0,8-5-17 15,0 0-12-15,4 1-11 0,1 0-12 16,3-3-7-16,3-6-8 0,-1-2-4 0,2-3-7 15,-1-4-7-15,5 0-9 0,-3-4 1 16,2 0-5-16,2-4-11 0,0 1-5 0,0-1-10 16,0-8 2-16,2 14-4 15,2-10-10-15,-4-4 3 0,15 3-5 0,-4-1 0 16,-11-2 7-16,25-4-7 0,-12 3 4 0,-13 1-5 16,21 0-6-16,-21 0 9 15,20 1 6-15,-13 3 21 0,2 0 12 0,0 2 11 16,-2 2 1-16,1 3-5 0,1-1-2 15,-3 0-4-15,-2 2-2 0,0-2-1 0,-1 2-14 16,3-1 5-16,-2-1-5 0,-1 0-22 16,4 0-42-16,-3-2-55 0,-3 0-79 0,7-1-89 15,-5-4-106-15,5 0-103 0,-2 1-135 16,-6-4-212-16,17-2 50 0,-17 2 76 16,18-2-495-16,-7-2-654 0</inkml:trace>
  <inkml:trace contextRef="#ctx0" brushRef="#br0" timeOffset="36639.37">31761 1214 3064 0,'4'21'-90'0,"-4"-21"29"0,3 6 19 0,-3-6 20 0,5 7 32 0,-5-7 26 0,10 4 22 0,-10-4 18 15,11 4 2-15,-11-4-8 0,0 0-6 16,14 0-6-16,-14 0-9 0,0 0 3 0,12-9-3 15,-12 9 13-15,9-12-3 0,-7 6 5 16,0 0-8-16,-1-3-5 0,-1 9 13 16,-5-18 34-16,0 14 25 0,0-2 35 0,5 6 56 15,-19 2 51-15,3 4 68 0,0 4 19 16,-4 4 11-16,-3 3-1 0,4 6 10 16,2 3-1-16,3 0-10 0,5-4 7 15,2 0-13-15,3 0-64 0,2-5-291 0,0 3 0 16,4-3 0-16,-4 1 0 0,6-3 0 15,0-3 0-15,1 0 0 0,-1-3 0 0,0 1 0 16,-1-4 0-16,4 1 0 0,-3-3 0 16,-4-4 0-16,9 10 0 0,-7-8 0 0,-2-2 0 15,0 0-222-15,0 0-476 0,0 0-237 16,0 0 34-16,0 0 93 16,0 0-766-16,-29-26-1015 0</inkml:trace>
  <inkml:trace contextRef="#ctx0" brushRef="#br0" timeOffset="37722.5">19896 3808 4083 0,'-7'12'497'0,"1"-5"-53"0,3 0 5 0,-3-6-47 0,6-1-72 0,0 0-71 16,0 0-50-16,-12-15-34 0,10 3-16 0,4 0-13 16,2-10-18-16,2-10-13 0,5-1-12 15,7-10-11-15,0-3-12 0,7-4-12 0,0-3-14 16,0-2-26-16,2-7-23 0,5-14-25 15,-8 18-23-15,3 2-13 0,-4 2-10 0,-3 8-3 16,-5 14 14-16,-2 2 3 0,-3 8 4 16,-7 8-3-16,3 1-7 0,-2 3-9 0,-3 6 1 15,-1 0 6-15,0 4 7 0,0 0 10 16,0 0 2-16,-5 20 1 0,-1-5 6 0,4 6 3 16,-1-1 10-16,-1 4-1 15,2 0 1-15,4-2 1 0,2 0 2 0,-1 0 4 16,5-1-1-16,-1 0 2 0,3-3 2 15,0-1 9-15,2 1-2 0,-3-1 11 0,-2-3 3 16,4-2 8-16,-4 2 8 0,0-2 5 16,-1 0 28-16,-3 0 22 0,1-1 10 15,0-1 10-15,-1-1-3 0,-3 2 0 0,-3 2-5 16,-3-4-4-16,1 3-6 16,-4-1-11-16,-2 0-6 0,-2 0-10 0,2-1-5 0,-1-2-15 15,-1-1-45-15,1-1-56 16,1-4-71-16,2 3-75 0,9-5-82 0,-14-3-92 15,14 3-83-15,-7-10-75 0,7 1-71 16,5-7-96-16,6-1-7 0,3-9-551 0,6 3-727 16</inkml:trace>
  <inkml:trace contextRef="#ctx0" brushRef="#br0" timeOffset="38005.5">20321 3283 3230 0,'11'-8'-28'0,"-8"1"80"16,3 2 56-16,-3 1 27 0,-3 4 15 16,0 0 7-16,0 0-3 0,0 0 25 15,0 0 32-15,0 0 24 0,13 16 3 0,-12-4-9 16,1 0-11-16,2 3-8 15,-2-1-11-15,1 1-13 0,1 1-14 0,2-1-15 16,0-2-5-16,2 0-16 0,-1 0-8 16,2-4-17-16,1 1-5 0,3-3-11 0,-2-1-4 15,1-5-9-15,3 1-9 0,-3-2-10 16,-12 0-2-16,27-6-5 0,-16 2 4 0,-2-2-4 16,1-1-1-16,-2 0 4 0,-3-1 7 15,1-1 3-15,-2-1-8 0,-4-1-3 16,0-3-5-16,0 0-2 0,-6-3-12 0,0 1-6 15,-3-1-15-15,1 2-23 0,1 1-31 16,-3 1-43-16,-2 5-58 0,5 4-57 0,-4 4-67 16,-1 0-80-16,12 0-104 0,-28 8-129 15,18-4-207-15,1 0 0 0,-1 2 77 0,0-3-550 16,10-3-714-16</inkml:trace>
  <inkml:trace contextRef="#ctx0" brushRef="#br0" timeOffset="38224.51">20518 3031 3757 0,'0'-7'115'0,"-2"1"7"16,2 6 0-16,0 0 20 0,0 0 42 0,0 0 44 15,0 0 2-15,0 0 0 0,-3 34 10 16,3-17-2-16,1 3-2 0,-1 7-12 16,0-1-25-16,4 9-20 0,0 0-16 0,0-1-20 15,-3-5-12-15,5-5-38 16,0 7-75-16,2-6-78 0,-5-2-84 0,1-1-85 15,2-4-109-15,-3 3-107 0,4-4-136 16,-5-2-186-16,0-2 54 0,-1-3-551 0,-1-2-725 16</inkml:trace>
  <inkml:trace contextRef="#ctx0" brushRef="#br0" timeOffset="38740.4">20671 3468 3724 0,'0'0'65'16,"0"0"34"-16,0 0 34 0,12 11 27 15,-12-11 32-15,0 0 24 0,0 0 12 16,0 0 6-16,0 0 12 0,0 0-7 0,0 0-4 16,0 0-15-16,25-8-23 0,-17 5-15 15,2-2-15-15,-1 1-10 0,0-2-22 16,4-1-10-16,-4 3-16 0,0-4 1 0,1 1-17 16,-2-2-4-16,-1 4-6 0,-2-5 0 15,4 3-3-15,-6-1 1 0,3 0 0 16,-2 0 2-16,-2 0 1 0,-1 1-2 0,-1 7-6 15,2-12-8-15,2 5-33 0,-4 7-35 16,2-8 0-16,-2 8 0 0,0 0 0 0,0 0 0 16,0 0 0-16,0 0 0 15,-8 30 0-15,8-18 0 0,0 3 0 0,0-4 0 16,2 4 0-16,2-1 0 0,2 1 0 0,0-4 0 16,0-1 0-16,-1-2 0 0,2 2 0 15,2-6 0-15,-2-1 0 0,-7-3 0 16,17 0 0-16,-17 0 0 0,23-4 0 0,-13-3 0 15,-1-2 0-15,2-3 0 0,0 1 0 16,-2-9 0-16,-2 2 0 0,4-9 0 0,-2 2 0 16,-2 5 0-16,-5 4 0 0,1 3 0 15,-1 2 0-15,4 1 0 0,-3 2 0 16,-1-1 0-16,-2 9 0 0,1-8 0 0,-1 8 0 16,0 0 0-16,0 0 0 15,0 0 0-15,2 32 0 0,-2-20 0 0,2 0 0 0,0 0 0 16,0 1-38-16,0-2-60 15,-1-1-42-15,1 2-45 0,4-2-56 0,-3-1-58 16,1-1-78-16,3-4-98 0,-2 0-107 16,-5-4-144-16,15-2-43 0,-15 2 89 0,18-7-538 15,-9 2-681-15</inkml:trace>
  <inkml:trace contextRef="#ctx0" brushRef="#br0" timeOffset="39275.26">21313 2812 3250 0,'-8'-35'115'0,"1"5"69"0,0 6 41 0,2 7 38 0,-1 3 46 0,3 2 18 0,-1 4-4 0,2-1-24 16,-2 4-34-16,4 5-18 0,0 0 27 15,0 0 19-15,2 43-9 0,4-6-21 16,-1 16-16-16,5 2-16 0,0 5-24 16,1 2-20-16,2-2-23 0,2-4-13 15,0 2-68-15,3-8-83 0,-5-3 0 0,-1-13 0 16,-1-3 0-16,-4-7 0 0,2-5 0 15,-6-4 0-15,1-3 0 0,0-2 0 0,-1-3 0 16,-1-2 0-16,-2-5 0 16,0 0 0-16,0 0 0 0,0 0 0 0,0 0 0 15,0 0-3-15,0 0-148 0,-11-37-4 16,0 21-8-16,-8-6-1 0,-5 3 4 0,-2 0 10 16,5 9 13-16,0 3 12 0,0 0 12 15,2 6 10-15,2-1 12 0,-1 4 10 0,5-4 7 16,-1 5 11-16,2 1 12 0,0-1 9 15,12-3 9-15,-10 7 15 0,10-7 6 16,0 0 11-16,0 0 3 0,0 0 1 0,43-3 3 16,-13-8-7-16,6-2 8 15,-2 1-3-15,4-3 7 0,-1-2 10 0,-4 6 19 0,-5 0 8 16,-4 2 14-16,-2 7 11 0,-9 0 7 16,0 4 25-16,0 0 17 0,1 6 13 15,-5 1 2-15,3 5-4 0,-1 5-6 16,-3 1-10-16,-3-1-12 0,4 3-2 0,-6-2-14 15,5 1-10-15,-4-2-7 0,-1-2-10 16,1-2-7-16,1-1-24 0,-4-2-40 0,1-2-63 16,2-2-55-16,-4 1-68 0,4 0-56 15,-4-9-75-15,1 9-89 0,-1-9-85 16,0 3-77-16,0-3-112 0,0 0-65 0,0 0 75 16,4-24-523-16,-4 5-667 15</inkml:trace>
  <inkml:trace contextRef="#ctx0" brushRef="#br0" timeOffset="39423.54">21642 2989 3374 0,'-1'-16'62'0,"-5"2"45"0,2 3 37 0,3 4 21 0,-2 0 24 16,3 2 9-16,0 5-7 0,-6-12-13 15,6 12-24-15,-2-6-19 0,2 6-41 16,0-6-69-16,0 6-77 0,0 0-83 16,0 0-83-16,0 0-106 0,0 0-181 0,0 0-141 15,0 0 73-15,14 20-299 0,-6-11-355 16</inkml:trace>
  <inkml:trace contextRef="#ctx0" brushRef="#br0" timeOffset="40172.36">22021 3105 2716 0,'-13'0'181'0,"-4"2"26"16,0 1 21-16,1 4 30 0,-2 1 26 15,-9 9 18-15,0-3 11 0,2 5-1 0,2-2-1 16,9 1-7-16,-4 2-20 0,5 0-15 16,4-2-21-16,2-3-18 0,4 1-19 0,1 1-19 15,2-3-15-15,2-2-16 0,3 3-18 16,2-2-10-16,0-2-12 0,4-3-11 16,-1-1-10-16,3 0-10 0,5-3-11 0,-2-4-7 15,0 0-11-15,4-6-15 0,4 0-11 16,-5-5-22-16,8-2-13 0,-9-3 0 15,-2 3 0-15,-1-3 0 0,-5-3 0 16,-3 1 0-16,-1 2 0 0,-4-1 0 0,-2 0 0 16,-4-5 0-16,-2 3 0 0,1 0 0 15,-5-1 0-15,-5-3 0 0,-1 4 0 0,3 7 0 16,1 2 0-16,1-1 0 0,2 3 0 16,-1 1 0-16,1 5 0 0,9 2 0 0,-15-1 0 15,15 1 0-15,-14 10 0 0,8 1 0 16,1-2 0-16,1 4 0 0,2-2 0 0,2 1 0 15,4 0 0-15,2 0 0 0,-1-1 0 16,4-1 0-16,5 1 0 0,3-5 0 16,-2 0 0-16,5 0 0 0,-2-4 0 15,2 0 0-15,-2-4 0 0,7-1 0 0,7-6 0 16,1 1 0-16,-6 2 0 0,-4 1 0 16,-4 1 0-16,-2 2 0 0,-2 2 0 0,-2 0 0 15,3 6 0-15,-1-1 0 0,-3 4 0 16,1 0 0-16,-2 1 0 0,1 1 0 15,-3-1 0-15,2 1 0 0,-1-1 0 0,-2 1 0 16,-3-2 0-16,3-3 0 0,-2-1 0 16,0 0 0-16,-1 1 0 0,1-3 0 0,-6-3 0 15,10 5 0-15,-10-5 0 16,0 0 0-16,22-8 0 0,-8-1 0 0,1-3 0 16,1-2 0-16,-2 1 0 0,2 1 0 15,-3-1 0-15,-1 4 0 0,-3-1 0 0,0 6 0 16,3-2 0-16,-2 5 0 0,1-2 0 15,-11 3 0-15,23 3 0 0,-10-2 0 0,1 1 0 16,-1 2 0-16,2-2 0 0,-2 0 0 16,5-2 0-16,-2 0 0 0,4-2 0 0,1-2 0 15,-1-1 0-15,0-4 0 16,-3-2 0-16,-2 5 0 0,1-6 0 0,-9 1 0 0,2 1 0 16,-3 2 0-16,1 0 0 0,-7 1-828 15,-5-1-168-15,-3 2 99 0,3 0-963 0,-4 1-1286 16</inkml:trace>
  <inkml:trace contextRef="#ctx0" brushRef="#br0" timeOffset="41422.11">23314 3171 5008 0,'0'0'-90'0,"0"0"46"0,3-6 47 0,-3 6 58 0,0 0 55 0,12 15 42 0,-6-1 33 0,0 0 28 16,-1 7 8-16,1 0 4 0,-1 2-17 16,2 1-21-16,0 5-18 0,-1-3-20 15,-3-6-13-15,3 3-15 0,-2-5-18 16,-2-4-49-16,2-2-72 0,0 0-95 0,-3 0-92 16,1-4-95-16,0-2-142 0,-2 0-147 15,0-6-184-15,0 0 15 0,0 0 72 0,0 0-485 16,0 0-631-16</inkml:trace>
  <inkml:trace contextRef="#ctx0" brushRef="#br0" timeOffset="41587.97">23398 3188 3566 0,'-6'-17'191'0,"2"2"48"0,0 1 38 16,2 2 33-16,-2 0 23 0,4 1-4 16,-1-1-18-16,-1 1-31 0,2 1-27 0,-2 3-32 15,2-1-46-15,0 8-85 0,0-14-121 16,0 14-119-16,2-7-124 0,-2 7-132 0,0 0-155 15,11 2-207-15,-11-2 56 0,14 8 89 16,-9 3-414-16,4 2-512 0</inkml:trace>
  <inkml:trace contextRef="#ctx0" brushRef="#br0" timeOffset="42055.04">23622 3434 2840 0,'0'5'100'0,"0"-5"36"15,0 0 14-15,-2 9 19 0,2-9 30 0,0 0 15 16,0 11 3-16,0-11-5 0,2 6-10 16,2-3-14-16,-4-3-21 0,5 7-11 15,-5-7-9-15,9 6-2 0,-9-6 12 0,5 4 9 16,-5-4 24-16,0 0 12 0,0 0 4 16,0 0-3-16,0 0 3 0,0 0-8 0,20-17-5 15,-20 8-11-15,0-2-7 16,-2 1-11-16,-5-8-12 0,0 1-17 0,-2-12-10 15,-1 5-21-15,0 5-6 0,-1-8-9 16,-1 5-85-16,5 4-4 0,0 4 0 0,1 1 0 16,-1 5 0-16,6-4 0 0,-3 7 0 15,0-1 0-15,4 6 0 0,-3-6 0 0,3 6 0 16,0 0 0-16,0 0 0 0,0 0 0 16,0 0 0-16,0 0 0 0,0 0 0 0,25 17 0 15,-13-11 0-15,2-2 0 0,-3-2 0 16,5-1 0-16,-3 0 0 0,1 3 0 15,-1 0 0-15,0 1 0 0,2 1 0 0,-2 7 0 16,3-1 0-16,-1 1 0 16,-3 3 0-16,3 8 0 0,0 1 0 0,-4-4 0 0,3 3 0 15,-3-4 0-15,1-2 0 0,0-1 0 16,-5-3 0-16,0-2 0 0,3 0 0 16,-2-3 0-16,-3-1 0 0,3-2-166 15,-5-2-230-15,6-2-111 0,-9-2-114 0,13-2-150 16,-13 2-67-16,13-6 92 0,-5-1-664 15,1 0-862-15</inkml:trace>
  <inkml:trace contextRef="#ctx0" brushRef="#br0" timeOffset="42537.9">24049 3387 3817 0,'0'0'-4'0,"0"0"54"0,-4 9 45 0,4-9 27 0,0 0 38 0,0 7 22 0,0-7 20 0,0 0 6 0,8 7-7 15,-8-7-17-15,15 3-13 0,-15-3-15 16,22 0-19-16,-11 0-15 0,-11 0-11 16,19-4-8-16,-8 0-10 0,0 2-8 0,-11 2 5 15,18-7 2-15,-13 2-18 0,1 1 10 16,-2-3 13-16,-2-2 4 0,-2 0 17 0,0-1-15 16,-2-4-9-16,-6-5-3 0,3-1-5 15,-4-9 3-15,-2 5-8 0,-2-5-3 0,4 10 3 16,1 1 10-16,1 5-7 0,1 1-12 15,0 1-9-15,3 5-10 0,-2-2-9 0,5 8-4 16,-5-8-4-16,5 8-5 16,-10-4-5-16,10 4 2 0,0 0-2 0,0 0-6 15,0 0 3-15,0 0-23 0,0 0 0 16,0 0 0-16,38-8 0 0,-15 3 0 0,2 0 0 16,0 0 0-16,1 1 0 0,-1 1 0 15,-4 3 0-15,1 1 0 0,-2 5 0 0,-3 2 0 16,0 5 0-16,-1 1 0 0,-5 3 0 15,5 7 0-15,-5-3 0 0,-4 0 0 0,-1 0 0 16,0-1 0-16,-2-1 0 0,1 2 0 16,-1-6 0-16,0 0 0 0,0-2 0 15,0-3 0-15,-2 2 0 0,1-4 0 0,-1 1 0 16,4-1 0-16,-2-3-103 16,-3-1-587-16,-1-4-173 0,12 2-62 0,-12-2 109 15,0 0-814-15,17-4-1070 0</inkml:trace>
  <inkml:trace contextRef="#ctx0" brushRef="#br0" timeOffset="42887.8">24659 3188 4688 0,'0'0'-28'0,"0"0"39"0,0 0 52 0,0 0 40 0,0 0 32 0,0 0 7 0,17 12 1 16,-17-12-7-16,0 0-7 0,22-2-14 15,-22 2-10-15,13-2-6 0,-13 2-15 16,12-8-8-16,-3 5-4 0,-4-3-12 16,1 0-2-16,-6 6-7 0,5-11-1 0,-3 4-8 15,-2 7-3-15,0-9-4 0,0 9 9 16,0 0 3-16,0 0 15 0,-18-2 17 0,18 2 26 16,-21 15 31-16,8-1 18 0,-3 1 14 15,5 3 3-15,-1-3-5 0,3 5-14 16,-1-3 3-16,5-2-8 0,-4 0-9 0,6-1-79 15,-1-2-59-15,0 0 0 16,4-3 0-16,0-1 0 0,0 1 0 0,0-9 0 0,6 12 0 16,-2-9 0-16,-4-3 0 15,14 4 0-15,-14-4-160 0,18 0-313 0,-6 0-126 16,-1-4-165-16,-2-3-120 0,3 4 98 16,-2 1-753-16,-1-1-983 0</inkml:trace>
  <inkml:trace contextRef="#ctx0" brushRef="#br0" timeOffset="43340.23">24804 3417 4469 0,'-8'5'-1'0,"8"-5"43"0,-3 5 40 0,3-5 41 16,0 0 22-16,0 0 5 0,0 0-10 0,0 0-17 16,0 0-10-16,0 0-8 15,0 0-11-15,0 0-13 0,30-18-7 0,-20 9-6 16,1-2-10-16,2-2-6 0,0-3-8 15,7-6-9-15,-4-3-6 0,2-6-2 16,0 1 0-16,-4-1-3 0,2 2-2 0,-1 4-3 16,-3 2 6-16,-5 9 11 0,1 0 12 15,-3-1 3-15,-1 7 4 0,-1-1 2 0,2 4-5 16,-5 5-1-16,6-10 6 0,-6 10 12 16,0 0 2-16,0 0 3 0,0 0-10 15,0 0-10-15,0 0-25 0,18 12 0 0,-11-6 3 16,0 2-5-16,0 6 23 0,3-3 24 15,2 3 32-15,-1 1 14 0,3 3 18 16,0 3 10-16,0-1 4 0,-5-1-1 0,1-2-4 16,-5-1-68-16,4 4-79 0,-8-3 0 15,-1-2 0-15,0-3 0 0,0 2 0 0,-1-2 0 16,-1 0 0-16,-1-2 0 0,-3-1 0 16,3 1 0-16,-5-3 0 0,3 0 0 15,-5-3 0-15,0 0 0 0,3-4 0 0,7 0 0 16,-23 0 0-16,12-6 0 0,-3-1 0 15,5 0-192-15,-4-2-492 0,3-8-218 16,0 2-4-16,3 1 107 0,-1-1-802 16,4 1-1042-16</inkml:trace>
  <inkml:trace contextRef="#ctx0" brushRef="#br0" timeOffset="43655.88">25208 2573 4675 0,'-15'0'13'0,"1"3"25"0,7 5 33 0,-1 2 46 0,4 5 46 0,1 7 49 0,1 5 44 0,6 14 18 0,1 12 5 0,4 2-5 15,3 3-8-15,1 6-11 0,-2 1-11 16,0-2-17-16,-2 0-16 0,-4-1-12 0,4-2-17 15,-6-3-15-15,-1-11-99 0,2 0-68 16,-2-3 0-16,-2-4 0 0,0-7 0 0,0-7 0 16,-2-6 0-16,2-2 0 0,-6-1 0 15,8-3-192-15,-2-2-167 0,0-4-109 0,2-2-97 16,-2-5-129-16,0 0-138 0,0 0 69 16,0 0-706-16,0 0-916 0</inkml:trace>
  <inkml:trace contextRef="#ctx0" brushRef="#br0" timeOffset="43904.89">25263 3139 4156 0,'2'-9'78'0,"0"-3"30"0,0 4 16 0,2 1 34 15,2 2 44-15,-1 0 30 0,-5 5 13 16,13-6-5-16,-3 3 0 0,-10 3-14 0,17-2-12 16,-17 2-9-16,19 7-23 0,-8 2 0 15,-2-2-7-15,-2 1-9 0,1 1-7 16,-1 1-5-16,-2 0-7 0,-3-1-10 0,5-1-12 15,-5 0-7-15,-2 0-12 0,2 1-10 16,-2-9-80-16,0 12-16 0,0-6 0 0,0-6 0 16,-4 8 0-16,4-8 0 15,0 0 0-15,-9 2-242 0,9-2-126 0,0 0-124 16,-5-20-145-16,7 10-182 0,1-7-11 16,8 1 89-16,2 1-641 0,-1 3-834 0</inkml:trace>
  <inkml:trace contextRef="#ctx0" brushRef="#br0" timeOffset="44221.68">25576 3142 3779 0,'0'0'26'0,"0"7"64"16,0-7 43-16,9 6 50 0,-9-6 39 15,12 1 28-15,-12-1 2 0,0 0-1 0,21 0-22 16,-21 0-11-16,21 0-34 0,-21 0-13 16,18-1-13-16,-4-1-22 0,-4 0-11 15,1-2-10-15,-1 3-8 0,-3-3-23 0,2 0-16 16,2-4-15-16,-4 3-5 0,-3-3-8 15,-1 4-3-15,-1-6-2 0,-2 10-3 0,-2-14-8 16,1 7-2-16,1 7-4 0,-11-10 3 16,2 9 16-16,9 1 8 0,0 0 18 0,-30 11 15 15,17-2 16-15,-1 5-3 16,-3 8 20-16,3 2 10 0,1 2 6 0,2-3 2 16,3-4-8-16,3 3-58 0,3-5-63 0,0 0 0 15,2 0 0-15,2 0 0 0,1-3 0 16,3 0 0-16,2-4 0 0,3-4 0 15,5 0-32-15,1-3-269 0,-2-3-88 0,6 0-98 16,4-3-102-16,7-7-100 0,0-1-137 16,2-4 75-16,2 1-653 0,-2-6-855 15</inkml:trace>
  <inkml:trace contextRef="#ctx0" brushRef="#br0" timeOffset="44437.42">26172 3014 3597 0,'-2'-10'-19'15,"0"1"84"-15,-1 2 46 0,3 7 39 16,-10-5 47-16,10 5 47 0,0 0 52 15,-24 9 28-15,10-2 11 0,1 6-10 0,-1-1-16 16,-5 11-24-16,2 2-32 0,2 3-23 16,1 2-24-16,1-1-22 0,4 0-19 15,1 0-13-15,0-2-24 0,5-7-35 16,-1-2-31-16,0-1-44 0,4-3-52 0,-2-1-58 16,6-2-61-16,0-1-65 0,1-2-82 15,3-3-106-15,2-3-108 0,1-2-124 0,5-3-149 16,0-1 74-16,6-6-598 0,3-5-769 15</inkml:trace>
  <inkml:trace contextRef="#ctx0" brushRef="#br0" timeOffset="44988.83">26529 2654 3404 0,'0'-31'12'0,"-2"4"86"0,-4 2 59 16,4 1 51-16,-2 4 53 0,0 3 63 0,0 0 48 0,-1 0 21 15,1 3 7-15,2 2-4 16,-1 1-8-16,1 3-24 0,0 0-35 0,-3 1-29 15,5 7-34-15,0 0-22 0,0 0-1 16,0 0-211-16,-2 31-32 0,1 6 0 0,1 6 0 16,-2 3 0-16,0 15 0 0,0-1 0 15,0 3 0-15,2 0 0 0,6 5 0 16,2-4 0-16,1-4 0 0,1-6 0 16,2-4 0-16,-5-13 0 0,0-5 0 0,-1-5 0 15,-2-9 0-15,-1 0 0 0,2-7 0 16,-3 0 0-16,1-3 0 0,-3-1 0 15,2-5 0-15,-2-2 0 0,0 0-222 0,0 0-99 16,0 0 4-16,0 0-6 0,4-27 6 16,-8 13 30-16,1-7 22 0,-3-4 24 0,1 4 30 15,0-12 28-15,-1 9 48 0,1 5 52 16,-1 4 40-16,3 3 34 0,-6-2 32 0,6 4 24 16,-5 1 24-16,3 3 33 0,3-1 17 15,-2 3 16-15,4 4 15 0,-5-7-9 0,5 7 4 16,0 0 0-16,0 0 4 15,11-7 1-15,-4 2-8 0,0 2-13 0,7-2-11 16,3 0-12-16,-1-2-10 0,2 0-5 16,3-1-7-16,-1 2-1 0,-4-1 1 0,2 4-1 15,-1-1 1-15,-4 2 6 0,0 2 10 16,1 2 16-16,-3 4 10 0,0 2-128 0,1 3 0 16,-6 1 0-16,-1 6 0 0,3 1 0 15,-5 0 0-15,-1 2 0 0,-2-3 0 0,0 3 0 16,0-1 0-16,0 1 0 0,-2-2 0 15,-1-4 0-15,-1 3 0 0,0-4 0 0,4-1 0 16,-1-1-76-16,1-1-412 16,-2-3-101-16,0-4-130 0,2-4-165 0,0 8 83 15,0-8-775-15,0 0-1018 0</inkml:trace>
  <inkml:trace contextRef="#ctx0" brushRef="#br0" timeOffset="45154.67">26837 2988 4315 0,'-7'-22'17'0,"1"2"59"0,3 4 48 0,0 0 47 0,-3 2 51 0,1 2 39 0,1-3 13 0,0 1-11 0,-1 2-29 0,1 3-28 16,-1 1-65-16,2-4-87 0,-1 6-98 0,2-1-103 15,0 2-122-15,2 5-124 0,-1-7-152 16,1 7-206-16,0 0 70 0,0 0 71 0,0 0-383 16,0 0-468-16</inkml:trace>
  <inkml:trace contextRef="#ctx0" brushRef="#br0" timeOffset="45438.2">26823 2939 2900 0,'0'7'117'0,"0"-7"55"0,0 0 51 15,0 17 54-15,1-8 45 0,-1-1 49 0,0 0 19 16,4 6 0-16,-2 0-10 0,2 0-20 16,-3-1-24-16,1 3-26 0,2-1-31 0,0 2-23 15,-3-3-22-15,1-2-24 0,3 1-11 16,-3-1-22-16,0-5-10 0,-2 3-46 0,2-4-121 15,-1 0 0-15,-1-6 0 0,2 13 0 16,-2-13 0-16,2 8 0 0,-2-8 0 16,0 0 0-16,0 0 0 0,6 4 0 15,-6-4 0-15,0 0 0 0,15-25 0 16,-5 10 0-16,-1-3 0 0,5-13 0 0,4 0 0 16,3-8 0-16,1-3 0 0,-8 11 0 15,4 4 0-15,-7 7 0 0,1 3-25 0,-6 5-739 16,-3 0-219-16,-1 7 86 0,0-1 89 15,-2 6-795-15,0 0-1044 0</inkml:trace>
  <inkml:trace contextRef="#ctx0" brushRef="#br0" timeOffset="45869.77">27276 2946 4173 0,'0'0'14'0,"-8"6"61"0,8-6 19 15,-6 6 16-15,6-6 40 0,-5 5 41 16,5-5 35-16,0 0 10 0,0 0-10 0,-4 9-14 16,4-9-18-16,0 0-19 0,0 0-16 15,0 0-19-15,0 0-6 0,0 0-24 0,34-14-11 16,-25 6-9-16,3 2-10 16,0-4-17-16,-1 1 0 0,2-5-5 0,-1 3-1 15,-3 1-1-15,-1 0 15 0,-1 1 4 16,-3 3 2-16,-2 0-3 0,-2 6 0 0,0 0 7 15,-9-12 21-15,9 12 32 0,0 0 32 16,-33 16-14-16,10 1-152 0,4 3 0 0,-1 3 0 16,-2 0 0-16,8 4 0 0,0-1 0 15,1-1 0-15,4-2 0 0,6-1 0 0,-1-3 0 16,2-2 0-16,4-2 0 0,0-1 0 16,2-1 0-16,-1 2 0 0,8-4 0 15,-2-2 0-15,2-3 0 0,3 2 0 16,-5-4 0-16,1 1 0 0,-3-4 0 0,-7-1 0 15,17 4 0-15,-10-4 0 0,-7 0 0 0,11 2 0 16,-11-2 0-16,0 0 0 0,0 0 0 16,7-7 0-16,-7 7-724 0,0 0-271 15,-15-14 98-15,7 7-999 0,-3-2-1319 16</inkml:trace>
  <inkml:trace contextRef="#ctx0" brushRef="#br0" timeOffset="48971.36">28006 3113 3360 0,'0'7'230'0,"2"3"71"0,0-6-14 0,-2-4-20 0,3 8-4 0,-3-8-3 0,6 7-7 0,-6-7 9 16,2 6-11-16,-2-6 4 0,0 0-8 0,11 4-17 15,-11-4-21-15,0 0-17 0,0 0-19 16,21-13-16-16,-14 6-17 0,2 0-11 16,-6-1-14-16,5-3-12 0,-3-2-14 0,3-3-8 15,-4 1-10-15,4-6-7 0,-5-1-8 16,-1 0-4-16,2-2-6 0,0 2-7 0,-2 3-30 16,-1-1-9-16,-1 3 0 15,5 3 0-15,-3 4 0 0,-2 1 0 0,4-1 0 0,-4 4 0 16,0 6 0-16,0 0 0 15,0 0 0-15,0 0 0 0,7 20 0 0,-3-3 0 16,-3 1 0-16,1 4 0 0,2 0 0 16,0-1 0-16,-1 3 0 0,2 0 0 0,-1 0 0 15,1-5 0-15,1 1 0 0,1-1 0 16,2-4 0-16,-4-3 0 0,2 0 0 0,-1-3 0 16,2-1 0-16,2-4 0 0,-1 0 0 15,-9-4 0-15,17-2 0 0,-6-4-17 0,3 0-77 16,-3-3-13-16,4-3 5 0,-1-2 0 15,-1-1 12-15,1-1 8 0,-3 0 6 16,1-2 10-16,-5 7 8 0,3-1 8 0,-3 3 6 16,-1 0-4-16,0 4 1 15,-6 5 8-15,5-3 15 0,-5 3 7 0,0 0 11 16,8 15 0-16,-6-8 9 0,0 5 9 16,-2 0 2-16,1 2-7 0,-1 0 5 0,2-1-8 15,1 1-1-15,-3-1-12 0,0-1-23 16,0-3-40-16,2-1-56 0,0 1-60 0,-2-2-66 15,0 1-65-15,0-8-82 0,3 4-96 16,-3-4-105-16,0 0-124 0,0 0 57 0,35-12-445 16,-21 2-582-16</inkml:trace>
  <inkml:trace contextRef="#ctx0" brushRef="#br0" timeOffset="49336.25">28715 2908 3072 0,'3'-12'60'0,"-1"1"35"15,-2 2 51-15,0 4 30 0,0 5 35 0,0-9 26 0,0 9 11 0,0 0 0 0,-4-11-10 0,4 11-21 0,0 0-21 0,-11-4 0 16,11 4 1-16,0 0-2 0,-21 15 2 16,12-6-12-16,-1 2-1 0,-1 3-10 0,-1 1-8 15,0 1-6-15,5 0-20 0,2-1-10 16,-4 4-13-16,5-4-13 0,1 0-9 0,3-1-6 16,2 0-7-16,-1 1-9 15,6 1-5-15,0-3-3 0,3 4-6 0,-1 0-2 16,3 0-1-16,-1-3 5 0,-4-2 9 0,5 3 10 15,-4-2-33-15,-1 1-47 16,0-2 0-16,-4-3 0 0,3 2 0 0,-2 0 0 16,-3-2 0-16,-1 0 0 0,0 0 0 15,0-9 0-15,-3 15 0 0,-1-9 0 0,-2 4 0 16,-4-3 0-16,-3 0 0 0,-1-1 0 16,3-2 0-16,-2 1 0 0,-2 0 0 0,0-3 0 15,1-2 0-15,-1-2 0 0,3-1 0 16,1-4-123-16,-1-3-418 0,5-9-63 0,3-5-81 15,4-2-112-15,2-10-13 0,5-1 82 16,5-2-600-16,7-2-783 0</inkml:trace>
  <inkml:trace contextRef="#ctx0" brushRef="#br0" timeOffset="49519.32">28722 2873 3506 0,'9'-14'5'0,"-1"4"78"0,0 3 60 0,-3-3 47 16,1 5 37-16,-1 2 28 0,-5 3 7 15,7-7-9-15,-7 7 24 0,0 0 16 0,0 0-9 16,18 22-17-16,-9-6-19 0,-4 2-26 15,1 5-19-15,-4-2-21 0,0 6-19 0,-2-3-13 16,0 2-39-16,0 1-49 0,-4-3-73 16,2-2-76-16,0 0-66 0,-2 2-74 0,3-7-83 15,1-1-88-15,-4-3-82 16,1-1-104-16,-1-4-162 0,3-3 45 16,-1-1-554-16,2-4-715 0</inkml:trace>
  <inkml:trace contextRef="#ctx0" brushRef="#br0" timeOffset="49671.37">28937 2718 3396 0,'0'-17'8'0,"-4"5"32"15,3 0 13-15,-1 7-7 0,0-3-3 16,0 2-7-16,-2 0-16 0,4 6-44 0,-7-6-58 16,7 6-62-16,0 0-83 15,-10 0-91-15,10 0-128 0,0 0-67 0,-15 14-129 16,11-6-140-16</inkml:trace>
  <inkml:trace contextRef="#ctx0" brushRef="#br0" timeOffset="50270.43">28846 2935 1972 0,'0'11'125'15,"3"-3"26"-15,4 1 23 0,-2-2 33 0,-1 0 26 16,2 1 18-16,-1-1 11 0,4 2 6 16,-4-1 1-16,1-1-34 0,-1 1-16 15,1 1-17-15,-1 0-14 0,2-1-8 0,-4-1-9 16,1 0-14-16,0 0-10 15,-4-7-12-15,3 10-12 0,3-4 1 0,-6-6 10 0,7 8 27 16,-7-8 23-16,5 3 7 16,-5-3-7-16,0 0-10 0,0 0-20 0,17-17-13 15,-7 3-10-15,1-1-9 0,2 0-5 16,1-1-4-16,-3 2-7 0,3 1-5 0,-5 2-6 16,0 5-12-16,-3-1-11 0,2 3-6 15,-8 4 3-15,0 0-69 0,0 0 0 16,25 11 0-16,-20-3 0 0,3 2 0 0,-3-1 0 15,3 3 0-15,-4 0 0 0,4-3 0 16,-5 1 0-16,3 0 0 0,0-3 0 0,-1 3 0 16,0-5 0-16,-2 0 0 15,-3-5 0-15,13 7 0 0,-13-7 0 0,16 0 0 0,-16 0 0 16,19-4 0-16,-9-2 0 16,3-3 0-16,-2 1 0 0,1-3 0 0,1 0 0 15,1-1 0-15,-3-2 0 0,0 4 0 16,-1-1 0-16,-5 3 0 0,3 1 0 0,-3 2 0 15,4 0 0-15,-9 5 0 0,0 0 0 16,0 0 0-16,0 0 0 0,13 19 0 16,-13-6 0-16,1 1 0 0,3 10 0 0,2 10 0 15,4 5 0-15,3 7 0 0,1-9 0 16,-3 1 0-16,2-6 0 0,-5-1 0 16,-2-5 0-16,-1-6 0 0,-3-3 0 15,-2-3 0-15,0 3 0 0,-4 1 0 0,-1-5 0 0,-1 3 0 16,-6-4 0-16,-3-3 0 15,1 3 0-15,0-6 0 0,-4 0 0 0,0-4 0 16,-4 1 0-16,-4-3 0 0,-1 0 0 16,-11-5 0-16,4-1 0 0,-2 0 0 0,2-2 0 15,7 1 0-15,0 2 0 0,6-1 0 16,-4-1-709-16,2-1-300 0,1 3 101 0,-2 0-985 16,5 2-1315-16</inkml:trace>
  <inkml:trace contextRef="#ctx0" brushRef="#br0" timeOffset="51535.35">21875 4398 4985 0,'0'0'-149'0,"10"-2"47"0,-10 2 31 0,0 0 24 0,9-1 35 0,-9 1 38 0,7 5 39 0,0 0 28 16,-2 2 23-16,1 3 12 0,-1 2 20 0,1 3 8 16,-2 2 9-16,-2 4 15 0,0-1 6 15,-2 1 12-15,0 4-12 0,-4-4-11 16,4 1-9-16,-6-5 0 0,2 0-4 16,-1-2-3-16,-1-1 3 0,1-2-1 0,-4-2-2 15,6-2-8-15,-7-1-14 0,3-3-14 16,7-4-9-16,-19 0-9 0,8-5-105 15,-3-2 0-15,1-6 0 0,-9-8 0 0,11 3 0 16,-1 3 0-16,3-3 0 0,4 5 0 16,-1 1 0-16,2 1 0 0,3-1 0 0,-2 2 0 15,3 1 0-15,4 1 0 16,2 1 0-16,1 2 0 0,2 1 0 0,-9 4 0 16,25 2 0-16,-5 2 0 0,0 2 0 15,1 0 0-15,-1 2 0 0,-4 1 0 0,4 1 0 16,-4-2 0-16,-4 1 0 0,0-1 0 15,0-4 0-15,-3 2 0 0,-4-2 0 0,-5-4 0 16,16 4 0-16,-9-3 0 0,-7-1 0 16,0 0 0-16,0 0 0 0,22-5 0 0,-19-5 0 15,1 0 0-15,0-1 0 0,-1-5 0 16,1 2 0-16,0 3 0 0,1-1 0 0,-4 4 0 16,1 1 0-16,0 1 0 0,-2 6 0 15,6-8 0-15,-6 8 0 0,0 0 0 0,0 0 0 16,30 14 0-16,-17-5 0 0,1-1 0 15,2 3 0-15,4-2 0 0,-1-2 0 16,0-1 0-16,-2 0 0 0,2-4 0 16,-2 0 0-16,-2-2 0 0,3-2 0 0,-3-3 0 15,0 0 0-15,1-2 0 0,-3-3 0 16,-2 0 0-16,1-2 0 0,-3 2 0 16,0-1 0-16,0 3 0 0,-4-1 0 0,1 2 0 15,-3 0 0-15,-3 7 0 0,8-8 0 16,-8 8 0-16,6-4 0 0,-6 4 0 0,0 0 0 15,13 12 0-15,-7-5 0 0,-3 2 0 16,1-1 0-16,5 1 0 0,-6 0 0 0,5 1 0 16,-3 0 0-16,5 0 0 15,-4 0 0-15,1 1 0 0,2-3 0 0,2 2-123 16,-2-4-431-16,0 1-73 0,3-1-87 16,3-2-129-16,-3-2 57 0,3 0-759 0,0-2-990 15</inkml:trace>
  <inkml:trace contextRef="#ctx0" brushRef="#br0" timeOffset="51770.26">22921 4311 3999 0,'4'-11'-11'0,"-2"4"66"0,-1 0 19 0,-1 7 4 0,-1-8 18 0,1 8 34 0,0 0 39 0,0 0 22 16,-10 43 12-16,1-7 15 0,-1 15-5 15,1 4 5-15,-2 7-20 0,-1 1-8 0,1 3-28 0,1-2 1 16,-4 0-17-16,7-1-18 15,2-1-36-15,-6-7-48 0,6-12-38 0,-1-4-32 16,3-5-36-16,1-3-26 0,0-10-28 16,-2-4-23-16,4-3-27 0,-2-2-32 0,2-6-37 15,-1 1-32-15,1-7-20 0,-5 4-33 16,5-4-23-16,0 0-29 0,-9-20-50 0,1 0-78 16,-2-9-67-16,-1-7-336 0,-6-8-384 15</inkml:trace>
  <inkml:trace contextRef="#ctx0" brushRef="#br0" timeOffset="51952.54">22580 4449 2539 0,'-4'-22'98'0,"3"3"59"0,-3 6 36 0,1 1 22 16,1 3 2-16,0 2-9 0,2 0-11 15,0 7 2-15,0 0 10 0,7-6 3 0,-7 6-13 16,0 0-17-16,20 13-15 0,-10-3-20 16,2 2-17-16,0 2-14 0,0 1-23 0,1-1-61 15,1 3-62-15,-1 0-73 0,0-1-100 16,1-1-102-16,-5 0-118 0,5-1-199 15,-1 1-9-15,-4-3 67 0,3 2-330 0,-3-5-377 16</inkml:trace>
  <inkml:trace contextRef="#ctx0" brushRef="#br0" timeOffset="52286.76">23597 4013 2882 0,'-2'-12'287'0,"1"4"11"16,-3 2 13-16,4 6 4 0,-2-7 2 16,2 7-25-16,0 0-43 0,0 0 14 15,0 0 30-15,7 21 16 0,6 12-1 0,-4 7-11 0,4 13-24 16,1 5-16-16,-3 4-23 15,2 4-20-15,-1 2-20 0,-3-1-19 0,1-4-18 16,-5 0-18-16,3-4-36 0,-4-4-79 16,-1-14-24-16,-1-4 0 0,1-6-64 15,-3-7-77-15,0-4-50 0,0 0-63 0,0-7-62 16,-3 1-80-16,1-3-82 0,0-6-84 16,1 0-81-16,1-5-109 0,0 0 59 0,0 0-566 15,0 0-719-15</inkml:trace>
  <inkml:trace contextRef="#ctx0" brushRef="#br0" timeOffset="52518.19">23692 4367 3369 0,'0'-15'32'0,"0"5"66"15,0 0 31-15,0 3 19 0,0 7 10 0,-1-9 10 16,1 9 21-16,0 0 17 0,8-5 5 16,-8 5 0-16,0 0-12 0,0 0-13 15,30 14-17-15,-20-9-6 0,1 4-19 0,-3 2-9 16,1-1-18-16,-1 1-5 0,-3 1-8 15,0 0-12-15,-3-1-10 0,-2 1-17 0,0 1-21 16,-5-2-31-16,1 1-49 16,1 0-51-16,-3-5-58 0,-1 2-79 0,-1-4-100 15,2-1-83-15,-1-3-124 0,7-1-182 0,0 0 52 16,-17-7 72-16,10-1-373 0,4-3-439 16</inkml:trace>
  <inkml:trace contextRef="#ctx0" brushRef="#br0" timeOffset="52986.03">23866 4334 2917 0,'0'0'140'0,"16"-2"17"15,-16 2 33-15,0 0 21 0,16 4 12 0,-16-4 2 16,14 6-8-16,-4-2-14 0,-3 0-12 16,3 1-16-16,1 0-24 0,0 0-10 15,1 1-11-15,-1-2-16 0,0 0-8 16,0 1-12-16,-2-1-11 0,-2-1-5 0,-7-3-12 15,16 5-1-15,-9-3-2 0,-7-2 5 16,11 2 14-16,-11-2 14 0,0 0 31 0,0 0-14 16,0 0 1-16,0 0-2 0,0 0-7 15,0 0 1-15,-18-19-8 0,11 12-4 16,-4-2-7-16,0-1-9 0,0-3-4 0,-1 3 1 16,1 3-3-16,4-5-8 0,-2 6-4 15,2-1-9-15,0 0-7 0,7 7-10 0,-11-9 3 16,10 5-13-16,1 4-8 0,-8-8-8 15,8 8 3-15,2-8-5 0,-2 8 1 16,12-14-7-16,-1 7 13 0,7 2-9 16,-3 0 2-16,0 0-1 0,2 5-4 0,0 1 5 15,-2 3-4-15,5 5 1 0,-6 2 14 16,8 8 10-16,-8 5 0 0,4-1 7 0,-9 4 4 16,1-2-4-16,0 4-2 0,-3 0-4 15,-1-5-3-15,-2-2-3 0,2-1-3 0,-3-1-18 16,3 0-21-16,0-3-33 0,-5-3-52 15,6-1-61-15,-3-3-65 0,-1 0-73 0,1-3-92 16,1-3-103-16,-5-4-119 0,6 2-157 16,-6-2 26-16,0 0 91 0,16-14-557 15,-13 3-679-15</inkml:trace>
  <inkml:trace contextRef="#ctx0" brushRef="#br0" timeOffset="53185.11">24463 4137 3503 0,'4'-3'107'0,"-4"3"55"0,0 0 30 0,0 0 33 0,9 20 28 0,-5-8 13 0,-3 4 5 0,4 1-9 16,-1 5-22-16,1 10-18 0,1-7-26 15,-1-2-19-15,-1 1-28 0,1 1-52 0,-2-1-59 16,-3-2-62-16,2 2-77 0,2-2-69 16,-2-3-84-16,0-2-88 0,-1 0-76 15,-1-5-101-15,2-1-124 0,0-3 6 16,2-2-469-16,-4-6-576 0</inkml:trace>
  <inkml:trace contextRef="#ctx0" brushRef="#br0" timeOffset="53318.11">24639 4286 2926 0,'1'-31'19'0,"-1"1"57"15,2 2 44-15,-4 2 28 0,2 3 27 16,-1 0 16-16,-1 4 1 0,0 4-17 0,-1 1-13 16,-1 4-18-16,2-2-31 0,2 3-43 15,-1 2-68-15,-3 2-96 0,4 5-109 0,-6-6-130 16,6 6-189-16,-7-3-60 0,7 3 55 15,0 0-239-15,0 0-256 0</inkml:trace>
  <inkml:trace contextRef="#ctx0" brushRef="#br0" timeOffset="53651.95">24806 4301 2490 0,'-2'12'260'0,"0"0"22"0,2-1 21 16,0 1 20-16,0 0 21 0,0 2 16 0,2 0-4 15,0 1-19-15,1 2-16 0,3-3-31 16,0 0-22-16,4-1-31 0,-3-1-23 16,3 0-20-16,1-2-20 0,0-6-11 0,1 1-19 15,1-3-15-15,1-1-12 0,-14-1-12 16,22-5-9-16,-10 2-16 0,-1-4-7 16,-1-2-5-16,0 1-7 0,-5-4-3 15,3 0-6-15,-6-4-1 0,-1 1-8 0,-1-5-6 16,-1-3-5-16,-5 0-1 0,-1-10-6 15,-3 4-4-15,-2 1-1 0,5 6-1 0,0 6-6 16,-2 4-13-16,2-2 0 0,0 6 0 16,-1 5-16-16,8 3-20 0,-17 2-25 0,17-2-47 15,-22 6-47-15,11 3-54 16,2 1-74-16,-1 0-92 0,3 2-110 0,-1-1-147 0,4-3-191 16,1-1 75-16,3 0 81 15,0-7-555-15,3 11-685 0</inkml:trace>
  <inkml:trace contextRef="#ctx0" brushRef="#br0" timeOffset="54118.23">25261 4478 3522 0,'0'0'120'0,"6"4"38"0,-6-4 18 0,0 0 25 15,0 0 12-15,0 0 1 0,0 0-7 16,19-9-12-16,-12 4-11 0,-1 0-25 15,1-2-10-15,-2-1-2 0,1-1-18 0,-5-3-5 16,5-3-9-16,-4-2-8 16,-4-1-3-16,0-5 6 0,-2-1 27 0,-1-10 3 15,-2-1 6-15,-2 2 5 0,5 7 7 16,-1 6 12-16,-2 0 13 0,3 4 3 0,0 2-1 16,1 2-6-16,0 4-9 0,1-1-118 15,0 0-52-15,0 3 0 0,2 6 0 0,0 0 0 16,-4-9 0-16,4 9 0 0,0 0 0 15,0 0 0-15,0 0 0 0,0 0 0 0,0 0 0 16,0 0 0-16,35 4 0 16,-20-4 0-16,-2 0 0 0,5 1 0 0,-2 0 0 15,8 5 0-15,-3-1 0 0,-3 5 0 16,7 4 0-16,0 3 0 0,-4 4 0 0,0 1 0 0,-6-3 0 16,-2-2 0-16,3 8 0 15,-3-7 0-15,-3-1 0 0,-1-3 0 0,1-1 0 16,-3 0 0-16,0-4 0 0,-2-2 0 15,1 3 0-15,-3-4 0 0,3 0 0 0,-4 0 0 16,1-2 0-16,-3-4 0 0,7 4-489 16,-7-4-373-16,0 0-71 0,0 0 98 0,0 0-890 15,-12 7-1158-15</inkml:trace>
  <inkml:trace contextRef="#ctx0" brushRef="#br0" timeOffset="54954.83">26529 4016 4954 0,'-4'-15'-52'0,"0"6"57"0,2 1 48 0,1 0 45 0,1 8 38 0,-3-10 31 0,3 10 25 15,-2-6-1-15,2 6 21 0,0 0 43 0,0 0 34 16,2 33 10-16,2 4-5 16,-2 0-14-16,2 8-18 0,-2-1-22 0,2 13-20 15,-3-11-124-15,3-4-96 0,-2 2 0 16,0-1 0-16,-2-6 0 0,2-6 0 0,-4-7 0 16,0 0 0-16,0-4 0 0,-2-3 0 15,3-3 0-15,-1-2 0 0,2-3-50 0,-2-1-361 16,0-6-72-16,2-2-45 0,0 0-33 15,0 0-24-15,0 0-15 0,2-25-28 0,2 9-17 16,-3-5-613-16,5-1-720 0</inkml:trace>
  <inkml:trace contextRef="#ctx0" brushRef="#br0" timeOffset="55117.85">26565 4383 3335 0,'2'-18'-15'0,"-1"7"71"0,1-4 64 0,-2 6 48 16,4 0 35-16,-2 1 25 16,2-4 29-16,0-3 11 0,2 1 13 0,1-3 7 15,7-9-13-15,1 4-27 0,0-3-26 16,2 1-21-16,1-4-26 0,0 3-29 0,0-3-79 15,-4 3-74-15,2 1-67 0,-5 6-74 16,-2 3-88-16,-4 1-94 0,-1 7-70 0,-2 0-92 16,-2 7-136-16,0 0-50 0,0 0 69 15,0 0-385-15,0 0-469 0</inkml:trace>
  <inkml:trace contextRef="#ctx0" brushRef="#br0" timeOffset="55302.94">26576 4231 2952 0,'6'4'146'15,"-6"-4"28"-15,13 8 40 0,-4-2 49 0,3 0 49 16,0-2 45-16,1 3 0 0,6 3 6 16,-2 0-6-16,8 4-25 0,-2-1-33 0,-4-3-30 15,0-3-23-15,-2 5-31 0,-1-6-37 16,-2 1-67-16,0-2-87 0,-3 0-99 0,-1 1-82 16,2-2-93-16,-5 0-99 0,0 0-106 15,-7-4-131-15,0 0-176 0,18-6 59 16,-18 6 72-16,7-6-458 0,-5 0-559 0</inkml:trace>
  <inkml:trace contextRef="#ctx0" brushRef="#br0" timeOffset="55967.68">26855 4177 3345 0,'0'-6'177'0,"0"6"22"0,0 0 40 0,0 0 46 16,0 0 27-16,0 0 34 0,0 0 10 0,22 26 3 15,-16-12-9-15,6 3-17 0,-3 0-23 16,1 2-19-16,-1-1-24 0,0 0-17 15,2 1-17-15,-6 0-16 0,1-2-20 0,-3-1-72 16,-3 1-125-16,4-2 0 0,-4-4 0 16,-2 2 0-16,2-5 0 0,-2 3 0 0,2-11 0 15,0 10 0-15,0-10 0 16,0 0 0-16,0 0 0 0,0 0 0 0,0 0 0 0,0 0 0 16,4-31 0-16,0 11 0 15,6-11 0-15,-1 2 0 0,0 7 0 0,2 2 0 16,-4 7 0-16,-2-1 0 0,5 2 0 15,-5 5 0-15,4 3 0 0,-9 4 0 0,12-3 0 16,-12 3 0-16,0 0 0 0,22 13 0 16,-17-6 0-16,5 3 0 0,-2 0 0 0,-1-4 0 15,2 5 0-15,-1-5 0 16,0 2 0-16,0 1 0 0,-1-3-159 0,-2 0-111 0,4-2-22 16,-4 2-25-16,-5-6-30 0,10 3-23 15,-10-3-9-15,9 0 9 0,-9 0 20 16,10-7 18-16,-4 1 30 0,-3 2 32 15,1-4 48-15,0 3 54 0,-1 1 60 16,2-1 53-16,-5 5 51 0,4-7 41 0,-4 7 56 16,0 0 53-16,0 0 32 0,0 0 22 15,0 0 18-15,0 0 24 0,9 16-21 0,-9-16 11 16,2 14-9-16,1-7-9 0,1 4-22 16,4-4-14-16,-4 0-19 0,5 1-13 0,-1-3-15 15,2 0-8-15,3-3-14 0,3 0-11 16,-3-2-8-16,6-4-15 0,-2-1-4 0,4-2-11 15,-3-2-5-15,2 0-11 16,-5-4-2-16,2-1-9 0,-1 3-4 0,-3-3 2 0,-6-1-3 16,0-5 0-16,-6 5 5 15,-1-4 0-15,-3 1 0 0,-6-3 5 0,4 0-1 16,-3 3-6-16,-2 0-4 0,1 3-3 16,3 2-8-16,-5 5-10 0,-3 2-24 0,3 2-20 15,-1 4-53-15,12 0-43 0,-25 4-54 16,11 4-72-16,1 1-94 0,1 1-119 15,-1 2-155-15,-1 0-175 0,3 0 73 0,3-2 78 16,-2 0-542-16,7-1-659 16</inkml:trace>
  <inkml:trace contextRef="#ctx0" brushRef="#br0" timeOffset="56419.84">27672 4175 3701 0,'0'0'222'0,"-15"12"23"0,9-7 25 0,1 2 46 0,-4 0 17 0,4 3-7 0,-3 0-22 16,5 0-27-16,-1 3-29 0,-2-1-29 15,2 1-20-15,2-1-25 0,2 1-30 0,0-1-37 16,5 0-39-16,-4-3-34 0,5 1-24 16,0-2-14-16,-1-3-2 0,2-1-8 15,2-1 5-15,-9-3 2 0,15-2 2 16,-3-1-2-16,-3-2 19 0,2-2-11 0,1-4 30 15,-3 0 20-15,0-1 21 0,2 1 11 16,-2 1 15-16,-2 0 10 0,1 2 2 0,-2 2 1 16,0 1-3-16,-6 5 0 0,9-4 8 15,-9 4-79-15,0 0-37 0,0 0 0 0,23 10 0 16,-18-5 0-16,3 1 0 0,2 0 0 16,-3 0 0-16,4 0 0 0,3-2 0 0,-1 1 0 15,0-3 0-15,5 0 0 0,-3-2 0 16,2-2 0-16,3-2 0 0,-4 1 0 15,2-1 0-15,1-4 0 0,-2 2 0 0,-3-2 0 16,-2 1 0-16,0 1 0 0,-2 0 0 16,-1-6 0-16,-2 4 0 0,-1-3 0 15,0-4 0-15,-2 1 0 0,-2 1 0 16,0-3 0-16,-2-2 0 0,0 4 0 16,0-2 0-16,-2 1-347 0,0 1-177 0,-2-1-123 15,3 6-195-15,-4-1 7 0,-1 1 84 0,1 2-693 16,-3 0-893-16</inkml:trace>
  <inkml:trace contextRef="#ctx0" brushRef="#br0" timeOffset="56650.96">28121 3716 4323 0,'2'-13'115'0,"3"5"3"0,-1 2 17 16,-4 6 50-16,0 0 66 0,0 0 49 0,22 14 30 0,-12 4 5 0,-3 0-5 0,3 14-11 15,0-1-24-15,-7 6-26 0,1 1-22 16,0 1-25-16,-2 0-23 0,-1 1-15 0,3-3-150 16,-2-1-34-16,-2-6 0 0,2-4 0 15,-2-2 0-15,2-4 0 0,-2-1-194 0,0 0-135 16,-2 0-97-16,2-2-109 16,-2-4-139-16,0-1-162 0,-2-3 61 0,4 1-729 15,0-4-950-15</inkml:trace>
  <inkml:trace contextRef="#ctx0" brushRef="#br0" timeOffset="57033.7">28546 4036 4184 0,'0'0'80'0,"0"0"51"16,0 0 34-16,0 0 39 0,-16 24 29 0,8-19 53 16,4 1 1-16,-2 4 4 0,2-3-20 15,3-1-12-15,1-6-18 0,0 14-19 0,0-14-13 16,1 10-20-16,5-4-14 0,-6-6-17 15,8 5-16-15,-8-5-12 0,15 3-11 16,-15-3-11-16,0 0-12 0,25-8-85 16,-18 2-11-16,1 1 0 0,-2-2 0 15,2-1 0-15,-3-2 0 0,1-1 0 0,-4-1 0 16,-1-1 0-16,-2-3 0 0,-1 1 0 16,-2 1 0-16,-1 0 0 0,-5 2 0 0,-2 2 0 15,3 6 0-15,-7 3 0 16,3 2 0-16,-6 4 0 0,-5 10 0 0,5-1 0 0,-3 8 0 15,6 5 0-15,2-2 0 0,1 5 0 16,3-1 0-16,2-3 0 0,1 3 0 0,3-4 0 16,2-1 0-16,1-5 0 15,1-2 0-15,1 2 0 0,1-3 0 0,4-2 0 0,-1-3 0 16,6 0-26-16,-4-4-392 16,6-4-94-16,1-3-96 0,1 0-130 0,2-7-93 15,0 1 81-15,2-6-715 0,2-5-914 16</inkml:trace>
  <inkml:trace contextRef="#ctx0" brushRef="#br0" timeOffset="58033.69">28741 3699 4337 0,'-2'-15'96'0,"2"7"42"0,0 2 22 16,0 6 26-16,0 0 60 0,0 0 70 16,0 0 32-16,0 0 18 0,-3 31-3 15,1-7-3-15,2 5-8 0,-3 11-1 0,-1 1-19 16,4 16-92-16,-1 1-240 0,-3-1 0 15,4-9 0-15,0-3 0 0,0-3 0 0,2-1 0 16,1 0 0-16,4-8 0 0,-5-6 0 16,1-6 0-16,-1-3 0 0,2-5 0 0,-2-1 0 15,2-3 0-15,-3-4 0 0,3 0 0 16,-4-5 0-16,8 0 0 0,-8 0 0 0,0 0 0 16,10-17 0-16,-9 5 0 0,-1-1 0 15,0-3 0-15,-3-3 0 0,-5-1 0 0,2-1 0 16,-5 3 0-16,0 3 0 0,1 3 0 15,-1 5 0-15,-1 5 0 0,0-1 0 16,12 3 0-16,-21 8 0 0,8 1 0 16,4 3 0-16,1-2 0 0,-2 6 0 0,5 1 0 15,-1-1 0-15,3 0 0 0,1 1 0 16,0-2 0-16,2-1 0 0,0-1 0 16,4-1 0-16,-2-2 0 0,1 1 0 0,3-3 0 15,3-4 0-15,-1 1 0 0,3-4 0 16,4-2 0-16,3-4 0 0,3 0-207 0,-1-4-151 15,7-6 12-15,0 1 25 0,0-5 28 16,-4 2 44-16,-2-4 44 0,-3 1 46 0,2-3 52 16,-9 2 69-16,-4 5 59 15,5-2 52-15,-6 7 56 0,-1-2 42 0,3 3 24 0,-3 5 14 16,-4 0 9-16,-1 5 24 0,0 0 21 16,0 0 10-16,0 0 6 0,-6 33-69 15,2-15-210-15,-1 4 0 0,-5 11 0 16,7-1 0-16,-6 2 0 0,4-2 0 0,1-5 0 15,0-3 0-15,1 0 0 0,3-5 0 16,-2-2 0-16,2-1 0 0,-2-5 0 0,2 0 0 16,2 2 0-16,0-5 0 0,-2 1 0 15,2-1 0-15,-1-2 0 0,1 4 0 0,2-1 0 16,0 3 0-16,-3 3 0 16,1 3 0-16,-2 1 0 0,-2 5 0 0,-3 10 0 15,-6 2 0-15,-7 7 0 0,2-11 0 0,-6 8 0 16,3-9 0-16,-6 4 0 0,5-6 0 15,-1-4 0-15,-4-1 0 0,2-3 0 16,0-6 0-16,4-5 0 0,0-3 0 0,4-3 0 16,2-4 0-16,-3 0 0 0,0-6 0 15,2 0 0-15,1-5 0 0,2-1 0 0,4-1 0 16,2-8 0-16,5 2 0 0,9-11 0 16,5-1 0-16,8-9 0 0,8 2 0 0,9 0 0 15,5-3 0-15,2 2 0 0,15-7 0 16,7 2 0-16,0-2 0 0,5 3 0 0,-2-4 0 15,-7 2 0-15,-12 8 0 16,-9-1 0-16,2-3 0 0,-9-1 0 0,-2 1 0 16,-7 3 0-16,-4-3 0 0,-5 1 0 15,-2 10 0-15,-5 0 0 0,-7 4 0 0,1 3 0 16,-1 8 0-16,-4 1 0 0,-4 2 0 16,1 3 0-16,-3 4 0 0,6 5 0 0,-19 5 0 15,8 4 0-15,-4 7 0 16,-3 5 0-16,5 8 0 0,1 3 0 0,1 0 0 0,6 3 0 15,-2-8 0-15,5-1 0 16,1-2 0-16,1-4 0 0,0-1 0 0,0-1 0 0,3-3 0 16,2-3 0-16,-1-1 0 15,-1-1 0-15,3-2 0 0,-1-2 0 0,1-1 0 0,2-5 0 16,-8 0 0-16,17 0-63 16,-17 0-860-16,17-5-44 0,-4 1 107 0,-1 0-969 15,1 0-1256-15</inkml:trace>
  <inkml:trace contextRef="#ctx0" brushRef="#br0" timeOffset="58202.04">29614 4316 5518 0,'0'0'258'0,"0"0"70"0,0 0 66 0,0 0 71 0,0 0 31 15,0 0 8-15,0 0-276 0,0 0-228 0,0 0 0 16,0 0 0-16,0 0 0 0,0 0 0 0,-19-16 0 16,19 16 0-16,0 0 0 0,0 0 0 15,-4-4 0-15,4 4 0 0,0 0 0 0,0 0 0 16,-15 0 0-16,15 0-906 0,-19 4-63 15,2 1 102-15,-7 3-986 0,0-2-1279 16</inkml:trace>
  <inkml:trace contextRef="#ctx0" brushRef="#br0" timeOffset="95656.17">8981 3520 2080 0,'2'-7'204'0,"-2"7"-9"0,-2-13-10 0,2 13-8 15,0-6-22-15,0 6-23 0,0 0-8 16,0 0-25-16,0-9-9 0,0 9-8 0,0 0 15 15,0 0 37-15,0 0 7 0,0 0 3 16,-2 38 9-16,0-19-2 0,-1 3-3 16,-2 2 0-16,1 2-5 0,1-2-9 0,-1 0-12 15,0 1-6-15,3 1-9 0,-3-7-9 16,2 1-6-16,0-4-9 0,2 0-11 0,0-2-6 16,0-2-2-16,0-2-5 15,0-3 6-15,0 0 0 0,0-7-7 0,2 14 6 16,2-9 2-16,-4-5-4 0,9 6 6 0,-2-2 2 15,7-4-12-15,5 1-4 16,4-2-2-16,17-3-9 0,6 0-9 0,11-5 3 16,8 0 3-16,3-1-13 0,9 0 5 15,-2-5-1-15,29 2-7 0,-2-2 0 0,-19 4-2 16,-4-2-1-16,21-1-6 0,-19 2 1 16,1 1 1-16,2 1-3 0,17-4-2 15,-19 5 1-15,-1-4-4 0,19-2-3 0,1 0 3 16,4-1-2-16,2 1-2 0,0-4 3 15,5 3 2-15,4-2-8 0,2-1 2 0,4-3-4 16,0 2 7-16,0 3-2 0,4-2-1 16,-6 2 0-16,-6 0-1 0,-1 0-2 0,-7 1-5 15,-23 8 7-15,-8-2 2 16,-2 1-5-16,-4 2 1 0,-5-1 2 0,-4 2-2 16,-5-4 1-16,-12 3 5 0,4 0-1 15,-4-1 28-15,1 0 2 0,0-1 7 16,-2-1 1-16,2 1 1 0,-6 2-8 0,-10 1-1 15,-5 2 1-15,-1 2-7 0,-6-2-6 16,2 2 6-16,-4 0-2 0,0 0-1 0,-3 2-7 16,1-2-2-16,-12 2 3 0,21-1 2 15,-21 1 10-15,15 0 4 0,-15 0 12 0,0 0 5 16,19 0 7-16,-19 0 5 16,10-2 10-16,-10 2 7 0,0 0 10 0,0 0 6 15,17-2-99-15,-17 2 0 0,0 0 0 16,5-6 0-16,-5 6 0 0,5-10 0 0,-5 3 0 15,0-2 0-15,0-4 0 0,-2-2 0 16,-1-3 0-16,1 1 0 0,1-1 0 0,-1 4 0 16,-2 2 0-16,0 1 0 0,3 0 0 15,-3 2 0-15,0 2 0 0,-1 0 0 16,-2 2 0-16,7 5 0 0,-15 0-465 0,15 0-108 16,-25 7-111-16,12 0-219 0,0 2 79 15,0 1 90-15,2 0-629 0,0 6-818 0</inkml:trace>
  <inkml:trace contextRef="#ctx0" brushRef="#br0" timeOffset="96738.76">10982 3943 3944 0,'0'0'-13'0,"0"0"47"0,0 0 26 0,0-12 35 0,0 12 28 0,0-7 28 0,0 7 23 15,0 0 15-15,-2-10 1 0,2 10-2 16,0 0-11-16,0 0-23 0,0 0-19 0,0 0-8 16,0 0 6-16,0 0 5 15,0 0 21-15,-14 35 1 0,9-14 6 0,-4 10 8 16,-1 7 12-16,-2 0 2 0,-2 9-10 16,3-9-4-16,0-1-6 0,-1 0-2 0,1-1-8 15,2-1 1-15,0-3-4 0,2-4-154 16,4-6-1-16,-1-3 0 0,0 0 0 15,2-3 0-15,2 1 0 0,0-4 0 0,4 1 0 16,0-4 0-16,1 2 0 0,6-1 0 16,0-5 0-16,3 0 0 0,6-2 0 0,3-2 0 15,0-2 0-15,8 0 0 0,8-4 0 16,3-2 0-16,-2-1 0 0,-2 0 0 0,-2 2 0 16,-1-2 0-16,-11 2 0 0,-2 0 0 15,-8 2 0-15,0-1 0 0,-3 2 0 0,1-1 0 16,-6 1 0-16,-6 2 0 0,13-3 0 15,-8 1 0-15,-5 2 0 0,0 0 0 16,0 0-218-16,0 0-372 0,0 0-103 16,0 0-178-16,0 0 44 0,0 0 78 0,0 0-694 15,-23-5-893-15</inkml:trace>
  <inkml:trace contextRef="#ctx0" brushRef="#br0" timeOffset="97040.27">11310 4305 4270 0,'0'0'79'0,"2"-6"29"0,-2 6 11 0,0 0 43 0,0 0 36 0,0 0 35 0,0 0 3 16,0 0 8-16,27 14 5 0,-18-6-16 15,2 1-16-15,-1 0-17 0,1 4-22 0,2-1-16 16,-1 1-12-16,-1 3-16 0,0-4-5 15,-4 3 2-15,0-3-2 0,-3 4-9 0,-2-3-9 16,-4 4-11-16,-2 0-7 0,-3 0-11 16,-7 9-10-16,1-7-20 0,-1-2-52 15,-6 1 0-15,2-5-64 0,6-1-97 16,-2-4-68-16,3-2-85 0,0-2-117 0,2-3-107 16,9-1-121-16,0 0-162 0,-15-5 74 15,15 5-691-15,-5-6-887 0</inkml:trace>
  <inkml:trace contextRef="#ctx0" brushRef="#br0" timeOffset="102405.75">12360 4255 3943 0,'0'0'7'0,"0"0"46"0,0 0 33 0,0 0 27 0,0 0 13 16,0 0 21-16,0 0 13 0,0 0 6 0,0 0-5 15,0 0-8-15,0 0-11 0,0 0-17 16,0 0-16-16,0 0-6 0,0 0-15 16,0 0-6-16,0 0-7 0,0 0-12 15,0 0 0-15,0 0-11 0,0 0 0 16,0 0-10-16,0 0 2 0,0 0 18 0,0 0 34 16,0 0-13-16,0 0 13 0,0 0 21 15,0 0-11-15,0 0 5 0,0 0 0 0,0 0-4 16,-19-8-2-16,19 8-12 0,-8-12-3 15,2 5-11-15,4-1-8 0,-3-5-10 0,3 5 0 16,0-4-12-16,2 0-6 0,0 0-7 16,2-2-4-16,4 0-5 0,-3 1 0 0,5-3-6 15,0 4-8-15,1 1-3 16,2-1-1-16,1 3-2 0,3 2-5 0,1 2 3 16,0 1 0-16,6 3-1 0,-1 2 3 15,3 5-1-15,6 4-2 0,-5-1 2 16,2 8-1-16,-2 1 14 0,-2 5 10 0,-4 1 28 15,-4 1 20-15,-2 3 10 0,-1-1-87 16,-6-1 0-16,-2-5 0 0,-3-2 0 0,1-1 0 16,-2-1 0-16,2-1 0 0,-2-2 0 15,2-4 0-15,-2-1 0 0,2-1 0 0,0 1 0 16,-2-9 0-16,2 12 0 0,-2-12 0 16,0 0 0-16,0 0 0 0,0 0 0 0,0 0 0 15,0 0 0-15,8-37 0 16,-3 14 0-16,5-10 0 0,-3 0 0 0,5 2 0 15,1 2 0-15,-1 3 0 0,-3 8 0 0,0 2 0 16,-1 4 0-16,2 4 0 0,-3 1 0 16,3 3 0-16,0 3 0 0,-10 1 0 15,20 8 0-15,-8 1 0 0,1 4 0 16,-1 1 0-16,5 8 0 0,-3 2 0 0,-3 1 0 16,2 2 0-16,-1 2 0 0,-5 0 0 15,-1-3 0-15,-3-2 0 0,1-2 0 0,1 1 0 16,-4-6 0-16,3 0 0 0,2-2 0 15,-5-2 0-15,1-4 0 0,0 0 0 0,0-2 0 16,2 1 0-16,-4-8 0 16,2 8 0-16,-2-8 0 0,0 0 0 0,0 0 0 15,0 0 0-15,0 0 0 0,0 0 0 16,0 0-90-16,0 0-549 0,-4-32-105 0,2 24-169 16,0-2 79-16,2-4 95 0,-2 2-700 15,0-2-890-15</inkml:trace>
  <inkml:trace contextRef="#ctx0" brushRef="#br0" timeOffset="102870.63">13093 3907 4294 0,'-9'-8'130'0,"3"1"38"0,3-3 17 0,-1 1 18 0,2 0 46 0,2 1 25 0,2-2-1 15,0-1-12-15,3-1-19 0,3 1-38 16,1-1-19-16,5-3-24 0,1 5-13 0,0 2-19 16,-2 3-14-16,3 2-6 15,-1 3-14-15,2 0-7 0,-2 6-8 0,3 3-1 16,-5 1 0-16,0 4 8 0,-5 2 8 15,-3 4 4-15,-1 1 7 0,-2-3-53 0,-2 2-53 16,-4 5 0-16,1 10 0 0,-7-4 0 16,7-5 0-16,-3-6 0 0,1-4 0 0,4-3 0 15,-1-1 0-15,-2-2 0 0,4-2 0 16,0-1 0-16,0-3 0 0,4 2 0 0,-4-6 0 16,10 6 0-16,-3-4 0 0,3-2 0 15,-10 0 0-15,19-1 0 0,-8 0 0 0,3-1 0 16,-3-3 0-16,5 0 0 0,-5 3 0 15,2-2 0-15,-1 1 0 0,-3 0 0 16,0 0 0-16,1 2 0 0,-2-2 0 0,-8 3-495 16,13-2-161-16,-7-2-102 0,-6 4-117 15,0 0 80-15,0 0-774 0,0 0-1010 16</inkml:trace>
  <inkml:trace contextRef="#ctx0" brushRef="#br0" timeOffset="103820.36">13625 3717 4026 0,'0'-8'-179'0,"0"0"34"0,-2 2 36 0,2 6 34 0,0-14 30 0,0 7 40 0,0 7 29 15,-1-12 26-15,-3 5 29 0,2-1 17 16,2 8 17-16,-5-14 11 0,0 5 9 0,-1 3 5 16,-1-3 5-16,-3 1 6 15,-1-1 2-15,0-1 1 0,-7-1 0 0,0 0-7 16,-13 0-2-16,1 1-12 0,-5 0-8 0,-7 1-6 15,0 1-12-15,-6 1-6 16,-11 2-4-16,-4 1-6 0,2 0 1 0,8 4 7 16,-12 4 0-16,1-4-2 0,1 2-2 15,-2 2-7-15,4 0 6 0,2 2 0 0,11-1-4 16,4 1-7-16,0 2-4 0,3 3-10 16,-11 0 8-16,12 2-19 0,-6 6-6 0,2 0-3 15,1 3-3-15,1 2-9 0,-2 0-19 16,3 3-2-16,4-1-3 0,1 2 0 15,1 1-1-15,10-7-4 0,-1 3 15 0,1 0-13 16,3 3 9-16,0 0-10 16,5-2 2-16,2 3 9 0,3 3 1 0,3-1 0 15,-1-1 2-15,5 3 3 0,-2 3-2 16,7-1 3-16,-1 3 1 0,2 1 3 0,2 0 2 16,5 2 3-16,-1 2 6 0,2 6 6 15,5-1-1-15,5 0 2 0,-2-2-3 0,-2-2 1 16,6-1 7-16,0-1 4 0,4-1-19 15,2 0-37-15,-1-1 0 0,1-3 0 0,3-2 0 16,3 0 0-16,-1-2 0 0,3-2 0 16,3-3 0-16,4-1 0 0,0-1 0 15,5-6 0-15,5-1 0 0,3-4 0 16,-2-3 0-16,6-8 0 0,-9 0 0 0,2-2 0 16,-3-4 0-16,2-2 0 0,-3 0 0 15,7-6 0-15,0 5 0 0,-8-5 0 0,-6 2 0 16,4-3 0-16,-8 1 0 0,3-4 0 15,-2 0 0-15,1-1 0 0,-1 0 0 16,5-6 0-16,1 3 0 0,-2-5 0 0,1 1 0 16,-4 0 0-16,-1 0 0 0,2-5 0 15,-1 2 0-15,-3-2 0 0,-4-3 0 0,-2-2 0 16,3 2 0-16,-5-4 0 0,3 1 0 16,-2-2 0-16,-3-4 0 0,-3 2 0 15,1 1 0-15,-8 3 0 0,1 1 0 16,-1-2 0-16,-7-1 0 0,-1 0 0 0,-1-2 0 0,-7-1 0 15,0-1 0-15,-10-2 0 16,-3-9 0-16,-6-1 0 0,-7-4 0 0,-16-9 0 16,-7 1 0-16,-9 5 0 0,-3 3 0 15,-8 8 0-15,15 15 0 0,-7 4 0 0,-5 11 0 16,-1 3 0-16,1 8 0 0,-1 9 0 16,3 9 0-16,-4 8 0 0,0 3 0 0,3 3 0 15,-10 10 0-15,15-7 0 16,3 1 0-16,5-1-372 0,4 5-363 0,3-4-166 0,5-2 30 15,3 3 89-15,12-9-759 16,1 3-984-16</inkml:trace>
  <inkml:trace contextRef="#ctx0" brushRef="#br0" timeOffset="104687.5">14145 4422 4549 0,'0'0'176'0,"-9"7"82"0,9-7 41 0,0 0 19 15,-12 3 16-15,12-3 26 0,0 0 16 0,0 0 4 16,0 0-19-16,0 0-29 0,0 0-35 0,0 0-146 16,23-22-151-16,-3 12 0 15,7-6 0-15,0 0 0 0,5 2 0 0,-12 2 0 16,-1 0 0-16,-4 7 0 0,3-3 0 16,-7 4 0-16,-3 0 0 0,1 0 0 0,-9 4 0 15,10 0 0-15,-10 0 0 0,0 0 0 16,0 0 0-16,-27 20 0 0,12-13 0 0,-3 0 0 15,7 0 0-15,-3-3 0 0,5 1 0 16,0 0 0-16,3-1 0 0,6-4 0 0,-12 4 0 16,12-4 0-16,-9 3 0 0,9-3 0 15,0 0 0-15,0 0 0 0,0 0 0 16,0 0 0-16,0 0 0 0,0 0 0 0,0 0 0 16,0 0 0-16,0 0 0 0,0 0 0 15,25-11 0-15,-21 6-531 0,-4 5-251 0,5-7-158 16,-5 7 95-16,4-6-887 15,-4 6-1165-15</inkml:trace>
  <inkml:trace contextRef="#ctx0" brushRef="#br0" timeOffset="106086.33">10606 10621 1509 0,'9'-10'355'0,"-6"4"-95"0,-1-2-32 0,2 4-13 0,-1-1-25 0,-3 5-17 0,2-8-4 0,0 2-1 16,-2 6 9-16,4-6 9 0,-4 6-6 15,3-8-13-15,-3 8-17 0,0 0-9 16,0 0 31-16,0 0 16 0,18 25 9 0,-12-5 12 15,-5 3 9-15,1 16 17 0,0 5 10 16,-6 12 13-16,-5 4-5 0,-4 5-15 16,-1 0-2-16,0-4-9 0,-4 2-8 15,3-5 1-15,-2 0-18 0,4-7-8 0,4-12-10 16,0-1-5-16,2-3-130 0,1-8-49 16,6-4 0-16,-2-5 0 0,2-1 0 0,2 1 0 15,4-1 0-15,3-3 0 0,4 2 0 16,10-3 0-16,9 0 0 0,7-5 0 0,7-6 0 15,7-2 0-15,16-3 0 16,-1-4 0-16,3-3 0 0,1-5 0 0,-4 2 0 0,-3 1 0 16,-4 0 0-16,-6 1 0 0,-12 2 0 15,-5 2 0-15,-9 2 0 0,-6-1 0 0,-9 4 0 16,2-2 0-16,-5 0 0 16,0 0 0-16,-1 4 0 0,0-3 0 0,-10 3 0 15,9-3 0-15,-9 3 0 0,5-4 0 16,-5 4 0-16,0 0 0 0,0 0-40 0,0 0-508 15,0 0-69-15,0 0-122 0,-18-8-116 16,18 8 74-16,-12-1-787 0,12 1-1011 0</inkml:trace>
  <inkml:trace contextRef="#ctx0" brushRef="#br0" timeOffset="106386.37">11391 11165 4261 0,'0'0'-85'16,"0"0"38"-16,0 0 68 0,0 0 45 0,0 0 29 0,0 0 20 0,35 23 11 0,-23-8 13 15,2 10 6-15,4 0 2 0,0-1-5 16,-2 5-8-16,2 0-4 0,-4 0 7 0,-2 0 0 16,-2 0 13-16,-7 0 14 0,-3-4 6 15,0-1-9-15,-5 9-1 0,-7-4-5 0,4 1-10 16,-3-9-13-16,-2 5-11 15,-4-1-14-15,-1-2-3 0,4-5-16 0,-2-5-15 16,3 1-14-16,5-4-36 0,-3-1-44 0,-1-5-59 16,2 4-80-16,3-6-86 0,0 2-94 15,-1-2-91-15,8-2-97 0,-12 2-145 16,12-2-65-16,0 0 63 0,-13 0-544 16,13 0-681-16</inkml:trace>
  <inkml:trace contextRef="#ctx0" brushRef="#br0" timeOffset="108718.81">5723 12273 3543 0,'-3'-9'7'0,"3"9"44"0,-2-8 22 0,2 8 17 0,0 0-2 15,0 0-8-15,0 0-6 0,0 0 34 16,0 0 25-16,0 0 27 0,0 0 7 0,8 31 0 15,-6-15-12-15,2 3-1 0,2 5 0 16,-5-4-10-16,5 0-8 0,-2 3-16 16,0-3-11-16,2-3-4 0,-3 0-15 15,1-1-5-15,-2-1-6 0,2-4-11 16,-1 0 2-16,-1-2-6 0,0-1 27 0,3-2 6 16,-5-6 7-16,3 8 8 0,-3-8-23 15,0 0-11-15,0 0-6 0,6-22-12 0,-6 7-9 16,4-8-2-16,-3-2-14 0,1-3-2 15,4-4-10-15,-1 5-1 0,0 3-1 0,1 3 1 16,-1 1-9-16,-1 6-7 0,1-2-1 16,4 6-5-16,-2 0 0 0,2 4 4 0,2 3 3 15,1-1-10-15,1 4 6 0,-13 0-6 16,27 4 6-16,-11-3-7 0,0 5 7 16,-2-2 1-16,1 0-6 0,1 2 5 15,-3-2-3-15,-2 0 3 0,1 1-6 16,-1-3 4-16,-11-2 1 0,17 4 11 0,-17-4-3 15,13-2-4-15,-13 2 4 0,16-17-2 16,-7 1-3-16,7-7 0 0,-7 0 1 0,2-3 1 16,1 5 19-16,-4 6-4 0,-1 3 1 15,-1-2-12-15,-3 6-1 0,6 1 2 0,-4 4-5 16,-5 3 2-16,17-4 0 0,-17 4 0 16,23 7-1-16,-9-2 2 0,-3 4 1 15,2-1-8-15,4 3 0 0,-1-1-6 16,-1 0-26-16,-4 1-36 0,1-3-44 0,1 0-50 15,3 1-48-15,-7-4-74 0,0 0-71 16,3-1-53-16,-3-4-76 0,2 0-75 0,-11 0-119 16,20-9-2-16,-11 0-520 0,3-2-661 15</inkml:trace>
  <inkml:trace contextRef="#ctx0" brushRef="#br0" timeOffset="109119.02">6580 11875 3163 0,'7'-10'-26'0,"-3"2"34"0,-2 2 29 0,2 1 11 0,-4 5 27 0,0 0 44 15,6-6 31-15,-6 6 25 0,0 0 16 0,0 0 10 16,24 10 2-16,-14-5-5 0,0 3-2 16,-3 0-13-16,5 1-7 0,-3 4 4 15,0-1-15-15,-3 1-14 0,2 2-8 16,-4-4-7-16,2 3-15 0,-6 0-18 0,1-3-5 16,-2 2-5-16,-3-4-10 0,2 0-7 15,-2-1-6-15,-2 0-11 0,-2-3-9 0,8-5-14 16,-16 0-23-16,16 0-9 0,-29-21-20 15,12 0-7-15,-2-8-2 0,3-2 2 16,2-1 1-16,-2 6 1 0,10 2 3 0,-1 7 2 16,2 4-3-16,4 1 2 0,-5 1-1 15,4 5 2-15,2-1 1 0,0 7 5 0,8-5 3 16,-8 5 6-16,13-2 3 0,-13 2 9 16,25 7-2-16,-8-4 0 0,4 3 2 15,2 2-6-15,-1 0 1 0,7 3 1 16,-4-1-1-16,-4-3-3 0,-2 1 4 0,-2-3-3 15,-1 2-1-15,-5-2-5 0,0 1-36 16,-1-3-39-16,2 1-57 0,-5-1-77 0,-2-2-99 16,-5-1-110-16,0 0-118 0,0 0-148 15,14-8 25-15,-12 3-501 0,0-4-629 0</inkml:trace>
  <inkml:trace contextRef="#ctx0" brushRef="#br0" timeOffset="109368.95">6921 11575 3258 0,'2'-6'31'0,"0"1"28"15,-2 5 9-15,0 0 6 0,1-11-1 16,-1 11 18-16,0 0 27 0,0 0 24 16,22 4 5-16,-22-4 6 0,23 14-5 0,-7-3 4 15,4 8-3-15,-4-2 3 0,-3 0 5 16,-2-1-10-16,-4 1-4 0,1 2-6 0,0-1-13 16,-5-1-12-16,-3 0-9 0,0-2-3 15,0-1-16-15,-1 3-9 0,-3-5-6 0,-2 1-5 16,0-1-10-16,0-3-19 0,1-2-36 15,-3-1-42-15,8-6-50 0,-14 2-58 16,14-2-70-16,-12-8-65 0,6-2-49 16,1-4-41-16,-4-7-19 0,5-3-49 15,1-11-81-15,-1-2-53 0,6-2-365 0,0 3-421 16</inkml:trace>
  <inkml:trace contextRef="#ctx0" brushRef="#br0" timeOffset="109702.55">7014 11447 2546 0,'2'-12'8'0,"-2"3"31"15,0 5 17-15,0 4 16 0,0 0 37 16,0 0 34-16,0 0 13 0,0 0 14 0,4 25 6 15,-1-8 5-15,2 4 4 0,1 1-3 16,1 7-8-16,8-1-11 0,1 0-9 16,-2-3-13-16,8-2-11 0,-1-1-13 15,2-5-9-15,3-3-14 0,-3-4-4 0,0-3-9 16,-2-1-8-16,0-4-10 0,-4-2-23 0,4 0-24 16,-6-4-28-16,3 0-37 15,-2-5-32-15,0-3-23 0,-3-2-10 0,-1-3 6 16,-3-1-4-16,0-1 7 0,-5-2 14 15,0-2 8-15,-1 1 7 0,-2-2 18 0,-1 3 24 16,-1 3 24-16,-2 0 25 0,3 3 22 16,0 4 6-16,0 2-7 0,-2 0-8 0,2 9 24 15,0 0 18-15,6-5-7 0,-6 5 0 16,0 0-5-16,15 26-5 0,-7-12-5 16,0 6-5-16,3 5-6 0,0 3-13 0,-3-4-24 15,5 1-53-15,-7-3-61 16,1-2-77-16,0-3-74 0,-4-3-96 0,1 1-137 15,-2-3-102-15,0 0 60 0,2-3-303 16,-3-3-328-16</inkml:trace>
  <inkml:trace contextRef="#ctx0" brushRef="#br0" timeOffset="109868.53">7432 11277 2573 0,'-18'-26'129'0,"4"4"34"0,-2 3 22 0,5 6 1 16,-3 1-10-16,5 1-14 0,-1 1-13 15,0 3-18-15,3 1-24 0,1 2-51 0,6 4-72 16,-13-4-95-16,13 4-92 16,-8 0-118-16,8 0-203 0,0 0-6 0,0 0 60 0,-9 12-157 15,9-12-124-15</inkml:trace>
  <inkml:trace contextRef="#ctx0" brushRef="#br0" timeOffset="110452.88">7364 11492 2002 0,'7'5'179'16,"-7"-5"17"-16,0 0 22 0,7 1 20 0,-7-1 33 16,0 0 23-16,13 2 9 0,-13-2 2 15,14 5 4-15,-7-3-12 0,-7-2 3 0,14 7-24 16,-6-4-21-16,-3 2-29 0,3-1-20 16,-8-4-24-16,12 10-12 0,-9-7-23 0,3 2-12 15,-6-5-12-15,9 9-12 16,-5-7-2-16,-4-2-8 0,0 0-6 0,12 7 18 15,-12-7 8-15,0 0-12 0,0 0-12 16,7-18-10-16,-5 7-6 0,2-5-15 0,-1 1-5 16,-1-1-6-16,3 1-5 0,0 1-8 15,-3 4-7-15,0-1-6 0,2 3-2 16,0-1-8-16,-1 4 4 0,6 1-2 0,0 1-6 16,-9 3 2-16,18-2-1 0,-4 2-5 15,-14 0 3-15,29 5-3 0,-13-5-4 16,-4 4 4-16,3 0-6 0,-3-3-5 15,-1 2 0-15,-11-3 0 0,18 0 0 0,-18 0 0 16,16 3 0-16,-16-3 0 0,18-6 0 16,-9 1 0-16,0-4 0 0,2-3 0 0,2-5 0 15,0-8 0-15,0 4 0 0,-2 2 0 16,0 4 0-16,-4 1 0 0,0 1 0 0,1 2 0 16,-4 3 0-16,2 1 0 0,0 0 0 15,-3 4 0-15,-3 3 0 0,14-4 0 0,-14 4 0 16,17 4 0-16,-6-1 0 0,1 1 0 15,1 2 0-15,1 1 0 0,0-3 0 0,2 1 0 16,-1-2 0-16,1-1 0 16,-4-2 0-16,4 0 0 0,-1 0 0 0,3-5 0 15,-4 0 0-15,8-4 0 0,-10 1 0 16,6 1 0-16,-5-3 0 0,-1 2 0 0,-1-2 0 16,0-1 0-16,-1 2 0 0,0 2 0 15,-7 0 0-15,6 0 0 0,-4 4-92 0,1-3-225 16,-3-1-75-16,1 2-81 0,3 1-71 15,-3 0-77-15,-4 4-118 0,8-5-14 16,-8 5 83-16,0 0-551 0,8 12-684 0</inkml:trace>
  <inkml:trace contextRef="#ctx0" brushRef="#br0" timeOffset="111037.54">6374 13706 3804 0,'-4'10'256'0,"-1"-2"14"0,1-2 8 0,4-6 17 0,-5 4 9 0,5-4 3 0,0 0-19 16,0 0-12-16,0 0-26 0,0 0-25 0,9-26-21 16,2-5-20-16,6-10-21 0,6-5-14 15,3-5-16-15,-2-4-10 0,0-5-8 0,5-18-12 16,2 1-8-16,-8 13-26 0,3-17-26 16,-7 17-19-16,0 1-15 0,-2 3-19 15,1 3 1-15,-6 10 2 0,-1 10-1 16,-8 12 2-16,1 6-6 0,2 3 2 0,-5 6-6 15,1 5 0-15,-2 3 6 0,0 2-4 0,0 0 1 16,0 0 3-16,-2 38 2 16,1-14 4-16,-3 16-4 0,4-2-2 0,2 4 3 15,1-3-2-15,8-3 5 0,3-3-5 16,-1-2 9-16,5-2-6 0,3-4 1 0,-1-1 3 16,4-3 15-16,-5-1 15 0,-2-3 12 15,-4-5 10-15,0 1 13 0,0 1 15 0,-3-4 16 16,-2 2-23-16,-3-2-71 0,1 1 0 15,0 0 0-15,-4 0 0 0,0-1 0 0,0 0 0 16,-4 1 0-16,0 1 0 0,0-2 0 16,-6 0 0-16,-1 1 0 0,1-5 0 0,-4 1 0 15,-1-3 0-15,1-4 0 16,-2-2 0-16,-1-5-440 0,1-3-135 0,1-4-97 0,1-3-127 16,7 3-24-16,-1-3 89 15,2 3-677-15,2 1-862 0</inkml:trace>
  <inkml:trace contextRef="#ctx0" brushRef="#br0" timeOffset="111837.2">7001 13162 3738 0,'11'0'-89'0,"0"2"54"0,-11-2 53 0,14 2 47 0,-14-2 42 0,13 2 30 0,-13-2 31 0,0 0 28 16,16 0 35-16,-16 0 24 0,0 0 25 16,17-6 15-16,-9 1 11 0,-1-5-6 0,1 0-13 15,1-1-18-15,1-5-23 16,-1-3-22-16,1 0-22 0,2-7-19 0,-5 5-16 15,0 1-17-15,-1 3-10 0,0 0-16 16,-4 2-15-16,2 5-1 0,0-2-98 0,-3 1-10 16,1 5 0-16,0-3 0 0,-2 9 0 15,0-12 0-15,0 12 0 0,2-8 0 16,-2 8 0-16,0 0 0 0,0 0 0 0,0 0 0 16,0 0 0-16,0 0 0 15,2 25 0-15,2-15 0 0,-1 1 0 0,2-1 0 0,2 4 0 16,-1-4 0-16,1 0 0 15,3-3 0-15,-2 0 0 0,1-4 0 0,0 0 0 16,-9-3 0-16,21 0 0 0,-21 0 0 16,18-6 0-16,-9-1 0 0,2-3 0 0,-2-1 0 15,-2-2 0-15,0-4 0 0,-1 3 0 16,1-1 0-16,-6-2 0 0,3 3 0 0,-2 2 0 16,2 1 0-16,-4 3 0 0,1-1 0 15,-1 2 0-15,0 7 0 0,2-9 0 0,-2 9 0 16,0 0 0-16,0 0 0 0,0 0 0 15,0 0 0-15,0 0 0 0,9 25 0 16,-7-18 0-16,5 0 0 0,-2 0 0 0,1-1 0 16,3 0 0-16,-1-3 0 0,4-2 0 15,-12-1 0-15,25 0 0 0,-25 0 0 16,24-8 0-16,-12-2-31 0,2-5-102 16,4-5 6-16,-1-3 6 0,-4-6 11 0,-2-5 12 15,-2-2 11-15,-6-3 9 0,-1-5 11 16,0-12 8-16,-6-2 7 0,-6-2 13 0,-1-2 20 15,0 1 18-15,-5 0 25 0,0 5 22 16,-2 8 20-16,5 16 22 0,1 2 29 0,3 8 1 16,2 7-7-16,-2 5-12 0,6 6-12 15,3 4-8-15,0 0-4 0,-21 33-5 0,18-8-28 16,0 16-42-16,6 2 0 16,2 15 0-16,4 0 0 0,7 0 0 0,4 1 0 15,5-2 0-15,6-1 0 0,5-11 0 16,2 0 0-16,2-9 0 0,0-5 0 0,5-6 0 15,-15-6 0-15,2-5 0 0,-10-4 0 16,-2-5 0-16,-3-1 0 0,-5-2 0 0,0-4 0 16,0-4 0-16,-4 1 0 0,-3-3 0 15,1-2 0-15,-1-1 0 0,-4-4 0 16,-7-2 0-16,0-5 0 0,-3-7 0 0,-5 0 0 16,1 1 0-16,0 7 0 0,3 4 0 15,1 5 0-15,2 0 0 0,-4 3 0 0,2 5 0 16,0 0 0-16,2 2 0 0,7 2-378 15,0 0-119-15,-22 8-117 0,19-3-158 16,-4-1-65-16,3 1 74 0,4-5-710 16,-1 7-920-16</inkml:trace>
  <inkml:trace contextRef="#ctx0" brushRef="#br0" timeOffset="112486.66">8034 12428 4279 0,'0'0'114'0,"0"0"38"0,0 0 33 0,-12-11 43 0,12 11 5 0,0 0-5 0,-7-1-5 16,7 1-25-16,0 0-16 15,0 0-18-15,0 0-8 0,-8 13-22 0,8-13-11 16,8 12-12-16,-5-5-16 0,3 0-10 16,2 0-12-16,-2-2-5 0,3 0-10 0,0 0-3 15,0-1-18-15,-4-2 0 0,-5-2 1 16,15-2-4-16,-15 2-3 0,12-6-1 0,-5-2-1 15,-5-1 0-15,0-3 12 0,-2 0 3 16,-2-3 7-16,-1-2 10 0,-7-3 2 0,2-1 11 16,1 2 7-16,-3 3 12 0,5 5 18 15,-4-1 4-15,6 2-67 0,-3 2-48 0,3 3 0 16,3 5 0-16,0 0 0 0,0 0 0 16,0 0 0-16,0 0 0 0,0 0 0 0,-6 17 0 15,6-17 0-15,15 13 0 16,-3-8 0-16,-1-2 0 0,4-1 0 0,0-2 0 15,5-2 0-15,-4-1 0 0,8-2 0 16,-8-2 0-16,4-3 0 0,-5 0 0 16,-2 0 0-16,0 1 0 0,1 1 0 0,-3 2 0 15,-1-1 0-15,-4 3 0 0,1 0 0 16,1-1 0-16,-8 5 0 0,10-5 0 0,-10 5 0 16,0 0 0-16,18 2 0 0,-18-2 0 15,16 3 0-15,-16-3 0 0,17 5 0 0,-9-1 0 16,-1-2 0-16,-7-2 0 0,19 4 0 15,-19-4 0-15,21-2 0 0,-9-2 0 0,3 0 0 16,-2-2 0-16,2-1 0 16,-2-3 0-16,1 2 0 0,-1-4 0 0,-3 6 0 15,0-1 0-15,-3 3 0 0,0-2 0 16,0 2 0-16,-7 4 0 0,9-7 0 0,-9 7 0 16,9-3 0-16,-9 3 0 0,0 0 0 15,16 0 0-15,-16 0 0 0,0 0 0 0,15 5 0 16,-15-5 0-16,14 7 0 0,-9-3 0 15,-5-4 0-15,11 5 0 0,-11-5 0 0,14 3 0 16,-7-1 0-16,-7-2-425 16,13 3-187-16,-9-1-187 0,-4-2-79 0,8 6 88 15,-4 0-804-15,0 2-1035 0</inkml:trace>
  <inkml:trace contextRef="#ctx0" brushRef="#br0" timeOffset="113984.77">13236 11132 4067 0,'-7'-6'-200'0,"7"6"38"0,-6-4 31 0,6 4 38 0,-8-3 33 0,8 3 34 16,-7-3 26-16,7 3 21 0,-9-4 14 16,9 4 8-16,-13 0 0 0,13 0 6 0,0 0 3 15,-22 4 4-15,14-1 12 0,1 3 15 16,-3-1 5-16,-2 1 1 0,3 3 5 16,-2 1-6-16,-1-1-3 0,3 1-6 15,1-2-2-15,-1 2-1 0,1-4-1 0,0 3-6 16,3-2-4-16,-1 0-5 0,3 0 0 15,-4-2 10-15,2 0 2 0,1 1-1 0,-2 0-1 16,3 1-1-16,-3 1 2 0,2 0-4 16,-4 1 0-16,4 3-2 0,-3 2 9 0,3 1-7 15,-2 2-1-15,0 3-6 0,-1 0-5 16,1 3 2-16,1 0 2 0,3 2 0 16,-3 0 1-16,5-1-5 0,0 2-7 0,0-2 5 15,5 1-9-15,-3 0 0 0,3-2-4 16,3 8 3-16,-1-5 6 0,3 2-10 15,5-1 1-15,1-3 11 0,0 0 0 0,2-2 1 16,2-4 3-16,-2 0-2 0,1-6 5 16,5 4 2-16,-1-5 5 0,-1-2 9 0,-1-4-1 15,3 1 0-15,-3-6-9 0,8 1 2 16,7-6-9-16,5-2-8 0,-5-2 0 0,1 0-4 16,-1-4 0-16,0-1 15 15,0-1 12-15,-6-2 3 0,1-2 14 0,-6 1-2 0,0-2 3 16,0-1 3-16,-3-3 3 15,-4 1-91-15,0-2-5 0,-4-2 0 0,0-2 0 0,-3 0 0 16,1-4 0-16,-6 0 0 16,-2-2 0-16,-3 1 0 0,1 2 0 0,-4-3 0 15,-3-1 0-15,-4 3 0 0,-5-1 0 16,-4 0 0-16,-8-6 0 0,-2 3 0 0,-5 2 0 16,1 5 0-16,-7 3 0 0,1 5 0 15,4 7 0-15,-2 4 0 0,-4 3 0 0,-2 6 0 16,0 6 0-16,2 2 0 0,-11 6 0 15,1 7 0-15,0 2 0 0,5 2 0 0,1 3-161 16,0-1-299-16,4 0-76 0,2 1-87 16,7-5-161-16,4-1-38 0,7-2 86 15,2-3-648-15,9-1-837 0</inkml:trace>
  <inkml:trace contextRef="#ctx0" brushRef="#br0" timeOffset="114852.75">14254 10718 3590 0,'-8'-12'-119'0,"1"5"29"0,-1 0 26 0,3 1 24 0,-4 1 24 0,2 1 14 0,2 2 6 16,5 2 7-16,-20 4 15 0,7 4 27 0,-4 15 37 15,-2 4 22-15,-4 14 32 0,4 10 17 16,-3 6 17-16,0 3 8 0,5 5 1 16,0 5-6-16,0 17-12 0,5-11-16 0,5-3-8 15,2-3-14-15,5-2-12 0,2-2-9 16,7-7-14-16,-2-2-9 0,2-7-8 0,5-2-8 16,-3-10-7-16,3-4-4 0,1-5-6 15,-4-2-12-15,5-3-4 0,-3-5-17 16,0-7-19-16,-2-1-22 0,-1-5-35 15,2-2-45-15,1-2-52 0,-1-2-63 0,-3 0-73 16,-9 0-70-16,19-6-88 0,-8 0-134 0,-5 0-52 16,-1 1 61-16,2 2-319 0,-7 3-372 15</inkml:trace>
  <inkml:trace contextRef="#ctx0" brushRef="#br0" timeOffset="116068.12">14436 11379 2356 0,'0'0'-39'0,"-5"4"29"0,5-4 22 0,0 0 36 0,-4 6 47 0,4-6 44 16,0 0 50-16,0 0 30 0,0 0 21 15,0 0-6-15,0 0-10 0,0 0-7 0,0 0-7 16,-9-18-9-16,9 18-11 0,2-15-14 16,2 1-14-16,1-1-8 0,3-2-11 15,3 0-7-15,2 1-11 0,-1-1-9 16,1 1-12-16,3 5-5 0,-3 1-11 0,3 4-8 0,-3 0-7 15,2 6-6-15,0 6-2 16,6 3 0-16,4 5 2 0,-3 11 6 0,2 2 8 16,-5 3 7-16,-2 4 0 0,-4 0 2 15,-1 6-2-15,-5-2 13 0,-1-2 12 0,-2-1 8 16,-2-5 4-16,-2-5 2 0,0-6 3 16,-2 3 4-16,2-6-7 0,-2 0 2 0,2-4 13 15,0-2 8-15,0 0-111 0,0-1-39 16,0-3 0-16,0-6 0 0,-2 8 0 15,2-8 0-15,0 0 0 0,0 0 0 16,0 0 0-16,0-26 0 0,2 9 0 0,6-16 0 16,1 0 0-16,5-3 0 0,1-1 0 15,0 6 0-15,4 0 0 0,-4 4 0 0,2 4 0 16,-1 7 0-16,-2 3 0 0,0 4 0 16,-3 2 0-16,3 5 0 0,-1 2 0 15,3 4 0-15,-3 1 0 0,4 8 0 0,-2-2 0 16,5 11 0-16,-6 1 0 0,-2 3 0 15,1 3 0-15,-3-3 0 0,-2-1 0 0,-3-3 0 16,1 2 0-16,0 0 0 0,-5-5 0 16,3 0 0-16,-2-2 0 0,3-2 0 0,-4-2 0 15,-1-1 0-15,2-2 0 16,0-2 0-16,0-1 0 0,2-1 0 0,-4-6 0 0,5 4 0 16,-5-4 0-16,0 0 0 15,0 0 0-15,20-4 0 0,-20 4 0 0,7-7 0 16,-3 1 0-16,-2 0-251 0,-1 1-377 15,-1-4-134-15,0 9-128 0,0-14 73 0,-1 8-830 16,1-3-1085-16</inkml:trace>
  <inkml:trace contextRef="#ctx0" brushRef="#br0" timeOffset="116366.89">15140 11001 4464 0,'0'-22'-96'0,"2"6"53"0,0 3 43 0,0 1 32 0,0 2 25 0,2 6 30 16,-4 4 31-16,0 0 29 0,0 0 14 15,28 24 4-15,-10 2 4 0,-4 8 7 0,2 12-6 16,-3 2 22-16,1 3-7 0,-3 3 1 16,-4-1-15-16,6 4-12 0,-8-3-18 0,2-3-11 15,1-8-10-15,-3-3-13 0,4-1-11 16,-6-3-8-16,1-8-10 0,2-3-7 15,-3-4-7-15,-1-3-1 0,4-3-13 16,-2-1-5-16,2-3-28 0,-2-1-45 0,-3-6-78 16,9 2-101-16,-2-6-133 0,-8 0-148 15,18-6-165-15,-8-4-164 0,2-3 78 0,-1-3-687 16,3 1-876-16</inkml:trace>
  <inkml:trace contextRef="#ctx0" brushRef="#br0" timeOffset="116733.37">15626 11342 3952 0,'-14'0'-18'0,"14"0"52"0,-11 5 50 16,6-1 55-16,-1 3 45 0,-2 3 35 16,2 2 10-16,5 1-7 0,-5 4-12 15,4-1 4-15,0 0-8 0,2 1-6 0,0-2-21 16,2 1-12-16,4-1-16 0,-3-1-12 15,3 0-15-15,2-3-9 0,2-2-8 0,-1 2-11 16,1-4-7-16,3-3-1 0,-2-2-12 16,5-2-14-16,-16 0-4 0,30-6-5 0,-13 2-3 15,-1-5-5-15,-4 1 1 0,2-3-7 16,-3 1-6-16,-1-4-4 0,-4 1-6 0,0-3 1 16,-3-1-4-16,-1-1-2 0,-4 1-1 15,1-7-5-15,-7 3-5 0,2 0 0 0,-4 3-11 16,3 3-12-16,0 2-25 15,-4 2-35-15,2 6-42 0,0 2-65 0,1 4-72 16,8-1-98-16,-26 11-115 0,14-3-142 16,-3 4-179-16,-1 0 59 0,11-1 79 0,-3-2-524 15,10-1-641-15</inkml:trace>
  <inkml:trace contextRef="#ctx0" brushRef="#br0" timeOffset="117217.19">15916 11340 3023 0,'0'0'-26'0,"0"0"14"16,0 0 30-16,12 6 55 0,-12-6 49 16,1 10 45-16,-1-2 22 0,2-1 3 15,0 5-11-15,0 1-13 0,2 1-16 0,-3 1-14 16,3-1-15-16,0 2-7 0,1 0-16 16,0-1-8-16,1-3-7 0,-1 0-8 0,2-1-4 15,2-4-8-15,0-2-4 0,0-3-6 16,3-4-6-16,-12 2-5 0,24-10-6 0,-10 2-4 15,3-3 0-15,0-13-3 0,-4 9-5 16,-1-3-1-16,-1-7-3 0,1 2 1 0,0-5 1 16,-7 7 25-16,2 3 24 0,-3 4 12 15,3 2-8-15,-6 4-15 0,3 2-10 0,-2 0-7 16,-2 6 8-16,0 0 2 16,0 0-1-16,0 0 13 0,6 32 4 0,-6-10 10 15,1 17 1-15,-1 1 19 0,0 9 75 16,4 9 19-16,0 0 14 0,0 2-7 15,-2-1 0-15,4-1-6 0,-1-4-11 0,-3-9-13 16,-2-1-107-16,0-5-65 0,-4-3 0 16,1-1 0-16,-7-3 0 0,0-9 0 0,3-4 0 15,-2 0 0-15,-11 2 0 0,-1-2 0 16,1-8 0-16,0 0 0 0,-5-4 0 0,0-2 0 16,-1-4 0-16,4-1 0 0,-7-3 0 15,-5-4 0-15,1-8 0 0,3-4 0 0,3-4 0 16,0-12 0-16,10 9 0 15,4-3 0-15,3 1 0 0,0 7-616 0,9-1-305 16,-1 9 8-16,-2 1 95 0,4 1-856 16,0 1-1111-16</inkml:trace>
  <inkml:trace contextRef="#ctx0" brushRef="#br0" timeOffset="117633.1">16365 11526 4765 0,'4'-9'77'0,"0"1"37"0,-2 3 39 0,-2 5 36 0,4-10 28 0,-4 10-2 0,0 0-4 0,0 0-18 15,0 0 7-15,0 0 2 0,0 0-12 16,0 0-12-16,15 17-18 0,-11-6-11 0,1-2-16 16,2-1-16-16,-2 3-10 0,-1-3-4 15,3-1-13-15,-3 1-10 0,0-1-6 16,-1-1-5-16,2 1-3 0,-5-7 3 0,8 8 1 15,-8-8-70-15,0 0 0 0,0 0 0 16,24-19 0-16,-11 4 0 0,9-9 0 16,-1 2 0-16,-3-2 0 0,4 5 0 0,-8 4 0 15,-2 3 0-15,1 4 0 0,-1 4 0 0,-1 4 0 16,-11 0 0-16,25 15 0 16,-10-1 0-16,5 10 0 0,-6 3 0 0,2-2 0 15,1 3 0-15,-3 0 0 0,-2-3 0 16,2-3 0-16,-3-5 0 0,-1-1 0 0,0-3 0 15,-3-1 0-15,1-5 0 0,-3 3 0 16,5-6 0-16,0 0 0 0,-1-4 0 0,-9 0 0 16,21-8 0-16,-7-2 0 0,1-1 0 15,2-10 0-15,2-5 0 0,-4-5 0 0,0 0-360 16,5-17-559-16,-6-2-15 0,9-2 91 16,-1-5-903-16,-2-3-1179 0</inkml:trace>
  <inkml:trace contextRef="#ctx0" brushRef="#br0" timeOffset="117884.25">17190 10562 4843 0,'-1'-11'-18'0,"-1"5"-3"0,2 0-1 15,0 6 60-15,0 0 73 0,12 17 60 0,-3 5 35 16,8 10 24-16,4 15 15 0,4 9-3 16,5 24 7-16,1 7-20 0,-3 7-12 0,-3 3-13 15,0 6-16-15,-8-4-16 16,-6-3-17-16,-4-18-15 0,-7-3-10 0,-7-1-16 0,-2-3-3 15,-6-6-19-15,-3-4-6 16,-3-4-10-16,-1-7-73 0,-1-7-3 0,4-10 0 16,0-8 0-16,2-4 0 0,2-8-30 15,1-4-205-15,5-6-106 0,-2-4-129 0,11 1-141 16,-14-14-217-16,4 1 17 0,2-3 85 16,4-2-682-16,-3-3-859 0</inkml:trace>
  <inkml:trace contextRef="#ctx0" brushRef="#br0" timeOffset="118368.33">17913 11286 4323 0,'-7'-4'206'0,"-3"1"12"0,10 3 34 0,-8-6 19 0,8 6-15 0,0 0-12 0,12-11 5 0,6 6 3 0,18-6-8 16,18-2-23-16,11 1-23 0,8 1-39 15,6 1-16-15,5 0-23 0,23 0-26 16,-27 6-61-16,-3-1-84 0,-5 5-110 16,-6 1-128-16,-14 3-145 0,-11 0-150 0,-4 1-252 15,-13 0 73-15,-2-1 83 0,-8 2-573 16,-7 1-715-16</inkml:trace>
  <inkml:trace contextRef="#ctx0" brushRef="#br0" timeOffset="118616.48">18826 11136 3794 0,'0'0'101'0,"1"-4"-2"0,-1 4 24 15,0 0 23-15,0 0 10 16,36 15 5-16,-20-1 17 0,9 5-5 0,0 2-7 16,1 6-6-16,-3 0-13 0,-2 2-6 15,-4 2-5-15,-3 1-2 0,-9 2 2 0,-5-3 2 16,-3 4-16-16,-7-2-2 0,-5 1-22 15,-5-4 2-15,-6 5-14 0,2-9-13 0,-3-2-8 16,0-2-37-16,4-3-34 0,4-6-45 16,4-3-65-16,2-6-108 0,4-2-127 0,0-4-141 15,9 2-185-15,-7-10-56 0,7 2 77 16,0-4-526-16,2-3-647 0</inkml:trace>
  <inkml:trace contextRef="#ctx0" brushRef="#br0" timeOffset="119183.43">19299 11207 3460 0,'9'3'15'0,"-5"2"93"16,-1 1 41-16,-1 2 29 0,0 1 22 16,3 4 29-16,-4 4 5 0,-1 1-9 0,2 2-9 15,0 3-4-15,2 0-16 16,-2 1-12-16,-2 1 9 0,2-4-14 0,-2-1-5 0,1-1-20 15,-1-2-8-15,2-5-17 16,-2 2-5-16,2-4-3 0,-2-2 18 0,2 1 21 16,0-2 20-16,-2-7 10 0,3 5-17 15,-3-5-17-15,0 0-18 0,9-17-12 0,-5 1-23 16,3-4-103-16,2-11 0 0,1-2 0 16,0 3 0-16,-1 7 0 0,-4 2 0 0,4 6 0 15,-6 0 0-15,1 4 0 0,2 1 0 16,-5 1 0-16,3 3 0 0,3 1 0 0,-7 5 0 15,11-2 0-15,-11 2 0 0,0 0 0 16,25 8 0-16,-16-3 0 0,-2-1 0 0,3 3 0 16,0-2 0-16,-5-2 0 15,1 3 0-15,0-2 0 0,0-2 0 0,-6-2 0 0,9 4 0 16,-9-4 0-16,0 0 0 16,18-14 0-16,-9 2 0 0,2-5 0 0,5-10 0 15,0-2 0-15,2-2 0 0,-2 2 0 16,4 0 0-16,-6 9 0 0,-5 5 0 0,-2 4 0 15,1 3 0-15,-2 4 0 0,-6 4 0 16,19 8 0-16,-10 1 0 0,-3 3 0 0,4 6 0 16,-3 1 0-16,0 2 0 0,3 8 0 15,3-3 0-15,-4-1 0 0,4 0 0 0,-6-2 0 16,0-6 0-16,-2-1 0 0,1-3 0 16,-3-3 0-16,-1-1 0 0,4-1 0 0,-3 3-62 15,-1-6-388-15,-2-5-159 16,2 8-176-16,-2-8-84 0,0 0 86 0,0 0-793 15,0 0-1017-15</inkml:trace>
  <inkml:trace contextRef="#ctx0" brushRef="#br0" timeOffset="119849.08">20032 11174 4535 0,'4'6'-78'0,"-4"-6"84"0,2 6 52 0,-2-6 42 0,0 0 28 0,3 6 31 15,-3-6 16-15,11 2 1 0,-11-2-5 0,14-1-17 16,-14 1-8-16,22-3 2 0,-13-1 6 16,2-2-18-16,1 2-13 0,-5-4-5 15,4 3-4-15,1-7-20 0,-8 4-2 16,4-2 2-16,-7-1-2 0,1-4-8 0,-2 4-10 16,-2-5-6-16,-1 0-10 0,-5 4-1 15,3 0-9-15,-4 5 1 0,-2 1-10 0,0 2 2 16,11 4-5-16,-27 7 1 0,12 3 6 15,-6 10 9-15,4 1 4 0,8 2-3 0,-5 5-4 16,6-3-2-16,7-2-6 16,-1-5 2-16,2 3-5 0,2-1 2 0,3 1-3 0,2 0 5 15,2-4 3-15,2 0 5 16,6-5 0-16,0-2-31 0,4-3-19 0,1-1 0 16,0-5 0-16,1-1 0 0,4-1 0 15,7-7 0-15,-7 1 0 0,-6 2 0 0,-5-2 0 16,-2 2 0-16,1-3 0 0,-3 1 0 15,-3-3 0-15,-1-1 0 0,-5 1 0 0,-1-4 0 16,0-1 0-16,-2-2 0 0,-4-6 0 16,1 0 0-16,-1 0 0 0,0 5 0 0,1 4 0 15,3-1 0-15,-4 5 0 0,2 0 0 16,2 3 0-16,0 7 0 0,-3-8 0 16,3 8 0-16,0 0 0 0,0 0 0 0,0 0 0 15,23 1 0-15,-23-1 0 0,25 0 0 16,-3-3 0-16,3-2 0 0,9-5 0 15,2-2 0-15,0-1 0 0,-4 3 0 0,-1 0 0 16,-8 3 0-16,-5 2 0 0,-2 1 0 16,-3 4 0-16,-3 6 0 0,-1 2 0 0,-1 8 0 15,-2 3 0-15,-2 3 0 0,0 3 0 16,-4 0 0-16,0 2 0 0,-2-1 0 0,0 1 0 16,-5 8 0-16,7-8 0 0,-2-3 0 15,2-5 0-15,0-1 0 0,0-4 0 0,0-2 0 16,0 1 0-16,0-5 0 15,0 0 0-15,0-3 0 0,0-5 0 0,5 9 0 16,-5-9-410-16,0 0-264 0,0 0-161 16,20-10-33-16,-12 1 89 0,0-1-794 0,3-4-1015 15</inkml:trace>
  <inkml:trace contextRef="#ctx0" brushRef="#br0" timeOffset="120615.82">20918 10987 4502 0,'-9'-5'-87'0,"9"5"66"0,0 0 61 0,0 0 51 0,-21 11 46 0,13-5 26 16,1 5 13-16,-1 2-4 0,4-1-13 0,-2 3-12 15,1-1-9-15,5-2-16 0,-2 1-12 16,2-4-11-16,2 3-2 0,2 0-12 0,-1-4-10 16,5 1-4-16,2-3 0 15,-3-3-9-15,2 0-6 0,-9-3-7 0,22 0-1 16,-22 0-3-16,21-4-3 0,-12 0 1 15,0 0 26-15,2 0 22 0,-4-1 20 0,-2 1 13 16,-5 4 2-16,13-4-3 0,-13 4-22 16,9-4-14-16,-9 4-17 0,0 0-2 0,3 10-5 15,-3 4 1-15,-1 8 5 0,-8 14 10 16,2 17 11-16,-2 9 71 0,-1 3-158 0,4 3-3 16,-2 1 0-16,5 0 0 0,-3-3 0 15,3-2 0-15,-6-5 0 0,4-5 0 0,-3-11 0 16,-1-4 0-16,-1-4 0 0,-3-5 0 15,0-1 0-15,-3-2 0 0,-1-8 0 16,-2-2 0-16,4-7 0 0,-6-2 0 16,4-2 0-16,-3-4 0 0,2-2 0 0,-2-2 0 15,4-7 0-15,-2-5 0 0,2-9 0 16,5-7 0-16,6-1 0 0,5 0 0 0,7-5 0 16,5 0 0-16,9-5 0 0,4 0 0 15,3 2 0-15,6 0 0 0,7-4 0 0,3 1 0 16,1 1 0-16,19-11 0 0,0 0 0 15,5-1 0-15,1 3 0 0,-6 0 0 16,-1-2 0-16,-15 9 0 0,8-11 0 16,-17 9 0-16,-4 0-44 0,-7-1-66 0,-3-2 16 15,-4 2 5-15,-6 0 15 0,-5 10 14 16,-2 1 14-16,-5 10 28 0,-3 4 11 0,0 5 2 16,-3 6 9-16,-5 3 12 0,-5 7 16 15,-4 4 19-15,-4 4 20 0,-10 9 13 0,4 6 6 16,1 8 8-16,2 7 3 0,4 3-101 15,8-7 0-15,5 0 0 0,3 1 0 0,2-4 0 16,8 2 0-16,1 0 0 0,3 0 0 16,3-2 0-16,0-4 0 0,3 0 0 0,0-2 0 15,-2-1 0-15,-1-6 0 0,-1-2 0 16,-1-1 0-16,1-1 0 0,0-3 0 16,-1-2 0-16,-3 2 0 0,-1-2 0 15,1-2 0-15,-5 0 0 0,3-3 0 0,-1 1 0 16,-4 1 0-16,-1-6 0 0,8 7 0 15,-8-7 0-15,2 7 0 0,-2-7 0 0,0 0 0 16,3 3 0-16,-3-3 0 0,0 0 0 16,-25-24-956-16,12 13-2 0,-2 0 94 15,2 0-977-15,-1-1-1267 0</inkml:trace>
  <inkml:trace contextRef="#ctx0" brushRef="#br0" timeOffset="121631.86">22193 11093 5241 0,'-9'0'73'0,"9"0"31"0,-14 0 24 0,14 0 41 0,-9-4 25 0,9 4 5 0,0 0 2 0,-9-2-14 16,9 2-21-16,0 0-17 15,0 0-19-15,22-16-13 0,-5 9-20 0,17-1-42 16,9-2-47-16,11-3-54 0,7 2-66 16,0-1-61-16,0-2-65 0,2 0-73 0,1-3-52 15,1-2-28-15,-3-3-20 0,-1-1 0 16,-3-4 19-16,-8 2 40 0,-1-2 70 0,-10-2 77 15,-10 9 82-15,-6 1 72 0,-8 4 51 16,-5 1 38-16,-6 0 47 0,-4 4 36 0,-4-2 23 16,-6 2 18-16,-5-1 15 0,-6 4 10 15,-2 3 1-15,-3 2-4 0,-1 2-3 0,-7 6-9 16,5 1-12-16,2 7-7 16,4 3-6-16,9-1-6 0,1 2-4 0,12 0-11 15,2 0-2-15,9 11 0 0,9-1-12 16,8 7-5-16,7-2 10 0,4-1-15 0,4-3-9 15,-4 0-12-15,0-2-1 0,-2-1-14 16,-7-5 7-16,-4-1 26 0,-8-2 6 0,-6-4 28 16,-1-2 24-16,-4 1 33 0,-6-1 18 15,-2 2 14-15,-4-1-84 0,-5 5-138 0,-11 1 0 16,0 3 0-16,-4-5 0 0,-1 0 0 16,0-2 0-16,-2-3 0 0,8-2 0 0,3-3 0 15,4-3 0-15,3-1 0 0,1 0 0 16,-2-6 0-16,12 3 0 0,-11-10 0 15,8 0 0-15,3-2 0 0,1-7 0 0,3-4-64 16,7-10-454-16,5 2-16 0,1-2 33 16,4 4 36-16,2 0 50 0,-3 1 52 15,5 4 49-15,-2 2 55 0,-3 6 65 0,-7 4 56 16,-2 0 58-16,-3 5 45 0,-1 1 24 16,-1 2 55-16,-6 4 81 0,0 0 49 0,14 9 36 15,-12-1 16-15,0 1 27 0,-2 4 12 16,0 3-11-16,0 1-13 0,0 3-18 0,0-1-18 15,1-1-19-15,3 0-18 0,2 2-15 16,1-2-11-16,1 0-13 0,3-5-12 0,4 1-11 16,3-5-11-16,1-1-7 15,3-4-7-15,1-3-7 0,2-2-8 0,-2-3-6 16,2-1-2-16,-4-3-7 0,-2-2 2 16,-2 0-9-16,-2-3-44 0,-3-4 0 0,-7 3 0 15,2-4 0-15,-6-2 0 0,-1-1 0 16,0-4 0-16,-3-9 0 0,-6 1 0 0,6 6 0 15,-1 5 0-15,0 8 0 0,1-1 0 16,1 4 0-16,-4 3 0 0,0 0 0 0,-2 4-183 16,3 4-125-16,5 0-94 0,-16-3-91 15,16 3-86-15,-13 6-125 0,13-6-89 0,-5 7 82 16,5-7-656-16,0 0-820 0</inkml:trace>
  <inkml:trace contextRef="#ctx0" brushRef="#br0" timeOffset="122031.85">23550 11042 3538 0,'4'9'-62'0,"-2"0"48"0,0-2 53 0,-2-5 58 0,0-2 49 0,0 7 47 0,0-7 26 0,0 0 16 0,1 7 9 16,-1-7-10-16,0 0-26 0,0 0-5 15,0 0-11-15,20-2-7 0,-20 2-6 0,13-8-5 16,-4 3 7-16,-1-5-10 0,2-1 1 16,-1-1-15-16,-3 0 0 0,2-3-6 0,-3-6-18 15,-1 1-6-15,0-4-6 0,-3-2 1 16,-1 2-2-16,0-1 2 0,0 6 4 0,-1-4-5 15,-1 7-8-15,0-1-26 16,2 4-87-16,-2 2 0 0,0 2 0 0,2 0 0 16,0 2 0-16,0-2 0 0,0 9 0 15,4-10 0-15,0 7 0 0,-1-2 0 0,7-1 0 16,3 3 0-16,5-2 0 0,-1 1 0 16,4-1 0-16,-4 3 0 0,2 2 0 0,-2 0 0 15,2 2 0-15,-2 3 0 0,3 2 0 16,-5 5 0-16,-2 2 0 0,0 3 0 0,0 7 0 15,-2-1 0-15,-4-1 0 0,-2-1 0 16,-3 2 0-16,2 1 0 0,1 0 0 0,-5-2 0 16,5 1 0-16,-3-4 0 15,0-1 0-15,0-2 0 0,0-1 0 0,-1-3-313 16,-1-3-81-16,2-2-69 0,4-4-67 16,-6-3-94-16,0 0-145 0,17-8 21 0,-7-5 74 15,2-3-576-15,4-12-712 0</inkml:trace>
  <inkml:trace contextRef="#ctx0" brushRef="#br0" timeOffset="122399.78">24262 10024 3388 0,'0'-64'-31'16,"-1"14"59"-16,-3 13 81 0,-2 4 71 15,5 8 43-15,-3 6 10 0,-2 5-17 0,4 4-22 16,0 7 44-16,2 3 59 0,0 0 9 16,-8 32 14-16,6 6 4 0,2 18-3 15,-1 9 10-15,4 1-17 0,1 6-16 16,0 3-27-16,2 1-30 0,2-1-22 0,-1-3-48 15,0-1-171-15,4-7 0 0,-4-2 0 16,-2-5 0-16,1-3 0 0,-4-12 0 0,-2-1 0 16,0-6 0-16,-6 2 0 0,1-4 0 15,-3-10 0-15,0-2-120 0,-3-2-232 0,0-5-56 16,1-2-25-16,-3-4 0 0,2-4 21 16,-1-3 43-16,-1-2 56 0,13 1 57 0,-23-6 56 15,13 3 77-15,-2 0 89 0,5 1 73 16,-2-2 63-16,9 4 55 0,-14-3 44 0,7-1 34 15,7 4 13-15,-8-3 1 0,8 3-10 16,2-8-14-16,-2 8-22 0,13-11-22 16,-1 3-19-16,1 0-12 0,1 0-22 15,0-3-56-15,0 3-74 0,1-1-108 0,-2 3-108 16,-3 0-126-16,1 0-132 0,1 2-157 16,-2 0-157-16,-10 4 72 0,12 3-655 0,-12-3-828 15</inkml:trace>
  <inkml:trace contextRef="#ctx0" brushRef="#br0" timeOffset="122765.34">24974 11304 4044 0,'-61'14'21'0,"-14"3"47"0,-26 2 54 0,-13 6 40 0,-16-1 25 0,-16-1 19 0,-64 14 25 0,-16 0 22 0,-18 3 14 0,-22 6-13 16,-22 1-3-16,-10 5-7 0,-12 0 3 15,-6 1-9-15,8 5-8 0,3 4-26 0,13-2 1 16,14-4-17-16,18 1-17 0,27-7-14 16,19-2-8-16,65-15-57 0,15-2-92 0,14 0 0 15,23-6 0-15,27-6 0 0,13-2 0 16,7-3 0-16,18-2 0 0,8-4 0 15,2-3 0-15,7-1 0 0,4 1 0 16,0 0 0-16,0 2 0 0,8-4 0 0,-1 4 0 16,0-2 0-16,4-5-163 0,2 10-205 15,4-4-74-15,-1-1-82 0,4-2-96 0,2 1-203 16,3-4 43-16,0 0 89 0,-1 0-595 16,7-4-744-16</inkml:trace>
  <inkml:trace contextRef="#ctx0" brushRef="#br0" timeOffset="123551.71">26252 9250 3724 0,'0'-3'-55'0,"0"3"6"0,0 0 7 0,-15 16 31 0,-4 9 40 0,-9 18 52 0,-11 25 49 15,-6 9 35-15,-4 11 36 0,-3 16 25 0,-9 10 20 16,-21 37 10-16,-1 6-8 0,4-2 20 15,0-2-13-15,18-35 2 0,-12 31-2 0,17-34 3 16,4-5-4-16,4-6-16 0,9-5-19 16,1-4-14-16,5-6-20 0,3-8-18 0,7-21-14 15,0-6-16-15,2-3-12 0,4-3-59 16,0-14-66-16,3 0 0 0,0-6 0 16,-2-2 0-16,7-9 0 0,-2-2-117 15,6-6-147-15,-1-4-114 0,5-2-107 0,1-3-98 16,0 0-144-16,3-26-75 0,17-3 84 15,8-21-682-15,19-20-853 0</inkml:trace>
  <inkml:trace contextRef="#ctx0" brushRef="#br0" timeOffset="124114.52">26201 10480 3730 0,'3'-33'-15'15,"3"6"39"-15,-3 5 49 0,-1 6 38 0,-2 3 8 16,0 1 12-16,-5 7 42 15,5 5 46-15,0 0 32 0,-45 29 12 0,11 8 9 16,-4 7-6-16,-3 8-5 0,-4 10-14 16,9-12-20-16,2 5-22 0,7-4-16 0,4 0-19 15,7-7-17-15,7-6-26 0,3-4-14 16,2-5-11-16,4-7-7 0,6-3-12 0,0 1-5 16,5-5-6-16,2-2-3 0,0-7-7 15,7 0-3-15,-1-6-9 0,9-4-5 0,11-6-22 16,6-8-17-16,1-2-6 0,1-7-13 15,0-8-4-15,-6-2 3 0,-3-8 2 16,-3-5 0-16,-3-5 2 0,-3-4-2 0,-5 0 4 16,-3 0-4-16,-10 0 5 0,-2 6-13 15,-7 13 8-15,-4 15 3 0,-9 4-4 16,-5 8-4-16,-9 7 10 0,-15 10-2 0,-12 8 0 16,1 12 5-16,2 8 10 0,3 11 3 15,-6 15-3-15,16-9 0 0,5 2 1 16,11 0 1-16,4-3-4 0,13-7 4 0,4 1-2 15,11 5 3-15,5-1 5 0,4-2 2 16,10-1-5-16,-1 3 10 0,-3-3 9 0,4-4 8 16,-1 0 6-16,1 1 16 0,-7-5-8 15,-3-3-52-15,-5-2 0 0,-4 0 0 0,-2-6 0 16,-7-4 0-16,0 0 0 0,-6-2 0 16,0 2 0-16,-5 0 0 0,-3-2 0 15,-4 7 0-15,-7-7 0 0,0 1 0 0,-3-3 0 16,-2-2 0-16,-5-3 0 0,0-2 0 15,3-4 0-15,2-3 0 0,0-2 0 16,3-4 0-16,-11-4 0 0,3-7 0 0,-4-11 0 16,13-3 0-16,4 0 0 0,6 0 0 15,7-3-477-15,2 6-542 0,6 6 107 0,4-1-1055 16,-3 4-1385-16</inkml:trace>
  <inkml:trace contextRef="#ctx0" brushRef="#br0" timeOffset="124780.69">26403 11361 5582 0,'0'0'-160'0,"-4"6"45"0,4-6 53 0,0 0 32 0,0 0 25 0,0 0 17 0,0 0 7 16,21-27 7-16,-9 12-5 0,4-7-4 0,6-4 2 15,-3-3 1-15,-1-2 11 0,7-8 10 16,-2 0 11-16,-8 7 9 0,3 1 17 0,-3 1 25 15,-5 2 10-15,-1 9 10 0,-3 2 7 16,-3 4 8-16,4 4-9 0,-5 1-7 16,-1 0-13-16,1 2-14 0,2 0-19 15,-4 6 4-15,0 0-1 0,0 0-1 0,0 0-2 16,0 0-11-16,-6 26-15 0,5-15-6 16,-1 6-1-16,4-6-6 0,-1 7-3 0,1-3-2 15,4 1 3-15,-3-1-14 0,3-1-17 16,1-2 3-16,0-1 0 0,-2-2-22 0,3-2-10 15,1-2-24-15,-1 1-21 0,2-6-13 16,-10 0-8-16,26-7 7 0,-13-1 10 16,5-5 5-16,5-8 11 0,-3 1 4 0,2-1 7 15,-5 3 11-15,-2 2 17 0,-4 2 19 0,-3 6 21 16,2-2 7-16,-7 6-6 16,3-1-3-16,-3 0-9 0,-3 5 8 0,11-2 29 15,-11 2 13-15,5 10-10 0,-3 1 3 16,0 1-13-16,0 3 2 0,0 5-5 0,-2-2-5 15,1 1-1-15,-1-1 1 0,0 2-8 16,0-2-5-16,2 0-35 0,0-5-26 0,0 1-19 16,0-2-9-16,2-3-17 0,-2 3-17 15,6-6-15-15,-5-1-7 0,7-3-5 0,-10-2 1 16,15 0 18-16,-2-4 10 16,1 0 14-16,-1-5 7 0,5-3 22 0,0-7 17 0,1-3 19 15,3-3 23-15,-2 4 26 0,-1 0 24 16,-6 7 7-16,-1 2-3 0,-2 3-11 15,-3 5-5-15,0 2-7 0,-7 2 1 16,7 10-4-16,-5 0-3 0,-2 7-3 0,-4 2-20 16,-1 5-25-16,-4 8-35 0,2 1-51 15,1-7-59-15,1-3-71 0,1-1-57 0,-1-5-33 16,3 0-23-16,2-7-27 0,2-1-30 16,3-4-50-16,1-2-27 0,-6-3-30 15,12 2-314-15,-12-2-316 0</inkml:trace>
  <inkml:trace contextRef="#ctx0" brushRef="#br0" timeOffset="125280.59">27295 11188 2151 0,'5'-16'-58'0,"-1"3"18"0,0-1 15 0,-2-1 18 0,4 1 12 15,-2 2 7-15,-3 1 3 0,5 1-7 0,-2 0-6 0,-1 1-20 16,4-1-25-16,-2 0-23 0,5-2-5 0,2 1-13 16,-3 0 9-16,6-3 31 0,-2 0 43 15,2 1 37-15,-1 6 43 0,-7 0 32 0,3 0 21 16,-5 2 10-16,4 1 20 0,-9 4 59 15,7-3 34-15,-7 3 23 0,0 0 17 0,0 0 12 16,-6 24 15-16,1-15-11 0,-3 6-9 16,0-2-19-16,1 5-18 0,-1-4-35 15,2 3-21-15,0-2-19 0,4-3-17 16,-1-2-22-16,1 0-11 0,-2 1-17 0,2-3-7 16,2 2-17-16,0-10-15 0,2 10-35 15,4-6-30-15,-1-1-42 0,-5-3-33 0,18-3-36 16,-7 0-33-16,3-4-32 0,2-3-25 15,8-9-10-15,-3-3 13 0,-1-6 8 0,9-9 22 16,-2-5 11-16,-1-7 14 0,5-6 10 16,5-19 19-16,-2-5 18 0,3-6 17 0,-1-2 15 15,0-1 5-15,-4-3 19 0,3 1 19 16,-5 10 25-16,-10 25 41 0,-4 9 31 16,-4 14 5-16,-4 9-10 0,-3 9-8 0,-3 9 44 15,-4 6 36-15,2-1 9 0,-23 39 4 16,1 5 23-16,-3 11-3 0,-9 22 3 15,0 7-16-15,-3 0-20 0,0 2-15 0,7-7-13 16,1 0-11-16,6-19-16 0,3-1-9 16,2-2-10-16,4-5-35 0,-2-2-31 0,7-18-38 15,-1 1-33-15,6-9-45 0,0-7-37 16,2-4-43-16,2-2-62 0,0-6-86 16,4-1-73-16,-4-4-45 0,0 0-36 0,0 0-35 15,18-20-6-15,-15 9 14 0,3-1 88 16</inkml:trace>
  <inkml:trace contextRef="#ctx0" brushRef="#br0" timeOffset="125430.45">27644 10972 2830 0,'0'-17'-43'0,"0"0"68"0,-2 3 60 0,2-1 62 0,0 0 45 0,0 1 40 0,2-4 24 0,1-5 18 0,7-6 3 16,1-1-3-16,5-3-13 15,3 3-13-15,5-6-26 0,1 10-31 0,-2 1-29 16,0 5-23-16,2 1-48 0,-3 2-64 16,-1 7-80-16,-6 1-93 0,-1 3-116 0,-5 2-99 15,1 2-88-15,0 2-117 0,-10 0-80 16,7 10 61-16,-9 1-375 0,-3 7-438 0</inkml:trace>
  <inkml:trace contextRef="#ctx0" brushRef="#br0" timeOffset="125567.69">27737 10862 2732 0,'-10'18'43'0,"3"-5"28"15,-1 1 32-15,4-4 40 0,-1 1 32 0,-2-3 29 16,6 0 15-16,-5 1 17 0,2 1-18 16,3 1-20-16,-1-1-20 0,-2 0-15 15,0 0-19-15,2 1-32 0,1-1-58 0,-2 0-83 16,3-1-135-16,-2-1-159 0,4 0-186 15,-2-8-137-15,6 8 71 0,5-3-359 0,2-3-415 16</inkml:trace>
  <inkml:trace contextRef="#ctx0" brushRef="#br0" timeOffset="125914.57">28381 10565 2520 0,'-6'-3'-2'16,"6"3"32"-16,0 0 32 0,0 0 44 16,-24 8 40-16,12 2 33 0,-1-2 11 15,0 5 19-15,-1 5 2 0,-5 2-8 0,5 1-15 16,7-4-14-16,0 4-13 0,3-2 2 16,-1-3 0-16,5 3-3 0,0 0-13 0,5 0-12 15,-1 3-11-15,-1-1-9 0,3 3-1 16,-2-3 8-16,-3 2-3 0,3 0-1 0,-2-1 3 15,-2-1 9-15,-4 4 18 16,2-4 22-16,-5-2 11 0,0 1 9 0,-4-1 7 16,4-3-2-16,-4-1-5 0,-1-1-12 15,-1-2-16-15,-3-1-15 0,0-2-16 0,0-2-11 16,-1-3-46-16,2-2-74 0,0 0 0 16,-3-4-70-16,5-2-178 0,0-2-162 0,5-6-180 15,4-2-202-15,4-4-57 0,0 0 82 16,8-3-752-16,6-8-963 0</inkml:trace>
  <inkml:trace contextRef="#ctx0" brushRef="#br0" timeOffset="126247.48">28474 10868 4145 0,'0'0'-76'0,"0"0"82"0,0 10 68 15,0-10 72-15,-5 15 45 0,1-5 37 16,-4 2 6-16,4 3-1 0,-1-1-21 15,1 0-19-15,-2-3-17 0,6 4-17 0,-2-2-20 16,2 1-8-16,0-2-9 0,4 0-13 16,0 0-16-16,1-1-5 0,3-1-11 15,0-2-22-15,1-1-20 0,2-3-13 0,1-1-11 16,-1-3-13-16,-11 0 6 0,24-1-4 16,-15-5 1-16,1 4-1 0,-1-6-2 15,0-1 0-15,-1-5 1 0,-2-6-1 0,0 0 0 16,-1-3-2-16,-1-11 3 0,-2 9-3 15,0 2 4-15,-2 4-8 0,-4 4-7 0,0 5 6 16,-5 0-8-16,-5 2-16 0,1 4-27 16,-2 4-67-16,-6 0-110 0,2 4-151 0,-4 4-169 15,-4 6-216-15,-2 3 70 0,5 6 80 16,5-2-478-16,8-3-572 0</inkml:trace>
  <inkml:trace contextRef="#ctx0" brushRef="#br0" timeOffset="126714.35">28648 11211 3234 0,'0'0'169'0,"0"0"26"0,0 0 23 0,0 0 24 16,4-19 22-16,-4 19 4 0,3-14-22 16,-1 7-19-16,2-3-24 0,0 0-22 0,-3 2-15 15,6-2-18-15,-3-1-13 0,-1-1-14 16,3-2-16-16,-1-2-10 0,-1 0-10 0,0-1-9 15,-1 0-3-15,-2-5-12 0,1 0-7 16,0-1-2-16,-2 3-8 0,-2-1-3 0,2 2-6 16,0 2-4-16,-2 2-7 0,1 3 0 15,-4 0-12-15,1 1-1 0,-1 4 0 16,-3 2 2-16,8 5-7 0,-14-2 3 16,14 2-5-16,0 0-3 0,-16 0 6 0,16 0 2 15,0 0 9-15,0 0 3 0,0 0 0 16,0 0 4-16,20 17 1 0,-4-9 2 0,1-2 2 15,6 3-1-15,-2-3 4 0,7 11 2 16,1-5 13-16,-8 1 0 0,-6-1 13 0,1 4 11 16,-1 6 14-16,-4 4 1 15,-3-4-1-15,-4-1-3 0,-2 0-8 0,-2-3-11 16,-2 7-6-16,0-4-7 0,-2 1-5 16,2 3-6-16,1-8-6 0,-4-1-27 0,3 1-31 15,0-5-37-15,-2 1-38 0,4-5-38 16,0 1-45-16,0 0-60 0,0-4-98 15,0-5-108-15,6 6-98 0,-6-6-111 0,0 0-124 16,0 0 75-16,23-20-617 0,-12 5-779 16</inkml:trace>
  <inkml:trace contextRef="#ctx0" brushRef="#br0" timeOffset="127082.62">29272 10108 3899 0,'0'-22'25'0,"0"8"-1"0,2 5 19 0,3 9 71 0,-5 0 63 0,0 0 47 0,9 52 45 0,-5-11 25 16,-4 21 1-16,-2 7-5 0,-7 5-4 15,-5 17-16-15,1-17-18 0,-6 11-23 0,4-14-20 16,-5-2-19-16,3-2-20 0,-3-5-17 16,0-4-14-16,1-4-18 0,-2-7-33 0,8-11-43 15,-2-4-53-15,-1-3-67 0,5-6-78 16,4-4-65-16,0-5-60 0,0-5-70 0,1 0-52 15,3-5-51-15,-3-4-42 0,6 0-5 16,0 0 28-16,-12-11 58 0,6 2 94 0,3 0 105 16,1-4 80-16,-2 0 75 15,2 1 64-15,-1 1 73 0,1 0 75 0,0 4 48 16,-3-1 45-16,3-2 29 0,2 10 25 16,0-13 15-16,0 6-3 0,0 7-24 0,11-11-28 15,0 3-18-15,2 1-27 0,2 0-24 16,5-1-28-16,0 1-59 0,7-7-86 0,-4 7-114 15,-4 0-131-15,0 2-157 0,-2 0-164 16,-4 3-215-16,1-1 51 0,-1 6 72 0,-4-1-483 16,3 3-592-16</inkml:trace>
  <inkml:trace contextRef="#ctx0" brushRef="#br0" timeOffset="127363.39">29500 11262 3015 0,'0'0'37'0,"0"0"3"16,0 0 8-16,-34 10 47 0,-3 0 46 0,-16 4 45 15,-12 5 44-15,-21 5 47 0,-9 5 34 16,-8-4 37-16,-16 7 11 0,-8-6 14 0,-14 1 7 16,-14-3-5-16,-4 0 6 0,-3-4-6 15,-4-1-30-15,6 0-9 0,11-2-27 0,16 0-79 16,17 2-230-16,17-2 0 0,28-1 0 15,10-3 0-15,8 0 0 0,14-4 0 0,9 0 0 16,6-1 0-16,2-4 0 16,9 2 0-16,1-3 0 0,1 2-278 0,-1-3-427 15,3-1-242-15,2 1 74 0,7-2 92 16,0 0-786-16,0 0-1009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9-20T02:50:24.46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22261 5960 882 0,'-22'-5'220'0,"5"1"-52"0,-5 2-18 0,6 2 9 0,-4-3-12 16,-1 2-2-16,3-1-12 0,-5 0-9 0,-1 2 18 16,2-2 14-16,3 0-1 0,-2 1-1 15,0 1-4-15,2 0 0 0,0-2 1 0,4 2 3 16,-3 0-2-16,5-2-3 0,-1 2-7 15,2 0-10-15,12 0-13 0,-24-1-10 16,15 1-14-16,9 0-3 0,-14 0-11 0,14 0-7 16,-11 0-6-16,11 0-10 0,0 0-2 15,0 0-4-15,0 0-5 0,0 0-6 16,61-2 1-16,-15-3-9 0,19 1 0 16,9-4-3-16,31-2-3 0,14-3-3 0,6 0-4 15,16-3-1-15,18-1-3 0,59-6-1 16,7-1-3-16,2 7-3 0,7-5-1 0,1 3 3 15,3 5-5-15,-1-3 0 0,-8 5-6 16,-3-1 8-16,-55 3-2 0,3-1-3 0,-3 1 1 16,-3 2-6-16,-10 1-3 0,-12-7 5 15,-13 4-35-15,-16 1 5 0,-6 1 6 0,-29-1 0 16,-4 2 1-16,-7 2 6 16,-5 0 3-16,-14 2 1 0,-9-1-2 0,-3 1 4 15,-9-2 0-15,-8 5-7 0,-6-2-11 16,-2 0-49-16,-3-1-81 0,-5 1-82 0,-1 0-60 15,-6 2-67-15,6-8-144 0,-6 8-65 16,-4-10 61-16,-5 8-204 0,-9-2-212 0</inkml:trace>
  <inkml:trace contextRef="#ctx0" brushRef="#br0" timeOffset="1549.9">21745 6030 1933 0,'7'-6'-35'0,"-6"-3"25"0,3 3 29 0,-4 6 20 0,4-6 18 0,-4 6 10 0,2-6 2 16,-2 6-3-16,0 0-6 0,0 0 2 15,0 0 18-15,0 0 21 0,0 0 11 16,7 20 17-16,-7-7 9 0,0 7 0 16,2 3 7-16,-2 0-2 0,0 4-10 15,2 0-3-15,-2 9-13 0,1-6-5 0,-1-5-13 16,2 0-3-16,0-1-9 0,1-5-5 16,-1-1-11-16,0 1-4 0,-2-5-5 0,2-1-7 15,-1-1-5-15,-1-1-6 0,2-1-2 16,-2-3 2-16,2 1-6 0,0-1-10 0,-2-7 1 15,0 10-4-15,0-5-3 0,0-5-1 16,2 11-5-16,0-8 3 0,-2-3-4 0,1 9 1 16,5-4-3-16,-2 0 2 0,6 0 1 15,-3 0-8-15,6-1 4 0,7-1-1 16,5 0-2-16,1-1-1 0,18 0-3 16,0 1 1-16,7-1-3 0,12 0-1 0,4-1-3 15,5-1 1-15,2 0-9 0,1 2-10 16,1-2-4-16,0 0 1 0,8 2 8 0,2 0-1 15,6-2 2-15,-1-2 2 0,23 0 3 16,2-1-2-16,1-1 1 0,-5-3 4 0,0-1-3 16,3-1 4-16,-3-1 1 0,5-3 0 15,-5 0 1-15,2 1-2 0,3 1 1 16,-3-1-2-16,4-1 2 0,-6 3-1 16,1 2 4-16,-25 2-3 0,18 0 2 15,-16 1 2-15,-5 1 0 0,3 1 0 0,-2 0-3 16,2 1-4-16,-2-2 10 0,2 2-8 15,-2-2 6-15,6 2 1 0,-2-2-4 0,-3-1 3 16,22-1-3-16,-1-2-3 0,-20 4 4 16,0 2 1-16,-6-1-2 0,-1 0 0 0,-8 3 3 15,-1 0-4-15,-9 2 2 0,-15-2 1 16,-8 0 0-16,-8 1-4 0,-8-1 4 0,-5 3-1 16,-4-3 2-16,-1 0 1 0,-2 0 2 15,1 0 1-15,-4 0 1 0,-9 0 0 16,14 0 7-16,-14 0 9 0,16 0 1 15,-16 0-5-15,17 0-2 0,-17 0-1 0,17 0 4 16,-6 0-10-16,-11 0 2 0,22 0 1 16,-13 0-4-16,-9 0 2 0,19 0-7 0,-9 0 4 15,-10 0-1-15,19 0-2 0,-19 0 3 16,18 0-1-16,-9 0 0 0,-9 0-5 0,18-4 1 16,-4 4 2-16,-1-4-2 0,1 0-1 15,3 1 3-15,-2 1-2 0,0-6-6 0,3 4 7 16,-5-4-1-16,0 4 3 0,0-5 23 15,-1 1 18-15,-2-4 7 0,-1 0 1 16,-4-1 11-16,0-4 0 0,-1-2-4 0,-4-7-5 16,-2-10-3-16,-2 1-7 0,-1-6-2 15,4-2-9-15,-3-1-4 0,-2-2-2 16,5 1-5-16,-3 5-1 0,2-1-4 0,-2 3-2 16,3 1-3-16,-1 11-1 0,-1 2 1 15,1 7-2-15,-2 0 3 0,4 5-4 16,-2-1 1-16,2 4-3 0,0 1 0 0,0-1-3 15,-1 0 0-15,1 3 1 0,0 6-4 16,0-11-1-16,0 11 2 0,0-8-2 0,-2 2-1 16,2 6-2-16,0-8 0 0,0 8 0 15,0 0 2-15,0-8-3 0,0 8 3 0,0 0-4 16,-2-7 2-16,2 7 2 0,0 0-3 16,-4-6 0-16,4 6 3 0,0 0-2 15,0 0 1-15,-5-4 0 0,5 4 2 16,-20-4-2-16,7 4 3 0,-10-2 1 0,-4 2 1 15,-19 0 12-15,-1 2 0 0,-3 2 1 16,1-1-3-16,-10 4-2 0,13-5-1 0,1 4 0 16,4-3-3-16,1 5-36 0,14-2-71 15,2 0-112-15,8-3-128 0,-2 2-150 16,5-3-257-16,1-2 63 0,1 0 83 0,-2-7-396 16,-8 0-469-16</inkml:trace>
  <inkml:trace contextRef="#ctx0" brushRef="#br0" timeOffset="3232.72">17999 6561 2613 0,'-8'-8'-52'0,"5"1"31"0,-4 0 38 0,2 0 35 0,1 1 28 15,-2-3 17-15,5 2 32 0,-3-1 35 0,4 8 11 16,-7-12 7-16,6 7-3 0,1 5-15 0,-6-11-19 16,6 11-12-16,0 0 30 0,0 0 18 15,0 0 3-15,0 0 5 0,7 41-4 0,-2-19-6 16,-1 2-16-16,-1 7-10 0,3-3-17 15,0 2-10-15,-1-3-7 0,2-5-10 0,-4-1-15 16,3-4-5-16,-2-2-13 0,-3 0 0 16,1-3 18-16,0-3 21 0,0 0 26 0,0-3 11 15,-2-6 6-15,0 7-17 0,0-7-16 16,0 0-12-16,0 0-12 0,0 0-6 0,-21-25-13 16,13 6-10-16,4-5-9 15,-3-10-10-15,1-3-5 0,6 6-10 0,2 4-1 16,0 2-6-16,0 2-3 0,0 4-5 15,2 2-1-15,-3 2-9 0,3 4 3 0,4 1-3 16,0 3-2-16,1 2-3 0,5 3 2 16,-1 2-1-16,-13 0-3 0,38 9 0 15,-21-2-2-15,5 3-2 0,-6-1 0 0,2 3-5 16,-7-4 6-16,3 3-7 0,-3-1-1 16,-4-2-3-16,3-1 2 0,0-2 2 0,-5-2 0 15,1 3 2-15,-6-6 1 16,0 0-3-16,0 0 0 0,0 0 0 0,23-16 0 0,-16 5 1 15,0 0-1-15,0 2 2 16,0-2 1-16,1 2-3 0,-3 2-4 0,4 0 1 16,-4 2 4-16,4 2 2 0,-9 3-5 15,20-4 0-15,-20 4 4 0,20 5 4 0,-6 1-3 16,1 0-2-16,-1 3-1 0,-3 0 1 16,3-1-38-16,-3 1-37 0,0-1-62 0,-1 2-54 15,-1-1-72-15,-2-1-95 0,1 2-95 16,-3-6-102-16,2 2-132 0,-3-3-82 0,-4-3 71 15,7 6-574-15,-7-6-734 0</inkml:trace>
  <inkml:trace contextRef="#ctx0" brushRef="#br0" timeOffset="3616.04">18657 6379 3545 0,'0'0'18'0,"5"-8"31"0,-5 8 11 0,9-4-3 0,-1 4 52 16,-8 0 34-16,15 6 31 0,-3 0 8 15,0 0 6-15,0 5-11 0,1 2-4 0,1 1-7 16,-3 1 0-16,1 4-4 0,-2-2-6 16,-5 2-5-16,-1 3-5 0,-2-5-16 0,-2 0-10 15,-2 0-12-15,-4 1-10 16,1-3-3-16,-4 1-14 0,-2-4-9 0,0-3-10 16,-3-1 1-16,0-3-12 0,-2-5-11 15,-1-3-3-15,0-7-7 0,-5-9-2 0,0-8-7 16,7-2-3-16,2-3-2 0,3-1-3 15,2 3 0-15,4 7-3 0,4 5-2 0,0 6-1 16,2 1-2-16,0 4 2 0,6 3 8 16,2 0-10-16,-10 4 6 0,23 2-4 15,-8 3 11-15,2 0 1 0,2 4 5 0,2 1-10 16,6 3 5-16,-1 3-1 0,1-2-7 16,-2 1 5-16,-5-5-6 0,-2 0-3 15,-3-3-19-15,-5-2-46 0,-1 1-58 16,2 0-67-16,0-2-93 0,-6 0-110 0,-1-1-109 0,-4-3-145 15,0 0-107-15,0 0 72 16,0 0-536-16,0 0-675 0</inkml:trace>
  <inkml:trace contextRef="#ctx0" brushRef="#br0" timeOffset="3882.9">18944 6299 3422 0,'5'-7'47'0,"4"3"38"0,-6 0 11 15,5 2 17-15,-8 2 28 0,13-2 35 16,-13 2 19-16,19 4 14 0,-8 2 2 0,7-1 0 15,-5 3-12-15,2 4-15 0,-2 1-2 16,-1 3-8-16,-1 1-3 0,-1 1-4 16,-7 2-5-16,-3-1-13 0,0 1-14 15,-3 3-12-15,-7 6-9 0,-1-5-15 0,-1 1-4 16,-1 1-12-16,0-7-5 0,0-4-14 16,2 1-28-16,0-7-23 0,2-1-48 15,4-4-46-15,-4-2-60 0,9-2-59 0,0 0-62 16,0 0-65-16,-11-17-53 0,13 5-63 15,4-7-76-15,4-1-114 0,5-7-16 0,0 1 53 16,6-1-380-16,0 3-452 0</inkml:trace>
  <inkml:trace contextRef="#ctx0" brushRef="#br0" timeOffset="4116.13">19263 6251 2643 0,'3'-10'-7'0,"-1"-2"45"0,0 3 32 16,-2 3 33-16,0 6 46 15,0-12 23-15,0 12 6 0,0 0-4 0,-4-6-5 16,4 6-1-16,0 0 7 0,0 0 2 15,-25 26 9-15,11-9-1 0,0 5-3 0,5 1-8 16,-2-3-14-16,8 1-11 0,-1-2-10 16,4 0-12-16,4-3-9 0,1 5-7 15,5-3-16-15,0-1-9 0,1-3-6 0,1-4-9 16,-1-2-7-16,0-1-5 0,1-2-10 16,1-1-3-16,-1-1-10 0,-1-1-28 15,-11-2-52-15,21-2-60 0,-21 2-87 16,22-1-104-16,-10-3-109 0,-4 2-127 0,-3-1-180 15,-5 3 49-15,14-5-492 0,-8 3-620 16</inkml:trace>
  <inkml:trace contextRef="#ctx0" brushRef="#br0" timeOffset="4450.95">19480 6183 3204 0,'0'0'15'16,"-4"-9"61"-16,4 9 45 0,-2-8 32 0,2 8 25 15,-3-7 10-15,3 7-2 0,0 0-11 16,0 0 25-16,0 0 19 0,0 0-4 15,9 17-11-15,-6-2-6 0,1 1-15 0,2 8-17 16,-3 0-16-16,-1 9-15 0,5 0-8 16,-4-4-24-16,-1-4-22 0,0-1-48 15,0-2-69-15,0 0-75 0,0-4-93 16,-2-1-112-16,1-4-104 0,-1-1-124 0,0-3-170 16,0-1 70-16,0-8-486 0,0 0-597 15</inkml:trace>
  <inkml:trace contextRef="#ctx0" brushRef="#br0" timeOffset="4616.26">19514 6099 3012 0,'-6'-14'91'15,"0"4"60"-15,0 0 36 0,3 2 18 16,-1 4 8-16,0-1 1 0,4 5-19 16,-3-7-16-16,3 7-22 0,-6-5-20 15,6 5-24-15,0 0-59 0,0 0-97 0,0 0-127 16,0 0-143-16,0 0-185 0,9 25-136 15,-1-16 62-15,-3 0-339 0,5-1-392 16</inkml:trace>
  <inkml:trace contextRef="#ctx0" brushRef="#br0" timeOffset="4932.72">19725 6024 2796 0,'0'0'148'0,"-12"-3"21"0,12 3-1 0,-11 0 7 16,11 0 13-16,-14 5 11 0,3 5-6 15,2 0-5-15,-2 5-10 0,3 3-15 16,0 2-13-16,-3 6-12 0,5 1-19 0,2-5-8 0,2-3-9 16,0 0-12-16,2-2-8 15,2 3-8-15,4-6-7 0,0 1-4 0,0 2-7 16,1-1-6-16,2-3-5 0,2-1-3 16,-4 2-1-16,2-1-6 0,0-1 6 0,-4 2 17 15,1-1 19-15,-3-1 13 0,-3 1 21 16,0-2-2-16,0 1 2 0,-1 0-3 15,-3-2-17-15,-2 1-6 0,0-1-3 0,-2-1-15 16,1-3-3-16,0 3-14 0,-4-4-32 16,0-1-42-16,2-2-52 0,9-2-57 15,-23-4-75-15,14 0-96 0,-3-4-106 16,1-1-126-16,0-1-199 0,2 0 22 0,0-2 86 16,5 3-470-16,1-1-568 0</inkml:trace>
  <inkml:trace contextRef="#ctx0" brushRef="#br0" timeOffset="5467.71">19975 6268 2963 0,'-4'-7'78'16,"1"1"51"-16,-3 0 46 0,-1 0 29 15,4-1 13-15,-3 2 1 0,6 5-12 0,-11-6-19 16,11 6-6-16,0 0-7 0,-16 11-17 16,13-2-13-16,-1 3-11 0,0-1-13 0,4 3-10 15,0-1-11-15,0 3-8 0,2 1-11 16,2-1-7-16,1 1-7 0,-1-3-7 16,3 0-5-16,-2-3-6 0,3 0-5 0,-1-2-2 15,0-2-3-15,4-5-6 0,-2 0-1 16,-9-2-6-16,21-4-1 0,-8-2-1 0,1-2-3 15,2-3 0-15,-2-2-5 0,-1-3 1 16,1 1 1-16,3-7 4 0,-2-3 14 0,-3 6 7 16,-5 5 13-16,-2-1 16 15,4 3-4-15,-4 4 2 0,-1 1-14 0,2 2-8 16,-6 5 26-16,0 0 11 0,12 0 9 16,-12 0-5-16,12 8-10 0,-8-1 0 0,5 2-15 15,2-3-3-15,-2 3-7 0,5-1-3 16,-1 0-5-16,0-2-3 0,0-3-3 0,2-1-6 15,1-2 1-15,-3-2-6 0,4-1-1 16,-4-3 3-16,5-2-5 0,-2-4 1 0,-2 1-7 16,-1-3-4-16,-3 4 1 15,2-7-6-15,-5 3-14 0,-2-1-8 0,2-1-32 16,-3 3-37-16,-3-1-46 0,-1 1-48 0,2 4-57 16,-2 0-68-16,-2 0-91 0,2 9-82 0,-1-10-107 15,1 10-208-15,-2-1 67 16,2 1 77-16,0 0-482 0,0 0-594 0</inkml:trace>
  <inkml:trace contextRef="#ctx0" brushRef="#br0" timeOffset="6031.86">20635 6445 3036 0,'0'0'-39'0,"5"-2"30"0,-5 2 34 0,0 0 45 0,-16 16 50 15,-6 3 45-15,-6 1 36 0,-22 11 32 0,-24 10 21 16,-16 4 10-16,-5 3 13 0,-10-2 12 15,-14 2-5-15,-1 2 2 0,-7 2 8 0,-40 14 9 16,-2 0-16-16,-2 0-19 0,38-15-15 16,-39 12-12-16,42-17-23 0,8 2-23 0,10-7-13 15,11-4-20-15,19-3-14 0,26-12-20 16,9-4-72-16,15-3-56 0,3-2 0 16,6-3 0-16,8-4 0 0,2 0 0 15,3 0 0-15,-1-4 0 0,5 1 0 0,-2 1 0 16,8-4 0-16,-9 4 0 0,9-4 0 15,0 0-156-15,0 0-143 0,0 0-69 0,0 0-72 16,0 0-64-16,0 0-84 0,19-13-201 16,-7 5 33-16,-3 0 93 0,5 0-571 0,-3-3-696 15</inkml:trace>
  <inkml:trace contextRef="#ctx0" brushRef="#br0" timeOffset="9814.25">24246 6414 3087 0,'0'0'-160'0,"0"0"34"0,0 0 37 0,0 0 29 0,0 0 29 0,0 0 24 16,5-5 21-16,-5 5 18 16,0 0 18-16,0 0 8 0,0 0 9 0,8-3 6 0,-8 3 4 15,0 0 1-15,0 0 0 16,0 0 8-16,0 0 4 0,0 0-5 0,0 0-1 16,0 0 8-16,0 0 0 0,0 0 9 15,0 0 19-15,0 0 3 0,0 0 0 0,-17 19-4 16,9-13-2-16,-3 5-3 0,-2-1-2 15,-5 5-4-15,-3 4 2 0,1 3-6 0,-3 1 2 16,0-1 1-16,-1 0-2 0,-1 2 0 16,5 1-4-16,-5-1 6 0,0 1-1 0,-2-1-4 15,-3 6 0-15,-1-1 4 0,-3 0-2 16,4 1-1-16,-3 1 2 0,5-7-4 0,-4 8 2 16,-5-3-11-16,5 2-15 15,-2 1 0-15,2-3-10 0,1 2-5 0,4-6 7 16,2-1-1-16,-5 7-2 0,5-4 9 0,-2-2 4 15,0-1 6-15,-1 6 3 0,4-2 1 16,-9 1-3-16,3 2 0 0,-3 1 0 16,-2-1 4-16,1 0-6 0,0 0 3 0,0 0-10 15,3 0-2-15,5-7-33 0,3-2-42 16,0 0 0-16,0-2 0 0,8-5 0 0,4-2 0 16,-1-5 0-16,2 0 0 0,5-1 0 15,-3 0 0-15,5-2 0 0,-4-1 0 16,3 0 0-16,-1 0 0 0,5-4 0 0,-6 7 0 15,6-7 0-15,-3 4 0 0,3-4 0 16,0 0 0-16,-6 4 0 0,6-4 0 0,0 0 0 16,0 0 0-16,0 0 0 0,0 0-221 15,0 0-211-15,27-15-97 0,-14 7-119 16,12-10-209-16,3-1 55 0,12-6 95 16,4-4-652-16,4-4-813 0</inkml:trace>
  <inkml:trace contextRef="#ctx0" brushRef="#br0" timeOffset="10513.58">24177 6512 3445 0,'-10'-4'-138'0,"3"-1"36"0,0 2 33 0,-2-2 34 16,9 5 26-16,-7-9 28 0,1 4 21 15,3-2 14-15,-1 2 27 0,0 0 9 0,4 5 6 16,-4-10-2-16,2 3 13 0,2 7 6 16,-4-7-5-16,4 7-4 0,-4-7-5 0,4 7-4 15,0 0-12-15,-1-6-9 0,1 6-4 16,0 0 37-16,0 0 2 0,0 0 6 0,24 8 6 15,-11 0 2-15,5 1 2 16,1 1 1-16,7 7-10 0,5 0-6 0,4 1-11 16,10 4-8-16,5 1-6 0,4-4-11 15,10 2-3-15,17 9-8 0,-9-9-8 0,14 8-4 16,0 1-1-16,2-1-6 0,4-1-4 16,-1 3-3-16,1 0-5 0,1-2-4 0,-2 0-1 15,1 0-3-15,-8-2-1 0,0 8-3 16,-25-15 0-16,-2 1-1 0,-8-2-3 0,-1 1 1 15,-12-3-2-15,-5-1-5 16,-3 0 1-16,-1-2-3 0,-5-2 4 0,-8-3-3 16,0 2-1-16,-3-4 29 0,-2-3 18 15,-1 4 1-15,2-5 17 0,-3 4 4 0,1-2 3 16,-3-1 0-16,2-2 4 0,-7-2 4 16,7 6-14-16,-3-2-3 0,-4-4-4 15,5 2-9-15,-5-2-6 0,0 0-9 0,8 6-7 16,-8-6-20-16,0 0-59 0,5 3-76 15,-5-3-79-15,0 0-100 0,0 0-117 0,0 0-141 16,0 0-245-16,-18 8 40 0,9-5 89 16,-5 0-591-16,-5 1-724 0</inkml:trace>
  <inkml:trace contextRef="#ctx0" brushRef="#br0" timeOffset="11780.34">22103 7989 3194 0,'-21'1'-88'0,"6"-1"31"0,0 0 29 0,-2 1 30 0,1-1 27 0,2 2 30 0,-2-2 36 0,1 2 28 16,-1-2 27-16,3 0 9 0,4 0-7 15,9 0-7-15,-17 2-10 0,17-2-14 16,-13 2-10-16,13-2-11 0,0 0-9 0,0 0-4 16,34 4-6-16,9-7-8 0,22 0-5 15,15-1-12-15,29-6-1 0,3 1-9 0,5-4-3 16,5 3-6-16,7-4 3 0,1 0-5 16,3 1-3-16,0-3-6 0,-1 3-1 0,-12-3-2 15,-8 1-3-15,-6 3-1 0,-33-1-5 16,-5 2 2-16,-7 0-1 0,-20 4-2 0,-5 1 2 15,-9 0 1-15,-5 1 14 0,-6 1 11 16,-4 2 15-16,-1-2-2 0,-2 0-1 16,0 3-6-16,-4-2-7 0,-5 3-6 15,8-6-2-15,-8 6 1 0,5-3-5 0,-5 3-9 16,0 0 0-16,8-3-2 0,-8 3-2 16,0 0-1-16,0 0-3 0,-2 16 0 0,-4-3 0 15,3-1-4-15,-3 10 0 0,1-1 1 16,1 4 0-16,-5 6 1 0,6 3-3 15,-1 3 2-15,2-8-3 0,0-3 3 0,1-1-2 16,-1-1-1-16,0 0 2 0,0-4-1 16,0-3-6-16,0 2 3 0,2-5 10 15,-3-2 12-15,2 0 7 0,-1-4 8 0,2 1 11 16,-2 0 8-16,0-2 10 0,0 0 5 16,2-7 6-16,-5 10-3 0,5-10-6 15,-6 8-10-15,1-3-3 0,-6-5-12 0,2 6-2 16,-6 0-12-16,-8-1-1 0,-11 7 0 15,-8-3-7-15,-14 5-4 0,-5 0 2 0,-3 1-4 16,-8 1 5-16,-22 3-6 0,-3-1 2 16,-4-1-5-16,0-1 11 0,-2-1-1 0,0 1 35 15,0-3-18-15,2-2 5 0,19 1 7 16,4-2-3-16,-1 2-1 0,4 1 1 0,1-3 4 16,6-1 0-16,7 3 1 0,18-4-4 15,1-1-3-15,2-1-2 0,4 2 0 0,5-4-10 16,10 2-6-16,2-4-2 15,2 4-1-15,0-3-3 0,3 1 0 0,3 0-5 16,-1-4 3-16,5 4-5 0,0-2 0 16,7-2-2-16,-16 2-1 0,16-2 10 0,-11 2-4 15,11-2-2-15,-9 0 2 0,9 0-2 16,-9-7-8-16,9 0-10 0,-2-6 0 0,2 1 0 16,2-7 0-16,-2-5 0 0,0-5 0 15,7-10 0-15,-4-3 0 0,3-12 0 0,-1 11-50 16,1-9-17-16,-1 11-29 0,-4 4-27 15,3 10-27-15,-2 6-48 0,2 4-70 0,-2 5-89 16,-1 2-61-16,3 3-57 0,-2 2-87 16,2-2-203-16,1 4 57 0,5-4 80 15,1 0-503-15,9-3-600 0</inkml:trace>
  <inkml:trace contextRef="#ctx0" brushRef="#br0" timeOffset="12930.21">25450 7486 3248 0,'-10'4'36'0,"5"-4"-6"0,5 0 17 0,-9 5 22 0,9-5 4 0,0 0-5 0,0 0 13 0,0 0 4 16,39 0-8-16,7-5-8 0,27 1-5 15,11-4-7-15,33 1-9 0,13 0-5 16,5-4 1-16,3 3-8 0,-3 1 1 0,2 1-18 16,-4-2-4-16,-3 1 2 0,-8-1-4 15,-6-1 1-15,-9-2-3 0,-26 0 1 0,-6-1 1 16,-8 0-3-16,-14 0 3 0,-11 1 27 15,-8-2 30-15,-3-1 19 0,-8 4 16 0,-7-5 19 16,-5 8 7-16,0-2 3 16,-1 0 0-16,-5 1-6 0,3 1-10 0,-5 0-11 0,3 2-9 15,-1-2-8-15,-4 4-13 16,-1 3-12-16,6-10-4 0,-6 10-10 0,6-4-7 16,-6 4-9-16,3-3-1 0,-3 3-4 15,0 0-2-15,0 0-3 0,9 10-5 0,-9 0-1 16,2 4 0-16,-2 5 0 0,0 6-3 15,-2 13-1-15,-1 6 0 0,3-4-4 0,-4 5 1 16,2 0-2-16,-1 1 1 0,4-3-1 16,-1 1 6-16,0-1-5 0,4-6 5 0,2 2 2 15,-5-3 12-15,4-11-2 0,-1-4 0 16,-2-4-3-16,0-2 10 0,-1-3 12 0,-1 1 17 16,0-5 10-16,0-1 9 15,0 1 12-15,0-8 5 0,0 12-3 0,-1-7-6 16,1-5-13-16,-13 7-23 0,6-4-8 15,-10-2-8-15,-6 0-2 0,-14 1 1 0,-10 0-5 16,-3 0-8-16,-14 4-1 0,-12-4-3 16,-8 3 0-16,-20 5-6 0,-4 2-4 0,-3-3 1 15,5 3-2-15,-1 0 2 0,-5-1-4 16,3 0 4-16,1 2-4 0,5 2 2 16,-5 1-5-16,2-1 3 0,11 1-4 0,23-1 1 15,6-3-1-15,7 1-2 0,7-1 3 16,11-1-4-16,5 1-2 0,2 1 4 0,0 1-5 15,-2-2 5-15,14-2-3 0,-8 2 5 16,10-3-14-16,4-2 14 0,2-1 5 0,5 0-6 16,-2-2 3-16,2-2-4 0,9-2 4 15,-13 6-1-15,6-4 16 0,7-2 25 16,0 0 3-16,0 0-1 0,-19-8-6 16,15 0-4-16,-3-5-6 0,3-3-3 0,-3-7 14 15,2-16-7-15,-1 0-33 0,4-4-4 16,6-14 0-16,2-1 0 0,-3-5 0 0,9-4 0 15,-1 0 0-15,3 4 0 0,-3 5 0 16,2 8-44-16,-4 14-47 0,-2 3-52 0,-3 12-62 16,-1 5-59-16,1 8-41 0,-4 2-55 15,0 6-66-15,0 0-65 0,0 0-130 0,0 0-148 16,0 0 77-16,-11 23-594 16,9-11-744-16</inkml:trace>
  <inkml:trace contextRef="#ctx0" brushRef="#br0" timeOffset="15397.15">22917 8537 3278 0,'4'-6'-60'0,"-4"6"22"0,0 0 12 0,0 0 15 16,0 0 33-16,-23 16 29 0,-1 5 26 0,-13 10 46 15,-10 6 31-15,-20 19 23 0,-7 3 16 16,-9 4 13-16,-2 5 15 0,-6 6 11 0,-1-1-2 15,1 0 6-15,3 1 1 0,2-1-1 16,10-3-10-16,5-4-11 0,10-8-19 16,18-12-15-16,2-7-15 0,7-3-17 15,4-3-8-15,7-8-17 0,2-4-12 0,7-6-14 16,3-1-5-16,4-4-11 0,0-1-6 16,0-1-7-16,1 0-10 0,1-4-26 0,-1 1-18 15,5-1-31-15,1-4-24 0,-11 8-38 16,10-2-31-16,1-6-38 0,-4 6-45 15,4-6-69-15,-8 3-80 0,8-3-93 0,0 0-108 16,0 0-204-16,0 0 36 0,0 0 82 0,0 0-504 16,-13-11-601-16</inkml:trace>
  <inkml:trace contextRef="#ctx0" brushRef="#br0" timeOffset="16013.6">21158 9868 3319 0,'-7'5'113'0,"1"-2"14"0,0-1 11 0,6-2 11 15,-7 5-1-15,7-5-8 16,0 0-5-16,0 0-5 0,0 0-2 0,0 0-8 15,0 0-9-15,49-7-10 0,-5-3-7 16,9-4-8-16,8-1-10 0,0-1-12 0,0 1-2 16,0-1-11-16,0 0-4 0,-2-1-3 15,-1 3-9-15,-5-1-6 0,-11 7-2 0,-2 2-8 16,-12 3-3-16,-1 3-3 0,-8 0-2 16,2 3 0-16,-4 5-1 0,1 2-1 0,-3 3 1 15,-6 3 2-15,3 2 15 0,-7 2 11 16,-1 0 10-16,2 5 8 0,-3-3 6 0,-1 2 8 15,5 0-3-15,-7 1 1 0,0-4-3 16,0 0-1-16,0-1-1 0,2 1-6 16,-4-3 3-16,0 2-1 0,-5 1 0 15,2 1 5-15,-8 5 2 0,-5 0 1 0,2 2 2 16,-15 4 6-16,1-3-3 0,-9-1-6 16,-1-2 3-16,1 0-4 0,-8-4-4 0,4-1 3 15,-7-3-13-15,3-4 9 0,-5-1-4 16,12-4-3-16,0-3-5 0,0-3 4 0,0-3 0 15,5-1-3-15,9-1-4 0,-12-5-3 16,2-1 1-16,-1-1-9 0,5-4 3 16,2-2-8-16,-1-1 4 0,4-2-9 15,2-2-3-15,0-1-2 0,3-1-2 0,5-1-9 16,8 2 5-16,-2 2-3 0,6-2 11 16,-3 5-13-16,7-2-26 0,-1 3-26 0,2 1-31 15,0-1-27-15,0 2-28 0,0 0-31 16,2 3-37-16,-1 1-49 0,-1-1-61 0,2 1-62 15,0 2-49-15,2 0-69 0,0-3-101 16,-1 1-127-16,6-2 70 0,-2-1-544 0,2-4-656 16</inkml:trace>
  <inkml:trace contextRef="#ctx0" brushRef="#br0" timeOffset="16512.16">22523 8794 3374 0,'-6'-7'54'0,"3"2"21"0,-4-4 32 0,3 3 30 0,1 1 18 0,-1-1 9 0,0 0-3 0,4 6-18 0,-3-6-16 0,3 6-4 16,0 0 24-16,32 24 9 0,6 5 0 15,8 2-1-15,22 15-5 0,17 5-21 0,8 2 5 16,4-4-21-16,4 1-6 16,6-1-12-16,1-6-7 0,-3-5-13 0,0 2-1 15,-9-4-10-15,2-5 7 0,-35-9 1 0,2-2-5 16,-8-4-4-16,-17-3-7 0,-4-5 2 0,-9 0-10 16,-8-3 1-16,-2-1-7 15,-3 0-1-15,-3-4 1 0,-6 0-2 0,-5 0-48 16,14-4-37-16,-14 4-58 0,6-7-71 15,-6 7-101-15,-2-6-102 0,2 6-113 0,-11-8-168 16,1 4-59-16,-1 4 82 0,-3-3-532 16,1 6-632-16</inkml:trace>
  <inkml:trace contextRef="#ctx0" brushRef="#br0" timeOffset="16946.65">23626 9539 3614 0,'-7'5'202'0,"-3"-5"16"0,10 0 22 16,-3 5 9-16,3-5-3 0,0 0-10 16,0 0-9-16,0 0-3 0,0 0-19 0,34-9-10 15,-2 1-25-15,-1 4-12 0,8 1-10 16,-6 1-24-16,-5 2-14 0,1 2-10 0,9 3-10 16,-4 2-12-16,-7 0-9 0,-4 1-3 15,6 4-11-15,-8 2 3 0,-8-2-11 0,2 2 2 16,0-1-1-16,-3 1 9 15,-3-1 11-15,-1 1 15 0,-3 0-3 0,-1-1 12 16,-1 1 5-16,-1 1 7 0,-4 2 14 16,-5 1-5-16,-2 0-1 0,-8 5-71 0,4-3-41 15,-9 0 0-15,-3 0 0 0,0-4 0 16,-8-1 0-16,0-4 0 0,-3-6 0 0,0 0 0 16,5-5 0-16,3-2 0 0,-8-6 0 15,2-3 0-15,3-1 0 0,6-3 0 0,8 0 0 16,6 1 0-16,0-3 0 0,2-1 0 15,5 2 0-15,3-1 0 0,1 4 0 0,1 0 0 16,5-2 0-16,-3 2 0 0,1 1 0 16,-3-2 0-16,1 2 0 0,4 3 0 0,-4-1 0 15,-1 3 0-15,1-1 0 16,0-1-9-16,0 2-369 0,-2 2-87 0,0 5-97 16,0-17-140-16,0 9-130 0,2 1 74 15,0-2-767-15,2-1-971 0</inkml:trace>
  <inkml:trace contextRef="#ctx0" brushRef="#br0" timeOffset="17529.07">26021 8233 4354 0,'8'-2'-103'0,"-8"2"17"0,0 0 47 0,0 0 65 0,-6 20 54 0,-5 11 44 0,-4 13 34 0,-6 11 24 0,-11 21 32 16,-7 2 19-16,3 8 23 0,-4 1 1 15,-1 2 2-15,-2 0-3 0,4-6-4 16,4-6-4-16,9-17-19 0,1-3-20 16,3-2-18-16,6-7-18 0,4-10-17 0,-1-3-16 15,4-4-15-15,0-7-11 0,6-4-12 16,-1-6-21-16,-2 1-81 0,4-1 0 0,1-4 0 15,-3-3 0-15,0 1 0 0,1-4-67 16,3-4-149-16,0 0-85 0,0 0-99 0,0 0-95 16,-16-14-109-16,10 5-176 0,4-1 13 15,-4-3 83-15,0 4-635 0,5-2-775 0</inkml:trace>
  <inkml:trace contextRef="#ctx0" brushRef="#br0" timeOffset="18263.66">25387 9186 3868 0,'-6'-10'24'0,"3"6"23"0,-3-1 30 0,6 5 20 16,-5-7 11-16,5 7 4 0,-4-5 4 16,4 5 1-16,0 0-9 0,-7-6 0 0,7 6-11 15,0 0-8-15,-2-5-10 0,2 5-9 16,0 0-9-16,0 0-6 0,0-7-6 0,0 7-23 15,0 0-21-15,0 0-23 0,0 0-25 16,0 0-31-16,0 0-26 0,-16 10-19 16,9-6-13-16,2 2-2 0,-1-2 2 15,1 2 8-15,-1-1 8 0,1 1 12 0,-4 0 9 16,2-1 14-16,-2 2 23 0,-1-2 29 16,-2 0 23-16,5 2 26 0,0-1 30 0,-3 0 24 15,0-3 21-15,3 2 9 0,0 0 12 16,2-1 7-16,-1-2 7 0,6-2 2 0,-5 6 12 15,5-6 7-15,-2 7 25 16,2-7 21-16,0 0 2 0,27 6-7 0,-2-10-18 0,14-1-19 16,21-5-10-16,-1-4-20 15,4-1-14-15,-1-2-7 0,3 1-17 0,-4 1-2 0,-9-1-13 16,-13 9-13-16,-8 2-4 0,-6 3 0 16,-7 5 0-16,4 4-9 0,-7 7-6 15,-4 1 14-15,3 15 24 0,-5 6 43 16,-3 3 28-16,-2 4 15 0,-4 1 14 0,0 2 11 15,0 5-150-15,0 5-39 0,-2-9 0 16,0-3 0-16,0 2 0 0,2-5 0 0,-2 0 0 16,0-6 0-16,2-7 0 0,0-4 0 15,-1-4 0-15,-1-1 0 0,2-2 0 0,-2-5 0 16,-2 3 0-16,0 1 0 16,-6 1 0-16,-1-4 0 0,-8 9 0 0,-8-6 0 15,-3 1 0-15,-5-2 0 0,-4-1 0 16,-15-1 0-16,2-1 0 0,-7-2 0 0,10-6 0 0,-8 1 0 15,5-3 0-15,7-6 0 16,-1 3 0-16,4-3 0 0,3-4 0 0,9-4 0 16,-1-2 0-16,6-5 0 0,3-4 0 15,7 0 0-15,2-8 0 0,3-4 0 0,7-1 0 16,3-5 0-16,3 2 0 0,3 0 0 16,1 6 0-16,3 3 0 0,-4 8 0 0,0 3 0 15,-3 5 0-15,3 4 0 0,-2-2 0 16,-3 5 0-16,-1-3 0 0,2 2 0 0,2 1 0 15,-1 0 0-15,-3-2-293 0,3-1-255 16,-1 0-99-16,4-4-205 0,-1-2 32 16,5 0 95-16,0-3-740 0,3-8-912 15</inkml:trace>
  <inkml:trace contextRef="#ctx0" brushRef="#br0" timeOffset="18713.64">26098 8196 4241 0,'-16'-14'-21'0,"4"4"37"0,-1-2 34 0,2 3 46 0,4 2 32 0,-3 1 24 16,2 0 11-16,5-1 9 0,-3 4-11 16,6 3-11-16,0 0-4 0,0 0 14 0,0 0 33 15,47 29 21-15,3-1 10 0,11 1-8 16,21 10-9-16,4 3-20 0,6-1-13 16,5 0-18-16,0-2-15 0,-4-3-15 0,-1-5-10 15,-10-2-16-15,-17-4-9 0,-5-7-8 0,-4 1-8 16,-2-1-8-16,2-5-7 0,-3 1-5 15,-3-2-2-15,-8-5-14 0,-1 3-39 16,-7-3 0-16,-10-2 0 0,-3 0 0 16,-5-3 0-16,-3 1 0 0,-1-2 0 0,-3 1 0 15,-2 2 0-15,-7-4 0 0,13 3-15 16,-4-1-177-16,-9-2-61 0,11 0-93 0,-11 0-110 16,12-5-136-16,-9-1-206 0,3 0-3 15,-2-1 99-15,1 0-671 0,1 0-826 0</inkml:trace>
  <inkml:trace contextRef="#ctx0" brushRef="#br0" timeOffset="18882.48">27357 8683 3329 0,'-16'-2'-291'16,"0"-1"-10"-16,5-1-69 16,1 1-98-16,2-1-178 0,8 4-143 0</inkml:trace>
  <inkml:trace contextRef="#ctx0" brushRef="#br0" timeOffset="19212.66">27576 8564 1997 0,'0'0'122'0,"0"0"44"16,-5 16 63-16,-1-1 48 0,-1 15 25 16,-1 4 20-16,0 5 16 0,-7 14 26 15,10 0-12-15,-4 8-3 0,4-1 6 16,-1 1-18-16,3-3-13 0,-1 2-20 0,2-1-11 0,0-13-19 15,2 1-24-15,0-5-26 16,0-4-19-16,0-6-21 0,0-7-17 0,-1-7-17 16,1 2-20-16,-5-6-12 0,5 1-60 15,0-3-58-15,0-2 0 0,0-2 0 0,0 1-119 16,0-9-150-16,-4 4-123 0,4-4-115 16,0 0-127-16,-5-17-203 0,3 0 55 0,4-1 92 15,1-19-657-15,9-9-803 0</inkml:trace>
  <inkml:trace contextRef="#ctx0" brushRef="#br0" timeOffset="19594.46">27533 8789 3669 0,'-13'-10'114'0,"-3"1"22"0,2 2 18 0,1 0 42 16,4 4 43-16,2-2 34 0,-3 1 25 16,2 1 15-16,3 0-3 0,5 3-4 0,-12-6-25 15,12 6-18-15,-6-3-35 0,6 3-20 16,0 0-26-16,18-12-19 0,-2 7-29 0,7 1-35 15,4 3-28-15,4-1-16 0,7 5-3 16,0 6-13-16,-3 3-3 0,-1 7 2 16,2 8-8-16,-6 6 0 0,-1 2-5 15,-6 2 0-15,-6 6-1 0,-2 3 7 0,4 0 20 16,-5 1 11-16,-3-1-6 0,-1-7-56 16,-1 8 0-16,0 3 0 0,5-2 0 0,1-1 0 15,3 1 0-15,-5-11 0 0,-4-4 0 16,3 0 0-16,-3 0 0 0,-3-7 0 0,-5-4 0 15,-1-1 0-15,0-3 0 0,-7 3 0 16,-4 6 0-16,-7-3 0 0,-5 1 0 0,-3-6 0 16,-4-1 0-16,-7-1 0 0,-3-4 0 15,1-3 0-15,-4-2 0 0,2-1 0 0,3-2 0 16,2 2 0-16,11-3 0 16,3-4 0-16,5 0 0 0,4-2 0 0,-5-3 0 15,5 0 0-15,-4-6-48 0,6 1-909 0,3-3 1 16,3 1 110-16,-2-2-985 0,0-1-1258 15</inkml:trace>
  <inkml:trace contextRef="#ctx0" brushRef="#br0" timeOffset="21144.56">29159 5893 4634 0,'0'0'-254'0,"0"0"49"0,-7-5 41 0,7 5 32 0,0 0 31 0,-5-5 23 16,5 5 11-16,-8-4 20 0,8 4 11 16,0 0 10-16,-19 2 16 0,19-2 15 0,-27 5 23 15,13 2 7-15,-6 2 13 0,0 1 4 16,-7 2-4-16,2 3 2 0,4-3-4 16,6 3-2-16,1-3-13 0,3 2 14 15,6 1 3-15,1-1-10 0,4 1 5 0,4 6 3 16,5 7-1-16,7 0 2 0,2-3-12 15,1 3 8-15,4-3-3 0,0-4-5 16,0 1 1-16,0-1-3 0,0-2 4 0,-5-3 1 16,4 1-4-16,-8-3 0 0,-2-1 0 15,0-3-3-15,-3-4-5 0,-1 2 1 0,-2-3-6 16,-1 2 3-16,-5-7 8 0,4 9 9 16,-4-9 5-16,-4 10 7 0,4-10 1 0,-13 11-4 15,3-5-3-15,-1-3-6 16,0 2-4-16,-1-3-4 0,-1 2-1 0,-1-3-4 15,14-1-5-15,-20 0-28 0,20 0-57 16,-21-8-80-16,13 3-97 0,2-4-98 0,4-1-144 16,4-2-166-16,4-2 55 0,3-3-345 15,11-8-415-15</inkml:trace>
  <inkml:trace contextRef="#ctx0" brushRef="#br0" timeOffset="21811.04">29681 5770 2694 0,'2'-17'61'16,"0"6"54"-16,-1 3 43 0,-1 0 32 16,0 8 4-16,0-9-16 0,0 9-23 0,0 0-2 15,0 0 27-15,0 0 17 0,0 0-8 16,-3 36 2-16,3-12 1 0,-2 1-26 16,2 15-8-16,2 1-5 0,-2 1-14 0,2 3-18 15,-1-2-7-15,3 0 0 0,0-3-20 16,-1-5-11-16,-1-6-6 0,0-4-11 0,3-3-4 15,-5-4-8-15,0-4-7 16,2-2-6-16,0 0-14 0,-2-3-7 0,1-1-11 16,-1-8-16-16,0 8-12 0,0-8 3 15,0 0-1-15,0 0-1 0,0 0 5 0,-25-16 1 0,13 5 0 16,-6-1 0-16,0-1 1 16,-6-1 3-16,3 4-4 0,2 1 0 0,-2 2 1 15,6 2 2-15,4 0 1 0,-5 0 0 16,5 2-1-16,1 1 2 0,10 2 4 0,-17-4 2 15,17 4 5-15,-9-3 8 0,9 3 14 16,0 0 6-16,0 0-8 0,0 0 9 16,34-12-10-16,-4 2-2 0,1 0-7 0,1 1-4 15,2-1 9-15,-1 0-12 0,-1-2 10 16,-7 7-9-16,-4-2-4 0,-4 2 0 0,0 3-1 16,-4-2-5-16,-1 4 1 0,0 0 1 15,-12 0 0-15,19 4 3 0,-10 1 2 16,0 5 4-16,1 0 5 0,0 4 2 15,-3-1-2-15,2 3 1 0,3-1-1 0,-1 3-1 16,1-3-1-16,1 0 2 0,0 1-4 16,1-3 3-16,1-1 1 0,3-1-4 0,-2-3 0 15,2-2-1-15,-1-2-2 0,0-2 1 16,-1-2 1-16,-2 0-4 0,0-2 10 0,-1-4-11 16,0 0-2-16,-1-1 6 0,-3-3-2 15,1-5 6-15,-4 1-8 0,-2-8 2 16,-4 3-3-16,0-3-1 0,-4 0 2 0,-2 0-1 15,0 1-1-15,1 4-4 0,-1 1-3 16,0 3-11-16,1 1-27 0,-3 2-22 0,-2 5-29 16,3-1-46-16,-1 0-58 15,-2 3-77-15,-1 2-109 0,11 1-149 0,-15-4-212 16,7 4 59-16,8 0 77 0,-9-7-386 16,9 7-471-16</inkml:trace>
  <inkml:trace contextRef="#ctx0" brushRef="#br0" timeOffset="22110.58">30388 5441 2800 0,'-11'-3'-2'0,"2"1"15"0,9 2 28 0,-16 10 31 0,6 1 40 0,2 9 35 0,-5 12 26 15,6 8 33-15,-2 13 11 0,6 1 2 0,3 7-3 16,3 4-12-16,4 2-17 0,-2 1-16 16,3 1-15-16,-1-5-16 0,-1 2-13 0,-2-6-11 15,-4 0-12-15,0-4-12 0,0-12-7 16,0-3-12-16,-2-5-22 0,0-9-28 0,2-3-37 16,-2-7-32-16,0-3-33 0,2-2-34 15,0-4-76-15,0-3-78 0,0-5-55 16,0 0-54-16,0 0-66 0,0 0-62 15,-2-27-66-15,2 8-390 0,0-8-437 16</inkml:trace>
  <inkml:trace contextRef="#ctx0" brushRef="#br0" timeOffset="22328">30361 6091 2545 0,'5'-24'10'0,"2"3"46"0,-3 5 43 0,-3 5 20 16,5-4 18-16,-1 6 20 0,5 0 9 16,2 1 13-16,-1 4-3 0,1 0-1 0,3 4-1 15,-15 0 0-15,34 5-11 0,-13 6-13 16,-3-2-5-16,6 7-8 0,-7-3-4 15,-4 4-5-15,-3-2-15 0,-2-1-2 0,-7 1 0 16,-1 0-2-16,-1 1-8 16,-9 3-11-16,0-2-7 0,-1 0-11 0,-10 2-6 15,0 0-35-15,0-6-60 0,2-2-79 16,-6 3-103-16,-4 0-106 0,7-7-139 0,1-3-268 16,1 0 67-16,2-3 56 0,-1 2-354 15,-1-1-433-15</inkml:trace>
  <inkml:trace contextRef="#ctx0" brushRef="#br0" timeOffset="22727.07">29475 6890 2645 0,'5'-23'64'0,"-1"2"40"0,-2 7 52 16,0-1 30-16,0 3 30 16,0 4 27-16,-2-1 10 0,0 0-14 0,0 2-20 0,0 7-27 15,2-8-18-15,-2 8-2 16,0 0 16-16,0 0 7 0,8 36 10 0,-7-10 25 15,7 13-1-15,-3 15-7 0,4 4-11 16,0 3-18-16,-2 4-19 0,1-1-17 0,2 3-13 16,-5-4-16-16,3 0-9 0,-4-3-14 15,-3-15-8-15,1 0-12 0,0-6-11 0,1-3-7 16,-6-7-12-16,3-6-35 0,0-6-41 16,0-3-43-16,-2-2-55 0,2-2-49 0,-2-1-78 15,2-5-113-15,0-4-94 0,0 0-103 16,0 0-152-16,0 0-47 0,0 0 85 0,-3-23-569 15,-3 5-700-15</inkml:trace>
  <inkml:trace contextRef="#ctx0" brushRef="#br0" timeOffset="22944.14">29261 7383 3736 0,'-9'-2'143'15,"1"0"40"-15,8 2 19 0,-9-2 17 0,9 2 5 16,0 0 8-16,0 0-6 0,0 0 19 15,0 0 25-15,-4 13-4 0,4-13-18 0,15 19-21 16,-3-6-21-16,6 9-20 16,3-5-23-16,3 4-17 0,1-1-19 0,-1-3-53 0,-3-4-97 15,-2 0-86-15,0-4-83 16,-4-2-97-16,0 2-118 0,-1-2-120 0,-1-5-176 16,-3 1-50-16,1-3 84 0,-2 0-573 15,-9 0-703-15</inkml:trace>
  <inkml:trace contextRef="#ctx0" brushRef="#br0" timeOffset="23178.99">29866 7308 3526 0,'0'0'57'0,"0"0"65"0,0 0 57 16,0 0 42-16,-36 19 34 0,14-1 48 16,3 5 37-16,-1 2 7 0,-11 8-9 0,3 2-19 15,1 0-24-15,-2 1-29 16,2-1-24-16,6-6-27 0,3-2-23 0,0-1-17 15,1-1-16-15,4 0-22 0,1-9-38 16,4 1-49-16,1-4-66 0,-1-3-74 0,3 0-76 16,1-1-72-16,0-2-69 0,2-2-90 15,2-5-103-15,-4 4-121 0,4-4-171 16,0 0 76-16,0 0-642 0,0 0-814 0</inkml:trace>
  <inkml:trace contextRef="#ctx0" brushRef="#br0" timeOffset="24061.61">28871 8618 4004 0,'0'0'37'0,"0"0"27"0,0 0 30 0,0 0 27 0,0 0 14 0,0 0 25 0,0 0 11 16,0 0 7-16,-35 17-6 0,32-7-2 15,-5 1-10-15,2 2-20 0,0 3-13 16,5-3-13-16,-1 1-11 0,2 1-4 0,3-1-13 16,3 1 9-16,2-1-4 0,1-2-18 15,4 3-11-15,1-10-10 0,1 4-16 0,3-4-5 16,-4-1-13-16,6-2-6 0,-7-2-1 15,4-2 2-15,-1-2 0 0,-3 2 1 0,0-6 8 16,1 4 10-16,-5-1 13 16,0 1 13-16,0-2 17 0,0 4 8 0,-4-2 6 15,3 0-11-15,-8 4-7 0,10-5-7 0,-10 5-8 16,9-2-9-16,-9 2-8 0,0 0-1 16,21 5-3-16,-11-3 1 0,-1 2-6 15,3 0-3-15,-1-2 0 0,3 0-8 0,-1 2-13 16,1-3-16-16,-2 2-13 0,1-3-16 15,1 0-12-15,-14 0-7 0,23-3-15 0,-13 3-18 16,-1-3-20-16,3-3-24 0,-5 2-29 16,2-2-32-16,-3 1-37 0,1-3-45 0,-4-3-50 15,1 1-37-15,1-5-38 0,-1-8-35 16,3-9-31-16,4-4-35 0,0-13-44 16,6 2-512-16,0-1-532 0</inkml:trace>
  <inkml:trace contextRef="#ctx0" brushRef="#br0" timeOffset="24443.9">29486 8197 2762 0,'6'-16'-36'15,"-2"2"55"-15,-2 1 56 0,-2 2 66 16,0 0 58-16,0 4 43 0,0 7 18 0,0-11 0 16,0 11-29-16,0 0-2 0,0 0 32 15,0 0 24-15,-2 29 2 0,-2-2-15 0,4 13-19 16,-2 4-18-16,-2 15-15 0,0 2-20 16,2-2-13-16,1-1-20 0,-1 0-13 0,0-15-19 15,0-3-12-15,-2-3-12 0,2-6-8 16,2-7-12-16,-1-2-6 0,1-5 1 0,0 1 1 15,-2-5 8-15,2-1 15 0,0-2 17 16,-2 2 8-16,2-12-135 0,0 7 0 16,0-7 0-16,0 0 0 0,0 0 0 15,0 0 0-15,15-29 0 0,0 4 0 0,4-5 0 16,4-6 0-16,0 9 0 0,-4 3 0 16,2 0 0-16,-4 9 0 0,-4 5 0 0,0 1 0 15,-1 6 0-15,-1 1 0 0,1 2 0 16,-1 2 0-16,-1 6 0 0,-2 1 0 0,-1 1 0 15,3 4 0-15,-5-1 0 0,-1 3 0 16,-1-1 0-16,4 0 0 0,-3 1 0 16,-2-3 0-16,-1-1 0 0,3 0 0 0,0-1 0 15,-4-3 0-15,2-1 0 0,-1 0-155 16,3-2-211-16,-4-5-121 0,3 5-138 16,-3-5-184-16,0 0-12 0,0 0 89 15,0 0-695-15,15-18-878 0</inkml:trace>
  <inkml:trace contextRef="#ctx0" brushRef="#br0" timeOffset="25143.97">30086 8545 3937 0,'-11'-5'-8'0,"11"5"36"0,0 0 27 0,-7-1 6 0,7 1 20 0,0 0 16 0,0 0 7 0,-8-6 3 0,8 6-8 16,0 0-8-16,0 0-10 0,1-9-7 16,-1 9-5-16,11-10-8 0,-6 4-6 15,1-3 6-15,1 3 7 0,-1-1 20 0,-2 0 22 16,2 0 10-16,-2 0 17 0,-4 7 11 16,5-12 32-16,-5 5 10 0,0-1 0 0,0 8 6 15,-4-14-7-15,3 7-11 0,-3 2-13 16,4 5-12-16,-14-7-7 0,7 5-16 0,7 2-10 15,0 0-4-15,-40 12 2 0,20 0-5 16,-1 5-7-16,3 4-6 0,4-1-23 16,3-3-77-16,2 1 0 0,0 2 0 15,6 1 0-15,-1-6 0 0,4 1 0 0,0-2 0 16,2 0 0-16,1-2 0 0,4-2 0 16,2 0 0-16,0-3 0 0,5-2 0 0,1-2 0 15,1-3 0-15,2-2 0 0,2-2 0 16,1 0 0-16,1-3 0 0,7-7 0 0,-4 5 0 15,-6-3 0-15,-1 3 0 0,4 0 0 16,-7-2 0-16,0 7 0 0,-6-2 0 16,3 4 0-16,-1 0 0 0,-11 2 0 0,18 2 0 15,-18-2 0-15,17 4 0 16,-10 2 0-16,1-1 0 0,0 0 0 0,-3 0 0 16,-5-5 0-16,12 10 0 0,-6-6 0 15,-2 1 0-15,-4-5 0 0,7 7 0 0,-7-7 0 16,5 5 0-16,-5-5 0 0,0 0 0 15,0 0 0-15,0 0 0 0,33-15 0 0,-17 3 0 16,-4-2 0-16,12-5 0 0,-7 4 0 16,-4 3 0-16,1 0 0 0,-3 5 0 0,-4 1 0 15,4 2 0-15,-2 1 0 0,-9 3 0 16,0 0 0-16,23 5 0 0,-14 1 0 0,-1-2 0 16,-1 3 0-16,3 3 0 0,-3-4 0 15,-1 2 0-15,1-4 0 0,0 3 0 16,-2-3 0-16,5-2 0 0,-3 2 0 0,1-2 0 15,-8-2 0-15,17 0 0 0,-17 0 0 16,16-4 0-16,-13 2-623 0,-3 2-372 16,8-4 92-16,-8 4 103 0,0 0-856 0,0 0-1094 15</inkml:trace>
  <inkml:trace contextRef="#ctx0" brushRef="#br0" timeOffset="25712.85">29004 9506 4964 0,'-2'-7'103'0,"2"7"-4"0,-6-5 17 0,6 5 30 0,0 0 37 0,0 0 44 0,-20 17 8 0,12-5-5 0,-2 2-11 15,5-1-15-15,-1 3-17 16,2-3-18-16,0 0-13 0,4 1-9 0,0-3-11 16,2 1-14-16,3-2-15 0,0-1-4 15,2-1-12-15,1 0-9 0,2-4-6 0,-1 0-3 16,0-2-57-16,-9-2-16 0,22-2 0 15,-22 2 0-15,16-4 0 0,-7 4 0 0,-9 0 0 16,14-3 0-16,-14 3 0 0,12 0 0 16,-12 0 0-16,10-1 0 0,-10 1 0 0,9 4 0 15,-9-4 0-15,9 6 0 0,-2-1 0 16,0 1 0-16,-1-2 0 0,3 4 0 0,3-6 0 16,-1 4 0-16,6-4 0 15,4 2 0-15,0-4 0 0,2 0 0 0,2-2 0 16,0-2 0-16,-3 0 0 0,-1 0 0 15,-1 0 0-15,-4-2 0 0,0 1 0 0,-1-1 0 16,-3-2 0-16,-1 2 0 0,-2-5 0 16,-1-1 0-16,0-3 0 0,-2-2 0 0,-5-2 0 15,5-3 0-15,-1 0 0 0,2-3 0 16,-5 4-12-16,1-3-135 0,1 5-39 0,0 2-43 16,-2 5-59-16,0-3-77 0,-2 3-87 15,0 2-107-15,0 2-177 0,0 0-24 16,0 8 75-16,0-8-598 0,0 8-742 0</inkml:trace>
  <inkml:trace contextRef="#ctx0" brushRef="#br0" timeOffset="26109.87">29818 9315 3677 0,'0'9'71'0,"0"-9"33"0,0 0 30 0,-2 7 25 0,2-7 31 0,0 0 21 0,0 0 6 0,0 0-6 15,0 0-11-15,2 8-16 0,-2-8-14 16,0 0-8-16,10 0-14 0,-10 0-13 0,0 0-15 16,0 0-10-16,20-8-2 15,-14 4-18-15,0-1-7 0,-6 5-13 0,7-12 3 16,-1 4 8-16,-2-2 12 0,-2-1-6 0,-1 1 0 16,-1 0 3-16,-1 1-1 0,-3 1-13 15,-2 2-6-15,6 6-7 0,-17-3 5 16,0 6 3-16,-4 6 9 0,-10 5 10 0,3 4 9 15,3 5 2-15,1 2-1 0,3 4-4 16,3 0 1-16,5 2-71 0,4 2-26 16,0 0 0-16,6-6 0 0,3-1 0 0,3-4 0 15,8 9 0-15,2-4 0 0,2-3 0 16,4-3 0-16,-2-5 0 0,-2-5 0 16,3-1 0-16,-2-2 0 0,2-2 0 15,-3-6 0-15,0 0 0 0,0 0-45 0,1-2-352 16,-1-2-85-16,-2-2-96 0,0 1-129 0,1-2-120 15,-3 1 68-15,1-1-736 0,-1-2-942 16</inkml:trace>
  <inkml:trace contextRef="#ctx0" brushRef="#br0" timeOffset="26642.57">30298 9734 3909 0,'0'6'-24'0,"0"-6"38"0,2 9 20 0,0-5 43 0,-2-4 37 0,7 4 25 0,-7-4 22 16,0 0 3-16,16 0-9 0,-16 0-11 16,17-4-14-16,-6-2-11 0,0 2-8 0,0-1-11 15,0-5-6-15,0 4-13 0,-3-5-3 16,1 1-8-16,2-2-3 0,-2 0 8 0,-4-1 7 15,3-3 5-15,-5-1 4 0,-1 0 3 16,0-2 7-16,-2-1 1 0,-4-5-2 0,3 2 5 16,-5-10 11-16,-1 2 11 15,0 4 5-15,3 5 11 0,-1 7 7 0,-1 1 1 16,5 2-19-16,-3 3-13 0,-2 1-15 16,2 3-8-16,4 5-5 0,0 0-6 0,0 0-9 15,-24 9-5-15,24-9-47 0,-11 10-24 16,11-5 0-16,0-5 0 0,4 12 0 0,-4-12 0 15,23 6 0-15,-5-6 0 0,2 0 0 16,7-2 0-16,2 0 0 0,-1-2 0 16,1 4 0-16,-8 0 0 0,0 0 0 0,3 2 0 15,-1 4 0-15,-3 2 0 0,-2 2 0 16,-2 3 0-16,-1 3 0 0,-3-1 0 16,-3 2 0-16,-2 1 0 0,4 0 0 0,-4 1 0 15,0-2 0-15,-1-2 0 0,-1-1 0 0,0-2 0 16,-1 0 0-16,-2-3 0 15,0-1 0-15,-1 0 0 0,3-1-280 0,0-1-141 16,-4-2-107-16,0-4-143 0,3 4-193 16,-3-4 77-16,0 0 86 0,0 0-639 0,0 0-795 15</inkml:trace>
  <inkml:trace contextRef="#ctx0" brushRef="#br0" timeOffset="26992.49">30910 9370 3743 0,'1'-8'7'0,"-1"8"23"0,0 0 34 0,0-6 23 16,0 6 33-16,0 0 21 0,0 0 11 0,0 0 2 15,0 0-2-15,0 0-12 0,0 0-8 16,25 12-8-16,-25-12-3 0,11 0 10 0,-11 0-9 16,0 0-1-16,12 2 8 0,-12-2 0 15,0 0-2-15,0 0 5 0,15-5 1 16,-15 5 16-16,5-7-5 0,-5 7-9 0,0-10-8 15,0 10-10-15,-8-9-11 0,8 9-2 16,-15-8 3-16,15 8 9 0,-21 4 7 0,6 2 7 16,-3 3 7-16,2 1 6 15,2 3 6-15,1 5 2 0,-5 5-89 0,9-3-62 16,-1-1 0-16,6 0 0 0,-1 1 0 0,3-1 0 16,0-2 0-16,4-1 0 0,-2-1 0 15,3-1 0-15,3-2 0 0,-1-2 0 16,8-1 0-16,-4-3-376 0,3-4-151 0,-3-2-110 15,6 0-120-15,0-2-80 0,5-2 75 16,-2-4-699-16,11-4-909 0</inkml:trace>
  <inkml:trace contextRef="#ctx0" brushRef="#br0" timeOffset="27577.28">31178 9356 3752 0,'0'0'-8'0,"0"0"71"0,0 0 47 0,0 0 49 15,0 0 50-15,0 0 30 16,0 0 35-16,0 0 8 0,0 0 4 0,0 0-9 15,0 0-22-15,0 0-17 0,-19 14-21 16,19-14-19-16,0 9-18 0,0-9-20 16,-4 10-11-16,4-10-11 0,-2 10-13 0,-1-4-12 15,3-6-6-15,-8 9-13 0,3-3-8 16,-1-2-10-16,-2 0-5 0,8-4-4 0,-13 6-7 16,13-6-8-16,-16 0-9 0,16 0-10 15,-13-10-8-15,12 0-2 0,-1-1-1 0,2-1-7 16,3 0-14-16,1-2-1 0,3 2 0 15,2 3 0-15,-2 4 0 0,2-3 0 16,-1 6 0-16,-8 2 0 0,19-2 0 0,-19 2 0 16,25 8 0-16,-12-4 0 0,1 3 0 15,-1 0 0-15,3 2 0 0,-3-1 0 16,2-3 0-16,0 2 0 0,-2-2 0 0,3-3 0 16,-3 0 0-16,2-4 0 0,3-2 0 15,-2-2 0-15,4-3 0 0,-4-1 0 0,8-9-131 16,-7 4-59-16,0-7-4 0,-1-3-4 15,-4 0 5-15,-1-4 6 0,-2-4 13 0,-2-2 20 16,1-4 22-16,-3-2 17 0,5-9 21 16,-4-3 23-16,-2 9 39 0,-3 0 35 0,5 9 45 15,-4 8 32-15,-2 5 14 16,2 5 8-16,-2 7 4 0,0 5 39 0,0 5 48 16,0 0 18-16,0 0 14 0,-10 34 9 15,7-10 26-15,-1 14-96 0,0 3-164 0,3 4 0 16,-1 1 0-16,0-1 0 0,2-3 0 15,0-1 0-15,4-6 0 0,-1 3 0 0,1-10 0 16,0-5 0-16,1 0 0 0,-1-6 0 16,-1-2 0-16,4-3 0 0,0 0 0 15,-1-2 0-15,-1-6 0 0,6 1 0 0,-4-5 0 16,-7 0 0-16,17-2 0 0,-17 2 0 16,13-5-555-16,-7 3-294 0,-2-2-76 15,-4 4 90-15,0 0-875 0,0 0-1143 16</inkml:trace>
  <inkml:trace contextRef="#ctx0" brushRef="#br0" timeOffset="29058.71">28790 10851 4794 0,'-7'8'71'0,"1"-3"40"0,4-1 43 0,2-4 55 0,-5 8 43 0,5-8 0 0,0 0-14 0,0 0-13 15,0 0-20-15,18-25-24 0,-4 13-19 16,9-13-17-16,1 0-16 0,9-8-13 16,0-2-12-16,1-4-19 0,0-4-29 15,1-2-32-15,-5-2-33 0,1-2-16 0,-1 3-10 0,-5 0-3 16,-3 3 8-16,-4 10-6 15,-4 6 13-15,-5 9 2 0,-2 1-6 0,-1 5 2 16,-4 7 4-16,-4 1 7 0,2 4 14 16,0 0 19-16,-21 18 0 0,6 3 4 0,-7 4 7 15,-2 12 5-15,1 1-5 0,8-9-4 16,4 2 0-16,5-6 7 0,6-4 7 0,2-3-4 16,5-6 3-16,6 5-3 0,3-7-5 15,1-3-4-15,6-1-2 0,0-3-1 0,2 0-1 16,-4 1-3-16,-3 0-5 0,0 0 6 15,-2-2 1-15,-2 6 7 0,1-1 11 16,-5 6 7-16,-2 0 8 0,-5 0 5 0,-1-1 7 16,-2 1 2-16,0 1-54 0,-2 3-15 0,-1-6 0 15,1-1 0-15,0 0 0 16,2-1 0-16,0-2 0 0,0-7 0 0,0 12 0 16,0-12 0-16,6 3 0 0,-6-3 0 15,0 0 0-15,21-15 0 0,-8 3 0 0,0-4 0 16,6-3 0-16,-3 1 0 0,-3 2 0 15,-4 6 0-15,3 0 0 0,-5 0 0 16,1 6 0-16,-3 1 0 0,-5 3 0 0,0 0 0 16,0 0 0-16,20 5 0 0,-20-5 0 15,9 12 0-15,-3-7 0 0,2-2 0 16,-3 4 0-16,6-3 0 0,0 0 0 16,0-2 0-16,3-2 0 0,-14 0 0 0,32-3 0 15,-16-2 0-15,4-4 0 0,-4 1 0 16,4-4 0-16,3-5 0 0,-6 2 0 0,-2 1 0 15,-4-1 0-15,0 1 0 0,0 2 0 16,-2-1 0-16,-4 5 0 0,2 0 0 0,-2 0 0 16,-1 3 0-16,-4 5 0 0,0 0 0 15,0 0 0-15,6 22 0 0,-6-5 0 0,-2 7 0 16,-2 13 0-16,0 6 0 0,-1 15 0 16,0 5 0-16,3 3 0 0,2 1 0 0,0-3 0 15,-3-5 0-15,1-5 0 16,-2-9 0-16,1-6 0 0,-1-2 0 0,-2-6 0 15,2-4 0-15,-4-8 0 0,1 1 0 16,-2-5 0-16,-5 2 0 0,-1-8 0 0,-4 1 0 16,-5 0 0-16,2-4 0 0,-4-2 0 15,-3-4 0-15,-12-4 0 0,3-5 0 0,-1-1 0 16,4-2 0-16,5-2 0 0,3 1 0 16,10-3 0-16,4 1 0 0,5 1 0 0,8-6 0 15,6-3 0-15,10-19 0 0,11 0 0 16,7-3 0-16,9-3 0 0,18-11 0 0,2-5 0 15,1 1 0-15,-3-6-373 16,6-3 24-16,-4 0 29 0,-2 0 30 0,-2-3 32 16,-6 3 53-16,1-3 58 0,-12 3 71 15,-12 14 57-15,-3 2 45 0,-6 8 44 0,-6 14 43 16,-6 2 32-16,-2 10-3 0,-6 7-17 16,-2 6-3-16,-10 6 2 0,0 5 13 0,-17 12 13 15,-10 13 8-15,0 6 5 0,1 6 6 16,5 4 3-16,1 3 13 0,4 0-149 0,11 2-36 15,0-1 0-15,9-9 0 0,1-1 0 16,4-6 0-16,4-5 0 0,2-1 0 0,-1-2 0 16,7-4 0-16,2-3 0 15,3-2 0-15,2-5 0 0,4-3 0 0,0-6 0 16,4-2 0-16,9-6 0 0,0-4 0 0,0-1 0 16,-3-3 0-16,-5 1 0 0,-1 6 0 15,-7 1 0-15,-5 3 0 0,-1 0 0 16,-3 1 0-16,-2 2 0 0,-7 2 0 0,20 2 0 15,-20-2 0-15,13 6 0 0,-8-3 0 16,2 2 0-16,-3 0 0 0,1 0 0 0,-1 0 0 16,-1 2 0-16,-1-2 0 0,2 0 0 15,-4-5 0-15,6 7 0 0,-4-4 0 0,-2-3-413 16,6 4-564-16,-6-4 55 0,0 0 106 16,29-1-906-16,-11-2-1155 0</inkml:trace>
  <inkml:trace contextRef="#ctx0" brushRef="#br0" timeOffset="29525.62">31024 10439 5049 0,'0'0'31'0,"-4"5"39"0,4-5 47 0,0 0 51 0,0 0 53 0,0 0 27 0,0 0 13 0,13 7-5 0,-13-7-12 0,0 0-24 16,31-9-19-16,-17 2-19 0,-1 0-20 0,2-1-17 16,-2 1-12-16,1-2-14 0,-1 1-16 15,-4-1-15-15,2-1-16 0,-4 2-14 0,-2-1-15 16,-3 1-43-16,-2-4 0 0,-3 4 0 15,-5-2 0-15,-4-1 0 0,-3 7 0 0,-2-2 0 16,-2 2 0-16,-2 4 0 16,0 2 0-16,-1 6 0 0,-5 5 0 0,2 7 0 0,6 1 0 15,4 4 0-15,3 4 0 16,4 0 0-16,7-2 0 0,1-3 0 0,3 0 0 16,5 8 0-16,2-9 0 0,-1-4 0 15,2-2 0-15,1-1 0 0,1-3 0 0,3-2 0 16,0-6 0-16,2-2 0 0,5-3 0 15,4-3 0-15,9-8-257 0,0-1-277 16,-4-6-75-16,4-8-68 0,-7 3-104 0,1-7-4 16,-7 2 76-16,-3-3-597 0,0-8-763 15</inkml:trace>
  <inkml:trace contextRef="#ctx0" brushRef="#br0" timeOffset="30342.67">31478 10022 3458 0,'5'-50'-21'16,"-1"7"87"-16,-2 7 69 0,-2 7 49 0,0 5 62 15,0 5 56-15,0 4 47 16,0-1 19-16,0 8-7 0,0-2-21 0,0 10-12 15,0 0 25-15,0 0 22 0,0 0 9 16,-4 38-14-16,0 1-11 0,1 16-125 0,-3 5-234 16,3 2 0-16,1 2 0 0,0 0 0 15,-1 0 0-15,3-2 0 0,0-16 0 16,3 2 0-16,-1-7 0 0,0-5 0 0,-1-7 0 16,3-7 0-16,0-5 0 0,-4-3 0 15,2-4 0-15,-1-2 0 0,5-4 0 0,-6-4 0 16,0 0 0-16,23-10 0 0,-12-2 0 15,9-9 0-15,-1-2 0 0,-1-7 0 0,2 3 0 16,-7 3 0-16,1 5 0 16,-5 5 0-16,-2 4 0 0,0 0 0 0,-4 5 0 0,1-1 0 15,-4 6 0-15,0 0 0 16,0 0 0-16,0 0 0 0,0 0 0 0,9 25 0 16,-9-15 0-16,2 0 0 0,0-1 0 15,-2 1 0-15,2 0 0 0,0-1 0 0,1-3 0 16,0 1 0-16,-3-7 0 0,8 9 0 15,-1-6 0-15,-7-3 0 0,11 2 0 0,-11-2 0 16,0 0 0-16,23-10 0 0,-11 3 0 16,-3-2 0-16,2 2 0 0,-2 1 0 15,0 1 0-15,-3-2 0 0,-1 3 0 16,-5 4 0-16,9-7 0 0,-9 7 0 0,9-3 0 0,-9 3 0 16,0 0 0-16,0 0 0 15,0 0 0-15,14 9 0 0,-14-9 0 0,4 6 0 16,-4-6 0-16,7 7 0 0,-5-3 0 15,-2-4 0-15,5 5 0 0,-5-5 0 0,0 0 0 16,11 0 0-16,-11 0 0 0,0 0 0 16,20-10 0-16,-13 3 0 0,4-2-44 15,-1-3-247-15,3-5 12 0,3-8 25 0,-1-1 26 16,2-8 25-16,0-11 21 0,-2-4 31 16,2-4 41-16,-1-1 38 0,-1-3 39 0,-3-5 31 15,-1 9 43-15,-2 14 36 16,-3 4 42-16,0 12 27 0,-4 3-1 0,0 9-10 15,-1 4 21-15,-1 4 38 0,0 3 27 16,0 0-1-16,-14 39-12 0,4-5-21 0,-2 5-187 16,0 15 0-16,3-2 0 0,-2 1 0 15,6-11 0-15,-2-1 0 0,0-3 0 0,3-4 0 16,0-8 0-16,2-8 0 0,1-1 0 16,-1-5 0-16,2 0 0 0,-2-6 0 0,4 1 0 15,-2-7 0-15,0 0 0 0,0 0 0 16,-2 6 0-16,2-6 0 0,0 0 0 0,-8 4 0 15,2 0 0-15,6-4 0 16,-9 8 0-16,3-3 0 0,6-5 0 0,-3 10 0 0,1-6 0 16,2-4 0-16,-3 10 0 15,3-10 0-15,-2 8 0 0,2-8 0 0,0 0 0 16,7 5 0-16,-7-5 0 0,0 0 0 16,0 0 0-16,0 0 0 0,16-13 0 0,-16 13-262 15,6-6-439-15,-4 2-221 0,-2 4 33 16,0 0 96-16,0 0-780 0,0 0-1014 15</inkml:trace>
  <inkml:trace contextRef="#ctx0" brushRef="#br0" timeOffset="31075.42">29454 11375 4681 0,'0'-29'103'0,"0"6"38"0,0 6 52 0,0 3 65 0,-2 3 52 0,2 2 10 16,-2 2-12-16,2 7 26 0,0 0 38 0,-6 27-4 15,-1 11-5-15,-1 19-25 0,0 4-236 16,3 5-102-16,5 4 0 0,0 8 0 0,3 0 0 15,5 1 0-15,4 15 0 0,-1-18 0 16,-2-8 0-16,3-3 0 0,1-6 0 0,-5-5 0 16,0-16 0-16,-3-3 0 0,1-11 0 15,-2-5 0-15,-3-6 0 0,-1-4 0 0,4-4 0 16,-4-5 0-16,0 0-324 16,0 0-387-16,14-23-112 0,-7 3-55 0,7-12 90 15,1-3-799-15,3-11-1029 0</inkml:trace>
  <inkml:trace contextRef="#ctx0" brushRef="#br0" timeOffset="31958.24">29808 11879 4165 0,'0'0'31'0,"0"0"62"15,0 0 46-15,0 8 52 0,0-8 49 16,0 0 44-16,4 7 28 0,-4-7 8 0,0 0-2 16,7 6-16-16,-7-6-23 0,0 0-25 15,22-4-25-15,-11 1-23 0,4-1-24 0,0-3-18 16,3 1-20-16,-1-3-24 0,-4 2-36 15,0-2-26-15,1-1-14 0,-3 0-24 0,-2 1-15 16,-2-1-4-16,-3 2-1 0,-3-2-4 16,-2 2-1-16,1 8-4 0,-14-10 6 0,1 7 1 15,0 5-5-15,-7 1 4 16,-5 5-2-16,-3 3 9 0,1 4 10 0,5 2 12 16,4 0-26-16,1 8 0 0,9-7 0 15,3 1 0-15,3-2 0 0,2-1 0 0,2-1 0 16,2 1 0-16,3-3 0 0,-1-1 0 15,4 1 0-15,1-5 0 0,3-1 0 0,0-2 0 16,2-3 0-16,1-6 0 0,6-2 0 16,0 0 0-16,7-5 0 0,3-5 0 15,-5 0 0-15,1 1 0 0,-2-4 0 16,-3 2 0-16,-7 3 0 0,1 0 0 0,-3 2 0 16,-6 2 0-16,3 0 0 0,-5 3 0 15,3 0 0-15,-2 2 0 0,-3 0 0 16,-5 5 0-16,10-5 0 0,-10 5 0 0,0 0 0 15,19 7 0-15,-19-7 0 0,11 11 0 16,-5-4 0-16,1 0 0 0,0 0 0 0,0 0 0 16,-2 0 0-16,5 0 0 0,0-2 0 15,-3-3 0-15,1 2 0 0,-8-4 0 0,19 0 0 16,-19 0 0-16,25-10 0 16,-12 3 0-16,3-1 0 0,-2-4 0 0,4-2 0 0,0-5 0 15,4 0 0-15,-9 2 0 0,-1 4 0 16,-3 3 0-16,-4 0 0 0,6 4 0 15,-6-2 0-15,1 4 0 0,-6 4 0 16,9-5 0-16,-9 5 0 0,0 0 0 0,0 0 0 16,18 12 0-16,-13-7 0 0,-1 0 0 15,-1 2 0-15,6 2 0 0,-4-3 0 0,1 2 0 16,-1-2 0-16,3-1 0 0,0-1 0 16,-8-4 0-16,17 3 0 0,-17-3 0 0,23-5 0 15,-10-2 0-15,1 1 0 0,-1-3 0 16,0-3 0-16,4-2 0 0,-3-2 0 0,1-8 0 15,2-2 0-15,-4-3 0 0,-1-2-37 16,-3-4-107-16,-1-5 5 0,-1-3 10 0,0-13 6 16,-4-4 12-16,7-4 12 15,-5-3 12-15,1-1 12 0,0 7 7 0,0 18 11 16,-3 7 9-16,3 8 13 0,-4 11 7 16,-2 6 27-16,-2 10 41 0,2 1 28 0,-11 22 43 15,1 13 19-15,-1 19 15 0,-4 8 6 16,5 10 10-16,0 3 3 0,-1 20-7 0,5 2-103 15,8-16-54-15,6 16 0 0,9 4 0 16,6-6 0-16,0-8 0 0,-5-24 0 16,4-8 0-16,-5-6 0 0,-6-13 0 15,-2-11 0-15,0-8 0 0,-2-8 0 0,-1-2 0 16,1-5 0-16,0-2 0 0,-7 0-264 16,20-16-275-16,-8 1-73 0,-1-2-121 0,2-11-106 15,3-2 79-15,2-11-751 0,7 0-958 16</inkml:trace>
  <inkml:trace contextRef="#ctx0" brushRef="#br0" timeOffset="32241.3">31499 11793 4004 0,'0'0'38'0,"-4"9"70"0,4-9 52 0,-14 17 57 0,-11 4 70 0,-11 6 78 0,-13 12 42 0,-22 15 39 0,-13 2 34 15,-5 4 12-15,-12 4-1 0,-12 1-16 16,-43 21-254-16,-6-1-221 0,-8-4 0 15,3-5 0-15,3-4 0 0,34-22 0 0,9 2 0 16,4-4 0-16,13-3 0 0,14-6 0 16,27-10 0-16,13-4 0 0,18-9 0 0,3 0 0 15,11-4 0-15,2-2 0 0,7-3 0 16,1 0 0-16,4-4 0 0,4-3 0 0,0 0 0 16,0 0 0-16,0 0 0 0,23 0 0 15,-23 0 0-15,25-8 0 0,-10 1-52 0,1-2-453 16,-2-1-27-16,4-3-30 15,-1-1-41-15,0 2-77 0,4-7-86 0,6 0 67 0,-5-1-591 16,3 1-748-16</inkml:trace>
  <inkml:trace contextRef="#ctx0" brushRef="#br0" timeOffset="38505.86">10202 15519 2099 0,'0'-6'225'0,"0"6"-46"0,4-6-32 0,-4 6-12 0,0 0-5 16,2-7-9-16,-2 7-6 0,0 0 1 16,0 0 9-16,0 0 10 0,-4-12-2 0,4 12-9 15,0 0-2-15,0 0-7 0,0 0-5 16,-3-8-1-16,3 8-7 0,0 0-5 0,0 0-8 15,0 0-8-15,0 0-4 16,0 0-11-16,-2-10-5 0,2 10-9 0,0 0-3 0,0 0-5 16,0 0-2-16,0 0 0 15,0 0 2-15,0 0 0 0,0 0 1 0,0 0-3 16,-8-4 1-16,8 4-3 0,0 0-6 16,0 0-3-16,0 0-8 0,0 0-5 15,0 0 5-15,0 0 4 0,-1 28 21 0,1-11 13 16,0 8 6-16,0 4 15 0,1 9 9 15,1 7 13-15,0 0 10 0,0-1 5 0,3 2 7 16,-5-1 5-16,4-4-6 0,0-2-15 16,-2-1 1-16,2-3 7 0,-4-8-2 15,2-5-7-15,0-5-10 0,0-3-10 16,0 0-6-16,0-2-8 0,-2-2-3 0,0-1-8 16,1-2-4-16,-1 1-2 0,0-8-2 15,0 10-7-15,0-10-7 0,0 9-23 16,0-9-76-16,0 0-96 0,0 0-92 0,-13 0-123 15,13 0-147-15,0 0-203 0,-13-12-138 16,5 5 94-16,5-1-660 0,-4 1-872 0</inkml:trace>
  <inkml:trace contextRef="#ctx0" brushRef="#br0" timeOffset="40122.98">10267 15562 3561 0,'-7'-5'-173'0,"7"5"39"0,-9-3 24 0,2-1 30 0,7 4 28 0,0 0 31 0,-13-3 34 16,13 3 29-16,0 0 21 0,-11-6 11 16,11 6 6-16,0 0 5 0,-8-3 3 15,8 3-2-15,0 0 12 0,0 0 7 0,0 0 1 16,0 0 12-16,21-8-3 0,-2 2-2 15,14 0-9-15,6-1-1 0,17-2-13 0,3-1-7 16,6 0-9-16,-1 1-9 0,-1-1-5 16,8 1-6-16,-1-1 9 0,1-2-5 15,-3 2-5-15,0 0-8 0,-6-2-6 16,-3 3 0-16,1-2-4 0,-8 1-1 0,-7 2-7 16,-8 0-1-16,1-4-1 0,-1 4-1 15,3-1-2-15,-6-1-6 0,0 0-1 16,-1 1 0-16,-7 1-3 0,5-1 2 0,-4 0 0 15,-4 4-3-15,-1-1-1 0,10-1-2 16,-9 0 2-16,-1 2 0 0,-6-1-4 0,0 1-1 16,2 2 0-16,-5 0 2 0,-1-1-4 15,1 1-1-15,-2 0-1 0,2 1 3 16,-3-2-2-16,-10 4-2 0,21-6 1 0,-10 5 1 16,-11 1-6-16,18-1 3 15,-9 1 0-15,-9 0-1 0,16 1 1 0,-16-1-4 0,22 4 5 16,-15 3-1-16,3 1-1 0,-1 3 5 15,4 7-2-15,3 11 10 0,-3 7 25 0,6 11 28 16,-3 5 18-16,-1-3 4 16,3 3 8-16,-6 4 16 0,6-2 19 0,-1-4 2 15,-4 1 7-15,2-5-19 0,-6-7 8 16,2-5-17-16,-4-5-1 0,0-5-15 16,-3-3-8-16,1-5-9 0,-2-3-3 0,-1-1-7 15,0-1-8-15,2-5 22 0,-2 2 14 16,0 0 19-16,-2-8 6 0,1 13-1 0,-1-13-6 15,-1 6-16-15,1-6-8 16,0 0-13-16,-12 5-52 0,12-5-24 0,-13 1 0 0,2 1 0 16,-3 2 0-16,-5-2 0 15,0 1 0-15,-6 2 0 0,-13 4 0 0,0-1 0 16,-3 1 0-16,-11 3 0 0,-4 0 0 16,1 3 0-16,-2-1 0 0,-3 1 0 0,1-3 0 15,4 2 0-15,0-1 0 0,4-2 0 16,-3-1 0-16,5 2 0 0,8-2 0 0,0 1 0 15,-2-1 0-15,6 1 0 0,-5-1 0 16,2-2 0-16,1 0 0 0,2 0 0 0,-1 1 0 16,4-3 0-16,3 0 0 15,6-1 0-15,2-2 0 0,-2 1 0 0,0-1 0 16,1-1 0-16,1 1 0 0,-2 0 0 16,6-1 0-16,-4 2 0 0,2-3 0 0,4 1 0 15,-4 0 0-15,0-1 0 0,2 1 0 16,-2 0 0-16,2 0 0 0,2-1 0 0,0 1 0 15,-1-2 0-15,3 2 0 0,-2-2 0 16,4 0 0-16,-3 0 0 0,1 0 0 16,3-2 0-16,0 2 0 0,12 0 0 0,-22 0 0 15,11 0 0-15,11 0 0 0,-19-2 0 16,11 1 0-16,8 1 0 0,-19 0 0 0,19 0 0 16,-17 0 0-16,17 0 0 0,-15 1 0 15,5-1 0-15,10 0 0 0,-14 2 0 0,14-2 0 16,-12 2 0-16,12-2 0 15,-11 2 0-15,11-2 0 0,-13 1 0 0,13-1 0 16,0 0 0-16,-11 1 0 0,11-1 0 16,0 0 0-16,-9 2 0 0,9-2 0 0,-5 4 0 15,5-4 0-15,-9 5 0 0,9-5 0 16,0 0 0-16,-5 5 0 0,5-5 0 16,-6 5 0-16,6-5 0 0,0 0 0 15,-3 6 0-15,3-6 0 0,0 0 0 0,-6 3 0 0,6-3 0 16,0 0 0-16,0 0 0 15,0 0 0-15,-6 5 0 0,6-5 0 0,0 0 0 0,0 0 0 16,0 0 0-16,0 0 0 16,0 0 0-16,0 0 0 0,0 0 0 0,-4 3 0 15,4-3 0-15,0 0 0 0,0 0 0 16,0 0 0-16,0 0 0 0,0 0 0 0,0 0 0 16,0 0 0-16,0 0 0 0,0 0 0 15,0 0 0-15,0 0 0 0,0 0 0 0,0 0 0 16,0 0 0-16,0 0 0 0,0 0 0 15,0 0 0-15,0 0 0 0,-8 5 0 16,8-5 0-16,0 0 0 0,0 0 0 0,0 0 0 16,0 0 0-16,0 0 0 0,0 0 0 15,0 0 0-15,0 0 0 0,0 0 0 16,0 0 0-16,0 0 0 0,0 0 0 16,0 0 0-16,0 0 0 0,0 0 0 0,0 0 0 15,0 0 0-15,0 0 0 0,0 0 0 16,0 0 0-16,0 0 0 0,0 0 0 0,0 0 0 15,-1-20 0-15,-1 11 0 0,2-1 0 16,0 2 0-16,-2-4 0 0,4-2 0 0,-4-1 0 16,0-2 0-16,0 0 0 0,0 3 0 15,-1-3 0-15,-2-3 0 0,1 5 0 0,1-1 0 16,-3 3 0-16,2-3 0 0,3 6 0 16,-3 1 0-16,0 3 0 0,2-3 0 0,2 9 0 15,-4-12 0-15,0 7 0 16,2 0 0-16,2 5 0 0,-7-5 0 0,7 5-86 0,-11 0-500 15,11 0-89-15,0 0-152 16,-22 7-54-16,17-4 103 0,-1 2-704 16,0-1-930-16</inkml:trace>
  <inkml:trace contextRef="#ctx0" brushRef="#br0" timeOffset="40888.61">10240 14790 3790 0,'0'-11'-140'0,"2"2"49"0,-2 2 32 0,0 1 11 0,0 6 3 0,2-7 3 16,-2 7 32-16,0 0 53 0,0 0 56 0,0 0 27 15,12 33 19-15,-5-10 18 0,-1 10-6 16,4 3-1-16,-1 1 6 0,2 1 9 0,2 0-13 16,-1-3 3-16,-2 0-6 15,2-1-8-15,-3-2-14 0,0-3-13 0,-1-6-12 16,-4-4-5-16,2-3-10 0,-3-4-15 16,-1-1-5-16,0 0-7 0,2-2-5 15,-2-4-2-15,-1 3-5 0,-1-3-7 0,0-5-8 16,3 7-52-16,-3-7-64 0,0 0-80 15,0 0-108-15,0 0-115 0,0 0-151 0,0 0-221 16,-14-16 71-16,13 7 70 0,-1 0-330 16,0 2-419-16</inkml:trace>
  <inkml:trace contextRef="#ctx0" brushRef="#br0" timeOffset="42222.82">10513 14957 2429 0,'0'0'-43'0,"0"0"29"0,0 0 19 0,0 0 35 0,0 0 42 15,0 0 29-15,0 0 35 0,32 10 25 0,-23-8 19 16,-9-2 2-16,11 2 2 0,-11-2-4 15,15 1-8-15,-5 1-11 0,-10-2-12 0,14 0-15 16,-14 0-12-16,18-2-14 0,-18 2-11 16,19-1-14-16,-9-1-3 0,-10 2-8 15,12-4-8-15,-12 4-6 0,14-3-6 0,-14 3-9 16,6-5-4-16,-6 5-6 0,5-7-3 16,-5 7-8-16,0 0-7 0,0 0 1 0,-16-3-6 15,16 3-4-15,-25 8 1 16,9-1-2-16,0 3-3 0,-4 1-1 0,5 0 0 15,1 2 6-15,3-1 5 0,3-1 4 16,2 3 17-16,3-1 13 0,3 0 7 0,2 0 8 16,3-1 6-16,4 2 0 15,-2 1-2-15,8-2-4 0,0-3-4 0,0 1-6 0,5-3-6 16,-1 1-10-16,-1-2-1 16,0-2-12-16,0-2-44 0,-2 0-55 0,-1 1-67 15,1-2-86-15,-3-2-86 0,0 0-77 0,-1-4-89 16,0 1-112-16,-3-5-111 0,0 2 59 15,1-2-363-15,-2-4-476 0</inkml:trace>
  <inkml:trace contextRef="#ctx0" brushRef="#br0" timeOffset="42539.47">10907 14875 2698 0,'0'-14'25'16,"0"6"35"-16,0-2 23 0,0 4 17 16,0 6 2-16,-2-8 0 0,2 8 9 0,0 0 48 15,0 0 24-15,0 0 4 0,14 29 4 16,-4-9 4-16,-5 2-25 0,5 8-14 0,0 3-12 15,-1 2-12-15,0-3-12 0,1-1-11 16,1 0-12-16,-3-7-8 0,-2-3-6 0,0-5-10 16,-3-1-3-16,-1-3 7 15,2-2 16-15,-4-1 23 0,2-1 30 0,-2-8-13 0,-2 6-11 16,2-6 0-16,0 0-5 16,0 0-6-16,-20-14-13 0,15-1-18 0,-1-5-4 15,-5-11-8-15,3-5 9 0,1-3-10 16,-1-2-2-16,8-5-6 0,-3-12-11 15,-1 13-8-15,4 2-29 0,4 4-35 0,-3 10-43 16,-1 4-54-16,4 6-59 0,3 6-64 16,2 0-72-16,-2 8-62 0,2-1-58 0,-3 4-82 15,-6 2-181-15,18 5 9 0,-13 0 76 16,1 5-365-16,-5 3-456 0</inkml:trace>
  <inkml:trace contextRef="#ctx0" brushRef="#br0" timeOffset="42704.69">10864 15151 2792 0,'-6'7'74'0,"3"-4"25"0,3-3 6 16,-7 5 16-16,7-5 9 0,0 0 0 15,0 0-15-15,0 0-8 0,0 0-9 0,46-21-14 16,-17 9-56-16,5-1-83 0,2-3-87 16,10-5-115-16,-4-1-158 0,1-2-153 15,0-1 52-15,-7-4-141 0,0 1-152 0</inkml:trace>
  <inkml:trace contextRef="#ctx0" brushRef="#br0" timeOffset="42924.34">11330 14420 2030 0,'-9'-7'102'0,"-2"4"4"16,11 3 15-16,-16 12 18 0,7-2 39 0,2 9 30 16,-2 3 21-16,4 14 3 0,1 2 5 15,4 2-7-15,4 3-23 0,3 11-13 16,4-2-22-16,0-1-16 0,3-5-15 0,2-1-13 15,2-2-11-15,-4-9-13 0,0-1-13 16,3-4-45-16,-1-2-55 0,-2-1-51 0,-4-7-60 16,-2-4-57-16,-1-3-32 15,-3-3-28-15,0-2-41 0,-2-4-56 0,-2-3-35 16,0 0-20-16,0 0-4 0,0 0 25 16,0 0-389-16,-21-19-247 0</inkml:trace>
  <inkml:trace contextRef="#ctx0" brushRef="#br0" timeOffset="43055.2">11393 15079 1920 0,'-13'-16'-32'0,"-1"4"56"0,3 2 43 16,0 3 36-16,3 0 35 0,2 0 20 15,-3 2 9-15,9 5-7 0,-9-8-6 0,9 8-23 16,-5-6-2-16,5 6 1 0,0 0-11 16,0 0-8-16,25-8-16 0,-9 3-27 0,7 3-80 15,1-5-95-15,8-1-109 0,5-1-164 16,-1-3-184-16,-1 3 57 0,-3-3-125 0,2 2-128 16</inkml:trace>
  <inkml:trace contextRef="#ctx0" brushRef="#br0" timeOffset="43571.18">12078 14689 1791 0,'0'0'44'16,"0"-7"21"-16,0 7 26 0,0-11 24 0,0 11 18 16,-7-13 21-16,0 8 0 0,1-1 10 15,-3 1-9-15,0 3-5 0,9 2-5 0,-25-2 3 16,7 4 13-16,-2 6 0 0,1-1 0 15,-1 2-6-15,2 1-8 0,0 0-7 16,5 2-8-16,1 0-12 0,7 2-5 0,1-4-11 16,2 2-3-16,4 2 2 15,7-1 0-15,0-1-3 0,5 2-8 0,-1 1-8 16,11 2-8-16,-3-5-6 0,6 1-4 16,-9-1-8-16,1-3 1 0,-3 0-3 0,-5 0 0 15,2-1-1-15,1 2 10 0,-5 0 7 16,0 2-1-16,-2 2 6 0,-1-4 6 0,-5 0 3 15,-1 2-2-15,0 0 4 0,-3 0-12 16,-1-2-18-16,-3 0-1 0,2 1 3 16,-2-3 2-16,-3 1-24 0,2-2-1 0,-3 0-6 15,4-3-33-15,-6-3-41 0,2 0-56 16,11-1-63-16,-23-2-85 0,12-2-107 16,2-2-117-16,-1 1-166 0,2-3-112 15,1 3 81-15,2 0-487 0,0-1-623 0</inkml:trace>
  <inkml:trace contextRef="#ctx0" brushRef="#br0" timeOffset="43987.26">12144 14941 3370 0,'2'6'-6'16,"-2"-6"5"-16,0 0 22 0,0 0 31 0,0 0 39 15,0 0 24-15,0 0 10 0,0 0 2 16,0 0-9-16,0 0-11 0,0 0-3 0,0 0-4 15,25-9-6-15,-16 0-13 16,-3 2-7-16,4-3-5 0,-1-1 1 0,-1 1-7 16,-2 2-1-16,2 0 3 0,-5-1 2 15,5 1 8-15,-5 3 12 0,-3 5 1 0,4-12-6 16,1 8-7-16,-5 4-7 0,3-8-10 16,-3 8-4-16,0 0-1 0,0 0 9 15,0 0 8-15,0 0-7 0,8 24-6 0,-6-13-2 16,-1 3-1-16,3-1 0 0,2 3-6 15,0-2-5-15,2-1-1 0,-1 1-3 0,2-3 6 16,1 1 8-16,1-7 2 0,1 2-3 16,1-6-8-16,-2 1-4 0,-11-2 5 15,25-4-11-15,-14-1-4 0,2 2-1 16,-2-2-1-16,-2-1-2 0,-1 1-6 0,1 1-2 16,-3-2-24-16,-1 1-26 0,-3 0-42 15,3 0-50-15,-5 5-69 0,7-7-96 0,-7 7-125 16,2-7-182-16,-2 7-164 0,8-6 76 15,-8 6-521-15,5-6-668 0</inkml:trace>
  <inkml:trace contextRef="#ctx0" brushRef="#br0" timeOffset="44937.15">15222 14913 3175 0,'-19'8'-99'0,"4"-1"30"0,2-2 25 0,3-2 14 0,0 2 9 0,7-1 18 16,3-4 41-16,0 0 42 0,0 0 12 0,0 0 7 15,49-4-10-15,5-7-4 0,11-3-1 16,24-9-16-16,6 0-12 0,10-6 1 16,0 4-1-16,0-1-8 0,-7 2-3 0,-1 4-6 15,-27 6-7-15,-4 4-1 0,-1 3-5 16,-15 4 3-16,-7 3-6 0,-5 3 5 0,-8 2 16 16,-8 4 31-16,-3 3 16 0,0 8 17 15,-7 2 10-15,-5-1 16 0,0 12-2 16,0 2 10-16,-5 4-8 0,0-2-8 15,-1 3-3-15,-1 1-13 0,-1-1-6 0,2-1-18 16,-2 0-6-16,1 1-5 0,0-4-11 16,0-5-6-16,0-3-7 0,-2-2-6 0,-3 7-4 15,0-1-4-15,-3 1 0 0,-1-2-9 16,-5 0 1-16,-2 1-2 0,-8 4 0 0,-8 2-6 16,-4-1 0-16,-5-2 0 0,-4 2-4 15,-7-2-1-15,-3 0-2 0,-19 2 0 16,17-6 19-16,-4-2 12 0,2-2 18 0,1-2 26 15,1-2 21-15,6-8 17 0,1-1 6 16,11-2 2-16,-2-5-1 0,3 3-2 16,2-4 7-16,7 0 1 0,6-3-7 15,-2-1-7-15,9-1-12 0,-2 1-11 0,3-1-7 16,2-1-21-16,13 0-75 0,-23-6 0 16,11 3 0-16,0-6 0 0,-1-2 0 0,4-6 0 15,0-1 0-15,1-16 0 0,0-3 0 16,6-8 0-16,2-16 0 0,4-7 0 0,6-2 0 15,3-22 0-15,-2 17 0 0,1-20 0 16,1 1 0-16,-3 20-173 0,2 5-86 16,0 9-23-16,-1 13 2 0,-8 12-38 15,3 9-48-15,-2 8-36 0,-4 6-26 0,-2 3-45 16,-2 6-81-16,4 3-169 0,-11-3 68 16,11 3-460-16,0 0-584 0</inkml:trace>
  <inkml:trace contextRef="#ctx0" brushRef="#br0" timeOffset="46005.54">14836 15030 3123 0,'-9'10'8'0,"6"-4"28"0,-3-1 23 0,4-2 17 0,2-3 33 0,0 0 20 0,0 0 12 0,0 0 4 15,0 0-6-15,0 0-16 0,34-20-7 16,-18 6-13-16,4-5-8 0,3 1-12 0,1-2-4 15,-1-2-8-15,-5 2-10 0,3-1-3 16,-6 1-2-16,-3-2-9 0,-4 5-3 16,-5 1-1-16,-1-3-3 0,-2 0-5 0,-2-2-6 15,-3-1 1-15,-4 1-5 0,-4 5-4 16,1-2-2-16,-2 5-6 0,-1-1 3 16,-3 5-5-16,4 3-1 0,-4 2-2 15,3 3-5-15,-1 1 2 0,4 1-2 0,-6 3-1 16,7 0 1-16,2 2 0 0,0-1-5 15,2-2 0-15,1 3 4 0,6-6 2 0,-1 8 1 16,1-8 1-16,5 5-1 0,-5-5 4 16,21 0 0-16,-4-2-1 0,4-6 1 0,2 1-1 15,1-1 0-15,-2 0-3 0,-3 0-1 16,2 1-3-16,-6 1 2 0,1 2-5 0,-5 2-1 16,-2-2 4-16,3 6 0 15,-12-2 7-15,17 8 4 0,-10-2 1 0,1 3 1 16,0-1 1-16,-1 3 6 0,3 1 3 0,-2-2-2 15,-1 2 5-15,2-2 2 16,3 1 2-16,-4-5 10 0,3 1 10 0,-1-2 3 16,1-1-2-16,3-1-5 0,3-3-4 15,0-2-3-15,2-1-1 0,0-4-6 0,2 0-4 16,-2-3-7-16,-2-2 4 16,6-5-5-16,-6 2-1 0,-6 2-1 0,-1 3-1 0,-4 2-1 15,-1-2-2-15,1 2-2 0,-2 2-4 16,-4 6 3-16,4-9-8 0,-4 9 1 0,0 0-2 15,0 0 4-15,0 0-2 16,0 0-1-16,0 0 2 0,0 0-1 0,0 0 2 16,22 19 1-16,-13-16 1 0,-4 1 6 15,6-1-2-15,3-1 1 0,1 0 3 16,1-2-3-16,0-2-1 0,0-2-2 0,3 0 2 16,-4 0 0-16,0-4 3 0,1 4-4 15,-5-3 7-15,-1 1 7 0,-3 4 24 0,1-2 10 16,-8 4 17-16,13-8 3 0,-13 8-30 15,8-4-6-15,-8 4-4 0,0 0-9 0,13 0 2 16,-13 0 3-16,0 0-1 0,18 12-1 16,-13-6 2-16,4 4-1 0,3-5-3 15,-1 7 2-15,0-6-6 0,1 3-3 16,-2-2-6-16,-3 0 9 0,3 0-11 0,-2 0-6 16,-5 1 2-16,-4 0 3 0,-1 3-6 15,-8 3-15-15,-2 1-36 0,-11 6-28 16,1 1-47-16,-5 2-66 0,2-3-71 0,-3 1-84 15,-1-5-100-15,0 1-123 0,-1-6-224 16,7-1 71-16,4-6 76 0,-2 4-429 0,8-5-539 16</inkml:trace>
  <inkml:trace contextRef="#ctx0" brushRef="#br0" timeOffset="46970.28">11639 15248 2783 0,'-7'-18'-119'0,"-3"6"39"0,3-1 32 0,1 0 29 0,-4 1 21 0,5 0 28 0,-1 2 4 16,3 3-7-16,-2 3-3 0,5 4 8 16,0 0 53-16,0 23 31 0,8 14 29 0,3 21 26 15,5 13 13-15,6 19 6 0,1 7-6 16,2 0-3-16,-2 5-10 0,1 0-9 0,-1-1-10 15,2-8-11-15,-1-5 2 0,-8-20-2 16,-2-5-8-16,-1-2-9 0,3-6-12 16,-7-6-13-16,-2-9-7 0,0-3-8 15,-4-3-7-15,1-6-7 0,-4-5-8 0,2-4-8 0,0-3-21 16,-4-2-33-16,0-3-44 16,2-1-71-16,-4-1-99 0,1-6-118 0,3-3-117 15,0 0-186-15,-12-14-47 0,6-3 71 16,1-15-304-16,-3-10-396 0</inkml:trace>
  <inkml:trace contextRef="#ctx0" brushRef="#br0" timeOffset="47736.12">11757 15500 2572 0,'-14'-8'-26'16,"0"-2"17"-16,4 3 14 0,1 2 6 0,4 1 10 15,5 4 13-15,-11-11 11 0,6 7 4 16,5 4-9-16,2-13-4 0,1 4 0 0,11-4-1 16,13-5-4-16,11-7-4 0,16 0-5 15,8-3 2-15,23-4-2 0,12-2-1 16,9 1-5-16,8-1-1 0,6 2-1 0,2 6 1 16,2-3-3-16,4 2-4 15,-5 0-20-15,-1 3-22 0,-2 0-16 0,-3 0-13 0,-3 2-11 16,-11-4-2-16,-6 1-7 0,-6 2 7 15,-19 0 6-15,-4 1 7 0,-2 1 11 0,1-4 3 16,0 3 14-16,-4-1 17 16,-4 6 14-16,-1 0 17 0,-4 2 12 0,0 4 9 15,-13 3 5-15,2 3 6 0,-2 1 1 16,2 3 0-16,-2 1-3 0,-1 1-3 16,3 3-2-16,-4-1-3 0,5 2 9 0,-4 2 1 15,2 0 2-15,-2 7-1 0,2 8 10 16,2 9 18-16,-5 5 21 0,-9 9 19 0,0 6 15 15,-6 2-2-15,1 2 10 0,-7 4 0 16,0 0-1-16,-2 7-4 0,-3-5-2 0,1 1-1 16,-1-5-2-16,-1-4-10 15,-3-4-9-15,0-9-1 0,-1-6-8 0,0-2-10 16,-1-6-8-16,-3-5-9 0,2-4-4 16,-3-1-10-16,2 0-2 0,1-3-5 15,-3-1-5-15,1-1-3 0,0-1-7 0,-3 2-4 16,1-2-2-16,2 1 3 0,-2 0-7 15,0 1-6-15,-2 0 2 0,0 0-5 0,-4 0 2 16,2 3-2-16,-2 2-3 0,-3 0 0 16,-2 0 1-16,-9 9-2 0,-5 1-1 0,-11 4 1 15,-4 2-3-15,-14 0 2 0,-20 6 2 16,-12 3-1-16,-15-5 1 0,-10-1 0 0,-13 1 6 16,-12 0-4-16,-56 8-3 15,-2-2-3-15,40-11-2 0,-51 11-4 0,7 1 4 16,2 5-3-16,3-4 1 0,51-7-2 0,4-1-2 15,10-3 7-15,14-4 6 16,15 0 4-16,25-8 0 0,7-3 1 0,8-1-4 16,9-4-4-16,12-1 3 0,3-3-2 15,10-1-4-15,6-3 0 0,4-2-4 0,2 0 3 16,-2 0-3-16,4 0-1 0,2-2-17 16,7-2-14-16,-9 2-26 0,9-2-37 0,-9 3-41 15,9-3-57-15,0 0-49 16,-9 4-50-16,9-4-54 0,0 0-85 0,0 0-132 0,0 0-98 15,0 0 67-15,21 4-265 0,-21-4-337 16</inkml:trace>
  <inkml:trace contextRef="#ctx0" brushRef="#br0" timeOffset="53037.46">19941 15301 2450 0,'-22'-3'20'0,"6"-1"7"0,2 4 11 0,3-3 7 0,4 2 12 0,7 1 9 16,0 0 5-16,-16-4 6 0,16 4 9 15,-6-7-6-15,6 7 5 0,0 0 3 0,8-12-10 16,1 4-3-16,7 4-5 0,14-4-4 15,12 1-7-15,19-4-4 0,15 0-10 0,32-3-3 16,14 2-1-16,22 0-4 0,15 0-1 16,80-2-5-16,6-3-2 0,19 5-5 0,8 3 11 15,12 1-10-15,-5 0-10 0,-5-5 2 16,-8 6 7-16,-12 2-5 0,-71 1-9 16,-7-2 6-16,-14 0 3 0,-16 1-4 15,-16-7-6-15,-21 2 4 0,-32 3 4 0,-10-1 0 16,-12 2 12-16,-10 0 5 0,-9 1-1 15,-9 1-3-15,-7 2-5 0,-4 1 1 16,-4-4-3-16,1 5-7 0,-4-2-11 0,-9 2-55 16,9-3-66-16,-9 3-84 0,0 0-117 15,0 0-182-15,0 0-80 0,-43 0 61 0,16 3-187 16,-13 4-197-16</inkml:trace>
  <inkml:trace contextRef="#ctx0" brushRef="#br0" timeOffset="54536.39">19908 15420 1891 0,'0'0'10'0,"0"0"0"0,0 0 6 0,0 21 35 0,-3 2 29 0,-7 15 12 16,-5 10 11-16,-3 1 23 0,3 6 16 0,-4-3 17 16,1 3 7-16,2 0-3 0,-2-5-5 15,5-3-3-15,4-6-7 0,4-6-9 0,-2-8-7 16,5-6 0-16,2-4-7 0,-2-3-6 16,2 0-7-16,0-2 1 0,0-2 4 0,0-2 0 15,0 1 6-15,0-2 3 0,0-2 0 16,0-5-10-16,4 8-9 0,-4-8-12 15,8 4-8-15,-8-4-12 0,6 2-8 16,-6-2-6-16,0 0-7 0,9 1-9 0,-9-1-4 16,11 2-4-16,-11-2-2 0,20 0-2 15,-5 2-6-15,6-2-4 0,9-2-1 16,22 0 0-16,18-3-3 0,14-2-5 0,25-1 1 16,10-2-15-16,2-1-14 0,12-1-9 15,5 4-4-15,8-3 3 0,8 7 0 0,5-2 5 16,5 3 1-16,-1 5 4 0,4-6 2 15,0 2-1-15,-3 1 3 0,-2 1 1 0,-10 0 1 16,-3-5 2-16,-9 3 1 0,-6-4 3 16,-4-1-1-16,-8 3 1 0,-6-8 1 0,-3 2 2 15,-7 2-1-15,-22-1-1 16,-2 5-2-16,-8-4 3 0,1 2-1 0,-8-1 1 16,-8 0 1-16,-11 2-2 0,-7-1 2 15,-3 4 1-15,-7-4-1 0,-6 3-1 0,0-1 4 16,-7 4-3-16,5-6 2 0,0 2 1 15,2 2-2-15,-3-4 2 0,5 2-3 16,14 0 3-16,-1 1 5 0,1 1 4 0,5 1 1 16,0 2-2-16,0 1 4 0,-3 1 1 15,2 1 1-15,-9 0-1 0,-6 0-1 0,-7-2 3 16,-2-2-1-16,-8 2 10 0,0 0 7 16,1-2 11-16,-14 0 13 0,21 4 13 15,-11-4 11-15,-10 0 20 0,13 0 13 16,-13 0 10-16,0 0 14 0,17 0 2 0,-17 0-4 0,0 0-7 15,15 0-12-15,-15 0-3 16,0 0-6-16,0 0-7 0,14 1-2 0,-14-1-6 16,0 0-2-16,0 0-3 0,0 0 0 15,13-3-1-15,-13 3-27 0,0 0-62 16,7-8 0-16,-2 0 0 0,-3-1 0 0,0-2 0 16,-1-3 0-16,-2-5 0 0,-1-5 0 15,-3-13 0-15,-1-5 0 0,1-1 0 0,-2-13 0 16,1-1 0-16,-1-3 0 0,2 0 0 15,1 2 0-15,2 12 0 0,1 3 0 16,-1 3 0-16,0 11 0 0,0 7 0 16,0 5 0-16,2 0 0 0,-2 5 0 0,2-3 0 15,0 6 0-15,0 0 0 0,0 1 0 16,0 8 0-16,0-14 0 0,0 14 0 0,0-11 0 16,0 11 0-16,0-8 0 0,0 8 0 15,-1-9 0-15,1 9 0 0,0 0 0 16,0-10 0-16,0 10 0 0,0 0 0 0,0-6 0 15,0 6 0-15,0 0 0 0,0 0 0 16,0 0 0-16,-7-8 0 0,7 8 0 0,0 0 0 16,0 0 0-16,0 0 0 0,-7-5 0 15,7 5 0-15,0 0 0 0,-13-4 0 16,1 4 0-16,-3-3 0 0,-5 2 0 16,-3-3 0-16,-2 0 0 0,-14-1 0 0,1 4 0 15,0-1 0-15,4 0 0 0,5 2 0 16,2 0 0-16,4-2 0 0,7 2 0 0,-2 0 0 15,3 0 0-15,15 0 0 0,-23-1 0 16,13 0-66-16,10 1-45 0,-18-3-57 0,18 3-61 16,-14 3-68-16,14-3-87 0,-11 0-88 15,11 0-95-15,-13-3-143 0,4 0-77 16,9 3 88-16,-11-3-560 0,11 3-719 0</inkml:trace>
  <inkml:trace contextRef="#ctx0" brushRef="#br0" timeOffset="55301.71">22166 14283 3608 0,'-2'-11'-65'0,"2"5"6"0,0-2 7 0,0 8 3 0,0-8 6 0,0 8 4 15,0 0 44-15,0 0 42 0,0 0 36 0,0 0 32 16,2 28 23-16,6 7 20 15,-4 9 26-15,2 17 13 0,1 13 9 0,2 27 15 16,2 11-6-16,-6 9 26 0,-1 8 2 16,-2 7-1-16,-4 2-6 0,-4-1 7 0,4 1 12 15,-1-1 12-15,3-3 8 0,0-7-2 16,2-5-2-16,-1-10 1 0,-1-11-3 0,2-26-35 16,0-10-234-16,2-6 0 0,-4-13 0 15,0-5 0-15,0-10 0 0,0-9 0 16,0-3 0-16,0-4 0 0,0-1 0 15,0-2 0-15,0-2 0 0,0-2 0 0,0-1 0 0,2 0 0 16,-2-2 0-16,0-5 0 16,0 0 0-16,0 9 0 0,0-9 0 0,0 0 0 15,0 0 0-15,0 0-300 0,0 0-564 16,-10-24-103-16,0 13 89 0,3 0-884 0,-14-10-1194 16</inkml:trace>
  <inkml:trace contextRef="#ctx0" brushRef="#br0" timeOffset="55850.44">19550 16800 5059 0,'4'-6'-87'0,"-4"6"12"0,0 0 6 0,0 0 40 0,0 0 59 0,0 0 40 15,0 0 34-15,9 29 32 0,-9-11 22 16,-2 7 22-16,-4 10 13 0,1 0 12 0,-2-1 0 16,1-2 2-16,1-4-4 0,4-6-6 15,-1-1-12-15,0-4-13 0,2 1-11 0,2-3-2 16,0-1-3-16,2 1 0 15,2-5-2-15,1-2-11 0,4 0-11 0,7-3-46 16,-4-4-86-16,10 3 0 0,-1-6 0 16,4 0 0-16,-3 1 0 0,0-1 0 15,1-1 0-15,-1 3 0 0,-5-2 0 0,-1 0 0 16,-4 0 0-16,-1 0 0 0,1 1 0 16,-14 1 0-16,17-3 0 0,-17 3-189 0,12 0-152 15,-12 0-60-15,0 0-88 0,0 0-104 16,0 0-175-16,2-4-54 0,-2 4 89 0,0 0-578 15,0 0-769-15</inkml:trace>
  <inkml:trace contextRef="#ctx0" brushRef="#br0" timeOffset="56267.31">20029 16994 3859 0,'0'0'13'16,"3"-8"6"-16,-3 8 38 0,0 0 23 0,0 0 15 16,0 0 16-16,4-6 21 0,-4 6 9 15,0 0-7-15,0 0-10 0,0 0-15 0,0 0-7 16,7-7-13-16,-7 7-5 16,0 0-6-16,9-3-5 0,-9 3-9 0,0 0-4 0,5-5 0 15,-5 5-6-15,0 0-6 16,6-9-5-16,-6 9 0 0,0 0-7 0,-6-12-6 15,6 12 0-15,-14-7-5 0,3 6-5 16,11 1-3-16,-27 1 0 0,10 5-1 16,-3 0 3-16,4 1 7 0,-1 2 8 0,5 1 7 15,1 3 15-15,4 0 29 0,-2 1 19 16,8 1 32-16,-1 0 15 0,4 2 7 0,4 2-2 16,3 0-14-16,2-3-10 0,9 5-12 15,-4-4-15-15,2-5-10 0,0 0-8 0,-4-2-11 16,6-3-35-16,-7-1-44 0,0-2-72 15,0-1-82-15,-2-1-82 0,1-4-93 16,0 1-91-16,-3-5-91 0,3 0-118 0,-3-1-163 16,-2-3 72-16,4-2-547 15,-6 2-730-15</inkml:trace>
  <inkml:trace contextRef="#ctx0" brushRef="#br0" timeOffset="56585.24">20341 16849 3515 0,'0'0'32'15,"3"-9"31"-15,-3 9 60 0,0 0 58 0,0 0 42 16,0 0 22-16,0 32 28 0,0-17 16 16,2 5-3-16,-2 3-6 0,2 1-12 0,2 4-23 15,-1 6-20-15,-1-6-13 16,-1-7-5-16,1 1-18 0,2-5 0 0,-4-1-11 0,2-3-10 16,-2-1-3-16,2-3 3 15,-2 1 2-15,-2-2 9 0,2-8-61 0,0 9-118 16,0-9 0-16,0 0 0 0,0 0 0 15,0 0 0-15,-9-34 0 0,7 10 0 16,-1-14 0-16,6-3 0 0,0-16 0 0,3 0 0 16,5-1 0-16,3 5 0 0,-3 3 0 15,-2 12 0-15,3 6 0 0,-1 3 0 0,-2 6 0 16,-4 8 0-16,2 1 0 0,-3 8-78 16,4 1-276-16,-7 3-66 0,-1 2-58 0,0 0-58 15,12 10-101-15,-10-1-159 16,-4 4 31-16,1 4-639 0,-8 6-855 0</inkml:trace>
  <inkml:trace contextRef="#ctx0" brushRef="#br0" timeOffset="56751.12">20271 17048 3836 0,'-6'5'-8'0,"1"1"37"16,5-6 33-16,-5 6 28 0,5-6 22 0,0 0 9 16,0 0 7-16,0 0-9 0,0 0-14 15,0 0-13-15,0 0-30 0,34-6-56 0,-18 0-69 16,3 1-75-16,1-5-63 0,5-4-60 15,-3 1-95-15,3-4-99 0,-3-4-106 16,1-3 5-16,-6-1-180 0,6 0-227 0</inkml:trace>
  <inkml:trace contextRef="#ctx0" brushRef="#br0" timeOffset="57100.44">20592 16724 2070 0,'8'-23'90'0,"-6"2"51"16,4 6 61-16,-6 1 50 0,2 4 33 16,-1-1 23-16,-1 5 0 0,2-2-12 0,-2 8-28 15,4-9-25-15,-4 9 16 0,0 0 2 16,0 0-29-16,12 27-11 0,-8-10-31 15,1 14-17-15,1 3-19 0,1 2-19 0,0 2-12 16,-2 1-8-16,3 1-14 0,-3-1-35 16,2-3-43-16,-2-2-51 0,1-1-49 0,-3-8-61 15,3-2-58-15,-2-5-45 16,-3-1-52-16,1-3-29 0,0 1-21 0,0-7-30 16,0-2-16-16,-2-2 23 0,0-4 44 15,0 0 87-15,0 0 81 0,0 0 68 0,-20-16 67 16,12 3 62-16,0-1 71 0,-1-1 61 15,1 1 60-15,5 4 57 0,-6-1 56 0,5 3 38 16,1-1 9-16,-1 2 3 0,0 2-8 16,4 5-12-16,-3-15-19 0,3 15-29 15,3-10-33-15,1 4-28 0,3 2-29 0,4-2-28 16,0 1-57-16,0 2-73 16,1-2-89-16,1 1-115 0,-2 1-112 0,3-2-108 0,-3 3-121 15,-1-1-135-15,-3-1-189 16,3 1-31-16,-10 3 87 0,7-2-606 0,-7 2-792 15</inkml:trace>
  <inkml:trace contextRef="#ctx0" brushRef="#br0" timeOffset="60366.68">23335 16854 3413 0,'0'0'-92'0,"-6"6"39"15,6-6 23-15,0 0 38 0,-4 6 44 0,4-6 32 0,0 0 45 16,0 0 35-16,0 0 40 0,10 8 26 0,-10-8 10 15,0 0 5-15,20-2-10 0,-20 2-10 16,25-6-21-16,-9 2-15 0,-1-4-19 0,0 3-23 16,0-3-5-16,-1 0-19 0,3-1-12 15,-3-1-6-15,-3 2-15 0,-2-4 2 0,-1 0-5 16,-2 3-21-16,-3-5-2 0,-3 0-10 16,0 2-5-16,-3-3-3 0,-5 1-6 15,0 0-12-15,-1 2 0 0,-2 2-6 16,-5 1-2-16,1 3-4 0,-1 2-2 15,2 1-5-15,0 3-2 0,14 0-4 0,-27 1 4 16,18 3-8-16,0-1-2 0,-2 1-1 16,11-4-1-16,-9 7 7 0,9-7 1 0,0 8-3 15,0-8 8-15,0 0-4 0,27 4 0 16,-8-8 4-16,17-1-4 0,0-2 4 16,2-3 2-16,0 0-5 0,-1-1-2 0,-3 3-1 15,-3-1 5-15,-8 1-7 0,-5 2 2 16,-2 2-4-16,-3 4 0 0,-2 0 2 0,-11 0 15 15,25 8-4-15,-9 4 7 16,-3 3 8-16,2 9 28 0,-2 4 1 0,1 1 0 16,1 2 3-16,1 0-1 0,-3 2-6 15,0-2-4-15,2-2-4 0,0 0-2 0,-5-7-4 16,1-5-7-16,-2 2-2 0,0-4-6 16,-4-3-6-16,3 0-36 0,-5-3-46 15,3-3-38-15,-1 3-47 0,-2-4-43 0,-3-5-70 16,6 7-69-16,-6-7-74 0,0 0-51 15,0 0-55-15,0 0-51 0,7-26-39 0,-5 11-28 16,2-7-524-16,2-11-622 16</inkml:trace>
  <inkml:trace contextRef="#ctx0" brushRef="#br0" timeOffset="60515.79">24026 16808 2939 0,'6'-29'-56'0,"2"3"65"0,-3 4 48 0,-1 2 48 0,2 4 50 16,-5 3 17-16,4 1 0 0,-3 3-10 16,2 4-3-16,-4 5 24 0,0 0 8 15,0 0-13-15,21 19-19 0,-16-2-12 16,-3 6-17-16,6 10-12 0,-5 1-62 0,-1 4-73 15,2-2-90-15,-2-1-106 0,-2-4-122 16,3-9-173-16,-3-1-146 0,7-4 58 0,-2-4-291 16,5-1-368-16</inkml:trace>
  <inkml:trace contextRef="#ctx0" brushRef="#br0" timeOffset="60665.92">24322 16601 2743 0,'-10'-18'150'15,"3"4"2"-15,3 1 5 0,-2 6-8 0,0-1-20 16,4 4-18-16,2 4-9 0,-5-6-42 16,5 6-60-16,0 0-80 0,0 0-88 15,0 0-120-15,0 0-173 0,0 0-94 0,11 23 56 16,-9-19-80-16,1 4-80 0</inkml:trace>
  <inkml:trace contextRef="#ctx0" brushRef="#br0" timeOffset="61665.98">24311 16685 1821 0,'-4'12'157'15,"-2"-2"37"-15,2-1 39 0,2 3 14 0,0-2 15 16,0 2 11-16,4 0 2 0,-2 3-11 16,2-1-12-16,1 3-12 0,4 0-21 15,-3 1-21-15,3-1-18 0,2 1-19 16,2-1-11-16,-2-5-17 0,-2-1-14 0,0 0-10 16,4 1 2-16,-4-4 14 0,-1-1 15 15,-3 0 22-15,4 0 20 0,-7-7 24 0,3 8 20 16,-3-8 4-16,2 8-10 0,-2-8-26 15,0 0-19-15,-5 9-21 0,-2-3-19 16,2 2-15-16,-6 2-10 0,0-1-15 0,-3 5-8 16,-8 6-55-16,0 3-32 0,3-2 0 15,-1 2 0-15,0 2 0 0,3-5 0 16,4-3 0-16,3-3 0 0,0-4 0 0,5-1 0 16,3-3 0-16,2-6 0 0,0 0 0 15,9 9 0-15,-9-9 0 0,0 0 0 16,48-17 0-16,-17 2 0 0,-3-4 0 0,5 0 0 15,3-7 0-15,-2-6 0 0,-2-5 0 16,1-1 0-16,-1-3-28 0,-5-3-37 16,1-4 7-16,-3-6 0 0,-2-4 1 0,-2-3 8 15,-6-3 15-15,-2 3 2 16,-4 2 1-16,0 7 4 0,-7 11 0 0,0 12 7 0,-1 6 6 16,-1 5 0-16,0 5-1 15,-1 2-5-15,-3 8 7 0,4 3 11 0,0 0 8 0,-25 22 17 16,11 6 13-16,3 6 8 15,2 5 13-15,-1-1-1 0,4 5 1 0,0 0-5 16,5 1-3-16,-1-1-3 0,5 3-4 16,1-5-8-16,4-4 1 0,0-2-8 15,1-1-27-15,-2-5 0 0,6-9 0 0,-6-3 0 16,-2-5 0-16,5 0 0 0,-2-5 0 16,-1 0 0-16,3-6 0 0,-10-1 0 0,17-1 0 15,-4-6 0-15,1-1 0 0,-1-5 0 16,-2 3 0-16,1 2 0 0,-3 1 0 15,-1 0 0-15,0 0 0 0,-3 4 0 16,3-2 0-16,-8 5 0 0,11-4 0 0,-11 4 0 16,0 0 0-16,18 7 0 0,-13-2 0 15,2-1 0-15,2 4 0 0,-4-3 0 16,5 1 0-16,0-3 0 0,-1 0 0 0,0-1 0 16,-9-2 0-16,23-3-101 0,-8-6-102 15,3 0-22-15,-1-3-23 0,3-8-13 0,0-2 2 16,-4-2 4-16,-2-5 22 0,1-3 10 15,-3-6 37-15,-1-13 17 0,3-4 22 0,-5-3 15 16,2-6 18-16,0 1 23 0,-4 0 27 16,0 1 37-16,1 6 30 0,-2 16 41 15,-2 5 31-15,1 10 23 0,-3 6 3 16,2 5-10-16,-2 6 8 0,0 6 70 0,-2 2 41 16,0 0 5-16,-8 41-14 0,6-3-11 15,1 5-13-15,-5 12-20 0,4-11-17 16,2 4-12-16,0-2-15 0,4-1-14 0,1-2-13 15,1-3-33-15,0-5-51 0,-1-2-66 16,5-4-74-16,-4-8-59 0,-1-5-46 0,-1-3-26 16,-2-3-17-16,0-3-13 0,0 0 5 15,-2-7 25-15,-4 5 30 0,4-5 28 0,0 0 39 16,-17 2 62-16,17-2 73 0,-12 0 70 16,12 0 63-16,0 0 45 0,0 0 35 15,0 0 53-15,-20-4 22 0,20 4 25 16,0 0 13-16,0 0-13 0,0 0-23 0,0 0-18 15,0 0-25-15,0 0-21 0,27-22-20 16,-18 17-38-16,2-2-66 0,-1 2-107 16,-1 0-137-16,4-2-156 0,-1-2-179 0,1 1-218 15,-3 1-142-15,-2 2 89 0,-1 0-723 16,2-2-954-16</inkml:trace>
  <inkml:trace contextRef="#ctx0" brushRef="#br0" timeOffset="66083.5">22634 14986 3873 0,'0'0'-149'15,"0"0"44"-15,0 0 44 0,0 0 38 0,0 0 43 0,0 0 37 0,0 0 38 0,0 0 25 16,0 0 22-16,22-3 10 0,-22 3 10 16,0 0 4-16,0 0-7 0,0 0-1 15,0 0 2-15,0 0-8 0,0 0-7 0,0 0 1 16,0 0-16-16,0 0-1 16,0 0-4-16,0 0-9 0,0 0-8 0,-15-14-11 0,15 14-8 15,0 0-5-15,-16-2-5 16,16 2-3-16,-14-2-3 0,14 2 10 0,-20-2-3 15,9 2 3-15,11 0-8 0,-25-4 0 16,12 3 4-16,-1 1 1 0,2-1-1 0,-4-1-7 16,-1 2-1-16,0-3-7 0,-3-1-4 15,4 3-8-15,-6-1-3 0,4 0-3 0,-2 0-3 16,-1-1-2-16,1 1-1 0,-1 0-3 16,-4-2 1-16,0 3 0 0,4 0 3 0,-4-1-2 15,2 0-3-15,0 2 1 0,5-3 3 16,-3 3-8-16,-3-2-4 0,3 1-1 15,3-4 2-15,-4 4-5 0,6 1 0 16,0-1-3-16,0 1-5 0,0-2 1 0,-2 2-1 16,3 0-12-16,15 0-4 0,-28 0 0 15,10 0 0-15,5 0 0 0,-1 2 0 16,-6-1 0-16,3 0 0 0,-2 4 0 0,2-2 0 16,-3-2 0-16,4 3 0 0,-4-2 0 15,5 0 0-15,-2 2 0 0,0 0 0 0,3-2 0 16,1 1 0-16,0 1 0 0,-2-1 0 15,1 1 0-15,3-1 0 0,-2-1 0 0,1 2 0 16,-5 2 0-16,3 1 0 0,1-1 0 16,0 0 0-16,0 0 0 0,-1 3 0 15,1-1 0-15,0-2 0 0,-1 2 0 0,1-1 0 16,1 2 0-16,-1 0 0 0,1-1 0 16,3 3 0-16,-2-3 0 0,-1 2 0 15,3 0 0-15,-2-1 0 0,0 1 0 0,2-1 0 16,2-1 0-16,-1 0 0 0,2 2 0 15,-2-3 0-15,-1 5 0 0,4-2 0 16,-4-2 0-16,4 1 0 0,-3-1 0 0,5 0 0 16,-3 2 0-16,0 0 0 0,0-2 0 15,3 3 0-15,-5-1 0 0,4 0 0 16,1 1 0-16,-4 0 0 0,4-2 0 0,-3 1 0 16,2 2 0-16,1-1 0 0,-3-1 0 15,2 2 0-15,0-1 0 0,0 0 0 16,0 0 0-16,1 0 0 0,-3-1 0 0,2 3 0 15,3-3 0-15,-5 2 0 0,1-1 0 16,2 1 0-16,-1 0 0 0,0-2 0 0,1 0 0 16,-1 1 0-16,0 0 0 0,2-1 0 15,-2 1 0-15,2-1 0 0,0 0 0 0,-2 1 0 16,4-1 0-16,-1 0 0 0,1 1 0 16,-2 1 0-16,2-2 0 0,0 1 0 15,2 1 0-15,-2-1 0 0,1 1 0 0,-1 0 0 16,0-1 0-16,2 0 0 0,2 2 0 15,-2-1 0-15,2-2 0 0,-2 2 0 16,4 0 0-16,-4-2 0 0,1 2 0 16,1-1 0-16,0-1 0 0,-1 0 0 0,4 5 0 15,-2-6 0-15,1 3 0 0,0-2 0 16,-3 0 0-16,6 3 0 0,-4-1 0 0,2-1 0 16,-1 3 0-16,1-4 0 0,2 3 0 15,0-3 0-15,-2 1 0 0,5 1 0 0,-2-4 0 16,1 2 0-16,-1-1 0 0,-1 1 0 15,2-1 0-15,1-1 0 0,-1-1 0 0,0 2 0 16,1-3 0-16,-1 1 0 0,2 0 0 16,-4 0 0-16,2-2 0 0,-4 0 0 15,5 0 0-15,-3 1 0 0,3-1 0 16,-2 1 0-16,1 0 0 0,1-1 0 0,-3 0 0 0,0 0 0 16,5 0 0-16,-3 0 0 15,0 0 0-15,3 0 0 0,1-1 0 0,1 1 0 16,-3 0 0-16,0 1 0 0,2-2 0 15,3 1 0-15,-5 1 0 0,2 0 0 0,-4-4 0 16,3 4 0-16,-3 0 0 0,0-3 0 16,3 1 0-16,-4 1 0 0,1 0 0 0,1-1 0 15,-1 0 0-15,1 0 0 0,-1-1 0 16,2 1 0-16,-1-2 0 0,1 2 0 0,1-2 0 16,-1 0 0-16,0 0 0 15,0 0 0-15,2 2 0 0,1 0 0 0,-3-4 0 16,1 3 0-16,-1-2 0 0,0 1 0 15,-1 0 0-15,0-1 0 0,-1 1 0 0,0 0 0 16,1 0 0-16,-1 0 0 0,0-2 0 16,-1 0 0-16,3 3 0 0,1-3 0 0,-1 1 0 15,0-1 0-15,2-1 0 0,-2 1 0 16,5 1 0-16,-3-2 0 0,0 1 0 16,0 0 0-16,1 0 0 0,-1 0 0 15,0-3 0-15,-2 3 0 0,3 0 0 0,-1 0 0 16,-1 0 0-16,-1-2 0 0,2 0 0 0,2-2 0 15,-3 3 0-15,1-1 0 0,0 0 0 16,2 1 0-16,-1-2 0 0,-2 1 0 16,4-2 0-16,0 0 0 0,-6 2 0 15,6-2 0-15,-3-2 0 0,-2 3 0 0,1 2 0 16,-2-2 0-16,2 1 0 0,-1-2 0 16,1 2 0-16,-3-2 0 0,0 2 0 0,3-2 0 15,-1 0 0-15,1 0 0 0,-1 4 0 16,-1-5 0-16,3 1 0 0,0-2 0 0,-2 1 0 15,0 0 0-15,1 0 0 16,-1 3 0-16,-1-1 0 0,-1 0 0 0,0-1 0 0,1 1 0 16,-1-1 0-16,1 3 0 0,-1-5 0 15,0 3 0-15,3-1 0 0,-3 1 0 0,1-2 0 16,1 1 0-16,5-4 0 0,-3 3 0 16,-2-2 0-16,2 2 0 0,0-2 0 15,1 0 0-15,-1 2 0 0,-2-2 0 16,2 2 0-16,-1-2 0 0,-3 0 0 0,5 0 0 15,-5-1 0-15,3 1 0 0,-3-1 0 16,-2-1 0-16,3 2 0 0,-3-3 0 0,2 1 0 16,3 1 0-16,-4-2 0 0,1-2 0 15,-1 3 0-15,-3-3 0 0,2 2 0 0,4-1 0 16,-4-1 0-16,-4 0 0 0,4 1 0 16,0-2 0-16,-4 1 0 0,3-2 0 0,-3 0 0 15,2 1 0-15,-2-3 0 16,1 3 0-16,-2-3 0 0,-3 3 0 0,5-3 0 15,-2 0 0-15,-2 3 0 0,0-3 0 16,2 2 0-16,-4-1 0 0,2 1 0 0,-2 2 0 16,-2-5 0-16,2 3 0 0,0-1 0 15,-4 2 0-15,4 1 0 0,-2-2 0 0,0 2 0 16,0-2 0-16,0 4 0 0,0-2 0 16,-2 2 0-16,3-2 0 0,-3 3 0 0,0-1 0 15,0 0 0-15,1 1 0 16,-4 1 0-16,2-1 0 0,-1 0 0 0,1 0 0 15,-3-1 0-15,4 3 0 0,-6-2 0 0,7 2 0 16,-5-3 0-16,3 4 0 0,-4-2 0 16,4 1 0-16,-2-1 0 0,-1 0 0 15,2 2 0-15,-2-4 0 0,1 5 0 0,0-3 0 16,-2 2 0-16,4-2 0 0,-5 3 0 16,3-2 0-16,-1 0 0 0,0 0 0 15,1 2 0-15,0-2 0 0,-4 1 0 0,6 1 0 16,-3-1 0-16,3 1 0 0,5 5 0 15,-14-9 0-15,8 5 0 0,6 4 0 0,-11-5 0 16,11 5 0-16,-8-7 0 0,8 7 0 16,-5-6 0-16,5 6 0 0,-10-5 0 0,10 5 0 15,0 0 0-15,-7-6 0 16,7 6 0-16,-8-2 0 0,8 2 0 0,0 0 0 16,-13-4 0-16,13 4 0 0,0 0 0 15,-13-7 0-15,6 6 0 0,7 1 0 0,-14-5 0 16,2 1 0-16,0 1 0 0,-1-2 0 15,-4 3 0-15,0-2 0 0,-6-2 0 0,2 2 0 16,-8 3 0-16,2-3 0 0,-10-1 0 16,-3 2 0-16,6 3 0 0,3-3 0 0,1 3 0 15,-1 0 0-15,4 3 0 0,1-3 0 16,4 0 0-16,1 3 0 0,3 0 0 0,-4 4 0 16,6 1 0-16,-4 2 0 15,9 0 0-15,-1 0-685 0,7-1-332 0,-1 2 110 16,4 0-991-16,2 0-1322 0</inkml:trace>
  <inkml:trace contextRef="#ctx0" brushRef="#br0" timeOffset="68230.45">22774 15184 5010 0,'-20'-12'-181'0,"20"12"33"0,-16-2 28 0,16 2 35 0,-16-4 41 0,5 0 41 0,4 0 36 16,7 4 31-16,-19-5 13 0,9-1 7 0,3 0 1 16,-1 3-4-16,-2-2 3 15,5 1-2-15,-1-3-7 0,3-3 2 0,-1 4-3 16,-1-5-2-16,3 3-9 0,2-6-6 15,2 0-3-15,3-3-5 0,0-2-3 0,1-1-9 16,7-9-3-16,4-2-3 0,8-7-5 16,6 1-3-16,5-2-4 0,7-2 1 15,25-6-5-15,6-1 0 0,10 2-4 0,5 4-1 16,10 1-3-16,6 3-6 16,-6 6-5-16,-2 1 0 0,-5 7 1 0,-22 7 0 15,1 3 1-15,-4 4-1 0,-4 3-8 16,-4 0-1-16,-14 3 2 0,-3 1 6 0,-7 2 8 15,-10-1 15-15,-5 2 20 0,-3 0 18 16,-4 0 19-16,1-2 7 0,-14 2 11 0,23 0 2 16,-13-1 3-16,-10 1 5 0,16 0-11 15,-16 0-16-15,12-2-5 0,-12 2-11 0,0 0-9 16,19 0-4-16,-19 0-13 0,0 0-47 16,0 0-52-16,14-2-64 0,-14 2-82 15,7 5-95-15,-7-5-111 0,0 8-149 0,0-8-203 16,-7 14 65-16,-1-3 77 0,-6 1-425 15,-2 1-525-15</inkml:trace>
  <inkml:trace contextRef="#ctx0" brushRef="#br0" timeOffset="68530.39">23994 14291 3159 0,'1'-10'92'16,"6"4"2"-16,-3 1-8 0,1 3 12 0,-5 2 29 0,21 0 9 0,-8 2 8 0,3 0 1 0,3 5-1 15,2 1-8-15,7 9-8 0,-1-1-8 16,0 2-11-16,-5 1-9 0,-1 1-12 0,1 3-8 16,-9-5-5-16,-1 1-2 0,-5-2-4 15,-3-1-10-15,-2-1 1 0,-2 0 0 16,-4 1-2-16,-3 3-7 0,-6 0-3 0,-3 3-1 15,-7-1-7-15,-2-2-2 0,0 1-6 16,-2-5-8-16,3-1-41 0,3-2-45 0,3-2-69 16,2-1-95-16,2-2-128 0,3-3-190 15,1-3-156-15,10-1 70 0,-12 0-410 0,12 0-512 16</inkml:trace>
  <inkml:trace contextRef="#ctx0" brushRef="#br0" timeOffset="69796.89">24687 14183 2633 0,'-1'-5'-88'0,"-3"2"22"0,4 3 21 0,-6-9 15 0,6 9 24 0,-1-7 22 0,1 7 25 16,-2-7 15-16,2 7-2 0,0 0-3 0,-4-6-7 15,4 6 12-15,0 0 38 0,0 0 30 16,0 0 23-16,-7 20 19 0,6-8 6 0,-1 0 7 15,2 4 1-15,0 1 10 0,-2 1-2 16,2-1 1-16,-2 1-5 0,0-1 0 16,2-3-13-16,-2-3-3 0,2 4-7 0,0-6-2 15,0-1 4-15,0 1 13 0,0-9 12 16,0 12 9-16,0-12 12 0,0 9 9 0,0-9 0 16,0 0-10-16,0 0-24 15,0 0-21-15,0 0-17 0,0 0-14 0,0 0-13 16,11-27-13-16,-4 12-14 0,-1-1-5 15,1-1-15-15,0-1-7 0,4 1-6 0,-2 1-42 16,-4 3-17-16,4 1 0 0,-2 4 0 16,0-1 0-16,1 1 0 0,-1 4 0 0,3-1 0 15,-10 5 0-15,21-1 0 0,-21 1 0 16,25 3 0-16,-13 2 0 0,2 1 0 0,-3-2 0 16,3 1 0-16,-3 1 0 15,1 0 0-15,-2-2 0 0,-3 2 0 0,0-2 0 0,4-2 0 16,-11-2 0-16,11 7 0 0,-11-7 0 15,10 3 0-15,-10-3 0 0,0 0 0 16,18-9 0-16,-8 2 0 0,2-3 0 16,0-7 0-16,4 5 0 0,-3-5 0 15,3 4 0-15,-3-1 0 0,-4 4 0 0,-1 3 0 16,3 2 0-16,-3 0 0 0,-8 5 0 16,19 1 0-16,-8 3 0 0,1 4 0 0,1 2 0 15,3 1 0-15,-3 4 0 0,3-1 0 16,-2 2 0-16,6 5 0 0,-4-5 0 0,-2-3 0 15,1-1 0-15,-1 1 0 0,-1-5 0 16,-6 0 0-16,3-2 0 0,0 2-242 0,-1-5-88 16,-1-1-115-16,1-2-98 15,-9 0-103-15,0 0-161 0,22-4 29 0,-15-1 78 16,0 0-558-16,3-4-720 0</inkml:trace>
  <inkml:trace contextRef="#ctx0" brushRef="#br0" timeOffset="70179.87">25498 14132 3647 0,'0'0'-29'0,"7"-3"29"0,-7 3 42 0,0 0 45 0,18-2 30 0,-18 2 21 0,13 5 16 0,-3 0 1 15,-3 2 2-15,2 1 2 0,1 5-5 16,-2-1-4-16,-3 1-8 0,1 1-2 16,-2 1-5-16,-1 1-8 0,-3-3-2 15,0 1-5-15,-1 2-14 0,-5-1-6 0,-1-1-13 16,-1-1 0-16,-2-3-11 0,-1 2-6 15,-5-4-10-15,3-1 2 0,-2-5-9 0,2 1-3 16,0-3-9-16,-3-3-21 0,5-3-16 16,-1-2-16-16,5-4-10 0,1-5-12 0,2 1-7 15,4-3 1-15,4-2 5 0,2 2 3 16,-1-1 3-16,2 8 0 0,2 0 2 0,0 5-1 16,-2 2 6-16,5 2 12 15,-12 3 7-15,23 5 9 0,-11 0 3 0,-1 3 3 16,3 1-2-16,-2 3 3 0,4 2-1 0,-1-1-5 15,4 7 0-15,-4-4-1 16,-1-1-1-16,-5-5-7 0,0-1-32 0,4 2-37 16,-6-2-43-16,0-2-45 0,-1 1-53 15,-1-2-41-15,0-3-33 0,-1 0-51 0,-4-3-59 16,0 0-41-16,0 0-30 0,0 0-7 16,9-15 10-16,-5 5-405 0,3-6-351 0</inkml:trace>
  <inkml:trace contextRef="#ctx0" brushRef="#br0" timeOffset="70847.32">25770 14237 2251 0,'11'-21'-32'16,"-1"7"50"-16,2 2 43 0,-7 2 27 0,2 1 26 15,0 3 30-15,-1-1 46 0,-1 3 26 16,-5 4 14-16,16-2 9 0,-16 2 6 16,16 9 0-16,-8-4-3 0,0 4-11 15,1 1-10-15,-1 0-11 0,1 3-21 16,-3-2-17-16,2 1-14 0,-5-2-16 0,3 1-16 16,-2-1 5-16,-1-2-29 0,0 0-7 15,-1-2-13-15,-2-6-4 0,2 13-8 0,-2-13-8 16,-4 10-8-16,4-10-13 0,-6 6-21 15,6-6-26-15,0 0-43 0,0 0-33 0,0 0-27 16,-21-18-8-16,21 6 1 16,0-3 7-16,2-3 12 0,2 7 9 0,0-3 11 15,-3 1 11-15,3 3 11 0,0 0 17 16,-2 5 48-16,-2 5 41 0,0 0 37 0,0 0 16 16,0 0 12-16,0 0 21 0,17 19 10 15,-11-9 15-15,-4 0-2 0,1 1-5 16,3 0-15-16,0 1-11 0,0-2-7 0,-1-1-11 15,3 1-11-15,-3-2-6 0,4-4-11 16,0 2-3-16,0-2-9 0,-9-4-7 0,21 0-5 16,-21 0-4-16,22-7-6 15,-9-2-6-15,2-2-4 0,-2-1-6 0,5-2-1 0,4-3-4 16,-6 1 8-16,-3 3-4 16,-1 3-1-16,-3 2-6 0,-2-1-3 0,2 4-4 15,-2-2-5-15,-3 2-9 0,-4 5 2 16,11-3 14-16,-11 3-1 0,0 0 5 0,0 0-1 15,21 8 1-15,-17-3-18 0,1 2-6 16,2 0 0-16,-2 1 0 0,3 0 0 0,-5-2 0 16,5 1 0-16,-5-2 0 0,-3-5 0 15,11 9 0-15,-10-3 0 0,-1-6 0 0,10 4 0 16,-10-4 0-16,0 0 0 0,0 0 0 16,28-14 0-16,-17 8 0 0,1-5 0 0,-2 3 0 15,-1-1 0-15,1 2 0 0,-3 0 0 16,1 1 0-16,-5 0 0 0,6 3 0 15,-9 3 0-15,7-7 0 0,-7 7 0 0,0 0 0 16,0 0 0-16,17 10 0 0,-12-3 0 16,-4 0 0-16,5 0 0 0,-2 1 0 15,-1 1 0-15,3 1 0 0,-3-3 0 16,2 0 0-16,-1 1 0 0,0-3 0 0,-3 1 0 16,-1-6 0-16,6 8 0 0,-4-4-285 15,-2-4-286-15,5 4-207 0,-5-4-137 0,0 0 96 16,0 0-821-16,0 0-1079 0</inkml:trace>
  <inkml:trace contextRef="#ctx0" brushRef="#br0" timeOffset="71313.75">26776 14382 4817 0,'0'0'22'0,"-5"-5"26"0,5 5 37 0,-4-6 14 0,4 6 8 0,-4-12 0 16,4 12-8-16,4-12-10 0,0 1-8 15,1 1-12-15,4-2-4 0,4-3-7 16,-1-1-4-16,8-9-5 0,3 2-6 16,-1 0-3-16,1-6-8 0,6-3-2 0,0-1-13 15,-3-3-7-15,-1 1-2 0,-3 6 0 16,-2 2 1-16,-4 4 1 0,-4 3-7 0,-4 5 3 15,-3 3-6-15,2 2 0 0,-5 5 0 16,-2 5-4-16,0-6 1 0,0 6-3 16,0 0 2-16,0 0 0 0,-22 16 1 0,17-3-1 15,3-1 3-15,2 1 6 0,2 4 15 16,3 3 8-16,7-1 2 0,1 7 18 0,0-3 16 16,3 4 27-16,-1-4 13 0,-1-3 15 15,-5-5 10-15,-2-1 1 0,5-1-4 0,-6-1-3 16,-2-1-1-16,-3-1-2 0,3-2 7 15,-2 1 2-15,-2-1-12 0,-2 2-6 0,-2-3-8 16,-1 2-6-16,-2 0-13 16,-4-3-2-16,-2 0-36 0,1-3-46 0,-1 1 0 0,1-3 0 15,-6-1 0-15,5 0-209 16,-3-3-129-16,3-2-183 0,1-3-244 0,5 0-130 16,0 0 93-16,-2 1-783 0,6 3-1027 15</inkml:trace>
  <inkml:trace contextRef="#ctx0" brushRef="#br0" timeOffset="71865.1">27384 14144 4666 0,'-4'-5'52'0,"3"0"50"0,1 5 64 0,-6-9 54 0,6 9 48 0,-4-12-6 16,3 7-12-16,1 5-22 0,-3-8-25 0,3 8-20 15,-2-7-18-15,2 7-14 0,0 0-16 16,-2-13-11-16,2 13-15 0,7-11-10 0,-4 4-4 16,1 0-15-16,1-2-8 0,3 3-9 15,-4 0-7-15,-1 0-10 0,-3 6-7 0,9-10-9 16,-9 10-4-16,0 0 12 0,0 0 9 16,0 0 4-16,7 16-5 0,-7-5 0 15,2-1-6-15,-2 2-7 0,2 1-33 16,-1 0 0-16,3 1 0 0,5-1 0 0,-4 1 0 15,2-1 0-15,1-1 0 0,4-3 0 16,-3 0 0-16,4-4 0 0,-1-2 0 0,3-1 0 16,-1-4 0-16,2-1 0 0,6-4 0 15,4-7 0-15,1-1 0 0,2-6 0 16,-5 1 0-16,1-5 0 0,-2 4 0 0,-2 5 0 16,-4 3 0-16,-5 1 0 0,-5 4 0 15,0 2 0-15,1 1 0 0,-2 3 0 0,-6 2 0 16,0 0 0-16,10 19 0 0,-9-5 0 15,1 2 0-15,2 5 0 0,2 1 0 0,0 0 0 16,5 9 0-16,2-5 0 0,3-2 0 16,-2-4 0-16,0-7 0 0,3-3 0 15,-3-2 0-15,2-3 0 0,2-1 0 16,1-2 0-16,-2-2 0 0,1-2 0 0,0-2 0 16,3-1 0-16,-1-1 0 0,-4-2 0 15,4-4 0-15,-4 3 0 0,0-2 0 0,-3 2 0 16,-5 4 0-16,2-1 0 0,-7 2 0 15,-3 4-824-15,0 0-172 0,0 0 96 0,0 0-961 16,-50 21-1285-16</inkml:trace>
  <inkml:trace contextRef="#ctx0" brushRef="#br0" timeOffset="72146.78">26787 14730 4869 0,'-32'7'75'0,"8"-2"52"16,5-1 19-16,6 0 46 0,3 0 76 0,4-1 62 0,6-3 60 0,0 0 24 16,40 1-11-16,22-7-24 0,19 2-39 15,28-5-82-15,6 0-258 0,14-1 0 0,2-2 0 16,10 2 0-16,0-2 0 0,2 3 0 16,-10-1 0-16,-11 1 0 0,-9 1 0 0,-31 1 0 15,-8 2 0-15,-11 0 0 16,-19 0 0-16,-6 1 0 0,-11 0 0 0,-6 0 0 15,-6 4 0-15,-4-2 0 0,-1-1 0 16,-6 1 0-16,-4 2-291 0,0 0-487 0,0 0-196 16,-33 7 97-16,-1 3 91 0,-14 7-739 15,-9 5-971-15</inkml:trace>
  <inkml:trace contextRef="#ctx0" brushRef="#br0" timeOffset="78161.22">21117 9956 658 0,'0'0'125'0,"0"0"-22"0,0 0-8 0,0 0-6 0,0 0-6 0,0 0 3 0,0 0-7 16,0 0-1-16,0 0 2 0,0 0 1 16,0 0 5-16,0 0 5 0,0 0 4 0,0 0 10 15,0 0 7-15,0 0 10 0,0 0 6 16,0 0 6-16,0 0-6 0,0 0-4 15,0 0-2-15,0 0-9 0,0 0-1 0,0 0-12 16,0 0-6-16,0 0-10 0,0 0-7 16,0 0-5-16,0 0-5 0,0 0-11 0,0 0 11 15,0 0-15-15,0 0 3 0,0 0 6 16,0 0-2-16,22 0 0 0,-14 0-10 16,5 0-4-16,7-5 6 0,-4 4-2 0,5-2-9 15,4-1-8-15,0 2 5 0,-4 0-10 16,4-1 6-16,-4 2-3 0,-3-1-8 0,4 0 1 15,-5 2-7-15,3-2 6 0,-4 0-5 16,4 2-5-16,-4-1-2 0,-3 1 2 0,5-2 3 16,-4 0-3-16,-1 2-1 15,-1-1-3-15,0-1 3 0,0 2-2 0,-3-2 0 16,3 0 1-16,-12 2-3 0,16-1-3 16,-9-1 2-16,-7 2-3 0,13-2 2 0,-13 2-3 15,9 0-1-15,-9 0 2 0,0 0-1 16,14 0-2-16,-14 0 0 0,0 0 3 0,11-3-3 15,-11 3 0-15,9-1 0 16,-9 1 0-16,16-2 4 0,-16 2 1 0,18-4-2 0,-6 2 0 16,-1 1-2-16,3 1-2 15,3-4 4-15,1 3-2 0,-2-3-1 0,5 1 0 16,-1 1-1-16,-4 0 1 0,6-1-3 0,-5 1 2 16,0 1-2-16,-3 1 2 0,1-2 0 15,-2 0 4-15,-2 0-3 0,2-1 4 16,-1 1 0-16,1 0-2 0,-1 1-4 0,-1-3 2 15,2 3 0-15,-1-1 1 0,-1-2 0 16,-1 3 0-16,2-2 1 0,-5 1-3 0,-7 2 1 16,18-4 1-16,-13 3 1 0,-5 1-4 15,11-2 4-15,-11 2-2 0,12-4 1 0,-12 4-3 16,0 0 4-16,10-1-6 0,-10 1 4 16,0 0 0-16,7-4-4 0,-7 4 4 15,0 0-2-15,0 0 0 0,0 0-2 0,0 0 4 16,0 0-6-16,0 0 1 0,0 0-4 15,0 0 4-15,0 0 2 0,0 0 2 16,5 11-1-16,-5-11 5 0,-1 11 1 0,-1-2 5 16,0 3 4-16,-2 0-4 0,1 5 1 15,1 5 3-15,-2 3 0 0,0-2-2 0,3 12 0 16,-2-6-2-16,1-3-4 0,0 0 5 16,0-1-4-16,2-1 1 0,0 0-4 0,-2-2 0 15,2-3-2-15,0-1 2 0,0-3 3 16,0-1 0-16,0-5-1 0,0 3 2 15,0-6-9-15,0 5 19 0,0-5 17 16,-2 0 10-16,2-6 9 0,0 13 9 0,0-8 5 0,0-5 4 16,0 7-11-16,0-7-2 15,0 0-9-15,-3 4-1 0,3-4-8 0,0 0-5 16,0 0-3-16,-9 2-6 0,9-2-5 16,-14 0 0-16,4 2-4 0,-2-2 0 0,-6 4-1 15,-3-2-1-15,-4 0-2 0,-6 0-1 16,-5 2 0-16,-2 0-4 0,-3 1 0 0,-2-1-2 15,0 2 2-15,-2 0-3 0,0-1-1 16,1 0 2-16,2 2-4 0,1-4 2 16,0 2-4-16,3 0 4 0,10-1-2 0,1-1 3 15,2 1-4-15,1-3 5 0,3 1 5 16,-1 0 4-16,4 0 3 0,0-1 6 16,5 1 1-16,-2-2 7 0,2 0 2 0,-1 1-1 15,1 1-1-15,-1-2 1 0,1 2-4 16,2-2 2-16,1 2-6 0,10-2-2 15,-19 1 0-15,7 1-4 0,5 0 0 0,7-2-3 16,-16 1-1-16,16-1 3 0,-13 2-2 16,13-2 0-16,-11 2 8 0,11-2 20 0,-10 2 23 15,10-2 17-15,0 0 17 0,0 0-10 16,-15-6-6-16,14 1-11 0,-1-2-5 0,-2-1-5 16,-1-4-8-16,3-3-10 15,2-2-1-15,0-2-5 0,0-7 2 0,7-7-11 16,-3 4-6-16,1-6 12 0,1 1-18 15,-3 7-18-15,1 5-23 0,0 5-29 0,0 1-39 16,-2 3-62-16,0 1-66 0,-2 7-53 16,0-1-50-16,0 6-47 0,0 0-72 0,0 0-131 15,0 0-148-15,0 0 70 0,0 0-479 16,6 28-595-16</inkml:trace>
  <inkml:trace contextRef="#ctx0" brushRef="#br0" timeOffset="79143.99">23510 9804 2934 0,'-23'-8'-55'0,"23"8"24"0,0 0 21 0,-5-4 19 16,5 4 23-16,0 0 2 0,0 0 3 0,0 0 1 0,11-10-2 15,0 5-1-15,8 2-4 0,6-2-3 0,10-3 1 16,2 2-5-16,1 0-5 0,3 0 1 16,-1-1-2-16,-2-1-2 0,-2 4 1 0,-10-2-4 15,-1 2-1-15,-3 1 13 0,-4 1 12 16,0-2 10-16,-6 2 16 0,1-2 9 0,-2 2 2 15,-1 2-2-15,-10 0-8 16,15-4-3-16,-15 4-9 0,12 0-7 0,-12 0-8 16,11 4 10-16,-8 2-3 0,-1 5-1 15,2 1 3-15,0 2-5 0,-3 7-1 0,5 4 4 16,-1 8-1-16,0 4-3 0,-1-1-1 16,1 3-3-16,-1-2-3 0,2 0-2 0,-2 1-1 15,0-9-3-15,0 3 2 0,-1-4 0 16,1-6 21-16,0-3 5 0,-4-4 0 0,2-1 4 15,-2-2 7-15,1 0 10 0,-1-3 9 16,0-1 11-16,0 0 10 0,0-8 4 0,-1 11 3 16,-3-5-5-16,4-6-7 15,-13 8-10-15,1-6-7 0,-1 1-9 0,-6-2-7 16,-6 4-5-16,-11-1-9 0,-8 2-4 0,-2-2-4 16,-13 2-2-16,2 1-2 0,8-4-10 15,2 0 4-15,2 3 10 0,3-4 2 16,2 0 11-16,9 0 4 0,5-2 13 15,5 0 4-15,2 0 3 0,0-2 12 0,2-2 6 16,-1 2 0-16,5-3 1 0,0-4-6 16,0 0-9-16,3-3-8 0,2-1-10 0,3-3-4 15,-3-5-11-15,8-2 2 0,0-5-11 16,8-13-4-16,-1 2-8 0,7-12-5 16,2 5-1-16,2 0-5 0,-5 14-1 15,1 3-2-15,-3 3-4 0,-4 7 0 0,2 4-14 16,-6 4-38-16,1 3-13 0,0 1-26 15,-4 4-34-15,0 3-60 0,0 0-70 0,0 0-95 16,0 0-94-16,0 0-106 0,-22 12-175 16,21-4-69-16,-3 3 82 0,-2 2-596 0,1 1-751 15</inkml:trace>
  <inkml:trace contextRef="#ctx0" brushRef="#br0" timeOffset="80893.89">19508 10082 3356 0,'0'0'-135'0,"0"0"13"0,0 0 18 0,0 0 21 15,0 0 24-15,0 0 31 0,0 0 21 0,0 0 19 16,-6 24 20-16,4-17 15 0,0 1 8 16,2 1 9-16,0 0 7 0,-2-1-3 0,4 1 6 15,-2-3 14-15,2 1 13 0,0 2 7 16,1-4 6-16,0 2 11 0,1 0 6 15,3-4 3-15,3 3 1 0,2-5-2 16,2-1-11-16,11-3-7 0,15-4-12 0,5-4-10 16,8-2-10-16,2-4-6 0,4-2-10 15,-4-3-6-15,2-1-4 0,-1 0-6 0,-4 2-4 16,-3-1-4-16,-5 1-4 0,-3 1-4 16,-8 3-4-16,-5 0-2 0,-4 7-4 0,-8 2-2 15,0-1-1-15,-5 2-3 0,-1 2-4 16,-1 0-6-16,-1 2-22 0,-3-1-34 15,1 1-35-15,-6 3-58 0,8-2-52 0,-8 2-51 16,0 0-56-16,0 0-80 0,0 0-152 16,0 15-76-16,0-15 60 0,-8 12-268 0,0-1-302 15</inkml:trace>
  <inkml:trace contextRef="#ctx0" brushRef="#br0" timeOffset="81444.89">19790 10357 2328 0,'-14'6'16'0,"3"-2"11"0,0 1 11 0,3 0 7 0,-1 0 7 0,1-1 15 0,3-3 25 15,5-1 25-15,-9 3 15 0,9-3 7 16,0 0-17-16,0 0-3 0,34-9-18 0,0 0-10 16,15-6-9-16,4 2-4 0,8-3-5 15,-2 3-8-15,2-3-13 0,-1 3 3 0,-7-1-3 16,1 2-13-16,-15 3 1 0,-4-1-4 15,-1 2-3-15,-9-1-5 0,-6 3-1 16,-2 0-1-16,-6 4 2 0,1-2-4 0,-3-2-6 16,-2 4-2-16,2-1 1 0,-9 3-17 15,7-7-34-15,-7 7-38 0,0-5-45 16,0 5-48-16,0 0-50 0,0 0-59 16,0 0-97-16,0 0-175 0,0 0 48 0,-28 9-177 15,20-4-169-15</inkml:trace>
  <inkml:trace contextRef="#ctx0" brushRef="#br0" timeOffset="82993.82">20504 10487 1717 0,'0'0'-55'0,"-5"5"9"0,5-5-3 0,0 0 7 0,0 0 8 0,-8 3 0 0,8-3 18 15,0 0 0-15,0 0 7 0,0 0 4 0,-5 3-1 16,5-3-1-16,0 0-10 0,0 0-22 15,0 0-39-15,0 0-46 0,0 0-110 0,0 0-75 16,0 0 176-16</inkml:trace>
  <inkml:trace contextRef="#ctx0" brushRef="#br0" timeOffset="83828.75">23125 10127 1086 0,'0'0'166'0,"0"0"-13"0,0 6 1 0,0-6 7 0,0 0 12 0,0 0 1 15,0 0-5-15,0 0 1 0,0 0-17 16,0 0-13-16,0 0-9 0,31-10-19 0,-22 5-12 16,2 2-7-16,3-1-7 0,-1-3-18 15,1 2 0-15,-1-2-18 0,1 1-33 16,-2 1-35-16,-2-1-45 0,0 3-50 16,-3-4-70-16,1 2-64 0,0 1-103 0,-6-1-141 15,-2 5-176-15,0 0-161 0</inkml:trace>
  <inkml:trace contextRef="#ctx0" brushRef="#br0" timeOffset="84012.62">23095 10176 1975 0,'-10'7'29'0,"0"-2"12"15,5 0 4-15,-1-1 17 0,6-4 30 0,-3 5 31 0,3-5 27 16,0 0 6-16,0 8 4 16,0-8-15-16,0 0-6 0,0 0-13 0,24-3-12 15,-24 3-11-15,23-3-12 0,-13 1-10 16,1 0-24-16,-2 0-54 0,-9 2-58 0,18-1-69 15,-18 1-77-15,11-2-90 0,-11 2-157 16,7-2-59-16,-7 2 56 0,0 0-99 0,0 0-51 16</inkml:trace>
  <inkml:trace contextRef="#ctx0" brushRef="#br0" timeOffset="88711.24">20753 9457 1595 0,'-2'-12'28'0,"0"5"27"0,-1-3 18 0,3 4 9 0,-2 0 14 16,2 6 14-16,-1-8 2 0,1 8-11 0,-2-7-9 15,2 7-11-15,0 0 3 16,0 0 30-16,-6 21 0 0,4-3 2 0,2 3-2 15,-1 4 4-15,-1 2 0 0,2-1 0 16,0 1-6-16,2-1-6 0,-1-1-11 0,1-1-11 16,2-1-5-16,-2-5-3 0,1 1-10 15,-3-2-4-15,2-1-12 0,1-3 0 16,1 0-5-16,-4-1-9 0,2-2-43 0,0-2-39 16,-2 0-57-16,0 0-71 0,0-8-120 15,0 0-243-15,-4 5-22 0,4-5 66 0,0 0-177 16,0 0-165-16</inkml:trace>
  <inkml:trace contextRef="#ctx0" brushRef="#br0" timeOffset="89524.4">21610 8921 1916 0,'-4'-3'4'0,"4"3"9"0,-1-5 9 0,1 5 5 0,3-10 7 0,5 3 14 0,-1 1 9 0,1 0 0 16,3 0-3-16,1 2-3 0,1 2-7 0,0-2-6 16,-1 4-3-16,1 1-3 0,-2 4 2 0,1 1 2 15,-2 3 7-15,-5 3 14 16,-1 0 19-16,-2 2 6 0,-4 3 12 0,-6 2 7 16,-1 3 6-16,-3 3 2 0,1-4-5 15,4-2-7-15,-1-5-14 0,4-5-10 0,0 3 4 16,2-4-2-16,2 1-2 0,6 0-7 15,4-4-6-15,5 3-1 0,4-4-10 0,4 0-5 16,6 0-40-16,-1-4-61 0,0 0-69 16,9-4-81-16,-1-6-89 0,0-1-154 15,-3-1-98-15,-3-5 56 0,-9-1-141 0,-4-2-129 16</inkml:trace>
  <inkml:trace contextRef="#ctx0" brushRef="#br0" timeOffset="89876.23">21860 8671 1649 0,'-24'-6'-3'16,"2"5"27"-16,-1 2 24 0,-4 3 22 0,-9 6 26 16,-12 7 19-16,1 4 23 0,1 5 19 15,-1 3 15-15,-1 5 15 0,3 4-2 0,4 4-6 16,5 2-4-16,7 2-1 0,10-3-5 16,11-6 7-16,8-2-4 0,14 0-6 0,12 0-7 15,17-2-17-15,7-4-11 0,6-3-14 16,10-9-11-16,2-4-8 0,4-4-5 15,3-7-12-15,-3-4-6 0,-4-5-7 16,-1-6-8-16,-6-5-7 0,-8-4-19 0,-6-5-9 16,-11-5-5-16,-10-6-10 0,-13 6-9 15,-7-7-11-15,-12 0-13 0,-9-9-8 0,-8-4-14 16,-11 3 0-16,-5 3-1 0,-10 5 3 16,-2 6 3-16,-7 9 1 0,-3 7 3 0,-3 10 0 15,-3 8 8-15,4 6-11 0,2 7-20 16,10 5-16-16,5 4-32 0,9 2-37 15,14 1-41-15,5 5-53 0,12-6-79 0,6 0-141 16,11 4-127-16,5 2 56 0,5-1-207 16,12 4-228-16</inkml:trace>
  <inkml:trace contextRef="#ctx0" brushRef="#br0" timeOffset="90359.13">22759 9310 2149 0,'0'0'41'0,"0"0"-3"0,-8-3 10 0,8 3 22 0,0 0 23 0,0 0 6 0,0 0-1 0,0 0-11 0,0 0-5 16,0 0-4-16,0 0-6 0,0 0 0 16,0 0-8-16,25 10 1 0,-17-5-9 0,3 0-3 15,-3 4-5-15,4-1-2 0,-7 4-7 16,3-3-2-16,-3-1-1 0,1 4-1 0,-1 0 2 16,-4 1 13-16,-1 1 9 0,-1 2 6 15,-4 1 2-15,3-2 6 0,-2-1-3 0,2 3-9 16,-1-5-1-16,1 3-5 0,0-3-4 15,0 0-3-15,2-2-14 0,-2 1 1 0,2-3 0 16,0 1 1-16,0-1 0 16,-1 2-4-16,1-3-5 0,0 2 1 0,-2 0-4 0,0-3 0 15,-3 3-5-15,1-1 2 16,1 2 2-16,-5-4-8 0,-3 5 3 0,-1-3 0 16,1-2-2-16,-1 0 0 0,5 0-1 15,-1-3-12-15,1 1-29 0,2 0-65 0,5-4-59 16,0 0-60-16,0 0-67 0,-24-11-103 15,21 3-215-15,-2-4 46 0,1-3 55 0,4-3-154 16,-1-1-145-16</inkml:trace>
  <inkml:trace contextRef="#ctx0" brushRef="#br0" timeOffset="90724.27">22704 9137 1952 0,'-11'-13'72'16,"-1"3"14"-16,-1 2 22 0,-3 6 29 15,1 0 33-15,-6 6 19 0,-9 8 18 16,-4 4 0-16,-4 11 3 0,-3 8 3 0,3 4 3 16,2 5-10-16,6 4-15 0,1 7-15 15,8-3-11-15,6 0-11 0,9-8-14 0,8-1-11 16,7 6-10-16,11-1-10 16,9-4-8-16,7-5-10 0,7-6-8 0,7-1-6 15,3-6-10-15,4-8-4 0,0-4-8 16,-2-5-6-16,-5-8-14 0,-3-2-9 0,0-3 1 15,-6-4-7-15,5-11 1 0,-6-3-5 16,-9 1-3-16,-6-6-2 0,-2-12 0 0,-10 5-3 16,-6-7 1-16,-5-3-4 0,-2-1-1 15,-8-11-4-15,-4 3 0 0,-6 1-8 0,-3 2-10 16,-3 6-11-16,-7 10-11 0,-1 1-14 16,-3 16-20-16,-5 5-37 0,-7 7-41 0,-15 8-57 15,-3 7-44-15,1 6-55 0,-5 1-70 16,8 7-164-16,4 2-91 0,4 1 71 0,7 2-315 15,8 0-359-15</inkml:trace>
  <inkml:trace contextRef="#ctx0" brushRef="#br0" timeOffset="91609.18">20683 9298 2403 0,'-7'-6'-54'0,"-2"0"2"0,-3 6 19 0,-1 7 21 16,-10 8 21-16,-2 10 24 0,-7 15 24 16,-4 11 16-16,-6 14 20 0,-1 8 22 0,6 4 7 15,1 2 11-15,3 2-7 0,6 1 0 16,13-18 6-16,3-2 1 0,10-2-2 16,4-4-8-16,11-3 3 0,6-2-7 15,9-6-7-15,5-3-10 0,9-8-13 0,0-7-4 16,9-6-8-16,0-7-8 0,-5-9-6 15,1-7-6-15,7-7-6 0,3-5-2 0,-8-7-5 16,-2-4-6-16,0-9-9 0,-8-8-12 16,-4-5-8-16,-5-8-11 0,-8-5-12 0,-7-3-10 15,-8-8-18-15,-5-4-29 0,-10-4-18 16,-8-17-22-16,-6 10-7 0,0 23-5 0,-10 5-1 16,-3 12-2-16,-2 5-1 15,-7 14-3-15,6 11-4 0,-5 6-3 0,-1 8-3 16,-2 6-10-16,4 4-20 0,-7 8-31 15,14-1-39-15,1 1-124 0,8 3-111 0,11-3-97 16,0-3-74-16</inkml:trace>
  <inkml:trace contextRef="#ctx0" brushRef="#br0" timeOffset="111136.62">12777 11834 1331 0,'-11'-3'319'0,"1"1"-119"0,10 2-43 0,-17-1-21 0,17 1-7 16,-12-2-2-16,12 2 4 0,0 0 11 0,-13-3 16 15,13 3 5-15,0 0 1 16,0 0-2-16,-9-1-6 0,9 1-9 0,0 0-3 16,0 0 3-16,0 0-3 0,0 0-6 15,0 0-10-15,44 4-11 0,-27-1-10 0,3-1-11 16,4 1-6-16,2 1-7 0,10 1-10 15,2 0-6-15,3-2-6 0,0 3-6 0,3-1-5 16,0-2-2-16,1 1-7 0,-2-1-4 16,0 0-5-16,-2-1-2 0,-7 0-1 15,-1-1-4-15,-7-1-1 0,3 0-1 0,-3 2-2 16,-5-2 0-16,0 2 11 0,1-2 6 0,-6 0-1 16,4 0 0-16,-6 0 1 15,4 2-4-15,0-2 0 0,0 0-3 0,1 0-1 16,0 1-3-16,0-1 1 0,3 0-4 15,-4 2-1-15,3-2-3 0,2 0-1 16,-2 0 1-16,-2 2-3 0,2-2-2 0,0 2 0 16,-2-2-6-16,-1 0 0 0,0 0-2 15,-2 1-3-15,-1-1 4 0,-2 0-2 0,0 2 0 16,-13-2-4-16,25 2 2 0,-14-2 2 16,1 2-5-16,1-2 5 0,-13 0 0 0,25 1 0 15,-12-1 1-15,1 3-2 0,-1-3-4 16,3 0 3-16,0 0-3 0,0 0-1 15,-3 0 5-15,6-3-2 0,-6 3-3 16,5 0 5-16,-3 0-4 0,0-1-1 0,-15 1 0 16,27-2 0-16,-14 2 0 0,1-2 0 15,-14 2-1-15,24 0-2 0,-8 0 6 0,-3 0-4 16,-13 0-1-16,26 0 2 0,-12 0 3 16,-1 0-2-16,3 0-5 0,-1 0 5 0,0 0 2 15,-2 2-2-15,3-4 3 0,1 2-4 16,-2-2-3-16,-2 2 4 0,5-1 3 15,-2-1-1-15,0 2-2 0,3-2 1 16,-2 0-2-16,-2 2 0 0,4-1-1 16,1-1 2-16,-2 2-2 0,4 0-1 0,-1 2 4 15,-1-4-1-15,1 2-1 0,2 0 1 16,1 2 1-16,-2-2-3 0,-3 0 0 0,4 1 1 16,-2-1 1-16,-4 0 2 0,4 2-1 15,-4-2 1-15,2-2-4 0,0 2 1 0,-2 0 0 16,3 0-3-16,-4 0 4 0,0 0-1 15,1-1-2-15,0 1-1 0,5-2 4 16,-4 2-3-16,3-2 0 0,1 0 3 16,-4 1-1-16,5 1 0 0,0 0-1 0,4-3-1 15,-1 2 4-15,1 1 0 0,-6-3 0 16,0 2 1-16,1-3-2 0,1 2 0 0,-3-1-2 16,-2-1 4-16,4-1-2 0,-5 2-1 15,5-3 2-15,1 2-3 0,2-2 0 0,10 1 0 16,1-2-1-16,2 2 1 0,0 2-1 15,6-1 0-15,-2 1 1 0,3 1-1 16,2 1-1-16,-6-1 0 0,-1 2 1 0,-8 0-1 16,-3 0 1-16,-8 0 4 0,0-2-2 15,-4 4 3-15,1-2-1 0,-6 0 2 0,-12 0 11 16,24-2 11-16,-24 2 9 0,17 0 7 16,-17 0 2-16,13-2 0 0,-13 2-6 0,0 0-3 15,19 0-1-15,-19 0-6 16,0 0-1-16,13-1-29 0,-13 1-46 0,0 0-73 0,6-3-103 15,-6 3-127-15,0 0-130 16,0 0-191-16,-17-9-39 0,3 7 74 0,2-1-457 16,-13 3-564-16</inkml:trace>
  <inkml:trace contextRef="#ctx0" brushRef="#br0" timeOffset="111618.26">13880 10101 3041 0,'10'-20'-36'0,"-6"4"33"0,2 4 29 0,-3 2 15 0,-1 1 12 0,0 1 0 0,0 6-3 0,-2 2 5 16,0 0 38-16,0 0 35 0,0 0 5 15,0 24 5-15,-2-5 5 0,-2 4 4 0,3 12-10 16,-5 1-5-16,4 1-8 0,0 1-5 16,2 0-11-16,0-1-12 0,0-4-5 0,2-5-11 15,0-2-6-15,0-1-7 0,0-4-5 16,-2-3-5-16,2 1-5 0,-2-2-8 16,1-3-1-16,-1-2-6 0,0-1-2 15,0-3-15-15,0 0-24 0,-1-1-40 0,1-7-76 16,0 10-101-16,0-10-100 0,0 0-122 0,0 0-238 15,0 0 60-15,11-21 66 0,-3 9-272 16,1-1-312-16</inkml:trace>
  <inkml:trace contextRef="#ctx0" brushRef="#br0" timeOffset="112018.21">14291 10285 2233 0,'0'0'20'0,"0"0"6"0,0 0 11 15,0 0 16-15,0 0 9 0,0 0 12 16,-16 18 6-16,16-18 7 0,0 7 7 16,0-7 10-16,2 7 2 0,1-2-4 15,6-1-8-15,-2 0-1 0,2 0-13 0,3 0-3 16,-1-2-11-16,0 1 3 0,1-3-8 16,1 1-10-16,-13-1-3 0,20 0-3 0,-11-4-4 15,0 2-6-15,1-4 2 0,-4 0-8 16,1-3-2-16,-5-1-4 0,2 0 12 0,-4-1-14 15,0 3 2-15,-4-2-7 0,1 0 0 16,-5 5-6-16,-1 1 16 0,-5 2 7 0,-1 2 6 16,-4 2 20-16,-4 2 18 0,-10 7 9 15,5 1 0-15,1 3 7 0,3 3 0 16,6-3 1-16,-1 5-1 0,8-1 10 16,4-1-2-16,3-1-1 0,-1-2-8 0,8 4 5 15,3 1-3-15,1-1-10 0,9 3-10 16,2 1-3-16,5-4-9 0,0-1-3 0,-2-6-6 15,-4-1-18-15,4-2-36 0,0-3-54 16,-6 0-60-16,4-4-95 0,0-2-94 0,1 0-100 16,-4-5-144-16,4 1-127 0,-2-6 60 15,2-2-389-15,-3 0-480 0</inkml:trace>
  <inkml:trace contextRef="#ctx0" brushRef="#br0" timeOffset="112385.23">14742 10245 2842 0,'-2'-9'14'0,"2"9"9"15,-4-5 0-15,4 5 8 0,0 0 69 0,0 0 62 0,0 0 22 0,0 0 7 0,-6 29 2 16,6-13-6-16,0 1-8 0,0 4-5 0,0 5-6 16,0-1-8-16,0 0-14 0,0 2-11 15,0-2-11-15,-2 1-6 0,1-4-7 16,-1-2-3-16,0-4-10 0,0 0-9 0,0-3-8 15,0-3-2-15,0 3 18 0,2-5 20 16,-1-1 35-16,1-7 11 0,-4 8-4 16,4-8-19-16,0 0-9 0,0 0-17 15,0 0-11-15,-18-29-14 0,17 8-12 0,1-6 0 16,1-16-13-16,7-10-23 0,2-6-8 16,7 0 0-16,0-4-13 0,3-3-15 0,4 4-20 15,0 6-9-15,1 7-11 0,-1 5-17 16,-2 7-30-16,-3 11-42 0,4 4-41 0,1 6-49 15,-3 6-49-15,-1 3-73 0,-4 5-65 16,2 2-89-16,1 4-179 0,-4-1-39 0,3 4 68 16,-3 0-420-16,-2 5-533 15</inkml:trace>
  <inkml:trace contextRef="#ctx0" brushRef="#br0" timeOffset="112553.44">14797 10256 2878 0,'-17'6'-66'0,"3"-3"24"0,9 0 27 16,-3 1 30-16,8-4 33 0,-3 4 17 16,3-4-4-16,0 0-4 0,25 5-6 0,-9-5-7 15,7 1-30-15,4-1-56 0,4-1-73 16,6-6-101-16,1 1-165 0,1-6-108 0,-3 1-146 16,-2-3-133-16</inkml:trace>
  <inkml:trace contextRef="#ctx0" brushRef="#br0" timeOffset="112836.12">15725 9573 1927 0,'-11'-7'62'15,"1"2"-8"-15,4 5-4 0,6 0 30 0,-14 7 42 16,3 3 21-16,0 5 20 0,-1 13 7 15,-1 2 9-15,6 6 8 0,2 3-1 16,-1 4-2-16,1 1 2 0,3 0-16 0,1 1-13 16,-1 0-13-16,2-3-15 0,2 0-13 15,-2-4-10-15,0 1-9 0,1-8-11 16,-1-4-6-16,0-3-17 0,-1 0-36 16,-1-5-38-16,-2-1-56 0,0-1-68 0,3-3-63 15,-5-2-54-15,2-1-91 0,0-5-91 16,-2 0-132-16,2-3 26 0,4-3-250 0,-12 0-278 15</inkml:trace>
  <inkml:trace contextRef="#ctx0" brushRef="#br0" timeOffset="113017.97">15382 10224 2174 0,'-19'-6'64'15,"4"0"45"-15,3 4 54 0,3-4 73 16,2 0 57-16,7 6 52 0,-11-3 21 16,11 3 13-16,-7-7 0 0,7 7-37 0,0 0-30 15,20-10-33-15,-6 5-31 0,20-2-18 16,5 2-29-16,5 1-24 0,4-1-45 0,-1 0-61 15,1 2-95-15,-1 1-97 0,1-1-120 16,-5 1-139-16,-2-2-145 0,-5-1-234 0,-7 4 58 16,-13-1 83-16,-4 2-447 0,-6-2-537 15</inkml:trace>
  <inkml:trace contextRef="#ctx0" brushRef="#br0" timeOffset="115501.95">13166 12983 2832 0,'-5'-3'-53'0,"-2"-1"35"0,7 4 33 0,-11-7 15 0,6 4 14 0,-3 0 6 15,8 3 21-15,-12-5 22 0,7 1 29 16,5 4 16-16,-10-5-1 0,10 5-9 0,-8-2-8 15,8 2-12-15,0 0 1 0,-7-5-9 16,7 5 3-16,0 0 8 0,0 0 6 0,0 0 3 16,36 0-10-16,-17 2-6 0,12-2-9 15,10 0-9-15,7 0-8 0,4-4-7 0,1 4-7 16,9-1-8-16,-12 1-6 0,2 0-3 16,-3 0-2-16,-3-2-12 0,-1 2 2 0,-2 0-6 15,-2-3 0-15,-1 1-5 0,-5 2-2 16,3-4-3-16,0 1-1 0,-6 0 0 15,4-1 0-15,-3 1-3 0,6-1 1 16,-2-2-5-16,3 4-2 0,-4-2 0 0,-2 2 1 16,-9 1-3-16,2-2-1 0,2 3-3 15,-2 0 0-15,-1-2 3 0,1 0-1 16,-2 1-1-16,4 1 0 0,-1 0 0 0,1-2 1 16,2 2-1-16,10-4-4 0,2 6 4 15,6-4 0-15,-4-1-4 0,1 3 0 0,-1-3 3 16,3 3-2-16,-1 0-1 15,-2-2 3-15,-4 2-3 0,-6 0 1 0,-4 0-1 16,-2 0 0-16,-9 0 0 0,1-2 1 16,0 2 0-16,-6 0 1 0,1 0 0 0,-5 0 0 15,0 2 0-15,1-2 1 0,-12 0 1 16,20 0 6-16,-9 0 2 0,-11 0 1 0,18 0-1 16,-8-2 2-16,1 0-5 0,2 0 3 15,-1 0-4-15,3 2 0 0,1-2-1 0,-2 2-4 16,6 2 1-16,-1-4-1 0,2 2 0 15,-2 0 0-15,2 0-1 0,1 0-2 0,0 0 2 16,1 0 2-16,-5 0-4 0,5 0 1 16,0 0 2-16,-1 0 0 0,-4 0-1 15,3 0 1-15,-1-2 0 0,-2 2-1 16,0 0-2-16,-2 0 0 0,-2-3 3 0,1 3 1 16,1 0-3-16,-1-1 1 0,-2 0-3 15,0 1 3-15,5 0-2 0,0-2 0 0,0 4-2 16,1-1 1-16,-2-2 2 0,4 1 1 15,-2 0-4-15,2 1 1 0,-2-1 0 0,5 0 1 16,-2 1 0-16,-1-1 0 0,6 0 3 16,0 3-1-16,-3-3-2 0,0 0 0 15,-2 2 3-15,5-2-3 0,-4 0 0 0,-1 0-3 16,-1 0 5-16,6 2-3 0,0-4 0 16,-1 6 4-16,-1-4-4 0,-4 0 1 0,2 0 0 15,-4 0 0-15,3 0-2 0,0 0 1 16,-3 2 1-16,3-2 3 0,-1 0-2 0,3 0-1 15,2 0 3-15,1-2-4 16,2 6-1-16,-1-4 1 0,0 0 0 0,5 0-1 16,7 2 2-16,2 0-2 0,-6-2 2 15,4 0 2-15,0 0-2 0,-6 0 0 0,-3 0 2 16,-3 0-2-16,1 0 2 0,0 0 1 16,-3-2-3-16,-4 2 3 0,-4 0-3 0,2-2 2 15,-6 2 0-15,2-2 0 0,-3 2 3 16,1-2-2-16,-5 2 0 0,-9 0-2 15,18-2-1-15,-11 0 1 0,-7 2-1 16,15 0 0-16,-15 0-2 0,12 0 1 0,-12 0-1 0,0 0 1 16,15 0-2-16,-15 0 2 15,12 0-1-15,-12 0 1 0,13 0 2 0,-13 0 1 16,17 0-3-16,-6 0-3 0,5 0 3 16,2 0-1-16,9 0-2 0,4 2 7 0,8-2-5 15,4 2 3-15,-2 0 0 0,4 0-2 16,-4 2 2-16,5-4-2 0,-2 0 0 0,-1 3 1 15,4-2 1-15,-6-2-2 0,0 2 0 16,-9-1 3-16,-8 0 1 0,-3 0 31 16,-3 2 23-16,-1-2 16 0,-4 0 4 0,-1 0-2 15,-12 0 1-15,17-2-5 0,-8 2-8 16,-9 0-3-16,13 0-13 0,-13 0-2 16,0 0-6-16,18 0-5 0,-18 0-6 15,7 2 4-15,-7-2-9 0,0 0-9 0,0 0-8 16,14 0-28-16,-14 0-34 0,0 0-50 15,0 0-61-15,0 0-87 0,0 0-97 0,0 0-98 16,-19 15-141-16,8-11-133 0,-7 0 66 16,0 0-476-16,0 4-600 0</inkml:trace>
  <inkml:trace contextRef="#ctx0" brushRef="#br0" timeOffset="116766.78">16632 12076 3036 0,'0'0'40'0,"0"0"32"0,-7 2 16 0,7-2 17 0,0 0 2 16,0 0 3-16,0 0 10 0,0 0 18 15,0 0 12-15,0 0-8 0,0 0-7 0,0 0-14 16,0 0-12-16,0 0-12 0,0 0-10 15,0 0-8-15,0 0-9 0,0 0-4 0,0 0-7 16,0 0-5-16,15-14-7 16,-15 14 4-16,5-5 1 0,-5 5 1 0,9-8 6 15,-6 3-10-15,-3-2 0 0,2 0-6 16,0-3-4-16,-2 2-2 0,0-1-3 0,-2 0 0 16,0 0 4-16,-1-2-1 0,-2 1-3 15,1 0-3-15,1 1-9 0,-5-1 4 0,5 2-4 16,-7 0 0-16,2 0-2 0,-1 1 0 15,0 2 0-15,-3 2-1 0,2-2-6 0,1 1-2 16,-3 1-3-16,7 1 2 0,5 2-4 16,-13-4 1-16,13 4-3 0,0 0 0 0,-11 0 4 15,11 0 3-15,0 0 2 0,0 0-2 16,0 0 2-16,25 7-1 0,-9-5 1 0,4-2 1 16,2 0-3-16,1 0-2 15,4-3 1-15,-1 1-2 0,-4 0 2 0,2-1 0 0,-5 1 0 16,-2 2-7-16,-3-1 4 0,-2 1-1 15,-1-1-6-15,-11 1 2 0,20 0-8 16,-13 1-3-16,-7-1 4 0,16 4-1 16,-9 3 1-16,1 2 1 0,-5 0 1 0,4 4-1 15,-2 4 4-15,1 2 4 0,0 0 3 16,-3 1-3-16,4-3 3 0,-5 1 1 16,-1 0-3-16,1-1 3 0,2-2-4 0,-2-3 0 15,0 2 3-15,-2-4-2 0,2-1 0 16,-1 1 0-16,-1-2 0 0,0-1-9 0,2 0-19 15,0 0-34-15,0-2-47 16,-2-5-71-16,2 8-106 0,-2-8-107 0,0 0-136 0,0 0-177 16,0 0 56-16,0 0-451 15,0 0-565-15</inkml:trace>
  <inkml:trace contextRef="#ctx0" brushRef="#br0" timeOffset="117000">17131 11886 3000 0,'0'0'-14'0,"4"-4"6"0,-4 4 0 0,0 0 35 0,0 0 28 0,0 0 21 0,12 12 16 16,-8-5 9-16,-1 2-10 0,-1 2-2 16,2 1-9-16,0 1-7 0,-3 1-2 15,2 2-8-15,-1 1-2 0,2-5-15 0,-4 1 2 16,0 1-25-16,0-2-41 0,-4-1-44 15,-1 3-57-15,4-3-69 0,-5-1-79 0,2-2-92 16,3-1-160-16,-3-3 23 0,4-4-163 16,-4 5-156-16</inkml:trace>
  <inkml:trace contextRef="#ctx0" brushRef="#br0" timeOffset="117136.09">17223 11855 1928 0,'0'-7'58'0,"0"0"18"0,0 7 10 0,0-10 3 15,0 10-4-15,0-5-12 16,0 5-10-16,0 0-12 0,0 0-39 0,2-7-39 16,-2 7-74-16,0 0-100 0,0 0-168 15,0 0-251-15,0 0-119 0</inkml:trace>
  <inkml:trace contextRef="#ctx0" brushRef="#br0" timeOffset="117983.69">17307 11875 1706 0,'0'0'83'0,"0"0"12"16,0 0 12-16,0 0 0 0,7-4 8 15,-7 4 14-15,0 0 8 0,0 0 2 16,0 0-14-16,0 0-10 0,0 0-8 0,0 0-8 16,0 0-12-16,0 0-12 0,16 8-4 15,-16-8-7-15,0 0-6 0,5 5-6 0,-5-5-4 16,0 0-1-16,6 5-7 0,-6-5 2 15,0 0-5-15,12 4 3 0,-12-4-9 0,0 0-1 16,0 0 11-16,0 0 18 16,27-7 13-16,-27 7 9 0,9-2 2 0,-9 2-10 15,0 0-6-15,0 0-11 0,13-2-5 16,-13 2-3-16,8 7-6 0,-8-7 0 0,4 12-3 16,-2-3 1-16,0-1-3 0,0 4-3 15,-1 2 2-15,-1-2-1 0,0 2 1 0,0-1 0 16,0 1 6-16,-1-1 1 0,-1-4 2 15,0 2 10-15,-2-1 10 0,2-2 6 16,-4 1 0-16,0-2-3 0,1 0-1 0,-3-2-8 16,-2-1-4-16,3 1-2 0,7-5-7 15,-17 3-2-15,17-3-5 0,-14 0-2 0,14 0-6 16,0 0-2-16,-16-5-2 0,16 5-4 16,-9-5-4-16,9 5 0 0,-7-5-4 15,7 5-5-15,0 0-2 0,0 0-3 16,7-12-2-16,4 6-10 0,1-1-18 0,6 1-15 15,2-1-22-15,17-6-17 0,-2 2 1 16,-1-4-11-16,-2 0-6 0,0-2-4 0,1 0-3 16,-5-3 7-16,-1-2 7 0,5-8-6 15,-8 3 13-15,-4-2 3 0,-1-2 11 0,-1 0 4 16,-2 2 10-16,-4 0 5 0,-4 10 19 16,-1 3 13-16,-5 3 1 0,2 2 8 0,-2 6-8 15,-2 5 3-15,-8-10 5 0,8 10 0 16,0 0 13-16,0 0 10 0,-27 15 9 15,16-4 3-15,-1 2 6 0,1 3 1 0,0 1-4 16,-1 0-8-16,5 3 7 16,-1-3-3-16,0 3-3 0,4-3-4 0,1 0 3 15,3-3-2-15,0 0 0 0,0-3 1 16,3 2-5-16,-1-1 3 0,5-4-6 0,0-1 2 16,0 0-8-16,3-4-14 0,2 1 0 15,-1-2-3-15,-11-2 1 0,27-4 2 0,-12-1-8 16,4-4 12-16,-2 2-5 0,2-5 4 15,-3 6 4-15,-4 0-2 0,0-1 3 0,-2 4 2 16,-3-2 1-16,0 2-2 0,-7 3 18 16,13 0 21-16,-13 0 2 0,0 0-3 0,0 0-7 15,9 11-1-15,-9-11-2 16,3 11-4-16,-1-4-1 0,-2-7-1 0,2 13-5 16,0-8-20-16,-2-5-34 0,5 11-40 15,-5-6-62-15,0 0-69 0,0-5-63 0,1 9-38 16,-1-9-65-16,0 0-75 0,0 0-85 15,0 0 0-15,0 0-234 0,10-16-254 16</inkml:trace>
  <inkml:trace contextRef="#ctx0" brushRef="#br0" timeOffset="118133.05">18006 11745 2093 0,'16'-29'10'0,"-1"0"58"0,-1 10 49 0,-5 2 44 0,-4 5 12 0,3 0 0 16,-5 6-10-16,2 2 63 0,-5 4 34 16,0 0 8-16,0 0-11 0,6 18-22 0,-6-6-18 15,-2 5-23-15,-2-1-18 0,4 1-13 16,0 4-19-16,0 0-14 0,4-1-47 15,-1 1-58-15,1 1-82 0,3-3-110 16,-5-2-98-16,5-2-96 0,-2-5-141 0,-3-1-148 16,2-1 60-16,0-2-343 0,-3-3-414 15</inkml:trace>
  <inkml:trace contextRef="#ctx0" brushRef="#br0" timeOffset="118283.48">18033 11862 2513 0,'-4'7'2'0,"4"-7"16"0,0 0 5 0,0 0 1 16,11 7-1-16,0-4-3 16,-2-3-7-16,2 1-37 0,1-1-63 0,-12 0-91 0,25-1-155 15,-16 1-121-15,-9 0-77 16,15 0-34-16</inkml:trace>
  <inkml:trace contextRef="#ctx0" brushRef="#br0" timeOffset="119816.02">15623 14314 1445 0,'0'0'-1'0,"-9"2"26"0,9-2 26 0,0 0 16 0,0 0 19 0,0 0 8 16,0 0 5-16,0 0 11 15,0 0 8-15,23 4 11 0,4-8 4 0,32 1-7 16,13-3-6-16,14-1-11 0,42 0-15 16,11 1 32-16,27 0 9 0,68 3-6 0,10 1-2 15,8 4-17-15,3 1-10 0,0 3-6 16,-9-2-15-16,-7 2-11 0,-60-2 1 15,-9 2-8-15,-9-4-8 0,-12 2-5 0,-20-3-1 16,-33-2-6-16,-16 1-4 0,-12 0-10 16,-20-2-12-16,-13 2-8 0,-9 0-8 0,-11-2 4 15,-3 0-11-15,-12 2 5 16,0 0 0-16,0 0 0 0,0 0 5 0,-53 0-9 16,6 0 7-16,-15 2-16 0,-10 2-7 15,-5-1-6-15,-8-1-2 0,-24 9-1 0,-6-4 0 16,-1 4-2-16,-10 1 11 0,-1 3-8 15,-12-1 6-15,-6 3 11 0,-4-2-4 0,1 1 0 16,-7-1 5-16,-1 4 3 0,8-4 13 16,-3 0 12-16,4 1 10 0,4-3 6 0,2 1 6 15,6-3 11-15,5-3 9 0,10-2 2 16,32-2 9-16,6 2 0 0,16-4 15 16,19 1 18-16,8-2 21 0,15-1-3 0,12-1-12 15,14-2-11-15,-2 3-8 16,78-12-10-16,4 2-10 0,40-3-8 0,22-3-1 0,25 3-23 15,51-3-16-15,11-1-15 16,-1 2-8-16,-1 4-7 0,1-2-10 0,-48 8-8 16,-11-4-21-16,-2 4-22 0,-19-2-39 15,-17 2-37-15,-20-1-16 0,-39 4-6 0,-11-2 4 16,-21 3 6-16,-13-3 17 0,-15 1 12 16,-10-1 10-16,-4 4 12 0,0 0 14 0,-41-7 8 15,-20 5 10-15,-20-1 9 0,-31 2 5 16,-18-1 9-16,-6 2 3 0,-13 3 13 15,-7 0 16-15,-3 1 11 0,-5 1 7 0,4 0 0 16,13 4 8-16,13-2 9 0,25-2 4 16,38 0-2-16,21 0 5 0,14 0 1 15,19 1-1-15,11 0-2 0,16 1-1 16,11 1-16-16,32 0-38 0,18 0-64 0,13-1-101 16,27-4-189-16,6-3-115 0,-24 0 46 15,18-4-76-15,-23-4-37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9-20T02:52:31.64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1956 11335 3091 0,'-11'4'62'0,"6"1"16"0,-1 1-20 0,1 0-10 0,-2 2 17 0,3-1 2 15,1 3-3-15,1-1 0 0,0 0-7 16,2-3 24-16,4 1 14 0,1-1 30 16,5-6 28-16,-10 0 6 0,51-22-1 15,-1-10-7-15,20-15-11 0,5-10-15 16,1-5-22-16,2 0-12 0,-4 1-9 0,-3-3-9 0,-4 5-6 15,-10-3-16-15,-17 14-7 16,-4 3-12-16,-6-1-15 0,-5 3-28 0,-7 2-32 16,-7 8-31-16,-2 2-37 0,-3 8-49 15,0 5-40-15,-4 5-47 0,-2 3-71 16,-2 6-79-16,2 4-160 0,0 0-24 0,0 0 56 16,-19 16-216-16,10-5-231 0</inkml:trace>
  <inkml:trace contextRef="#ctx0" brushRef="#br0" timeOffset="282.89">2341 11510 2272 0,'-11'19'129'0,"4"-4"29"16,-3-4 18-16,6-4 25 0,0 2 23 15,1-7 16-15,3-2 8 0,0 0-10 0,0 0-8 16,16-34-8-16,9-5-12 0,11-7-16 15,20-15-21-15,3-9-17 0,6 0-15 0,1 5-14 16,-4 2-7-16,-4 5-15 16,-15 14-15-16,-4 5-3 0,-6 3-17 0,-6 10-14 0,-6 5-18 15,-5 5-20-15,-2 2-27 16,-5 5-30-16,-1 0-30 0,0 3-40 0,-4 1-32 16,-4 5-52-16,5-6-58 0,-5 6-55 15,0 0-85-15,0 0-148 0,0 0-91 16,0 0 59-16,0 0-339 0,0 0-391 0</inkml:trace>
  <inkml:trace contextRef="#ctx0" brushRef="#br0" timeOffset="899.8">2377 10357 2669 0,'-22'4'10'0,"1"-2"14"0,5 0 16 0,3-2 19 0,4 2 7 15,-1-2 12-15,10 0-2 0,-17 2 19 16,17-2 4-16,-13 3 2 0,13-3 3 0,0 0 22 15,0 0 37-15,0 0 14 0,0 0 1 16,23-19-11-16,9 2-13 0,18-5-16 0,7-5-12 16,10 2-12-16,20-4-13 0,5 3-10 15,-15 11-8-15,4 4-8 0,5 5 10 16,-10 7-11-16,-5 8-7 0,-7 10-9 16,-5 6-9-16,-11 11-1 0,-10 8-5 15,-5 2-3-15,-11 7-5 0,-3 0-3 0,-4 0-1 16,-5-2-6-16,-2 1 2 0,-5-9-5 15,1-2-1-15,-4-2 2 0,0 1-7 0,0-1 1 16,-2-3 0-16,2 3-2 0,-2-1-2 16,0 2-3-16,-1-2-2 0,-1 2-4 0,0 0-22 15,-4 2-27-15,2 0-34 0,-5-5-28 16,6 2-34-16,-1-7-23 0,2-8-39 16,2-3-40-16,2-8-37 0,-2-2-55 0,0-6-63 15,0-1-130-15,2-4-45 16,0 0 51-16,0 0-246 0,0 0-258 0</inkml:trace>
  <inkml:trace contextRef="#ctx0" brushRef="#br0" timeOffset="2548.59">13168 6611 2043 0,'6'-19'-4'0,"-3"5"27"0,1-1 26 0,1 5 24 16,-3 0 27-16,1 1 25 0,-1 3 27 0,0-2 9 15,0 3-5-15,-2 5-13 0,0-8-13 16,0 8 16-16,0 0 37 0,-4 22 23 15,-1 2 8-15,-2 13 7 0,-2 13 5 16,-5 7-8-16,3 5-14 0,0 1-13 0,-5 5-17 16,3-4-15-16,-1 3-13 0,3-3-18 15,4-4-16-15,-2-3-4 0,8-15-13 0,-5-1-11 16,2-1-5-16,2-11-9 0,2-5-11 16,-1-3-38-16,1-5-44 0,0-2-41 0,0-1-40 15,0-6-49-15,1-3-83 0,-1-4-67 16,0 0-69-16,0 0-76 0,24-27-99 0,-10 0-71 15,6-6 67-15,1-13-393 16,5-7-424-16</inkml:trace>
  <inkml:trace contextRef="#ctx0" brushRef="#br0" timeOffset="2750.73">13457 6582 2600 0,'14'-27'10'0,"-7"6"50"0,-1 4 38 0,-1 3 13 16,-3 4-1-16,3 3 0 0,-3 4 27 15,-2 3 42-15,0 0 32 0,0 25 20 0,-4 10 13 16,-1 4 3-16,-6 15-4 0,0 7-9 15,1-1-16-15,-3 9-18 0,-1 0-24 0,1-1-15 16,2 0-17-16,-1-8-8 16,3 1-19-16,2-6-13 0,0-9-28 0,4-5-44 15,-5 0-50-15,4-2-46 0,1-4-59 16,-3-2-63-16,3-10-83 0,-6 0-64 0,4-7-85 0,-3 0-108 16,-4 0-112-16,3-6 53 15,-4 2-445-15,-1-3-505 0</inkml:trace>
  <inkml:trace contextRef="#ctx0" brushRef="#br0" timeOffset="3015.92">12883 7410 3087 0,'-7'-7'114'0,"0"-3"35"0,-1 6 36 0,5 0 10 0,3 4-3 15,-11-6-11-15,11 6-6 0,0 0 42 16,0 0 30-16,-5 24-8 0,7-7 0 0,1 7-19 15,1 7-6-15,6 5-19 16,-2-1-19-16,1-2-16 0,3 2-20 0,-1-4-9 16,2-2-12-16,5-3-10 0,-4 0-23 15,6-3-10-15,1-5-16 0,-4-4-46 0,-2-5-64 16,5 1-59-16,-6-6-68 0,4-1-82 16,0-2-104-16,4-5-100 0,6-5-139 15,1-5-107-15,-2-2 75 0,-3-4-575 0,3-3-672 16</inkml:trace>
  <inkml:trace contextRef="#ctx0" brushRef="#br0" timeOffset="3253.78">13652 7267 3155 0,'8'-14'-11'0,"-5"5"45"0,-1 3 29 16,2 0 13-16,-4 6 22 0,0 0 54 15,0 0 48-15,-9 22 27 0,-1-1 18 0,-7 12 15 16,-5 9 7-16,-2 5-2 0,0 2-25 15,-1 1-14-15,0-1-22 0,-4-4-27 0,2 2-15 16,3-6-13-16,-1-4-18 0,0 0-14 16,10-11-22-16,2-8-5 0,3-2-43 0,0-4-60 15,7-3-66-15,-3 2-77 0,2-5-98 16,2 0-98-16,-1 1-119 0,3-7-174 16,0 0-40-16,0 0 71 0,0 0-542 0,0 0-624 15</inkml:trace>
  <inkml:trace contextRef="#ctx0" brushRef="#br0" timeOffset="4948.45">22625 6954 2422 0,'-1'-12'654'0,"1"3"-177"0,-2 0-76 0,2 4-46 0,0 5-69 0,-2-10-67 16,2 10-48-16,0 0-25 0,0 0 37 0,0 0 9 15,0 0 21-15,5 37-2 16,-5-15-19-16,4 2-15 0,1 0-15 0,-2 10-12 0,-1-6-11 16,4-6-16-16,-1 2-13 15,1-3-9-15,0-1-10 0,2-1-5 0,-5-3-11 16,5-1-8-16,-4-5-1 0,-3 1-12 16,6-3 3-16,-3-2-3 0,-3 4-3 0,1-8 2 15,-2-2-8-15,0 0-4 0,0 0-8 16,22-23-4-16,-13 3-4 0,2-9 1 0,3-4-6 15,0-2-4-15,0 4-7 0,-1 4 2 16,-2 6-3-16,0 6-5 0,-4 5-2 0,0 1-1 16,1 4 2-16,0 4-1 0,-8 1 2 15,0 0-2-15,25 8-1 0,-18-3 3 0,3 2 1 16,-1 2-1-16,3-1 19 16,-5-1-6-16,1 0 3 0,0 0-4 0,-3-4-1 15,-5-3 4-15,13 7-1 0,-13-7-1 16,16-1 0-16,-16 1-3 0,20-11-10 0,-8 1-3 15,1-2 0-15,-1-2 0 0,-1-1 0 16,2-1 0-16,-1 2 0 0,-2 3 0 0,-1 0 0 16,1 3 0-16,-3 0 0 0,-1 4 0 15,0 1 0-15,-6 3 0 0,0 0 0 0,19 3 0 16,-19-3 0-16,15 8 0 0,-5-3 0 16,-3 2 0-16,2-1 0 0,4-1 0 15,-4-1 0-15,2 2 0 0,-1-1 0 16,-1-2 0-16,0-1 0 0,4-2 0 0,-13 0 0 0,18-2 0 15,-8-1 0-15,3-4 0 16,1-1 0-16,-1-5 0 0,2-1 0 0,-3 1 0 16,4-10 0-16,0 5 0 0,-3 4 0 15,-5 3 0-15,1-1 0 0,1 4 0 0,-5 1 0 16,4 1 0-16,-6 2 0 0,3 0 0 16,-6 4 0-16,0 0 0 0,0 0 0 0,17 6 0 15,-11 0 0-15,-1-1 0 0,1 3 0 16,0-1 0-16,2-2 0 0,-3 3-33 0,5-3-26 15,-3 0-36-15,1 0-27 0,3-1-23 16,-1-4-25-16,-10 0-25 0,23-4-20 0,-9-1-19 16,4-5-20-16,-2-2-14 15,6-9 7-15,-1-6 6 0,0-4 27 0,3-11 26 16,-2-5 18-16,-1-6 18 0,-2-7 32 16,-2-4 28-16,-1-6 38 0,-2-18 36 0,2-2 32 15,-5 18 24-15,-3 2 40 0,-3 6 35 16,2 5 29-16,-5 13 27 0,-1 9 19 0,-1 8 6 15,0 8 5-15,0 4-20 0,0 9-9 16,-3 6-24-16,3 2 23 0,-9 19-4 16,2 10-10-16,-2 10-18 0,-1 17-6 15,2 2-16-15,3 6 0 0,1 2-17 0,0-1-8 0,4-1-3 16,-2-1-10-16,6-7-12 16,0-1-20-16,-1-14-33 0,1-2-25 0,0-13-18 15,0-2-10-15,0-3 5 0,-2-5-1 16,0-4 8-16,0 0 6 0,-2-5 2 0,0-1 1 15,0-6 9-15,-2 6 5 0,2-6 0 16,0 0-3-16,-18-2 5 0,18 2 2 0,-13-4 2 16,13 4-4-16,-23 0 5 0,8 4 1 15,-2 1 0-15,-12 9 8 0,10-1-5 0,-1 6 4 16,2-4 4-16,3 1 0 0,3 2 1 16,5-2 2-16,0-1-4 0,3-1 3 0,1-2-2 15,1-1-1-15,7-1-19 0,-1-4-30 16,3 0-41-16,2-5-51 0,5-1-49 15,3-5-64-15,9-6-60 0,5-7-55 16,7-11-66-16,-1-4-65 0,-1-6-126 0,3-7 23 16,10-17-513-16,-2-8-588 0</inkml:trace>
  <inkml:trace contextRef="#ctx0" brushRef="#br0" timeOffset="5714.56">24339 5500 3036 0,'2'-56'-32'0,"-4"13"50"0,0 8 47 0,1 8 55 0,-3 6 42 0,-3 5 20 0,2 9 10 0,-4 3 25 15,9 4 23-15,-36 27 21 0,7 13 21 16,-2 11-5-16,1 26 3 0,1 3-6 16,4 5-17-16,8 2-23 0,4-14-31 0,4 1-15 15,0 2-17-15,9-3-26 0,5-5-13 16,0-1-5-16,7-9-23 0,-1-5-18 0,1-14-38 16,-1-4-40-16,3-4-27 0,-5-8-15 15,0-6-10-15,-3-5 0 0,2-6 5 0,-3-2 0 16,1-2 3-16,-6-2 0 0,0 0 3 15,16-12 4-15,-13 3 4 0,-3-3-2 0,0 0 6 16,0-1 3-16,-3 1 2 0,-2 0 0 16,0 5 2-16,-3 1 3 0,-1 5 6 0,9 1 16 15,-23 8 12-15,7 4 7 0,5 2-8 16,0 1 2-16,-1 4-3 0,5 0-5 16,1 0-2-16,2-2 1 0,4-3-11 15,0-1-13-15,4-1-33 0,3-3-43 0,4-2-51 16,3-6-47-16,6-4-52 0,10-6-55 15,1-8-30-15,7-8-19 0,-2-6-6 0,1-8-1 16,-1-4 13-16,1-11 22 0,1-18 28 16,4-3 37-16,-5-5 44 0,-5-1 33 0,-1-6 53 15,-5-4 52-15,-5 4 45 0,-2-5 37 16,-8 20 43-16,-3 4 46 0,-7 8 50 0,2 21 35 16,-3 10 9-16,-3 7 5 0,-2 12 12 15,-2 9 31-15,7 1 26 0,-33 35 16 0,12 11 8 16,-1 12-4-16,-1 5-11 15,-2 19-10-15,5-16-23 0,2 21-23 0,4-15-20 16,5 1-35-16,1 1-20 0,5-2-13 16,6-2-18-16,3-5-23 0,1-5-36 0,3-7-36 15,3-8-50-15,0-15-35 0,1-3-33 16,3-12-38-16,0-8-38 0,5-7-41 16,14-10-51-16,9-11-32 0,5-6 11 0,3-7 26 15,10-15 45-15,2-2 39 0,-2 1 52 16,-11 13 48-16,-9 4 46 0,-5 6 42 0,-13 8 35 15,-4 7 32-15,-8 7 50 16,-5 2 66-16,-8 3 64 0,4 18 29 0,-12 1 19 0,-16 19 14 16,-9 3 13-16,-9 3 18 15,-19 15-3-15,-11 5-26 0,-9 2-329 0,-8 1 0 16,-5-1 0-16,-3 0 0 0,-1-2 0 16,4-6 0-16,8-7 0 0,10-3 0 0,11-4 0 15,20-11 0-15,4-8 0 0,14-3 0 16,3-5 0-16,7-5 0 0,4-2 0 0,1-3 0 15,4 1 0-15,-1-4 0 0,3 1 0 16,2-1 0-16,4-4 0 0,0 0-445 0,-9 1-220 16,9-1-93-16,0 0-90 0,0 0 75 15,0 0-826-15,0 0-1040 0</inkml:trace>
  <inkml:trace contextRef="#ctx0" brushRef="#br0" timeOffset="11262.93">22688 12462 1413 0,'2'-9'279'0,"1"6"-66"0,-3 3-38 0,0-7-23 0,0 7-22 0,0 0-32 16,0 0 14-16,0 0 3 0,0 0 12 15,-14 20 14-15,7-2 10 0,-3 2-1 0,-2 8-3 16,1 1 5-16,4 2-10 0,-3 2-14 15,2-2 1-15,5-6-7 0,-1-3-8 0,0 2-6 16,2-5-11-16,0 0-9 0,2 0-9 16,-2-2-6-16,0-3-7 0,0-1-7 0,0-1-3 15,0-2-3-15,2 1-8 16,-1-5-7-16,1 2-20 0,-2-4-58 0,2-4-97 16,-2 6-98-16,2-6-113 0,0 0-152 15,0 0-126-15,0 0 59 0,4-27-289 0,-3 15-341 16</inkml:trace>
  <inkml:trace contextRef="#ctx0" brushRef="#br0" timeOffset="11479.84">22475 12443 2545 0,'-9'-2'58'0,"1"1"27"15,8 1 21-15,0 0 27 0,-7-4 2 16,7 4-1-16,0 0-10 0,0 0-10 0,29-3-8 0,-6 1-14 15,16-1-11-15,7 1-8 16,2 0-7-16,1 0-7 0,10-1-38 0,2-2-80 16,-13 2-80-16,-7-1-85 0,0 1-94 15,-15-1-179-15,-7 2-36 0,-6 1 61 0,-5 1-103 16,-8 0-76-16</inkml:trace>
  <inkml:trace contextRef="#ctx0" brushRef="#br0" timeOffset="12061.73">22967 12862 1795 0,'-8'6'119'16,"1"0"8"-16,-1-1-5 0,4-2-1 15,4-3-8-15,-8 4-3 0,8-4-5 0,-4 5-5 16,4-5-9-16,0 0-8 0,0 6-9 16,0-6-7-16,0 0-3 0,0 0-8 0,20 2-5 15,-20-2-6-15,13-2 0 0,-13 2-8 16,17-4 2-16,-9 2-7 0,2-5 3 16,-5-1 5-16,3-2 3 0,-3 1 2 15,-3-3 8-15,2-3-7 0,0 1 7 0,-4-1 9 16,2 1 7-16,-4-1 6 0,0 1 5 15,-2 2-2-15,0 0-2 0,3 2-6 0,-5 0-4 16,0 3-4-16,1 0-12 0,-3 4-4 16,2-1-2-16,6 4-4 0,-13-1-3 15,13 1-6-15,0 0 0 0,0 0-2 0,0 0-5 16,0 0-3-16,0 0-3 0,0 0-1 16,0 0-2-16,42 3-3 0,-19-6-1 0,4-1-2 15,-3 1 0-15,1-2 0 16,-1 0-4-16,1-1 0 0,-5 3 0 0,-4 0 0 15,2-1 1-15,-5 2-3 0,1 2-2 16,-5 0 4-16,-9 0-1 0,18 7 5 0,-9-2 2 16,-2 4 0-16,1 3 2 0,-3 2 4 15,2 1-2-15,0 4 1 0,0 1 1 0,1 11-4 16,-2-10-1-16,0-2 1 0,-1-1-1 16,-1-1-1-16,2 5 1 0,-5-7-4 0,1 1 0 15,3-3-4-15,-3-1-30 0,-2 0-51 16,0-2-59-16,-2-1-60 0,2 0-73 0,0-4-67 15,0-5-130-15,-5 5-134 0,5-5 51 16,0 0-263-16,0 0-300 0</inkml:trace>
  <inkml:trace contextRef="#ctx0" brushRef="#br0" timeOffset="12246.95">23512 12692 2227 0,'0'-9'50'0,"0"4"29"0,0 5 11 0,4-7 14 0,-4 7 6 0,0 0 33 0,0 0 31 0,0 0 1 15,0 0-7-15,0 0-21 0,0 0-8 0,0 0-20 16,0 0-9-16,-2 26-10 16,0-19-10-16,2 1-11 0,-2 1-10 0,-2 1-54 0,0 0-96 15,-1 4-106-15,-3-4-123 16,1 2-188-16,0 0-61 0,6-1 47 0,-3-3-182 16,4-2-189-16</inkml:trace>
  <inkml:trace contextRef="#ctx0" brushRef="#br0" timeOffset="12596.71">23777 12637 1933 0,'1'-7'60'0,"1"3"17"0,-2 4 21 0,7-9 17 16,-4 5 10-16,-1-1 16 0,-2 5-7 16,8-11-12-16,-7 7-6 0,-1 4-15 0,6-6-14 15,-6 6-2-15,6-5-5 16,-6 5-6-16,2-6-7 0,-2 6-2 0,0 0-2 0,0 0-9 15,0 0 9-15,0 0 14 16,0 0 8-16,-19 13 9 0,10-9 10 0,-1 6-3 16,-2 0 4-16,-3-1-2 0,0 6-1 15,-1-1 1-15,-2 6-5 0,-3 1-2 0,4-1-5 16,1-3-9-16,7 0-3 0,-3-3-8 16,6-2-8-16,-1 3-1 0,3-4-3 0,3-1-5 15,-1 3-6-15,4-5-1 0,-1 2-4 16,5 1-7-16,-1-4-1 0,3 0-3 0,4-1-4 15,-1 0-10-15,3 0-22 16,-3-2-42-16,4-2-52 0,-2-2-53 0,2-2-49 16,3-2-51-16,1-2-58 0,0-4-76 0,2 1-102 15,0-11-115-15,1-1 42 16,1-3-285-16,-3 1-329 0</inkml:trace>
  <inkml:trace contextRef="#ctx0" brushRef="#br0" timeOffset="12828.96">24065 12287 2329 0,'0'-7'22'0,"0"3"26"16,0 4 19-16,0-10 11 0,0 10 6 16,0 0 31-16,0 0 42 0,0 0 25 0,0 0 6 15,-14 27 0-15,10-12 4 16,2 9-5-16,-3 8-10 0,-1 4-9 0,4 2-14 0,-1-1-13 16,-2 0-14-16,1-2-13 15,3 2-11-15,-1-6-8 0,0-6-10 0,2 1-14 16,-4-2-9-16,4 0-47 0,-2-5-56 15,2 0-63-15,-1-6-69 0,1 1-46 0,0-2-41 16,0-2-27-16,0-5-44 0,1 1-46 16,-1-6-44-16,0 0-19 0,0 0-409 15,0 0-334-15</inkml:trace>
  <inkml:trace contextRef="#ctx0" brushRef="#br0" timeOffset="13079.85">24038 12765 2129 0,'4'-11'-47'0,"-1"0"50"0,3 1 44 16,-4 3 47-16,1 0 37 0,-3 7 35 15,7-14 33-15,-3 7 12 0,-3 2 13 0,7-3 0 16,-3 1-4-16,7 0-9 0,-2-1-18 15,1-2-18-15,1 1-19 0,1-1-12 16,2-2-17-16,2 3-15 0,-1-3-13 0,-1 0-36 16,-2-1-58-16,4 1-46 0,-7 4-58 15,-1-1-47-15,-3 7-32 0,-4 0-2 0,-2 2-9 16,0 0 3-16,0 0 20 0,-13 15 15 16,7-7 21-16,-2 5 29 0,2-1 25 0,-1 2 20 15,2-1 22-15,1 3 12 16,-1-1 10-16,3 0 9 0,1 1 1 0,2-3-1 15,-1 5 3-15,4-3-2 0,1 0-3 16,-2-1-26-16,-1-2-69 0,2-2-94 16,0 2-99-16,-4-7-193 0,1 5 33 0,-1-4-73 15,-1 2-31-15</inkml:trace>
  <inkml:trace contextRef="#ctx0" brushRef="#br0" timeOffset="13463.01">23380 12634 1664 0,'10'-4'133'0,"-2"-1"-1"0,-1 2 11 0,-7 3 15 0,16 0 8 0,-16 0 11 0,13 8 1 0,-6 1-8 15,3 3-9-15,-2 5-17 0,-3 3-5 16,3 1-17-16,-1 1-13 0,1 9-8 0,0-6-10 15,-5-2-12-15,1 1-11 16,0-1-25-16,-4-6-61 0,2 2-59 0,-2-1-62 16,0-4-73-16,0-2-83 0,0-3-136 15,-2-2-94-15,2-7 36 0,0 8-121 0,0-8-108 16</inkml:trace>
  <inkml:trace contextRef="#ctx0" brushRef="#br0" timeOffset="13646.86">23512 12378 1741 0,'-4'-10'90'16,"2"1"6"-16,-2 4-4 0,2-1-7 15,2 6-5-15,-2-8-9 0,2 8-8 0,0 0-6 16,0 0-8-16,0 0-11 0,0 0-39 16,0 0-50-16,0 0-79 0,12 24-107 15,-10-13-186-15,2 6-128 0,0 5-54 0</inkml:trace>
  <inkml:trace contextRef="#ctx0" brushRef="#br0" timeOffset="14013.81">22094 13367 1601 0,'-46'5'133'0,"4"0"20"16,1 1 14-16,-3-2 7 0,4 2 1 16,6 0-2-16,5-1-2 0,10-1-9 15,4 0-12-15,6 0-14 0,9-2-10 0,0-2-11 16,47 10-11-16,21-8-6 0,25-2-11 16,51-8-11-16,19-4-36 0,63-7-72 0,0 0-56 15,9 2 9-15,5 2 8 16,4 1 6-16,-4 0 12 0,-7 0 6 0,-7-2 6 0,-64 0 25 15,-12 1 32-15,-18 1 27 16,-16-3 28-16,-38 2 32 0,-11 3 33 0,-14-1 33 16,-11 5 19-16,-8-2 12 0,-11 3-6 15,-3 2-13-15,-7-2-20 0,-1 3-17 0,-1 0-16 16,-6 2-16-16,-5 2-48 0,12-4-74 16,-12 4-89-16,0 0-119 0,0 0-139 0,0 0-205 15,0 0-90-15,13 8 68 0,-13-8-361 16,2 10-423-16</inkml:trace>
  <inkml:trace contextRef="#ctx0" brushRef="#br0" timeOffset="14561.26">24899 12767 2899 0,'-15'-4'162'0,"7"3"11"0,1-1 24 0,7 2 14 0,-6-5-10 0,6 5-13 16,0 0-6-16,27-14-7 0,7 7-17 0,9-1-15 15,21-2-14-15,6 3-15 0,4-2-42 16,7 2-81-16,-6-1-125 0,8 1-123 15,-7 0-163-15,0-3-217 0,-5-2 35 16,-8 2 68-16,-10-3-286 0,-15 2-307 0</inkml:trace>
  <inkml:trace contextRef="#ctx0" brushRef="#br0" timeOffset="14795.46">25440 12514 2412 0,'0'4'42'15,"0"-4"18"-15,10 11 43 0,0-5 38 0,6 6 26 16,9 3 16-16,6 2 6 0,3 3-7 16,4 3-11-16,1 2-17 0,-11-3-15 15,1-1-13-15,-11 1-15 0,0-3-3 16,-11-2 2-16,-3-3 5 0,-6-1-7 0,-3 4-8 16,-4 1-11-16,-13 2-7 0,1 1-10 15,-4-2-31-15,-4 0-56 0,-3-5-78 0,2 1-103 16,-5-1-102-16,-1-2-135 0,0-2-205 15,0-3 44-15,10 1 75 0,-1-4-236 0,2 1-245 16</inkml:trace>
  <inkml:trace contextRef="#ctx0" brushRef="#br0" timeOffset="19161.25">24202 8582 2245 0,'34'4'75'0,"-34"-4"17"0,0 0 32 0,0 0 31 0,0 0 16 0,0 0-8 0,12 0-1 0,-12 0-1 16,0 0-2-16,0 0 3 15,0 0-1-15,0 0 3 0,0 0-2 0,0 0-7 0,0 0-6 16,7-4-8-16,-7 4-12 0,0 0-13 15,7-4-10-15,-7 4-9 0,9-4-8 16,-9 4-2-16,7-4-8 0,-7 4-3 16,8-8-1-16,-8 8 0 0,3-5-7 0,-3 5-1 15,6-6 0-15,-6 6-2 0,3-4-2 16,-3 4-4-16,0 0 0 0,0 0-3 0,3-7-10 16,-3 7-3-16,0 0-6 0,0 0-1 15,0 0-1-15,0 0 0 0,0 0-2 0,0 0 4 16,-25 11-3-16,17-5 3 0,2 1-3 15,-3 1 1-15,4 0-1 0,-3 2 1 0,4-1 1 16,-2 1 9-16,2-1-5 16,1 0 4-16,1-4 6 0,-2 5-5 0,4-10 4 15,-2 12 9-15,2-12 5 0,0 10 5 16,0-10 1-16,4 7-4 0,-4-7-2 0,0 0-6 16,13 2-7-16,-13-2-8 0,0 0-5 15,25-6 0-15,-14 3-3 0,-3-2-4 0,3-2-2 16,-3 0 2-16,0 0-13 0,0 1 5 15,-1-3-5-15,-2 1 2 0,-1-1-3 16,1 2 10-16,-3-2-10 0,-2 9 1 0,0-12-3 16,0 12 5-16,-7-10-10 0,3 4 6 15,-5 1-2-15,9 5 12 0,-16-6 3 16,5 4 10-16,0 0-3 0,11 2-1 0,-23 2-1 16,10 0-2-16,1 4 0 0,3-2 2 15,0 1-5-15,-1 1-1 0,0 2 1 16,5 1-13-16,-1 1-15 0,4 0 0 0,4-1 0 15,-2 0 0-15,4 0 0 0,2 2 0 16,3-2 0-16,0-1 0 0,3-1 0 0,-1-2 0 16,1 0 0-16,-1-1 0 0,2-3 0 15,-1-1 0-15,-1 0 0 0,3-3 0 0,-3 1 0 16,-2-3 0-16,4 0 0 16,-6-1 0-16,0 0 0 0,1-3 0 0,-2 1 0 0,-2-2 0 15,0 1 0-15,-3-1 0 16,1 0 0-16,-2 1 0 0,0 9 0 0,-3-14 0 15,1 8 0-15,-6 0 0 0,0 2 0 16,8 4 0-16,-17-4 0 0,17 4 0 0,-15 0 0 16,15 0 0-16,-15 4 0 0,5 2 0 15,4-2 0-15,1 2 0 0,-1 3 0 0,2-3 0 16,4 2 0-16,0-8 0 0,0 17 0 16,6-9 0-16,-1 0 0 0,1 0 0 0,2-2 0 15,0 0 0-15,-1-1 0 0,-7-5 0 16,18 3 0-16,-11-2 0 0,-7-1 0 0,17-1 0 15,-17 1 0-15,14-3 0 16,-14 3 0-16,11-11 0 0,-10 6 0 0,1-2 0 16,2-1 0-16,-4 1 0 0,0 7 0 15,-4-16 0-15,2 10 0 0,2 6 0 0,-7-11 0 16,2 7 0-16,-5 2 0 0,10 2 0 16,-19 0 0-16,19 0 0 0,-29 5 0 0,18-4 0 15,1 3 0-15,-1-1 0 0,-5 3-206 16,5-2-422-16,2 0-142 0,-1 0-129 0,0 1 82 15,1 0-840-15,2-2-1093 0</inkml:trace>
  <inkml:trace contextRef="#ctx0" brushRef="#br0" timeOffset="21410.02">24273 8611 4110 0,'0'0'-264'0,"0"0"49"0,0 0 38 0,0 0 42 0,0 0 34 0,0 0 25 0,-5-4 25 0,5 4 15 16,0 0 17-16,0 0 11 0,0 0 7 15,0 0 14-15,0 0 15 0,0 0 7 16,0 0 13-16,0 0 10 0,0 0 9 0,0 0 5 16,0 0 4-16,0 0 0 0,-6-4 3 15,6 4-3-15,0 0 6 0,0 0 1 0,0 0-5 16,0 0 0-16,0 0-1 0,0 0 0 15,0 0 4-15,0 0 0 0,0 0 2 16,-9-4 3-16,9 4 1 0,0 0 0 16,0 0 0-16,-15 0-1 0,15 0-1 0,0 0 5 15,-21 2-6-15,11-2-1 0,10 0-1 16,-17 0-7-16,17 0-1 0,-19 0-2 0,8 2-8 16,0-2 1-16,11 0-9 0,-21 0-2 15,9 3-3-15,1-3-4 0,11 0 1 0,-24 0-7 16,13 0-1-16,11 0 3 0,-19 0-4 15,10 0-3-15,9 0-1 0,-22 0 4 16,11 0-10-16,11 0-1 0,-17 0 0 16,6-3-2-16,11 3-2 0,-20 0-1 0,11 0-5 15,9 0-3-15,-21-2 8 0,12 2-6 16,9 0 2-16,-24-2-2 0,12 0 5 0,2 2 2 16,-2-2 2-16,3 1 0 0,-3-1 4 15,1 0 4-15,0 1 1 0,-1-2 1 0,1 1-4 16,0 0 2-16,-1-2-5 0,1 2 0 15,1 0-4-15,-2 0-2 0,1 0-5 0,-1 0-2 16,1 0 0-16,-2 0 3 16,1 0-5-16,-1 1 1 0,-1 0 0 0,3 1-4 15,-3-3 3-15,3 3-2 0,0-2-4 16,-3 0 0-16,14 2-4 0,-22-2 5 0,12 2 4 16,1-2-5-16,9 2 7 0,-21 0-5 15,11-2 9-15,10 2 3 0,-17-2 11 0,8 2-5 16,9 0 7-16,-20-5-8 0,20 5 6 15,-15-1-5-15,15 1 1 0,-17-4 1 0,17 4-9 16,-17-4 1-16,10 4 1 0,7 0-3 16,-20-5-11-16,13 5 6 0,7 0-4 15,-17-6-2-15,7 4 1 0,10 2 4 0,-19-3-4 16,10 2 4-16,9 1-1 0,-20-6-5 16,9 4-1-16,11 2-4 0,-17-4 4 0,7 3-1 15,10 1-3-15,-17-2-1 16,17 2 1-16,-19-3-14 0,19 3-2 0,-15-2 14 0,15 2-9 15,-17-1-3-15,17 1 8 16,-18-2-4-16,18 2 3 0,-14 0-4 0,14 0-8 16,-20-4 16-16,20 4 0 0,-14-2 0 15,1 2 8-15,13 0 0 0,-23 0-4 0,12-3 4 16,11 3-8-16,-21 0 8 0,21 0-4 16,-20-1 3-16,10 1-5 0,10 0 5 0,-17-2 1 15,17 2 3-15,-18 0-11 0,18 0 5 16,0 0 9-16,-21 0-11 0,21 0 4 0,-13 0 3 15,13 0 4-15,0 0 0 16,-21 0-1-16,21 0 4 0,-17-2-6 0,17 2 0 0,-14-2 2 16,14 2 5-16,-16 0-9 15,16 0-2-15,0 0 5 0,-23 0-5 0,23 0 0 16,-18 0-1-16,18 0-1 0,-15 2-2 16,15-2 2-16,0 0 1 0,-21 0 1 0,21 0-1 15,-15 0-4-15,15 0 4 0,-14 0-4 16,14 0-2-16,-14 2 1 0,14-2 4 0,-18 0-6 15,18 0 7-15,-15 2-2 0,5-2-5 16,10 0 4-16,-15 0-3 0,15 0 5 0,-12 0-1 16,12 0 1-16,-13 0-3 15,13 0 2-15,-11 1-1 0,11-1-1 0,0 0-2 0,-15-1 4 16,15 1-2-16,-13 0 3 16,13 0-4-16,-14 1 0 0,14-1-2 0,-11 0 3 15,11 0-4-15,-18 0 0 0,18 0 1 16,-13 3-3-16,13-3 4 0,-15 1-1 0,15-1 2 15,-13 1 3-15,13-1-2 0,-10 0-2 16,10 0 1-16,-12 2-9 0,12-2 15 0,0 0-11 16,-14 0-2-16,14 0 12 0,-10 2-10 15,10-2-1-15,0 0 10 0,-17 0 3 16,17 0-3-16,-11 2-1 0,11-2-1 0,0 0-1 16,-18 0 3-16,18 0 0 0,-13 1-3 0,13-1-1 15,-12 2-3-15,12-2 4 16,-13 1 2-16,13-1 1 0,-14 2-5 0,14-2 0 15,-11 2 6-15,11-2-1 0,-11 0-3 16,1 1 2-16,10-1-1 0,-15 2 5 0,8 0-11 16,7-2 2-16,-18 4 3 0,11-4-3 15,7 0 4-15,-17 1-4 0,7 2-3 0,10-3 1 16,-15 2 0-16,15-2 4 0,-15 4-12 16,15-4 14-16,-12 0-1 0,12 0-3 15,0 0 2-15,-17 4 1 0,13-2-1 0,4-2 0 16,0 0-2-16,-17 0 1 0,17 0-1 15,-11 2-4-15,11-2 8 0,0 0-3 16,-20 3-8-16,20-3 11 0,-13 0 3 0,13 0-4 16,-12 0 2-16,12 0-2 0,0 0 1 15,-20 2 1-15,20-2 4 0,-16 2 0 16,16-2-5-16,-12 2 1 0,12-2 4 0,-18 0 3 16,18 0 10-16,-17 2 2 0,17-2-6 15,-19 0 3-15,6 1 2 0,13-1-5 0,-23 3-4 16,11-3 3-16,12 0-5 0,-19 0 2 15,19 0-3-15,-25-3 2 0,16 6-4 0,9-3 1 16,-19 0-2-16,19 0 2 16,-20 0-2-16,20 0-2 0,-16 2-2 0,16-2 3 0,-18 0 0 15,18 0-4-15,-11 0 0 16,11 0 6-16,-14 2-2 0,14-2-6 0,0 0 2 16,-13 0-9-16,13 0 10 0,0 0-5 15,0 0 2-15,-14 2 2 0,14-2-4 0,0 0 8 16,-12 2-6-16,12-2 0 0,0 0 0 15,0 0 0-15,0 0 0 0,-15 2 0 0,15-2 0 16,0 0 0-16,0 0 0 0,0 0 0 16,0 0 0-16,0 0 0 0,0 0 0 0,0 0 0 15,-14 0 0-15,14 0 0 0,0 0 0 16,0 0 0-16,0 0 0 0,0 0 0 16,0 0 0-16,0 0-63 0,-9 0-68 15,9 0-77-15,0 0-77 0,0 0-104 0,-8 4-90 16,8-4-97-16,-4 4-181 0,4-4-23 15,0 0 83-15,-4 7-604 0,4-7-760 0</inkml:trace>
  <inkml:trace contextRef="#ctx0" brushRef="#br0" timeOffset="22192.63">21869 8494 3411 0,'6'-1'-147'0,"-6"1"30"0,11-6 23 0,-11 6 24 0,10 0 20 0,-10 0 18 0,0 0 16 15,0 0 13-15,10-2 9 0,-10 2 4 16,0 0 8-16,0 0-2 0,0 0 0 16,0 0 1-16,5-4 3 0,-5 4-1 0,0 0 4 15,0 0 21-15,0 0 20 0,0 0 19 16,0 0 14-16,-14 15 8 0,7-9 6 0,-2 2 0 16,0 0 0-16,-5 0 3 0,5-3-5 15,-4 3-4-15,4-2-3 0,0 0-6 0,-1 0-11 16,2 1-1-16,-1-1-12 15,4-2-8-15,-2 0-5 0,2 0-4 0,5-4-4 16,-11 7-6-16,7-2-7 0,4-5 0 16,-12 5-2-16,6-1 4 0,1 0 6 0,-1 0 1 15,3 0-4-15,-6 1 2 0,5 0-2 16,4-5-3-16,-11 7 0 0,10-3-3 0,1-4-8 16,-8 8 3-16,8-8-3 0,-3 5 1 15,3-5 1-15,0 10 6 0,0-5 14 0,0-5 9 16,1 12 9-16,5-7 8 15,-1 2 2-15,1 0 0 0,1-2 5 0,4 0-7 0,-4 2-2 16,-2-4-4-16,3 3-8 16,-8-6 3-16,8 6-7 0,-8-6 1 0,9 5-1 15,-9-5-1-15,8 6 1 0,-8-6-9 16,5 3 1-16,-5-3-16 0,0 0 3 0,7 7-2 16,-7-7-3-16,0 0-5 0,0 0 0 15,7 3-7-15,-7-3-4 0,0 0 6 0,0 0-6 16,4 5-32-16,-4-5-48 0,0 0-55 15,0 0-71-15,0 0-94 0,2 6-104 0,-2-6-104 16,0 0-209-16,-15 6-21 0,5-2 78 16,1 1-509-16,-5 0-620 0</inkml:trace>
  <inkml:trace contextRef="#ctx0" brushRef="#br0" timeOffset="26594.47">24271 8625 2985 0,'5'3'-113'0,"-5"-3"28"0,0 0 27 0,0 0 31 0,6 4 32 0,-6-4 26 15,0 0 25-15,0 0 28 0,0 0 19 16,0 0 10-16,0 0 16 0,0 0 10 0,0 0 2 16,0 0 2-16,0 0-4 0,0 0-1 15,0 0-8-15,0 0-9 0,0 0 0 16,0 0-5-16,0 0 2 0,0 0-1 16,0 0-2-16,0 0-11 0,0 0-2 0,0 0-1 15,15-9-3-15,-15 9-1 0,0 0-7 16,0 0-4-16,1-5-9 0,-1 5-10 15,0 0-7-15,0 0-8 0,0 0-10 0,0 0-5 16,0 0-1-16,0 0-2 0,0 0-2 16,0 0-5-16,0 0-3 0,-22 14-3 0,21-10-3 15,1-4 1-15,-7 8-3 0,5-3 4 16,2-5-6-16,-4 8 1 0,4-8 0 16,0 7 2-16,0-7 1 0,2 7-1 15,-2-7 0-15,9 7-2 0,-9-7 0 0,9 1 0 16,-9-1-3-16,13 2-1 0,-13-2 2 0,12-2-4 15,-12 2 2-15,15-3-2 0,-15 3 0 16,14-5-1-16,-14 5 0 0,9-2-3 16,-9 2 3-16,5-5 3 0,-5 5 2 0,8-3-2 15,-8 3-5-15,0 0 3 0,0 0 0 16,1-5 3-16,-1 5-7 0,0 0 2 0,0 0-1 16,0 0-1-16,0 0-5 0,0 0 4 15,0 0-1-15,0 0-2 0,0 0 1 0,0 0-2 16,0 0 3-16,-22 9 0 0,22-9-6 15,0 0-24-15,0 0-39 0,0 0-51 16,0 8-64-16,0-8-76 0,0 0-77 16,0 0-89-16,0 0-175 0,0 0-84 0,0 0 66 15,0 0-434-15,0 0-524 0</inkml:trace>
  <inkml:trace contextRef="#ctx0" brushRef="#br0" timeOffset="28941.69">24359 8594 2773 0,'-7'-2'-74'0,"7"2"19"0,-13-2 22 0,13 2 25 0,-7-4 24 0,7 4 16 16,0 0 12-16,-10 0 9 0,10 0 4 15,0 0-1-15,0 0-4 0,-8-4 0 0,8 4 7 16,0 0 1-16,0 0 5 0,0 0 11 15,0 0 1-15,0 0 3 0,0 0 6 0,-3-6 2 16,3 6-4-16,0 0 1 0,0 0-4 16,0 0-6-16,21-2-6 0,-21 2-6 15,15-2-7-15,-4 2-1 0,1-2-9 16,1 2-5-16,2-2-9 0,0 2-1 0,3-2 1 16,-2 0-3-16,4 0-4 0,1 2-7 15,-3-1 2-15,2 0 1 0,-1 1-7 0,1-3 2 16,2 3-5-16,-3 0 4 0,1 0-2 15,2 0-7-15,-8 0 7 0,8 0-7 0,-5 0 1 16,0 0 0-16,2 0-4 0,1 0 4 16,-4 3-1-16,4-3-5 0,-2 1 5 0,4-1-3 15,-1 1 0-15,-3 1-3 16,3 0 4-16,1-2-2 0,-2 2 5 0,-1 0-4 16,5-2 5-16,-3 2-8 0,-3-2 2 15,5 2-1-15,-1-2 1 0,-2 0 0 0,-1 2-2 16,3 0 1-16,-2 0 0 0,-3-2 0 15,0 0 1-15,1 2 2 0,-4 2-7 0,2-4 2 16,-1 3 0-16,-1-2-2 0,1 1 3 16,-2 0 1-16,0 1 2 0,3-1-4 0,-1 0 0 15,-1-2 7-15,-1 2-4 0,1-2 0 16,-2 0 2-16,1 0-4 0,1 0 0 16,1 0-3-16,-1 0 9 0,1-2-5 15,0 2-1-15,2-4-2 0,2 4 4 0,1-2-1 16,-2 1-3-16,2-1 3 0,3 2-2 0,-3-2-1 15,5 2 2-15,2-1 2 16,-2 1-1-16,2 0 1 0,-1-3-1 0,-2 3-1 16,5 0 1-16,-2 0-7 0,-2-2 8 15,-2 2-1-15,0-2-1 0,-5 2-1 0,5 0-2 16,-3-2 3-16,-3 2 0 0,-2 0 1 16,2 0-5-16,-3 0 4 0,-1 0 2 0,-1 0-5 15,-12 0-1-15,22 0 7 0,-12 0-11 16,-10 0 12-16,18 0-2 0,-5 0 3 0,-13 0-2 15,18-2-1-15,-8 2 1 0,-1 0 0 16,4-2-6-16,1 2-2 0,1-2-4 16,-1 2 8-16,-1-2 6 0,4 2-4 15,2-2 3-15,-4 2-6 0,9 0-2 0,-6 0 5 16,3 2-2-16,2-2 0 0,0 0-2 16,-2 2 7-16,0-2-4 0,-1-2 1 0,3 2-1 15,-3-2 2-15,-2 2-2 0,2-2 2 16,-3 0 1-16,0 0-4 0,-1 0 5 0,-3 0-7 15,-1-1 3-15,-1 3 3 0,-2-2-4 16,-9 2 2-16,17-2 4 0,-11 0-7 0,-6 2 4 16,13-2 0-16,-13 2-3 0,12-2 4 15,-12 2-3-15,13-2 0 0,-13 2-1 0,14 0-4 16,-5-2 3-16,-9 2 1 16,19-3-2-16,-8 2-1 0,1-1 1 0,0 2 5 15,0-2-3-15,1 2 4 0,-1-2 0 16,-1 0-7-16,3 2 2 0,-3 0-2 0,3-3 4 15,-1 3-3-15,3-2 0 0,-5 2 1 16,4 0 0-16,-3-2 0 0,1 0-2 16,-1 2-5-16,1-2 4 0,1 2-5 0,-1-2-5 15,-1 0-2-15,2 1-3 0,-1 0-6 16,1 1 0-16,-1-3-8 0,-1 2 6 0,1 1 5 16,-13 0-1-16,23 0 1 15,-10 0 0-15,1 0 0 0,-1 1 10 0,1-1-2 16,0 3 7-16,2-2-1 0,-1-1-6 0,1 1 6 15,2 1-1-15,-2 0-3 0,2 0 7 16,4 0 4-16,-1 0-2 0,-3-2-3 16,4 2 2-16,-1 1 7 0,-3-3-4 0,2 0 2 15,-6 0-3-15,2 2 2 0,-1-2 2 16,-1 2-1-16,-1-2-6 0,1 0 4 0,-2 0-3 16,2 2 7-16,-3-2-5 0,0 2-3 15,3-2 5-15,-1 1 2 0,-1 2-3 0,3-3-1 16,-1 2 4-16,-1-2-4 0,0 2 0 15,-1 0 3-15,-1-2-2 0,-4 2 2 16,3 0-2-16,-10-2 1 0,15 0 1 16,-15 0 4-16,14 2-1 0,-14-2-3 0,9 2 0 15,-9-2-4-15,10 0 6 0,-10 0 0 16,0 0 0-16,12 3-3 0,-12-3 3 0,0 0-6 16,0 0 8-16,11 0-7 0,-11 0 7 15,0 0-7-15,0 0-3 0,0 0 4 16,0 0-1-16,0 0 6 0,0 0-4 0,0 0 0 15,0 0 4-15,0 0-2 0,0 0 0 16,0 0 9-16,0 0 11 0,0 0 3 0,0 0 5 16,0 0 0-16,0 0 5 15,0 0 9-15,-13-17-3 0,9 11 4 0,-2 0 3 16,6 6 2-16,-11-9-2 0,1 2 0 0,4 2 3 16,-2-3-1-16,1 3-1 0,-2 1-2 15,0-3-3-15,2 2-5 0,2 1-1 16,-1 0-5-16,6 4 1 0,-12-5-7 0,6 2 1 15,6 3-4-15,-5-5-1 0,5 5-2 16,0 0 2-16,-9-4-3 0,9 4 1 0,0 0-2 16,-9-5 2-16,9 5 0 0,0 0-3 15,-5-3 5-15,5 3-1 0,0 0 2 0,0 0-2 16,-6-5-3-16,6 5 2 0,0 0-5 16,0 0-1-16,0 0 1 0,0 0-3 15,-5-4-1-15,5 4-1 0,0 0-2 16,0 0-2-16,0 0 4 0,0 0-2 0,0 0-2 15,0 0-1-15,0 0 1 0,0 0 0 16,-8-6-1-16,8 6 1 0,0 0 0 0,0 0-1 16,0 0-1-16,0 0 0 0,0 0-1 15,0 0 0-15,0 0 3 0,0 0 1 0,0 0 1 16,0 0 1-16,0 0-1 0,0 0 4 16,0 0-2-16,0 0 0 0,0 0 4 15,0 0-1-15,0 0-1 0,0 0 0 0,0 0-4 16,0 0 1-16,0 0-1 0,0 0 2 15,0 0-2-15,0 0-2 0,22 17-3 0,-13-10 4 16,2-1-1-16,-2 3 0 16,5 0-2-16,-3-1 0 0,1 2 4 0,1-1-6 15,-4 1 2-15,3-2-2 0,-1 1 2 16,-3-4-2-16,0 0 0 0,-1 3 2 0,3-4 2 16,-3 0-1-16,1 1-2 0,2 1-1 15,-1-4 2-15,-2 0 1 0,3 0-3 0,-2 2 0 16,-8-4 1-16,13 4-2 0,-7-1-2 15,-6-3 0-15,9 3-1 0,-9-3 1 16,10 2-1-16,-10-2 0 0,0 0 1 0,8 3-2 16,-8-3 1-16,6 2 0 0,-6-2-2 15,0 0 4-15,0 0-4 0,0 0 0 0,11 4-1 16,-11-4 2-16,0 0 1 0,0 0-3 0,1 3 2 16,-1-3 1-16,0 0 0 15,0 0-2-15,-11 9 4 0,4-4 5 0,-5-2 17 16,-3 4 10-16,-1-2 12 0,-7 2 15 15,3 0 11-15,-3 0 4 0,2-2 7 0,0 1-2 16,0 1-5-16,5-2-5 0,4 2-4 16,-1-1-4-16,-1-3-6 0,5 2 0 0,-4-2-9 15,8 1-3-15,-2-1-4 0,1-1 0 16,6-2 0-16,-14 5 0 0,14-5-1 0,-7 4-3 16,7-4-4-16,-8 1-4 15,8-1-2-15,0 0-6 0,-7 4 1 0,7-4-30 16,0 0-53-16,0 0-64 0,0 0-76 15,0 0-111-15,-7 3-113 0,7-3-113 0,0 0-208 16,0 0 34-16,0 0 87 0,0 0-472 16,0 0-568-16</inkml:trace>
  <inkml:trace contextRef="#ctx0" brushRef="#br0" timeOffset="35991.14">23280 8779 872 0,'0'0'185'0,"0"0"-41"0,9 2-20 0,-9-2-15 0,0 0-7 0,0 0-14 0,0 0-6 0,0 0-10 15,0 0 6-15,0 0 6 0,0 0-9 16,0 0-3-16,0 0-4 0,0 0 5 0,0 0-7 16,0 0 0-16,0 0 4 15,0 0 4-15,0 0 3 0,0 0 6 0,0 0 6 16,-25 4 0-16,25-4 2 0,-11 2 5 16,11-2-4-16,-11 0 1 0,11 0-1 0,-12 2 10 15,12-2 5-15,-19-2-8 0,19 2 0 16,-21 0 0-16,10-2-3 0,-5 2 4 0,1 0-8 15,-4 0 1-15,-2-3-5 0,2 3-3 16,0-1-5-16,-2-1-2 0,0 0 0 0,2 2-1 16,-1-2 1-16,2 2-1 15,-1-2-2-15,2 1 2 0,1-1 0 0,3 0 0 16,1 1-5-16,-1-1-5 0,-1 0-4 16,3 1-2-16,0-1-6 0,11 2-4 0,-21-2-2 15,12 2-6-15,-1-2-4 0,10 2-2 16,-21 0-2-16,9 0-2 0,12 0-2 0,-18-3-5 15,6 3-1-15,1-2-4 0,-3 1 5 16,1 1-8-16,-1-2 0 0,-1 2 2 0,2-2-1 16,-2 0-4-16,0 2-3 15,-1-1 1-15,1-1-1 0,2 2-4 0,0-3 4 0,2 3 1 16,0-2 0-16,11 2 3 0,-17-2-5 16,17 2 1-16,-13 0 2 0,13 0 3 15,-13-2 0-15,13 2 3 0,-10-1-4 0,10 1-1 16,0 0 3-16,-13-2-3 0,13 2-2 15,0 0-4-15,-10-3 6 0,10 3-4 16,0 0-1-16,0 0 1 0,-11-2-1 16,11 2-1-16,0 0 1 0,0 0 0 0,0 0-2 15,-8-2 1-15,8 2-1 0,0 0 1 16,0 0-1-16,0 0 2 0,0 0 0 0,0 0-2 16,-7-3-1-16,7 3-1 0,0 0 2 15,0 0-1-15,0 0-4 0,0 0-2 0,0 0-1 16,0 0-1-16,0 0-2 0,0 0-4 15,0 0 7-15,0 0-1 0,-7 13-2 0,7-6 1 16,-2 2 0-16,2-1 1 16,0 3 2-16,0 3 1 0,-1-2-4 0,-1 1 2 0,0 1 0 15,-2 3 1-15,2 3 2 16,1-5-3-16,-1 2 4 0,-2-3-1 0,2 4-2 16,-1-3 4-16,0 3 0 0,1-3-2 15,0 2-2-15,0-5 3 0,0 4 0 0,2-4 2 16,-2 1-3-16,2 1 2 0,0 1-4 15,0-1 1-15,0-2 2 0,0 2-1 0,0-2-3 16,0 0 3-16,0 1-1 0,0-1 2 16,0 0 0-16,0-3 2 0,0 2-4 0,2-1-1 15,-2 0 1-15,0-1 3 16,0 0-5-16,2 1 0 0,-4-3 3 0,4 3-1 16,-2-1 2-16,0-3-1 0,0 1 0 15,2 2-2-15,-2-4 0 0,0-5 4 0,2 12-2 16,-2-7 0-16,0-5-1 0,2 10-1 15,-2-5 2-15,0-5 1 0,0 7-6 16,0-7 6-16,0 10-3 0,0-10-4 0,0 5 2 16,0-5 0-16,0 7 3 0,0-7-1 15,0 0-2-15,3 9 3 0,-3-9-2 16,0 8 0-16,0-8 3 0,0 7-2 16,0-7 3-16,0 10-2 0,0-10 0 0,1 6 2 15,-1-6 1-15,0 6-1 0,0-6 2 0,0 0 6 16,2 9 3-16,2-5 1 0,-4-4 1 0,4 4 1 15,-4-4-5-15,7 10 3 16,-3-6 0-16,-1 0-4 0,4 2 1 0,-2-1-3 16,3-3-5-16,-5 2 4 0,7 0 1 15,-4 0-2-15,3 0 5 0,1 2-3 0,2-4-1 16,-3 3 7-16,4-1-9 0,-1-2 6 16,3 0 0-16,0 2-2 0,0-4-2 0,6 0 2 15,-8 3-2-15,5-3-3 0,-3 0 4 16,0 0-7-16,0 0 5 0,1 0-1 0,-3 1-2 15,-13-1 0-15,25 0-1 16,-25 0 0-16,21 0 5 0,-12 0-6 0,-9 0-2 16,21 0 3-16,-21 0 0 0,22 0 1 15,-22 0 2-15,18 0-5 0,-6 0 4 0,-12 0-4 16,22 0 4-16,-10-1-11 0,-12 1 4 16,19 0 1-16,-19 0-2 0,17-3-14 0,-17 3 18 15,13 0-6-15,-13 0-2 0,0 0 4 16,20 0 0-16,-20 0-3 0,0 0 0 0,13 0 9 15,-13 0-5-15,0 0-4 0,15 0 6 16,-15 0-2-16,0 0-1 0,18 0 3 16,-18 0 5-16,11 0-5 0,-11 0-2 15,15 3-1-15,-15-3-3 0,14 1-8 0,-14-1 14 16,11 4-1-16,-11-4-1 0,14 2 5 0,-14-2-3 16,12 2-1-16,-12-2-1 15,14 3 5-15,-14-3-4 0,17 2 1 0,-17-2 1 16,19 0 4-16,-8 0-2 0,-11 0 0 15,25 1-6-15,-12-1 1 0,1-1 2 0,1 1 1 16,-1-2 0-16,-14 2 1 0,27 0 2 16,-14-2-5-16,-2 2 0 0,1-1-2 0,-1 1 7 15,-11 0-3-15,19-2 13 0,-19 2 6 16,19 0 10-16,-19 0 1 0,15 0-1 0,-15 0 2 16,13 0 5-16,-13 0-4 15,0 0-4-15,18 0-4 0,-18 0 6 0,0 0-19 16,13 2 11-16,-13-2-3 0,0 0-7 15,0 0 0-15,15 3-10 0,-15-3 10 0,0 0 0 16,0 0-1-16,0 0-4 0,12 0 5 16,-12 0-8-16,0 0-7 0,0 0 5 0,0 0-29 15,0 0-45-15,0 0-69 0,0 0-98 16,0 0-128-16,0 0-141 0,-29 5-223 0,18-3-58 16,2-1 91-16,9-1-626 0,-20 2-780 15</inkml:trace>
  <inkml:trace contextRef="#ctx0" brushRef="#br0" timeOffset="38171.51">25309 8756 3352 0,'0'0'-187'0,"-12"0"35"0,12 0 32 0,-9 0 37 0,9 0 33 0,0 0 28 16,0 0 20-16,-9 2 14 0,9-2 14 0,0 0 10 16,0 0 8-16,0 0 11 0,0 0 9 15,0 0-2-15,0 0 6 0,0 0 1 0,0 0 5 16,0 0 0-16,0 0-2 0,28 4-9 15,-15-3 5-15,5 1-7 0,0 0-10 0,7-1 1 16,4 1-10-16,11 0-3 16,4-1-3-16,-1 1-8 0,4 0 1 0,-2-2-5 15,-1 2-2-15,1 0-2 0,-7-1 1 0,-3-1 0 16,-9 0-10-16,-3 0 6 0,-3 0 0 16,-4 3-10-16,-2-3 2 0,-3 0-3 15,1 0 4-15,-12 0 1 0,19 0-4 16,-11 0-3-16,-8 0 7 0,13 0-6 0,-13 0-4 15,9 0 8-15,-9 0-7 0,12 0-2 16,-12 0 5-16,0 0-5 0,11 0 1 0,-11 0 4 16,0 0-8-16,0 0 4 0,13 0 0 15,-13 0-2-15,0 0 4 0,0 0-2 0,0 0-1 16,12 2 0-16,-12-2 5 16,0 0 6-16,0 0 5 0,0 0 7 0,0 0 10 15,0 0 7-15,0 0 6 0,0 0 4 16,0 0 4-16,10-2 8 0,-10 2 2 0,0 0 3 15,0 0 3-15,0 0-4 0,0 0 4 16,0 0-4-16,0 0-2 0,0 0 3 0,0 0 4 16,0 0 2-16,0 0 2 0,0 0 4 15,0 0-2-15,5-4 3 0,-5 4 2 0,0 0 0 16,0 0-1-16,0 0-4 0,0 0-6 16,0 0-10-16,0 0-4 0,0 0-5 0,0 0-9 15,0 0-6-15,0 0-3 0,0 0-2 16,0 0-10-16,0 0-1 0,0 0-4 0,0 0-3 15,0 0 3-15,0 0-6 0,-5 16-1 16,5-16 1-16,-4 14-3 0,2-3 3 16,0 0-1-16,0 3-2 0,2 2-1 15,-1 5 5-15,1-2 1 0,-2 5-2 0,2-4 0 16,0 4 1-16,2 0-2 0,-2 0 3 16,1-5-1-16,-1 3 3 0,2 0 0 15,-2-2-2-15,4 0-2 0,-2-2 2 0,0-1-2 16,-1 2 6-16,1-1-2 0,0-1 1 15,0-1 2-15,-2-3-5 0,2 1-2 0,1 0 3 16,-3-1-3-16,2 3 0 16,-1-1-1-16,-1 2 1 0,4-2-5 0,-2 1 0 15,-2-1-3-15,2 3 6 0,-2-1-2 16,2 1-4-16,-2-3 1 0,0-1 3 0,0 3-6 16,-2-2 8-16,4-1-1 0,-2-2-3 15,0 1-2-15,0-4 0 0,0 1 0 0,-2-1 0 16,2-3 4-16,0-6 13 0,0 13 10 15,2-9 5-15,-2-4 10 0,0 11 5 0,0-11 6 16,0 7 0-16,0-7 3 0,0 0 2 16,0 10-8-16,0-10 2 0,1 5-5 0,-1-5-1 15,0 0 3-15,0 0-5 0,0 9-1 16,0-9-5-16,0 0-2 0,0 0-3 16,-1 6-8-16,1-6 1 0,0 0-4 15,0 0-1-15,-4 6-6 0,4-6-2 0,0 0 1 0,0 0-4 16,-6 3-1-16,6-3 2 15,0 0-1-15,-14 3-2 0,5 1 3 0,0-3-4 16,-7 1 0-16,-3-2 1 0,-7 2-2 16,-3 0 6-16,-13 1-1 0,-1 0 1 0,-4-3 0 15,4 2 3-15,-3 2 1 0,0-2-1 16,4 2 18-16,2-4 3 0,8 2-12 0,1 2 6 16,5-2 1-16,-1-1 0 0,3 3-34 15,1-4 0-15,3 1 0 0,4 2 0 16,0-3 0-16,5 2 0 0,11-2 0 0,-21 2 0 15,11 0 0-15,10-2 0 0,0 0 0 16,-17 0 0-16,17 0 0 0,0 0 0 16,-15 2 0-16,15-2 0 0,0 0 0 0,0 0 0 15,-16 0 0-15,16 0 0 0,0 0 0 16,0 0 0-16,-9 1 0 0,9-1 0 0,0 0 0 16,0 0 0-16,0 0 0 0,0 0 0 15,-10 0 0-15,10 0 0 0,0 0 0 0,0 0-594 16,0 0-208-16,0 0-122 0,0 0 96 15,-4 9-887-15,4-9-1149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9-20T02:54:50.39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3708 1684 429 0,'0'0'352'0,"0"0"-90"0,0 0-36 0,3-8-20 0,-3 8-19 16,0 0-13-16,0 0 4 0,0 0-7 15,4-6 19-15,-4 6 17 0,0 0 19 0,2-7 7 16,-2 7 7-16,0 0 2 0,0 0-4 15,0 0 0-15,0 0-12 0,5-7-6 16,-5 7-14-16,0 0-6 0,0 0-12 0,0 0-10 16,0 0-15-16,0 0-15 15,0 0-14-15,0 0-15 0,0 0-7 0,0 0 0 16,0 0 3-16,-14 26-8 0,5-9 3 16,-7 10 6-16,1 1-10 0,-4 5 15 0,-3 4 0 15,0 3 3-15,3-6-7 0,2-2-8 16,3 1-8-16,-2-8-6 0,2 1-5 15,5-6-19-15,1 0-6 0,2-7-4 0,2-3-7 16,0 2 1-16,-1-3-5 0,3-1-5 16,-2-2-9-16,4-6 5 0,-1 11-27 0,-3-6-45 15,4-5-64-15,-7 7-89 16,7-7-76-16,-7 0-101 0,7 0-86 0,0 0-97 16,0 0-130-16,0 0-123 0,0 0 62 15,-7-16-558-15,7 16-751 0</inkml:trace>
  <inkml:trace contextRef="#ctx0" brushRef="#br0" timeOffset="332.96">3700 1680 3376 0,'2'-12'-51'0,"-2"3"40"0,2 3 35 0,0-3 22 16,-2 9 22-16,2-9 3 0,-2 9 18 0,0 0 4 15,5-7 22-15,-5 7 32 16,0 0 10-16,20 19-5 0,-9-3-6 0,6 9 4 16,0 1 7-16,-1 8 3 0,9 3 8 15,-2 4 10-15,-1 0-6 0,3 0-9 16,4-3-21-16,-5 0-31 0,1-3-6 0,-6-6-13 16,0 0-4-16,-4-6-12 0,-3-4-7 15,-3-3-6-15,-1-6-4 0,0-2-5 0,-2 3 3 16,-3-6-11-16,1 2-16 0,-4-7-42 15,5 8-40-15,-5-8-67 0,0 0-69 16,0 0-76-16,-11 5-77 0,11-5-85 0,0 0-121 16,0 0-171-16,-28-8 54 15,19 3-435-15,0-2-569 0</inkml:trace>
  <inkml:trace contextRef="#ctx0" brushRef="#br0" timeOffset="583.95">3756 2011 2891 0,'-14'0'62'0,"14"0"61"0,-20-2 63 16,20 2 40-16,-14 0 34 0,14 0 27 15,0 0 13-15,0 0 22 0,-11-4-9 0,11 4-24 16,0 0-37-16,0 0-18 16,0 0-25-16,0 0-22 0,0 0-15 0,0 0-23 15,0 0-12-15,36-6-26 0,-21 6-45 16,-2-2-45-16,0 1-40 0,-1 1-37 0,-1 0-40 15,-11 0-39-15,0 0-43 0,22 0-55 16,-22 0-54-16,11 0-57 0,-11 0-65 16,0 0-128-16,14-2-181 0,-14 2 68 0,7-2-416 15,-7 2-539-15</inkml:trace>
  <inkml:trace contextRef="#ctx0" brushRef="#br0" timeOffset="867.26">4563 1864 2955 0,'0'0'152'0,"0"0"64"15,0 0 29-15,0 0 21 0,0 0 1 0,0 0 5 16,0 0 10-16,0 0-33 0,0 0-16 15,0 0-11-15,0 0-19 0,0 0-27 0,0 0-25 16,16-9-52-16,-3 7-68 0,5-3-68 16,-6 2-69-16,2-1-78 15,-3 2-89-15,0 1-74 0,0-2-96 0,-11 3-125 16,14 0-106-16,-14 0 60 0,9 4-329 16,-9-4-423-16</inkml:trace>
  <inkml:trace contextRef="#ctx0" brushRef="#br0" timeOffset="1065.84">4511 2040 2933 0,'-7'4'237'0,"7"-4"49"0,-7 4 31 0,7-4 10 15,0 0 18-15,0 0 9 16,-8 4-19-16,8-4-20 0,0 0-28 0,0 0-25 16,0 0-29-16,33-6-23 0,-16 0-54 15,0 2-72-15,0-1-71 0,0 1-91 16,-3 2-64-16,-3-4-50 0,-2 4-35 0,3 2-30 15,-4-3-31-15,-8 3-28 0,14-1-32 16,-14 1-48-16,0 0-107 0,0 0-144 0,0 0 40 16,0 0-309-16,0 0-397 0</inkml:trace>
  <inkml:trace contextRef="#ctx0" brushRef="#br0" timeOffset="1899.74">5433 1734 2497 0,'0'-13'30'0,"-2"1"40"0,2 4 39 0,-2-1 34 0,0 2 32 16,2 7 22-16,-2-12 23 0,2 12 11 15,-2-9 10-15,2 9-7 0,0-6-8 16,0 6-18-16,0 0-21 0,-3-7-15 15,3 7-23-15,0 0-13 0,0 0 18 16,0 0 22-16,-5 37 5 0,5-18-24 0,-2 8-1 16,0 12 10-16,-1 4 8 0,-3 0 5 15,2 13-5-15,-3 0-2 0,1 0-1 0,2-10 1 16,-2 7-6-16,5-15 1 0,-3 1-7 16,2-8-6-16,2-6-6 0,0-4-15 0,0-1-127 15,0-3-6-15,2-3 0 0,2-1 0 16,-3-1 0-16,5-2 0 0,-1-3 0 15,7 1 0-15,1-2 0 0,1-4 0 0,1 4 0 16,3-4 0-16,-2 2 0 16,-2-3 0-16,-1 1 0 0,1-2 0 0,-1 2 0 15,-13-2 0-15,19 0 0 0,-10 3 0 16,-9-3 0-16,0 0 0 0,18 0 0 0,-18 0 0 16,7 0 0-16,-7 0-174 0,0 0-248 15,0 0-97-15,10-3-110 0,-10 3-160 0,0 0-35 16,0 0 90-16,-6-12-660 0,6 12-848 15</inkml:trace>
  <inkml:trace contextRef="#ctx0" brushRef="#br0" timeOffset="2266.52">5452 1624 3810 0,'-5'-11'-30'0,"2"4"42"0,1 0 42 0,2 7 33 0,-6-8 28 0,6 8 23 0,-2-5 9 0,2 5-2 15,0 0-14-15,0 0-16 0,0-10-7 16,0 10-12-16,0 0-9 0,20-9-7 15,-9 6-6-15,2 1-9 0,4-4-5 16,-1 3-10-16,-3 2-3 0,0-1-7 0,-3 0 0 16,-1 1-5-16,-1-1-1 0,-8 2-5 15,16-2 0-15,-16 2-5 0,9-2-5 16,-9 2 3-16,0 0-16 0,11-2-25 0,-11 2-44 16,0 0-69-16,0 0-74 0,0 0-99 15,0 0-122-15,0 0-198 0,-6 16-43 0,6-16 75 16,-5 14-302-16,5-6-377 0</inkml:trace>
  <inkml:trace contextRef="#ctx0" brushRef="#br0" timeOffset="3948.79">6191 1819 2370 0,'0'0'-29'0,"0"0"47"0,0 0 34 0,0 0 34 0,0 0 27 0,0 0 39 16,0 0 35-16,0 0 26 0,0 0 16 16,0 0 14-16,0 0 0 0,0 0 10 15,0 0 3-15,0 0-9 0,0 0-5 16,0 0 1-16,0 0-25 0,-7-9-15 0,7 9-23 15,0 0-21-15,9-16-16 0,-4 9-16 16,1 0-13-16,2 0-15 0,0-3-11 16,-3 5-3-16,5-2-16 0,-2 2-8 0,-1-1-11 15,2 2-5-15,4 2-8 0,-13 2-4 16,18 2-6-16,-6 2 0 0,-1 0-2 0,0 3-5 16,1 2-1-16,-3 0 1 15,2 3 0-15,-4 1 2 0,-1 2 9 0,-5-1 9 16,1 1 3-16,-2 0 21 0,-2 4 1 0,-5 2 12 15,0-1 9-15,0-1 17 16,2-4 6-16,-3 1 4 0,5-3 2 0,-4-1 2 16,3-4-1-16,2-2-13 0,-1 1-103 15,3-7 0-15,-4 12 0 0,4-12 0 0,-2 10 0 16,2-10 0-16,0 5 0 0,0-5 0 16,0 0 0-16,4 10 0 0,-4-10 0 15,9 10 0-15,0-3 0 0,-2 1 0 0,2 2 0 16,3 3 0-16,1-1 0 0,-4 5 0 15,5 1 0-15,-3 8 0 0,0-7 0 0,-2 0 0 16,-4-4 0-16,-3 2 0 16,-2 2 0-16,-2-2 0 0,-2 4 0 0,-6-2 0 15,1-1 0-15,-2 2 0 0,-7 0 0 16,4-2 0-16,-2-6 0 0,-1-1 0 0,3-4 0 16,2 0 0-16,-1-2 0 0,-1-3 0 15,-2-2 0-15,1-2 0 0,0-3 0 16,0-2 0-16,1 0 0 0,1 1 0 0,2-3 0 15,-1 1 0-15,4 0 0 16,-1 2-725-16,-1-1-184 0,3 3-9 0,-3 3 94 0,0-2-814 16,10 3-1075-16</inkml:trace>
  <inkml:trace contextRef="#ctx0" brushRef="#br0" timeOffset="4448.68">5879 1814 4252 0,'-2'-10'-105'0,"0"0"62"0,2 5 47 0,0 5 41 0,-3-12 41 0,3 12 29 0,0 0 14 16,0-6-2-16,0 6-11 0,0 0-10 0,0 0-16 15,0 0 19-15,0 0 43 0,0 0 18 16,12 33-9-16,-12-16-6 0,4 5 17 15,0 12-11-15,-1-5 3 0,-1 9 10 16,0 0-2-16,0-3 8 0,-2 4 0 0,2-3 2 16,3-7-2-16,-5-5-11 0,0-5-14 0,0 3-15 15,0-5-13-15,0-2-10 16,0-3-13-16,0 2-11 0,-2-5-41 0,4-1-52 16,-2 1 0-16,0-9 0 0,0 12 0 15,0-12 0-15,0 10 0 0,0-10 0 0,0 0 0 16,0 0 0-16,1 4-151 0,-1-4-161 15,0 0-84-15,0 0-111 0,0 0-128 0,0 0-220 16,0 0 55-16,19-4 90 16,-19 4-591-16,21 2-759 0</inkml:trace>
  <inkml:trace contextRef="#ctx0" brushRef="#br0" timeOffset="4815.54">6993 2377 3355 0,'-4'-6'-116'0,"4"6"8"0,-5-7 8 0,5 7-6 0,-2-4-5 0,2 4-12 0,-4-6-9 15,4 6-28-15,0 0-46 0,-2-8-55 16,2 8-396-16,0 0-154 0</inkml:trace>
  <inkml:trace contextRef="#ctx0" brushRef="#br0" timeOffset="6066.27">7231 2027 1823 0,'-13'0'84'0,"13"0"28"0,-21 0 22 0,21 0 19 0,-16 0 28 0,16 0 21 15,-18 0 34-15,18 0 17 16,-16 0 4-16,16 0 5 0,0 0-6 0,-14 0-8 16,14 0-4-16,0 0-7 0,0 0-3 15,0 0-11-15,-16 0-21 0,16 0-27 16,0 0-7-16,0 0-11 0,0 0-4 15,0 0-11-15,59-2-10 0,-30-2-31 0,9 2-9 16,-3 0-10-16,2-1-12 0,-6 3-7 0,-4-1-2 16,-6 1-9-16,-4 0-8 15,-2 0-1-15,0 0 0 0,-15 0-6 0,23 0-2 16,-14-2 1-16,-9 2 4 0,16 0 7 16,-16 0 11-16,0 0-5 0,20 0 6 15,-20 0-16-15,0 0-3 0,12 0-11 0,-12 0-18 16,0 0-45-16,0 0-44 0,13-2-55 15,-13 2-58-15,0 0-73 0,11 0-82 0,-11 0-108 16,0 0-133-16,9-2-209 0,-9 2 67 16,11-2 77-16,-11 2-417 0,16-6-541 15</inkml:trace>
  <inkml:trace contextRef="#ctx0" brushRef="#br0" timeOffset="6765.31">7918 1789 2942 0,'-9'-6'54'0,"-2"3"61"0,2 0 56 0,9 3 44 0,-14-4 35 16,14 4 32-16,0 0 31 0,-13-4 19 0,13 4 3 15,0 0-3-15,-7-4-22 0,7 4-24 16,0 0-32-16,0 0-27 0,0 0-22 15,0 0-26-15,0 0-20 0,23-13-14 0,-4 9-29 16,-2 4-34-16,3 0-34 0,0 0-32 16,1 0-24-16,-2 3-16 0,0 0-14 0,-1 1-9 15,-4 1 8-15,2-1 6 16,-3 4 3-16,-6-2 0 0,-1 2 9 0,0 3 29 16,-7-1 12-16,-6 6 23 0,0 1 11 15,-8 7 2-15,-6 2 1 0,-3 1 10 16,0-3 9-16,3-4 15 0,6 0 2 0,3-8-6 15,2-3-8-15,5 0-10 0,-1-2-8 16,2-1-8-16,3 1-2 0,1-7-3 0,1 12 0 16,7-6-16-16,-1 2-32 0,5-1 0 15,-1 3 0-15,3-4 0 0,1 3 0 16,-1-1 0-16,-1 1 0 0,3 3 0 0,-4 0 0 16,-4 0 0-16,-3 0 0 15,0 0 0-15,-1 0 0 0,-6 2 0 0,-3 1 0 0,-2 1 0 16,-2 0 0-16,-5 1 0 15,-5 4 0-15,4-5 0 0,-2-3 0 0,-8 3 0 16,6-5 0-16,4-3 0 0,-1-1 0 16,1 0 0-16,1-5 0 0,3 2 0 0,-2-2 0 15,3 0 0-15,1-2 0 0,9 0 0 16,-18 0 0-16,18 0 0 0,-12 0 0 16,12 0 0-16,-12-2-363 0,12 2-392 0,-8-6-168 15,8 6 34-15,0 0 99 0,0-6-731 16,0 6-965-16</inkml:trace>
  <inkml:trace contextRef="#ctx0" brushRef="#br0" timeOffset="7882.35">9336 1942 3841 0,'0'0'-112'16,"0"0"71"-16,0 0 56 0,-35-5 49 0,35 5 32 0,0 0 33 0,0 0 31 0,0 0 23 16,0 0 22-16,0 0 9 0,0 0-4 15,0 0-13-15,0 0-18 0,0 0-18 0,0 0 2 16,0 0 6-16,0 0-9 0,46-10-18 16,-23 7-19-16,1-1-8 0,1 1-12 15,-2-1-8-15,-2 3-19 0,-6-1-7 0,1 0 3 16,-3 0-16-16,-13 2 1 0,21-1-12 15,-14-1-1-15,-7 2-7 0,16 0-10 16,-16 0 16-16,13-2-10 0,-13 2-1 16,11-2-8-16,-11 2 1 0,0 0-27 0,14-3-22 15,-14 3-28-15,7 0-49 0,-7 0-59 16,0 0-70-16,0 0-78 0,0 0-88 16,11-3-100-16,-11 3-138 0,0 0-124 0,0 0 84 15,0 0-474-15,0 0-616 0</inkml:trace>
  <inkml:trace contextRef="#ctx0" brushRef="#br0" timeOffset="8480.51">9865 1838 3172 0,'-7'-7'27'0,"1"0"35"0,-2 1 52 0,4 0 32 0,4 6 35 0,-7-8 27 0,7 8 8 0,-4-8-1 0,4 8-8 15,-2-11-19-15,2 11-12 0,10-16-17 0,-5 5-5 16,7 1-15-16,-1 0-10 15,2 0-15-15,1 3-11 0,-3 0-13 16,3 2-3-16,-3 3-19 0,2 2-2 0,-13 0-1 16,25 6-9-16,-11 0-5 0,-3 1-4 15,5 5-9-15,-7 1 2 0,0-1 0 0,-2 2 6 16,0 1 9-16,-3 2 21 0,-8 1 23 16,0 5 12-16,-6 4 24 0,-5 6 4 0,-8 3-5 15,-4-2-3-15,6-9 3 16,1 1-3-16,4-11-5 0,3 2-1 0,3-7 3 15,3-2 0-15,-3 0 2 0,9-2-125 16,-5-1-5-16,6-5 0 0,-5 6 0 16,5-6 0-16,0 0 0 0,0 0 0 0,0 0 0 0,0 0 0 15,0 0 0-15,0 0 0 16,41-6 0-16,-41 6 0 0,23-2 0 0,-10 2 0 16,3 2 0-16,-3-2 0 0,1 2 0 15,0 0 0-15,-1 0 0 0,1 2 0 0,-1 0 0 16,-1 0 0-16,-3-1 0 0,1-1 0 15,-2-1 0-15,-8-1 0 0,15 4 0 16,-15-4 0-16,7 2 0 0,-7-2 0 0,8 1 0 16,-8-1-307-16,0 0-98 15,0 0-112-15,17-1-142 0,-17 1-190 0,7-4 31 16,-7 4 93-16,12-5-605 0,-8 2-787 16</inkml:trace>
  <inkml:trace contextRef="#ctx0" brushRef="#br0" timeOffset="9181.01">10717 1635 3594 0,'6'-7'-8'0,"-5"3"78"0,-1 4 48 0,6-7 44 0,-6 7 38 0,0 0 34 0,0 0 32 0,0 0 26 0,0 0 1 15,0 0 8-15,0 0 2 0,0 0-24 16,0 0-34-16,0 0-16 0,0 0-24 0,-36-2-21 16,19 5-17-16,-2 1-15 0,-2-1-16 15,0 0-13-15,2 1-12 0,0-1-12 16,0 1-8-16,3-2-13 0,3-1-5 0,2 1-5 15,-1 0-8-15,12-2-8 0,-18 1-38 16,18-1-14-16,-16 2 0 0,16-2 0 16,-13 2 0-16,13-2 0 0,0 0 0 15,-14 2 0-15,14-2 0 0,0 0 0 0,-9 3 0 16,9-3 0-16,0 0 0 0,0 0 0 16,-12 2 0-16,12-2 0 0,0 0 0 15,0 0 0-15,0 0 0 0,0 0 0 0,-11 3 0 16,11-3 0-16,0 0 0 0,0 0 0 15,-6 9 0-15,6-3 0 0,-1 3 0 0,-1 3 0 16,0-2 0-16,2 4 0 0,0-1 0 16,4 1 0-16,-3-2 0 0,7 3 0 15,1-1 0-15,3 1 0 0,3-3 0 0,2-2 0 16,3-1 0-16,-4 3 0 16,4-6 0-16,0 3 0 0,1-2 0 0,-1 1 0 15,-2 1 0-15,2 0 0 0,-3-1 0 16,4 1 0-16,-6 1 0 0,-4 0 0 0,0-1 0 15,-2 1 0-15,-4 0 0 0,1-1 0 16,-1 1 0-16,-5-2 0 0,-3 5 0 0,-3-1 0 16,-5 4 0-16,-1-1 0 0,-11 4 0 15,1-1 0-15,-5-1 0 0,6-5 0 16,0-3 0-16,2 0 0 0,0-2 0 0,4-1 0 16,7 0 0-16,-4-1 0 15,1-4 0-15,1 3 0 0,1-2 0 0,9-2 0 0,-13 3 0 16,13-3 0-16,-12 2 0 0,12-2 0 15,-11 0 0-15,11 0 0 0,-14 5 0 16,10-4-178-16,4-1-876 0,-11 4 105 16,11-4-1095-16,0 0-1458 0</inkml:trace>
  <inkml:trace contextRef="#ctx0" brushRef="#br0" timeOffset="13896.18">11769 1961 688 0,'-12'5'357'0,"12"-5"-64"0,-7 4-38 0,7-4-25 0,-7 6-19 0,7-6-1 16,0 0 4-16,-13 2 8 0,13-2 27 15,0 0 21-15,0 0 12 0,0 0-1 16,-11 2-13-16,11-2-14 0,0 0-2 16,0 0-10-16,-12-9 5 0,12 9-15 0,-7-5-10 15,7 5-8-15,-6-7-14 0,6 7-13 16,-3-12-24-16,1 7-10 0,2 5-19 0,0-14-16 15,4 6-13-15,-1 0-16 0,4-1-7 16,-2 1-7-16,6-3-11 0,0 3-14 16,2 1-10-16,-1 2 4 0,2 3-6 0,1 2-8 15,5 2-16-15,-6 3-4 0,8 3-1 16,-5 4-1-16,0 0 6 0,-2 2 1 0,-2-1-6 16,-2 3 8-16,0 3-4 15,-8 0 6-15,1-2 18 0,-4 1 11 0,-4 7 26 16,-5 10 13-16,-3-3-2 0,-3-3-1 0,1 0-2 15,-2-1 4-15,0-5-5 16,3-4-6-16,1-3-16 0,3-4-59 0,2-1 0 16,1-2 0-16,-1-2 0 0,4-1 0 15,-1 1 0-15,4-7 0 0,-4 8 0 0,4-8 0 16,0 6 0-16,0-6 0 0,14 4 0 16,-14-4 0-16,34-4 0 0,-7 2 0 0,9-2 0 15,0-2 0-15,-7 4 0 0,-6-1 0 16,-3 1 0-16,-2 0 0 0,-3 0 0 15,-3 0 0-15,-12 2 0 0,18 0 0 16,-18 0 0-16,16-2 0 0,-16 2 0 16,0 0 0-16,16 2 0 0,-16-2 0 0,0 0 0 15,13 2 0-15,-13-2 0 0,0 0 0 16,0 0 0-16,3 5 0 0,-3-5 0 0,0 0-333 16,0 0-87-16,6 4-94 0,-6-4-121 15,0 0-206-15,0 0 22 0,0 0 92 0,0 0-600 16,0 0-784-16</inkml:trace>
  <inkml:trace contextRef="#ctx0" brushRef="#br0" timeOffset="14312.85">12383 1881 3366 0,'0'0'-57'0,"-9"-7"59"0,9 7 37 0,-11-4 12 0,11 4 37 0,0 0 23 15,-18 11 38-15,10-4 26 0,-2 4 16 16,1 5 7-16,2 3 4 0,-3 8 4 16,2-3-14-16,4 0 15 0,4 1 6 0,-1 1-11 15,2-1-12-15,1-4-9 16,6 3-11-16,-1-6-13 0,5-2-15 0,1 1-11 15,5-3-13-15,0-6 2 0,1 1-20 16,1-6-7-16,0-1-9 0,1-2-11 0,-1-4 2 16,0-1-2-16,1-2 13 0,-1-3 15 15,-4-2 7-15,-2-3 14 0,-1-2 4 16,-4-2 6-16,-4-3-7 0,-3-1 0 0,-2-2-101 16,-7-10-24-16,-2 4 0 0,-4 2 0 15,-1 1 0-15,1 8 0 0,0 6 0 0,-2 2 0 16,-3 6 0-16,0 2 0 0,-5 6 0 15,-4 5-249-15,-4 3-211 0,3 5-106 0,-1-1-143 16,4 3-176-16,10-2 79 0,2-3-730 16,5-1-980-16</inkml:trace>
  <inkml:trace contextRef="#ctx0" brushRef="#br0" timeOffset="15612.47">13794 2034 3805 0,'0'0'-211'0,"0"0"56"0,-11 0 43 0,11 0 37 0,0 0 37 0,-13-3 34 0,13 3 38 16,0 0 39-16,-14 0 22 0,14 0 40 0,0 0 25 15,0 0 22-15,0 0 15 0,-14-2 16 16,14 2 17-16,0 0 6 0,0 0 3 16,0 0 0-16,0 0-27 0,0 0-11 0,0 0-26 15,0 0-20-15,0 0-10 0,0 0-12 16,0 0-13-16,0 0-8 0,0 0-13 16,51 0-6-16,-27 0-1 0,7-2-8 15,10-2-9-15,-2 2-11 0,-12-2-12 0,-2 4 2 16,-5-3-3-16,-2 2-7 0,-5 1-3 15,3-2-2-15,-7 0-4 0,-9 2-7 0,17 0 0 16,-17 0 3-16,13-2-11 0,-13 2-5 16,0 0-33-16,18-2-39 0,-18 2-53 0,7 0-55 15,-7 0-78-15,0 0-101 0,0 0-107 16,0 0-144-16,0 0-216 0,0 0 59 16,0 0 87-16,0 0-434 0,0 0-568 0</inkml:trace>
  <inkml:trace contextRef="#ctx0" brushRef="#br0" timeOffset="16144.65">14555 1701 3048 0,'0'0'43'0,"-8"-9"34"0,8 9 17 15,-3-8 30-15,3 8 16 0,-4-6 0 16,4 6-15-16,-2-10-14 0,2 10-7 0,0 0-16 16,7-10-6-16,-7 10-12 15,10-7-6-15,-2 5-11 0,-8 2-6 0,18-3-9 16,-18 3-3-16,20 5-1 0,-11 0-6 16,1 0-4-16,1 2 2 0,-5 1-6 15,1 1 1-15,2 1 2 0,-6 0 0 0,-1 4-3 16,0 1 10-16,-2-3 8 0,-2 2 8 15,2-1 15-15,-2-1 6 0,-1-1 0 0,3-1-3 16,-2 0-13-16,0-3 0 0,2-1-9 16,0-6-6-16,0 14-2 0,2-7-4 15,2 0-3-15,-3 0 0 0,7 3-1 16,-1-1-2-16,3 3-1 0,0-2-6 16,1 2 1-16,2 1-3 0,0 3-1 0,-1-3 6 15,-1 4 13-15,2-3 9 0,-4 1 20 16,-2-1 15-16,-1 3 25 0,-4-1 13 15,-2 3 7-15,-6 2 24 0,-3 6-3 0,-9 1 1 16,2 1-13-16,-8-4-8 0,1 1-6 16,-3-2-8-16,1-2-12 0,2-3-11 0,-1-2-9 15,2-5-4-15,9-4-14 0,-2-6-50 16,2 1-67-16,-1-1-71 0,5-2-82 0,9 0-90 16,-22-2-75-16,22 2-91 0,-13 0-123 15,13 0-168-15,-12 0 35 0,12 0-564 16,-9 0-746-16</inkml:trace>
  <inkml:trace contextRef="#ctx0" brushRef="#br0" timeOffset="17511.64">16474 1976 3305 0,'0'0'-97'0,"-13"0"60"0,13 0 45 0,-17 0 39 0,17 0 34 0,-19 0 37 0,19 0 27 16,-24 0 34-16,15 0 32 0,9 0 9 0,-16 0 14 16,16 0 4-16,-14 2 9 15,14-2 4-15,0 0-9 0,-18-2-5 16,18 2-15-16,0 0-16 0,0 0-19 0,0 0-18 16,0 0-10-16,0 0-6 0,0 0-18 15,45-15-8-15,-11 9-16 0,0 0-12 0,4 1-10 16,-10 0-14-16,-3 1-1 0,-3 1-15 15,-4 1-1-15,0 0-9 0,-3 1-5 0,-4 0-5 16,1-1-6-16,-2 0 1 0,-10 2-6 16,14 0-3-16,-14 0-7 0,10-2-10 15,-10 2-32-15,10-2-46 0,-10 2-54 16,0 0-47-16,0 0-50 0,13 0-63 16,-13 0-68-16,0 0-80 0,0 0-95 0,0 0-153 15,-4 10-93-15,4-10 76 0,0 0-485 16,0 0-647-16</inkml:trace>
  <inkml:trace contextRef="#ctx0" brushRef="#br0" timeOffset="17828.37">16789 1630 3485 0,'-2'-8'75'16,"-4"3"31"-16,6 5 25 0,-2-7 16 0,2 7 6 0,0 0-4 15,0 0-10-15,0 0-14 16,0 0-16-16,0 0-13 0,0 0 26 0,0 0 21 16,13 27 2-16,-7-6-4 0,2 9-8 15,1 1 19-15,-1 4 9 0,-1-2-11 16,0-6-11-16,-4 6-12 0,1-4-25 0,0-7-9 16,-1 0-6-16,-1 2-10 15,2-4-7-15,-2 0-8 0,0-3-4 0,-1-1-7 16,-1-2 0-16,0 1-13 0,0-7-45 0,0 1-38 15,3-1-47-15,-3 1-59 0,0-9-62 16,2 9-65-16,-2-3-80 0,0-6-83 0,0 0-82 16,0 0-122-16,0 0-40 15,0 0-464-15,11-18-617 0</inkml:trace>
  <inkml:trace contextRef="#ctx0" brushRef="#br0" timeOffset="18229.39">17359 1539 3030 0,'3'-8'18'16,"-3"3"70"-16,0 5 31 0,2-8 39 15,-2 8 25-15,0 0 13 0,0 0 6 16,0 0-11-16,0 0 6 0,0 0 22 16,0 0 13-16,-23 46 8 0,10-14 9 0,-6 11 3 15,-3 2-5-15,0 1 1 0,1 1-23 16,0 0-18-16,2-4-19 0,4 2-20 0,4-10-4 15,3 2-16-15,0-4-18 0,6-4-10 16,2-6-14-16,2-3-9 0,0 0-3 16,4-1-10-16,2-6-6 0,1-2-7 0,5-3-8 15,-1-1 0-15,-1-4-11 0,2-3-2 16,-1 0-36-16,5-3-14 0,-3-2 0 0,-2 0 0 16,0-4 0-16,-1 0 0 0,-1 1 0 15,-1-4 0-15,-2 2 0 0,-2-4 0 0,-5 2 0 16,1-2 0-16,-4 3 0 0,2-1 0 15,-5-3 0-15,-1 3 0 0,-2 0 0 16,1 1 0-16,-4 3 0 0,-1 0 0 16,-1 1-142-16,2 4-168 0,-1 1-100 15,0 2-116-15,-1 0-123 0,0 2-193 0,13-2 27 16,-20 1 92-16,20-1-561 16,0 0-742-16</inkml:trace>
  <inkml:trace contextRef="#ctx0" brushRef="#br0" timeOffset="18810.63">18307 1814 3561 0,'-9'2'58'0,"9"-2"71"0,-14 2 25 0,14-2 21 0,0 0 27 0,0 0 20 0,0 0 23 0,0 0-7 15,0 0-13-15,0 0-17 0,0 0-20 0,0 0-11 16,0 0-13-16,0 0-14 15,34-12-15-15,-14 10-21 0,1-2-6 0,-1 2-9 16,2 0-28-16,-5 0-4 0,2 0-4 16,-4 2-11-16,-4-3-5 0,-11 3-4 15,22 0 3-15,-22 0 1 0,15 0 4 0,-15 0-2 16,0 0-4-16,15 0-5 0,-15 0 0 16,0 0-3-16,13 0-11 0,-13 0-3 0,0 0-10 15,0 0-48-15,0 0-51 0,16-2-55 16,-16 2-83-16,0 0-88 0,7 0-95 15,-7 0-153-15,8-7-225 0,2 0 27 16,-5 1 84-16,3-1-459 0,1-1-600 16</inkml:trace>
  <inkml:trace contextRef="#ctx0" brushRef="#br0" timeOffset="19311.38">18727 1632 3316 0,'-9'-7'105'0,"-2"0"34"16,8 1-2-16,-1-3-21 0,6 0-10 15,2 1-11-15,1-4-4 0,7 2-7 0,3-1-12 16,1-1-3-16,0 4-13 0,2 2-4 15,-2 2-1-15,0 0-11 0,-1 3 3 0,1 2-9 16,-2 1 2-16,2 4-6 0,-1 2 5 16,-1 7 2-16,-3-1 20 0,-3 6 13 15,-2 1 7-15,-4-1 6 0,-2 1 10 0,-4 3 7 16,-5 7 17-16,0-1 20 0,-2-1 7 16,3-4 10-16,-1-8 12 0,-1 0-6 15,1-1 1-15,3-1 1 0,0-5-5 0,2-1-5 16,3-1-10-16,-3-1-11 0,4-7-11 15,-2 12-11-15,2-12-5 0,6 12-6 16,-1-7-5-16,2-1-9 0,9-1-6 16,6 3-10-16,-4-5-7 0,3 0-9 0,6-1-3 15,-4 2-7-15,-1-2-5 0,0 0-7 16,-3 0-10-16,-2 0-9 0,-2 0-6 0,-2 0-13 16,-13 0-5-16,21 0-22 0,-21 0-28 15,17 0-36-15,-17 0-38 0,14 0-38 0,-14 0-51 16,0 0-56-16,17-2-80 0,-13 1-83 15,-4 1-102-15,9-5-171 0,-9 5-59 16,8-5 84-16,-5 0-493 0,5-1-652 16</inkml:trace>
  <inkml:trace contextRef="#ctx0" brushRef="#br0" timeOffset="19794.32">19383 1538 3321 0,'-7'-11'35'0,"5"7"38"0,2 4 10 0,0 0-2 0,9-17 7 0,-4 13 7 0,6-2-2 0,-1 2-11 0,3-3-7 0,2 3-4 16,-1 0-7-16,1 2-15 16,-1 0-2-16,-1 2-9 0,-13 0 2 0,23 4 1 15,-12-1 1-15,-3 2 28 0,0 4 24 16,-3-1 21-16,-1 2 18 0,-2 1 11 15,-2 1 10-15,0 0 8 0,-6 3 16 0,2 0-16 16,-1 1-1-16,-2-1-16 0,0-1-13 16,1-2-16-16,3-2-9 0,-3 1-8 0,4-5-9 15,1 1-7-15,-1 1-6 0,2-8 2 16,3 12-7-16,-1-7-10 0,6 4 5 16,-3-2-12-16,4 1-8 0,0 0 0 15,-2-2-7-15,2 3-6 0,0-1 12 0,0 2-5 16,0-3-6-16,-2 3 10 0,2-2 17 15,-4 1 26-15,-1-1 19 0,0-2 18 16,-1 6 16-16,-3-6 16 0,0 3 10 0,-1-1-133 16,-1 1-34-16,-6 0 0 0,-1-1 0 15,-1 2 0-15,-3-3 0 0,-1 2 0 0,-1-3 0 16,2 1 0-16,-2-1 0 0,1-3 0 16,3 0 0-16,0-1 0 0,1 2 0 15,-2-2 0-15,3-2 0 0,9 0 0 0,-14 2 0 16,14-2-18-16,-13 0-622 15,13 0-111-15,-10 2-196 0,10-2 81 0,-7 4 93 0,7-4-654 16,0 0-878-16</inkml:trace>
  <inkml:trace contextRef="#ctx0" brushRef="#br0" timeOffset="21393.16">20810 1577 3604 0,'0'0'-117'0,"4"-8"72"0,-4 8 53 0,0 0 48 0,0 0 42 0,0-11 35 0,0 11 29 0,0 0 20 16,0-8 12-16,0 8 12 15,0 0 3-15,0 0 2 0,0 0 2 0,0-9-10 16,0 9-1-16,0 0-8 0,0 0-10 15,0 0-5-15,0 0-19 0,0-8-11 16,0 8-14-16,0 0-16 0,0 0-12 0,0 0-13 16,0 0-15-16,0 0-8 0,0 0 18 15,0 0 16-15,0 43 5 0,2-20 7 0,-2 13-3 16,0 5 19-16,1 0 4 0,1 0-5 16,0-1-5-16,-2 0-9 0,2-1-99 15,-2-8-19-15,4 3 0 0,-2-5 0 0,-1-4 0 16,-1-7 0-16,2 2 0 0,2-3 0 15,-2-3 0-15,-2-2 0 0,3 3 0 0,-3-5 0 16,1-2 0-16,-1 1 0 16,0-9 0-16,2 14 0 0,-2-12 0 0,0-2 0 15,0 0 0-15,0 0 0 0,0 0 0 16,6 6 0-16,-6-6 0 0,0 0 0 0,0 0-217 16,0 0-239-16,0-20-87 0,-2 13-119 15,4-1-139-15,0-1-31 0,1-1 91 16,1-6-599-16,3 5-795 0</inkml:trace>
  <inkml:trace contextRef="#ctx0" brushRef="#br0" timeOffset="21844.98">21298 1601 3395 0,'11'-12'-106'0,"2"0"40"0,-1 4 30 0,-1-1 24 0,5 2 19 15,-3 1 17-15,2 0 17 0,0 0 13 0,-1 6 7 16,-14 0 21-16,26 6 37 0,-12 1 15 16,-3 5 15-16,-4 5 12 0,2 5 17 15,-6 3 15-15,-3 2 17 0,-2 7 26 0,-3 2 16 16,-2-1 17-16,0-2-5 0,-2-3-9 16,1-4-18-16,2-7-21 0,0 3-23 15,4-7-19-15,1-1-11 0,1-1-15 16,0 0-14-16,1-3-7 0,5 0-14 15,0-3-10-15,4 1-11 0,1-6-5 0,1 2-9 16,1-4-10-16,-13 0-3 0,23 0-5 16,-23 0-5-16,18-6 1 0,-9 3 3 0,-4-2 21 15,-5 5-61-15,6-13-19 0,-8 5 0 16,-4-2 0-16,-1-1 0 0,-11-5 0 0,-7-1 0 16,-1-2 0-16,-3 0 0 0,-2 2 0 15,3-2 0-15,-3 2 0 0,7-2 0 16,3 7 0-16,5 1 0 0,5 5 0 0,0-2 0 15,5 0 0-15,0 0 0 16,4-1 0-16,4 1 0 0,7 0 0 0,3-4 0 16,1 3 0-16,7-2 0 0,3 4-362 15,-3 0-372-15,3 1-249 0,2-1 97 0,2 3 90 16,2 1-711-16,-1 1-952 0</inkml:trace>
  <inkml:trace contextRef="#ctx0" brushRef="#br0" timeOffset="23577.93">22647 1494 3854 0,'0'0'-60'0,"-20"2"70"0,20-2 82 0,-16 2 36 0,8 0 39 0,8-2 28 15,-15 4 31-15,15-4 16 0,-12 2 6 16,12-2-3-16,0 0-21 0,-13 0-16 0,13 0-15 15,0 0-24-15,0 0-12 16,0 0-17-16,0 0-11 0,0 0-10 0,0 0-14 0,50-8-20 16,-27 4 2-16,-3 4-15 0,-3-2-8 15,0 2-12-15,1 2-5 0,-3 0-1 16,2 4-9-16,-3 2-6 0,-1 5 1 16,-2 3 0-16,-3 3 9 0,0 4 4 15,-7 1 6-15,1 1 4 0,0 3 2 0,-4 9 10 16,0-1 1-16,-1 0 1 0,-1-1-1 15,0-6-2-15,4-5-7 0,-4-2-1 0,4-3-6 16,0 0 1-16,-2-6-47 0,2 1-6 16,0 0 0-16,0-2 0 0,0-2 0 15,0 0 0-15,0-4 0 0,0 1 0 0,0-7 0 16,2 12 0-16,-2-12 0 16,0 10 0-16,0-10 0 0,0 8 0 0,0-8 0 15,0 0 0-15,0 9 0 0,0-9 0 16,0 0 0-16,3 8 0 0,-3-8 0 0,0 0 0 15,0 0 0-15,0 0-258 0,1 8-103 16,-1-8-106-16,0 0-126 0,0 0-183 0,0 0-70 16,0 0 82-16,0 0-639 0,19-22-856 15</inkml:trace>
  <inkml:trace contextRef="#ctx0" brushRef="#br0" timeOffset="26608.9">22566 1622 3702 0,'-5'-4'-112'0,"5"4"38"0,0 0 28 0,0 0 31 0,0 0 33 16,0 0 29-16,0 0 23 0,-9-5 13 15,9 5 12-15,0 0 16 0,0 0 8 16,0 0 18-16,0 0 12 0,0 0 11 0,0 0 12 16,0 0 12-16,0 0 4 0,0 0 0 15,0 0 4-15,0 0 9 0,0 0-12 0,0 0-2 16,0 0-11-16,3-12-17 0,-3 12-7 16,0 0-17-16,0 0-12 15,0-10-12-15,0 10-9 0,4-7-10 0,-4 7-13 0,0 0-5 16,2-10-5-16,-2 10-11 15,0 0-6-15,3-10-7 0,-3 10-5 0,0-6-12 16,0 6 7-16,7-6-5 0,-7 6-10 16,4-7 5-16,-4 7-5 0,9-10-1 15,-4 8-3-15,1-4-3 0,-6 6-2 0,14-6 0 16,-9 3-4-16,-5 3 0 0,11-8 2 16,-4 4-4-16,-7 4-3 0,11-4 0 0,-11 4-1 15,11-6 2-15,-11 6 3 16,16-2-1-16,-16 2 0 0,13-5 3 0,-6 5-2 15,-7 0 4-15,18-2 0 0,-18 2 6 0,15-2-3 16,-15 2 3-16,0 0-4 16,15-2 2-16,-15 2 0 0,0 0-4 0,0 0-1 0,18 4 4 15,-18-4 6-15,5 2 4 16,-5-2-2-16,9 9 0 0,-9-9-3 0,8 8-1 16,-3-5-1-16,-5-3 0 0,5 10 0 15,-1-6-1-15,-4-4 0 0,5 12-6 16,1-8 4-16,-3 2-3 0,-3-6 1 0,4 10-3 15,1-5-3-15,-5-5 6 0,5 14 6 16,-3-7 2-16,0 0 5 0,2 1-5 0,-2-1-14 16,-1 2-5-16,-1-3 0 0,6 4 0 15,-4-3 0-15,0 2 0 0,-2-2 0 16,3 1 0-16,-3-1 0 0,0-7 0 0,1 16 0 16,-1-10 0-16,0 1 0 15,0-7 0-15,0 14 0 0,0-4 0 0,0-10 0 16,0 12 0-16,-1-5 0 0,1 3 0 15,0-10 0-15,-5 12 0 0,3-5 0 0,0 1 0 16,0-2 0-16,2-6 0 0,-3 13 0 16,1-5 0-16,0-4 0 0,2-4 0 15,-4 15 0-15,2-10 0 0,1 2 0 0,1-7 0 16,-4 10 0-16,-1-5 0 0,5-5 0 16,-4 12 0-16,3-5 0 0,1-7 0 15,-6 12 0-15,4-5 0 0,2-7 0 16,-5 10 0-16,3-5 0 0,-4 2 0 0,6-7 0 15,-4 12 0-15,0-5 0 0,0-2 0 16,2 2 0-16,2-7 0 0,-7 12 0 0,3-7 0 16,3 2 0-16,-3 0 0 0,4-7 0 15,-7 10 0-15,6-2 0 0,1-8 0 16,-10 9 0-16,8-1 0 0,-1-4 0 0,-3 1 0 16,6-5 0-16,-8 11 0 0,2-5 0 15,3-1 0-15,-1 1 0 0,-2 0 0 16,1 0 0-16,-2 0 0 0,7-6 0 0,-7 9 0 15,3-3 0-15,4-6 0 0,-5 6 0 16,5-6 0-16,-6 6 0 0,6-6 0 0,0 0 0 16,-6 5 0-16,6-5 0 0,0 0 0 15,0 0 0-15,-6 5 0 0,6-5 0 16,0 0 0-16,0 0 0 0,0 0 0 16,0 0 0-16,0 0 0 0,0 0 0 0,0 0 0 15,0 0 0-15,0 0 0 0,0 0 0 16,0 0 0-16,0 0 0 0,0 0 0 0,0 0 0 15,0 0 0-15,21 3 0 0,-21-3 0 16,22 0 0-16,-22 0 0 0,24 0 0 0,-9 0 0 16,5-2 0-16,-2 2 0 15,2 0 0-15,-2 0 0 0,0 0 0 0,-1 0 0 0,-4 0 0 16,3 0 0-16,-16 0 0 16,20 0 0-16,-10 2 0 0,-10-2 0 0,19 0 0 15,-19 0 0-15,14 0 0 0,-14 0 0 16,0 0 0-16,16 0 0 0,-16 0 0 15,16-2 0-15,-16 2 0 0,13-1 0 0,-13 1 0 16,14-2 0-16,-7 1 0 0,-7 1 0 16,11-5 0-16,-5 3 0 0,-6 2 0 0,8-6 0 15,-8 6 0-15,8-6-496 0,-7 0-416 16,-1 6-34-16,4-9 102 0,0 5-854 0,0-1-1133 16</inkml:trace>
  <inkml:trace contextRef="#ctx0" brushRef="#br0" timeOffset="27143.68">23264 1586 4338 0,'0'0'-138'0,"-2"-10"62"0,2 10 43 0,-4-7 31 0,4 7 30 0,0 0 14 15,-5-9 1-15,5 9-5 0,0 0 5 16,0 0 20-16,0 0 20 0,0 0 3 16,-13 31 7-16,4-12 7 0,4 1 10 0,-1 1 0 15,1 4 2-15,-4 4-2 0,4-4-5 16,1-4-6-16,2-3-5 0,2 2-2 0,2-3-4 15,0 0-8-15,2-2-5 0,-1 0-7 16,8-4-3-16,-2 2-4 0,0-2-1 16,5-3-4-16,1-1-1 0,2-2-8 15,5-1-5-15,-2-4-5 0,5-2-1 16,0 0 3-16,7-7 23 0,0 1 1 0,-7 0 19 16,4-5 17-16,-2 0 8 0,-2-5 18 15,-7 0 10-15,0-1 8 0,-2-6 15 0,-2 0-2 16,-4-4 5-16,-3-6-10 0,-3 6-9 15,-4 4-4-15,-4-10-18 0,-2 0-120 16,1 14 0-16,-2 1 0 0,-11-5 0 0,-2 4 0 16,0 9 0-16,-1 4 0 0,-2 3 0 15,1 5 0-15,-5 2 0 0,-9 4 0 0,-1 5-88 16,5 1-206-16,9-1-59 0,-5 1-53 16,8 3-59-16,5-7-72 15,5 2-108-15,1-1-171 0,6-2 73 0,1-2-564 16,2-5-766-16</inkml:trace>
  <inkml:trace contextRef="#ctx0" brushRef="#br0" timeOffset="27642.38">24359 1699 3305 0,'-11'6'-68'0,"11"-6"72"0,0 0 56 0,-12 4 49 0,12-4 35 0,0 0 40 0,-14 2 21 0,14-2 16 16,0 0 5-16,0 0 10 0,-10 3-5 15,10-3 1-15,0 0 3 0,0 0-16 16,0 0-12-16,0 0-21 0,0 0-16 16,0 0-10-16,0 0-9 0,0 0-8 15,0 0-13-15,35 3-10 0,-35-3-14 0,32-3-10 16,-15 3-10-16,2-1-13 0,-3 1-4 15,-2-2-5-15,2 0-7 0,-3 2-7 0,-13 0-3 16,21-2-4-16,-11 0-3 0,-10 2-4 16,13 0-4-16,-13 0-5 0,0 0-1 15,19 0-4-15,-19 0-16 0,0 0-32 0,16 0-65 16,-16 0-75-16,0 0-84 16,9 0-94-16,-9 0-121 0,0 0-147 0,9 2-239 15,-9-2 88-15,12 0 84 0,-12 0-492 16,21-2-637-16</inkml:trace>
  <inkml:trace contextRef="#ctx0" brushRef="#br0" timeOffset="28107.56">24954 1440 3277 0,'-11'-4'35'0,"3"2"49"0,1-2 35 16,7 4 50-16,-10-4 33 0,10 4 25 16,0 0 12-16,0 0-8 0,-13-5-9 15,13 5-15-15,0 0-16 0,0 0-17 16,0 0-20-16,-2-4-13 0,2 4-10 0,0 0-8 16,0 0-14-16,28-8-6 0,-10 4-13 15,-3 4-5-15,2-3-13 0,1 2-4 0,-5-1-10 16,1 2-11-16,-14 0-2 0,25 3-5 15,-13 2 5-15,0 5 24 0,-3 1 19 16,-3 3 12-16,4 4 13 0,-7 5-5 0,1 12 8 16,-4-3 19-16,-2 4 1 0,-3 2-3 15,1-1 3-15,-5-1-12 0,8 1-8 16,-3-2-10-16,-2-6-83 0,5-4-23 16,1-1 0-16,-2-7 0 0,0 3 0 0,2-3 0 15,-2-3 0-15,2-2 0 0,0 2 0 16,0-6 0-16,0 2 0 0,0-3 0 15,0-7 0-15,0 14 0 0,0-14 0 0,2 8 0 16,-2-8 0-16,2 8 0 0,-2-8 0 16,0 0 0-16,3 1 0 0,-3-1-299 0,0 0-173 15,0 0-102-15,0 0-151 0,0 0-153 16,0 0 72-16,0 0-703 0,11-12-955 0</inkml:trace>
  <inkml:trace contextRef="#ctx0" brushRef="#br0" timeOffset="29791.37">26242 1444 3937 0,'-3'-6'-143'0,"-1"-2"48"0,2 2 40 0,2 6 41 0,-5-7 42 0,5 7 45 0,-4-8 25 15,4 8 27-15,0 0 4 0,-8-7 12 0,8 7-13 16,0 0-11-16,0 0-11 0,-3-5-17 16,3 5-3-16,0 0 25 0,-9 22 16 15,8-5 7-15,-5 16 15 0,1 4 14 0,-1 4 21 16,-1 1 10-16,2-3-11 15,-1 3-5-15,3-1-11 0,-3-4-3 0,2 2-4 16,0-7 1-16,2-4-13 0,-2-6-10 16,2-2-14-16,2-4-12 0,-1-1-10 0,1-3-10 15,0 0-10-15,-2-1-8 0,2-3-6 16,0 0-9-16,0-8-7 0,0 14-29 16,0-9-36-16,0-5-61 0,0 0-87 0,0 0-73 15,0 0-66-15,0 0-75 16,0 0-74-16,0 0-88 0,0 0-131 0,0 0-117 0,2-27 68 15,-2 20-503-15,1-2-682 0</inkml:trace>
  <inkml:trace contextRef="#ctx0" brushRef="#br0" timeOffset="30275.38">26389 1612 3222 0,'0'-11'-10'0,"2"3"37"0,-2-1 27 16,5 1 18-16,-2-4 26 0,5 4 21 0,1-3 16 16,1 1-4-16,1 1-10 0,2 2-13 15,3 0-8-15,-1 4-15 0,0 3-7 16,-2 0-3-16,-13 0-3 0,29 10 12 16,-12-2 7-16,-4 6 17 0,-1 3 0 15,-2 2 12-15,-3 2 20 0,-3-1 14 0,-4 1 24 16,-2 4 28-16,-5 8 6 0,-3-2 2 15,-2-1 5-15,-3-3 5 0,2-2 8 0,2-4-2 16,1-4-6-16,2-5-6 0,2 2-8 16,3-5-19-16,-3 1-12 0,3-4-17 15,-1 1-162-15,4-7 0 0,-2 11 0 0,2-11 0 16,4 10 0-16,3-7 0 16,2 1 0-16,9-3 0 0,0-1 0 0,5 2 0 15,4-2 0-15,2 0 0 0,-2 2 0 16,-4-4 0-16,-1 2 0 0,-5 0 0 0,1 0 0 15,-5 0 0-15,-2 0 0 0,-11 0 0 16,19 0 0-16,-9 0 0 0,-10 0 0 0,14 0 0 16,-14 0 0-16,11-2 0 0,-11 2 0 15,0 0 0-15,14 2 0 0,-14-2 0 16,0 0 0-16,0 0 0 0,11 0 0 0,-11 0-36 16,0 0-423-16,0 0-89 0,0 0-134 15,0 0-236-15,0 0 85 0,7-7 91 0,-7 7-609 16,5-8-807-16</inkml:trace>
  <inkml:trace contextRef="#ctx0" brushRef="#br0" timeOffset="30841.17">27634 1693 3861 0,'-10'2'129'0,"10"-2"61"0,-11 2 24 0,11-2 23 0,0 0 32 15,0 0 25-15,0 0 6 0,0 0-2 16,0 0-18-16,0 0-19 0,0 0-27 16,0 0-19-16,0 0-22 0,0 0-16 0,44-7-21 15,-29 5-18-15,0 2-9 0,1 0-18 16,-3-3-10-16,-13 3-21 0,23 0 2 0,-12 0-9 16,-11 0-9-16,16 0-7 0,-16 0-9 15,0 0-48-15,18-1 0 0,-18 1 0 16,0 0 0-16,16 0 0 0,-16 0 0 0,0 0 0 15,0 0 0-15,15 1-42 16,-15-1-134-16,0 0-70 0,10 0-78 0,-10 0-91 16,0 0-109-16,0 0-153 0,11-3-172 15,-11 3 79-15,5-6-648 0,-5 6-868 0</inkml:trace>
  <inkml:trace contextRef="#ctx0" brushRef="#br0" timeOffset="31624.23">28341 1431 3670 0,'0'0'-104'0,"0"0"65"0,11-3 42 0,-11 3 45 0,0 0 58 16,0 0 48-16,8-4 39 0,-8 4 37 0,0 0 26 15,0 0 22-15,5-5 10 0,-5 5-11 16,0 0-4-16,0 0-22 0,0 0-22 16,0 0-23-16,-20-6-24 0,20 6-16 15,-29-2-21-15,12 0-14 0,-2 4-15 16,0-2-11-16,1 2-9 0,4-2-16 0,-4 1-4 16,1 2-7-16,5-3-4 0,12 0-14 15,-20 0 0-15,20 0-3 0,-16 0-9 16,16 0-6-16,0 0 0 0,-18 2-6 15,18-2 1-15,0 0-6 0,-16 0-4 0,16 0-1 16,0 0-4-16,0 0-6 0,-15 0 3 16,15 0-4-16,0 0-2 0,0 0-4 15,-12 5 0-15,12-5 0 0,-5 10 2 0,3-4-1 16,-2 0 0-16,4-6 1 0,-2 17-5 16,1-7-4-16,1 2 6 0,1-1-8 0,-1 3 3 15,6 2 6-15,1 3 2 0,1-2-5 16,4 0 7-16,4 5 0 0,2 2 0 15,0-3-2-15,0-1-3 0,1 2 4 0,-4-5 0 16,1-1-1-16,2 3 0 0,-4-3 4 16,-1-3-4-16,-3-2-2 0,0 1-3 0,-3-2 3 15,-2-2 4-15,2 1 1 16,-3-1 19-16,-1 0 9 0,-3-2 14 0,0-6 20 16,2 14-20-16,-5-7-47 0,3-7 0 15,-13 14 0-15,2-7 0 0,-3-2 0 16,-6-2 0-16,-1 4 0 0,-2-4 0 0,1 2 0 15,0-3 0-15,7 0 0 0,-2 1 0 16,1-1 0-16,3 0 0 0,2-1 0 0,-1 3 0 16,12-4 0-16,-14 2 0 0,14-2 0 15,-12 3 0-15,12-3 0 0,-10 1 0 16,10-1 0-16,0 0-200 0,-7 2-266 0,7-2-95 16,0 0-136-16,0 0-204 15,0 0 87-15,27-13-734 0,-16 8-992 0</inkml:trace>
  <inkml:trace contextRef="#ctx0" brushRef="#br0" timeOffset="32192.27">28947 1756 4048 0,'0'0'-95'0,"-14"2"67"0,14-2 61 0,0 0 39 0,0 0 39 0,0 0 27 0,0 0 24 0,0 0 19 16,0 0 16-16,0 0 4 0,0 0-12 15,0 0-15-15,45-10-15 0,-29 10-11 16,6-2-19-16,-4 0-13 0,3 0-12 0,-1 0-3 16,0 2-19-16,-4-2-6 0,-3 2-8 15,1 0-10-15,-14 0-7 0,21-2 4 16,-21 2-10-16,17 0-4 0,-17 0-1 0,12 0-1 16,-12 0-5-16,0 0-8 0,12-2-4 15,-12 2-1-15,0 0-1 0,13 0-14 16,-13 0-36-16,0 0-43 0,0 0-65 15,0 0-100-15,14 2-89 0,-14-2-121 0,0 0-202 16,8-2-111-16,-8 2 70 0,0 0-489 16,11-8-644-16</inkml:trace>
  <inkml:trace contextRef="#ctx0" brushRef="#br0" timeOffset="32657.25">29383 1586 3544 0,'-3'-7'121'0,"-1"2"13"16,4 5-14-16,4-12-10 0,-4 12 1 15,9-10 1-15,-4 5 1 0,6-1-5 0,0 3-13 16,2 0-9-16,-1 3-10 0,-12 0-3 15,26 0-8-15,-13 3-4 0,5 0-5 16,-5 4 3-16,1 0 0 0,-3 2 4 16,0 6 14-16,-1-1 15 0,-4 1 21 15,-6-1 32-15,0 1 16 0,-4 3 34 0,-2 3 8 0,-2-4 5 16,1 3 7-16,-3-3-1 16,5-3-5-16,-2-2-14 0,4-3-12 0,-1 3-6 15,0-6-10-15,2 0-15 0,1 1-11 16,1-7-11-16,-2 13-82 0,2-13-48 15,3 10 0-15,3-5 0 0,1 0 0 0,4 1 0 16,0-3 0-16,0 0 0 0,3 1 0 16,-1-1 0-16,0 1 0 0,-2-1 0 0,3-1 0 15,-3 0 0-15,-1-1 0 0,-10-1 0 16,19 4 0-16,-10-4 0 0,-9 0 0 16,16 0 0-16,-16 0 0 0,13 0-282 15,-13 0-136-15,16-2-94 0,-16 2-131 0,11-3-196 16,-11 3 10-16,9-6 92 0,-9 6-600 15,8-3-793-15</inkml:trace>
  <inkml:trace contextRef="#ctx0" brushRef="#br0" timeOffset="33123.51">29751 1593 3792 0,'-9'-5'111'0,"3"1"46"0,6 4 13 0,-3-8-3 0,3 8 1 0,0 0-3 15,11-14-7-15,-2 7-10 0,0 2-16 0,7 0-13 16,1-1-15-16,2 2-14 0,-2 4-12 16,-4-2-7-16,5 4-5 0,-3 2-6 0,0 4-6 15,-4 3-4-15,3 5 13 0,-6 1 20 16,-5 0 29-16,-1 2 32 0,-4 0 25 15,1 3 15-15,-5 0 13 0,0 2 5 0,0-4-3 16,-1 0 3-16,1-3-4 0,2-1 8 16,1-5-9-16,1 1-22 0,2-3-175 0,2 1 0 15,0-4 0-15,3 4 0 16,6-2 0-16,3-1 0 0,3-3 0 0,6 4 0 16,2-4 0-16,-2 1 0 0,1-3 0 15,-3 3 0-15,-1-4 0 0,-6 3 0 16,0-4 0-16,-1 2 0 0,-13-2 0 0,19 3 0 15,-9-3 0-15,-10 0 0 0,13 3 0 16,-13-3 0-16,12 0 0 0,-12 0 0 0,0 0 0 16,14 2 0-16,-14-2 0 0,0 0 0 15,11 2 0-15,-11-2 0 0,0 0 0 0,7 1 0 16,-7-1 0-16,0 0 0 0,0 0-619 16,0 0-390-16,0 0 77 0,0 0 95 15,0 0-793-15,0 0-1070 0</inkml:trace>
  <inkml:trace contextRef="#ctx0" brushRef="#br0" timeOffset="34758.07">30662 1498 4672 0,'0'-9'-27'0,"0"9"61"0,0 0 38 0,0-8 36 0,0 8 21 0,0 0 22 16,0 0 7-16,0 0-12 0,2-10-11 0,-2 10-20 15,0 0-21-15,0 0-3 0,0 0 18 16,5 25-7-16,2-2 1 0,0 8-12 0,1 5 8 16,1 0-5-16,-3 1-3 0,2-1-5 15,-1 0 0-15,-1-2 22 0,-1 1 0 16,-3-9-11-16,1-4-5 0,1 0-8 15,-3-4-1-15,-1-1-1 0,2-5 2 16,0-1-4-16,-2 2-2 0,0-5-7 0,2 2-6 16,-2-5-6-16,0-5-1 0,2 12-5 15,0-6-6-15,-2-6-26 0,0 8-24 0,0-8-41 16,0 0-88-16,0 0-103 0,0 0-100 16,1 4-92-16,-1-4-102 0,0 0-138 15,0 0-164-15,0 0 72 0,0 0-617 16,-3-23-831-16</inkml:trace>
  <inkml:trace contextRef="#ctx0" brushRef="#br0" timeOffset="35223.05">31272 1512 3747 0,'5'-6'8'0,"-1"2"63"0,1-2 38 0,-5 6 33 16,0 0 25-16,0 0 6 0,0 0 2 16,1-7-2-16,-1 7-22 0,0 0-16 15,0 0-9-15,0 0-12 0,0 0-6 0,-26 20-11 16,12-8-4-16,-1 2-11 16,-4 6-7-16,4-3-7 0,1-1-7 0,3-3-10 15,2 3-4-15,-2-3 1 0,8-1-3 16,-1 2-9-16,2-2 2 0,4 0 1 15,2 0-2-15,3 1-2 0,3 3 8 0,1-1-7 16,0 0 3-16,3-3-3 0,-1 5-1 16,1-5-6-16,-1 2-2 0,-1-2 10 0,-3-1 0 15,2-1-5-15,0 3 9 0,-4-3 14 16,-1 0 24-16,-3-1 30 0,1 1 16 16,-4-3 17-16,0 1 15 0,-2 1 7 15,-3-2 8-15,-3 5-5 0,-2-5-3 16,1 1-10-16,-2-1-94 0,-1-2-60 0,1 2 0 15,-1-4 0-15,0 2 0 0,3-5 0 16,-2 2 0-16,-1 2 0 0,12-4 0 0,-18 2 0 16,6-1 0-16,12-1 0 0,-19-1-396 15,19 1-191-15,-16-2-195 0,11 0-137 16,5 2 96-16,-7-4-770 0,7 4-1034 0</inkml:trace>
  <inkml:trace contextRef="#ctx0" brushRef="#br0" timeOffset="35589.69">31603 1809 4540 0,'0'0'-60'0,"0"0"62"0,0 0 52 0,-11-3 45 0,11 3 39 0,0 0 33 0,0 0 23 0,0 0 5 0,0 0 11 15,0 0-1-15,0 0-9 0,0 0 0 0,0 0-20 16,29-6-15-16,-14 4-15 16,0 2-11-16,0 0-17 0,1-2-23 0,-1 2 1 15,0 0-13-15,-15 0-14 0,24-2-17 16,-12 4-20-16,-12-2-19 0,20 0-20 15,-20 0-28-15,15 0-31 0,-15 0-44 0,0 0-49 16,14 0-63-16,-14 0-73 0,0 0-68 16,0 0-64-16,12 2-104 0,-12-2-193 0,0 0-6 15,0 0 70-15,0 0-400 0,11 4-527 16</inkml:trace>
  <inkml:trace contextRef="#ctx0" brushRef="#br0" timeOffset="36655.33">32076 1618 2702 0,'0'0'-21'0,"0"-8"59"0,0 8 38 0,0 0 34 0,0-9 45 0,0 9 28 0,0 0 19 16,0-10 7-16,0 10-1 0,0 0-9 15,-1-8-20-15,1 8-21 0,0 0-16 0,0 0-19 16,0 0-19-16,0 0 4 15,0 0 13-15,0 0 1 0,-11 34-11 0,10-17-2 16,-3 2 9-16,0 4 2 0,0-2-1 16,-1 1 3-16,3 1-9 0,-3-5 2 15,4-1-21-15,-1 0-2 0,2-2-17 0,2-1-2 16,-1-2 1-16,2 0 1 0,1-2-2 16,3-3-7-16,3-1-8 0,0 1-6 0,1-5 1 15,2 0-9-15,2-2-8 0,2-4 1 16,6-1-5-16,-2-3 0 0,1-1-1 15,3-7-11-15,2 1-2 0,-2-3 2 0,0 1-5 16,-5 3 0-16,-6 2-4 0,-3 3 5 16,-2 3 5-16,-2-2 0 0,-1 4 10 15,-1-1-11-15,-5 5-6 0,0 0 25 16,0 0 33-16,0 0 16 0,9 17 2 16,-11-7 12-16,-3 5 13 0,-2 4 9 0,1 5-2 15,-3 7-3-15,1-1-63 0,-2 1-56 16,1 2 0-16,-1-4 0 0,3 6 0 0,1-9 0 15,1-5 0-15,1 2 0 0,0-6 0 16,-1-3 0-16,4 1 0 0,-1-3 0 16,2-4 0-16,-2 1 0 0,2-2 0 0,0-7 0 15,-2 12 0-15,2-12 0 0,0 7 0 16,0-7 0-16,0 0 0 0,0 0 0 0,0 0 0 16,0 0 0-16,0 0 0 15,0 0 0-15,0 0 0 0,25-12-135 0,-25 12-361 16,4-7-91-16,-4 7-155 0,0-7-148 15,0 7 78-15,0 0-728 0,-11-9-985 16</inkml:trace>
  <inkml:trace contextRef="#ctx0" brushRef="#br0" timeOffset="37971.81">32911 1717 4108 0,'0'0'-51'0,"-19"-3"80"0,19 3 52 0,0 0 40 0,-12-3 42 0,12 3 39 15,0 0 24-15,-5-6 16 0,5 6-1 0,0 0-21 16,0 0-19-16,9-13-24 0,7 6-21 15,-4 0-4-15,10-1-31 0,-1 1-2 0,-3 2-17 16,0 2-15-16,-1-1-7 0,-3 4-10 16,-14 0-4-16,23 5-9 0,-12 3 2 15,-6 4-6-15,1 4-3 0,-4 1 6 16,-2 4 20-16,-4 12 12 0,-5 2 14 16,-1-2-13-16,0 0 14 0,1 1-14 0,0-2-6 15,-1 2-5-15,0-4-9 0,3-5-6 16,0-4-7-16,2-5-4 0,-1 1-8 15,5-1-33-15,-5-3-11 0,4-3 0 0,0 2 0 16,1-1-28-16,1-3-107 16,-2-1-65-16,2-7-89 0,0 0-91 0,0 0-75 15,9 5-66-15,-9-5-93 0,0 0-127 16,25-17-18-16,-18 7 73 0,1 1-465 0,0-1-617 16</inkml:trace>
  <inkml:trace contextRef="#ctx0" brushRef="#br0" timeOffset="38172.05">32957 2046 3245 0,'-14'0'94'0,"14"0"66"16,-15-2 52-16,15 2 45 0,0 0 31 16,0 0 40-16,-16-2 18 0,16 2-3 0,0 0 1 15,0 0-3-15,0 0-22 0,0 0-30 16,0 0-34-16,49-8-23 0,-31 8-25 0,7-3-27 16,0 1-48-16,0 0-62 15,-4 0-64-15,-1 0-92 0,0 0-88 0,-4 0-85 16,-4 0-93-16,1 2-69 0,-13 0-62 15,23-4-100-15,-23 4-171 0,12 0 13 16,-12 0 91-16,0 0-420 0,0 0-541 0</inkml:trace>
  <inkml:trace contextRef="#ctx0" brushRef="#br0" timeOffset="40488.37">33253 1392 1243 0,'0'0'373'0,"-3"-7"-106"0,3 7-46 0,0 0-81 0,0 0-30 0,0 0-16 0,0 0-9 16,0 0-4-16,0 0 8 0,10-9 14 15,-10 9-16-15,15 0 5 0,-15 0-24 16,23 4-7-16,-12-2-9 0,1 4 1 16,1 1-9-16,2 3 11 0,-3 7-16 0,0 1 7 15,2 9-3-15,-4 6 6 0,-3 0 19 16,-1 3 4-16,-6 1 11 0,2 1 25 16,-4 2 17-16,2 2 39 0,0 1 29 0,0 2 31 15,4 11 14-15,0 0 3 0,0-12-15 16,5 15 8-16,1-5-14 0,1-2-5 15,-2-3-8-15,1-9-14 0,-2-1-5 16,1-4-12-16,0-2-18 0,-2-10-14 16,-4-2-18-16,1-7-10 0,-4-1-10 0,2-1 2 15,0 0 13-15,-6 0 24 0,-1-2 16 16,-7 2 10-16,-5-2-6 0,-2 1-165 0,-10 3 0 16,-3-3 0-16,-4 0 0 0,1-2 0 15,5-1 0-15,5-3 0 0,5 0 0 16,9-2 0-16,-1 1 0 0,-4 0 0 0,7-3 0 15,-2 2 0-15,11-3 0 16,-13 4 0-16,13-4 0 0,-11 2 0 0,11-2 0 0,0 0 0 16,-15 4 0-16,15-4 0 0,0 0 0 15,-11 2 0-15,11-2 0 0,0 0 0 16,0 0 0-16,0 0-236 0,0 0-825 16,-11-12 81-16,11 12 113 0,0 0-849 15,5-15-1151-15</inkml:trace>
  <inkml:trace contextRef="#ctx0" brushRef="#br0" timeOffset="41987.78">6980 1552 894 0,'-4'-9'334'0,"3"-1"-117"0,-5 0-56 0,1-3-16 0,4 5-25 16,-3 0-13-16,2-1-7 0,0 1-6 0,2 8-2 16,-4-12-9-16,4 12-7 0,-3-8-9 15,3 8-12-15,0 0-5 0,0 0 37 16,0 0 9-16,0 0 8 0,9 49-1 0,0-10 31 15,3 15 10-15,1 5 7 16,3 6 1-16,0 24 23 0,2-2-2 0,0 11 14 16,-2 0-10-16,0-2-14 0,1-3-16 15,-2-2-8-15,-2-23-14 0,1-1-10 16,-5-6-9-16,4-3-14 0,1-7-4 0,-3-5-3 16,-2-10-14-16,0-3-9 0,-2-10-2 15,-3-3-6-15,1-5-3 0,-3-3 2 0,2-2 34 16,1-1 33-16,-4-1 8 0,1 0 31 15,-2-8 5-15,4 8-10 0,-4-8-16 16,0 0-20-16,0 0-13 0,0 0-12 0,0 0-11 16,0 0-33-16,0 0-54 0,0 0-50 15,0 0-58-15,0 0-63 0,-19-20-88 16,15 16-72-16,0-4-97 0,2 3-140 0,0-7-209 16,-1 0 66-16,1-1-520 0,2-3-697 15</inkml:trace>
  <inkml:trace contextRef="#ctx0" brushRef="#br0" timeOffset="42637.77">8442 1459 3341 0,'0'-11'-56'0,"0"5"32"0,0 6 13 0,0-12 6 0,0 12 8 0,0 0 7 0,0 0-1 0,-2-8-8 16,2 8 1-16,0 0 15 0,0 0 51 16,9 55 70-16,-1-5 3 0,3 9 29 15,2 8 10-15,1 3-7 0,5 23-4 16,0 3 14-16,-1 1-7 0,0-2-18 16,0-3-13-16,0-3-4 0,-2-18-6 0,0-6-16 15,-4-2-23-15,1-5 15 0,1-4 15 16,-5-16 3-16,4-2-4 0,-8-5-7 15,2-6-11-15,-5-8-7 0,0-1-6 0,2-4 9 16,0-2 13-16,-3 0 6 0,1-1 8 16,1-2 3-16,-1-1-9 0,-2-6-12 0,2 7-14 15,-2-7-11-15,0 0-13 0,0 0-27 16,0 0-51-16,0 0-45 0,0 0-60 0,0 0-64 16,0 0-74-16,0 0-89 0,0 0-102 15,0 0-120-15,0 0-175 0,-9-24-29 16,11 17 85-16,-2-1-496 0,3-4-639 15</inkml:trace>
  <inkml:trace contextRef="#ctx0" brushRef="#br0" timeOffset="43387.24">11007 1434 3074 0,'-2'-12'-10'0,"-1"3"49"0,2 1 25 0,1 8 23 0,-2-8 8 0,2 8-6 0,0 0-12 0,-4-7-11 0,4 7 11 16,0 0 45-16,-2 27 46 0,4 10 34 15,2 18 26-15,2 5 10 0,5 5 3 16,-1 3-7-16,3 5-21 0,6 16 17 16,0-4-13-16,-4-17-17 0,3-2-19 15,-4-2-14-15,4-6-4 0,-2-4-21 0,-1-4 15 16,-4-11-1-16,-1-4-8 0,-1-4-5 16,-2-7 0-16,-3-5-4 0,3-4 0 0,-6 1-1 15,3-3-2-15,0-2-6 16,-2-1-5-16,-1-2-92 0,1 0-33 0,-2-2 0 0,0-6 0 15,2 12 0-15,0-7 0 16,-2-5 0-16,4 10 0 0,-4-10 0 0,0 5 0 16,0-5 0-16,0 0 0 0,0 0 0 15,3 9 0-15,-3-9 0 0,0 0 0 16,0 0 0-16,0 0 0 0,0 0 0 0,0 0 0 16,0 0-319-16,0 0-210 0,-9-22-117 15,7 15-189-15,0 0-24 0,1-1 93 0,-5 1-675 16,2-1-891-16</inkml:trace>
  <inkml:trace contextRef="#ctx0" brushRef="#br0" timeOffset="44370.96">13105 1550 3902 0,'-2'-15'-43'0,"1"7"58"0,1 0 38 0,-2 1 27 0,2 7 21 15,-5-8 15-15,5 8 16 0,0 0 13 0,-4-8-1 16,4 8-3-16,0 0-15 0,0 0-21 16,-5-4-15-16,5 4-9 0,0 0-7 15,3 24 13-15,8 7 11 0,-4 6-5 16,4 14-5-16,5 6-2 0,-5 3 0 15,0 6-6-15,1 5-6 0,-3 4 48 0,-3 3 22 16,-1-4-11-16,4-1-6 0,-2-3 20 16,2-2-6-16,0-6 13 0,-4-4-7 0,4-4-2 15,-5-14 4-15,2-5-4 0,-3-2-4 16,4-8 1-16,-5-7-1 0,-1-2 7 0,1-4-37 16,-2-3-111-16,0 3 0 0,2-4 0 15,-2-1 0-15,2 0 0 0,-2-7 0 16,2 12 0-16,-2-12 0 0,2 10 0 0,-2-10 0 15,0 8 0-15,0-8 0 16,0 7 0-16,0-7 0 0,0 0 0 0,0 0 0 16,2 9 0-16,-2-9 0 0,0 0 0 15,0 0 0-15,0 0 0 0,0 0 0 0,0 0 0 16,0 0 0-16,0 0-271 0,0 0-448 16,-10-29-239-16,8 17 61 0,2 0 100 0,0-2-750 15,0 1-991-15</inkml:trace>
  <inkml:trace contextRef="#ctx0" brushRef="#br0" timeOffset="45236.89">15074 1459 4090 0,'0'0'-113'0,"4"-11"50"0,-4 11 33 0,0-8 15 0,0 8 57 0,0 0 32 0,-2-10 39 0,2 10 31 0,0 0 10 15,0 0 10-15,0 0 2 16,0 0-4-16,0-11-3 0,0 11-6 16,0 0-5-16,0 0-8 0,0 0-10 0,0 0-14 15,0 0-27-15,0 0-2 0,0 0 28 16,9 23 52-16,-2 10 2 0,7 15 0 0,-1 5 9 15,1 5-16-15,-3 3-9 0,2 7 0 16,6 21 23-16,-4 1 3 0,-3-15-12 16,3 14-14-16,-3-18-11 0,-1-4-14 0,0 2-58 15,-1-6-70-15,0-4 0 0,-3-5 0 16,1-13 0-16,-4-2 0 0,2-12 0 0,-5-6 0 16,1-3 0-16,2-2 0 0,-2-3 0 15,-2-2 0-15,2-3 0 0,-2-2 0 16,1 4 0-16,-1-10 0 0,0 10 0 15,0-10 0-15,2 9 0 0,-2-9 0 0,2 6 0 16,-2-6 0-16,0 0 0 0,0 0 0 16,7 4 0-16,-7-4 0 0,0 0 0 0,0 0 0 15,0 0 0-15,0 0 0 0,0 0 0 16,-4-22-342-16,4 15-707 0,-3 0 102 0,3-4 103 16,0 0-860-16,3-1-1137 0</inkml:trace>
  <inkml:trace contextRef="#ctx0" brushRef="#br0" timeOffset="46102.8">17785 1564 4370 0,'-1'-14'-154'0,"-5"-1"68"0,2 3 37 0,4 5 41 0,-4-3 47 0,2 4 34 0,2 6 33 16,-4-8 21-16,4 8 23 0,0-9 5 16,0 9-2-16,0 0-17 0,0-8-17 15,0 8-13-15,0 0-15 0,0 0-8 0,0 0 1 16,8 31 7-16,0 2 4 0,1 17 25 15,0 3 18-15,3 7 0 0,-2 1-10 0,-3 5 31 16,3 1-13-16,-1 1 9 16,-1 4 0-16,-5-2 5 0,1-2-1 0,1-7 10 15,-3-2 12-15,-1-15 8 0,1-2 2 0,-2-6 4 16,2-7-68-16,-2-7-127 16,2-5 0-16,-2-3 0 0,0 0 0 0,0-4 0 15,0-2 0-15,2 1 0 0,0-1 0 16,-2 0 0-16,0-8 0 0,0 10 0 0,0-10 0 15,2 11 0-15,-2-11 0 0,0 8 0 16,0-8 0-16,1 6 0 0,-1-6 0 0,0 0 0 16,0 0 0-16,0 0 0 0,0 0 0 15,0 0-204-15,0 0-573 0,0 0-199 16,0 0 84-16,-1-31 100 0,2 14-755 0,5-3-992 16</inkml:trace>
  <inkml:trace contextRef="#ctx0" brushRef="#br0" timeOffset="46804.07">20093 1264 4051 0,'-2'-12'-100'0,"0"8"69"0,2 4 36 0,-3-9 29 0,3 9 13 0,0 0 21 0,-2-6 15 16,2 6 14-16,0 0 6 0,0 0-3 16,0 0-12-16,0 0 30 0,0 0 27 15,7 23 11-15,3 12 26 0,-3 6 24 0,1 15 0 16,2 8-8-16,-7 5 20 0,1 1 4 16,-4 0-11-16,2 0-16 0,-2 3 0 15,-2 2 17-15,2 2 22 0,0-2 1 16,0-2-4-16,0-8-6 0,2-2 12 15,0-17-217-15,-1-1-20 0,-1-4 0 0,2-10 0 16,-2-7 0-16,3-5 0 0,-3-2 0 16,2-3 0-16,-2-1 0 0,2-2 0 0,-2-3 0 15,0 3 0-15,0-5 0 0,0 3 0 16,0-9 0-16,2 14 0 0,-2-14 0 0,0 10 0 16,0-10 0-16,0 8 0 15,0-8 0-15,1 6 0 0,-1-6 0 0,0 6 0 0,0-6 0 16,0 0 0-16,0 0 0 0,0 0-196 15,0 0-741-15,-1-27-33 0,-1 15 103 16,-2-2-909-16,-2-6-1205 0</inkml:trace>
  <inkml:trace contextRef="#ctx0" brushRef="#br0" timeOffset="47585.97">21849 1392 4485 0,'1'-14'-185'0,"-2"2"69"0,-1 2 51 0,2 1 39 0,-2 1 53 16,2-1 30-16,0 9 36 0,0-10 27 16,0 10 25-16,-2-10 21 0,2 10 8 15,-5-7-2-15,5 7-4 0,0 0-16 16,0 0-24-16,0-9-17 0,0 9-8 0,0 0 21 16,7 28 42-16,-2 8 22 0,5 19 5 15,-3 9-3-15,3 7 5 0,1 1-7 0,5 21-7 16,-1 3 8-16,-4 3 6 0,3 2 23 15,-7 0 7-15,2-6-3 0,1-24-214 16,-2-1-8-16,-3-4 0 0,3-6 0 0,-2-6 0 16,0-15 0-16,-4-3 0 0,-1-10 0 15,1-7 0-15,0-2 0 0,0-5 0 0,0 2 0 16,-2-6 0-16,2 1 0 0,-2-3 0 16,0-6 0-16,2 12 0 0,-2-12 0 15,1 7 0-15,-1-7 0 0,0 0 0 16,7 7 0-16,-7-7 0 0,0 0 0 0,0 0 0 15,0 0 0-15,0 0 0 0,0 0 0 16,0 0 0-16,0 0 0 0,0 0 0 0,7-22 0 16,-7 15 0-16,2-1-99 0,2-4-982 15,-1-2 115-15,-3-1-1090 0,4-3-1469 0</inkml:trace>
  <inkml:trace contextRef="#ctx0" brushRef="#br0" timeOffset="48470.62">24015 1113 5436 0,'0'-11'-178'0,"0"4"60"0,-4-1 48 16,4 8 26-16,-2-11 40 0,2 11 33 0,0-6 29 15,0 6 24-15,0 0 13 0,0 0 7 16,0-9-7-16,0 9-15 0,0 0-11 0,0 0-15 16,0 0-3-16,0 0 0 0,-1 27 28 15,4 15 33-15,1 16 41 0,-2 10 27 16,0 11 2-16,3 20 11 0,3 2 12 0,0-1-2 15,-4 1-8-15,3 1-8 16,-3-1-11-16,2-4 1 0,-2-17 1 0,1-1 5 16,-1-7-183-16,-2-5 0 0,2 1 0 15,-6-10 0-15,2-13 0 0,0-9 0 0,-2-6 0 16,2-7 0-16,0-3 0 0,2-4 0 16,-2-2 0-16,0-4 0 0,0 0 0 0,0-2 0 15,0-8 0-15,2 5 0 0,-2-5 0 16,0 0 0-16,0 0 0 0,0 0 0 0,0 0 0 15,0 0 0-15,0 0 0 0,0 0 0 16,13-13 0-16,-13 13 0 0,0 0 0 0,0-12 0 16,0 12 0-16,0-8-11 0,0 1-835 15,-1 0-151-15,1 7 104 0,-4-13-958 16,4 3-1278-16</inkml:trace>
  <inkml:trace contextRef="#ctx0" brushRef="#br0" timeOffset="49485.51">25488 1233 4740 0,'-3'-10'-167'16,"-2"1"64"-16,1-1 48 0,1 0 30 0,-1 0 49 0,4 3 28 0,-4-1 36 0,4 8 33 0,-1-14 28 16,1 7 15-16,0 7 3 0,-2-10-13 15,2 10-22-15,0-8-16 0,0 8-18 0,0 0-5 16,0 0 26-16,3 29 48 0,1 6 23 15,2 9 14-15,-1 19 2 0,2 9 8 16,-4 3 2-16,1 3-1 0,-2-1 4 16,0 2-2-16,-2-1-8 0,0-3-19 0,-2 0-113 15,0-1-77-15,-2-4 0 0,1-6 0 16,1-8 0-16,-1-13 0 0,3-4 0 16,-4-7 0-16,4-9 0 0,0-3 0 0,0-5 0 15,0-1 0-15,-2-3 0 0,2-1 0 16,0-2 0-16,0 0 0 0,0-8 0 0,0 12 0 15,0-12 0-15,6 7 0 0,-6-7 0 16,6 5 0-16,-6-5 0 0,0 0 0 0,8 5 0 16,-8-5 0-16,4 2 0 0,-4-2 0 15,0 0 0-15,0 0 0 0,0 0 0 0,0 0-107 16,0 0-958-16,0 0 96 16,-6-22 105-16,6 22-900 0,-4-12-1194 0</inkml:trace>
  <inkml:trace contextRef="#ctx0" brushRef="#br0" timeOffset="50503.55">27104 1252 4645 0,'-2'-5'-144'0,"2"5"59"0,0-14 51 0,0 7 46 0,0 7 51 0,0 0 39 16,0-10 38-16,0 10 26 0,0 0 16 15,0-10 0-15,0 10-12 0,0 0-23 16,0 0-21-16,0 0-4 0,0 0 34 16,2 39 34-16,2 1 16 0,0 22 13 15,3 10-1-15,0 3-9 0,0 3 14 0,-2-1-14 16,1 5-1-16,1 16-14 0,4 0-12 16,-6-20-3-16,2 2-175 0,4-5-4 0,-8-3 0 15,5-4 0-15,-3-8 0 0,1-4 0 16,-3-17 0-16,-1-3 0 0,3-9 0 0,-3-4 0 15,0-8 0-15,0 0 0 0,-2-4 0 16,1 1 0-16,-1-4 0 0,2-1 0 16,0 1 0-16,-2-8 0 0,0 0 0 0,6 4 0 15,-6-4 0-15,0 0 0 16,0 0 0-16,0 0 0 0,12-16 0 0,-11 12 0 0,1-3 0 16,2 1-221-16,-2-6-689 15,2 1-59-15,-3-1 100 0,5-2-907 0,-1 1-1206 16</inkml:trace>
  <inkml:trace contextRef="#ctx0" brushRef="#br0" timeOffset="51386.67">28659 1167 4721 0,'0'-7'-131'0,"-2"0"50"0,2 7 31 0,-2-7 44 0,2 7 41 0,0 0 45 0,0-11 40 16,0 11 16-16,0 0 8 0,4-9-14 15,-4 9-17-15,0 0-18 0,0 0 39 16,4 31 79-16,-2 14 65 0,-1 17-14 16,6 6-6-16,-5 11-1 0,-2 2 8 0,0 1 0 15,2 2 16-15,0-2-13 0,-1 1-20 16,-1-1-94-16,0-2-154 0,4 0 0 0,0-4 0 16,-4-5 0-16,0-5 0 0,0-8 0 15,2-13 0-15,-4-3 0 0,2-12 0 16,0-4 0-16,0-7 0 0,0-2 0 0,0-2 0 15,0-3 0-15,-2-3 0 0,2 1 0 16,0-2 0-16,-2-1 0 0,2-7 0 16,2 12 0-16,-2-12 0 0,-2 13 0 15,2-13 0-15,2 8 0 0,-2-8 0 0,2 8 0 16,-2-8 0-16,0 8 0 0,0-8 0 16,0 0 0-16,0 5 0 0,0-5 0 0,0 0 0 15,0 0-780-15,0 0-209 0,0 0 85 16,-9-25-973-16,7 16-1300 0</inkml:trace>
  <inkml:trace contextRef="#ctx0" brushRef="#br0" timeOffset="52270.31">30292 1260 4842 0,'-1'-8'-190'0,"-1"1"63"0,2 7 47 0,-4-10 39 0,4 10 53 0,0-9 49 0,0 9 36 16,0 0 30-16,0 0 21 15,-2-12 13-15,2 12 13 0,0 0 2 16,2-8 8-16,-2 8 0 0,0 0-13 0,0 0-5 15,0-8-16-15,0 8-8 0,0 0-26 16,0 0-8-16,0 0-19 0,0 0 11 0,-4 28 25 16,4 10 14-16,-2 20 15 15,-4 10 13-15,2 9 23 0,1 3 3 0,-1 0-8 16,4 2-18-16,-4 21-66 0,2 2-101 16,2-3 0-16,0-23 0 0,-1 0 0 0,2-1 0 15,-2-4 0-15,-1-8 0 0,2-2 0 0,-5-8 0 16,5-12 0-16,-2-5 0 15,0-10 0-15,2-5 0 0,0-5 0 0,0-4 0 16,-1-1 0-16,1-3 0 0,-2 0 0 16,4-2 0-16,-2-1 0 0,0-8 0 0,0 12 0 15,0-12 0-15,1 9 0 0,-1-9 0 16,2 7 0-16,-2-7 0 0,0 0 0 0,7 5 0 16,-7-5 0-16,0 0 0 0,0 0 0 15,0 0 0-15,0 0 0 0,0 0-850 16,7-19-153-16,-7 10 103 0,0 3-949 0,0 6-1276 15</inkml:trace>
  <inkml:trace contextRef="#ctx0" brushRef="#br0" timeOffset="54766.53">31497 1308 4550 0,'0'0'-280'0,"0"0"71"0,0 0 51 0,2-9 48 0,-2 9 42 0,0 0 38 16,0 0 29-16,0 0 31 15,0 0 32-15,0 0 20 0,-7-10 19 0,7 10 11 16,0 0 9-16,0 0 8 0,0 0 4 15,0 0 0-15,0 0-2 0,0 0 5 16,0 0 3-16,0 0 4 0,-3-6 2 0,3 6 2 16,0 0 2-16,0 0 1 0,0 0-1 15,0 0 9-15,0 0-2 0,0 0-2 0,0 0-3 16,0 0-2-16,-4-6-6 16,4 6-8-16,0 0-5 0,0 0-13 0,0 0-8 15,0 0-10-15,0 0-12 0,0 0-6 0,0 0-8 16,0 0-9-16,0 0-3 15,0 0-7-15,0 0-7 0,0 0-5 0,0 0-5 16,0 0 3-16,0 0-7 0,0 0-3 16,0 0 3-16,0 0-3 0,0 0-1 0,0 0 0 15,0 0 1-15,0 0-26 0,-4-8-4 16,4 8 0-16,0 0 0 0,0 0 0 16,0 0 0-16,0 0 0 0,0 0 0 0,0 0 0 15,0 0 0-15,0 0 0 0,0 0 0 16,0 0 0-16,0 0 0 0,0 0 0 0,0 0 0 15,0 0 0-15,0 0 0 16,0 0 0-16,-3 20 0 0,3-20 0 16,-2 17 0-16,2-6 0 0,0 0 0 0,-2 7 0 15,-2 0 0-15,4 2 0 0,-3 1 0 16,1 4 0-16,-3 8 0 0,1-2 0 0,4-4 0 16,-1-3 0-16,-3 12 0 0,2-9 0 15,2-3 0-15,0 2 0 0,0 0 0 16,0-5 0-16,2 2 0 0,0-3 0 0,-2-1 0 15,0 1 0-15,0-1 0 0,2 2 0 16,-1-1 0-16,-1-3 0 0,0 3 0 16,0-6 0-16,0 1 0 0,2-1 0 0,0 3 0 15,-2 0 0-15,2-5 0 0,-2 3 0 16,3-4 0-16,-1 3 0 0,-2 0 0 16,0-1 0-16,2-1 0 0,-2-1 0 15,0 1 0-15,0 2 0 0,1-3 0 0,-1 3 0 16,0 3 0-16,0 2 0 0,2-2 0 15,-2 2 0-15,0-2 0 0,0 2 0 0,2 1 0 16,0-1 0-16,0 0 0 0,0 1 0 16,-1-3 0-16,-1 4 0 0,4-3 0 0,-4 1 0 15,2-2 0-15,-2 0 0 0,2-3 0 16,-2-2 0-16,0 1 0 0,2-1 0 16,-2-3 0-16,0 1 0 0,0-3 0 15,1 0 0-15,-1-7 0 0,0 15 0 16,0-10 0-16,0-5 0 0,0 9 0 0,0-9 0 15,0 8 0-15,0-8 0 0,0 8 0 16,0-8 0-16,0 0 0 0,0 9 0 0,0-9 0 16,0 0 0-16,0 8 0 0,0-8 0 15,0 0 0-15,0 0 0 0,0 0 0 0,0 8 0 16,0-8 0-16,0 0 0 0,0 0 0 16,0 0 0-16,0 0 0 0,0 0-529 15,-7-22-507-15,9 11 110 0,0-2-1012 0,6-1-1360 16</inkml:trace>
  <inkml:trace contextRef="#ctx0" brushRef="#br0" timeOffset="55585.72">32638 1480 4921 0,'-4'-16'-273'0,"1"4"58"0,1 2 48 0,0 2 45 0,2 0 47 0,-2 1 41 0,2 7 47 0,-4-14 42 16,4 14 31-16,0-10 24 0,0 10 17 15,-1-10 8-15,1 10 6 0,-2-9 5 16,2 9 1-16,-3-8-3 0,3 8-2 16,0 0-8-16,-2-9-10 0,2 9-16 15,0 0-17-15,0 0-10 0,0 0-6 0,0 0 12 16,-7 23 11-16,3 14 35 0,-1 15-8 16,-1 10-6-16,-1 4 33 0,4 6 19 15,-5 3 6-15,5 2 16 0,-3 1-8 0,-4 23-7 16,3-3-12-16,-1-19-12 0,3 1-10 15,-4-3-14-15,4-1-45 0,-3-7-85 16,1-6 0-16,2-6 0 0,0-14 0 0,-1-4 0 16,4-10 0-16,-1-6 0 0,1-5 0 15,0-4 0-15,2-2 0 0,-4 0 0 0,4-3 0 16,0-1 0-16,-1 1 0 16,1-2 0-16,0-7 0 0,-2 10 0 0,2-10 0 15,0 0 0-15,2 8 0 0,-2-8 0 16,0 0 0-16,0 0 0 0,0 0 0 0,0 0 0 15,0 0 0-15,0 0 0 0,0 0 0 16,0 0 0-16,0 0 0 0,9-22 0 16,-9 15-908-16,2-1-97 0,-2-1 111 0,-2 1-937 15,0-3-1258-15</inkml:trace>
  <inkml:trace contextRef="#ctx0" brushRef="#br0" timeOffset="61048.69">5981 1034 1607 0,'2'-7'231'16,"-2"7"-7"-16,0 0-31 0,0 0-36 0,0 0-32 0,-2-12-32 0,2 12-27 0,0 0-12 16,0 0-3-16,0 0-1 0,0 0 4 15,-9 24-10-15,7-12-1 0,2 3-2 0,-6 7 1 16,4-5-3-16,0 2-3 0,0 1-2 15,2-4-2-15,-2 1-5 0,4-2 5 16,0-1-2-16,-2-1-5 0,2-1 9 0,-2-2 8 16,2 1 11-16,-2-5 14 0,0 0-3 15,0-6 12-15,0 12-10 0,0-12 2 0,3 9-8 16,-3-9 9-16,0 0-19 16,0 9-3-16,0-9 0 0,0 0-19 15,2 9-31-15,-2-9-46 0,0 0-40 0,0 0-48 16,0 0-60-16,0 0-95 0,0 0-144 15,9 0-139-15,-9 0 57 0,0 0-96 0,0 0-113 16</inkml:trace>
  <inkml:trace contextRef="#ctx0" brushRef="#br0" timeOffset="61749.56">7479 1216 1840 0,'-4'-10'103'15,"2"6"14"-15,2 4-1 0,2-13 0 0,0 7-7 0,2 0-8 0,2 2-8 0,2-2-4 0,-3 3-2 0,4-2-8 0,3 3-11 16,-12 2-10-16,21 2-4 0,-9 2-6 15,-1 0-3-15,1 4-1 0,-1 0-6 16,-2 3 1-16,1 4-1 0,-4-1 16 0,-2 2-6 16,-4 0 13-16,-2 1 16 0,0 2 9 15,-2-2 11-15,1 3 11 0,-8-1 5 0,4-2 8 16,1-1 1-16,1-3-2 16,-2-1-5-16,6 0-2 0,-5-5-2 0,2 3-9 15,2-4-4-15,2 2-8 0,0-8-7 16,-1 9-5-16,1-9-4 0,5 12-4 15,-1-8-8-15,6 0-4 0,1 0-5 0,2 0-5 16,6-2-22-16,-6 0-14 0,3-2-19 16,-1-2-13-16,1 2-15 0,-16 0-14 0,25 2-18 15,-25-2-15-15,16-2-33 0,-7 2-24 16,-9 0-27-16,12 0-40 0,-12 0-58 16,0 0-88-16,13 0-117 0,-13 0-160 0,0 0 54 15,11-2-210-15,-11 2-273 0</inkml:trace>
  <inkml:trace contextRef="#ctx0" brushRef="#br0" timeOffset="62665.59">9490 1034 2096 0,'-8'-9'51'0,"8"9"29"0,-2-7 3 0,2 7-8 0,0 0-6 0,8-12-8 16,2 5-1-16,1 2-8 0,-1 2-3 16,6-1-3-16,0 1-3 0,-3 4-2 15,5-1-5-15,-2 4-7 0,0 1 1 0,1 2-5 16,-4 2 6-16,-3-1-4 0,-1 2-1 15,1 1 2-15,-4-1 5 0,-3 2 10 0,-1 0 23 16,-4 3 13-16,1 2 3 16,-9 2 15-16,-5 8 3 0,-2-1 0 0,1-5 7 15,3-1 10-15,3-7-3 0,3-3-7 0,1 1-13 16,3-5-1-16,-3 0-7 16,3 2-12-16,3-8-4 0,0 9-2 0,0-9-9 15,7 8-7-15,-2-1-5 0,3-2-4 16,-1 0-7-16,1 1-2 0,3-1-4 15,-3 1 3-15,2-1-11 0,-3 2 3 0,3 2-7 16,-3-4-3-16,-1 2 4 0,2 0 6 16,-4 0 12-16,1-1 24 0,-3 0 27 0,2 0 24 15,-4-6 7-15,-2 13 7 16,2-13-2-16,-9 13-2 0,3-8-8 0,-6 2-2 16,5-3-21-16,-5 0-8 0,-1-2-9 0,-2 2-39 15,-1-4-59-15,1 0-71 16,15 0-103-16,-30-4-99 0,18 2-114 0,1-1-169 15,2-2-169-15,-2 1 69 0,6 1-439 16,5 3-588-16</inkml:trace>
  <inkml:trace contextRef="#ctx0" brushRef="#br0" timeOffset="63450.29">11952 1155 3036 0,'0'0'9'0,"4"-9"57"0,-4 9 30 0,0-8 14 0,0 8-12 0,0 0-14 0,0 0-15 15,0 0 20-15,0 0 7 0,0 0 2 16,-12 31 6-16,8-14-8 0,1 1-7 16,1-1-8-16,-4 0-4 0,4 1-3 15,2 0-10-15,0-1-3 0,2 0-4 0,2-5-6 16,0 2-7-16,-3-4 8 0,5 0-6 16,0-1-2-16,0-2-3 0,1-1-2 15,4-4-5-15,-11-2-3 0,23-2 0 0,-9 2-6 16,-1-6-3-16,3 0 0 0,-3-2 1 15,3 1-3-15,-3 0-2 0,-2 2-2 16,-3 0 1-16,-1 1-5 0,3 1-1 16,-10 3-7-16,10-3-1 0,-10 3-2 0,0 0 3 15,13 8 5-15,-11 1-4 0,-1-1 5 16,3 4 1-16,0 0-3 0,-1 2-2 0,2 2 1 16,1 2-1-16,-3-3 3 0,5 3 0 15,-3-5-3-15,4 3 0 0,-6-5 2 16,1-1 0-16,0 0-2 0,-1 1-4 0,-1-5-17 15,0 0-26-15,-2-6-35 0,6 12-44 16,-5-9-68-16,-1-3-83 0,3 5-121 0,-3-5-171 16,0 0-79-16,0 0 61 15,6 3-233-15,-6-3-300 0</inkml:trace>
  <inkml:trace contextRef="#ctx0" brushRef="#br0" timeOffset="64316.14">14133 1194 2135 0,'3'-5'-26'0,"-3"5"35"0,9-3 30 0,-9 3 24 0,0 0 21 0,2-9 14 0,-2 9 13 0,0 0 11 0,0 0-1 0,-5-13-3 16,5 13 4-16,-9-7-3 15,9 7-12-15,-13-6-12 0,6 3 1 0,7 3-15 16,-17 0-9-16,17 0-4 0,-23 3-7 16,10-3-2-16,-2 6 1 0,-1 1-14 15,3 0-4-15,-1-1-1 0,1 1-6 0,1 3-4 16,3-2-5-16,4 0-1 0,-1 1 10 16,4-1-15-16,2 0 2 0,6 2 5 15,1 0-3-15,5-1-6 0,1 1 7 0,6 0-2 16,-4 0 1-16,5-1-7 0,-4 1-5 15,-2-1 3-15,1-3 9 0,-5 1 2 16,-1-1 10-16,0-1 11 0,-5 0 15 16,5 0 25-16,-6 0 37 0,-3-5 29 0,4 12 17 15,-4-12 28-15,-4 12 18 0,1-5-4 16,-8-2 1-16,4 3-4 0,0-4-10 0,-5 1-18 16,0 0-17-16,1-2-16 0,-2-1-13 15,0 0-14-15,-3 0-17 0,3 0-19 16,-1-2-45-16,14 0-65 0,-22 0-82 0,22 0-91 15,-19-2-106-15,11 4-115 16,-2-1-151-16,10-1-256 0,0 0 54 0,-13-1 89 16,13 1-464-16,0 0-614 0</inkml:trace>
  <inkml:trace contextRef="#ctx0" brushRef="#br0" timeOffset="65131.22">16322 1113 3015 0,'6'-6'-86'0,"-6"6"38"0,5-10 34 0,-5 10 20 0,6-5 18 0,-6 5 20 0,0 0 10 0,0 0 7 15,1-7-3-15,-1 7-9 0,0 0 5 16,0 0 3-16,0 0 4 0,0 0 29 15,-32 28 14-15,7-6 10 0,-5 7 20 0,-4 1-1 16,-1 3 6-16,1 2 7 0,2-3 1 16,1 1-3-16,6-7-9 0,4-1-9 0,5-2-12 15,2-5-9-15,4-3-8 0,5-1-10 16,1-3-5-16,1-1-6 0,4 1 0 16,-1-2 0-16,8-2-4 0,1 3 1 15,3-7-17-15,1 0-4 0,1 1-1 16,1-2-5-16,-2-2 1 0,0 0 32 0,-13 0 26 15,22-2 5-15,-15-2 9 0,-7 4-12 16,13-6-13-16,-7-2-7 0,-2 2-5 0,0-1-13 16,-2-1-6-16,-2 8-10 0,0-13-14 15,0 13-11-15,-8-10-34 0,2 4-51 16,-2 4-54-16,-5-2-64 0,13 4-95 0,-24 0-97 16,12 0-118-16,-1 2-162 0,0-2-120 15,13 0 85-15,-20 4-449 0,20-4-599 0</inkml:trace>
  <inkml:trace contextRef="#ctx0" brushRef="#br0" timeOffset="65899.3">18429 1165 3295 0,'-16'-10'42'0,"16"10"45"0,-12-4 32 0,12 4 31 0,-10-3 25 0,10 3 22 0,0 0 8 0,-9-2 1 0,9 2-9 0,0 0-18 0,0 0-18 0,-8-6-17 15,8 6-16-15,0 0-12 0,0 0-16 16,0 0-9-16,0 0-10 0,0 0-8 0,0 0-3 16,29-6-10-16,-17 6-5 0,-12 0-9 15,20 0-4-15,-20 0-9 0,19 1-5 0,-10 0-6 16,-1 5-4-16,2-2 2 0,-3 1-4 15,1 4-1-15,-3 4 2 0,2 0-1 16,-2 1 1-16,-3 4-3 0,4-1 0 16,-4 0-2-16,-1 0-4 0,1 1 4 15,0 0-3-15,0-1-2 0,1 0 1 0,-3-3-25 16,2-1-26-16,-2-1-38 0,0-2-52 16,2 1-54-16,-4-3-64 0,4-1-61 0,-2-7-74 15,1 12-117-15,1-8-177 0,-2-4 18 16,0 0-375-16,0 0-512 0</inkml:trace>
  <inkml:trace contextRef="#ctx0" brushRef="#br0" timeOffset="66097.32">18445 1364 2955 0,'0'0'96'0,"-14"-1"54"16,14 1 5-16,0 0 2 0,-9-4-1 0,9 4 18 15,0 0 10-15,0 0-2 0,0 0-18 16,0 0-18-16,45-5-10 0,-18 4-50 16,-4-5-61-16,2 3-79 0,-2-2-71 0,-3 1-70 15,0 3-63-15,-4-5-93 16,2 1-155-16,-7 2-105 0,1 0 60 0,-3 1-169 16,-9 2-211-16</inkml:trace>
  <inkml:trace contextRef="#ctx0" brushRef="#br0" timeOffset="66865.33">21092 965 1901 0,'11'0'-63'0,"-11"0"27"0,23 0 13 0,-10 0 10 0,-3 5 5 0,3 1 0 0,1 2 11 0,-1 1 13 16,-6 3 15-16,3 3 24 15,-2 6 24-15,-6 1 23 0,-4 2 19 0,-6 8 23 16,-4 0 22-16,-2-3 11 0,-6 1 24 15,4-2 11-15,-4-2 6 0,3-1-6 16,4-6-17-16,3-4-17 0,0-3-16 0,7-1-16 16,-3-3-14-16,4-1-12 0,0 0-7 15,2-7-9-15,4 12-9 0,-4-12-7 16,9 5-10-16,-9-5-4 0,0 0-4 0,18-1-3 16,-18 1 6-16,0 0 22 0,7-14 24 15,-7 14 19-15,-2-17 16 0,-5 3 11 0,-5-2 10 16,1-1 4-16,-9-5 0 0,4 0 1 15,0 5 2-15,3 3-8 0,4 2-10 16,-1 2-12-16,2-1-16 0,1 2-16 16,3 3-15-16,3 0-19 0,1 6-51 15,3-22-69-15,8 13-80 0,7-6-75 0,6-3-84 16,4 0-87-16,8 3-89 0,-7 1-102 16,6-1-185-16,-4 1-53 0,-13 5 73 0,2 3-478 15,-7 2-657-15</inkml:trace>
  <inkml:trace contextRef="#ctx0" brushRef="#br0" timeOffset="67864.77">22919 894 2978 0,'8'0'-142'0,"-8"0"53"0,10 4 47 0,-10-4 35 0,0 0 36 0,0 0 29 0,7 4 29 16,-7-4 26-16,0 0 28 0,0 0 22 0,0 0 9 15,0 0 10-15,0 0 3 0,0 0 1 16,0 0-4-16,0 0-6 0,0 0-7 0,0 0-3 16,15-10-4-16,-15 10-1 0,8-8 3 15,-4 4-11-15,0-3 2 0,-4 7 4 16,5-16-10-16,-1 5-12 0,-2 1-5 16,-2 2 1-16,2-1-4 0,-2 2-19 15,0 7-9-15,0-13-13 0,0 13-6 0,-2-9-20 16,2 9-6-16,-9-3-4 0,9 3-4 15,-24 3-9-15,13 2-3 0,-3 2-5 16,2 0-6-16,-2 1-1 0,1 3-5 0,4-1-5 16,-4 0-2-16,8-1-1 0,-1-1-2 15,1 2-5-15,3-3 4 0,0 1 1 0,2-8-5 16,4 16 8-16,-2-10 0 0,1-3 1 16,5 5 1-16,-5-4-6 0,-3-4 9 15,13 8-8-15,-10-5-6 0,-3-3-1 16,11 9-5-16,-5-6 7 0,0 3-2 15,2 3-5-15,-3-2 8 0,3 5-5 0,0 0 8 16,-3 0-4-16,3 2 4 0,-3-1-4 16,3 3 2-16,-4-4 7 0,4 1-15 0,-4-2 13 15,-1 1 20-15,-1 0 21 0,2-2 23 16,-4-1 36-16,0-1 36 0,-4 0 30 16,0-1 22-16,-3 0-132 0,-1 0-67 0,-2 1 0 15,-3-2 0-15,0 1 0 0,-2-3 0 16,-5-2 0-16,6 2 0 0,0-2 0 0,-3-2 0 15,1 2 0-15,2 0 0 16,-2-2 0-16,1 0 0 0,-1 0 0 0,2 0 0 0,0 2 0 16,-1-2 0-16,1-2 0 0,14 2 0 15,-23 2 0-15,16-2-49 0,7 0-584 16,-11 0-144-16,11 0-186 0,0 0 102 16,0 0-808-16,0 0-1106 0</inkml:trace>
  <inkml:trace contextRef="#ctx0" brushRef="#br0" timeOffset="68414.36">24662 921 4738 0,'0'-11'-84'0,"0"11"69"0,0 0 32 0,-3-8 14 0,3 8 9 0,0 0-1 0,0 0-7 0,0 0-5 16,0 0 27-16,0 0 24 0,-11 21 0 15,5-4-3-15,3-1-5 0,-4 5-9 16,3 0-5-16,1 1-3 0,-1 0-18 0,2-3 3 16,0 0-10-16,0 2-1 0,2-5-4 15,0-2-31-15,-1-1-43 0,1-4-54 0,0 2-69 16,0-2-64-16,0-1-61 0,0-8-65 15,3 13-126-15,1-13-171 0,-4 0 59 16,16 2-252-16,-16-2-337 0</inkml:trace>
  <inkml:trace contextRef="#ctx0" brushRef="#br0" timeOffset="68736.83">24954 1003 2384 0,'0'0'91'0,"0"0"34"0,0 0 20 16,0 0 21-16,0-9-10 0,0 9 23 15,0 0 13-15,0 0-11 0,0 0-11 16,0 0-13-16,-12 26-17 0,10-18-17 0,0 3-9 16,2-3-8-16,0 4-11 0,4-1-23 15,-3-1-4-15,7 2-1 0,3-2-7 0,1-1-3 16,1-3-8-16,3-1 0 16,-4-1 0-16,-1-2 15 0,3-2 22 15,-14 0 21-15,27-4 18 0,-16 1 14 0,1-1 12 0,-2-2 9 16,-3 0-13-16,-2-4 3 0,1-3-23 15,-3 2-9-15,0-1-12 0,-3-1-19 16,0 2-15-16,0-1-9 0,-1 1-26 16,-4 0-38-16,-1 3-46 0,1 0-52 15,-4 4-54-15,-3 0-71 0,1 3-72 0,11 1-84 16,-25 3-116-16,14-1-164 0,-3 1-63 16,3 0 62-16,11-3-357 0,-13 4-494 0</inkml:trace>
  <inkml:trace contextRef="#ctx0" brushRef="#br0" timeOffset="69100.69">26233 817 3013 0,'-2'-11'70'0,"2"11"31"0,0 0 1 0,0 0 8 0,0 0 9 0,0 0 14 0,0 0 14 0,0 0 17 16,-18 29-2-16,9-13-10 0,4 4-15 15,-2 3-12-15,3-4-10 0,-6 15-16 0,0-5-6 16,7-4-22-16,-1-3-5 0,-2 1-20 16,5-6-48-16,1 0-61 0,-5 0-68 0,5-3-76 15,2-4-71-15,1 0-96 16,0-5-113-16,1 1-146 0,2-4 60 0,-6-2-202 16,17 2-263-16</inkml:trace>
  <inkml:trace contextRef="#ctx0" brushRef="#br0" timeOffset="69330.47">26622 819 2428 0,'0'0'214'0,"2"-8"20"16,-2 8 0-16,0 0-19 0,0 0-19 16,0 0-12-16,0 0-3 0,0 0-14 0,0 0-14 15,-9 24-11-15,7-8-16 0,-5 4-11 16,4 3-12-16,-1-2-9 0,-2 4-28 15,3-5-36-15,-1 4-29 0,-2-2-43 0,0-3-72 16,0 2-46-16,-1-3-51 16,1 1-68-16,1-5-90 0,0-4-156 0,0 0-78 15,3-5 62-15,0 1-153 0,2-6-187 16</inkml:trace>
  <inkml:trace contextRef="#ctx0" brushRef="#br0" timeOffset="69996.89">27830 756 1938 0,'6'-11'57'0,"-1"3"58"0,-5 3 62 0,2-2 45 0,-2 7 22 0,4-9 11 0,-4 9-2 0,0 0-17 16,2-8-25-16,-2 8-28 0,0 0-21 15,0 0-3-15,0 0 12 0,0 0-8 16,-8 39-11-16,3-16-11 0,-1 9-9 0,3 2-12 15,-4 1-6-15,2 0-11 0,1-1-8 16,-2-9-8-16,3-1-11 0,-1 0-8 16,0 0-14-16,0-3-5 0,0-3-5 0,0-2-36 15,2-3-49-15,2-1-61 16,-1-3-70-16,1 0-80 0,0-9-72 0,1 9-109 0,-1-9-183 16,8 2-58-16,-8-2 61 15,17-11-259-15,1-2-354 0</inkml:trace>
  <inkml:trace contextRef="#ctx0" brushRef="#br0" timeOffset="70296.7">28072 821 2539 0,'2'-9'90'0,"4"2"42"16,-2-1 14-16,-3 1 19 0,5 2-3 0,-6 5 5 16,10-8-13-16,-3 7-16 15,-7 1-11-15,0 0-8 0,24 4-10 0,-17 4-1 16,0 5-9-16,1 0 4 0,-4 3 4 0,2 5 15 15,-6 1 14-15,0-1 18 16,-6 2 21-16,2 0 18 0,-4-3 20 0,3 1 17 16,-3-1 0-16,5-5-9 0,-1-1 3 15,-1-2-5-15,4-2-6 0,-1-1-13 0,4 0-9 16,-1-3-5-16,11 3-9 0,-1-2-24 16,5 0-15-16,1-4-27 0,4 0-44 15,0-3-53-15,-2 4-55 0,0-4-92 0,-4 2-84 16,1 0-75-16,-5-2-77 0,1 0-61 15,-12 0-57-15,15 2-82 0,-15-2-142 16,0 0-54-16,9 2 72 0,-9-2-438 0,0 0-599 16</inkml:trace>
  <inkml:trace contextRef="#ctx0" brushRef="#br0" timeOffset="70813.77">29360 744 2932 0,'2'-7'-30'0,"-2"0"57"0,0 7 36 0,0-8 22 0,0 8 5 0,0 0-11 15,0 0-10-15,0 0 56 0,0 0 51 0,0 0 16 16,-7 39 13-16,1-15-10 0,3 10-13 16,-3 2-8-16,-1 1-16 0,2-2-15 15,-1 2-16-15,5-10-11 0,-1 0-13 0,-2 7-10 16,0-10-23-16,4-5-36 0,0-3-46 15,0-3-62-15,0-2-66 0,0-2-70 16,0-2-49-16,0-7-73 0,6 9-122 16,-6-9-156-16,7 3-18 0,-7-3-287 0,0 0-395 15</inkml:trace>
  <inkml:trace contextRef="#ctx0" brushRef="#br0" timeOffset="71229.55">29701 756 2468 0,'7'-9'22'0,"-4"3"45"16,3-1 25-16,-1 1 22 0,-1 1 13 16,-4 5 7-16,6-7-12 0,-6 7-14 15,8-6-12-15,-8 6-2 0,0 0-13 16,17 3-2-16,-17-3-13 0,12 10-7 16,-5-3-5-16,-3 2-5 0,1-1 1 0,-1 4-1 15,-2-1-6-15,0 0 9 0,-2 1 11 16,2 1 11-16,-4-2 3 0,0 2 0 15,0-1 0-15,0-1-10 0,0 1-8 0,0-2-4 16,4-1-6-16,-2 1-6 0,0-1-1 16,0 3-9-16,2 0 0 0,0-1-1 15,2 1-6-15,-2 0 0 0,2-2-1 0,-2-1-2 16,2 4-2-16,-2-2-1 16,-1-1-2-16,1-2 7 0,0-1 14 0,-2 4 14 15,0-3 19-15,-2 1 10 0,0-1 11 16,-1 2 5-16,-1-1-2 0,-2-1-5 15,-2 1-18-15,-1-2-9 0,0 1-1 0,-2-1-9 16,0-1-8-16,0-1-38 0,1-2-47 16,1-1-77-16,9-2-82 0,-20-2-73 0,20 2-79 15,-16-7-114-15,10-2-231 0,5 4 24 16,1 5 67-16,0-15-252 0,0 15-339 16</inkml:trace>
  <inkml:trace contextRef="#ctx0" brushRef="#br0" timeOffset="71664.47">30742 830 2296 0,'4'-9'74'0,"0"0"69"0,-1 4 47 0,-3 5 8 0,6-8 5 0,-6 8-13 0,2-6-17 0,-2 6-22 0,0 0-19 0,0 0 31 16,0 0 13-16,0 0 3 0,-2 26-6 16,-2-14-11-16,1 3-17 0,1 2-8 15,-2 1-13-15,0 3-15 0,3 0-10 0,-3-3-8 16,1 1-9-16,-3-3-9 0,6 1-16 16,-3-2-45-16,1-1-46 0,0-4-67 15,0-1-60-15,2-1-52 0,2-1-33 0,-2-7-71 16,7 8-75-16,-1-6-94 15,-6-2-112-15,18-3 2 0,-9-1-216 0,5-4-300 16</inkml:trace>
  <inkml:trace contextRef="#ctx0" brushRef="#br0" timeOffset="72030.66">30972 894 2228 0,'9'-12'54'0,"-6"7"63"16,3-1 53-16,-2 0 48 0,-4 6 23 16,3-5 3-16,-3 5-17 0,0 0-17 0,0 0-20 15,0 0 0-15,0 0 1 0,0 0-9 16,0 0-19-16,-5 28-13 0,1-14-13 15,0-3-14-15,1 5-12 0,-2 0-10 0,3 1-8 16,0-3-12-16,2-1-7 16,0 1-6-16,0-2-8 0,2 0-5 0,0-2-2 15,1-1-4-15,1-3-2 0,-1 1-3 16,3-3-2-16,-6-4-5 0,16 5-2 16,-4-7-4-16,-12 2 2 0,31-8-8 0,-14-1 1 15,2 2-5-15,-3 0 2 0,-3 0 14 16,-1 1 2-16,-1 0 0 0,-4 2-1 0,0 2-13 15,-7 2-7-15,0 0 11 0,0 0 11 16,11 10 9-16,-11-10-11 0,-5 17 6 16,3-5-8-16,-2 2-3 0,1 1 5 0,1 0-4 15,-2 3-7-15,2-3-1 16,1 1-5-16,1-3 0 0,-2 1-33 0,2-3-34 16,0-2-42-16,0 0-53 0,0-1-61 15,2-2-78-15,1 0-100 0,-3-6-129 16,9 3-215-16,-9-3-1 0,0 0 70 0,0 0-370 15,0 0-500-15</inkml:trace>
  <inkml:trace contextRef="#ctx0" brushRef="#br0" timeOffset="72594.89">31960 903 2808 0,'4'-5'-6'0,"-2"-1"34"0,-2 6 14 0,0 0-3 0,0 0-1 0,0 0 50 16,0 0 47-16,0 0 21 0,5 31 20 16,-7-14 15-16,-1 5 17 0,-5 9-5 15,3-4-5-15,-2 7-21 0,0 0-8 16,-2-5-19-16,3 0-13 0,-1-10-13 0,2 2-13 15,-1-3-10-15,1-3-13 0,1-3-29 16,-1-2-41-16,3 1-45 0,-3-5-77 16,1 0-72-16,4-6-81 0,0 8-85 0,0-8-115 15,0 0-180-15,12 2-5 0,-12-2-309 16,0 0-430-16</inkml:trace>
  <inkml:trace contextRef="#ctx0" brushRef="#br0" timeOffset="72948.72">32288 935 2454 0,'6'-9'-41'0,"-3"0"50"0,1 4 38 16,-4 5 17-16,2-9 5 0,-2 9 2 15,0 0-18-15,0 0 8 0,0 0 20 16,0 0 5-16,0 0 8 0,-36 18 1 0,18-6 5 16,2 0-14-16,0 1-14 0,1 1-2 15,3-1-2-15,3 0-5 0,1-1-7 16,3 1-1-16,3-1-6 0,2-1 1 0,4 1-7 15,-1 0-5-15,3 1 7 16,1 1 19-16,2 0 12 0,-2-1 3 0,-1-1 7 16,-1 0 8-16,1-1 3 0,-5-1 8 15,6 1 15-15,-7-3 14 0,0 0 16 16,0-8 8-16,-7 20 0 0,4-10-5 0,-5-1-13 16,-3 1-4-16,1-3-20 0,-5 3-13 15,3-3-6-15,-1 0-13 0,1 0-8 16,-1-3-30-16,2-2-42 0,11-2-56 0,-15 0-73 15,15 0-83-15,-15-10-75 0,9 5-84 16,3-2-109-16,0-4-230 0,-1 3 12 0,2-1 72 16,2 9-290-16,0-12-393 0</inkml:trace>
  <inkml:trace contextRef="#ctx0" brushRef="#br0" timeOffset="73380.33">33048 1076 2470 0,'8'-15'40'0,"-3"3"61"0,-1 0 71 0,-2 3 54 0,1 1 33 0,-3 0 23 0,0 8 2 16,7-14-21-16,-7 10-25 0,0 4-30 0,4-7-25 15,-4 7-19-15,0 0-14 0,0 0-11 16,0 0-4-16,0 0-10 0,-14 35-6 0,8-20 0 15,-1 6-5-15,-2 9-3 16,-5-1-4-16,3 2-9 0,-5-2-8 16,3-4-10-16,3-4-6 0,2 1-6 0,-1-5-7 15,0 0-20-15,1-3-50 0,0-2-56 16,3 0-72-16,-1-2-97 0,4-2-82 0,-1 1-73 16,-2-4-93-16,5-5-220 0,7 5-9 15,-7-5 73-15,0 0-327 0,34-8-444 16</inkml:trace>
  <inkml:trace contextRef="#ctx0" brushRef="#br0" timeOffset="73713.33">33468 1032 2593 0,'2'-5'43'0,"-2"5"72"16,0 0 29-16,0 0 24 0,0-12 30 15,0 12 25-15,0 0 24 0,0 0 4 16,0 0 2-16,-54 22 9 0,29-7-1 0,0 3-10 15,0 5-23-15,1 1-13 0,3-3-19 16,0 4-13-16,4 0-33 0,5-4 6 16,3-3-14-16,3 2-13 0,3-3-14 0,-2 2-6 15,5-6-11-15,0-1-6 0,5 2-15 16,-2-2-4-16,5-2-2 0,-3-1-13 0,2-1 2 16,2-3-8-16,-4 2-1 15,1-2 10-15,-6-5 2 0,11 6-3 0,-11-6-2 16,0 0-9-16,0 0-2 0,0 0-5 15,0 0-6-15,18-13-12 0,-18 13-19 16,-4-10-47-16,4 10-60 0,-16-8-74 0,3 2-111 16,-1 1-129-16,-2 2-171 0,-2 1-309 15,2-1 84-15,-4 1 90 0,5 2-526 16,15 0-709-16</inkml:trace>
  <inkml:trace contextRef="#ctx0" brushRef="#br0" timeOffset="95722.36">16410 2825 1200 0,'0'0'156'0,"0"0"-4"0,7-3-11 0,-7 3-14 0,0 0-11 0,0 0 1 0,0 0-11 15,6-4-8-15,-6 4 4 0,0 0-1 16,0 0-7-16,0 0-4 0,0 0-5 16,0 0-7-16,0 0-2 0,0 0-1 0,0 0 5 15,0 0-1-15,0 0 5 0,0 0-3 16,0 0 6-16,0 0 0 0,0 0 5 0,0 0-8 16,0 0-2-16,0 0 2 0,0 0-10 15,0 0-6-15,0 0 0 0,0 0-6 16,0 0-8-16,0 0-4 0,0 0-8 0,0 0 6 15,0 0-9-15,0 0-6 0,0 0 11 16,0 0-17-16,0 0 1 0,0 0-8 16,-25 16 1-16,19-12 1 0,6-4-3 15,-11 9 1-15,3-3 2 0,0 0 7 0,-3 4-2 16,1-1 20-16,-3 1-8 0,-1 2 9 16,-4 1 9-16,-5 5 5 0,0 3-1 0,1-3 0 15,-3 4-5-15,0-2 5 0,0 1 4 16,-4-1-3-16,2 1 1 0,3 0 4 15,-2 0-5-15,1-5-4 0,0 1-2 0,0 1 0 16,3-1-14-16,-2-1-2 0,5-2 0 16,-2 6-2-16,-1-4 9 0,-2 2 9 15,1 1 0-15,-2 0 4 0,1-1 13 16,-1 1-2-16,-1 0-2 0,1 3 2 0,-2-5 19 16,0 2 3-16,2 0-3 0,-1-2 4 15,1-2-1-15,0 2-1 0,6-5-15 0,4 0 0 16,1-3-11-16,0 1 1 0,0 0 0 15,-3 0-10-15,3-2-3 0,1-1 1 0,0 2-2 16,1 0-1-16,-1-1 1 0,1 1-6 16,1-3 2-16,0 3-4 0,1-2-7 15,3 0 2-15,-2 0 14 0,0-1 3 0,2 0 2 16,-2 0 2-16,1-1 9 0,2 1-2 16,-2-1-3-16,8-5-6 0,-9 7-25 0,4-4-34 15,5-3 0-15,-9 6 0 16,9-6 0-16,-5 4 0 0,5-4 0 0,0 0 0 15,-10 5 0-15,10-5 0 0,0 0 0 16,0 0 0-16,-7 4 0 0,7-4 0 0,0 0 0 16,0 0 0-16,0 0-120 0,0 0-157 15,0 0-102-15,0 0-107 0,0 0-121 16,0 0-198-16,13-16-21 0,-4 10 89 0,9-2-608 16,-1-2-800-16</inkml:trace>
  <inkml:trace contextRef="#ctx0" brushRef="#br0" timeOffset="97138.48">16571 2825 3395 0,'-1'-8'-201'0,"1"8"47"0,0 0 35 0,-8-9 36 0,8 9 27 0,0 0 27 0,-8-5 24 0,8 5 28 0,0 0 20 15,-7-5 22-15,7 5 25 0,0 0 13 16,-12-3 10-16,12 3 18 0,0 0 6 16,0 0 0-16,-10-4 1 0,10 4-1 15,0 0-6-15,0 0-2 0,0 0-9 16,-9-3-6-16,9 3-1 0,0 0-9 0,0 0-9 16,0 0-4-16,0 0-5 0,0 0-9 15,0 0-4-15,0 0-6 0,0 0-6 0,0 0-5 16,0 0-4-16,0 0-5 0,0 0-6 15,0 0-1-15,0 0-7 0,0 0-2 0,-11-2-4 16,11 2-2-16,0 0-1 0,0 0-3 16,0 0-3-16,0 0-3 0,0 0-7 15,0 0 0-15,0 0-1 0,0 0-5 16,0 0-2-16,0 0-8 0,0 0-7 0,0 0-12 16,0 0-2-16,0 0-7 0,0 0-2 15,0 0 3-15,0 0 6 0,0 0 5 16,0 0 4-16,0 0 1 0,0 0 1 0,0 0 3 15,0 0 0-15,0 0 0 0,0 0 6 16,0 0 1-16,0 0 0 0,0 0 7 16,-16 7-4-16,16-7 1 0,0 0-2 0,0 0-1 15,0 0 7-15,0 0-1 0,0 0-2 16,0 0 0-16,0 0 2 0,0 0-2 0,0 0 4 16,0 0 3-16,0 0 2 15,-9 2 3-15,9-2-2 0,0 0 4 0,0 0 1 16,0 0-2-16,0 0-4 0,0 0 0 15,0 0 7-15,0 0 4 0,0 0 7 16,0 0 7-16,-16 1 5 0,16-1 8 0,0 0 7 16,0 0 0-16,0 0 5 0,0 0 2 15,0 0-2-15,0 0-3 0,0 0 3 0,0 0-2 16,0 0-4-16,0 0-1 0,0 0 2 16,0 0-7-16,0 0 3 0,0 0 1 0,0 0-4 15,0 0 11-15,0 0-8 0,0 0 3 16,0 0-4-16,0 0 0 0,0 0-5 15,-2 9 3-15,2-9-5 0,0 0 23 0,22 10 12 16,-9-5 20-16,8 2 4 16,11 5-15-16,4 2-6 0,12 2-3 0,8 3-7 15,1 1-8-15,2-1-7 0,6 2-10 16,-1 1 1-16,1 0-5 0,-4 2-4 0,4 0-2 16,-1 0-26-16,1 1 0 0,1 2 1 15,-5-4 3-15,2 3 2 0,-2 0-1 0,-2-3-2 16,-5 2-6-16,3-4 3 0,-3 2 3 15,1 0-2-15,1-1 2 0,-1 0 0 0,2 0-5 16,-2-1 4-16,0 2-4 16,3-5 6-16,-5 4-4 0,-2 1 2 0,3-2-3 15,-1 0 13-15,-1 1-12 0,3 3-1 16,-4-4-2-16,5 4 3 0,1 2-1 16,6-1 1-16,1 0 2 0,21 6 2 0,2 2-3 15,5-2-1-15,-1-3-1 0,1 2 2 16,-3-2 0-16,-6-3 3 0,-13-6-14 0,-9-1 13 15,0 0-4-15,-12-5-3 0,-10 0 0 16,-7-5 0-16,-8-1 1 0,-7-1 3 0,-1-4 17 16,-3 1 4-16,-6-2-1 0,5 3-1 15,-12-5-1-15,15 2-2 0,-7 0-4 0,-8-2-2 16,0 0-2-16,13 4-17 0,-13-4-65 16,0 0-83-16,0 0-91 0,15 0-128 15,-15 0-152-15,0 0-210 0,0 0-120 16,0 0 93-16,0 0-690 0,0 0-898 0</inkml:trace>
  <inkml:trace contextRef="#ctx0" brushRef="#br0" timeOffset="98121.85">15374 3688 3636 0,'0'0'-199'0,"0"0"41"0,8-4 30 0,-8 4 30 0,0 0 26 16,0 0 6-16,0 0 12 0,0 0 14 16,0 0 11-16,0 0 17 0,0 0 9 0,0 0 17 15,0 0 26-15,0 0 17 0,0 0 17 16,0 0 25-16,0 0 16 0,-23 15 14 0,10-11 12 15,-4 3 7-15,-3 2-2 16,-8 4 5-16,-3 1 4 0,1-1 0 0,-2 2-3 16,-4 0-1-16,-10 6 0 0,2-4-4 15,-1 4-4-15,-3-1-2 0,-4-3-12 16,3 2-4-16,-1 2-11 0,5-4-2 0,0 3-7 16,9-4-6-16,0-1-10 0,4 1-6 15,0 0-5-15,1-2-22 0,1 4-8 0,1 0-5 16,0-2-3-16,4-1-5 0,1 4-7 15,-3-5 2-15,0 3 0 0,1-2 0 0,7-1-5 16,-4 3-3-16,1-3 3 0,0 1 12 16,-1 3-2-16,0-3 8 0,6-1 2 15,0-2 13-15,2-1-2 0,-1 1-1 16,3 0 6-16,-2-1 13 0,2-2 6 0,1 0 4 16,2-3 17-16,1 1-2 0,1 0 6 15,1-2-3-15,-1 0 6 0,8-5 1 16,-11 7-6-16,6-2 1 0,5-5-2 0,-9 4-5 15,9-4-5-15,-5 5-83 0,5-5-9 16,-6 5 0-16,6-5 0 0,0 0 0 0,0 0 0 16,-10 4 0-16,10-4 0 0,0 0 0 15,0 0 0-15,0 0 0 0,-6 3 0 0,6-3-143 16,0 0-262-16,0 0-116 0,0 0-137 16,0 0-225-16,8-19 60 0,-4 14 99 15,-4 5-648-15,2-10-826 0</inkml:trace>
  <inkml:trace contextRef="#ctx0" brushRef="#br0" timeOffset="100689.92">5781 5627 1434 0,'3'-10'366'0,"-3"10"-100"0,0-10-44 0,0 10-19 0,2-12-11 0,-1 5-3 0,-1 7-15 16,0-10-4-16,0 10 6 0,0-11 2 16,0 11-1-16,2-8-5 0,-2 8-12 0,0 0-19 15,0-9-11-15,0 9-13 0,0 0-12 16,0 0-7-16,0-10-14 0,0 10-7 15,0 0-11-15,0 0-2 0,0 0-11 0,0 0-4 16,0 0-1-16,0 0 0 0,0 0 32 16,0 0 10-16,9 29 19 0,-7-14 12 0,-2 9 13 15,-2 4 28-15,1 14-13 16,-5 0 1-16,-1 15-4 0,-3-1-9 0,0 2 7 16,1 4-7-16,-1-2-11 0,3-2-11 15,-3-1-12-15,5-4-8 0,0-10-8 0,1-1-8 16,3-5-7-16,1 1-9 0,-2-9 0 15,4-5 6-15,-2-4 2 0,-2-1-10 0,2-3-1 16,2-3-5-16,-2-1 3 0,0 0 2 16,1-2-4-16,3 1 1 0,-2-3-5 0,3 1-4 15,0-1-25-15,3-1-23 0,-1-1 0 16,3-2 0-16,3 0 0 0,-2 0 0 16,3-2 0-16,-1 0 0 0,1-2 0 15,-3 2 0-15,0-2 0 0,-11 0 0 16,21 2 0-16,-12-2 0 0,-9 0-152 0,12 1-79 0,-12-1-70 15,11 0-88-15,-11 0-104 16,0 0-114-16,14-5-159 0,-14 5-13 0,8-4 90 16,-5-2-598-16,1 0-746 0</inkml:trace>
  <inkml:trace contextRef="#ctx0" brushRef="#br0" timeOffset="100987.84">5814 5672 3346 0,'-12'-6'1'0,"1"1"47"0,4-2 22 0,0 4 37 0,7 3 3 0,-9-8 8 0,9 8 3 0,-6-7-4 16,6 7-7-16,0-7-13 0,0 7-10 0,4-11-7 15,5 5-10-15,0 1-8 0,2 0-5 16,0 1 0-16,6 1-11 0,-2-1-6 0,3 1-4 16,1 1-5-16,-4 0-29 15,-2 1-38-15,1 1-47 0,-1-2-47 0,-13 2-49 16,21 2-49-16,-12-2-54 0,-9 0-62 16,16 1-117-16,-16-1-91 0,11 4 34 0,-7-1-162 15,-1 2-176-15</inkml:trace>
  <inkml:trace contextRef="#ctx0" brushRef="#br0" timeOffset="101503.69">6295 5874 1963 0,'-1'-7'52'0,"-3"2"25"0,4 5 20 0,-4-10 11 0,4 5 13 0,0 5 14 0,-3-9 13 0,3 9 11 16,-2-9-2-16,2 9-2 0,-2-8-5 15,2 8-4-15,0-7-17 0,0 7-9 16,0 0-13-16,0-6-9 0,0 6-11 16,0 0-12-16,0 0 39 0,0 0 6 15,0 0 3-15,5 34-16 0,-3-17-2 0,-2 3-14 16,0 3-2-16,2 2-10 0,-2 3 5 15,-2-3-16-15,2 2 2 0,0-2-5 0,-2-1-6 16,2-5-7-16,-1 2-4 16,-1-4-3-16,2-5-6 0,-2 3-4 0,2-5-5 15,0-1-1-15,-2 1-14 0,2-3-24 16,0-7-47-16,0 10-66 0,0-10-80 0,0 0-81 16,0 0-83-16,0 0-127 0,0 0-147 15,11-19 47-15,-7 12-355 0,-1-1-427 16</inkml:trace>
  <inkml:trace contextRef="#ctx0" brushRef="#br0" timeOffset="102036.97">6503 5869 2621 0,'0'-7'-1'0,"0"7"15"0,0-12 18 0,4 5 7 15,3 1 6-15,-4 0 7 0,6 0-4 16,3 1 0-16,-2-1-4 0,1 3-2 0,0 0-6 16,3 1-4-16,1 2-2 0,-2 2-4 15,0-1-1-15,5 4-2 0,-3 1 1 0,-1-1-2 16,-2 5-1-16,-1-2 0 0,-2 1 1 15,-4 1 23-15,-1 0 16 0,0 3 23 16,-4-2 3-16,0 3 16 0,-6 1 14 16,4 1-1-16,-5-1 7 0,1-1-7 15,-2-2-5-15,4 1-7 0,1-4-5 0,-1 4 0 16,2-6-6-16,0-1-1 0,2 2 0 16,2 2-1-16,0-4-2 0,2 3-9 0,1-2-5 15,5 2-5-15,-2 1-3 0,-1 0 9 16,2 0-4-16,0 1-3 0,-2-2-4 0,2 4-2 15,-3-1 3-15,0-4 9 0,-2 4 0 16,0-1 10-16,0 0 3 0,-3 0 4 0,-1 2 9 16,-1-2 20-16,-5 3 21 15,0-4 6-15,-2 1-3 0,-3 1-11 0,2-2-8 16,-5-3-15-16,1 1-10 0,-3-2-10 16,3 0-12-16,-1-2-5 0,0-2-19 0,5-2-38 15,-7-2-57-15,16 2-67 0,-20-2-68 16,13 2-80-16,7 0-114 0,-15-6-120 15,12 2-139-15,3 4-157 0,-7-4 56 0,7 4-623 16,0 0-806-16</inkml:trace>
  <inkml:trace contextRef="#ctx0" brushRef="#br0" timeOffset="102794.23">7457 6032 3649 0,'-16'2'-31'0,"5"-2"53"0,11 0 59 0,-21 2 52 0,13-2 38 0,8 0 24 0,-14 2 12 16,14-2 5-16,0 0 3 0,-12 4-3 15,12-4-9-15,0 0-11 0,0 0-19 0,0 0-20 16,0 0-7-16,0 0-15 0,0 0-14 16,45-6-8-16,-22 4-23 0,2 0-2 0,-2-2-12 15,-3 2-2-15,2 0-17 0,-7 2-5 16,-2-3-1-16,-2 3 0 0,-11 0-14 0,22-4-2 16,-17 2-15-16,-5 2-20 0,14-2-20 15,-14 2-24-15,11-2-38 0,-11 2-41 16,9 0-55-16,-9 0-72 0,0 0-83 0,12-2-81 15,-12 2-112-15,6-5-175 0,-6 5 27 16,7-3 79-16,2-1-382 0,-4 2-459 16</inkml:trace>
  <inkml:trace contextRef="#ctx0" brushRef="#br0" timeOffset="103588.71">7859 5818 2844 0,'0'0'109'0,"-8"-10"51"0,6 4 17 0,2 6 8 0,0-12 1 0,0 12 4 0,6-17-11 0,1 11-15 0,3-6-16 0,2 7-17 0,1-3-8 0,0 2-12 0,0 2-12 0,0 2-9 0,3 0-10 0,-3 4-9 0,4 2-6 0,-4 0-7 0,3 4-6 0,-3-1 0 0,-1 5 0 0,-1 0-10 0,-4-1 1 0,-5 1 0 0,3 2-3 0,-3 0 2 0,-4 0 11 0,-5 6 10 0,-2 7 5 0,0-4-1 0,-7 6 4 0,2-4-3 15,0-5 14-15,4-7-3 0,5-1-6 0,-1-2-2 16,5-1-5-16,-6-1-5 0,5 2-3 15,4-4 0-15,-2-6-9 0,7 13 3 0,-2-5-6 16,2-1-5-16,-1 2 1 0,3-4-4 16,0 5-7-16,-2-2-1 0,4 3 2 15,-3-1 12-15,2 0 2 0,-5-1 11 16,-1-1 23-16,-1 2 14 0,-1 3 10 0,-2-5 19 16,-2 4 12-16,-1 0-1 0,-5 0-1 15,1 0-1-15,-7 2-2 0,1-1-15 0,-2-3-86 16,-4 3-29-16,-6 0 0 0,2 0 0 15,5-6 0-15,-4-1 0 0,3 0 0 0,2-4 0 16,3 1 0-16,2-3 0 0,-1 0-24 16,13 0-306-16,-20 0-107 0,12-3-90 0,-1 1-109 15,9 2-158-15,-10-8 5 0,10 8 82 16,-3-7-635-16,3 7-799 0</inkml:trace>
  <inkml:trace contextRef="#ctx0" brushRef="#br0" timeOffset="104536.77">9123 6003 3369 0,'-14'1'-99'0,"-4"2"59"0,5-3 64 0,0 0 67 0,13 0 55 0,-25 0 45 0,15 0 41 16,10 0 23-16,-17 2 16 0,17-2 8 15,-11 0 6-15,11 0-16 0,0 0-7 16,0 0-19-16,0 0-20 0,0 0-17 0,0 0-22 16,0 0-18-16,46-5-16 0,-7 2-13 15,8-1-18-15,-6-2-12 0,5 3-13 16,-6-3-19-16,-2-1-20 0,-8 6-36 16,-6-3-28-16,-7 0-43 0,-2 4-37 0,1-3-47 15,-5 1-50-15,-11 2-56 0,15-1-72 16,-9-1-81-16,-6 2-84 0,0 0-107 0,0 0-144 15,0 0 70-15,0 0-508 0,0 0-635 16</inkml:trace>
  <inkml:trace contextRef="#ctx0" brushRef="#br0" timeOffset="104986.72">9627 5908 3084 0,'0'0'68'0,"-2"-12"46"0,2 7 28 16,2-1 6-16,2-1-3 0,1 0-10 0,3 0-8 15,0 0-3-15,5 0-12 0,1 2-3 16,-1 3-7-16,2 1-13 0,2 1-7 0,0 5-9 16,7 2-5-16,-8 3-5 15,2 4-6-15,-9-3-2 0,0 5 0 0,0 3 14 0,-8 0 23 16,-6 1 16-16,-7 12 8 0,-5-1 18 15,-10 4 1-15,1 0 26 0,1-8 9 16,0-5 17-16,2 2 7 0,4-2 1 16,5-6-6-16,3-6-8 0,4 0-14 0,1-1-12 15,3-4-5-15,3-5-19 0,7 14-14 16,2-9-9-16,7 1-11 0,2-4-9 16,6 0-10-16,0 2-6 0,-3-3-7 0,0-1-9 15,0 3-32-15,0-3-24 0,-2 0 0 16,0 0 0-16,-4 0 0 0,1 0 0 0,-3 0 0 15,-13 0 0-15,19 2 0 0,-19-2 0 16,19 0 0-16,-19 0 0 0,12 0 0 0,-12 0 0 16,0 0 0-16,14 0 0 15,-14 0-156-15,0 0-63 0,13 2-58 0,-13-2-86 16,0 0-107-16,0 0-99 0,0 0-165 16,0 0-51-16,0 0 81 0,7-4-627 0,-7 4-788 15</inkml:trace>
  <inkml:trace contextRef="#ctx0" brushRef="#br0" timeOffset="105418.9">10606 5849 3718 0,'2'-6'45'15,"-2"6"65"-15,0-10 39 0,0 10 31 0,-2-8 12 0,2 8 2 0,-5-4-1 0,5 4 1 16,0 0-1-16,-23 0-1 0,23 0 2 16,-31 8 4-16,9 0-12 0,-5 5-7 0,-2 1-2 15,5 1-15-15,-1 1-12 0,8-1 0 16,3-1-14-16,3 1-15 0,5-1-6 0,5-1-14 16,2-4-14-16,1 7-1 0,6-3-12 15,1 4-1-15,3-2-10 0,5-1-12 16,-4-1-3-16,2 1-4 0,1 0 0 0,1-3-6 15,-4 0-8-15,0-3-5 16,-1 2 0-16,-2-1-2 0,-3-2 4 0,-2 2 25 16,1-1 21-16,-3 0 16 0,1-1-79 15,-6 2-10-15,-5-1 0 0,2 1 0 0,-5 0 0 16,-3 1 0-16,-6-2 0 0,-2 3 0 16,0-3 0-16,-3 0 0 0,-1-4 0 0,2 1 0 15,-1 2 0-15,6-4 0 0,2 1 0 16,2 0 0-16,0-2 0 0,4 0 0 0,1-1-331 15,9-1-318-15,-16-3-152 0,16 3-78 16,0 0 80-16,-5-8-810 0,5 8-1050 0</inkml:trace>
  <inkml:trace contextRef="#ctx0" brushRef="#br0" timeOffset="106252.48">11761 5988 4164 0,'-6'-10'-64'0,"6"10"69"0,-7-8 73 0,7 1 35 0,0 0 17 0,0 0 8 0,2 1 1 16,2-3-7-16,1 0-3 0,11 0-6 16,-5 0-5-16,5 4-8 0,-2-1-12 0,2 3-4 15,-1 1-14-15,1 2-6 0,-2 5-3 16,2 2 1-16,1 6-1 0,-7 2 12 16,-1 3 11-16,-7-1 29 0,-2 8 5 15,-6 8 14-15,-6-3 15 0,-1 1 8 0,-4 4 11 16,2-5 8-16,-2-1 2 0,0-3 0 0,5-4-5 15,5-4 0-15,-3-4-4 16,3-3-24-16,3-1-153 0,0 1 0 0,0-5 0 16,4 1 0-16,0-7 0 0,10 11 0 15,-1-7 0-15,2-2 0 0,3-2 0 0,1 0 0 16,4 0 0-16,0-2 0 0,0-2 0 16,3 2 0-16,-4-4 0 0,3 2-464 0,2-4-138 15,-1 3-154-15,-2-5-112 0,3 2 64 16,-2 2-793-16,-2-3-1039 0</inkml:trace>
  <inkml:trace contextRef="#ctx0" brushRef="#br0" timeOffset="106619.34">12337 5995 4336 0,'-6'-13'3'0,"2"3"76"15,2 4 59-15,-1 0 40 0,-1 1 10 16,4 5-1-16,0 0-4 0,-5-6 6 15,5 6 20-15,0 0 7 0,-14 23 4 0,4-9 0 16,3 7 2-16,1-2-25 0,-2 3-11 16,3 0-19-16,1 0-13 0,2-3-13 0,4 1-6 15,3 1-11-15,1-4-13 0,6 0-5 16,1-1-11-16,6-6-9 0,0 0-8 16,4-3-35-16,2-4-43 0,2-1 0 15,1-4 0-15,8-5 0 0,-1-1 0 0,-5-2 0 16,1-4 0-16,-5-3 0 0,-3 0 0 15,0-5 0-15,-10 3 0 0,0-7 0 0,-1-3 0 16,-8 2 0-16,-4 4 0 0,-4-2 0 16,-4-5 0-16,-3 1 0 0,-7 5 0 0,0 2 0 15,-3 6 0-15,-2 6 0 0,0 5 0 16,4 5 0-16,-2 2-150 0,0 3-453 16,-2 2-174-16,2-1-142 0,6 1 99 15,1 2-854-15,3-1-1110 0</inkml:trace>
  <inkml:trace contextRef="#ctx0" brushRef="#br0" timeOffset="107271.01">13430 6053 4584 0,'0'0'-11'0,"-9"3"70"0,9-3 59 0,0 0 27 0,0 0 11 0,0 0 13 0,0 0 8 0,0 0 13 0,0 0-17 16,0 0-15-16,45-8-15 0,-22 6-20 15,6-2 3-15,8 0-28 0,3 2-6 0,-2-2-26 16,-8 0-53-16,-3 0-55 0,-2 4-69 16,-5-3-80-16,3 1-94 0,-1-2-91 0,-8 0-106 15,2 0-145-15,2 0-58 0,-7-2 55 16,-2 4-441-16,1-4-544 0</inkml:trace>
  <inkml:trace contextRef="#ctx0" brushRef="#br0" timeOffset="107719.31">14018 5808 2893 0,'0'0'9'15,"7"-9"59"-15,-3 4 38 0,0-1 34 0,-1 2 13 16,6-1 7-16,-9 5 11 0,16-8-8 15,-4 7-7-15,-1-2-4 0,2 3-16 0,-13 0-10 16,25 3-14-16,-13 2-10 0,1-1-11 16,-2 3-6-16,1 3-7 0,-6-2-5 15,-1 2 2-15,-5 4 3 0,0 0 2 16,-5 3 4-16,-2 2 2 0,-9 8 0 16,-1 0 1-16,1-3-4 0,5-2 1 0,-4 3-4 15,5-4-6-15,1-7-1 0,3 1-4 16,2-1 2-16,4-2 1 0,2-2 4 0,4 1-4 15,5 3 3-15,4 0-8 0,10 1-7 16,-4-2-6-16,1-3-4 0,-4 0-4 0,3 0-7 16,-6 0 2-16,1-1-2 0,-3 0 2 15,-1-1-5-15,-5-1 23 0,1 3 19 0,-5 0 27 16,0-2 19-16,-3 1 14 16,-5 0 11-16,-2 4-12 0,0-2 7 0,-9 1-4 0,1 2 8 15,-2-3-31-15,-4 1-117 0,-5 0 0 16,-3-1 0-16,4 0 0 0,4-4 0 15,-1-1 0-15,4-1 0 0,0-1 0 16,5-2 0-16,2 1 0 0,-1-1 0 0,3-2 0 16,9 0-94-16,-16 2-253 0,16-2-90 15,-11-4-75-15,11 4-93 0,-3-5-163 0,3 5-18 16,3-12 72-16,1 5-622 0,3-1-792 16</inkml:trace>
  <inkml:trace contextRef="#ctx0" brushRef="#br0" timeOffset="108568.64">15001 6048 3428 0,'-7'-2'-99'0,"7"2"59"0,-10-4 64 0,10 4 55 0,0 0 56 0,-10-1 40 0,10 1 28 16,0 0 21-16,0 0 13 0,0 0 9 16,0 0-6-16,0 0 8 0,12-15-3 0,5 10-10 15,8-1-12-15,9-2-22 0,4 0-19 16,1 0-17-16,-2 1-22 0,-1 1-26 0,-5 2-5 16,-8 0-14-16,-3 2-5 15,-6 0-16-15,2-1-2 0,-5 1-10 0,0 1-15 16,-11 1-6-16,18-4 5 0,-18 4-59 15,13-1-29-15,-13 1-37 0,5-2-47 0,-5 2-56 16,0 0-81-16,0 0-90 0,0 0-100 16,0 0-128-16,0 0-181 0,0 0 63 0,0 0-581 15,-38 2-736-15</inkml:trace>
  <inkml:trace contextRef="#ctx0" brushRef="#br0" timeOffset="108868.47">15478 5678 3594 0,'1'-10'54'0,"1"2"75"0,0 2 48 16,-2 6 20-16,0-5 2 0,0 5-5 16,0 0-13-16,0 0-23 0,0 0 28 0,0 0 25 15,0 0 13-15,4 25-4 0,-2-4 1 16,0 5-11-16,-2 12-14 0,0 2-15 0,1-1-15 15,-1 2-26-15,0 2-17 0,-1-2-10 16,2 0-8-16,-2-4-11 0,1-7-12 0,-2-2-14 16,2-4-1-16,-4-2-8 0,4-3-13 15,-2-2-37-15,0-3-46 0,2-2-52 16,-2 1-57-16,2-4-65 0,0-2-91 16,0-2-106-16,0-5-97 0,0 0-140 0,0 0-118 15,0 0 69-15,27-16-600 0,-10 3-752 16</inkml:trace>
  <inkml:trace contextRef="#ctx0" brushRef="#br0" timeOffset="109218.55">16064 5767 3804 0,'0'-10'71'0,"0"10"48"16,0 0 27-16,0 0 11 15,-9-4 14-15,9 4 24 0,0 0 15 0,-30 22 13 16,8-1 1-16,-1 1 2 0,-3 10-4 15,1-4-12-15,0 8-1 0,4-7-22 0,6 3-9 16,0 0-12-16,4-1-16 0,1 1-7 16,2-6-9-16,4-6-11 0,4-3-7 0,0 0-6 15,4-1-3-15,2-1 0 0,4-1-6 16,-3-2 3-16,4-3-5 0,1-1 0 0,-3-3-19 16,4-2-80-16,-4-1 0 0,2 0 0 15,-11-2 0-15,0 0 0 0,25-5 0 0,-20-1 0 16,1 1 0-16,-1-1 0 0,-5 6 0 15,1-16 0-15,-1 9 0 0,0 7 0 16,-10-19 0-16,5 13 0 0,-6-1 0 16,-3 4 0-16,-1-3 0 0,-1 5-469 0,0-1-137 15,-4 0-186-15,5 2-85 0,-6 2 91 16,4-2-799-16,-4 3-1027 0</inkml:trace>
  <inkml:trace contextRef="#ctx0" brushRef="#br0" timeOffset="111518.15">16562 6050 4059 0,'0'0'-68'0,"0"0"63"0,-4 6 70 0,4-6 53 0,0 0 34 0,0 0 20 15,0 0 10-15,0 0 11 0,0 0-1 0,0 0-11 16,0 0-5-16,33-6 0 0,-20 4-19 15,2 0-11-15,-2 0-15 0,7-1-16 0,-4 0-11 16,6 1-8-16,-6-2-13 0,4 2-9 16,-6 0-7-16,0 0-10 0,-3 0-7 0,2 2-12 15,-4-3-23-15,-9 3-24 16,14 0-31-16,-14 0-39 0,14 0-39 0,-14 0-46 16,11 0-64-16,-11 0-73 0,0 0-62 15,12 0-77-15,-12 0-117 0,0 0-129 0,0 0 60 16,13 0-434-16,-13 0-531 0</inkml:trace>
  <inkml:trace contextRef="#ctx0" brushRef="#br0" timeOffset="111886.19">17067 5914 3094 0,'-2'-7'118'0,"-2"0"42"0,4 7 30 0,4-14 6 15,-2 9 1-15,3-4 0 0,4 3-7 16,0 0-10-16,2 0-10 0,3 4-15 0,0 0-14 16,2 1-13-16,3 4-14 0,-4 2-9 15,5 7-12-15,2 5-3 0,-6-1-7 0,-9 2 5 16,0 5 6-16,-7 2 25 0,-1 2 12 16,-11 6 24-16,0 0 11 0,-6 2 22 0,0-6 4 15,2 0 8-15,0-4 5 0,5-2 0 16,2-5 1-16,0-6 6 0,2 2-5 15,3-3-3-15,1-2-186 0,3-1-18 0,0 0 0 16,2 1 0-16,3-3 0 0,2 0 0 16,6-2 0-16,-1 0 0 0,-1-2 0 0,5 0 0 15,-1-4 0-15,1 0 0 0,-3 0 0 16,4 0 0-16,1-2 0 0,-3-2 0 16,0 4 0-16,0-3 0 0,-1-3-61 15,-1 0-477-15,2-5-87 0,-2 5-138 0,-2 0-101 16,2-3 75-16,-2 1-759 0,0 0-991 15</inkml:trace>
  <inkml:trace contextRef="#ctx0" brushRef="#br0" timeOffset="112300.22">17471 5908 3977 0,'0'-6'-73'0,"0"6"65"15,2-14 59-15,0 7 19 0,5 0 20 0,1 2 14 16,4-2 8-16,-1 4 4 0,4-2-1 15,-1 3-6-15,0 2-5 0,8 2-6 0,-5 3-7 16,3 2-8-16,-2 1-3 0,-1 3 4 16,-4 0 0-16,-1 1 2 0,-4 2 4 15,-3 1 9-15,-3 1 12 0,-2-1 13 0,-2 5 5 16,-6-1 13-16,-1 10-7 0,0 0 4 16,-3-5-11-16,2-5-3 0,3-2-10 15,0 0-3-15,-2-3-6 0,7-1-2 0,-1-1-3 16,-1 0-5-16,4-2 0 0,0 3-9 15,0-4-4-15,4 2 3 0,-1-1-2 16,1 1 4-16,1 0-10 0,-2-1-3 0,1 0-6 16,0-1-6-16,0 1-2 0,-3 0 1 15,-1-3-32-15,2 1-30 0,-2-2 0 0,0-6 0 16,-2 16 0-16,1-9 0 0,-5 2 0 16,-1-2 0-16,-4 0 0 0,0 0 0 0,0-3 0 15,-3 1 0-15,1-1 0 0,0-2 0 16,0 0 0-16,-1-2 0 0,-1 0-32 0,1-2-367 15,3 0-120-15,-4-3-105 16,3 1-200-16,3 1-6 0,2 0 93 0,0-1-700 16,7 4-888-16</inkml:trace>
  <inkml:trace contextRef="#ctx0" brushRef="#br0" timeOffset="112735.92">18214 5949 3863 0,'4'-12'-24'0,"-2"6"86"0,-1-1 67 0,-1 0 46 0,0 7 20 0,0 0 7 0,2-12 2 16,-2 12-6-16,0 0-24 0,0 0-16 16,0 0 30-16,0 0 27 0,0 0 7 15,2 32-6-15,-2-9-7 0,-2 3-2 0,0 9-11 16,1 3-11-16,-7-1-14 15,3-2-15-15,-1 0-18 0,0-1-13 0,-2-2-12 16,-1-3-11-16,4-2-8 0,-4-8-42 16,5 1-56-16,-3-5-61 0,3-1-73 0,-1 0-74 15,1-5-80-15,1-1-102 16,3-3-108-16,0-5-107 0,0 0-156 0,0 0 25 0,0 0 81 16,0 0-547-16,37-22-669 0</inkml:trace>
  <inkml:trace contextRef="#ctx0" brushRef="#br0" timeOffset="113100.75">18666 6032 3208 0,'5'-4'-3'0,"-5"4"83"0,0 0 72 15,0 0 37-15,0 0 37 0,-13 22 27 16,1-9 9-16,1 1 12 0,-8 11 5 16,-1 1-21-16,-2-2-9 0,3 2-21 0,1-1-17 15,2-1-24-15,5-2-15 0,2-5-15 16,8-1-15-16,-1-3-16 0,4 1-6 0,-1 1-18 15,10-3-12-15,-2-4-26 0,5 1-15 16,0-4-10-16,2-2-11 0,-1-1 3 0,1-2-3 16,-2-3-4-16,-3 1 34 0,3-3 28 15,-3-4 35-15,0 1 30 0,-8-3 19 0,-1-1 12 16,-4-4 4-16,-12-11-174 16,-4 0-12-16,-13-4 0 0,-1 2 0 0,0 0 0 15,0 8 0-15,2 2 0 0,2 1 0 16,1 6 0-16,8-1 0 0,4 5 0 0,3 1 0 15,7 1 0-15,-5 2 0 0,7-1 0 16,-2 0 0-16,5 5 0 0,0 0 0 0,10-15 0 16,-1 11 0-16,9-2 0 0,2-1 0 15,5 2 0-15,11-2 0 0,3 3 0 0,1-2 0 16,0 2-575-16,0 1-194 0,-2 0-151 16,-4 3 80-16,-3 0-890 0,-3 0-1163 0</inkml:trace>
  <inkml:trace contextRef="#ctx0" brushRef="#br0" timeOffset="113483.82">18804 5759 4927 0,'-1'-9'-74'0,"-3"1"61"0,4 2 33 0,0-2 14 0,4 1-1 0,0 3 5 0,5-2-3 16,2 2 0-16,3 4 1 0,5 0-2 15,-2 0 7-15,7 6 11 0,1 5 18 0,-2 7 30 16,-1 3 29-16,-8 4 26 0,0 5 34 16,-6 1 18-16,-5 6 39 0,-1 4 14 0,-4 4-16 15,1 2-8-15,-3 7-6 16,0-7-16-16,2 7-16 0,1-8-19 0,-1 0-10 16,0-1-2-16,2 0-167 0,-2-2 0 15,0-4 0-15,-1-3 0 0,1-7 0 0,2-6 0 16,0-4 0-16,-1-3 0 0,1-3 0 15,-4 1 0-15,-2-3 0 0,-1 1 0 0,-2-2 0 16,-7 0 0-16,-3-5 0 0,-3 3 0 16,-16-2 0-16,10 2 0 0,6-4 0 0,-3-1 0 15,5-1 0-15,0 1 0 0,1 0 0 16,1-3 0-16,3 0 0 0,1 0 0 0,3-3-800 16,-2-4-183-16,5 0 98 15,3-1-993-15,1-4-1303 0</inkml:trace>
  <inkml:trace contextRef="#ctx0" brushRef="#br0" timeOffset="114350.88">20877 5479 4951 0,'-2'-8'-161'0,"2"2"82"0,-2-2 73 0,0 1 47 0,-1 1 36 0,3 6 28 0,0-10 19 0,-2 4 2 16,2 6-13-16,0-7-16 0,0 7 6 0,0 0 41 15,-5 25 40-15,-2 8 22 0,-5 19 16 16,-3 5 11-16,-7 4-7 0,6 3-4 15,-9 19 0-15,2 0-21 0,6-17-9 16,1 0-5-16,5-2-8 0,2-2-10 0,1-4-56 16,2-4-113-16,4-12 0 0,2-3 0 15,0-3 0-15,4-7 0 0,0-6 0 0,-2-6 0 16,4-3 0-16,3-2 0 0,2-4 0 16,3-1 0-16,5-2 0 0,4-5 0 0,2 2 0 15,3-2 0-15,3-4 0 0,-2 3 0 16,-1-1 0-16,10-2 0 0,-7 1 0 0,-6 1 0 15,-5 1 0-15,-3-1 0 16,-2 0 0-16,-3 1 0 0,1-1 0 0,-3 2 0 0,0-2 0 16,-1-3 0-16,-4 2 0 15,4-1 0-15,-4-1 0 0,1-2 0 0,-3-1-593 16,-3-4-265-16,0-1-57 0,0 0 86 16,-3-4-870-16,-5-3-1134 0</inkml:trace>
  <inkml:trace contextRef="#ctx0" brushRef="#br0" timeOffset="114699.82">20929 5430 4695 0,'-13'-6'8'0,"2"3"71"0,5-2 54 0,-2 2 32 0,8 3 14 0,-9-9 9 0,9 9-13 16,-4-12-21-16,4 12-13 0,13-17-10 15,7 5-14-15,10-3-17 0,8 3-8 0,18-4-11 16,6 3-7-16,5 2-11 0,-1 1-7 16,2 2-27-16,-7 1-27 0,-18 2-14 15,-1 1-17-15,-14 1-13 0,-4-2-7 0,-7 5-9 16,-2-2-6-16,-1 2-10 0,-7 0-8 15,-7 0-22-15,0 0-27 0,0 0-43 16,0 0-54-16,8 5-62 0,-8-5-61 16,-17 9-89-16,5-2-151 0,1 1-61 0,-9 2 63 15,6 2-330-15,-6 0-400 0</inkml:trace>
  <inkml:trace contextRef="#ctx0" brushRef="#br0" timeOffset="115233.67">21216 5849 2703 0,'-10'-4'117'16,"4"-3"71"-16,0 4 29 0,3-4 26 0,1 4 6 15,2 3-2-15,-4-9-8 0,4 9-10 16,2-8-14-16,-2 8-15 0,9-12-15 0,1 8-17 16,0 0-16-16,-1 1-17 15,3 2-15-15,-3 1-12 0,-9 0-9 0,27 4-13 16,-16 4-4-16,-2 0-3 0,1 2 3 15,-4 4 5-15,-2 1 16 0,-6 2 9 0,-4 1 15 16,1 4 7-16,-9 7 8 0,-3 2 2 16,0-2 9-16,-5-1 10 0,8-3 2 15,-4 0 0-15,9-7 0 0,1-4-4 0,-2-2-3 16,7-3-89-16,-1-1-69 0,0-3 0 16,4-5 0-16,-2 10 0 0,2-10 0 0,10 6 0 15,-10-6 0-15,17 3 0 0,-4-1 0 16,-1 0 0-16,1-2 0 0,-1 0 0 0,-1 1 0 15,-11-1 0-15,21 0 0 16,-11 2 0-16,-1-1 0 0,-9-1 0 0,17 2 0 16,-7 0 0-16,-5 0 0 0,-5-2 0 15,16 3-227-15,-16-3-251 0,13-2-96 0,-13 2-116 16,16-3-153-16,-9 1 56 0,-2-3 89 16,-5 5-626-16,14-7-782 0</inkml:trace>
  <inkml:trace contextRef="#ctx0" brushRef="#br0" timeOffset="115582.74">21635 5881 3476 0,'0'0'56'0,"-5"-7"69"16,5 7 52-16,-7-5 21 0,7 5 11 16,0 0 21-16,0 0 21 0,0 0 1 15,0 0 15-15,-30 16-10 0,24-8-6 0,0 1-16 16,3 5-10-16,-1-5-18 0,2 5-19 15,2-2-11-15,2-2-15 0,5 4-13 0,-1-1-11 16,3-4-13-16,5 1-9 0,3 0-14 16,2-3-7-16,1-5-8 0,-2 2-24 0,1-2-4 15,1-4-3-15,-4 0-2 0,2 0-8 16,-1 0 4-16,-3-3 12 0,-2-3-16 0,0 0-46 16,-2-3 0-16,-7-1 0 15,3-2 0-15,-2-1 0 0,-4-2 0 0,0-1 0 16,-4 0 0-16,0 1 0 0,-1-4 0 15,-3 8 0-15,0 3 0 0,-1 1 0 0,-6 2 0 16,1 6-126-16,-1 1-189 0,-2 3-114 16,-3 3-111-16,0 3-153 0,1 2-157 0,-1 0 77 15,5 1-746-15,6-1-963 0</inkml:trace>
  <inkml:trace contextRef="#ctx0" brushRef="#br0" timeOffset="116499.77">22494 5879 4240 0,'-7'6'75'0,"7"-6"96"0,-14 1 75 0,14-1 61 0,0 0 31 0,0 0 26 0,-15 0 11 0,15 0-11 0,0 0-18 16,0 0-21-16,0 0-34 0,0 0-29 15,0 0-26-15,0 0-25 0,38-8-171 16,-20 6-40-16,2 0 0 0,-2-1 0 0,1 1 0 16,-1 0 0-16,-2 1 0 0,-1 1 0 15,-1-2 0-15,-5 2 0 0,0-2 0 0,-9 2 0 16,18-2 0-16,-18 2 0 0,15 0-311 16,-15 0-126-16,8-3-117 0,-8 3-140 15,5-3-159-15,-5 3 68 0,4-5-765 16,-4 5-993-16</inkml:trace>
  <inkml:trace contextRef="#ctx0" brushRef="#br0" timeOffset="116865.65">22841 5697 4366 0,'-13'-2'80'0,"4"-6"78"0,0 5 49 0,9 3 31 0,-9-6 17 15,9 6 7-15,0 0-11 0,-7-4-11 16,7 4-20-16,0 0-17 0,0 0-23 15,12-11-16-15,1 9-20 0,-13 2-16 16,26-1-14-16,-9 1-9 0,1 3-16 16,-4 2-7-16,4 2-10 0,-5 2-2 0,1 2 18 15,-3 5 30-15,-4 1 33 0,-3 3 11 16,-4-1-118-16,-2 6-44 0,-4 11 0 0,-1-4 0 16,0 4 0-16,-2-1 0 0,0 0 0 15,2 0 0-15,-3-2 0 0,4-2 0 0,0-5 0 16,5-6 0-16,-1-3 0 0,-2 0 0 15,2-5 0-15,0 0 0 0,2-2 0 0,0-1 0 16,0-1 0-16,-1-2 0 0,1-6 0 16,0 12 0-16,0-6 0 0,0-6 0 15,0 5 0-15,0-5 0 0,0 0 0 16,0 0-354-16,0 0-389 0,0 0-195 0,0 0 71 16,0 0 96-16,-13-17-766 0,13 17-980 15</inkml:trace>
  <inkml:trace contextRef="#ctx0" brushRef="#br0" timeOffset="117683.33">23778 5728 4176 0,'-1'-15'-19'0,"-1"1"73"0,0 2 62 0,0 3 37 15,2-1 40-15,-2 3 38 0,2 7 43 0,-4-12 19 16,4 12-10-16,0-8-19 0,0 8-10 15,0 0 52-15,0 0 32 0,-3 34 23 16,-3-10-6-16,4 13-9 0,-2 2-133 0,-2 2-213 16,4 2 0-16,-1 1 0 0,-1-1 0 15,2 0 0-15,-2-6 0 0,4 0 0 0,0-9 0 16,-1-5 0-16,1-6 0 0,0 1 0 16,0-3 0-16,0-3 0 0,0 0 0 0,0-2 0 15,0-3 0-15,0 0 0 16,0 1 0-16,0-8 0 0,1 7 0 0,-1-7 0 15,2 5 0-15,-2-5 0 0,0 0 0 16,0 0-482-16,11-18-511 0,-5 6 76 0,0-2 100 16,4-3-877-16,1 0-1130 0</inkml:trace>
  <inkml:trace contextRef="#ctx0" brushRef="#br0" timeOffset="118065.5">24020 5840 4724 0,'6'-12'41'0,"-1"4"59"15,2-3 20-15,2-2 13 0,7 2 20 16,2 1 16-16,4 2 14 0,-1 0 8 16,4 2-2-16,-1 3-16 0,-3 3-6 15,2 3-8-15,0 3-3 0,-4 2-1 0,-2 4 3 16,-6 5 15-16,-1 1 3 0,-6 5 4 16,-4-3 7-16,-4 4 4 0,-6 9-5 15,-2-4-59-15,-6 2-127 0,1-4 0 0,0-2 0 16,6-3 0-16,1-7 0 0,2-1 0 15,3-2 0-15,-1-5 0 0,2 3 0 0,4-3 0 16,0-7 0-16,2 12 0 0,4-6 0 16,3 0 0-16,2-3 0 0,5 2 0 0,1 0 0 15,0-3 0-15,2 2 0 0,-2-4 0 16,1 1 0-16,-6-1 0 0,4 2 0 0,-1-1 0 16,-3-1 0-16,-5 2 0 0,-7-2 0 15,20 0 0-15,-20 0 0 0,13 0 0 16,-13 0 0-16,11 0 0 0,-11 0 0 15,0 0 0-15,14-2 0 0,-14 2 0 0,5-4 0 16,-5 4-103-16,-2-11-944 0,2 11 96 16,0-12 106-16,0 7-939 0,0 5-1213 0</inkml:trace>
  <inkml:trace contextRef="#ctx0" brushRef="#br0" timeOffset="118548.58">25208 5991 4497 0,'-15'0'-108'0,"1"-3"107"0,5 3 88 0,9 0 80 0,-15-2 56 0,15 2 54 0,-10-2 32 15,10 2 20-15,0 0-5 0,0 0-12 16,0 0-20-16,0 0-21 0,0 0-15 0,0 0-39 16,32-14-21-16,-12 10-21 0,4 4-17 15,5-3-19-15,-2 1-68 0,0 1-71 0,-7 1 0 16,1-2 0-16,-3 2 0 0,-2 0 0 16,-3 0 0-16,-1-2 0 0,-1 2 0 15,-11 0 0-15,20 0 0 0,-13-1 0 16,-7 1 0-16,14 0-135 0,-14 0-194 0,9-4-111 15,-3 2-106-15,-6 2-133 0,5-4-165 16,-5 4 76-16,11-4-745 0,-11 4-960 0</inkml:trace>
  <inkml:trace contextRef="#ctx0" brushRef="#br0" timeOffset="118915.43">26090 5711 4185 0,'-6'-8'25'0,"6"8"60"0,-7-11 37 16,1 8 16-16,6 3 20 0,-17-4 18 16,17 4 8-16,-29 4 10 0,13 2-2 0,-8 0 8 15,-2 6-7-15,-7 1-13 0,8 3-13 16,3 1-14-16,7-3-12 0,3-1-14 0,9 0-2 16,0-1-2-16,8 2-22 0,2-1-11 15,11 8 4-15,4-2-8 0,-1 1-9 0,6-1-5 16,-2-2 10-16,-1-2 13 0,-1 2 12 15,-6-3 9-15,0-2 1 0,-3-1 9 0,-5 1 14 16,0-3-120-16,0 3-20 0,-6 0 0 16,1-3 0-16,-6-1 0 0,0 2 0 0,-4 0 0 15,-2 1 0-15,-3-1 0 16,-6 0 0-16,0-1 0 0,-4 1 0 0,-10 0 0 16,1 1 0-16,-2-3 0 0,3-3 0 15,4-2 0-15,0-1 0 0,5-2 0 0,0 2 0 16,4-2 0-16,0 0 0 0,0 0 0 15,5-2 0-15,0 0-246 0,1 1-648 0,3-3-50 16,7 4 90-16,-10-7-933 0,7 3-1215 16</inkml:trace>
  <inkml:trace contextRef="#ctx0" brushRef="#br0" timeOffset="119515.36">26967 5905 4948 0,'-8'2'31'0,"8"-2"89"0,0 0 74 0,-16 3 54 0,16-3 33 0,0 0 23 0,-11 2 15 16,11-2-2-16,0 0-13 0,0 0-25 0,0 0-31 15,0 0-26-15,0 0-26 0,0 0-22 16,0 0-168-16,54 0-6 0,-31 0 0 16,6 0-64-16,1 0-219 0,10-2-130 0,1 0-146 15,4 1-177-15,-2-4-110 0,-4 1 76 16,-7 1-767-16,-8-1-982 0</inkml:trace>
  <inkml:trace contextRef="#ctx0" brushRef="#br0" timeOffset="119899.29">27466 5767 4317 0,'-1'-8'27'0,"1"2"51"0,1-3 27 16,1 3 3-16,6-4 7 0,4 2 13 0,4 1-3 15,7-2-9-15,0 6-5 16,3 1-9-16,1 4-10 0,-2 4-10 0,6 4-1 16,-5 3 3-16,-3 5 4 0,-8 1 16 15,-6-1 13-15,-8 3 21 0,-7 1 21 0,-5 9 22 16,-14 8 19-16,-6-3 20 0,1-4 10 16,-2 1 1-16,-3-4 11 0,10-7 6 15,4-1 6-15,6-7-146 0,3-3-108 0,-1 1 0 16,8-6 0-16,-1 1 0 0,6 0 0 15,0-7 0-15,10 9 0 0,4-8 0 0,2 3 0 16,4-3 0-16,3-1 0 0,-5 0 0 16,3 0 0-16,2 0 0 0,-4-1 0 15,0-1 0-15,3 0 0 0,-6 1 0 0,2-3 0 16,-5 4 0-16,-2-2 0 0,-1 0 0 16,-3 1 0-16,-7 1 0 0,16 0 0 0,-16 0 0 15,11 0 0-15,-11 0 0 0,11 0 0 16,-11 0 0-16,9-3-26 0,-9 3-809 0,5-7-131 15,-5 7 85-15,4-7-984 0,-4 7-1289 16</inkml:trace>
  <inkml:trace contextRef="#ctx0" brushRef="#br0" timeOffset="120448.41">28137 5914 4748 0,'-5'-7'-100'0,"-1"0"102"0,0 2 68 0,2-2 56 0,4 7 28 0,-4-14 15 0,6 7 14 16,-2 7 7-16,7-17-4 0,7 9 7 0,3-5-7 16,2 5-13-16,14-2-16 0,-7 5-8 15,-2 1-25-15,-4 2-10 0,-1 2-15 16,1 4-9-16,-2 3 2 0,0 3 4 0,-7 2 7 16,-4 4 12-16,-4-1 15 0,-6 4 17 15,-2 3 12-15,-8 7 12 0,-7 0-6 0,2 0-165 16,-2 0 0-16,1-4 0 0,1-1 0 15,5-5 0-15,2-4 0 0,4-3 0 16,-1 0 0-16,4-2 0 0,0 1 0 0,4-4 0 16,0-7 0-16,11 13 0 0,1-4 0 15,1-4 0-15,10 3 0 0,-3-6 0 16,3 3 0-16,-3 0 0 0,2-3 0 0,-1 1 0 16,-3-3 0-16,0 4 0 0,-5-4 0 15,1 2 0-15,-14-2 0 0,18 2 0 0,-10-1 0 16,-8-1 0-16,0 0 0 0,21 0 0 15,-21 0 0-15,0 0 0 0,12-1 0 0,-12 1 0 16,0 0 0-16,3-6 0 0,-3 6-39 16,0 0-932-16,-12-10 1 0,5 5 116 15,0-2-968-15,-3 4-1249 0</inkml:trace>
  <inkml:trace contextRef="#ctx0" brushRef="#br0" timeOffset="121116.11">29199 5881 5180 0,'0'-14'-91'0,"0"4"61"0,1 0 55 0,-1 1 42 0,4 2 44 0,-4 7 46 0,2-11 38 16,-2 11 12-16,2-9 9 0,-2 9-11 16,0 0-22-16,2-5 13 0,-2 5 31 15,0 0 12-15,10 19 4 0,-6-4-9 16,1 5-9-16,-1 3-10 0,-1-1-28 0,1 4-187 15,-4-1 0-15,2 3 0 0,-2-5 0 16,0 2 0-16,-2-4 0 0,0-4 0 0,0 2 0 16,2-6 0-16,-1-1 0 0,1-1 0 15,0-1 0-15,0-2 0 0,0-1 0 0,0-7 0 16,0 9 0-16,0-9 0 0,0 0-566 16,0 0-124-16,0 0-145 0,21-16-11 15,-10 8 78-15,3-6-758 0,2 2-970 0</inkml:trace>
  <inkml:trace contextRef="#ctx0" brushRef="#br0" timeOffset="121499.06">29795 5741 4437 0,'0'-7'29'0,"0"7"46"16,0-10 19-16,0 10 11 0,0 0 21 15,0 0 26-15,-13-3 22 0,13 3 12 16,-24 13-4-16,8-5 25 0,-4 3 7 0,-5 7-1 15,3-1-11-15,-1 3-14 0,6-7-11 16,4 4-16-16,4-1-13 0,0-3-9 0,5 3-7 16,4-1-8-16,0 1-8 0,10 1-1 15,2 1-10-15,1-4-9 0,8 9-5 16,-2-2 2-16,0-2-1 0,-3-3-74 16,-5-2-18-16,1 0 0 0,-1-2 0 0,-4-2 0 15,0 0 0-15,-3 1 0 0,1-4 0 16,-3 1 0-16,-4-1 0 0,2-7 0 0,-9 15 0 15,4-6 0-15,-2-2 0 0,-6 1 0 16,2-1 0-16,-1 0 0 0,-4-2 0 0,3 0 0 16,-5 0 0-16,2-3 0 0,2 0 0 15,-5-1 0-15,2 1 0 0,1-2 0 0,3 0 0 16,-2 0 0-16,3-2 0 0,-1 1 0 16,1 1 0-16,12 0-32 0,-16-4-749 15,8 1-190-15,8 3 82 0,-10-5 98 16,10 5-817-16,-5-2-1047 0</inkml:trace>
  <inkml:trace contextRef="#ctx0" brushRef="#br0" timeOffset="122314.84">30403 5982 4437 0,'-14'-2'50'0,"14"2"75"0,0 0 63 0,0 0 27 0,0 0 12 0,0 0 18 0,0 0 9 15,0 0-1-15,0 0-16 0,33-17-19 16,-16 14-19-16,5-2-20 0,2 1-34 16,-1-1-13-16,-4 4-12 0,0-3-16 0,-2 0-12 15,-4 3-7-15,3-1-20 0,-16 2-48 16,20-3-55-16,-12 1-51 0,2 0-56 0,-10 2-65 15,13-2-71-15,-13 2-79 16,10 0-92-16,-10 0-126 0,0 0-209 0,0 0 65 16,0 0 84-16,0 0-480 0,0 0-587 15</inkml:trace>
  <inkml:trace contextRef="#ctx0" brushRef="#br0" timeOffset="122765.81">30845 5802 3041 0,'-6'-6'174'0,"1"0"58"0,5 6 46 16,-9-11 11-16,9 11-13 0,-5-4-14 0,5 4 30 15,0 0 29-15,0 0 14 0,0 0-5 16,-18 13-24-16,14-5-19 0,1 0-18 0,1 1-16 16,2 1-21-16,0-2-22 15,2 4-20-15,1-3-14 0,1 1-14 0,-3-1-13 16,5-2-22-16,-1 0-127 0,1-3 0 15,-1 2 0-15,2-1 0 0,-7-5 0 0,18 3 0 16,-6-3 0-16,-12 0 0 0,24-5 0 16,-8 0 0-16,2-3 0 0,-2-3 0 0,4 1 0 15,-4-2 0-15,0 2 0 0,-1 1 0 16,-3 1 0-16,-3 3 0 0,-1-1 0 16,-3 1 0-16,-5 5 0 0,0 0 0 0,0 0 0 15,0 0 0-15,8 26 0 0,-11-11 0 16,-4 6 0-16,2 1 0 0,-1 10 0 0,1 1 0 15,-1 4 0-15,1-4 0 16,2-4 0-16,1-4 0 0,0-1 0 0,0-5 0 16,0-1 0-16,0 1 0 0,2-5 0 15,0-2 0-15,-1-2 0 0,1-1 0 0,-2 0 0 16,2-3 0-16,0 1 0 0,0-7 0 16,-2 7 0-16,2-7 0 0,0 0 0 0,2 7 0 15,-2-7 0-15,0 0-301 0,0 0-523 16,0 0-131-16,0 0 86 0,0 0-914 0,2-21-1212 15</inkml:trace>
  <inkml:trace contextRef="#ctx0" brushRef="#br0" timeOffset="123330.42">31899 5866 4703 0,'0'0'-135'0,"-18"-7"81"0,13 2 61 0,5 5 56 0,-11-4 48 0,11 4 47 16,-12-3 42-16,12 3 47 0,-9-4 26 0,9 4 5 15,0 0-9-15,-8-5-17 0,8 5-19 16,0 0-12-16,0 0-22 0,0 0-20 0,0 0-15 15,20-13-18-15,-6 13-16 16,1-2-13-16,-3 2-15 0,-12 0-12 0,27 0-11 16,-18 2-6-16,0 4-1 0,0 3-58 15,-4 3-14-15,-1 3 0 0,-4 3 0 0,-2 4 0 16,-3 10 0-16,-2 1 0 0,2 2 0 16,-3-1 0-16,1-2 0 0,-3-1 0 15,4-6 0-15,1-2 0 0,-1-3 0 0,-1-1 0 16,2 0 0-16,-1-4 0 0,1-1 0 15,1-4 0-15,1 2 0 0,1-3 0 16,-2-1 0-16,4-2 0 0,-2 0 0 16,2-6-272-16,0 0-376 0,0 0-163 0,0 0-87 15,0 0 82-15,0 0-798 0,0 0-1054 16</inkml:trace>
  <inkml:trace contextRef="#ctx0" brushRef="#br0" timeOffset="123497.95">31790 6198 4754 0,'-11'-2'95'15,"4"-1"74"-15,7 3 62 0,-13-2 61 16,13 2 42-16,0 0 18 0,-11-5 4 0,11 5-16 16,0 0-33-16,0 0-31 0,0 0-29 15,0 0-24-15,0 0-29 0,0 0-173 0,48 2-21 16,-27-4 0-16,6 4-197 0,3-2-130 16,10-2-124-16,-8 1-147 0,9-6-211 15,-1 0-25-15,-4-5 86 0,-2 2-690 16,-2-4-887-16</inkml:trace>
  <inkml:trace contextRef="#ctx0" brushRef="#br0" timeOffset="123947.17">32326 5571 3987 0,'-14'-17'9'15,"3"3"72"-15,2 2 57 0,-2 5 41 16,8 0 39-16,-1 2 11 0,4 5 9 0,-7-10-32 15,7 10-19-15,-2-9-20 16,2 9-15-16,0 0-19 0,23-6-15 0,-8 6-8 16,6 4-13-16,2 2-15 0,-3-1-11 15,11 7-8-15,-4 5-3 0,-4 0 9 0,-4 9 41 16,-4 3 52-16,-6 3 50 0,-5 6 34 16,-4 3 19-16,-4 1 12 0,-3 14-5 15,-4-3-219-15,-3 5-53 0,1-3 0 0,-1 0 0 16,1-1 0-16,2 0 0 0,1-1 0 15,4-10 0-15,3 1 0 0,-7 6 0 16,9-8 0-16,-1-3 0 0,-1-3 0 0,3-9 0 16,-2-3 0-16,-2 0 0 0,3-1 0 15,-1-5 0-15,-4-5 0 0,-1 3 0 16,-5-2 0-16,-1 1 0 0,-3-2 0 0,-2-1 0 16,-4-3 0-16,-8 1 0 0,-1-3 0 15,6-2 0-15,2-1 0 0,3-1 0 0,-1-3 0 16,4 3 0-16,1-1 0 0,5 0 0 15,-1 0 0-15,1-1 0 0,4 1 0 0,7-2 0 16,-16 0 0-16,16 0 0 0,0 0 0 16,-13-3 0-16,13 3 0 0,-5-12-938 15,2 6-41-15,3 6-1155 0,-6-8-1542 0</inkml:trace>
  <inkml:trace contextRef="#ctx0" brushRef="#br0" timeOffset="125780.45">10748 7292 669 0,'12'-9'247'0,"-3"4"-79"0,-2 1-25 0,1-2-5 0,-7 1-4 0,3 2-3 16,-4 3 1-16,8-6 6 0,-8 6 16 0,4-6 8 16,-4 6 9-16,6-6 2 0,-6 6 0 15,0 0-9-15,0 0-9 0,0 0-3 16,0 0-5-16,0 0-3 0,0 0-2 16,0 0-3-16,-44 16 4 0,16-2 4 0,-8 3 6 15,-11 8 0-15,-3 4-5 0,-7 2-3 16,-2 2-2-16,-15 13-2 0,0 3-11 0,-1-3-3 15,-2 2-3-15,0 1 1 0,0-5-6 16,4 2-5-16,-3 0-7 0,-3 2-2 16,1 2-6-16,-5 2 0 0,-7 3-6 0,2 1 1 15,-1-3-11-15,-3 5-6 0,8-3 3 16,0 1 0-16,5 1-9 0,4-2 0 0,5-6 11 16,3-2 13-16,17-11-9 15,7-5 0-15,2-2 1 0,5 0 0 0,9-11-1 16,2 2 1-16,9-5 3 0,0-4-1 15,3-1 0-15,6-3-2 0,-4 1-7 0,2-1-3 16,2-2-8-16,1 0-7 0,6-5-5 16,-12 7-9-16,10-2-48 0,2-5 0 0,-9 6 0 15,9-6 0-15,-7 5 0 0,7-5 0 16,0 0 0-16,-7 5 0 0,7-5 0 0,0 0 0 16,-7 5 0-16,7-5 0 0,0 0 0 15,0 0-68-15,0 0-169 0,0 0-104 0,0 0-114 16,0 0-119-16,2-24-151 0,14 0-99 15,-4-3 83-15,13-13-696 0,10 1-888 16</inkml:trace>
  <inkml:trace contextRef="#ctx0" brushRef="#br0" timeOffset="126563.77">10799 7424 3682 0,'-2'-7'-149'0,"-3"0"42"0,0 0 38 0,3 3 41 0,-1-4 40 0,-1 2 51 0,2 0 42 15,-2 1 24-15,1-1 31 0,-1 0 20 0,4 6 6 16,-6-8 4-16,4 3-9 0,2 5-11 16,-6-6-11-16,6 6-8 0,-2-6-9 0,2 6-9 15,-3-5-11-15,3 5-10 0,0 0-17 16,0 0-6-16,0 0-1 0,0 0 20 0,0 0 11 15,25 34-4-15,-7-3-6 16,17 10-7-16,3 5-6 0,14 13-12 0,4 1 2 16,5-1-7-16,0 1-16 0,2 0-3 15,4 2-7-15,4 4 1 0,1-2 5 0,1-3 13 16,-7-1-6-16,1-5-3 0,-6-4 8 16,-13-12-6-16,-5-3 7 0,0-1 18 15,-4-2-3-15,-1-3 5 0,-4-2 3 0,-7-8-8 16,-4-1-4-16,-8-3 0 0,-1-6 7 15,-3-2 2-15,-4 2-92 0,2-6 0 0,-2 3 0 16,-1-2 0-16,-3-2 0 0,-3-3 0 16,9 7 0-16,-6-3 0 0,-3-4 0 15,6 5 0-15,-6-5 0 0,5 4 0 0,-5-4 0 16,6 2 0-16,-6-2 0 0,0 0 0 16,7 5 0-16,-7-5 0 0,0 0 0 0,0 0 0 15,0 0 0-15,7 4 0 0,-7-4 0 16,0 0 0-16,0 0 0 0,0 0 0 15,0 0 0-15,0 0 0 0,0 0 0 0,0 0 0 16,0 0 0-16,0 0 0 0,-9-20 0 16,2 11-151-16,2-3-899 0,-5 0 111 15,0 0-1119-15,1 0-1471 0</inkml:trace>
  <inkml:trace contextRef="#ctx0" brushRef="#br0" timeOffset="127781.29">23922 7229 2189 0,'9'-9'126'0,"-3"2"17"0,0 1 9 0,-2 1 11 0,-3-1 6 0,-1 6-16 16,6-8 17-16,-4 1-10 0,-2 7 9 16,2-7 1-16,-2 7-2 0,1-9-8 15,-1 9-8-15,0-6-7 0,0 6-13 16,0 0-15-16,0 0-14 0,0 0-11 0,0 0-3 15,0 0 8-15,-28 16 4 0,1 9-1 16,-11 9-4-16,-7 6 3 0,-16 14 2 0,-7 8 6 16,2 5 14-16,-6 1 3 0,-3 4 17 15,3 8 10-15,-4-5-1 0,0 4 8 0,0 0 26 16,3-3-3-16,1-1-5 0,5 0 4 16,0-3-9-16,0 2-4 0,1-4-2 0,-1 0-3 15,4-6-7-15,-1-1-1 16,1-6-126-16,6-6-28 0,14-12 0 0,5-8 0 15,8-2 0-15,1-8 0 0,10-1 0 16,4-7 0-16,4-3 0 0,3-2 0 0,0-3 0 16,1 2 0-16,-1-3 0 0,8-4 0 15,-8 9 0-15,8-9 0 0,-7 4 0 0,7-4 0 16,-8 6 0-16,8-6 0 0,-5 5 0 16,3-1 0-16,2-4 0 0,0 0 0 0,0 0 0 15,0 0 0-15,0 0 0 0,0 0-392 16,5-27-407-16,5 13-127 0,5-11 83 0,6-2-936 15,9-13-1209-15</inkml:trace>
  <inkml:trace contextRef="#ctx0" brushRef="#br0" timeOffset="128395.71">24000 7256 4726 0,'-6'-8'-157'0,"-2"0"53"0,5 2 55 0,-1 1 48 0,4 5 31 0,-7-8 25 16,7 8 21-16,-4-4 15 15,4 4 10-15,-3-6 4 0,3 6-5 0,0 0-1 16,0 0-13-16,0 0-7 0,0 0 6 15,0 0 8-15,19-1 9 0,-5 8 3 0,17 7 5 16,-1 4-7-16,14 10 0 0,-3 3-4 16,7 11-8-16,17 14 0 0,3 2-2 0,15 3-4 15,2 3-14-15,12 7-3 0,9 5 2 16,40 27 22-16,1-3 31 0,7-3-1 0,2-4-7 16,3-2 10-16,-5-5 1 0,-37-23 5 15,-6-5-6-15,-3 0-4 0,-13-12-11 0,-7 1-9 16,-29-14-11-16,-7-6-8 0,-6-4-8 15,-15-5-22-15,-4-2-52 0,-11-6 0 16,2-1 0-16,-7-2 0 0,-1-2 0 16,-1-2 0-16,-1 0 0 0,-3 1 0 0,2-1 0 15,-7-3 0-15,9 4 0 0,-9-4 0 16,7 3 0-16,-7-3 0 0,0 0 0 0,0 0 0 16,14 4 0-16,-14-4 0 0,0 0 0 15,0 0 0-15,0 0 0 0,0 0 0 0,10-12-629 16,-12 6-360-16,2 6 93 0,-6-17 108 15,-2 5-875-15,-1-3-1099 0</inkml:trace>
  <inkml:trace contextRef="#ctx0" brushRef="#br0" timeOffset="129595.2">5284 9585 2989 0,'2'-16'214'0,"-2"6"-2"0,0-2-4 0,0 4-25 0,2 2-20 0,-1 0-12 0,-1 6-26 15,0-9-16-15,0 9-22 0,0 0 33 0,0 0 39 16,0 0 31-16,-7 46 28 0,2-10 21 15,-8 14 17-15,-5 3 7 0,-1 7-3 16,-5 2 10-16,2 1-3 0,-1 0-10 0,2 0-9 16,4-3-11-16,4-6-15 0,1-1-13 15,9-13-17-15,1-3-49 0,2-8-143 0,2-5 0 16,1-1 0-16,3-2 0 0,3-2 0 16,5-3 0-16,-1-2 0 0,6-3 0 15,3-3 0-15,5 2 0 0,2-4 0 16,-4-3 0-16,0 1 0 0,-4-3 0 0,-1 1 0 15,-2-2 0-15,-5 0 0 0,1 2 0 16,-5-2 0-16,-9 0 0 0,21 0 0 0,-11 0 0 16,-10 0 0-16,17-4 0 0,-11 1-311 15,-1-1-235-15,-3-3-102 0,-2 7-167 0,-2-12-23 16,0 2 92-16,-3 0-712 0,-1-4-907 16</inkml:trace>
  <inkml:trace contextRef="#ctx0" brushRef="#br0" timeOffset="129846.36">5232 9660 4313 0,'-4'-4'68'16,"-1"-2"30"-16,5 6 11 0,-2-11-5 15,2 11-3-15,7-10-7 0,2 2-7 0,2-3-6 16,7 1-11-16,14-7-5 0,2 3-8 15,2-1-7-15,9-2-4 0,-8 5-33 16,-3 2-35-16,-7 1-50 0,-7 2-48 16,-4 2-55-16,-3 1-49 0,-4 3-46 0,2-2-59 15,-11 3-104-15,0 0-179 0,0 0 54 16,0 0-306-16,-11 17-349 0</inkml:trace>
  <inkml:trace contextRef="#ctx0" brushRef="#br0" timeOffset="130129.28">5810 9740 2764 0,'0'0'268'0,"0"-8"7"15,0 8-7-15,0 0-15 0,0 0-24 16,0 0-15-16,0 0 26 0,0 0 1 0,0 0-4 15,-12 37-6-15,5-16 13 0,2 2-14 16,-4 8-19-16,2 1-20 0,1-1-20 16,3-2-17-16,-1-7-16 0,0 1-12 0,1-1-15 15,0-1-18-15,1-5-58 0,2 0-69 16,-2-3-76-16,2 2-79 0,0-5-97 0,2-1-94 16,-2-4-118-16,0-5-168 0,0 7-57 15,0-7 77-15,0 0-508 0,0 0-620 0</inkml:trace>
  <inkml:trace contextRef="#ctx0" brushRef="#br0" timeOffset="130562.08">6006 9827 3083 0,'2'-9'11'0,"0"2"46"0,-2 7 28 15,7-10 14-15,-5 7 14 0,-2 3-10 16,12-8-7-16,-12 8-15 0,11-1-8 0,-11 1-2 15,0 0-8-15,25 10-12 16,-14-3-4-16,-2 2 8 0,-2 3-6 0,1 0-4 16,-3-1-2-16,1 5 0 0,-5 1 0 15,-2 0 4-15,-5 5 5 0,-1 7-9 0,-3 1 10 16,0-8 19-16,5-3 7 0,-1-5 2 16,1 1-1-16,1-5-1 0,-1 1-5 0,3-2-6 15,2-1-4-15,0 2-5 0,2-1-4 16,1 0 0-16,1 1-7 0,3 0 4 15,1 0 1-15,-1 0 8 0,3 2 9 0,-1 0 7 16,-1-1 26-16,-3 1 10 0,4 2 20 16,-4-5 25-16,-1 3 12 0,-2 0 11 0,0-3 5 15,-2 1 8-15,-4 5-4 16,0-3-11-16,-1 0-8 0,-6 3-9 0,0 1-16 16,-5-3-8-16,0 1-22 0,-2-2-8 15,-6 3-12-15,1-5-82 0,6-1-14 0,0-4 0 16,3 0 0-16,1-3-9 0,1-2-202 15,12 0-68-15,-18-7-83 0,12 0-100 0,0-1-96 16,4-1-176-16,4 1-60 0,4-3 75 16,9-3-663-16,12-1-835 0</inkml:trace>
  <inkml:trace contextRef="#ctx0" brushRef="#br0" timeOffset="130846.25">6818 10140 3681 0,'-17'-1'169'0,"9"-1"52"0,8 2 29 0,0 0 26 0,-13-5 23 0,13 5 8 0,0 0 1 15,-10-4-14-15,10 4-18 0,0 0-25 16,0 0-24-16,0 0-27 0,0 0-19 0,0 0-21 15,31-9-29-15,-18 11-66 16,1-4-100-16,0 2-81 0,2-1-93 0,4 1-113 16,-2-1-124-16,1-1-135 0,3 2-196 15,2-4 54-15,2 3 83 0,-1-3-532 0,2 1-639 16</inkml:trace>
  <inkml:trace contextRef="#ctx0" brushRef="#br0" timeOffset="131278.29">7213 9922 3479 0,'-5'-8'84'0,"3"0"42"15,4 0 5-15,1 2 11 16,3 0 0-16,-3 1-2 0,7 0-12 0,-1 4-11 0,3-3-12 16,-1 2-12-16,5 4-7 15,-5 2-7-15,4 2-8 0,0 1-4 0,-1 3-7 16,-3 2-2-16,0-1 4 0,-1 1 9 15,-4 3 10-15,-1-1 18 0,-1 4 10 0,-2-5 17 16,-4 5 5-16,-2-3 8 0,-1 3 16 16,-2 1 5-16,-4 0 3 0,2-3 0 15,2 1-7-15,-2-5-5 0,2-2-13 0,3 2-9 16,2-4-10-16,-3 1-13 0,3 1-11 16,0-1 0-16,2-1-10 0,0 1-10 15,2 1-4-15,2 2-9 0,-1-1-3 16,-1 1-5-16,2-1-3 0,2 3-3 0,-3 0 2 15,2-3-2-15,-1 2-16 0,-1-1-32 16,-1 0 0-16,0-3 0 0,0 1 0 0,-2-2 0 16,0 0 0-16,-2 2 0 0,-4-2 0 15,1 1 0-15,-3-1 0 0,-2-1 0 0,-3 0 0 16,-1 0 0-16,-2-2 0 0,-2 0 0 16,1-3 0-16,0-2 0 0,1-2 0 0,-4-3 0 15,4 2 0-15,-4-6-110 0,6 2-501 16,1-1-170-16,3-1-127 0,3 2 85 15,1 1-863-15,4 0-1122 0</inkml:trace>
  <inkml:trace contextRef="#ctx0" brushRef="#br0" timeOffset="131663.45">8061 10231 4984 0,'-14'2'92'0,"14"-2"62"0,0 0 53 0,-13 0 55 0,13 0 16 0,0 0 15 0,0 0-16 0,0 0-21 0,0 0-22 16,0 0-24-16,0 0-16 0,0 0-26 0,29-12-18 16,-13 9-19-16,4-1-47 0,-2 0-69 15,4 1-78-15,-3 2-86 0,1-3-86 16,3 0-85-16,-3 1-103 0,3-2-94 15,-5 1-120-15,2-1-147 0,-4 0 51 0,0 2-671 16,-3-1-856-16</inkml:trace>
  <inkml:trace contextRef="#ctx0" brushRef="#br0" timeOffset="131979.09">8413 10055 3943 0,'-4'-9'98'0,"2"3"54"16,-1-2 29-16,3 8 20 0,0-12 2 15,2 6 1-15,1-1-8 0,5-3-17 0,2 6-14 16,-1-4-16-16,2 4-9 16,3 3-17-16,1-1-8 0,-15 2-14 0,30 7-2 15,-16 1-7-15,1 4 6 0,-1 3 13 16,-5 3 14-16,-2 1 15 0,-7 3 18 0,0-3 18 16,-5 13 26-16,-3-1 17 0,-4-2 23 15,1-1-9-15,2-7-87 0,-1-4-146 16,4-1 0-16,1-2 0 0,1-3 0 0,1 1 0 15,-1-4 0-15,4 1 0 0,0-1 0 16,4-2 0-16,-4-6 0 0,11 12 0 0,-4-9 0 16,3-3 0-16,-10 0 0 0,29-5 0 15,-11-2 0-15,13-6 0 0,-1 0 0 16,4-7-286-16,3-3-445 0,1-2-141 16,-2 0 1-16,-3 5 85 0,-3 1-794 0,1-4-1021 15</inkml:trace>
  <inkml:trace contextRef="#ctx0" brushRef="#br0" timeOffset="132295.37">9038 9994 4222 0,'6'-13'-56'0,"-1"0"79"0,-1 1 56 16,-2 4 58-16,2 1 46 0,-1 1 35 0,-3 0 10 16,0 6-5-16,0 0-15 0,0-12-20 15,0 12 5-15,0 0 1 0,0 0 8 0,0 0-5 16,-27 16-9-16,17-4-25 0,-2-1-11 16,3 7-17-16,1-5-12 0,2 1-11 0,1 3-4 15,3-1-19-15,2-2-9 16,2 1-5-16,2 1-3 0,1-3-9 0,3 5-5 15,2-5-4-15,-3 3-8 0,2-3-4 16,1 3 3-16,1-1 3 0,-3 0 11 0,0-1-19 16,1 1-40-16,-3-1 0 0,0 1 0 15,-3-3 0-15,2 1 0 0,-1-1 0 0,-4-2 0 16,-4 2 0-16,-1-1 0 0,0 3 0 16,-5-2 0-16,-2-1 0 0,-4 0 0 15,0-3 0-15,-2-1 0 0,-4-2 0 0,4-1 0 16,-1-3 0-16,-3-2 0 0,4-1 0 15,-2-2 0-15,5-1-540 0,-4-3-400 16,7 1 24-16,1-2 109 0,6 1-889 16,-3 3-1132-16</inkml:trace>
  <inkml:trace contextRef="#ctx0" brushRef="#br0" timeOffset="132880.06">9595 10146 4655 0,'-8'-6'-3'0,"5"1"68"0,3 5 63 0,-9-8 42 0,9 8 13 0,-2-10 3 0,2 10 10 0,0-11-8 15,0 11 2-15,11-8-17 0,-11 8-9 16,12-6-6-16,-2 4-3 0,-10 2 9 0,21 9 5 16,-9 0 13-16,-3 4 7 0,0 3-4 15,-1 4-2-15,-2 4 5 0,-2-3-12 0,-4 4-29 16,-2 1-147-16,2 2 0 0,-4 5 0 15,2-7 0-15,-2-1 0 0,2-4 0 16,2-4 0-16,0 1 0 0,0-4 0 16,0 0 0-16,4-2 0 0,0-2 0 0,2-1 0 15,3-4 0-15,0-1 0 0,2-4 0 16,3-2 0-16,8-5 0 0,-1 0 0 0,9-5 0 16,-4-3 0-16,3-3-510 0,-2-2-182 15,-1 1-137-15,-1-1-18 0,2-1 74 0,0 5-771 16,-7 3-988-16</inkml:trace>
  <inkml:trace contextRef="#ctx0" brushRef="#br0" timeOffset="133195.23">10161 10169 4167 0,'2'-5'3'0,"-2"5"77"0,-2-7 49 15,2 7 42-15,0 0 53 16,0 0 39-16,0 0 10 0,0 0 32 0,-32 11 10 16,21-1-2-16,2 2-12 0,0 4-11 15,1-3-33-15,0 4-21 0,3 3-27 0,1-4-24 16,4-2-14-16,2 3-17 0,2-1-9 15,-1-3-145-15,7 1 0 0,-2-3 0 0,1-1 0 16,5-2 0-16,1-1 0 0,0-5 0 16,-2-2 0-16,2 0 0 0,-15 0 0 15,29-3 0-15,-15-3 0 0,-3 0 0 0,-1 0 0 16,-3-2 0-16,1 1 0 0,-7-3 0 16,1-4 0-16,-2-1 0 0,-2-1 0 15,-5-3 0-15,2-2 0 0,-6 4 0 0,4 0 0 16,-2 2 0-16,-3 4 0 0,1 4 0 15,0 2 0-15,-3-1 0 0,1 4 0 16,1 0-24-16,2 2-527 0,10 0-145 0,-23-2-221 16,14 2 68-16,9 0 101 0,0 0-751 15,0 0-944-15</inkml:trace>
  <inkml:trace contextRef="#ctx0" brushRef="#br0" timeOffset="133595.17">10348 9900 4179 0,'-14'-8'53'0,"1"1"63"15,5 3 57-15,0-1 39 0,2 2 16 0,6 3 2 16,-9-7-5-16,9 7-25 0,0 0-18 16,-3-9-21-16,3 9-22 0,12-8-14 0,2 5-14 15,1 1-4-15,6 0-20 0,1 2-8 16,2 5-8-16,-1 2 0 0,5 7-13 0,-1 3 8 15,-4 8 5-15,-2 0 23 0,-6 8 34 16,-4 0 18-16,1 6 15 0,-2-2 2 16,-5 3 0-16,3 0 1 0,-4 1-2 15,0 0-96-15,1 0-66 0,-1-1 0 0,0-3 0 16,-2 2 0-16,1-3 0 0,-1-9 0 16,0-5 0-16,-2-1 0 0,0-1 0 15,0-3 0-15,0-1 0 0,-4-1 0 0,-1 0 0 16,-3-1 0-16,-1 2 0 0,-10 3 0 15,-1-5 0-15,0 3 0 0,1-5 0 0,4-2 0 16,1-3 0-16,1-2 0 0,3 0 0 16,-1-1 0-16,3-2 0 0,0-1 0 0,8-1 0 15,0 0 0-15,0 0 0 0,-17-5-191 16,17 5-705-16,-7-5-48 0,7 5 97 16,-5-3-960-16,5 3-1235 0</inkml:trace>
  <inkml:trace contextRef="#ctx0" brushRef="#br0" timeOffset="134444.35">11366 9828 4935 0,'0'-3'-34'0,"0"3"59"0,3-7 43 0,-3 7 34 0,0 0 24 16,0 0 11-16,0 0 0 0,0 0 64 0,0 0 45 15,-3 28 33-15,2-3-3 16,-7 16 10-16,-1 11-7 0,-3 2 9 0,3 0-24 0,-4-1-6 15,3-2 1-15,0-3-200 0,1-10-59 16,6-3 0-16,-4-2 0 0,5-6 0 16,2-3 0-16,2-6 0 0,3-2 0 15,-2-1 0-15,7-1 0 0,-3-4 0 0,7-2 0 16,2-2 0-16,9-3 0 0,0-3 0 16,4 0 0-16,2-2 0 0,-5 1 0 0,-1-3 0 15,-4 2 0-15,-4 1 0 0,-2-1 0 16,-1 0 0-16,-3 2 0 0,-11 0 0 0,17-3 0 15,-7 3 0-15,-10 0 0 0,11 0 0 16,-11 0 0-16,0 0 0 0,8-5 0 0,-8 5-546 16,0-9-277-16,0 9-93 0,-5-12 86 15,2 5-896-15,-1-3-1160 0</inkml:trace>
  <inkml:trace contextRef="#ctx0" brushRef="#br0" timeOffset="134694.95">11432 9744 5098 0,'-12'-4'96'15,"3"-2"69"-15,1 4 62 0,2-2 36 0,6 4 16 16,-7-2-4-16,7 2-20 0,0 0-14 16,0 0-26-16,12-12-25 0,2 9-19 15,11-5-18-15,11 2-20 0,4-4-42 16,1 4-51-16,-3-3-58 0,-6 2-55 0,-3 0-44 15,-8 2-42-15,-5 2-46 0,0-1-45 16,-5 2-59-16,-2 1-61 0,2-1-43 16,-11 2-51-16,0 0-99 0,0 0-138 0,0 0 28 15,0 0-544-15,0 0-679 0</inkml:trace>
  <inkml:trace contextRef="#ctx0" brushRef="#br0" timeOffset="134960.96">11954 9945 3824 0,'-16'-2'295'0,"7"2"57"15,9 0 34-15,-16-2 22 0,16 2 7 0,-9-2-17 16,9 2-27-16,0 0-33 0,0 0-23 15,0 0-31-15,0 0-38 0,0 0-29 0,0 0-26 16,27-8-49-16,-16 6-133 0,8 0-9 16,1 1-116-16,0-1-156 0,1 0-122 0,4-1-125 15,0-1-141-15,-3 1-177 0,3-2 62 16,-1 0 80-16,-5 3-639 0,-1-1-791 16</inkml:trace>
  <inkml:trace contextRef="#ctx0" brushRef="#br0" timeOffset="135395.87">12386 9740 3642 0,'-1'-9'22'0,"1"4"47"15,0 5 16-15,5-10 19 0,1 5 7 16,0 1 0-16,3 0-4 0,4 2-8 16,-1-2-4-16,1 4-2 0,1 0-4 15,-1 2 3-15,0 4-8 0,3 0 7 0,-3-1 5 16,-1 5 12-16,-5 0 11 0,0 3 16 15,-5-1 4-15,0 2 23 0,-2 0 16 16,-4 3 12-16,-1 2 10 0,-3 2-6 0,-2-3-10 16,-3 8-14-16,0-6-5 0,5-3-16 15,3-1-6-15,-3-3-5 0,5 1-15 0,1 3-6 16,0-3-15-16,4-1-5 0,1-1-10 16,-1 0-6-16,6-1-8 0,-3 1-9 0,5 1-2 15,0-1-41-15,-3 0-21 0,0 0 0 16,3-3 0-16,-2 5 0 0,-1-1 0 0,0-2 0 15,-4 1 0-15,-1-3 0 16,0 1 0-16,-2 0 0 0,0-1 0 0,-2 2 0 16,-1-3 0-16,-6 2 0 0,0 1 0 15,-2-2 0-15,-1-1 0 0,-1-2 0 0,-1 4 0 16,-1-8 0-16,-2 2 0 0,0-3 0 16,1 1 0-16,4-2 0 0,-2-2 0 0,14 2 0 15,-21-2 0-15,11-3-447 0,1-1-552 16,2 0 77-16,3 2 113 0,4 4-896 0,0 0-1140 15</inkml:trace>
  <inkml:trace contextRef="#ctx0" brushRef="#br0" timeOffset="135694.4">12956 10159 4774 0,'-13'-3'218'0,"13"3"44"0,-10-4 26 0,10 4 9 0,0 0 4 0,0 0 0 15,0 0-4-15,0 0-5 0,0 0-15 0,0 0-34 16,40-8-10-16,-17 4-27 0,4-1-17 16,7 0-176-16,-3-2-13 0,-8 2 0 15,2 0 0-15,-7 2 0 0,0-1 0 0,-2 1 0 16,-2 1 0-16,-3 0 0 0,1 1 0 0,-1 1 0 15,0-2-267-15,-11 2-144 16,16-2-98-16,-8 0-114 0,-8 2-198 0,15-2 22 16,-5 1 88-16,-10 1-666 0,14-3-832 15</inkml:trace>
  <inkml:trace contextRef="#ctx0" brushRef="#br0" timeOffset="135993.85">13713 9707 4204 0,'0'-18'205'15,"2"3"45"-15,-2 5 62 0,2 2 31 0,0-2 8 16,-2 10-15-16,0-10-27 0,0 10-34 16,0 0-9-16,0 0 9 0,0 0-10 0,9 20-1 15,-7 0-9-15,-2 3-4 0,0 6-221 16,-6 12-30-16,2-2 0 0,1 3 0 15,-3 0 0-15,4 2 0 0,-6-4 0 0,4-2 0 16,-3-3 0-16,1-2 0 0,3-5 0 16,-1-8 0-16,-1-3 0 0,4-5 0 0,-1 0 0 15,2 0 0-15,0-3 0 0,0-3 0 16,0-6 0-16,3 8-238 0,-3-8-511 16,0 0-190-16,20-6 70 0,-7-2 97 0,2-1-801 15,10-8-1014-15</inkml:trace>
  <inkml:trace contextRef="#ctx0" brushRef="#br0" timeOffset="136326.88">14142 9799 4486 0,'-4'-5'94'0,"4"5"61"0,0 0 60 16,-2-12 50-16,2 12 33 0,0 0 28 0,0 0 10 16,0 0 3-16,-27 12 3 0,12 2 3 15,-7 11-4-15,-2 1-9 0,-4 7-19 16,7-3-309-16,2 1-4 0,2 1 0 15,4-2 0-15,2-1 0 0,4-4 0 0,2-5 0 16,5-1 0-16,0-2 0 0,1 0 0 16,5-3 0-16,1-2 0 0,3-2 0 0,3-3 0 15,3-2 0-15,1-2 0 0,-2-1 0 16,0-2 0-16,5-2 0 0,-4-1 0 0,0-1 0 16,-1 1 0-16,-1-4 0 0,-5 2 0 15,-2-2 0-15,-1 0 0 0,-3 1 0 0,-3 6 0 16,-7-11 0-16,1 4 0 0,-3 2 0 15,0-2 0-15,-3 3 0 0,1-2 0 16,1 3 0-16,-3 1 0 0,0 0 0 0,1 1 0 16,-1-1-349-16,-1 2-668 0,3 2 92 15,0 3-1081-15,-3 2-1424 0</inkml:trace>
  <inkml:trace contextRef="#ctx0" brushRef="#br0" timeOffset="137160.59">14751 10111 5443 0,'0'0'-44'0,"-12"0"84"0,12 0 79 0,0 0 75 0,-12-3 49 16,12 3 37-16,0 0 22 0,0 0 9 15,0 0 5-15,-12-5-8 0,12 5-21 0,0 0-29 16,0 0-124-16,0 0-134 16,31-7 0-16,-22 7 0 0,5-2 0 0,-14 2 0 0,28-2 0 15,-13 2 0-15,-2 0 0 16,1 0 0-16,1 0 0 0,1-2-225 0,-2-2-418 15,4 0-195-15,3-3-46 0,0 1 89 16,-4-3-840-16,-2 4-1072 0</inkml:trace>
  <inkml:trace contextRef="#ctx0" brushRef="#br0" timeOffset="137493.5">15083 9878 4374 0,'-5'-9'72'0,"-2"2"57"0,5 2 47 0,2 5 26 0,-3-11-2 15,3 11-13-15,3-11-10 16,6 4-13-16,-2 4-3 0,6-1-26 0,1 2-13 0,2 4-24 16,2 2-1-16,1 3-15 15,2 3 5-15,-6 2 0 0,6 9 16 0,-7-4 6 16,-9 3 26-16,-3 4 14 0,-4 0 18 16,-3 9 18-16,-5-2 17 0,-2 0 11 0,-2-2 13 15,-2-2-74-15,5-6-152 0,2-4 0 16,0-4 0-16,4 0 0 0,-1-2 0 0,2 0 0 15,3-2 0-15,1-3 0 0,0 3 0 16,1-1 0-16,5-1 0 0,1 0 0 0,5-1 0 16,-2-4 0-16,-1 3 0 0,5-5 0 15,-1 0 0-15,1-3 0 0,2 1 0 16,5-4 0-16,0 0 0 0,-2-6-333 16,8-3-495-16,2-4-104 0,-3 2 83 0,3-2-936 15,-4 1-1215-15</inkml:trace>
  <inkml:trace contextRef="#ctx0" brushRef="#br0" timeOffset="137893.82">15553 9792 4532 0,'-1'-6'-115'0,"1"-1"54"16,0 0 37-16,0 7 34 0,10-11 18 0,-3 7 13 16,2 0 10-16,7 0 6 0,1 0 1 15,-2 3 4-15,0 1 2 0,6 1 4 0,-6 5 16 16,6 3 13-16,-5 0 6 15,-1 2 15-15,-1 3 13 0,-7 2 3 0,1-1 12 16,-7 0 29-16,-1-1 16 0,0 5 1 16,-3-2 3-16,-5 3 0 0,3-3 0 0,-5 3 0 15,0-3-9-15,1 0-10 0,1 1-13 16,2-2-13-16,1-3-7 0,1 2-10 0,2-2-13 16,0 0-11-16,2 2-20 0,2-3-89 15,0 0 0-15,4-1 0 0,-3 3 0 0,3 0 0 16,0 0 0-16,2 0 0 0,-5-4 0 15,1 0 0-15,2 2 0 0,-5-1 0 16,1 0 0-16,0-1 0 0,-2 0 0 16,0-3 0-16,0 5 0 0,-4-2 0 0,1-2 0 15,-3 3 0-15,1-3 0 0,-5-2 0 16,-2 2 0-16,1-1 0 0,-1-3 0 0,-1 0 0 16,1-2 0-16,-4-2 0 0,1 0 0 15,1-2 0-15,-1-4 0 0,1 2 0 0,3-3 0 16,-2-1-40-16,1-2-949 0,9 2 33 15,-3 3 102-15,6-1-966 0,0 6-1248 0</inkml:trace>
  <inkml:trace contextRef="#ctx0" brushRef="#br0" timeOffset="138243.73">16329 9767 5329 0,'0'-10'47'0,"0"2"64"0,0 8 43 0,-1-6 29 0,1 6 21 0,0 0 0 0,0 0-6 0,0 0-19 0,0 0 33 16,0 0 14-16,0 0 7 0,7 24-5 0,-5-7-4 15,1 7 2-15,-1 0-14 0,2 12-191 16,-4-6-21-16,3-2 0 0,-3-1 0 0,2 1 0 16,-2-2 0-16,2-1 0 0,-2-6 0 15,1-1 0-15,-1-1 0 0,0-4 0 0,0-1 0 16,0-2 0-16,2-1 0 0,-2-2-312 16,0-7-241-16,4 7-105 0,-4-7-128 0,0 0-31 15,15-2 75-15,-15 2-728 0,23-12-919 16</inkml:trace>
  <inkml:trace contextRef="#ctx0" brushRef="#br0" timeOffset="138643.44">16771 9794 3895 0,'8'-5'-50'0,"-2"0"75"16,-2 1 45-16,-4 4 36 0,0 0 44 0,0 0 41 16,0 0 26-16,0 0 25 0,1 18 15 15,-2-6-5-15,-7 3 6 0,-2 4-5 0,-5 8-8 16,-2 0-2-16,0 4-6 0,-1-2-7 15,2-2-5-15,2 3-25 0,1-2-20 0,8-4-16 16,-2-5-13-16,5-2-18 0,0-5-10 16,6 3-11-16,3-5-30 0,-4-1-82 0,6-2 0 15,3-1 0-15,0-2 0 0,0-2 0 16,2-2 0-16,-4 0 0 0,-10 0 0 0,23-6 0 16,-16 3 0-16,-1-2 0 15,-6 5 0-15,1-17 0 0,-4 3 0 0,-5 2 0 16,-7-13 0-16,-6 4 0 0,0-1 0 15,0 1 0-15,1 0 0 0,-4 1 0 0,3 1 0 16,6 5 0-16,2 5 0 0,3-1 0 16,5 3 0-16,-3 0 0 0,0 2 0 0,4 1 0 15,1-2 0-15,3 6 0 0,2-8 0 16,1 1 0-16,7 0 0 0,1 2 0 0,4 0 0 16,5-1 0-16,3 1 0 0,-3 0 0 15,17 0 0-15,-1-2-888 0,0 2-82 16,-5 2 100-16,-5 1-988 0,-3 2-1283 15</inkml:trace>
  <inkml:trace contextRef="#ctx0" brushRef="#br0" timeOffset="139076.5">16912 9579 4641 0,'2'-8'-196'0,"-2"1"61"0,2-1 37 0,2 2 20 0,2 0 16 16,3-1 13-16,3 0 15 16,1 2 9-16,4-1 19 0,1 2 15 0,-2 4 21 15,2 0 19-15,-1 6 16 0,2 3 30 16,-3 3 31-16,2 8 33 0,-2 6 27 0,-5 1 27 16,-4 4 29-16,2 4 2 0,-6-2-2 15,3 4-5-15,-3 1 8 0,1 1 11 16,-2-1 12-16,2 2-18 0,0 1-18 0,2-1 3 15,-1-1-17-15,-1 4 6 0,3-2-15 16,-3 0-10-16,1-4-199 0,-2-1 0 0,-3-7 0 16,-1-4 0-16,-1-2 0 0,-5 0 0 15,5-1 0-15,-5-3 0 0,0 0 0 16,-5 0 0-16,1-4 0 0,-2 0 0 0,-10 1 0 16,-2 2 0-16,-4-7 0 0,6 0 0 15,3-5 0-15,-2 1 0 0,1-2 0 0,3 2 0 16,2-2 0-16,-1-2 0 0,3-1 0 15,1 3 0-15,1-3 0 0,1 0 0 16,0 0 0-16,11-2 0 0,-14 1 0 0,14-1 0 16,0 0 0-16,-13-1 0 0,13 1-498 15,-3-6-505-15,3 6 104 0,-7-7-1070 0,7 7-1389 16</inkml:trace>
  <inkml:trace contextRef="#ctx0" brushRef="#br0" timeOffset="140076.44">20310 9341 1729 0,'6'-10'491'0,"-3"-2"-143"0,-1 3-30 0,5-1-4 0,-5 3-11 0,0 2-15 0,-1 0-19 16,-1 5-18-16,0-9-10 0,0 9-22 0,0 0 4 16,0 0 38-16,0 0 22 0,-12 45 9 15,1-8-12-15,-3 13-8 0,-6 5-3 0,1 3-6 16,-2-1-13-16,4 0-11 0,-1-5-13 15,3 3 7-15,3-9-28 0,1-4-81 0,4-4-124 16,1-2 0-16,5-7 0 0,-1-7 0 16,2-3 0-16,0 0 0 0,3-3 0 0,5 1 0 15,-1-1 0-15,7-3 0 0,3-1 0 16,0-2 0-16,3 1 0 0,0-3 0 0,1 1 0 16,2-2 0-16,-1-2 0 15,2-1 0-15,-3 4 0 0,-3-5 0 0,0 0 0 16,-1-1 0-16,-4 2 0 0,0-1 0 15,-3-1 0-15,2 0 0 0,-5-1 0 0,-7-1 0 16,18-1 0-16,-18 1 0 0,12-6 0 16,-5 1 0-16,0-2 0 0,-1-3-523 0,1-2-474 15,-3 0 90-15,-4-3 101 0,2-1-880 16,1-1-1122-16</inkml:trace>
  <inkml:trace contextRef="#ctx0" brushRef="#br0" timeOffset="140326.62">20400 9391 5060 0,'-7'-10'142'0,"1"-1"40"0,1 3 9 0,3-1-16 16,2 2 9-16,5 0 1 0,1-3-10 15,-1 2-17-15,4-3-29 0,5 5-10 0,-1-3-20 16,5 2-10-16,0-2-14 0,0 4-53 15,-2 0-55-15,0 2-60 0,1 0-57 16,-2 1-68-16,-2 0-86 0,1 2-76 16,-5 0-81-16,-9 0-123 0,20 0-129 0,-13 0 60 15,-7 0-502-15,10 4-622 0</inkml:trace>
  <inkml:trace contextRef="#ctx0" brushRef="#br0" timeOffset="140693.42">20771 9504 3592 0,'0'0'244'0,"-20"-12"37"0,20 12 15 0,0 0-14 16,-7-8-20-16,7 8-14 15,0-10-7-15,0 10-28 0,13-7-13 0,-13 7-22 16,14-6-14-16,-4 6-15 0,-10 0-14 15,24 8-12-15,-13 1 3 0,0 7 0 0,-8-1 7 16,1 4-2-16,-4 0 1 0,-4 5 12 16,-1 7 4-16,-4 2 2 0,-7-3 5 0,1-2 5 15,-1-1 2-15,5-2-146 0,-1-5-16 16,5-3 0-16,1-5 0 0,3 0 0 0,-3-3 0 16,2-1 0-16,4 1 0 15,0-2 0-15,2 0 0 0,4-1 0 0,1-1 0 16,7-1 0-16,3-1 0 0,0 1 0 0,4-3 0 15,0-1 0-15,0 0 0 0,1-1 0 16,1-1 0-16,0 0 0 0,1-3 0 16,-4 2-369-16,-1-4-326 0,3 0-143 0,-6 2-24 15,5-4 82-15,-1 2-800 0,-4-1-1023 16</inkml:trace>
  <inkml:trace contextRef="#ctx0" brushRef="#br0" timeOffset="141058.98">21267 9604 4324 0,'-8'-7'48'0,"8"7"56"0,-7-2 44 15,7 2 34-15,0 0 26 0,0 0 31 16,-22 11 25-16,13-5 12 0,2 4 5 16,-1 1-5-16,-2 2-1 0,3 1-11 0,-1 0-16 15,5-1-15-15,-4 1-14 0,5-1-13 16,2-1-20-16,0 2-19 0,9-1-124 0,-2-1-43 15,4-2 0-15,9 1 0 0,-4-5 0 16,6 1 0-16,1-2 0 0,-7-3 0 16,5-4 0-16,-1 2 0 0,-5-3 0 0,0 0 0 15,-2-5 0-15,-1 4 0 0,-2-5 0 0,-3-3 0 16,-3 2 0-16,-4-5 0 16,-2-1 0-16,-2-3 0 0,-1-1 0 0,-3-3 0 15,2 4 0-15,-4 2 0 0,3 3 0 16,0 4 0-16,-2 0 0 0,-4 3 0 0,6 3 0 15,-1 2 0-15,8 2-356 0,-17 0-210 16,17 0-133-16,-16 7-190 0,13-3 80 0,-3-1 97 16,6-3-703-16,0 0-866 0</inkml:trace>
  <inkml:trace contextRef="#ctx0" brushRef="#br0" timeOffset="141309.07">21921 9679 4154 0,'-20'-5'145'15,"4"1"50"-15,0 2 61 0,5-1 42 0,0 2 34 16,-1-1 29-16,12 2 11 0,-17-4-13 16,17 4-22-16,-10-2-32 0,10 2-30 0,0 0-28 15,-11-3-25-15,11 3-23 0,0 0-65 16,0 0-134-16,0 0 0 0,34 9 0 0,-15-7 0 15,3-1-231-15,-2 2-117 16,-1-3-99-16,4-3-94 0,1 0-111 0,1-3-164 16,0 1 63-16,8-3 83 0,-10 1-600 15,-5-3-729-15</inkml:trace>
  <inkml:trace contextRef="#ctx0" brushRef="#br0" timeOffset="141642.51">22247 9451 3776 0,'-6'-6'126'0,"2"4"47"15,4 2 40-15,-12-7 15 0,12 7 6 0,-11-5 8 16,11 5 0-16,-5-5-21 0,5 5-16 16,0 0-14-16,0 0-27 0,0 0-7 0,0 0-6 15,0 0-10-15,0 0-19 16,43 12-14-16,-25-10-7 0,-2 3-13 0,2 3-9 0,-1 2-8 16,-2 1 0-16,-4 5 23 15,0 3 19-15,-6 2 21 0,-1 3 15 0,-6 1 15 16,-4 11 10-16,-4 2 2 0,1 0-93 15,-7 7-83-15,5-7 0 0,-2-2 0 0,1-2 0 16,1 3 0-16,6-4 0 0,-6-2 0 16,6-6 0-16,1-4 0 0,2-3 0 0,-1-3 0 15,1-3 0-15,0-2 0 0,0-1 0 16,0-1 0-16,0-2 0 0,2-6 0 0,2 10 0 16,-2-10 0-16,0 0 0 15,0 0 0-15,0 0-175 0,0 0-387 0,13-23-96 16,-9 13-146-16,0-2-32 0,1-2 92 0,2-1-757 15,-4-1-946-15</inkml:trace>
  <inkml:trace contextRef="#ctx0" brushRef="#br0" timeOffset="142078.91">22803 9593 3917 0,'5'-17'-2'0,"0"5"73"0,-1 2 59 0,-1 3 54 0,-1 0 37 15,0 4 19-15,-2 3-6 0,0 0 16 0,0 0 45 16,0 0 28-16,0 0 20 16,0 0-8-16,6 36-14 0,-6-17-14 0,0 4-22 0,-2 5-24 15,0 6-23-15,0 3-14 16,0-2-210-16,0-5-14 0,1-5 0 0,-1-2 0 15,-2-1 0-15,1 4 0 0,-1-8 0 16,4-1 0-16,-1-3 0 0,-1 1 0 0,2-1-107 16,-2-3-354-16,2-3-99 15,-2-2-107-15,2-6-164 0,0 0 39 0,0 0 85 0,0 0-676 16,0 0-836-16</inkml:trace>
  <inkml:trace contextRef="#ctx0" brushRef="#br0" timeOffset="142425.2">23050 9643 3780 0,'9'-12'17'16,"-2"0"52"-16,0 3 47 0,3-1 29 0,2 3 20 16,-3-1 19-16,2 4 17 0,1 1 3 15,-1 1-2-15,-11 2 8 0,25 3 15 0,-14 4 12 16,1 4 12-16,-3 2 9 0,-3 3 11 16,-4 1 6-16,-4 4 9 0,0 0-3 0,-7 12 1 15,0-2 17-15,-3-3-60 0,1 1-239 16,1-7 0-16,0-1 0 0,6-6 0 0,-1 2 0 15,1-6 0-15,2 3 0 0,2-5 0 16,4 2 0-16,3 2 0 0,1-4 0 16,8 3 0-16,0-4 0 0,4 2 0 0,-3-6 0 15,2 1 0-15,-2 1 0 0,2-2 0 16,-2-2 0-16,1 2 0 0,-3 0 0 16,-2-2 0-16,0 0 0 0,-3-2 0 0,0 3 0 15,-10-3 0-15,13 2 0 0,-13-2 0 16,11 2 0-16,-11-2 0 0,0 0 0 0,12-2 0 15,-12 2 0-15,0 0-614 0,3-7-188 16,-3 7-108-16,-1-12 87 0,1 12-892 0,-6-12-1148 16</inkml:trace>
  <inkml:trace contextRef="#ctx0" brushRef="#br0" timeOffset="142877.31">23754 9769 4721 0,'0'0'1'0,"-15"0"63"0,15 0 63 0,0 0 55 0,-13-2 53 0,13 2 33 0,0 0 15 15,0 0 3-15,0 0-13 0,-9-6-24 16,9 6-25-16,0 0-24 0,31-6-20 0,-15 2-20 16,-2 4-14-16,2-4-18 0,-1 4-36 15,1-2-49-15,-3 1-63 0,0 0-66 16,-2 1-67-16,-1-3-69 0,-10 3-81 0,17 0-95 16,-8 0-91-16,-9 0-135 0,24-4-153 15,-13 2 59-15,3 2-667 0,-2-2-838 16</inkml:trace>
  <inkml:trace contextRef="#ctx0" brushRef="#br0" timeOffset="143209.88">24343 9533 3846 0,'-6'-5'29'0,"5"0"48"0,1 5 44 16,-13-8 23-16,13 8 25 0,-16 0 13 15,16 0 14-15,-27 12 8 0,9-4-3 16,2 4-3-16,-9 5-6 0,4 0 0 0,0 4-18 15,4-1-14-15,4-1-20 0,5 0-13 16,2-2-15-16,2 0-2 0,4 0-13 0,4-2-7 16,3 6 13-16,2-5-7 0,2 3 13 15,-2-2 25-15,3 2 28 0,-1-4 22 0,-2 1 14 16,2-3 10-16,-4 0 10 0,0 0-200 16,1-1-18-16,-4-2 0 0,0-1 0 0,0-2 0 15,-4 2 0-15,0-1 0 16,-2-1 0-16,-2-1 0 0,0 3 0 0,-4-2 0 0,1 1 0 15,-2-3 0-15,-3-1 0 16,0 0 0-16,-1 0 0 0,0-4 0 0,0 0 0 16,-1 0 0-16,1-4 0 0,-3 0 0 15,3-4 0-15,1-3 0 0,7-3-807 0,-1 1-158 16,6-3 84-16,4-1-1002 0,1-7-1308 16</inkml:trace>
  <inkml:trace contextRef="#ctx0" brushRef="#br0" timeOffset="143626.25">24415 9341 5469 0,'-9'-8'6'0,"-1"1"69"0,4 3 49 16,0-1 34-16,6 5 29 0,-7-5 12 16,7 5-4-16,0 0-13 0,-4-8-18 0,4 8-18 15,17-4-11-15,-1 2-10 0,3 2-14 16,10 2-12-16,-2 0-16 0,10 4-4 0,-1 5-10 15,-1 3-4-15,-9 3-4 0,-1 5 22 16,-8 5 23-16,-3 5 23 0,-7 6 12 0,-5 2-141 16,-6 5 0-16,-1 13 0 0,-4 4 0 15,0 0 0-15,2 1 0 0,-2 4 0 0,0 2 0 16,7-3 0-16,2 2 0 0,6 0 0 16,2-5 0-16,5 1 0 0,7-4 0 15,-6-7 0-15,4-7 0 0,-7-13 0 16,1-6 0-16,-4-5 0 0,-3-5 0 0,-1-4 0 15,-1-3 0-15,-3-4 0 0,-1 1 0 16,-5-3 0-16,6-4 0 0,-19 6 0 0,2-6 0 16,-2-3 0-16,-6 2 0 0,1-1 0 15,-3 0 0-15,0-2 0 0,6 3 0 0,0 1 0 16,-2-2 0-16,6 2 0 0,4-2 0 16,-3 2 0-16,7-2 0 0,-5-2 0 15,3 1 0-15,5 0-24 0,-1-1-1024 16,1-2 108-16,0 3-1161 0,6 3-1513 0</inkml:trace>
  <inkml:trace contextRef="#ctx0" brushRef="#br0" timeOffset="144408.04">25910 9521 5586 0,'13'-20'-152'0,"-6"5"74"0,0 3 70 0,2 1 54 0,-6 3 33 0,1 0 23 0,0 4 7 0,-4 4 6 16,0 0 63-16,0 0 55 0,5 17 26 0,-8 5 21 16,-8 15 5-16,-7 12 3 0,-2 4-22 15,-3 0 0-15,-2 1 3 0,-2 0-201 0,4-1-68 16,6-5 0-16,1-4 0 0,9-7 0 15,2-4 0-15,5-4 0 0,1-7 0 0,5-1 0 16,5 4 0-16,8-4 0 0,3-3 0 16,4-4 0-16,9-5 0 0,-7-4 0 0,3-4 0 15,7-4 0-15,1 1 0 16,0-3 0-16,-3 0 0 0,-5 2 0 0,-6-2 0 16,-9 1 0-16,2 1 0 0,-7 1 0 15,3 0 0-15,-5-1 0 0,-3-1 0 0,-3 0 0 16,-3 4 0-16,2-9-663 0,-2 9-318 15,-4-9 86-15,4 9 107 0,-5-10-866 0,-1 3-1092 16</inkml:trace>
  <inkml:trace contextRef="#ctx0" brushRef="#br0" timeOffset="144641.19">26027 9484 4745 0,'-13'-15'104'0,"6"1"49"15,-2-1 37-15,6 3 13 0,1 0 10 0,2-1-1 16,4-1 3-16,2 0-10 0,7-1-20 16,0-1-31-16,8-2-21 0,4 0-9 0,2 3-5 15,-4 3-29-15,6 2-23 0,-5 2-60 16,-3 2-75-16,-4 3-78 0,-2 1-81 0,1 2-85 16,-5 0-71-16,0 4-67 0,-1-1-103 15,-1-1-180-15,-3 3 66 0,0 0 74 16,-5 0-423-16,4 2-491 0</inkml:trace>
  <inkml:trace contextRef="#ctx0" brushRef="#br0" timeOffset="144890.98">26313 9744 3320 0,'0'0'374'0,"-13"-4"56"16,13 4 15-16,-10-6 0 0,10 6 0 16,-3-3-18-16,3 3-27 0,0 0-26 0,0 0-44 15,0 0-50-15,17-17-25 16,-6 14-29-16,2-1-24 0,5 0-73 0,-2-2-80 16,4 6-98-16,-3-4-99 0,4 2-114 15,-4-2-132-15,3 2-117 0,0-1-153 0,-1 0-174 16,-2 0 71-16,2-1 89 0,-6 2-621 15,5 0-758-15</inkml:trace>
  <inkml:trace contextRef="#ctx0" brushRef="#br0" timeOffset="145225.04">26674 9564 3412 0,'0'-10'48'0,"-2"0"58"0,2 5 36 16,0-2 18-16,0 7 7 0,5-11 6 0,-3 5 3 15,6 2 0-15,-1 2-8 0,3 1 1 16,-10 1-2-16,25 5-4 0,-12 1-1 0,-4 3 5 16,3 3 5-16,-6 4 17 0,-2 1 6 15,-6 2 0-15,-2 3 0 0,-8 8-1 0,1 0 6 16,-7-1 7-16,5 2-2 0,1-5-3 16,0-6-17-16,4-2-4 0,3-3-1 0,-1-3-45 15,1 0-135-15,5 0 0 16,0-4 0-16,7 3 0 0,0-3 0 0,10 1 0 0,2-2 0 15,4-2 0-15,2-2 0 16,-1 1 0-16,1-2 0 0,-2-2 0 0,1 0 0 16,-4-2 0-16,1 2 0 0,-2-2-2 15,0-2-472-15,-1 1-107 0,-4 0-129 0,2-3-156 16,-5 3 72-16,-1-2 99 0,-1 2-689 16,3-3-837-16</inkml:trace>
  <inkml:trace contextRef="#ctx0" brushRef="#br0" timeOffset="145574.82">27081 9492 3836 0,'4'-10'42'0,"-2"2"49"0,1-1 39 16,2 1 18-16,1 4 18 0,1 2 9 0,-7 2 14 16,18-4 2-16,-18 4 14 0,23 10 12 15,-9-4 4-15,3 5 10 0,-5 5 10 0,-1 2 15 16,-5 2 10-16,-5 4 2 0,-1-3-1 15,-5 10-6-15,-4-2-14 0,-5 0-1 0,1-2 7 16,0-2-209-16,-1-5-44 0,5-3 0 16,2-3 0-16,-2-2 0 0,5-3 0 0,1 3 0 15,1-4 0-15,2 1 0 0,2-1 0 16,3-1 0-16,4 2 0 0,0-2 0 0,4-1 0 16,3-2 0-16,-2 1 0 15,6-2 0-15,-4-1 0 0,2 1 0 0,-2-1 0 16,-2 0 0-16,-3 0 0 0,3-1 0 15,-3-1 0-15,0 2 0 0,-2 1 0 0,-9-3 0 16,15 0 0-16,-15 0 0 0,12 0 0 16,-12 0-412-16,11-3-264 0,-11 3-137 0,5-3-58 15,-5 3 91-15,0 0-798 0,6-7-1019 16</inkml:trace>
  <inkml:trace contextRef="#ctx0" brushRef="#br0" timeOffset="146008.38">27967 9508 4580 0,'4'-16'23'0,"0"4"69"0,-2 1 52 16,2 3 36-16,-4 2 26 0,0 6 24 0,4-12 5 0,-4 12-11 0,2-3-3 0,-2 3 36 15,0 0 23-15,5 20 13 0,-3-4 6 16,0 9 2-16,-2 4-17 0,-4 10-13 0,0 2-200 15,-1-1-71-15,-3 1 0 0,2-1 0 16,-1-2 0-16,-1 1 0 0,1-3 0 0,-2-5 0 16,8-6 0-16,-5-4 0 0,1-3 0 15,1-1 0-15,-2-5 0 0,4 2 0 16,2-3 0-16,-1-1 0 0,1 1 0 16,0-5 0-16,0-6-317 0,3 6-414 0,-3-6-177 15,0 0 48-15,35-12 81 0,-9-3-784 16,5-2-1006-16</inkml:trace>
  <inkml:trace contextRef="#ctx0" brushRef="#br0" timeOffset="146357.78">28569 9482 4211 0,'0'-10'1'0,"0"1"58"0,-1 3 48 0,1-2 24 16,0 8 10-16,-10-6 14 0,10 6 11 15,0 0 11-15,-30 8-1 0,12 2 5 0,4 3-14 16,-11 5-3-16,3 3-14 15,8 3-15-15,0-4-3 0,4 1-20 0,7-2-8 16,-1-1-8-16,6 2-11 0,2 1 7 16,1-1 7-16,3 1 26 0,4 6 31 0,-3-6 25 15,0-1 17-15,5 5 22 0,-7-2 12 16,3-4 6-16,-7-2-238 0,4-2 0 0,-4-3 0 16,-3 2 0-16,0 0 0 0,0-3 0 15,-3 5 0-15,-6-2 0 0,4-1 0 0,-4 1 0 16,-1-1 0-16,-3 1 0 0,0-4 0 15,-3 1 0-15,-1-3 0 0,2 0 0 0,0-4 0 16,-3-1 0-16,3-2 0 16,0-1 0-16,2-1 0 0,-3-4 0 0,1-5 0 15,5 2 0-15,1-1 0 0,0-1 0 16,0 3-6-16,6-5-974 0,-1 4 16 0,2-1 105 16,2 4-971-16,0 5-1258 0</inkml:trace>
  <inkml:trace contextRef="#ctx0" brushRef="#br0" timeOffset="146590.76">29079 9876 5478 0,'-14'-5'171'0,"4"2"89"0,5-1 46 0,5 4 12 0,-9-7-10 0,9 7-19 0,0 0-26 15,0 0-27-15,22-11-27 0,-5 7-14 0,5 1-37 16,4-1-158-16,-2 2 0 0,7-1 0 16,-4 1 0-16,-1-1-141 0,3 1-142 0,-2-2-108 15,2 3-109-15,-4-2-112 0,12-4-182 16,-8 3 7-16,-4 1 86 0,-3-2-653 0,-1 3-810 16</inkml:trace>
  <inkml:trace contextRef="#ctx0" brushRef="#br0" timeOffset="147026.93">29717 9515 4139 0,'-6'-7'202'0,"3"2"29"0,3 5 5 16,0 0 15-16,0 0 42 0,0 0 26 16,-22 16 4-16,17 0-3 0,-2 5-17 0,-7 8-16 15,4-2-22-15,2 4-19 0,2-4-20 16,5-3-17-16,-3-2-22 0,2 2-33 0,2-4-154 15,0-1 0-15,4 0 0 16,-1-4 0-16,-1 2 0 0,7-5 0 0,0 0 0 16,2-4 0-16,3 1 0 0,-1-5 0 15,4-3 0-15,0-1 0 0,2-1 0 0,4-5 0 16,2-2 0-16,6-6 0 0,1-1 0 16,1-4 0-16,-5 0 0 0,1 0 0 0,-5 1 0 15,-5 5 0-15,-4 3 0 0,-5 2 0 16,-1 2 0-16,-3 2 0 0,-6 4 0 0,0 0 0 15,0 0 0-15,0 24 0 0,-6-7 0 16,1 3 0-16,-4 13 0 0,-2 1 0 0,0 3 0 16,4-1 0-16,-3 0 0 15,2 0 0-15,1-1 0 0,2-10 0 0,1 0 0 0,1-7 0 16,-1 1 0-16,1-3 0 16,-1-3 0-16,2-2 0 0,0 0 0 0,0-2 0 15,2 1 0-15,0-6 0 0,0-4 0 16,0 0 0-16,0 0 0 0,0 0-831 0,0 0-141 15,0 0 94-15,0 0-996 0,22-19-1298 16</inkml:trace>
  <inkml:trace contextRef="#ctx0" brushRef="#br0" timeOffset="147392.62">30497 9697 5273 0,'-14'-12'21'0,"3"6"69"0,0-1 63 0,6 3 44 0,-1-2 34 0,6 6 20 16,-5-6 13-16,5 6-6 0,-6-8-17 15,6 8-22-15,0 0-22 0,10-9-19 0,1 6-13 16,8 0-23-16,6-1-17 0,2 1-13 16,0 3-38-16,-1 0-74 0,-2 1 0 15,1 5 0-15,-3 0 0 0,-4 3 0 0,-2 5 0 16,-5 1 0-16,-5 5 0 0,-2-3 0 15,-8 9 0-15,-4 6 0 0,-1 0 0 16,-2 3 0-16,-3-1 0 0,3 0 0 0,-1 0 0 16,2-3 0-16,-1 2 0 0,6-7 0 15,-2-6 0-15,2 1 0 0,1-4 0 0,2-5 0 16,-1 4 0-16,1-5 0 0,2 0 0 16,-2-1 0-16,2-2 0 0,0-3 0 0,0-5-104 15,4 9-636-15,-4-9-132 0,7 2-13 16,-7-2 91-16,0 0-837 0,19-9-1070 15</inkml:trace>
  <inkml:trace contextRef="#ctx0" brushRef="#br0" timeOffset="147558.41">30571 10055 4307 0,'-12'-4'47'16,"4"2"88"-16,3-1 68 0,5 3 69 0,-10-6 37 16,10 6 27-16,0 0 5 0,-5-8-10 15,5 8-33-15,0 0-27 0,0 0-30 0,20-6-27 16,-8 2-25-16,1 2-56 0,3 0-72 15,0 0-91-15,4 0-91 0,1 2-90 0,3-5-116 16,1 1-134-16,0 0-143 0,9 0-167 16,-2-4 12-16,-3 4 75 0,-6 0-581 0,0 1-726 15</inkml:trace>
  <inkml:trace contextRef="#ctx0" brushRef="#br0" timeOffset="148025.12">31270 9213 3697 0,'-11'-4'44'0,"-1"4"59"16,4-3 35-16,8 3 33 0,0 0 21 0,-13-5 7 15,13 5-5-15,0 0-8 0,0 0 1 16,0 0-16-16,0 0-11 0,44 0-15 0,-19 2-18 15,2-2-15-15,-1 0-7 0,-2 3-10 16,1-2-14-16,-2 3-11 0,-1 3 0 0,-8 0 19 16,4 5 27-16,-9 5 30 15,-1 14 49-15,-7 5 26 0,-1 3 3 0,-3 4 2 16,-5 11 4-16,-3 0-11 0,1-1-1 16,1 2-158-16,-2-2-60 0,3 1 0 0,-4 2 0 15,5 2 0-15,-2 0 0 0,0 0 0 16,2-5 0-16,-2-5 0 0,1-7 0 0,0-6 0 15,1-2 0-15,-2-2 0 0,-2-9 0 16,-2 4 0-16,0-7 0 0,-8 3 0 16,-2-3 0-16,-4-2 0 0,1-1 0 0,-3-2 0 15,-2 1 0-15,3-1 0 0,1-3 0 16,-1 1 0-16,9-1 0 0,0-3 0 0,6-1 0 16,-1 0 0-16,3-2 0 0,1 0 0 15,5-1 0-15,-3 1 0 0,4-2 0 16,4-3 0-16,-9 2 0 0,9-2 0 0,0 0 0 15,0 0-1006-15,0 0 37 0,-11-12-1145 16,11 12-1524-16</inkml:trace>
  <inkml:trace contextRef="#ctx0" brushRef="#br0" timeOffset="149373.24">7278 11105 5428 0,'9'-1'-288'0,"-2"-1"48"0,-7 2 39 0,10-2 30 0,-10 2 33 0,0 0 35 0,0 0 32 0,0 0 38 16,0 0 34-16,-25 16 31 15,-3 3 38-15,-12 11 21 0,-8 6 24 0,-17 18 17 16,-1 6 12-16,-7 5 11 0,-1 3 6 0,-5 3-2 16,-2 4 1-16,-7 4 0 0,-3 3 5 15,-5-1-13-15,-5-2 2 0,4-5 0 16,2-2 4-16,5-4 0 0,6-6-2 0,7-3-4 16,6-10-3-16,20-11-12 0,6-2-8 15,6-5-10-15,1-4-6 0,11-7-7 16,0 1-5-16,2-4-4 0,2-1-3 0,5-3-9 15,0-2-5-15,5 1-8 0,-1-3-9 16,3 1-29-16,-3-2-34 0,3 0 0 0,2 2 0 16,-3-3 0-16,3-1 0 15,1 0 0-15,-2 0 0 0,3 0 0 0,1-3 0 16,1-1 0-16,-1 2-20 0,6-4-190 16,-8 8-63-16,8-8-80 0,-4 3-92 0,4-3-90 15,0 0-172-15,0 0-105 0,0 0 81 16,21-19-665-16,-6 6-849 0</inkml:trace>
  <inkml:trace contextRef="#ctx0" brushRef="#br0" timeOffset="150023.54">7283 11538 4042 0,'-9'-16'-24'0,"2"4"33"0,2 0 30 0,1 2 28 0,0 2 22 0,3-4-3 16,-1 1 22-16,0 2 18 0,2 0 14 16,0 0 2-16,0 1 2 0,0 8-1 0,0-15-6 15,0 11-6-15,0 4-12 0,0-10-10 16,0 10-8-16,2-10-11 0,-2 10-5 0,0 0-6 15,0 0 24-15,0 0 28 0,30 18 26 16,4 9-2-16,6 8-15 0,10 0-13 16,24 13-11-16,10 2-15 0,7 1-6 0,8 7-4 15,10-2-19-15,4 5-2 0,5 3-9 16,40 26-4-16,-7-9 0 0,-33-19-7 16,0 1-2-16,-8 0 21 0,-1-3 23 15,-13-6 13-15,-16-8 2 0,-24-13-8 0,-8-6-3 16,-8-3-66-16,-10-5-30 0,-5-6 0 15,-7 1 0-15,-5-6 0 0,-1-1 0 0,-3-3 0 16,0 2 0-16,-5-2 0 0,4-2 0 16,-8-2 0-16,12 8 0 0,-12-8 0 0,7 6 0 15,-7-6 0-15,7 4 0 16,-7-4 0-16,0 0 0 0,10 5 0 0,-10-5 0 16,0 0 0-16,6 2 0 0,-6-2 0 15,0 0 0-15,0 0 0 0,0 0 0 0,0 0 0 16,-6-17-765-16,-2 9-228 0,1 0 107 15,-2 0-1000-15,-3-1-1311 0</inkml:trace>
  <inkml:trace contextRef="#ctx0" brushRef="#br0" timeOffset="151090.89">3033 13305 4860 0,'4'-11'-138'0,"0"4"71"0,-2-2 52 0,-1 4 10 0,-1 5 2 0,4-9 1 15,-4 9-2-15,0 0 26 0,0 0 54 16,5 26 44-16,-12 9 45 0,-2 15 20 0,-4 3 25 15,-3 5 23-15,2 2 5 0,-6 1 19 16,-1 3 5-16,4-1 2 0,2-1 2 16,2 0 7-16,1-6 6 0,4 0 4 0,7-16-14 15,-1-3-106-15,5-8-163 0,1-4 0 16,0-3 0-16,4-1 0 0,-1-4 0 0,6-1 0 16,3-3 0-16,3-3 0 15,4-2 0-15,11-4 0 0,-4 0 0 0,11-3 0 16,-9 1 0-16,-5-4 0 0,-5 2 0 15,0-1 0-15,-3-1 0 0,-4 0 0 0,0 2 0 16,-5-3 0-16,1 2 0 0,1-3 0 16,-3 0 0-16,-3-1 0 0,-3 2-147 0,2-4-484 15,-5 7-108-15,-5-17-181 0,2 7 81 16,-5-4 92-16,1 0-671 0,-1-3-868 16</inkml:trace>
  <inkml:trace contextRef="#ctx0" brushRef="#br0" timeOffset="151340.43">2980 13325 4125 0,'-8'-9'123'0,"1"4"21"0,1 1 17 16,6 4 27-16,-8-9 40 0,8 9 24 15,-4-4 7-15,4 4 3 0,0 0-28 0,4-12-27 16,6 5-12-16,3 0-26 0,10-2-18 15,10-1-12-15,1-2-15 0,4 2-76 16,-2 1-51-16,1 0-59 0,-3 3-55 0,-5 0-57 16,-9 3-53-16,-3 0-67 0,-4 1-63 15,-4 2-61-15,-9 0-84 0,0 0-159 16,0 0-13-16,0 0 61 0,0 0-376 0,-22 19-465 16</inkml:trace>
  <inkml:trace contextRef="#ctx0" brushRef="#br0" timeOffset="151674.51">3455 13464 3185 0,'0'-9'284'15,"0"4"-20"-15,0 5-22 0,0-7-23 16,0 7-21-16,0 0 5 0,0 0 52 16,0 0 33-16,3 31 2 0,-1-7-21 0,-2 1-12 15,2 3-12-15,-4 8-18 0,2 2-14 16,0-5-20-16,0-7-21 0,-2 0-16 0,2 0-12 16,0 0-18-16,0-4-12 15,-1 2-15-15,-1-5-46 0,2 0-73 0,-4-4-88 16,4-1-95-16,0-2-100 0,-2 1-115 0,2-6-125 15,0-2-180-15,0-5-83 0,0 0 87 16,4 4-592-16,-4-4-767 0</inkml:trace>
  <inkml:trace contextRef="#ctx0" brushRef="#br0" timeOffset="152072.47">3695 13556 3428 0,'2'-12'-8'0,"-2"2"24"0,2 3 10 15,-1 0 9-15,-1 2 7 0,0 5 7 0,4-7 8 16,-4 7-2-16,0 0 5 0,13-3 7 16,-13 3-10-16,19 8 0 0,-11-1-4 15,4 2 16-15,-5 1-3 0,2 2 6 16,-3 2 13-16,1 3 7 0,-6 1 19 0,-1-2 4 16,0 8 9-16,-5-2 11 0,-5 7 5 15,0-2-1-15,-1-4 5 0,3-5 8 0,2-1-13 16,1-4-5-16,1-1 6 0,2-2 3 15,1 2-5-15,1-3 0 0,1-1-6 16,1 3-8-16,2-3-12 0,3 4 0 0,3 0-20 16,-2-1-3-16,1-1-8 0,0 0-11 15,2 2-6-15,-4-3 0 0,-2-1 10 16,3 1-7-16,-5 1 4 0,4-1-5 0,-3-3 3 16,-1 4 0-16,-3 0-3 0,0-2-6 15,-1 3 2-15,-5-3-9 0,-1 1-4 16,0 0-4-16,0-1-7 0,-1-3-7 0,-2 2-40 15,1-2-58-15,2-3-79 0,-1 0-89 16,8-2-94-16,-12 0-104 0,12 0-104 16,0 0-140-16,-7-12-134 0,7 12 67 0,0 0-631 15,9-12-828-15</inkml:trace>
  <inkml:trace contextRef="#ctx0" brushRef="#br0" timeOffset="152322.49">4147 13832 3921 0,'-18'-3'104'0,"18"3"35"0,0 0 26 0,-13 0 23 0,13 0 24 0,0 0 19 0,0 0 19 15,0 0-25-15,-12-2-22 0,12 2-10 16,0 0-23-16,0 0-19 0,0 0-17 15,0 0-64-15,0 0-84 0,0 0-100 0,48-2-117 16,-37 0-139-16,5-1-159 16,-3 1-227-16,1-3 60 0,-1 1 80 0,4 0-415 15,-4 2-504-15</inkml:trace>
  <inkml:trace contextRef="#ctx0" brushRef="#br0" timeOffset="152772.43">4380 13551 3035 0,'-3'-7'140'0,"1"2"-2"15,2 5-7-15,0 0-18 0,5-16 0 0,2 13-2 16,0-2-10-16,-7 5-16 0,21-7-3 16,-9 7-4-16,0-3-12 0,-12 3-8 15,22 0-3-15,-7 4-3 0,-2 4 5 16,-2 0 8-16,0 1 0 0,-2 1 16 15,-2 4 15-15,-3 1 17 0,1-1 14 0,-5 1 15 16,-3 2 13-16,1 2 6 0,-4 1 6 16,-1-1 2-16,3 1-27 0,-4-1-15 0,2-5-12 15,3 2-9-15,1-3-2 0,2-1-11 16,-2-3 19-16,4 4-24 0,2-1-13 0,1 0-3 16,4 0-9-16,-4-1-11 15,2 0-1-15,3 1 2 0,-2 0-1 0,1 0 11 0,-1 1 5 16,-3 1 5-16,3 1 9 0,-2-1 14 15,-2 1 11-15,-1-2 15 0,-3-1 12 16,2 2 1-16,-4-1 4 0,-1 1-28 16,-1 0-111-16,-2-1 0 0,-2 0 0 15,1-1 0-15,-1 0 0 0,-1-4 0 0,1 1 0 16,0-3 0-16,-3 0 0 0,1-3 0 16,1-1 0-16,9-2 0 0,0 0 0 0,-27-7 0 15,20 1-178-15,-1 0-318 0,3-1-143 16,-2-3-208-16,2 3-13 0,1 0 91 0,0-1-728 15,1 3-944-15</inkml:trace>
  <inkml:trace contextRef="#ctx0" brushRef="#br0" timeOffset="153539.06">4504 13263 3713 0,'0'0'-255'0,"0"0"47"0,0 0 45 0,0 0 36 0,-7-2 37 0,7 2 30 15,0 0 17-15,0 0 10 0,0 0 8 0,0 0 3 16,-8-2 1-16,8 2 4 0,0 0 3 16,0 0 0-16,0 0 1 0,0 0 0 15,0 0 4-15,0 0 8 0,0 0 12 0,0 0 14 16,0 0 24-16,0 0 18 0,0 0 21 15,0 0 16-15,0 0 11 0,0 0 19 16,0 0 16-16,0 0 14 0,0 0 4 16,0 0 0-16,0 0 2 0,0 0-12 0,0 0-7 15,0 0-10-15,0 0 3 0,0 0-11 16,25-1-9-16,-6-1-14 0,8 0-7 0,3 2-11 16,14-1-12-16,-2-3-6 0,0 2-4 15,-2 2-9-15,-6 0-7 0,-9-1-5 16,-2 2-6-16,-4-2-6 0,-1 1-2 0,-6 1-3 15,2 3 7-15,-3-1 9 0,0 6 20 16,0 3 33-16,-2 5 26 0,-2 5 18 16,-1 10 3-16,-3 6 0 0,0 6-6 0,-1 2-7 15,0 0-5-15,0 10-10 0,2 3-3 16,-3-5-16-16,3 2-31 0,0-12-5 16,-2-1-6-16,3-2-7 0,0-2-8 0,-2-1 1 15,-1-4-2-15,0-8 6 0,0-6 20 16,2-4 22-16,-2-3 17 0,-1 0 19 0,-1-3-16 15,0-1-111-15,2 0 0 0,0-1 0 16,-2-8 0-16,-2 12 0 0,0-5 0 0,-5 0 0 16,1 1 0-16,-6 2 0 0,1-1 0 15,-6 1 0-15,2 1 0 0,-1-1 0 0,3-2 0 16,2 1 0-16,1-4 0 16,1 2 0-16,3-2 0 0,-2-2 0 0,2 1 0 0,6-4 0 15,-9 4 0-15,9-4 0 0,0 0 0 16,-11 2 0-16,11-2 0 0,0 0-352 15,0 0-533-15,-8-10-60 0,8 10 92 16,2-10-901-16,-2 10-1184 0</inkml:trace>
  <inkml:trace contextRef="#ctx0" brushRef="#br0" timeOffset="155489.24">7353 13237 5006 0,'0'-10'-88'0,"2"1"53"0,-2 9 33 0,-2-10 23 0,2 10 13 0,0-9 2 16,0 9 5-16,0 0 12 0,0 0 53 15,0 0 42-15,11 35 30 0,-10 6 24 0,-1 7 2 16,-1 16-1-16,-4 0 6 0,1 5 2 15,-1-2 8-15,-5 0 0 0,3 1 0 0,-3-2 8 16,1-3 1-16,-1-5-2 0,0-3 1 16,3-15-128-16,1-2-99 0,4-11 0 15,1-3 0-15,1-8 0 0,0 2 0 16,3-3 0-16,5-3 0 0,6-3 0 0,2-2 0 16,5-6 0-16,8 1 0 0,2-2 0 15,6-5 0-15,1 2 0 0,1-3 0 16,-7 1 0-16,-8 3 0 0,1-1 0 0,-5 0 0 15,-4-1 0-15,0 4 0 0,-3-1 0 16,-1-1 0-16,-1-1 0 0,-11 3 0 0,18-4 0 16,-18 4 0-16,11-3 0 0,-11 3 0 15,9-4 0-15,-9 4 0 0,7-2 0 0,-7 2 0 16,3-5 0-16,-3 5 0 16,2-9-527-16,-2 9-484 0,-2-13 93 0,0 8 104 15,-4-4-860-15,4 1-1109 0</inkml:trace>
  <inkml:trace contextRef="#ctx0" brushRef="#br0" timeOffset="155755.17">7382 13239 4988 0,'-13'-9'97'0,"3"1"20"0,2 3 20 0,3-1 16 0,3 0-8 0,2 6-11 16,6-12-15-16,-1 5-7 0,7 0-7 16,8-2-1-16,9-2-13 0,3 3-8 0,5 2-43 15,3-2-46-15,-8 6-55 0,6 0-51 16,-7-2-49-16,-6 4-52 0,-4 0-38 0,-6 0-27 16,2 0-28-16,-6-1-20 0,2 2-33 15,-13-1-27-15,12 1-79 0,-12-1-127 0,4 7 49 16,-2-1-262-16,-2-6-292 0</inkml:trace>
  <inkml:trace contextRef="#ctx0" brushRef="#br0" timeOffset="156021.93">7885 13540 2716 0,'0'0'367'16,"-19"0"1"-16,19 0-3 0,0 0-2 15,0 0-17-15,-11-6-22 0,11 6-26 0,0 0-30 16,0 0-26-16,18-11-31 16,-6 8-26-16,0 0-78 0,1-1-83 0,0 2-86 15,3 0-102-15,-5 1-123 0,2-2-139 16,1 3-188-16,-1-4-94 0,3 3 66 0,-7 1-474 15,2-2-585-15</inkml:trace>
  <inkml:trace contextRef="#ctx0" brushRef="#br0" timeOffset="156372.46">8099 13387 3065 0,'-6'-8'157'0,"0"1"32"16,4-1 5-16,2 8-6 0,2-12-7 15,3 6-2-15,-5 6 6 0,14-13-4 0,-3 9-16 16,5 0-9-16,-1 4-16 0,4 1-1 16,-1 2 0-16,2 6-2 0,0 3-14 0,-1 9-11 15,-1 3-2-15,-6 5-4 0,-8 4-2 16,-4-6 13-16,-4 11 15 0,-8-2 21 0,-9 6 19 16,1-4 22-16,2-6 19 0,2-1 13 15,-2-4 5-15,5-2 1 0,3-2 1 16,4-8 3-16,1-3-134 0,1-2-102 0,4-1 0 15,2-1 0-15,2-1 0 0,1 0 0 16,5-2 0-16,3-2 0 0,-2-1 0 0,3 2 0 16,-1-3 0-16,1-1 0 15,1 2 0-15,-3-2 0 0,-1 0 0 0,2 0 0 16,-13 0 0-16,21-2 0 0,-12 2 0 16,3-1 0-16,-12 1-127 0,15-2-410 0,-6-2-105 15,-2 3-132-15,-7 1-90 0,15-9 90 16,-7 6-747-16,-1-2-967 0</inkml:trace>
  <inkml:trace contextRef="#ctx0" brushRef="#br0" timeOffset="156757.35">8784 13355 3930 0,'-2'-9'9'16,"-1"3"78"-16,1 0 18 0,2 6 16 15,-4-5 19-15,4 5 19 0,0 0 29 0,0 0 34 16,0 0 13-16,0 0 0 0,-28 9 1 16,17-1 3-16,0 1 0 0,0 3-10 0,-2 4-12 15,3 0-19-15,1 1-12 0,3-3-27 16,1 1-9-16,2-1-15 0,1 3-10 0,4-2-10 16,1 2-11-16,2 0-9 15,-1 0-11-15,3 2-5 0,-1 0-4 0,2 1-2 16,-2-6-51-16,-1 5-22 0,-1-2 0 15,0 1 0-15,0-3 0 0,-3 3 0 0,-1-3 0 16,0-1 0-16,0-1 0 0,-1-1 0 16,-3 2 0-16,0-1 0 0,0-2 0 0,-1-1 0 15,-1-2 0-15,0 1 0 0,-2-2 0 16,1 0 0-16,-2-4 0 0,-3 0 0 0,4-1 0 16,8-2 0-16,-21-2 0 0,21 2 0 15,-20-4-48-15,10 0-621 0,2-3-204 16,1 2-38-16,1 0 97 0,0 1-844 0,6 4-1096 15</inkml:trace>
  <inkml:trace contextRef="#ctx0" brushRef="#br0" timeOffset="157108.28">9049 13498 4379 0,'2'-14'-2'0,"2"4"14"0,4 1 3 0,0 3 9 0,1-3 39 0,5 4 28 0,-3-1 16 0,2 2-1 16,1 4 11-16,-14 0 10 16,30 8 12-16,-13 2 7 0,2 9 17 0,-6 0 5 15,-3 3 10-15,-8-1 9 0,-2 6 9 16,-2-1 2-16,-5 10 10 0,0-1-1 0,-2-2-9 15,2 0 0-15,-2 0-10 0,2-10-12 16,3 0-14-16,-1-6-11 0,3 0-3 16,0-5-19-16,2 2-117 0,4-2-12 0,0-2 0 15,1-1 0-15,2-3 0 0,4-2 0 16,0-4 0-16,3-2-228 0,2 0-283 0,4-8-196 16,-2 2-206-16,3-3 78 0,-1 3 99 15,0-1-713-15,0 1-899 0</inkml:trace>
  <inkml:trace contextRef="#ctx0" brushRef="#br0" timeOffset="157473.96">9539 13559 4277 0,'-5'-7'67'0,"-1"1"31"16,6 6 22-16,-4-7 29 0,4 7 22 0,0 0 18 15,0 0 5-15,0 0 1 0,-14 19-1 16,11-9-4-16,1 4-10 0,0 0-13 0,0 1-18 15,2 0-11-15,0 2-7 0,2-2-14 16,0 2-7-16,2-3-14 0,-1 1-3 0,4-1-6 16,-2-2-6-16,1-1-14 0,3-5-2 15,3 4-20-15,-3-8-21 0,4 3-37 16,1-5-1-16,-14 0-8 0,25-2 12 16,-14-1-2-16,0 1-3 0,-1-4 15 0,2 0 4 15,-9-3 19-15,3 1 18 0,-2-4 19 16,-2 0 11-16,-2-5 3 0,0 1 5 0,-2 0 4 15,0-1-11-15,-4 2-5 0,2 3-7 16,-1 1-10-16,-1-1-10 0,-4 9-8 0,1-2-25 16,0 3-64-16,-3 2-74 0,12 0-103 15,-24 4-134-15,12-1-166 0,1 2-201 16,-2 1-115-16,6 0 84 0,3-3-729 16,3 3-942-16</inkml:trace>
  <inkml:trace contextRef="#ctx0" brushRef="#br0" timeOffset="157854.17">9846 13268 4504 0,'-15'-5'134'0,"3"3"0"0,5-1 3 15,1 1 13-15,6 2 5 0,-7-5-6 16,7 5-11-16,0 0-14 0,0 0-9 15,28-2-8-15,-9 2-11 0,2 2-10 0,6 1-8 16,7 4-9-16,0 3-10 0,0 4 11 16,-7 5 14-16,0 3 13 0,-4 6 26 0,0 9 16 15,-6 7 24-15,-8-5 17 0,1 10 9 16,-6-7-5-16,1 2-4 0,-5-1 16 0,2 4 19 16,0-1-79-16,2-5-136 0,0 2 0 15,-2-6 0-15,0-6 0 0,-2-7 0 16,2-4 0-16,-2-3 0 0,2-4 0 0,-2 0 0 15,-2 0 0-15,-2-3 0 0,0-1 0 16,-4-1 0-16,1-2 0 0,-7 2 0 0,-1-3 0 16,0-2 0-16,-4 1 0 0,2-1 0 15,-4-1 0-15,6 2 0 0,2-4 0 16,1 0-259-16,-3 0-787 0,15 0 112 16,-18-2-1090-16,18 2-1440 0</inkml:trace>
  <inkml:trace contextRef="#ctx0" brushRef="#br0" timeOffset="158705.64">13778 11080 1448 0,'5'-13'444'0,"1"4"-171"0,-2 1-67 0,-3 2-46 15,-1 2-43-15,0 4-22 0,0 0-8 0,0 0 14 16,-39 18 33-16,3 7 37 0,-6 11 23 0,-17 19 22 15,-4 11 17-15,-4 12 15 0,-9 5 10 16,-1 2 1-16,1 1 4 0,0 6 0 0,-2-8-4 16,3 1 2-16,5-3 4 15,5-8-3-15,3-6-3 0,3-6-6 0,14-16-15 0,5-1-10 16,3-5-16-16,2-7-16 16,3 1-16-16,5-12-14 0,4-2-14 0,2-1-62 0,4-5-90 15,5-2 0-15,1-4 0 16,0 1 0-16,1-2 0 0,4-1 0 0,-3 0 0 15,6-3 0-15,-6 2 0 0,5-2 0 16,4-3 0-16,-9 7 0 0,9-7 0 0,-5 2 0 16,5-2 0-16,0 0-169 0,0 0-364 15,0 0-135-15,9-22-228 0,7 10 51 0,-2-2 99 16,11-3-728-16,6-3-922 0</inkml:trace>
  <inkml:trace contextRef="#ctx0" brushRef="#br0" timeOffset="159137.13">13753 11130 4299 0,'-2'-8'4'0,"0"2"23"0,2 6 9 0,0-6 6 0,0 6-1 0,2-8 2 0,-2 8 19 16,0 0 35-16,23 10 28 0,-1 6 16 15,17 7 4-15,10 6-8 0,22 14-8 0,7 7-12 16,8 6-13-16,1-2-10 16,12 8-12-16,8 7-7 0,39 21-6 0,-2-1-3 15,2-4-9-15,-2 0-7 0,-36-19 0 16,-7-6-3-16,-4-5-2 0,-14-7 6 0,-26-18 3 15,-12-4 11-15,-3-3 37 0,-15-7 40 16,-6-5 29-16,-5-4 11 0,-4 0 5 0,-2-3 6 16,-2 2 10-16,-1-3 2 0,1 1-2 15,-5 0-14-15,-3-4-129 0,13 4-60 0,-12-2 0 16,-1-2 0-16,10 4 0 0,-10-4 0 16,5 4 0-16,-5-4 0 0,6 3 0 0,-6-3-202 15,5 4-361-15,-5-4-213 16,0 0-142-16,3 6 99 0,-3-6-852 0,0 0-1107 15</inkml:trace>
  <inkml:trace contextRef="#ctx0" brushRef="#br0" timeOffset="159803.64">11585 12983 4390 0,'-2'-5'-194'0,"2"5"15"0,-3-9 18 0,3 9 16 0,-4-5 12 0,4 5 15 16,0 0 36-16,0 0 41 0,-16 21 42 0,5-1 45 16,-2 11 50-16,-6 12 45 0,1 0 34 15,-4 7 29-15,-1 1 19 0,3 2 11 16,1 0 12-16,-1-1 1 0,5-3 16 0,0-3 4 15,5-9-6-15,3-3-3 0,3-8-6 16,3-3-10-16,-1-3-7 0,2-1-7 16,2 0-7-16,1-2-14 0,5-1-12 15,-1 3-18-15,11 5-12 0,0-7-16 0,3 3-28 16,2-3-121-16,-3-1 0 0,-4-7 0 16,2 2 0-16,0-1 0 0,-4-3 0 0,1 0 0 15,-1-2 0-15,-5 0 0 0,0 0 0 16,3-1 0-16,-6-2 0 0,-6-2 0 0,15 0 0 15,-15 0-305-15,14-6-266 0,-9 3-167 16,1-6-161-16,-5 1 81 0,3-2-835 0,1-2-1090 16</inkml:trace>
  <inkml:trace contextRef="#ctx0" brushRef="#br0" timeOffset="160037.66">11427 13062 4938 0,'-9'-7'116'0,"6"4"10"0,-1-3 4 16,4 6-12-16,0 0-4 0,-2-8-11 0,2 8-16 16,13-9-7-16,3 5-6 0,2-4-10 15,9 3-29-15,9 0-65 0,3-2-67 0,-3 2-103 16,-6 2-99-16,-1 3-111 15,-2-5-133-15,-7 3-126 0,-1 0 50 0,-8 2-442 16,0 0-532-16</inkml:trace>
  <inkml:trace contextRef="#ctx0" brushRef="#br0" timeOffset="160270.84">11700 13437 3479 0,'0'0'402'0,"0"0"15"0,0 0-13 15,0 0-23-15,0 0-28 0,0 0-38 16,0 0-30-16,0 0-31 0,0 0-27 16,0 0-23-16,29-23-47 0,-14 21-89 0,2-2-94 15,4 2-129-15,2-3-150 0,2 3-166 16,2-2-198-16,-3-2-104 0,-1 1 73 0,0 0-608 15,-6 1-767-15</inkml:trace>
  <inkml:trace contextRef="#ctx0" brushRef="#br0" timeOffset="160686.42">12022 13251 3738 0,'-7'-9'46'16,"7"9"15"-16,-2-8-5 0,2 8-1 15,0 0 1-15,11-5 10 0,-2 3-1 0,-9 2-1 16,25 2 5-16,-11 1-3 0,3 4 0 16,2 1-4-16,-6 4-5 0,3 0-1 0,-3 4 4 15,-3 1 11-15,-2 2 18 0,-7-2 31 16,-1 1 29-16,-3 5 12 0,-8 6 18 0,-1-2 15 16,-6 0 24-16,1-2 10 15,2-1 0-15,-4-3 0 0,7-1-10 0,3-6-16 0,2-2-8 16,1 0-11-16,-1 0-13 15,7-2-11-15,0 1-17 0,2 0-9 0,9 1-18 16,-4 2-10-16,4-1-43 0,1 1-62 16,1 1 0-16,3-3 0 0,-2 2 0 0,-2-7 0 15,-2 3 0-15,-3 0 0 0,0-3 0 16,-2 0 0-16,1 1 0 0,-3-3 0 0,-1 2 0 16,-2-7 0-16,-2 14 0 0,2-14 0 15,-12 12 0-15,5-4 0 0,0-3 0 0,-8 2 0 16,-1-2 0-16,5-1 0 15,-3-1 0-15,1-1 0 0,-1-2 0 0,14 0 0 16,-22-5-187-16,14-1-388 0,0 0-153 16,3-1-169-16,3 3 62 0,2 4 98 0,0-12-702 15,0 12-890-15</inkml:trace>
  <inkml:trace contextRef="#ctx0" brushRef="#br0" timeOffset="161070.49">12897 13554 4248 0,'0'0'61'0,"0"0"17"16,0 0 10-16,0 0 29 0,0 0 17 0,20-7 6 0,-11 6-8 0,-9 1-12 0,18-4-9 0,-6 1-16 0,0 1-8 15,-12 2-10-15,24-3-10 0,-11 1-24 16,-1 0-48-16,-12 2-66 0,22-1-66 0,-15 1-103 16,-7 0-109-16,19-2-181 0,-9 2-145 15,-10 0 76-15,16-2-419 0,-16 2-492 16</inkml:trace>
  <inkml:trace contextRef="#ctx0" brushRef="#br0" timeOffset="161453.49">13581 13133 3206 0,'0'0'231'0,"0"0"-11"0,0 0 4 0,0 0 18 16,0 0 25-16,-32 20 16 0,11 3 9 15,-4 2 11-15,-5 13-2 0,-2 1-3 0,-3 2-5 16,3 2-4-16,3 1-8 0,1 0-15 15,1-1-14-15,4-4-13 0,5-6-11 16,5-4-13-16,8-4-23 0,1-3-123 16,4-5-69-16,2 0 0 0,4 1 0 0,-1-5 0 15,4 2 0-15,3-6 0 0,1 0 0 16,3-2 0-16,-1-2 0 0,-1-1 0 0,0-2 0 16,-2-2 0-16,-1 0 0 0,-11 0 0 15,22-4 0-15,-17-2 0 0,1 4 0 0,-3-6 0 16,1 1 0-16,-2-1 0 0,-2 0 0 15,0-2 0-15,-2 3 0 0,-2-3 0 0,3 2 0 16,-5 1 0-16,-1 1 0 0,-2 0 0 16,0 4-156-16,0-1-398 0,-5 2-137 15,14 1-221-15,-22 1 72 0,12 2 90 16,2-1-708-16,8-2-908 0</inkml:trace>
  <inkml:trace contextRef="#ctx0" brushRef="#br0" timeOffset="161652.68">13572 13077 4293 0,'-15'-5'-6'0,"3"2"-20"0,5-1-45 0,-1 1-37 0,8 3-35 0,-8-4-47 0,8 4-83 15,0 0-121-15,0 0-150 0,19-12 38 16,-5 12-185-16,3 0-186 0</inkml:trace>
  <inkml:trace contextRef="#ctx0" brushRef="#br0" timeOffset="161970.62">13604 13101 1914 0,'-7'0'91'0,"7"0"41"16,0 0 25-16,-20-5 36 0,20 5 35 15,-5-5 22-15,5 5 9 0,-6-8 5 16,6 8 6-16,-3-8-6 0,3 8-19 16,0 0-18-16,-6-8-22 0,6 8-21 0,-5-7-12 15,5 7-11-15,0 0-13 0,0 0-10 16,-3-6 1-16,3 6-19 0,0 0-7 0,0 0-12 16,0 0-11-16,0 0-8 0,0 0-12 15,0 0-1-15,-10-4-10 0,10 4-7 0,0 0-4 16,0 0-2-16,0 0-4 0,0 0-6 15,0 0-6-15,0 0-4 0,0 0 0 0,0 0-4 16,0 0-1-16,0 0-19 0,0 0-28 16,0 0-41-16,0 0-56 0,0 0-64 0,0 0-88 15,0 0-78-15,0 0-75 0,0 0-89 16,-9 12-129-16,9-12-10 0,0 0 70 16,0 0-377-16,9 13-442 0</inkml:trace>
  <inkml:trace contextRef="#ctx0" brushRef="#br0" timeOffset="162386.26">13667 13036 2657 0,'-9'-5'89'0,"-2"2"40"0,0 0 24 16,2-1 24-16,0 0 34 0,9 4 31 15,-16-3 21-15,16 3 11 0,-7-9-6 0,7 9-10 16,-6-7-22-16,6 7-25 0,0 0-24 15,17-10-20-15,4 4-10 0,12-5-19 16,1 4-15-16,0 1-14 0,-6 2-5 16,-1 3-13-16,-2 4-18 0,-2 0-7 0,-1 4-5 15,2 12 3-15,-5 1 25 0,-4 6 2 16,-3 5 17-16,-7 3 10 0,3 3 14 0,-6 4 13 16,-1 0 4-16,1 3 6 0,-2 1 1 15,2-1-4-15,-2 1-9 0,2-3-6 0,0-1-29 16,2-2-108-16,-4-10 0 0,2-2 0 15,0-2 0-15,-2-5 0 0,0-1 0 16,0 0 0-16,0-3 0 0,0 1 0 16,-4 0 0-16,-6 3 0 0,1-1 0 0,-9 3 0 15,-2 1 0-15,-3-3 0 0,-6-1 0 16,3 1 0-16,-7-2 0 0,5-5 0 0,-5 1 0 16,5-2 0-16,5-4 0 0,6-1 0 15,1-1-381-15,3-5-340 0,1-1-226 0,12 0 79 16,-18-3 104-16,9 3-770 0,-2-2-978 15</inkml:trace>
  <inkml:trace contextRef="#ctx0" brushRef="#br0" timeOffset="163219.38">13078 13118 4157 0,'4'-10'17'0,"-4"2"52"0,0 1 38 0,0 7 30 0,2-9 35 0,-2 9 10 0,2-5-4 0,-2 5-4 16,0 0 34-16,0 0 33 0,-2 33 10 15,-2-12 6-15,1 20 11 0,-5 8 13 16,2 8 3-16,-2-1 1 0,1 1 0 16,1-3 2-16,3 0-21 0,-2-9-181 0,-1-1-85 15,5-5 0-15,-3 0 0 0,4-8 0 16,-2-8 0-16,0-2 0 0,0-5 0 0,2 1 0 15,-1-4 0-15,1-1 0 0,0-2 0 16,-2-1 0-16,2-2 0 0,0-7 0 0,0 12 0 16,0-12 0-16,2 5 0 0,-2-5 0 15,0 0 0-15,0 0 0 0,3-24 0 0,1 7 0 16,1-14 0-16,3-7 0 16,-2-5 0-16,5-12 0 0,-5-1 0 0,6-1 0 15,-5 0 0-15,1 5 0 0,1 3 0 16,-1 13-55-16,-2 4-53 0,-2 8 29 0,-3 4 26 15,3 6 18-15,-4 4 19 0,2 1-2 16,-2 2 24-16,0 7 35 0,0 0 30 0,0 0 24 16,-9 24 20-16,1 5-79 0,-2 7-36 15,3 5 0-15,-6 11 0 0,3 0 0 0,-5 1 0 16,3-2 0-16,1-2 0 0,2-9 0 16,-2-3 0-16,4 0 0 0,0-6 0 0,-1-5 0 15,6-4 0-15,-1-7 0 16,-2-3 0-16,3 0 0 0,0-2 0 0,1-1 0 0,-1-1 0 15,2-1 0-15,-4 0 0 16,4-7 0-16,-2 7 0 0,2-7 0 0,0 0 0 0,0 0 0 16,0 0 0-16,0 0 0 15,0 0 0-15,-19-17-24 0,11 8-775 0,5 1-176 16,-5 1 78-16,-2-3 105 0,1-1-808 16,0 1-1040-16</inkml:trace>
  <inkml:trace contextRef="#ctx0" brushRef="#br0" timeOffset="163652.26">12543 13587 4506 0,'-13'-4'46'0,"2"1"46"0,11 3 41 0,-12-4 37 0,12 4 42 0,-8-3 38 0,8 3 9 0,0 0-7 0,0 0-13 15,0 0-4-15,15-12-3 0,4 5-17 0,8 2-12 16,11-4-26-16,5 1-18 0,9-1-16 16,-6 1-10-16,0 1-19 0,-2 0-16 0,-2 2-2 15,-14 2-13-15,-5-1-15 0,-4 3-10 16,-4-1-40-16,-3-2-18 0,-5 2 0 16,-7 2 0-16,0 0 0 0,0 0 0 15,0 0 0-15,0 0 0 0,0 0 0 16,-53-4 0-16,28 7 0 0,-3-2 0 0,-10 3 0 15,7 0 0-15,6-3 0 0,4 1 0 16,6 1 0-16,0-3 0 0,4 2 0 0,11-2 0 16,-22 4 0-16,22-4 0 0,-11 3 0 15,11-3 0-15,0 0 0 0,0 0 0 0,2 6 0 16,-2-6 0-16,0 0 0 0,0 0 0 16,0 0 0-16,19 8 0 0,-19-8-3 15,6 1-332-15,-6-1-92 0,0 0-98 16,7 4-119-16,-7-4-213 0,0 0 65 0,0 0 91 15,0 0-628-15,0 0-785 0</inkml:trace>
  <inkml:trace contextRef="#ctx0" brushRef="#br0" timeOffset="164504.37">14944 13060 4054 0,'0'-10'181'0,"0"3"5"0,1 0-1 0,-1 2-17 0,0 5-18 0,0 0-15 16,0 0 27-16,0 0 33 0,0 0 42 16,2 40 13-16,-5-3 8 0,-5 14 3 15,-3 10-3-15,-3 1 1 0,1 2-4 0,-1-2 3 16,3 0-2-16,0-5-5 0,3-2-19 16,1-4-232-16,3-9 0 0,0-3 0 15,2-2 0-15,2-8 0 0,4-6 0 0,0-1 0 16,-1 0 0-16,1-6 0 0,5-1 0 15,-4-3 0-15,4-2 0 0,2 1 0 16,1-3 0-16,3 2 0 0,1 0 0 0,-1-3 0 16,-1-5 0-16,-3 4 0 0,2 0 0 0,-1-4 0 15,-1 4 0-15,-3-4 0 0,1-1 0 16,-9-1 0-16,17 0 0 0,-17 0 0 16,14-5-72-16,-14 5-551 0,7-8-110 15,-1 4-181-15,-5-4 75 0,1 3 102 0,-2-7-716 16,0 2-903-16</inkml:trace>
  <inkml:trace contextRef="#ctx0" brushRef="#br0" timeOffset="164752.4">14824 13004 4477 0,'-19'-16'249'0,"3"4"31"16,7 4 20-16,4-1-1 15,-1 3-21-15,6-3-24 0,7-1-18 0,5 2-23 16,12-5-19-16,11 1-19 0,1 4-21 16,6 1-19-16,3 0-43 0,0 2-64 0,0 3-71 15,-11 0-63-15,7 0-60 0,-11 2-62 16,-6 2-62-16,-4 0-61 0,-4 2-36 0,-5-1-33 16,-8 6-54-16,1-4-83 0,-2 3-109 15,-6 2 44-15,-1 2-417 0,-5 5-512 16</inkml:trace>
  <inkml:trace contextRef="#ctx0" brushRef="#br0" timeOffset="165001.74">15218 13416 3446 0,'-7'-4'448'15,"7"4"5"-15,-13-2 12 0,13 2 0 16,0 0-7-16,0 0-21 0,-7-6-38 0,7 6-36 16,0 0-55-16,0 0-33 0,34-9-29 15,-20 5-32-15,-3 0-57 0,5 4-100 0,4-3-57 16,-8 0-52-16,1 3-151 16,3 0-109-16,-5 0-128 0,-11 0-117 0,21 0-155 15,-11 0-119-15,-2 2 74 0,-8-2-715 16,17 4-919-16</inkml:trace>
  <inkml:trace contextRef="#ctx0" brushRef="#br0" timeOffset="165369.03">15501 13268 4437 0,'-2'-14'131'0,"6"4"-3"0,-3 0 1 16,9 3-3-16,1-3 10 0,1 2 6 0,3 2-2 15,0 2-7-15,0 1-6 0,3 1-6 16,-6 4-8-16,4 1-3 0,-1 3 13 16,1 7 9-16,-9 1 16 0,0 5 11 0,-5-1 14 15,-4 7 15-15,-5 10 17 0,-4 1 14 16,-7 7 14-16,4-10 16 0,-4 0 7 0,5-4-123 16,1-2-133-16,1-5 0 0,6-5 0 15,-1-1 0-15,1-1 0 0,2-6 0 0,3 1 0 16,2 0 0-16,1-3 0 0,6 0 0 15,-4 2 0-15,6-3 0 0,1-2 0 16,-1 0 0-16,0 0 0 0,1-3 0 16,-1 0 0-16,3 2 0 0,-4-3 0 0,-10 0 0 15,19 2 0-15,-10-2 0 0,-9 0 0 16,17 2 0-16,-17-2 0 0,14-2 0 0,-14 2-642 16,13-2-130-16,-13 2-150 0,12-3 85 15,-12 3-870-15,7-2-1140 0</inkml:trace>
  <inkml:trace contextRef="#ctx0" brushRef="#br0" timeOffset="165871.43">16036 13237 4880 0,'0'-10'90'0,"0"3"31"0,0 7 1 0,1-12-3 0,1 7-15 0,-2 5-6 0,11-9-11 0,-6 4-1 15,4 2-11-15,5-1-5 0,-14 4-11 16,22 0-6-16,-10 4-5 0,1 1-3 16,-1 0-7-16,-1 4-4 0,-1 4-5 0,-5 1-1 15,2 0 1-15,-6 3 3 0,-1 2 16 16,0-1 24-16,-8 3 23 0,3-1 26 15,-8 6 18-15,1-4 15 0,2-3 1 16,1-1-4-16,2-1-10 0,-2-3-2 0,8 1 4 16,-3-3 4-16,2 0-5 0,6 1-8 15,-1 1-13-15,8 0-79 0,-6-2-42 0,4 2 0 16,1-2 0-16,0 1 0 0,-3-1 0 16,4 4 0-16,-1-3 0 0,-4-2 0 0,1 3 0 15,-3-2 0-15,0-1 0 0,0-1 0 16,-4 4 0-16,0-5 0 0,-2 3 0 0,0-1 0 15,-4-1 0-15,1 0 0 0,-1-1 0 16,-1 1 0-16,-2-2 0 0,0 0 0 0,0-3 0 16,-1 0 0-16,1-2 0 15,-3-1 0-15,12-2 0 0,-19-3 0 0,12-1 0 16,-5-1 0-16,2 0 0 0,-1-1 0 16,4 0-574-16,-1 1-358 0,-2 0 10 0,5 0 102 15,-1 3-861-15,6 2-1117 0</inkml:trace>
  <inkml:trace contextRef="#ctx0" brushRef="#br0" timeOffset="166168.79">16699 13239 5039 0,'4'-9'129'0,"-3"6"-4"0,-1 3-14 0,0 0-9 0,0 0 17 0,14 17 24 0,-10-3 35 0,2 6 21 15,-5 7 13-15,-1 11-2 0,0 6-4 0,-3-1-4 16,-1-1-7-16,0 1-15 0,-4-2-12 16,2-1-21-16,-1-5-16 0,2 0-12 15,1-6-14-15,2-8-11 0,0-1-23 0,0-5-65 16,0-1-32-16,2-3-85 0,2-1-88 15,0-3-110-15,2-2-144 0,1-3-149 16,-5-2-165-16,15 0-48 0,-15 0 82 16,29-12-687-16,-12 0-872 0</inkml:trace>
  <inkml:trace contextRef="#ctx0" brushRef="#br0" timeOffset="166552.07">17229 13298 4163 0,'6'-6'41'0,"-6"6"20"0,0 0 36 0,0 0 50 16,0 0 43-16,0 0 28 16,2 24 22-16,-10-6 10 0,-4 12-4 0,-3 3 3 15,-8 7-9-15,0-1-1 0,0 0-9 16,1-2-9-16,4-6-15 0,4-2-16 0,0-1-19 16,6-6-16-16,5-1-13 0,1-5-13 15,4-5-12-15,1 1-11 0,1-1-15 16,5-5-39-16,2 1-52 0,-2-2 0 0,2-1 0 15,-1-2 0-15,-10-2 0 0,15 0 0 16,-15 0 0-16,0 0 0 0,12-11 0 0,-15 4 0 16,3 7 0-16,-15-23 0 0,2 8 0 15,-10-5 0-15,0-3 0 0,2 1 0 16,1 0 0-16,-2-2 0 0,3 2 0 16,0 1 0-16,7 3 0 0,3-2 0 0,5 2 0 0,1 1 0 15,3 0 0-15,3-7 0 16,5 5 0-16,6-8 0 0,2 5 0 0,6 3 0 15,-4 6 0-15,1 1 0 0,-1 2-314 16,2 3-511-16,3 0-119 0,-5 2 92 0,0 1-936 16,4 4-1216-16</inkml:trace>
  <inkml:trace contextRef="#ctx0" brushRef="#br0" timeOffset="166934.89">17324 13026 4998 0,'-19'-12'54'0,"6"5"48"16,1-2 27-16,7 4 35 0,-3 0 14 15,4 2 9-15,4 3-14 0,0-7-1 0,0 7-9 16,24-9-23-16,-2 8-12 0,4-1-13 16,16 4-21-16,2 5-13 0,-6 0-7 15,0 6-15-15,3 13 0 0,-14-1 0 0,-3 12 18 16,-7 9 14-16,-6 4 22 0,-9 8 20 15,-4 2 27-15,-3 1 23 0,-5 5 25 16,-2 1-111-16,-2-2-97 0,-4-2 0 0,7 5 0 16,2 2 0-16,0-2 0 0,8-5 0 15,-1-5 0-15,2-13 0 0,0-3 0 0,0-13 0 16,0-5 0-16,2-5 0 0,-4-2 0 16,2-3 0-16,-4-3 0 0,0 1 0 15,-3 2 0-15,0-4 0 0,-5-1 0 0,-1-1 0 16,-5-2 0-16,3 0 0 0,1-4 0 15,0 0 0-15,-4-2 0 0,5 1 0 0,-3-1 0 16,4-1 0-16,0-1 0 0,-1 0 0 16,0-4-914-16,-1 2-50 0,1 2-1183 0,1-1-1555 15</inkml:trace>
  <inkml:trace contextRef="#ctx0" brushRef="#br0" timeOffset="179964.74">22041 10586 1020 0,'1'-4'551'0,"-1"4"-161"0,0-6-83 0,0 6-46 0,0 0-21 0,0-8-13 0,0 8-21 15,0 0-14-15,0 0-3 0,0 0-5 16,0 0-12-16,0 0-11 0,0 0-14 0,0 0-1 16,0 0 5-16,-30 23 4 0,9 3 6 15,-10 12 11-15,-3 3 17 0,-6 9-14 16,-13 14 3-16,-6 6 14 0,-4 5 5 0,-4-3-10 15,1-1-7-15,-1 3 1 0,-2-2-5 0,1-3-9 16,8-2 2-16,0-5-9 0,6-4-8 16,12-14-4-16,3-4-12 0,3-1-8 0,0-4-8 15,4-3-6-15,12-6-9 16,-3-3-8-16,1-5-89 0,10-2-8 0,-4-1 0 16,7-5 0-16,-1 2 0 0,0-1 0 15,3-4 0-15,1-2 0 0,1 0 0 0,-2 0 0 16,4 0 0-16,-1-2 0 0,4-3 0 15,-7 7 0-15,7-7 0 0,-6 5 0 0,6-5 0 16,-4 6 0-16,4-6 0 0,0 0 0 16,0 0 0-16,0 0 0 0,0 0-117 0,0 0-305 15,24-9-104-15,-12 2-113 16,5-3-185-16,6-5 22 0,4-3 84 0,1 0-691 16,10-9-861-16</inkml:trace>
  <inkml:trace contextRef="#ctx0" brushRef="#br0" timeOffset="180482.15">22155 10677 3790 0,'0'-8'-28'0,"-2"4"50"0,1-3 51 0,1 7 38 0,-2-8 33 16,2 8 19-16,0-10 19 0,0 10 10 0,-2-6 0 16,2 6-4-16,-5-6-8 0,5 6-16 15,0 0-8-15,-2-5-22 0,2 5-11 0,0 0 18 16,0 0 16-16,23 13 16 0,2 8 7 15,2 3-5-15,9 8-8 0,10 6-10 0,15 9-23 16,6 6-5-16,-2-3-13 16,1 1-15-16,9-2-4 0,2 1-9 0,9 1 2 15,10-2 10-15,1-3 4 0,2-5 10 16,-2-4 11-16,-3 1-68 0,-8-5-57 0,-20-10 0 16,-7-2 0-16,-5-1 0 0,-11-4 0 15,-9-3 0-15,-9-5 0 0,-3-1 0 0,-8-2 0 16,0 0 0-16,-3 0 0 0,0-2 0 15,0 1 0-15,-6 0 0 0,3-1 0 0,-5 0 0 16,-3-3 0-16,12 4 0 0,-12-4 0 16,8 3 0-16,-8-3 0 0,7 1 0 0,-7-1 0 15,0 0 0-15,7 4 0 0,-7-4 0 16,0 0 0-16,11 0 0 0,-11 0 0 16,0 0-228-16,0 0-790 0,0-12 102 15,0 12-1134-15,0 0-1465 0</inkml:trace>
  <inkml:trace contextRef="#ctx0" brushRef="#br0" timeOffset="181314.73">19921 12351 5315 0,'0'-9'-209'0,"-2"2"71"0,2 2 60 0,0 5 38 0,0-10 27 0,0 10 9 0,0-7 14 0,0 7 25 0,0 0 46 0,0 0 30 15,2 26 30-15,-4-1 19 0,-1 15 13 16,-5 11 19-16,-1 6 7 0,-3 3 12 15,3-2 0-15,2 2-5 0,-2-4-1 16,7-1-9-16,1-9-14 0,2-4-8 0,3-1-5 16,4-5-10-16,2-4-7 0,3-1-8 15,0-5-9-15,0-6-23 0,7 1-112 0,-4-7 0 16,6-2 0-16,-3-4 0 0,1-1 0 16,3-1 0-16,-1-2 0 0,-3-1 0 0,1-3 0 15,0 0 0-15,-5 0 0 0,-2 0 0 16,0-3 0-16,-1 3 0 0,-1-2 0 0,-3 0 0 15,-3-4 0-15,4 2 0 16,-6 0-300-16,-1-3-138 0,0-1-94 0,-2-5-115 16,-2 1-204-16,-1-2 66 0,-1-6 85 15,-4-1-639-15,-4-11-796 0</inkml:trace>
  <inkml:trace contextRef="#ctx0" brushRef="#br0" timeOffset="181530.75">19991 12325 3656 0,'-9'-10'132'0,"7"0"45"16,-1 4 27-16,1-2 25 0,2-1-3 15,0 0-5-15,4-2-2 0,-1-1-10 0,8-1-21 16,0-2-19-16,1-1-16 0,10-3-19 16,-3 7-30-16,0-1-45 0,2 2-55 15,-2 6-70-15,2 0-77 0,-4 2-102 0,4 3-95 16,-4 2-108-16,1 1-137 0,-4 5-74 15,0 1 63-15,-5 2-425 0,-3 2-496 0</inkml:trace>
  <inkml:trace contextRef="#ctx0" brushRef="#br0" timeOffset="181930.83">20371 12506 3123 0,'-2'-10'176'0,"2"0"31"16,0 1 8-16,2 1-5 0,4-1-6 0,-1 0-7 15,6 1-7-15,1-1-18 0,0 3-18 16,5-1-11-16,1 5-13 0,-4 2-16 0,6 2-10 16,-4 1-9-16,0 4-10 0,4 3-4 15,-8 6 11-15,0-1 17 0,-2 2 4 0,-7 2 15 16,-1-2 21-16,-2 3 10 0,-2 3 10 15,-10 6-6-15,-1 2-4 0,1 2-1 16,-8-4-7-16,4-3-3 0,5-6-4 16,0-4-9-16,5-5-5 0,2 1-9 0,0-4-5 15,4-2-12-15,0-6-4 0,0 0-57 16,12 5-43-16,-12-5 0 0,23-3 0 16,-23 3 0-16,28-4 0 0,-12 0 0 0,-3 4 0 15,1-2 0-15,-14 2 0 0,22 0 0 16,-22 0 0-16,17 2 0 0,-5-1-79 0,0 2-191 15,-3-1-73-15,2 0-88 0,1 1-74 16,-3-1-86-16,3 0-155 0,1 0-25 0,0 2 90 16,-3-4-603-16,5 0-742 15</inkml:trace>
  <inkml:trace contextRef="#ctx0" brushRef="#br0" timeOffset="182281.82">21056 12471 3817 0,'-7'-11'163'0,"4"4"44"0,-3 2 46 16,6 5 23-16,-7-10 23 0,7 10 2 0,-8-4-3 15,8 4-5-15,0 0-6 0,-17 12-9 16,9 0-8-16,1 1-13 0,-3 3-15 0,2 3-16 16,3 0-17-16,-1 1-22 0,2-3-16 15,2 0-18-15,2 0-149 0,5 0-4 0,-2-2 0 16,5-1 0-16,3 1 0 0,1-3 0 15,2 1 0-15,0-7 0 0,-3-1 0 16,2-1 0-16,-1-1 0 0,-1-3 0 16,-11 0 0-16,16-5 0 0,-7-2 0 0,-5 1 0 15,-2-7 0-15,0 1 0 0,-6-5 0 16,-3-5 0-16,-4-9 0 0,-3 2 0 0,1 1 0 16,-5 2 0-16,5 7 0 0,-1 3 0 15,5 5 0-15,-3 3 0 0,-1-1 0 0,4 8 0 16,-1 1 0-16,10 0-464 0,-15 6-126 15,10-1-154-15,1 4-132 0,-1 2 85 0,5-3-816 16,5 4-1048-16</inkml:trace>
  <inkml:trace contextRef="#ctx0" brushRef="#br0" timeOffset="182581.54">21463 12440 4176 0,'0'0'-79'0,"0"0"90"0,-7-4 72 15,7 4 68-15,0 0 44 0,0 0 42 0,-12-5 40 0,12 5 12 0,0 0-1 16,0 0-23-16,-4-7-24 0,4 7-24 0,0 0-20 0,0 0-19 15,0 0-18-15,23-8-22 16,-10 6-32-16,-1 0-65 0,3 1-79 0,-1-3-79 16,1 4-85-16,-2-2-104 15,2 1-112-15,-1-3-126 0,1 2-166 0,-1 1-15 0,-1 1 76 16,-2-2-529-16,-11 2-642 0</inkml:trace>
  <inkml:trace contextRef="#ctx0" brushRef="#br0" timeOffset="182930.53">21845 12200 3202 0,'-14'-8'111'0,"8"7"47"0,6 1 35 0,-7-5 22 16,7 5 0-16,0 0-5 0,-6-4-3 15,6 4-9-15,0 0-8 0,0 0-3 0,0 0-17 16,0 0-17-16,33-5-14 0,-18 5-18 15,4 0-11-15,-1 2-11 0,2 1-11 0,-3 1-13 16,-2 2-3-16,3 6-11 16,-5 0 8-16,-2 7 21 0,-5 2 29 0,2 10 29 0,-7-1 26 15,-2 4 17-15,-1 5 17 16,0 0 15-16,-4-1 0 0,0 1-21 0,-1 0-10 16,-1-4-17-16,4 0-172 0,1-6-3 15,1-7 0-15,0-3 0 0,-3 0 0 0,5-2 0 16,0-4 0-16,-1-1 0 0,1-1 0 15,0-3 0-15,0-1 0 0,1 2-164 0,-1-9-280 16,2 6-107-16,-2-6-101 0,0 0-171 16,0 0 32-16,0 0 81 0,9-20-670 15,-6 8-832-15</inkml:trace>
  <inkml:trace contextRef="#ctx0" brushRef="#br0" timeOffset="183313.64">22139 12014 3990 0,'-9'-9'89'0,"6"5"36"0,-5-1 32 16,5 2 21-16,3 3 11 0,-7-6 11 16,7 6-8-16,-4-6-11 0,4 6-7 0,0 0-10 15,0 0-8-15,29 10-17 0,-10-4-19 16,12 7-1-16,-3 2-26 0,3 2-3 15,3 9-9-15,-2 6 18 0,1 2 17 16,-6 7 28-16,-6 0 15 0,-5 5 13 0,-6 3 13 16,-2 3 3-16,-4-10 3 0,-2 3 2 15,-2-1-7-15,-2 1-65 0,0-4-121 0,-2-1 0 16,2-3 0-16,-2-1 0 0,2-7 0 16,0-3 0-16,-2-2 0 0,2-2 0 0,-1 0 0 15,1-4 0-15,-2-2 0 0,1-2 0 16,-3-2 0-16,0 3 0 0,-2-3 0 0,3 0 0 15,-5-4 0-15,0 1 0 16,1-2 0-16,-2-2-267 0,1 0-329 0,-1 0-126 16,1-1-177-16,-2-1 85 0,3 0 89 15,2-1-693-15,7-2-868 0</inkml:trace>
  <inkml:trace contextRef="#ctx0" brushRef="#br0" timeOffset="183914.61">23244 12385 4042 0,'1'-16'76'0,"5"4"56"0,-4 2 50 0,0 3 38 0,-2 1 21 0,0 6 23 0,1-9-11 0,-1 9-9 15,0 0-17-15,0 0 36 0,0 0 23 0,0 0 5 16,0 44-8-16,-1-6-5 0,-7 15-4 15,3 3-23-15,-6 0 3 0,2-2-124 16,2 0-130-16,1-13 0 0,3 0 0 16,3-3 0-16,3-1 0 0,3 0 0 0,1-6 0 15,2-2 0-15,5-2 0 0,-3-8 0 16,0-4 0-16,5-3 0 0,2-2 0 0,-3-4 0 16,2-3 0-16,3-4 0 0,0-1 0 15,3-4 0-15,2 0 0 0,-7-1 0 0,5 1 0 16,-8 1 0-16,1-1 0 0,-5 2 0 15,-3-3 0-15,2 2 0 0,-7 0-736 0,1-2-158 16,-2 2 6-16,0-2 88 0,-2-1-857 16,0 8-1095-16</inkml:trace>
  <inkml:trace contextRef="#ctx0" brushRef="#br0" timeOffset="184131.55">23341 12296 4989 0,'-16'-16'184'0,"5"4"70"16,1 2 55-16,2 2 31 0,3 3 10 0,1-3 1 16,0 1-42-16,4-1-29 0,4 0-33 15,3-2-26-15,3-2-27 0,5 1-31 0,5 1-163 16,3 1 0-16,-1 4 0 0,1-1 0 16,-2 5-216-16,2 1-99 0,-2 1-109 0,4 5-86 15,-6 0-96-15,-1 3-175 16,-2 1 13-16,-3 4 84 0,-6 4-638 0,2-2-779 15</inkml:trace>
  <inkml:trace contextRef="#ctx0" brushRef="#br0" timeOffset="184380.43">23692 12326 3988 0,'7'-8'249'0,"-3"1"48"0,-4 1 40 0,1 4 5 16,-1 2-6-16,0 0-18 0,0 0-6 0,0 0 31 15,0 0-2-15,4 19-18 0,0-1-27 16,-4 3-27-16,0 4-21 0,0 3-56 0,0 9-192 16,-4-1 0-16,2 0 0 15,0-6 0-15,1-4 0 0,-1-2 0 0,0-5 0 16,-2 1 0-16,4-3 0 0,0-1-238 16,0-3-211-16,0-3-86 0,-3 1-108 0,6-4-130 15,-3-2-21-15,0-5 84 0,0 0-667 16,0 0-831-16</inkml:trace>
  <inkml:trace contextRef="#ctx0" brushRef="#br0" timeOffset="184682.42">23933 12337 3615 0,'1'-12'53'0,"2"4"80"16,-3 1 44-16,0 7 24 0,2-11 15 0,-2 11 1 0,0 0-6 16,2-6 10-16,-2 6 16 15,0 0 8-15,0 0-10 0,0 0-7 0,24 22 2 16,-17-11-3-16,-4 7-7 0,1 4 4 15,-4 4 4-15,-6 10-3 0,-2-1 1 0,-1 0 3 16,-2 2 5-16,-1-6-75 0,-3 0-159 16,4-6 0-16,2-1 0 0,4-9 0 0,-1-1 0 15,5-4 0-15,1 0 0 0,1-3 0 16,3 2 0-16,3-4 0 0,6 0 0 0,-1-4 0 16,2 3 0-16,3-4 0 15,-1 0 0-15,-2 0 0 0,0 0 0 0,3-2 0 0,-3 2 0 16,-3 0 0-16,-11 0 0 15,19 0 0-15,-10-2 0 0,3 2 0 0,-12 0 0 16,13-3 0-16,-3 0-616 0,-5-1-86 16,1-1-162-16,-6 5 24 0,8-7 93 0,-8 7-757 15,4-5-950-15</inkml:trace>
  <inkml:trace contextRef="#ctx0" brushRef="#br0" timeOffset="184963.43">24579 12510 4582 0,'-8'-4'208'0,"2"2"43"0,6 2 58 0,0 0 22 15,-9-6 18-15,9 6 6 0,0 0-14 0,0 0-23 0,0 0-33 0,0 0-29 0,0 0-30 0,0 0-25 16,0 0-42-16,0 0-139 0,25-4-20 16,-25 4 0-16,21 2-197 0,-8-4-133 15,0 2-145-15,5-2-167 0,-2 1-203 16,6-3 39-16,-3 3 89 0,1-2-704 0,2 1-873 16</inkml:trace>
  <inkml:trace contextRef="#ctx0" brushRef="#br0" timeOffset="185298.75">25010 12270 3916 0,'-4'-12'25'0,"4"4"48"16,-2-1 40-16,2 9 39 0,0-11 22 15,0 11 11-15,-1-8-9 0,1 8-10 0,0 0-8 16,0 0 4-16,0 0 9 0,0 0-1 16,-25 13-12-16,14-1-7 0,2-3-9 0,2 5-12 15,-1-2-14-15,5 3-17 16,-4-1-6-16,3 1-5 0,4-1-12 0,-1 1-1 15,2-1 11-15,1 3 24 0,2 1 26 16,1-1 26-16,-2 3 12 0,3-1 15 0,-1 2 11 16,1-2 10-16,-2-1-55 0,-1-3-155 15,2 2 0-15,-1-3 0 0,-4 4 0 0,0-4 0 16,0-1 0-16,-2 0 0 0,-5 4 0 16,4-3 0-16,-3-1 0 0,-1 1 0 0,-2-2 0 15,0 0 0-15,0 0 0 0,-2-4 0 16,-1-1 0-16,1-2 0 0,-3 0 0 0,3-3 0 15,0 1 0-15,-1-3 0 0,1-5 0 16,0-2 0-16,-1-1-582 0,2-4-415 16,7 3 109-16,-3-3-1059 0,1 4-1366 15</inkml:trace>
  <inkml:trace contextRef="#ctx0" brushRef="#br0" timeOffset="185779.5">25193 11891 5308 0,'-11'-11'-34'0,"-1"3"51"0,4 1 52 0,3 2 33 0,-4 2 11 0,6-1 7 0,3 4-8 15,-6-5-7-15,6 5-10 0,0 0-5 16,0 0-8-16,0 0 0 0,0 0-14 0,40 3-8 15,-13-3-22-15,13-1-23 0,2-1-11 16,0 0-1-16,-5 2-1 0,-12 2-1 0,4 1 5 16,-4 4 31-16,2 11 38 0,-4 2 65 15,-7 9 42-15,-4 10 35 0,-8 0 5 0,-2 6 6 16,-2 1-5-16,-4 15 2 0,1 0-41 16,-1 3-184-16,-3 3 0 0,7 0 0 15,9 0 0-15,0-1 0 0,7-4 0 16,4 0 0-16,3-4 0 0,2-4 0 0,-5-7 0 0,5-9 0 15,-9-9 0-15,-3-3 0 16,-6-5 0-16,2-6 0 0,-6-3 0 0,3-1 0 16,-4-3 0-16,-4 0 0 0,-4 1 0 15,-3 0 0-15,-3 0 0 0,-4 0 0 0,-4-2 0 16,-1 0 0-16,-1-1 0 0,-3-2 0 16,2 0 0-16,1-1 0 0,0-3 0 0,3 4 0 15,-1-2 0-15,4 2 0 0,-2-4 0 16,3 0 0-16,2-3 0 0,0 0-429 0,-3-3-584 15,3 1 108-15,4-1-1082 0,-1 2-1406 16</inkml:trace>
  <inkml:trace contextRef="#ctx0" brushRef="#br0" timeOffset="186563.22">28614 10672 5177 0,'4'-15'-220'0,"-3"2"57"0,-1 3 57 0,4 2 52 0,-2 1 40 0,-2-1 34 0,2 4 19 15,-2 4 21-15,0-10-5 0,0 10-4 0,0 0 9 16,0 0 40-16,-27 27 42 0,-4 12 30 16,-6 8 39-16,-17 26 29 0,-7 6 11 15,-4 3-2-15,-5 4 8 0,1 2-7 16,0-1-3-16,3 0-11 0,5-10-7 0,2-1-12 16,9-10-12-16,14-13-8 0,2-8-114 15,3-3-83-15,6-4 0 0,11-9 0 0,0-8 0 16,4-5 0-16,3-3 0 0,-1-1 0 15,4-4 0-15,0-2 0 0,3 2 0 0,1-8 0 16,0 0 0-16,0 0-206 0,0 0-317 16,19-27-144-16,-1 0-181 0,9-11 15 0,4 0 91 15,-1-5-745-15,4 1-934 0</inkml:trace>
  <inkml:trace contextRef="#ctx0" brushRef="#br0" timeOffset="186913.11">28770 10717 4362 0,'-6'-16'112'0,"5"4"33"0,-2 4 34 16,-1 1 7-16,2 0 1 0,2 7 4 0,-2-9-20 16,2 9-13-16,0 0 11 0,0 0 28 15,40 23-3-15,-1 0-3 0,8 6-4 16,7 7-19-16,16 13-15 0,5 5-20 0,-3 0-9 15,1 2-15-15,2 4-12 0,4 3-5 16,4 0 0-16,-1 2-17 0,2-4-7 16,-1-4-2-16,-13-7 10 0,-22-17 2 0,-7-6-2 15,-10-8 30-15,-4-2-57 0,-11-4-49 16,2-2 0-16,-9-3 0 0,1-2 0 16,-2-1 0-16,-3-1 0 0,3 2 0 0,-8-6 0 15,12 5 0-15,-12-5 0 0,13-4 0 16,-13 4 0-16,21-7 0 0,-12 3 0 0,0 0 0 15,2-1 0-15,-4 0-535 0,2 1-288 16,-3 3-98-16,-6 1 92 0,0 0-900 0,0 0-1161 16</inkml:trace>
  <inkml:trace contextRef="#ctx0" brushRef="#br0" timeOffset="187429.05">27112 12393 5146 0,'0'0'118'0,"-10"4"34"0,10-4 51 0,0 0 31 0,0 0 22 0,0 0 27 0,0 0 15 0,0 0-13 0,0 0-25 16,31 7-29-16,-8-4-18 0,6-1-27 15,10 0-19-15,5-1-40 0,-4-1-95 0,-2-1-32 16,-5 1 0-16,-7-2-100 0,-2 4-96 15,-6-2-68-15,0 0-78 0,-4-2-90 0,0 0-104 16,-3 0-122-16,-2 1-141 0,0-1 75 16,-9 2-684-16,9-4-860 0</inkml:trace>
  <inkml:trace contextRef="#ctx0" brushRef="#br0" timeOffset="187763.03">27567 12212 4259 0,'-2'-11'151'16,"4"4"2"-16,2 0 2 0,1 1 4 16,7-3 7-16,7 0 1 0,2 3-2 0,0 0-11 15,1 3-6-15,-2 3-8 0,-1 3-10 16,4 3-5-16,-2 4-2 0,-4 0 0 16,-2 5 20-16,-5 7 15 0,-6-1 20 0,-4 4 19 15,-7 12 22-15,-7 1 15 0,-8 7 23 16,0-4 22-16,-3-2-71 0,6-10-208 0,0 0 0 15,4-4 0-15,4-8 0 0,0-1 0 16,6-5 0-16,3-1 0 0,2-2 0 16,2 2 0-16,3-3 0 0,6-1 0 15,2 0 0-15,2 0 0 0,4-2 0 0,-2-1 0 16,5-1 0-16,-4-2 0 0,1 0 0 16,2 0 0-16,0-2 0 0,-2-1 0 0,0-1 0 15,-2-2 0-15,3 2-112 0,-2-4-811 16,4 1-38-16,-3-3 102 0,-4 4-956 0,0-2-1242 15</inkml:trace>
  <inkml:trace contextRef="#ctx0" brushRef="#br0" timeOffset="188215.24">28148 12325 5041 0,'-5'-10'38'0,"-1"0"53"0,2 6 61 0,1-4 72 0,3 8 45 0,-7-8 35 16,7 8 5-16,-2-9-10 0,2 9-25 15,9-8-26-15,-2 2-22 0,2 0-22 16,3 2-24-16,1 2-18 0,3 2-19 15,-3 0-116-15,-13 0-27 0,27 8 0 0,-16 2 0 16,-6 5 0-16,2 5 0 0,-7 2 0 16,-9 10 0-16,-2 4 0 0,-6 7 0 0,-2-10 0 15,4-1 0-15,-2 0 0 0,1-5 0 16,7-5 0-16,4-3 0 0,1-2 0 0,4-5 0 16,2 2 0-16,5-3 0 0,2-2 0 15,7-2 0-15,4 0 0 0,3-3 0 0,-1-3 0 16,-1 1 0-16,-3-4 0 0,6 2 0 15,-5-1 0-15,-2-1 0 0,-4 0 0 16,0 0 0-16,-2 2 0 0,-11 0 0 16,16-1 0-16,-16 1 0 0,11-2 0 0,-11 2 0 15,6-4 0-15,-6 4-262 16,0 0-474-16,0 0-150 0,0 0 17 0,0 0 86 0,0 0-800 16,0 0-1025-16</inkml:trace>
  <inkml:trace contextRef="#ctx0" brushRef="#br0" timeOffset="188629.02">28752 12222 4854 0,'0'0'242'16,"0"-12"37"-16,0 12 27 0,0 0 12 0,0-9 0 0,0 9-5 0,0 0 27 0,0 0 19 0,0 0-10 0,20 26-23 0,-17-10-139 15,3 5-187-15,0 2 0 0,-3 12 0 0,2-2 0 16,-3-2 0-16,-2-3 0 0,2 8 0 16,-4-5 0-16,0-6 0 0,-3-1 0 0,2-1 0 15,-1 0 0-15,-2-3 0 0,3-3 0 16,-3-2 0-16,2-3 0 0,3-3 0 0,-4 1 0 16,5-3 0-16,-2-2 0 0,2-5-606 15,0 0-279-15,0 0-27 0,19-12 87 0,-6 0-863 16,11-9-1123-16</inkml:trace>
  <inkml:trace contextRef="#ctx0" brushRef="#br0" timeOffset="188962.07">29139 12245 4398 0,'0'-10'-54'16,"0"0"70"-16,0 10 50 0,0-10 36 0,0 10 22 16,0-7 15-16,0 7 8 0,0 0 20 15,0 0 21-15,0 0 27 0,-30 14 9 16,19-3 6-16,-3 3-5 0,1 1-3 0,3 2-16 15,-5 9-13-15,6-6-16 16,-1 1-12-16,4-1-16 0,3 0-9 0,1 1 2 16,2-2-1-16,0-2 12 0,2 2 13 15,-1 0-16-15,3 1-150 0,0-3 0 0,-2 2 0 16,-1-3 0-16,3 1 0 0,-1 0 0 16,-3-1 0-16,2-1 0 0,-4-1 0 0,2 0 0 15,-5 1 0-15,3 0 0 0,-3-1 0 16,-1-2 0-16,1 2 0 0,-3-4 0 0,0 0 0 15,1-3 0-15,-1 0 0 0,-4-2 0 16,3-2 0-16,0 1 0 0,2-4 0 0,7 0 0 16,-18-5 0-16,11-2 0 15,1-3 0-15,-1-2-740 0,7-2-252 0,0-2 103 16,2 0-1005-16,5-5-1318 0</inkml:trace>
  <inkml:trace contextRef="#ctx0" brushRef="#br0" timeOffset="189345.17">29225 12040 5083 0,'0'-6'-106'15,"0"6"55"-15,-1-12 45 0,1 12 32 16,0 0 19-16,0-8 16 0,0 8 17 0,0 0 13 16,0 0 2-16,0 0-9 15,0 0-7-15,32 8-9 0,-16-4-5 0,6 2-8 0,-5-1-4 16,4 2-2-16,-6 0 13 15,4 6 32-15,-5 3 77 0,0 8 63 0,-2 6 30 16,-6 5 18-16,-2 2 15 0,-6 7 4 16,-6 7 4-16,0-1 0 0,-3 4-190 0,2-1-115 15,-1-3 0-15,-1 0 0 0,3-9 0 16,3-1 0-16,-2-1 0 0,5-1 0 0,0-2 0 16,2-7 0-16,0-4 0 15,0-4 0-15,2 5 0 0,0-3 0 0,3 4 0 0,-3-4 0 16,-2-3 0-16,0 0 0 0,-2 1 0 15,-5-1 0-15,2 1 0 0,-8 5 0 16,-3-3 0-16,0 0 0 0,-4-2 0 0,4-9 0 16,-2 2 0-16,-1-4 0 0,2-3 0 15,-1-3 0-15,0-2 0 0,-2-4 0 16,3 0 0-16,0-5-499 0,0-1-512 0,0-6 106 16,1 3-1059-16,-7-9-1384 0</inkml:trace>
  <inkml:trace contextRef="#ctx0" brushRef="#br0" timeOffset="189912">26871 12097 5662 0,'11'-12'-81'0,"-4"3"22"0,-1 2 7 0,-3 2 13 0,1 2 13 0,-4 3 30 0,0 0 66 16,12 17 48-16,-7 5 37 0,-5 16 16 0,-1 10 24 15,-8 13 14-15,-2 9 15 0,-2-1 14 16,-1 0 13-16,2-3 0 0,1-3-5 16,4-1-8-16,1-8-6 0,6-8-48 15,4-5-184-15,0-1 0 0,1-3 0 0,6-8 0 16,1 1 0-16,0-4 0 0,3-9 0 16,1-3 0-16,-1-4 0 0,0-5 0 0,2 0 0 15,2-3 0-15,0-4 0 0,4-3 0 16,-2-2 0-16,10-6-494 0,-6-4-271 0,2-4-163 15,-7 1 92-15,-3-4 86 0,-4-1-753 16,-4 2-948-16</inkml:trace>
  <inkml:trace contextRef="#ctx0" brushRef="#br0" timeOffset="190128.74">26845 12078 4684 0,'-13'-9'312'0,"5"4"25"0,2 0 6 16,0 1-13-16,6 4-23 0,-2-4-28 16,2 4-25-16,14-9-32 0,7 4-19 0,13-4-24 15,6 3-20-15,2 0-21 0,2 2-39 16,-2 2-46-16,-2-3-58 0,-10 5-79 0,-7-2-93 16,0 2-87-16,-1 2-122 0,-4-2-130 15,0 5-146-15,-4-1-150 0,-3 1 82 16,-4 1-720-16,-1 1-899 0</inkml:trace>
  <inkml:trace contextRef="#ctx0" brushRef="#br0" timeOffset="190778.04">29997 12117 3725 0,'7'-8'-154'0,"2"3"47"0,-2-2 40 0,0 2 49 0,1-2 50 0,0 2 40 0,-2 1 42 0,1 3 18 16,-7 1 17-16,16-4 48 0,-16 4 32 16,20 14 25-16,-15-1 31 0,11 12 19 0,-7 9 14 15,3 1 7-15,-4 8 5 16,-3 9-5-16,-1 3-1 0,0-2 0 0,-1-8 3 15,-3-4 2-15,7 1-11 0,-3-1-194 16,3 0-124-16,0-7 0 0,5-2 0 0,-4-1 0 16,1-7 0-16,-1-4 0 0,0-4 0 15,-3-1 0-15,3-3 0 0,-1 0 0 16,3-1 0-16,-1-1 0 0,3-2 0 0,-2 1 0 16,-1-3 0-16,2-1 0 0,3 0 0 15,-1-2 0-15,-1-2 0 0,1 2 0 0,1-6-4 16,-1 3-793-16,-2-2-191 0,1-4 101 15,-3 2 91-15,-4 2-809 0,-5 2-1045 0</inkml:trace>
  <inkml:trace contextRef="#ctx0" brushRef="#br0" timeOffset="190999.68">30212 12094 4864 0,'-15'-9'179'0,"3"0"26"0,5 2 29 16,0 2 24-16,1 2 21 0,2-1-8 0,4 4-25 16,-3-6-21-16,3 6-22 0,20-4-22 15,-3 3-21-15,6 1-37 0,5 1-56 0,3-2-88 16,13 2-87-16,-1-2-71 0,2 2-71 16,-5-4-86-16,-10 3-97 0,-5-4-100 15,-7 3-143-15,2-1-65 0,-6 0 76 16,-7 4-544-16,-7-2-671 0</inkml:trace>
  <inkml:trace contextRef="#ctx0" brushRef="#br0" timeOffset="191246.92">30558 12346 3890 0,'0'0'352'0,"-12"1"25"0,12-1 12 16,0 0-4-16,0 0-6 0,0 0-25 0,0 0-27 16,0 0-37-16,0 0-29 0,0 0-31 15,0 0-66-15,34 1-92 0,-34-1-96 16,23 3-138-16,-6-3-122 0,-2 0-145 0,3 0-190 16,-3-3-208-16,2 3 60 0,-2-1 90 15,1 1-575-15,0-1-713 0</inkml:trace>
  <inkml:trace contextRef="#ctx0" brushRef="#br0" timeOffset="191894.75">30886 12123 3327 0,'0'0'2'0,"0"0"59"0,0 0 48 0,0 0 44 15,-18-2 36-15,18 2 29 0,0 0 18 16,0 0 15-16,0 0-1 0,0 0-19 0,0 0-5 15,-14-4-8-15,14 4 17 0,0 0 33 16,0 14 17-16,0-5-6 0,2 2-6 0,1 5-8 16,-3 1 6-16,2 4 3 0,-4 3-8 15,2 1-11-15,0 3-206 0,-3 8-49 0,3-7 0 16,0-3 0-16,0-2 0 0,0 0 0 16,3-2 0-16,-1-3 0 0,-1 0 0 15,3-4 0-15,0-1 0 0,1-1 0 16,3-1 0-16,2-2 0 0,-1-5 0 0,4-2 0 15,1-2 0-15,-1-2 0 0,4-5 0 16,0-2 0-16,8-10 0 0,0-2 0 0,-2-2 0 16,-2-4 0-16,1-1 0 0,2-4 0 15,-1-5 0-15,-3 7 0 0,-2 2 0 0,-6 7 0 16,-1 7 0-16,-4 1 0 0,-1 4 0 16,-3-1 0-16,4 3 0 0,-5 1 0 15,-2 5 0-15,0 0 0 0,0 0 0 0,0 0 0 16,0 0 0-16,-5 30 0 0,1-14 0 15,-1 5 0-15,-3 10 0 0,-1 4 0 0,1-1 0 16,-1 0 0-16,1-2 0 0,-2 3 0 16,3-4 0-16,1-6 0 0,1 0 0 0,-1-7 0 15,-1 0 0-15,6-3 0 0,-3 1 0 16,0-5 0-16,1-2 0 0,1 0 0 16,0-2 0-16,0-1 0 0,-2 1 0 15,4-7 0-15,-1 5 0 0,1-5 0 0,0 0-365 16,0 0-565-16,0 0-12 0,0 0 99 15,0 0-895-15,0 0-1171 0</inkml:trace>
  <inkml:trace contextRef="#ctx0" brushRef="#br0" timeOffset="192344.22">31924 12114 5031 0,'0'0'-12'0,"-10"-7"59"0,10 7 51 0,-6-5 46 0,6 5 39 0,0 0 41 0,-7-8 19 0,7 8 3 16,0 0-5-16,0 0-12 15,-4-6-16-15,4 6-19 0,0 0-18 0,0 0-18 16,17-8-16-16,-9 6-18 0,-8 2-10 16,20-3-14-16,-9 3-10 0,-11 0-11 0,22 1-11 15,-10 3-9-15,-1 6-59 0,0 2 0 16,-5 1 0-16,2 8 0 0,-3 12 0 0,-3-4 0 16,-4 8 0-16,-1 4 0 15,-1-2 0-15,-3 1 0 0,0 0 0 0,0-1 0 16,1-1 0-16,-1-4 0 0,-2-3 0 0,6-4 0 15,1-7 0-15,-2-5 0 0,2 1 0 16,1-5 0-16,-1 2 0 0,2-5 0 0,0 0 0 16,-2 0 0-16,0-3 0 15,2-5 0-15,0 0 0 0,0 8-393 0,0-8-231 16,0 0-121-16,0 0-138 0,0 0 76 16,0 0-805-16,0 0-1051 0</inkml:trace>
  <inkml:trace contextRef="#ctx0" brushRef="#br0" timeOffset="192562.68">31872 12486 4861 0,'-7'-3'179'16,"7"3"71"-16,-10-6 42 0,10 6 30 15,0 0 21-15,-4-5-7 0,4 5-28 0,0 0-25 16,0 0-36-16,23-12-26 0,-10 10-53 15,5-1-63-15,1-1-75 0,-1-1-97 0,2 2-108 16,1 0-98-16,-4 1-101 0,0 0-116 16,-4-1-126-16,-4 1-166 0,3 0 12 0,-2-1 85 15,-10 3-578-15,12-4-723 0</inkml:trace>
  <inkml:trace contextRef="#ctx0" brushRef="#br0" timeOffset="192996.6">32173 11858 3837 0,'-12'-10'156'0,"7"3"25"0,-3 0 21 16,7 4 19-16,1 3 26 0,-6-8 38 16,6 8-11-16,0 0-12 0,0 0-17 15,20-9-31-15,2 9-22 0,8-2-21 0,13 0-17 16,2 2-20-16,-4 0-16 0,-2 4-6 15,-3 3-19-15,-2 3-10 0,-7 7-5 16,-4 6-6-16,-6 7 11 0,-7 10 30 16,-6 2 38-16,-4 7 38 0,-7 11 29 0,0-1-112 15,-2 4-106-15,-2-1 0 0,-1 2 0 16,2-2 0-16,1 1 0 0,1-1 0 0,4-2 0 16,0-15 0-16,1-1 0 0,-1-6 0 15,0-2 0-15,3-7 0 0,-1-8 0 0,2-5 0 16,-3-3 0-16,1 1 0 0,0-2 0 15,0-1 0-15,-1-1 0 0,-3 2 0 16,-1-1 0-16,-3-1 0 0,-2 1 0 16,0-1 0-16,-6 0 0 0,5-1 0 0,-6 0 0 0,3-1 0 15,3-3 0-15,2 0 0 16,1-1 0-16,-1-2 0 0,1-1 0 0,10-1 0 16,-15-1 0-16,15 1 0 0,-17-7 0 15,11 3-777-15,0 1-208 0,6 3-1201 0,-15-9-1593 16</inkml:trace>
  <inkml:trace contextRef="#ctx0" brushRef="#br0" timeOffset="194378.49">4104 14768 2953 0,'0'0'135'0,"-11"-7"-37"16,11 7 5-16,-27 18 4 0,-9 9 16 0,-8 10 14 0,-21 25 13 0,-5 5 2 16,-7 9 29-16,-2 5 27 0,-9 3 37 15,0 4 8-15,2-6 16 0,2-4 11 0,9-6 3 16,3-6-7-16,8-3-8 15,6-9-12-15,19-11-7 0,1-8-21 0,7-6-22 0,8-5-22 16,5-4-21-16,4-4-17 16,3-3-14-16,1-4-12 0,4-3-12 0,-1 0-13 0,1 0-17 15,1-4-73-15,0 4-5 16,5-6 0-16,-9 6-80 0,5-2-110 0,4-4-65 16,-4 7-77-16,4-7-70 0,0 0-77 15,0 0-131-15,0 0-185 0,0 0 16 16,0 0 77-16,25-25-511 0,-4 5-677 0</inkml:trace>
  <inkml:trace contextRef="#ctx0" brushRef="#br0" timeOffset="194745.43">3847 15025 3598 0,'0'-20'51'0,"4"1"-3"0,2 0-4 16,3 2-5-16,1 0 1 0,5 3 7 16,6 6 17-16,2 4 11 0,13 10 44 15,13 14 22-15,6 10 18 0,12 18-4 0,4 4-6 16,1 5-16-16,1 3-14 16,3 1-8-16,6 5 24 0,8 0 44 0,1-2 28 0,4-2 29 15,2-6 18-15,-3-3 1 16,-7-7-16-16,-8-7-14 0,-25-12-14 0,-9-3-10 15,-11-9 7-15,-2 1 10 0,-10-7 4 16,-6-1-1-16,-2-1-133 0,-5-2-88 0,2 0 0 16,-2-2 0-16,-2 1 0 0,-7-4 0 15,11 5 0-15,-11-5 0 0,12 3 0 0,-12-3 0 16,4 2 0-16,-4-2 0 0,0 0 0 16,0 0 0-16,0 0 0 0,-4 10-439 15,4-10-393-15,-10 7-114 0,1-2 84 0,1 0-877 16,-5 7-1170-16</inkml:trace>
  <inkml:trace contextRef="#ctx0" brushRef="#br0" timeOffset="195443.18">2044 16511 5009 0,'0'0'-54'0,"0"0"8"0,0 0 7 0,0 0 58 0,0 26 33 0,-2-1 3 0,2 4 4 16,0 12 32-16,0 0 24 0,4 2 6 16,-4 0 16-16,4 0 5 0,-2-5-1 15,2-2-16-15,0-2-11 0,-1-7-11 0,1-5-6 16,-2-3-10-16,3-2-12 0,-3-1-6 15,0-4-13-15,1 1-36 0,-1-5-41 0,1 0-57 16,-1-1-69-16,-2-7-90 0,2 10-105 16,-2-10-124-16,0 0-196 0,0 0-79 15,0 0 84-15,0 0-430 0,9-27-559 16</inkml:trace>
  <inkml:trace contextRef="#ctx0" brushRef="#br0" timeOffset="195878.42">2313 16523 3216 0,'2'-8'32'15,"1"1"-3"-15,6 1 3 0,-2-2 8 16,6 2 11-16,1-1-5 0,2 3-2 16,0 0-11-16,5 4-1 0,-4 0 3 0,1 6-5 15,2 1-1-15,-1 3-4 0,4 7 1 16,-8 3 8-16,-3-4 24 0,-3 4 21 15,-3 0 17-15,-4-1 21 0,-2 7 18 16,-2-2 16-16,-5 8 22 0,-3-1 7 16,0-2 3-16,1-5 10 0,0-4 5 0,2-3-5 15,2-3-15-15,-1 1-17 0,4-3-18 16,-1-2-14-16,3 0-10 0,3 1 5 0,5 1 24 16,4 3 1-16,1-1-15 0,4-2-13 15,2 0-11-15,6 1-10 0,-2-1-9 16,5 2-12-16,-3 0-6 0,-3-2-15 0,-4-2 1 15,-1 0-5-15,-5-1-8 0,-3-3 4 16,0 3-4-16,0-1 9 0,-6 0 8 0,-1 0 7 16,-4 1-6-16,0 1-2 15,-5 2-4-15,-3-1-12 0,-3 3-3 16,-1-4-17-16,3-1-36 0,-2 1-63 0,-3-6-93 16,3 2-110-16,-4-3-123 0,1-3-98 15,-1 0-116-15,-4-3-211 0,-4-1 25 0,5 2 71 16,1 2-552-16,-5-1-740 0</inkml:trace>
  <inkml:trace contextRef="#ctx0" brushRef="#br0" timeOffset="196377.59">1570 16508 3712 0,'7'-18'-24'0,"-3"5"5"0,2 1 11 0,-1 2 5 0,-2 3 0 0,1 4 1 0,-4 3 38 15,0 0 36-15,16 24 36 0,-4 7 20 16,-6 10 21-16,1 16 31 0,-3 6 15 16,-2 4 4-16,-2 3 16 0,-2-2 4 0,2 0-4 15,-4-5-16-15,2-5-14 16,4-1 0-16,0-13-19 0,2-2 13 0,-1-4-5 15,6-2 1-15,0-4-4 0,0-5-15 0,3-6-12 16,-1-4-18-16,0-1-4 16,5-3-5-16,4 0-20 0,-2-4-6 0,5 0-9 15,0-3-7-15,3-4-18 0,-1 2-29 16,2-2-26-16,-8-2-59 0,-4 0-69 0,3 2-73 16,-6-2-79-16,2-4-102 0,-4 0-96 15,-3-4-128-15,-3-1-215 0,0-3 42 16,-8 0 81-16,0-3-490 0,-2-4-652 0</inkml:trace>
  <inkml:trace contextRef="#ctx0" brushRef="#br0" timeOffset="196593.6">1583 16595 3636 0,'0'0'186'0,"-9"-4"-14"0,9 4-10 0,0 0-12 15,-6-5-12-15,6 5-3 0,0 0-12 16,0 0-11-16,0 0-13 0,20-14-8 0,-4 11-22 16,-1-2-57-16,4 1-97 0,1 0-97 15,0 4-102-15,1 0-122 0,1 0-240 16,-2 4 11-16,-1 2 68 0,-4-2-209 0,1 4-264 16</inkml:trace>
  <inkml:trace contextRef="#ctx0" brushRef="#br0" timeOffset="197526.45">2607 16467 2453 0,'-10'-5'225'0,"10"5"-12"0,0 0-24 0,0 0-23 0,0 0-15 0,13-12-17 0,-2 7-6 16,7 0-13-16,3-4-11 0,12 1-14 0,1 1-8 15,-4 3-9-15,1 4-11 16,-3 2-1-16,12 7-8 0,8 8-6 0,-5 5-6 16,-3 10 1-16,-1 1 5 0,-3 6 6 15,-7 2 9-15,-4 3 22 0,-1 0 31 16,-3 5 35-16,-2 1 17 0,-2-3 16 0,0-1 6 16,-4-9 19-16,-1 0 0 0,3-1 3 15,-3 0-13-15,1-4-10 0,3-3-13 0,-7 0-18 16,2-7-13-16,-1-5-19 0,0 0-7 15,-5-3-17-15,2-2-6 0,2 0-9 16,-4-2-9-16,-1-1 1 0,0-1-6 0,-1-1 3 16,-3 0-4-16,0 1-8 0,0-8-3 15,-1 16-5-15,-5-8-8 0,-1 1-3 0,-4-1-7 16,-3 0-18-16,-2 0-19 16,1-1 0-16,1-1 0 0,1 2-70 0,-4-4-82 15,2 2-85-15,3-2-97 0,3-1-103 16,1 1-131-16,-1-4-222 0,9 0-39 15,0 0 89-15,0 0-632 0,0 0-826 0</inkml:trace>
  <inkml:trace contextRef="#ctx0" brushRef="#br0" timeOffset="198076.03">4201 16572 3714 0,'-2'-14'-49'0,"0"2"57"0,2 3 59 0,0 1 21 0,0 8 11 0,-1-12 4 0,1 12-2 0,0 0 3 15,0 0 33-15,0 0 53 0,0 0 43 16,19 52 35-16,-12-16 6 0,-3 8 10 0,-2 11 24 16,0 6 10-16,-8-2 11 0,6-2-1 15,0-11-4-15,0-3-18 0,4 0-18 0,1-4-18 16,0-1-171-16,6-3-99 16,4-4 0-16,3-1 0 0,1-6 0 0,-1-2 0 15,0-8 0-15,0-2 0 0,4-4 0 16,-3-1 0-16,-2-5 0 0,-2 0 0 0,2-4 0 15,2 2 0-15,-3-2 0 0,1 1 0 16,-3-1 0-16,-5-2 0 0,2 3 0 0,-3-3-76 16,-2 1-482-16,-6 3-71 0,5-7-134 15,-5 7-114-15,-5-9 78 0,1 3-728 16,-1-1-971-16</inkml:trace>
  <inkml:trace contextRef="#ctx0" brushRef="#br0" timeOffset="198277.08">4074 16651 4449 0,'-13'-8'162'0,"1"4"30"0,2 1 7 0,5-1-16 16,5 4-6-16,-4-10-9 0,4 10-23 16,9-14-5-16,4 4-22 0,5-1-15 15,12-2-18-15,1 3-43 0,3 0-61 0,4 1-81 16,-9 4-91-16,-3 2-108 0,1 3-103 15,-6 0-143-15,-2 3-179 0,-2-3 62 16,-4 3-434-16,1 0-565 0</inkml:trace>
  <inkml:trace contextRef="#ctx0" brushRef="#br0" timeOffset="198509.72">4489 16860 3498 0,'0'0'319'16,"-5"6"-15"-16,5-6-11 0,0 0-13 0,0 0-22 15,0 0-16-15,0 0-30 16,0 0-20-16,0 0-22 0,36-12-64 0,-23 7-83 16,4-1-111-16,-2 0-125 0,3 2-133 15,-4 0-175-15,4 0-199 0,-2 2 48 0,-1-2 70 16,-3 2-328-16,0-1-411 0</inkml:trace>
  <inkml:trace contextRef="#ctx0" brushRef="#br0" timeOffset="198909.14">4726 16701 2523 0,'-7'-11'84'0,"7"3"37"15,0-1 16-15,3 1 2 0,-1-1 12 16,5 0 0-16,1-1-7 0,3 2-7 15,3-1-19-15,1 2-4 0,0 2-22 0,0 2-2 16,1 3-6-16,-1 0-12 0,-2 3-5 16,2 4-5-16,-3 2 2 0,-3 3 12 0,-3-1 19 15,-1 7 22-15,-2-1 30 0,-1 3 23 16,-4 1 20-16,-2 1 20 0,-2 2-2 16,-1 7 9-16,1-7-7 0,4-3-13 0,1-6-23 15,1 1-8-15,1-1-20 0,3-1-9 16,3 1-15-16,-1-3-16 0,2 0-10 0,3 0-8 15,0 0-9-15,-2-2-10 16,0 0-4-16,-2 1-9 0,1-3-3 0,0 1-2 16,0-1-8-16,-5 1 9 0,1 0 13 15,-2-1 14-15,1 3 11 0,-3-1-2 16,-3-2-4-16,1 3-9 0,-2-1-55 0,-3-2-20 16,1 4 0-16,-2-7 0 0,-1 1 0 15,-1 0 0-15,2-6-66 0,8 0-197 0,-18 0-110 16,7-2-117-16,2-8-131 0,0-1-228 15,4-9 19-15,1-1 85 0,1-4-600 0,3-14-800 16</inkml:trace>
  <inkml:trace contextRef="#ctx0" brushRef="#br0" timeOffset="199225.95">5015 16506 3753 0,'-5'-10'19'0,"5"10"17"16,0 0-1-16,1-8 25 0,-1 8 43 15,0 0 38-15,18-4 18 0,-7 2 0 0,5 1-8 16,0-1-15-16,6-3-10 0,-4 5-10 16,3 0-7-16,2 5 1 0,1 2 14 0,-1 9 15 15,2 5 24-15,-3 5 5 0,-8 4 31 16,-1 6 22-16,-1 10 8 0,-3 6 12 0,0 2 25 16,-2 2 9-16,1-3-3 15,2 1-6-15,1 0 2 0,2-2-121 0,1-5-147 16,-1-3 0-16,-1-11 0 0,-3-4 0 0,-2-5 0 15,-1-7 0-15,0-3 0 16,-4 0 0-16,-2-6 0 0,-2 4 0 0,-1 0 0 16,-4-1 0-16,0-1 0 0,-2 0 0 15,-3-1 0-15,-3-3 0 0,-5 2 0 0,4-2 0 16,-4-2-84-16,4 0-520 0,0-3-183 16,-2-4-151-16,2 1 99 0,5-4-841 0,-1-2-1115 15</inkml:trace>
  <inkml:trace contextRef="#ctx0" brushRef="#br0" timeOffset="199893.97">8244 14882 4468 0,'0'-12'-86'0,"-3"6"39"0,3 0 29 0,0 6-2 0,0-5 0 15,0 5 4-15,0 0 9 16,0 0 44-16,-34 42 46 0,5 1 45 0,-5 10 41 0,-13 17 36 15,-1 7 31-15,-4 4 23 0,1 0 22 16,-4-1 1-16,3-1-2 0,1-5 1 0,2-4-7 16,13-19-9-16,0-5-8 15,0-2-14-15,11-4-18 0,3-11-22 0,3-2-23 16,2-1-131-16,3-8-49 0,5-6 0 16,2 0 0-16,-2-3 0 0,8-3 0 0,-5 0 0 15,4-1 0-15,2-5 0 0,0 0-44 16,0 0-394-16,0 0-143 0,11-17-168 15,5-6-154-15,3-5 91 0,0-2-774 0,11-12-1028 16</inkml:trace>
  <inkml:trace contextRef="#ctx0" brushRef="#br0" timeOffset="200261.01">8241 14751 4723 0,'-11'-12'122'0,"2"3"35"16,3 2-2-16,3 3-18 0,-2 0-17 0,5 4-13 16,0 0 13-16,0 0 42 0,19 14 41 15,10 8 11-15,14 7-11 0,7 6-40 0,20 11-11 16,-2 0-20-16,-2 2-16 0,-1 0-12 16,-6 3-5-16,4 3 0 0,0 4 48 15,3 4 12-15,5 1 6 0,2 3 17 0,-1-7 1 16,-1-2-116-16,-8-7-67 0,-22-16 0 15,-5-5 0-15,-7-7 0 0,-6-3 0 16,-4-6 0-16,-8-3 0 0,1-2 0 0,-4-3 0 16,1 2 0-16,-2-4 0 0,-1 3 0 15,1-2 0-15,-4-1 0 0,-3-3 0 0,9 3 0 16,-9-3 0-16,6 6 0 0,-6-6 0 16,6 5 0-16,-6-5 0 0,0 0-365 15,0 0-498-15,0 0-94 0,-12 12 101 0,1-9-895 16,1 2-1184-16</inkml:trace>
  <inkml:trace contextRef="#ctx0" brushRef="#br0" timeOffset="200775.17">6869 16579 4521 0,'-9'4'-4'0,"3"-4"98"0,6 0 55 0,0 0 18 0,0 0 8 0,0 0 33 15,0 0 28-15,0 0 14 0,33 4-5 16,-10-8-24-16,15 2-22 0,1-5-22 0,6 3-21 16,-4 0-20-16,1 0-55 15,-1-2-70-15,-4 4-97 0,-6 0-102 0,-6-1-107 16,-5 2-121-16,-2-1-142 0,-2 2-210 0,-4-1 27 15,1-1 71-15,-13 2-452 0,12 0-592 16</inkml:trace>
  <inkml:trace contextRef="#ctx0" brushRef="#br0" timeOffset="201077.05">7184 16447 3367 0,'0'-11'108'0,"2"-1"21"0,5 0 18 15,6 2 21-15,-1 2 14 0,7-4 1 0,0 3-12 16,6 2-12-16,-2 4-7 16,0 3-10-16,0 3-9 0,3 9 8 0,-1 7 6 0,-8 5 1 15,-5 3-10-15,-6 6 16 16,-6-3 26-16,-10 5 25 0,-5 10 26 0,-2-2 20 16,-2-2 19-16,-1-10 13 0,7-1 10 15,-1-4-1-15,5-6-6 0,4-2-155 16,-1-4-131-16,4-1 0 0,2-3 0 0,4 0 0 15,1-3 0-15,7-1 0 0,0-6 0 16,6 0 0-16,5-4 0 0,2 2 0 0,2-3 0 16,7-3 0-16,0-4 0 0,0 0-325 15,-5-1-404-15,2-1-178 0,-5 1 17 0,1-2 94 16,-2 1-749-16,-5 2-990 0</inkml:trace>
  <inkml:trace contextRef="#ctx0" brushRef="#br0" timeOffset="201443.41">7882 16351 4015 0,'0'-14'-60'0,"3"4"73"0,-3 1 60 0,0 3 34 15,0 6 24-15,0 0 17 0,0-11 5 16,0 11-2-16,0 0 7 0,0 0 34 0,0 0 6 16,0 0 32-16,-13 36 9 15,3-15 1-15,-1 6-1 0,-1 2-9 16,1 1-11-16,2-3-17 0,2-3-20 0,6-6-16 0,1 0-16 15,1 0-13-15,3-1-14 16,6 0-15-16,3-1-10 0,1 0-10 0,-1-2-10 0,3 0-7 16,-1-3-10-16,-2 3-10 0,0 0-51 15,-3-2 0-15,-2 1 0 0,-3-2 0 16,-3 1 0-16,-2 0 0 0,-2 3 0 16,-3-1 0-16,-3 1 0 0,-4 3 0 15,-3-5 0-15,-6 7 0 0,0-3 0 0,5-2 0 16,-2-3 0-16,0 0 0 0,0-4 0 15,2-2 0-15,0-1 0 0,0-4 0 0,1-2 0 16,3-3 0-16,-1-5 0 0,1-6-533 16,8 1-265-16,-1-7-152 0,5-1 91 0,4-1-859 15,4-8-1151-15</inkml:trace>
  <inkml:trace contextRef="#ctx0" brushRef="#br0" timeOffset="201808.79">8018 16136 4456 0,'-3'-6'-79'0,"3"6"75"15,-4-9 38-15,4 9 32 0,-4-9 9 16,4 9 7-16,0 0 8 0,0 0 10 0,11-8 7 16,3 5-2-16,3 1-5 15,6 2-9-15,2 2-10 0,4 1-4 0,3 5 5 0,-2 8 9 16,-3 3 23-16,-5 7 29 15,-4 3 31-15,-5 9 24 0,-3 9 13 0,-6-4 6 16,-1 2 13-16,-3-1 15 0,0 4 13 16,0-2 4-16,-3 1-5 0,1-2-13 0,2-3-160 15,0 1-84-15,0-3 0 0,2-11 0 16,-2-2 0-16,2-2 0 0,-1-5 0 16,-1-2 0-16,0-1 0 0,-3 3 0 0,-1-3 0 15,-1 2 0-15,-7 0 0 0,-3 5 0 16,-6-2 0-16,-3 0 0 0,-2-5 0 0,-3 2 0 15,0-2 0-15,-1-2 0 16,-1-2 0-16,9-5 0 0,-3 0 0 0,4-6-347 0,-4 2-540 16,5-4-83-16,-7 2 99 0,-4-4-869 15,-11 1-1172-15</inkml:trace>
  <inkml:trace contextRef="#ctx0" brushRef="#br0" timeOffset="202160.41">6523 16327 4995 0,'-2'-11'-73'0,"2"5"12"0,0 6 22 0,0 0 51 0,0 0 63 0,15 20 65 0,-10 15 26 16,-2 7 30-16,-6 13 14 0,0 7 16 16,-3 1 18-16,2 3 12 0,-1 2 18 0,-1-5 1 15,4 0 0-15,2-7-11 0,0-10-12 16,6-3-15-16,5 7-22 0,3-13-163 0,1-5-52 16,2-2 0-16,5-5 0 15,1-3 0-15,4-5 0 0,-5-5 0 0,-2-5 0 16,3-4 0-16,-4-3 0 0,3-3 0 15,-2-2 0-15,1-2-504 0,0-4-148 0,-8-2-216 16,0-3-24-16,-3-2 94 0,-6-1-725 0,-2 0-967 16</inkml:trace>
  <inkml:trace contextRef="#ctx0" brushRef="#br0" timeOffset="202358.32">6507 16461 4576 0,'-13'-8'165'16,"4"3"22"-16,2 2-5 0,7 3-17 16,-7-9-30-16,7 9-11 0,6-10-20 0,2 0-10 15,10 0-14-15,9-6-55 0,5 4-79 16,1-1-105-16,1 4-112 0,1 0-142 0,-7 5-239 16,-3-2-41-16,-6 3 74 0,1 1-393 15,-4 0-488-15</inkml:trace>
  <inkml:trace contextRef="#ctx0" brushRef="#br0" timeOffset="202976.64">8892 16289 2765 0,'11'-12'84'0,"-3"1"55"0,-3 7 40 0,3-4 15 0,-3 6-13 16,-5 2-2-16,14-2 15 0,-14 2 41 16,22 16 26-16,-4 13 31 0,-5 5 27 15,1 12 0-15,-7 9 9 0,1 1-2 0,-8 4-1 16,1 2 5-16,-1-2 6 0,4-2-11 16,-1-2-8-16,2-1-6 0,-1-14-59 0,3-4-252 15,-1-3 0-15,2 1 0 0,2-12 0 16,-3-2 0-16,2-4 0 0,3 0 0 15,1-5 0-15,3 1 0 0,0-6 0 0,0-1 0 16,1-4 0-16,-1-2 0 0,-2 0 0 16,8 0 0-16,-5-4 0 0,-2 2 0 0,2-3 0 15,-4 1 0-15,-1-2 0 16,0-2-402-16,-3 0-222 0,-2-4-88 0,0 4-136 16,-6-1 24-16,-2-6 81 0,-8 1-630 15,2-5-828-15</inkml:trace>
  <inkml:trace contextRef="#ctx0" brushRef="#br0" timeOffset="203174.82">8870 16322 3646 0,'-14'-19'127'0,"-4"7"58"0,7 4 44 16,4 0 15-16,-6 2 26 0,8-1 16 16,-1 1-1-16,6 6-19 0,-1-12-29 15,1 12-20-15,11-13-21 0,4 7-24 0,6-2-26 16,11-1-81-16,9 1-98 0,-2 4-98 15,1 2-109-15,4-2-149 0,-2 4-181 16,1-2-199-16,-9 2 65 0,-9 2 74 16,4 2-426-16,-6 0-529 0</inkml:trace>
  <inkml:trace contextRef="#ctx0" brushRef="#br0" timeOffset="203557.88">9293 16496 2858 0,'-5'-23'175'0,"5"23"53"15,5-16 4-15,-1 6-16 0,4 3-25 0,0-2-4 16,3 2-6-16,-2 4 1 0,-9 3 0 16,20 2 5-16,-20-2-6 0,21 15-12 15,-10 0-14-15,-2 5-6 0,-1 2 1 0,-4 0 14 16,-4 4 5-16,2 0 25 0,-8 8 14 15,-2-1 12-15,-3-1 2 0,2-1 12 0,-1-9-4 16,0-1-4-16,3-4-16 0,1-5-9 16,1-1-7-16,2-3-98 0,1-2-96 0,2-6 0 15,2 12 0-15,-2-12 0 16,0 0 0-16,23-6 0 0,-7 0 0 0,-1 0 0 16,0 2 0-16,-2-1 0 0,-1 3 0 15,-1 0 0-15,-11 2 0 0,17 0 0 16,-17 0 0-16,19 9 0 0,-13-1 0 0,2 0 0 15,-4 1 0-15,3-1 0 0,-3 0-52 16,3 5-471-16,-1-4-144 0,1-2-178 0,-2 1-29 16,2-2 93-16,3 0-732 0,-4-1-959 15</inkml:trace>
  <inkml:trace contextRef="#ctx0" brushRef="#br0" timeOffset="203874.76">9705 16680 4199 0,'0'0'72'16,"-12"-7"59"-16,12 7 16 0,0 0 12 16,0 0 19-16,0 0 12 0,0 0 14 0,0 0-9 15,-12 15-9-15,12-15-15 0,5 13-18 16,-5-13-13-16,19 8-14 0,-7-4-3 16,1-2-25-16,0-1-3 0,0-1-27 0,-13 0-22 15,29-1-8-15,-12-3-6 16,-2-1-10-16,-3 1-5 0,1-1-5 0,-3 0 0 0,0 1-2 15,-3-1 4-15,-2 0-4 16,-5 5 6-16,4-12 2 0,-6 5 6 0,2 7-1 0,-7-16 1 16,1 5 0-16,-3-1-3 15,-1-3 0-15,3-3-8 0,-3 3 1 0,-2-1-24 16,1 5-26-16,4-1-41 0,1 3-61 16,-4 2-80-16,3 1-114 0,-1 1-131 15,3-1-163-15,-3 4-142 0,0-1 71 0,8 3-555 16,-9-7-713-16</inkml:trace>
  <inkml:trace contextRef="#ctx0" brushRef="#br0" timeOffset="204191.77">9852 16279 3757 0,'-8'-5'114'0,"8"5"14"15,0 0 1-15,-2-8 15 0,2 8 16 16,16-10 3-16,0 4-10 0,8 0-17 0,-1 3-10 15,4 2-16-15,-5 1-13 0,3 4-9 16,5 6 1-16,-3 8 7 0,-4 5 15 0,-4 9 27 16,-2 0 36-16,-8 6 33 0,0 3 32 15,-6 3 34-15,-1 1 32 0,2 0 18 16,-1-1 5-16,-1 1 1 0,2-4-55 0,-2 1-274 16,0-5 0-16,2-1 0 0,-4-10 0 15,0-7 0-15,2-2 0 0,-2-3 0 16,0-2 0-16,0 1 0 0,-2-4 0 0,-4 1 0 15,0-4 0-15,-1 0 0 0,-2 3 0 16,-5-2 0-16,-1-2 0 0,-1-2-676 16,2-3-253-16,-6-1 9 0,4-1 102 0,0 2-831 15,-2-5-1086-15</inkml:trace>
  <inkml:trace contextRef="#ctx0" brushRef="#br0" timeOffset="204940.04">12815 14291 4403 0,'2'-12'-137'0,"-2"3"26"0,0 1 21 0,-2 4 6 0,2 4 16 0,0 0 19 16,-15 0 52-16,1 12 33 15,-11 13 43-15,-7 16 39 0,-15 21 19 0,-3 10 19 16,-2 5 16-16,0 5 6 0,-2 8 16 0,-3 3 18 16,1 2 29-16,1-4 22 0,4 2 1 15,3-6 3-15,9-6-5 0,2-6-10 16,9-18-22-16,1-4-13 0,4-5-15 16,3-7-24-16,2-9-18 0,2-2-16 0,3-5-13 15,4-5-12-15,-1-6-15 0,4-2-96 16,1-3-8-16,-1-1 0 0,3-2 0 0,-2 0 0 15,1-1 0-15,4-5-114 0,-9 4-134 16,9-4-70-16,0 0-87 0,0 0-93 0,-13-9-125 16,10 1-209-16,0 0 56 0,-1-5 80 15,4 3-556-15,0-4-713 0</inkml:trace>
  <inkml:trace contextRef="#ctx0" brushRef="#br0" timeOffset="205408.53">12665 14422 3384 0,'5'-9'-45'15,"0"4"16"-15,-2 4 29 0,-3 1 47 0,0 0 57 16,24 6 33-16,-10 3 28 0,3 3 14 16,10 11 15-16,10 3 7 0,2 7-3 0,3 3-15 15,6-1-22-15,-1 4-11 0,1-1-14 16,-3 1-16-16,2 2-6 0,6 17 33 16,-2 4 51-16,3 0 27 0,-5-2 7 0,-13-10-12 15,0-3-10-15,-1 2-1 0,-7-3 13 16,3 2 10-16,-3-4 13 0,-3 3-7 15,2-2 4-15,6-3-70 0,-3 5-172 16,8-3 0-16,0-3 0 0,4-1 0 0,-4-4 0 16,-6-4 0-16,-7-7 0 0,-1-5 0 0,-6-1 0 15,-2-5 0-15,-7-4 0 0,-2-1 0 16,4-3 0-16,-6 1 0 0,1-2 0 16,-3-1 0-16,-3-4 0 0,10 7 0 0,-10-7 0 15,4 8 0-15,-4-8 0 0,0 0 0 16,0 0 0-16,-5 9 0 0,5-9 0 0,-12 3 0 15,4-1 0-15,8-2-478 0,-17 5-542 16,4-3 99-16,-1 0-1042 0,-1 1-1382 0</inkml:trace>
  <inkml:trace contextRef="#ctx0" brushRef="#br0" timeOffset="206674.3">11561 16325 5822 0,'0'0'118'0,"0"0"-13"0,0 0 2 0,0 0-4 0,0 0 2 0,0 0 19 16,0 0 7-16,0 0 1 0,0 0-11 15,0 0-16-15,40-17-12 0,-17 12-8 16,2 0-44-16,0 0-56 0,8-2-66 0,-10 2-77 15,2-1-90-15,-7 3-89 0,0 1-112 16,0-2-154-16,1 4-188 0,-7-4 78 16,-5 2-578-16,-7 2-751 0</inkml:trace>
  <inkml:trace contextRef="#ctx0" brushRef="#br0" timeOffset="207072.96">11910 16150 3755 0,'3'-10'-21'0,"2"3"4"0,1 2 14 16,3-2 13-16,7 2 3 0,-2-2 14 15,4 0 1-15,0 4 3 0,2 1-3 16,-4 2-12-16,6 4 12 0,-7 1-3 0,2 2-6 16,-1 6 12-16,-5 2 26 0,-6-1 22 15,-3 5 22-15,-2 1 29 0,-4 3 23 0,-7 10 22 16,-3 0 13-16,-2 0 14 0,-5 7 5 15,-1-11 9-15,4-2-2 0,0 1-11 16,5-3-13-16,1-8-18 0,5-1-17 0,1-3-12 16,5-4-8-16,1 4-15 0,1-3-11 15,-1 1-11-15,8 1-9 0,-3 1-6 0,6-3-10 16,-4 2-13-16,2-1-5 16,0-1-4-16,0-2-8 0,-2 5-1 0,-1-7-10 15,-3 3 0-15,2-1-6 0,1-1 0 16,-5 2 2-16,-1-1 0 0,-3 1-1 0,-6 1-5 15,0-1-9-15,-4 1-25 0,-3-2-49 16,0 0-49-16,-4 0-74 0,-3-3-86 16,-2-1-105-16,1 0-125 0,-1-4-188 0,-7 0-131 15,-9 0 67-15,0-3-600 0,-1 3-808 16</inkml:trace>
  <inkml:trace contextRef="#ctx0" brushRef="#br0" timeOffset="207406.78">11047 16153 3981 0,'5'-15'46'0,"3"5"1"0,-2 3 0 0,2 7 25 0,-8 0 41 0,14 15 40 0,-3 4 37 16,-6 17 34-16,-3 6 15 0,-4 12 22 15,-2 4 6-15,-8 3 13 0,3 0 2 0,0-4 0 16,-5 2-11-16,3-6-14 16,4-2-11-16,0-10-10 0,5 0-17 0,4-4-13 15,6-3-14-15,0-5-112 0,7 0-80 16,0-7 0-16,7-1 0 0,-2-8 0 0,1-4 0 16,12 1 0-16,-9-6 0 0,1-1 0 15,-2-1 0-15,1-4 0 0,1-1 0 0,-1-2 0 16,-6-2 0-16,0 1-400 0,-3 0-242 15,-4-3-162-15,-5 1-90 0,-2-1 79 16,-4 0-762-16,-4-1-1018 0</inkml:trace>
  <inkml:trace contextRef="#ctx0" brushRef="#br0" timeOffset="207607.98">11088 16147 4714 0,'-7'-6'135'0,"2"3"8"16,5 3-3-16,-10-5-4 0,10 5-3 16,0 0-8-16,-3-7-8 0,3 7-15 0,16-8-9 15,4 3-13-15,2-1-24 0,12 0-71 16,10 2-92-16,3-1-110 0,1 1-135 0,2 3-185 16,-1-1-201-16,1 4 80 15,0-2-481-15,-7 3-608 0</inkml:trace>
  <inkml:trace contextRef="#ctx0" brushRef="#br0" timeOffset="208023.69">12318 15969 3300 0,'0'0'61'0,"-7"-7"-12"15,7 7-12-15,-5-8-1 0,5 8-4 16,0 0-4-16,8-6 6 0,-8 6-8 16,15 0 9-16,-15 0-4 0,29 8-6 0,-10 5 7 15,6 4-1-15,-1 5 14 0,-1 6 8 16,-7 4 8-16,4 9 17 0,-4 3 9 0,-1 7 11 16,-5-1 6-16,-1 1 12 0,-1 2 23 15,-3-2 19-15,3 2 24 0,4-2 16 0,-1 2 19 16,-3-4 8-16,3-10 1 0,-4-1-9 15,4-4-4-15,-4-1-7 0,0-8-15 0,-3-1-9 16,2-7-11-16,-2 1-13 0,-2-1-8 16,-2-1-3-16,0-3 2 0,-5 5-9 0,2-5-10 15,-7-1-11-15,-1 4-11 16,-2-3-11-16,-2 1-28 0,-5-2-69 0,1-2 0 16,0-1 0-16,-2 1 0 0,-2-3 0 0,7-2 0 15,-4-2-14-15,7-1-233 0,-1-2-108 16,1 0-129-16,1-3-151 0,1-3-179 15,2 1-22-15,2-5 97 0,-2 0-644 16,4-3-837-16</inkml:trace>
  <inkml:trace contextRef="#ctx0" brushRef="#br0" timeOffset="208939.79">13103 16044 3742 0,'-1'-15'-9'0,"1"1"59"0,0 3 51 0,1 5 28 0,-1-1-2 0,0 7-17 0,0-8-10 0,0 8 7 0,0 0 45 0,11 21 41 16,-7 13 33-16,2 8 32 0,-6 16 14 15,-4 8 6-15,-2 4 13 0,1-1-1 0,-4 0 7 16,0-2 3-16,6-1-5 16,-3-4-2-16,2-3-9 0,4-12-4 0,4-5-255 15,2-3-25-15,1 0 0 0,7-6 0 16,2-4 0-16,8-6 0 0,1-4 0 0,3-3 0 16,-1-8 0-16,-2-4 0 0,1-3 0 15,-3-1 0-15,4 0 0 0,-1-3 0 0,-1-1 0 16,-1-1 0-16,-8 5 0 0,-2-1 0 15,-3 1 0-15,-2 0 0 0,-9 0-9 0,16-4-413 16,-16 4-40-16,7-3-46 0,-7 3-59 16,0 0-91-16,0 0-148 0,-7-12 73 15,7 12-636-15,-14-10-824 0</inkml:trace>
  <inkml:trace contextRef="#ctx0" brushRef="#br0" timeOffset="209156.22">13175 16171 4156 0,'-14'-9'198'15,"0"2"44"-15,6 2 21 0,3 0-10 16,5 5-12-16,-9-9-20 0,9 9-15 0,13-12-13 16,-1 4-22-16,10 1-20 15,10-3-18-15,4-1-44 0,0 3-70 0,3 1-83 16,1 4-102-16,-10-1-111 0,-1 3-124 15,-6 2-141-15,-3-1-192 0,-2 2 36 0,-4 3 72 16,-1 2-404-16,-6 1-504 0</inkml:trace>
  <inkml:trace contextRef="#ctx0" brushRef="#br0" timeOffset="209340.47">13480 16303 3032 0,'-9'-14'5'16,"-3"6"-2"-16,6-3-19 0,-1 7-27 15,3-2-13-15,-1 2-42 0,5 4-70 0,-10-2-95 16,10 2-146-16,0 0-267 0,-10 12-171 16</inkml:trace>
  <inkml:trace contextRef="#ctx0" brushRef="#br0" timeOffset="209623.14">13408 16508 2205 0,'-10'0'248'15,"10"0"45"-15,-11 3 35 0,11-3 20 16,0 0 33-16,0 0 38 0,0 0 14 0,0 0 13 15,0 0 11-15,0 0-12 0,0 0-38 16,0 0-39-16,48-7-34 0,-22 3-38 0,1 0-27 16,-2-1-28-16,0 2-32 0,0-1-145 15,-7 1-64-15,1 1 0 0,-8 0 0 16,3-1 0-16,-3 2 0 0,0-1 0 16,-11 2-128-16,11 0-168 0,-11 0-77 0,0 0-107 15,0 0-117-15,0 0-178 0,0 0-38 0,5 8 70 16,-5-8-613-16,0 0-810 15</inkml:trace>
  <inkml:trace contextRef="#ctx0" brushRef="#br0" timeOffset="209956.95">13781 16128 3858 0,'6'-12'81'0,"-2"2"31"0,-1 3 3 16,2 0-10-16,-1 3-11 15,-4 4 4-15,0 0 19 0,0 0 35 0,0 0 32 16,25 24 36-16,-22-3 28 0,1 13 10 16,0 5 8-16,-4 3 4 0,0 3-7 0,-2-1-15 15,0 1-15-15,-2-3-14 0,4 1-21 16,-1-4-19-16,-1-2-18 0,2-10-17 0,-3-2-14 15,1-5-15-15,2-3-13 0,2-2-81 16,1-3-21-16,-3 1 0 0,2-5-51 0,-2 2-144 16,1-5-110-16,1-1-127 0,-2-4-142 15,0 0-158-15,0 0-120 0,0 0 85 16,25-12-690-16,-16 3-905 0</inkml:trace>
  <inkml:trace contextRef="#ctx0" brushRef="#br0" timeOffset="210289.33">14206 16233 4094 0,'0'0'60'15,"0"0"48"-15,0 0 36 0,-23 15 34 0,14 1 50 16,0 3 44-16,-7 10 18 0,1 2 9 16,0 1 0-16,-2 2-13 0,3 1-24 15,1-2-16-15,3-2-27 0,3 1-20 16,1-6-22-16,4-6-15 0,2-1-17 0,0-2-14 15,0-2-13-15,6-1-12 0,-2 0-6 16,-1-4-32-16,3-3-68 0,2-1 0 0,-1 0 0 16,5-3 0-16,-2-1 0 0,-10-2 0 15,0 0 0-15,27-4 0 0,-20 1 0 0,0-2-8 16,1-2-9-16,-5 0-2 0,-1 0 4 16,-2 7 2-16,3-13 4 0,-3 13-3 15,-5-12-11-15,2 7-8 0,3 5-24 0,-11-7-45 16,1 2-55-16,10 5-65 0,-15 0-87 15,4 0-115-15,11 0-144 0,-20 0-173 16,20 0-69-16,-16 3 82 0,5-1-616 0,11-2-798 16</inkml:trace>
  <inkml:trace contextRef="#ctx0" brushRef="#br0" timeOffset="210640.07">14353 16106 3571 0,'2'-9'60'0,"-4"0"46"16,0 3 3-16,2 6-8 0,12-12-5 15,-9 7-13-15,9-1-8 0,1 3-8 16,1 1-5-16,-14 2 3 0,31 7-1 16,-15 2 4-16,0 4 19 0,0 11 13 0,-2 5 25 0,-3 2 23 15,-5 8 24-15,0-1 21 16,-6 4 32-16,0 1 9 0,-2 0 14 0,-2-3 6 15,-2 1 5-15,5 1-6 0,-3-2-12 16,0-3-17-16,1-1-15 0,-2-8-21 0,1-3-16 16,0-1-17-16,3-2-15 0,-5 1-103 15,2 2-37-15,-3 6 0 0,-5-3 0 0,1-1 0 16,-5-2 0-16,0-4 0 0,-6 0 0 16,1-2 0-16,-1-7 0 0,3-2 0 15,-5-5 0-15,1 0 0 0,3-1-319 16,2-4-234-16,0-4-218 0,0 1-142 15,4 1 92-15,-4-3-816 0,2-1-1076 0</inkml:trace>
  <inkml:trace contextRef="#ctx0" brushRef="#br0" timeOffset="211373.06">16376 14475 4193 0,'0'-10'-82'0,"0"3"36"0,-3 0 27 0,3 7 25 0,-17 0 29 0,1 8 48 0,-20 18 34 16,-5 10 31-16,-20 15 24 0,-4 7 26 0,-2 8 8 15,-2 1 16-15,5-1 4 0,5 0 6 16,3 2-2-16,5-4-5 0,14-14-13 0,7-2-6 15,-1-5-13-15,9-4-17 16,5-6-15-16,-1-6-11 0,3 0-18 0,6-10-13 0,1-3-13 16,2-2-12-16,3-3-13 15,-3-1-19-15,2 0-41 0,1-1-34 0,-1-3-71 16,4-4-78-16,-5 4-85 0,5-4-107 16,0 0-127-16,0 0-143 0,-3-17-217 0,5 7 77 15,4-6 73-15,3-3-533 0,10-10-686 16</inkml:trace>
  <inkml:trace contextRef="#ctx0" brushRef="#br0" timeOffset="211705.83">16243 14448 3730 0,'-1'-14'175'0,"1"3"31"0,0 3 12 0,0 3-15 16,0 5-13-16,0 0-2 0,0 0 52 15,0 0 49-15,25 12 12 0,1 12-12 0,14 10-28 16,6 3-23-16,19 14-24 0,0-3-27 16,-3 3-38-16,7 7-17 0,6 0-7 0,0 4-13 15,2-2-10-15,-5-6-11 0,-7-1-12 16,-15-17 1-16,-11-1-10 0,-3-6-3 0,-9-6 6 16,-4-4 12-16,-1-5 12 0,-9-2-97 15,-2-4 0-15,1 1 0 0,-7-2 0 16,3 0 0-16,-3-5 0 0,2 4 0 0,-7-6 0 15,9 9 0-15,-4-7 0 0,-5-2 0 16,6 4 0-16,-6-4 0 0,5 6 0 0,-5-6 0 16,5 3 0-16,-5-3 0 15,0 0-107-15,7 5-547 0,-7-5-179 0,0 0-77 16,0 0 88-16,-12 11-833 0,5-3-1091 16</inkml:trace>
  <inkml:trace contextRef="#ctx0" brushRef="#br0" timeOffset="212289.42">15291 15977 4327 0,'-12'2'-19'0,"3"0"74"0,1 0 45 0,8-2 42 0,-12 0 8 0,12 0 4 0,0 0 4 0,0 0 36 0,0 0 39 16,0 0-9-16,16 12-4 0,4-7-22 0,3-2-16 15,4 0-19-15,16 3-17 0,-2-6-18 16,-1 0-32-16,-8 3-46 0,-7-2-36 0,-2-1-27 16,-8 0-33-16,3 0-25 0,-5 0-28 15,-1 0-21-15,-3 0-21 0,-9 0-37 0,0 0-48 16,16-1-56-16,-16 1-58 0,0 0-70 15,0 0-89-15,0 0-173 0,0 0 26 16,0 0-433-16,0 0-550 0</inkml:trace>
  <inkml:trace contextRef="#ctx0" brushRef="#br0" timeOffset="212655.97">15704 15843 3294 0,'-4'-5'171'0,"4"5"2"0,0-12-4 16,6 7-18-16,2 0-4 0,1 0 8 16,4 1 3-16,5 1-8 0,-1 3-9 0,-2 3-8 15,6 2-3-15,0 6-5 0,0 7 3 16,-3 7 3-16,-7 0 0 0,-4 7 21 15,-7-5 16-15,-4 10 32 0,-3 0 25 0,-2-2 19 16,-3 3 22-16,1-4 6 0,-1 1 10 16,1-6 4-16,1-7-2 0,7-2-1 0,-4-3-241 15,3-1-42-15,4-3 0 16,2-1 0-16,3 0 0 0,0-4 0 0,7 1 0 0,1-3 0 16,-2-4 0-16,6 0 0 15,1-2 0-15,-1 0 0 0,2-4 0 0,0 1 0 16,2-2-374-16,-2-2-362 0,-2 0-196 15,0-3 60-15,1 1 86 0,-4-3-741 0,0 4-973 16</inkml:trace>
  <inkml:trace contextRef="#ctx0" brushRef="#br0" timeOffset="213040.05">16192 15908 4502 0,'-4'-10'56'0,"4"3"17"16,0 7 6-16,4-15-11 0,0 8-4 0,6 0-1 15,-3 2-4-15,4 1-4 16,3-1-7-16,-1 5-2 0,-13 0-3 0,27 4-2 16,-15-1-2-16,-1 7 5 0,-6-1 3 15,3 5 4-15,-4 3 12 0,-4 3 17 16,0-3 22-16,-1 7 30 0,-10 8 31 0,2-1 41 16,-3-2 23-16,-1 0 15 0,2 0 11 15,-1-7-1-15,5-3-9 0,-1 0-13 0,5-4-24 16,1 2-20-16,0-2-15 0,4-3-112 15,1 3-59-15,5-1 0 0,-1-1 0 0,3 5 0 16,1-5 0-16,-1-1 0 16,-3 0 0-16,1 0 0 0,0 0 0 0,-3-2 0 15,-1-1 0-15,3-1 0 0,-6-1 0 16,3 2 0-16,-4-1 0 0,2-1 0 0,-2-7 0 16,-4 16 0-16,2-10 0 0,-2 2 0 15,4-8 0-15,-10 9 0 0,5-5 0 0,5-4 0 16,-14 2 0-16,14-2 0 0,-17-7 0 15,10-1 0-15,-1-5 0 0,-3-2-699 0,5 0-289 16,2-1 78-16,1 3 103 0,-2-1-821 16,5 1-1067-16</inkml:trace>
  <inkml:trace contextRef="#ctx0" brushRef="#br0" timeOffset="213355.62">17093 15727 4328 0,'4'-11'32'0,"2"4"23"0,-5 2-4 0,-1 5 12 0,0 0 11 0,0 0 26 0,27 25 38 16,-16-7 38-16,-2 13 31 0,-6 2 25 0,1 4 28 15,-4 3-6-15,-2 1-9 16,2-4-18-16,-2 3-19 0,-1-5-22 0,-1 2-19 16,2-9-18-16,0-6-29 0,2-5-62 15,-1-3-83-15,1 0-91 0,0-3-100 0,0-1-130 16,0-6-140-16,0-4-154 0,3 6-159 16,-3-6 71-16,0 0-624 0,23-13-806 15</inkml:trace>
  <inkml:trace contextRef="#ctx0" brushRef="#br0" timeOffset="213705.05">17538 15801 3655 0,'0'0'-7'0,"0"0"35"0,0 0 21 0,0 0 51 16,0 0 21-16,-9 25 28 0,6-15 26 16,-3 2 8-16,1 5 1 0,-3 1-12 15,3 2-9-15,-2 2-18 0,0-3-12 16,1 3-11-16,5-5-7 0,-3 0-16 0,4-2-8 15,2-1-4-15,3-2-11 0,1 0-6 16,1-4-14-16,3-1-10 0,0-2-5 0,-1-2-8 16,-3 1 2-16,-6-4 4 0,13 3 8 15,-13-3 14-15,0 0 17 0,0 0 23 0,0 0 19 16,0 0 28-16,-3-18 24 0,-10 7 23 16,1-5 15-16,-12-4 6 0,4-3-1 15,1 1-11-15,-1 1 2 0,6-4-148 16,2 6-58-16,2 5 0 0,7-3 0 0,1 5 0 15,4-6 0-15,3 2 0 0,3-2 0 16,2 0 0-16,3 3 0 0,-1 0 0 16,-1 3 0-16,0 0 0 0,3 5 0 0,-1 2-92 15,2 0-457-15,-2 3-166 0,3 2-218 16,2 3 88-16,0 1 81 0,3 2-696 0,7 8-909 16</inkml:trace>
  <inkml:trace contextRef="#ctx0" brushRef="#br0" timeOffset="214105.76">17990 15629 4368 0,'-2'-10'119'0,"-3"-1"22"16,5 2 9-16,0 4-9 0,0 5-11 0,8-12 1 0,0 4-2 0,-1 3-15 0,9 1-11 0,2 1-9 0,2 6-9 16,5-1-7-16,3 10-5 0,-1 4 1 15,-5 4 10-15,1 6 14 0,-7 2 25 16,-5 3 7-16,-3 6 19 0,-7 2 10 0,1 3 5 16,-4-1 5-16,1 2 7 0,1-1-3 15,-6 0-7-15,2-1-2 0,1 0-3 16,-5-3-5-16,2-3-2 0,-2-2-119 0,1-7-35 15,3-3 0-15,-1-5 0 0,-5 1 0 16,2-2 0-16,-3 1 0 0,1-5 0 0,-3 3 0 16,-3-4 0-16,2-1 0 0,-2 0 0 15,-1-1 0-15,-2-3 0 0,4 1 0 16,-1-3-429-16,2 1-176 0,2-3-198 0,0-1-88 16,0 0 91-16,5-1-786 0,7-1-1027 15</inkml:trace>
  <inkml:trace contextRef="#ctx0" brushRef="#br0" timeOffset="-214555.81">15178 15790 4100 0,'0'0'-37'0,"0"0"65"0,-9-3 31 0,9 3 17 0,0 0-3 16,0 0-10-16,-5-5-7 0,5 5-12 15,0 0-4-15,0 0 2 0,0 0 18 0,0 0 7 16,11 25 12-16,-4-2 15 0,2 13 19 15,1 4 21-15,1 16 22 0,2 2 22 16,-6 2 19-16,-2 3 22 0,1 2 9 16,-1-4 9-16,-1 0 6 0,5-3-1 0,-6-1-5 15,6-6-5-15,-3-10-4 0,2-2-11 16,2-3-13-16,-1-4-14 0,5-1-98 16,-5-5-92-16,0-6 0 0,1-3 0 0,1-3 0 15,0-4 0-15,3 1 0 0,-3-3 0 16,3-1 0-16,-1-1 0 0,-2-6 0 0,-1 4 0 15,2-4 0-15,-12 0 0 16,13 2 0-16,-13-2 0 0,11-6-180 0,-7 2-297 16,-2-2-123-16,-2-1-167 0,-4-5-105 15,-1 0 83-15,-3-3-744 0,-2-2-976 0</inkml:trace>
  <inkml:trace contextRef="#ctx0" brushRef="#br0" timeOffset="-214357.82">15127 15891 4488 0,'-12'-7'104'0,"1"2"8"0,7 2-6 16,4 3-14-16,-6-9-24 0,6 9-19 0,10-10-27 16,1 5-40-16,2 0-68 15,11-1-101-15,0 3-115 0,14 1-163 0,0-1-183 16,-1 3 56-16,1 3-341 0,4 1-413 15</inkml:trace>
  <inkml:trace contextRef="#ctx0" brushRef="#br0" timeOffset="-213873.09">16383 15619 2842 0,'-7'-7'210'0,"6"0"27"0,-1 1 1 0,2 6-13 15,-4-9-23-15,8 2-20 0,-1-2-17 16,8 0-17-16,0-2-9 0,6 0-16 0,4 1-17 15,2 3-14-15,-2 2-9 0,0 3-10 16,0 4-8-16,0 5-5 0,0 10-2 16,-4 7 6-16,-3 5 15 0,-5 5 24 0,-6 5 23 15,-3 5 26-15,-1 0 30 16,-3 9-5-16,-2 2 8 0,5-9 6 0,-8 10 9 0,6 0 14 16,-3-1 5-16,4-9 3 15,2 1-17-15,0-3-10 0,0 1-13 0,2-4-15 16,0 0-87-16,0-5-80 0,0 0 0 15,-1-7 0-15,1-5 0 0,-2-3 0 0,0-3 0 16,0 1 0-16,0 0 0 0,-2-1 0 16,1-1 0-16,-3-3 0 0,-2 3 0 0,1-5 0 15,-7 5 0-15,3-5 0 0,-1-2 0 16,-4 0 0-16,3 0 0 0,-2-1 0 0,1-2 0 16,-2-4 0-16,0 1 0 0,1-3-228 15,-1-1-453-15,-1-3-242 0,3 0 31 0,-3-3 87 16,1 1-781-16,5-2-1026 0</inkml:trace>
  <inkml:trace contextRef="#ctx0" brushRef="#br0" timeOffset="-213426.19">16971 15735 4596 0,'4'-13'-20'0,"6"3"37"0,-8 2 14 0,0 4-4 0,2 2 5 0,-4 2 38 0,0 0 51 0,11 17 44 0,-7-2 30 16,-4 11 26-16,-2 15 16 0,-8 17 17 0,1 2 5 15,-3 4 11-15,-3-2 10 16,0 3 13-16,0-2 2 0,-1-3-10 0,7-3-16 0,2-4-11 16,5-12-222-16,2-2-36 0,0-8 0 15,3 1 0-15,7-6 0 0,3-1 0 16,0-6 0-16,4-7 0 0,2 0 0 16,3-5 0-16,3-1 0 0,-3-2 0 0,1-2 0 15,-2 1 0-15,-1-2 0 0,-2-1 0 16,0 0 0-16,-4 0 0 0,-3 0 0 0,2 2 0 15,-4 0 0-15,-9-2 0 0,14 0 0 16,-14 0 0-16,11 0-115 0,-11 0-311 16,0 0-101-16,3-5-132 0,-3 5-188 0,0 0 33 15,-1-11 80-15,1 11-650 0,-6-11-837 16</inkml:trace>
  <inkml:trace contextRef="#ctx0" brushRef="#br0" timeOffset="-213209.05">16865 15744 4170 0,'-4'-9'134'16,"5"3"11"-16,8-3-2 0,4 1-14 15,19-4-17-15,7 3-10 0,12-5-36 0,2 3-63 16,6-1-107-16,-3 0-137 0,-4 1-175 0,0-1-221 15,-14 4 20-15,-3 0 61 16,-9 3-272-16,-7 3-313 0</inkml:trace>
  <inkml:trace contextRef="#ctx0" brushRef="#br0" timeOffset="-211591.29">21242 13529 2386 0,'4'-9'35'0,"2"-2"16"0,-4 5 16 0,-1-1 10 0,1 2 5 0,-2 5 13 0,2-9 0 0,-2 9 21 15,0 0-6-15,2-10-2 0,-2 10-7 16,0 0-15-16,0 0-7 0,0 0-18 16,0 0 16-16,0 0 18 0,-19 26 18 0,0 1 15 15,1 16 16-15,-7 5 13 0,-6 8 6 16,-8 17 6-16,-2 4-1 0,-4 5-3 0,-5 1 2 16,-2 1-7-16,-4 1-8 0,4 0 2 15,-2-2 5-15,2-4 7 0,5-5 4 0,1-4-4 16,3-3-7-16,6-17 2 0,4-1 1 15,1-3-5-15,3-1-1 0,1-4-8 16,8-10-9-16,0-3-11 0,5-4-2 16,3-5-4-16,3-7-5 0,4 1-2 15,-3-3-4-15,3-4-4 0,2 2-46 0,-1-1-61 16,0-2 0-16,3 0 0 0,1-5 0 16,-4 7 0-16,4-7 0 0,-4 5 0 0,4-5 0 15,0 0 0-15,0 0 0 0,0 0 0 16,0 0 0-16,0 0-323 0,0 0-134 0,0 0-124 15,9-24-190-15,-3 11-92 0,-1 1 92 16,6-5-734-16,-2-1-951 0</inkml:trace>
  <inkml:trace contextRef="#ctx0" brushRef="#br0" timeOffset="-211192.47">21219 13662 4308 0,'4'-8'-88'0,"-2"0"19"0,3 2 25 16,2 4 27-16,-7 2 39 0,20 5 37 0,0 6 33 0,16 12 19 0,2 8 18 15,2 8 3-15,4 10-9 0,9 14-11 16,-1 3-9-16,-7-4-11 0,-9-6-11 0,-2-1-9 16,5 17 20-16,-3-1 37 0,-3-17 15 15,-3-2 5-15,-1-3 7 0,-2-3 1 16,-11-15 20-16,4-2 18 0,-6-5 8 0,-2-5-2 16,-2-3-4-16,-3-5-10 0,-1 0-4 15,0-3-12-15,-1 0-11 0,-3-2-16 0,4 2-14 16,-6-8-14-16,5 9-34 0,-3-3-82 15,-2-6 0-15,7 6-24 0,-5-2-170 0,-2-4-125 16,1 9-134-16,1-5-144 16,-2-4-206-16,-5 16-30 0,-2-9 90 0,0 2-694 15,-2 1-887-15</inkml:trace>
  <inkml:trace contextRef="#ctx0" brushRef="#br0" timeOffset="-210676.4">19750 15584 4236 0,'8'-5'44'0,"-1"0"24"0,4 0 29 0,5 1 7 0,2 0 1 0,-2 2 6 16,2 2-2-16,-2 3-3 0,4 4 1 16,-4 6 7-16,-2 0 5 0,3 11 4 0,-7-2 4 15,-4 0 15-15,-5 1 17 0,-1 0 22 16,-1 3 17-16,-3 0 4 0,-3 5 4 0,-2 1-6 16,5-8-2-16,3-2-2 0,-1-4-8 15,-2-3-2-15,2-1-13 0,2-2-10 0,-2-1-16 16,4-3-65-16,4 0-82 0,-3 2 0 15,8-7 0-15,0-2 0 0,2-1 0 0,4-4 0 16,6-2 0-16,12-2-296 16,-1-7-188-16,2 1-142 0,8-6-191 0,-1 1-38 15,1 1 93-15,-2-3-718 0,-6 6-927 16</inkml:trace>
  <inkml:trace contextRef="#ctx0" brushRef="#br0" timeOffset="-210358.31">20558 15629 4196 0,'-8'-6'75'0,"5"2"43"15,3 4 42-15,-14-6 37 0,14 6 39 16,0 0 44-16,-20 4 27 0,9 2 10 0,0 0-2 16,-2 6-14-16,1 1-17 0,-1 4-30 15,1 3-21-15,3-2-23 0,4 2-21 0,1-4-17 16,2 2-13-16,6 1-19 16,1 0-92-16,3-2-48 0,4-2 0 0,1-3 0 15,2 0 0-15,2-7 0 0,1 0 0 16,-2-3 0-16,4-1 0 0,-1-1 0 0,-2-1 0 15,0-2 0-15,-2-1 0 16,-1-1 0-16,-5-2 0 0,2-2 0 0,-2 1 0 16,-8-4 0-16,1 0 0 0,-4-5 0 0,1-2 0 15,-6-3 0-15,1 0 0 0,-5-7 0 16,1 6 0-16,-1 4 0 0,4 3 0 0,-2 5 0 16,-4 0 0-16,2 4 0 0,-1 6-65 15,3 0-360-15,9 1-136 0,-16 4-194 16,5 1-144-16,4 0 95 0,1 2-788 15,6 2-1034-15</inkml:trace>
  <inkml:trace contextRef="#ctx0" brushRef="#br0" timeOffset="-209943.47">21424 15612 4880 0,'-13'-4'267'0,"13"4"33"0,-11-3 17 0,11 3-11 0,0 0-18 0,0 0-19 0,-7-4-26 0,7 4-20 0,0 0-24 15,0 0-21-15,34-5-32 16,-13 3-67-16,2-4-80 0,3 1-98 0,7-4-93 15,-1 0-110-15,0-2-153 0,-1-2-204 16,-4 2-192-16,-2 2 85 0,-4 0 73 0,-3-1-558 16,0 5-711-16</inkml:trace>
  <inkml:trace contextRef="#ctx0" brushRef="#br0" timeOffset="-209626.51">21924 15354 3924 0,'-15'-4'287'16,"0"-2"41"-16,4 2 17 0,1 1-12 16,10 3-22-16,-8-5-24 0,8 5-24 0,0 0-17 15,0 0-30-15,18-9-23 0,-4 3-21 16,10 2-16-16,0-1-22 0,0 2-9 0,1 1-18 16,-5 0-12-16,-1 4-8 0,0 2-6 15,-4 2 0-15,-2 6 4 0,1 4 17 0,-5 3 27 16,-3 4-25-16,1 0-104 0,-7 3 0 15,-3 1 0-15,1 8 0 0,-4 1 0 0,4-7 0 16,1-4 0-16,-1-2 0 16,0 1 0-16,-2-1 0 0,2-6 0 0,2 1 0 15,0-5 0-15,-1 1 0 0,-1-3 0 16,2-1 0-16,0-2 0 0,0 1-211 0,0-2-364 16,0-7-112-16,-2 9-168 0,-3-6 17 15,5-3 84-15,0 0-699 0,0 0-901 16</inkml:trace>
  <inkml:trace contextRef="#ctx0" brushRef="#br0" timeOffset="-209457.28">21974 15683 4413 0,'-16'-4'209'0,"5"2"54"16,11 2 65-16,-14-2 25 16,14 2 11-16,-12-4 0 0,12 4-10 0,0 0-23 15,0 0-38-15,0 0-26 0,0 0-38 16,23-5-95-16,-7 1-110 0,6-2-139 15,1 0-123-15,0 0-126 0,5-4-152 0,-4 3-169 16,-2 0-167-16,-1 0 79 0,-5 2-718 16,0 2-937-16</inkml:trace>
  <inkml:trace contextRef="#ctx0" brushRef="#br0" timeOffset="-209041.19">22361 15106 4453 0,'-14'-14'101'0,"3"5"19"0,6 1 26 0,-2 2 8 16,4 0 1-16,3 6-3 0,-6-9-12 16,6 9-13-16,0 0 5 0,14-6-29 0,-1 4-8 15,6 4-1-15,2-2-22 0,3 3-4 16,3 3 4-16,7 2-29 0,-7 2 3 0,0 6 7 15,-4 5-12-15,-4 4 9 0,-7 6 21 16,-5 5 44-16,-3 3 37 0,-4 4 29 16,-2 3 13-16,-2 9 11 0,0-1-7 15,3-11-5-15,-1 3-1 0,-3 0 10 0,1 7-131 16,3-11-71-16,1 3 0 0,1 0 0 16,3-2 0-16,1-6 0 0,-3-1 0 0,-1-8 0 15,-1-6 0-15,0-1 0 0,-1-3 0 16,-3 5 0-16,-4-4 0 0,-5 7 0 0,-7-4 0 15,-3 0 0-15,5-3 0 0,-7-3 0 16,0 2 0-16,-2-4 0 0,5-4 0 0,1-3 0 16,-1-2 0-16,-3 1 0 0,9-3-413 15,-5 0-530-15,1-3-6 0,0 0 113 16,0 2-881-16,-5-2-1152 0</inkml:trace>
  <inkml:trace contextRef="#ctx0" brushRef="#br0" timeOffset="-208358.14">21479 15164 4515 0,'0'0'-130'0,"0"0"60"0,2 18 68 0,-7-5 63 0,-2 17 45 0,-6 4 41 15,-7 12 44-15,4 6 48 0,-7-1 38 16,0 0 13-16,1 1 8 0,6-4-7 0,0-2-8 15,9-7-15-15,1-3-17 0,4-4-13 16,4-7-17-16,5 6-19 0,7-2-22 0,-1-3-22 16,5-1-8-16,-2-3-123 0,4-4-27 15,-7-6 0-15,3 1 0 0,-4-1 0 16,0 0 0-16,1-3 0 0,-3-1 0 0,2 0 0 16,-5-1 0-16,0-1 0 0,1 2-159 15,-2-2-147-15,0 0-55 0,-4-3-59 0,0 2-60 16,-2-5-75-16,1 7-107 0,-1-7-113 0,0 0 71 15,0 0-578-15,0 0-741 0</inkml:trace>
  <inkml:trace contextRef="#ctx0" brushRef="#br0" timeOffset="-208143.66">21364 15223 3820 0,'-1'-10'361'0,"-3"4"1"16,4 6-28-16,5-10-29 16,3 3-28-16,5 0-24 0,2 0-49 0,9 1-22 15,6-6-64-15,-3 7-80 0,-3 1-86 16,-5 0-109-16,2 3-127 0,-4-2-149 0,-1 3-194 16,-9 0-100-16,1 4 82 0,-8-4-489 15,1 10-601-15</inkml:trace>
  <inkml:trace contextRef="#ctx0" brushRef="#br0" timeOffset="-207576.5">20438 15369 3388 0,'3'-9'194'0,"-3"9"35"0,5-6 17 16,-5 6-6-16,11-12-15 0,0 4-10 15,9-1 0-15,-1-1-13 0,9-4-15 16,2 4-22-16,4-2-9 0,0 3-38 16,-2 1-13-16,2 1-10 0,-9 4-14 15,-5 1-10-15,2 4-4 0,-7 3-3 0,6 3-17 16,0 11 14-16,-2 9 24 0,-4 2 17 16,-4 7 29-16,-1 0 30 0,3 13 20 0,-2 0 10 15,-2 1 6-15,-6-7-1 0,7 8-11 16,-7-9-5-16,6-2-13 0,-2 11-123 0,0-13-44 15,3 0 0-15,-2-1 0 16,-1-3 0-16,1-10 0 0,-3-5 0 0,0 0 0 16,-1-5 0-16,-1-1 0 0,-1-2 0 15,0 0 0-15,-4 0 0 0,0 0 0 0,-5 2 0 16,-7 1 0-16,1 0 0 0,-14 4 0 16,-3 0 0-16,-1-3 0 0,-1 0 0 0,-2-2 0 15,-1-1 0-15,2 0 0 0,-1-3 0 16,12 0 0-16,3-4 0 0,1-1 0 0,7-1 0 15,0 1 0-15,-1-2 0 0,1-1 0 16,-1 0-729-16,-5-2-263 0,2 0 88 0,-6 0 103 16,2-2-820-16,-12 2-1059 0</inkml:trace>
  <inkml:trace contextRef="#ctx0" brushRef="#br0" timeOffset="-207160.76">19407 15366 4289 0,'8'-8'0'0,"-1"1"11"0,1 6 5 0,-8 1 46 0,16 15 39 0,-4 13 34 0,-2 8 35 16,-2 1 26-16,-1 8 23 0,-5-1 25 0,-2 4 20 15,-2 9 10-15,-5 1 10 0,-1-1-1 16,-3-1 1-16,0-1-5 0,-1-4-6 16,2-9-5-16,5-5-3 0,-2 1-11 0,5-4-234 15,2-4-20-15,0-7 0 0,9-2 0 16,2 5 0-16,6-3 0 0,7-5 0 0,5-3 0 15,6-5 0-15,3-2 0 0,4-4 0 16,0-4 0-16,2 0 0 0,-3-2 0 16,0-4 0-16,-3 2 0 0,-4-2 0 15,-9 0-56-15,-9 1-702 0,-4-5-201 0,-1 2 54 16,-7-3 103-16,0 3-800 0,-6-2-1043 16</inkml:trace>
  <inkml:trace contextRef="#ctx0" brushRef="#br0" timeOffset="-206943.41">19471 15541 4860 0,'-5'-3'199'0,"5"3"30"16,-8-5 5-16,8 5-12 0,0 0-11 15,0 0-6-15,22-12-15 0,-6 9-21 0,4-2-22 16,3 4-30-16,-3 0-57 0,3 1-77 15,4 0-64-15,-2 2-84 0,0 1-110 0,-5 0-131 16,0 1-172-16,-6-3-205 0,0 1 73 16,-1-2 69-16,-13 0-443 0,25-2-555 15</inkml:trace>
  <inkml:trace contextRef="#ctx0" brushRef="#br0" timeOffset="-206228.33">24336 13600 3259 0,'7'-22'119'0,"0"3"-13"0,-1 6 0 0,-4 1-7 0,-1 3-7 0,4 2-10 0,-7 4-1 0,2 3 26 16,0 0 29-16,-39 34 17 15,2 5 12-15,-15 21 15 0,-5 4 11 0,2 6 6 16,0 2 16-16,-3 0 10 0,8-1 5 16,2-4-3-16,-1-2-2 0,13-17-8 0,4 0-17 15,0-3-12-15,3-4-21 0,4-2-13 16,6-10-19-16,0-1-13 0,5-5-15 16,2-5-24-16,-1-3-48 0,8-3-63 0,-2-4-63 15,3 1-95-15,0-1-115 0,2-6-153 16,2-2-172-16,0 0-197 0,0 0 66 0,0 0 91 15,19-34-564-15,-2 7-695 0</inkml:trace>
  <inkml:trace contextRef="#ctx0" brushRef="#br0" timeOffset="-205909.56">24221 13503 3358 0,'-4'-9'150'0,"1"3"32"0,1 2-6 0,2 4-16 15,0 0-13-15,0 0 11 0,0 0 42 16,11 21 38-16,14 14 21 0,9 5-5 0,4 6-16 16,15 15-22-16,6 7-24 0,4-3-16 15,2 0-17-15,-4-2-22 0,0-4-12 16,-6-4-14-16,1 0-11 0,-15-11-13 16,4-3-2-16,-4-2-10 0,-5-2-4 0,-5-6-5 15,-6-10 35-15,-6-1 46 0,-6-5 31 16,-4-3 14-16,1-3 7 0,-2-1-2 0,-3-1-140 15,1-1-57-15,-2 0 0 0,0-2 0 16,0 1 0-16,-4-5 0 0,6 7 0 0,-6-7 0 16,5 5 0-16,-5-5 0 0,4 5 0 15,-4-5 0-15,3 7-146 0,-3-7-488 16,2 5-216-16,-2-5-51 0,0 0 92 0,-5 10-841 16,5-10-1087-16</inkml:trace>
  <inkml:trace contextRef="#ctx0" brushRef="#br0" timeOffset="-205360.96">23721 14954 4596 0,'7'-9'-7'0,"-6"11"10"0,-1-2 39 0,0 0 31 0,-1 32 20 0,-6-10 15 0,0 11 23 0,-4 4 27 16,-3 10 21-16,1 3 15 0,0-2 6 16,-1-2-5-16,1 0-15 0,5-12-11 15,0 4-17-15,-1-6-16 0,4-7-19 0,0-7-10 16,1-3-29-16,1 2-55 16,1-7-61-16,2 0-65 0,0-1-80 0,0-4-111 15,0-5-111-15,3 3-120 0,-3-3-184 16,0 0-18-16,20-12 76 0,-9 2-469 0,1-4-588 15</inkml:trace>
  <inkml:trace contextRef="#ctx0" brushRef="#br0" timeOffset="-205093.51">23843 15175 3048 0,'7'-11'95'0,"-6"2"53"0,5 3 24 0,-2-2 16 16,3 2 9-16,1 0 8 0,2 1 1 15,-10 5 2-15,18-2 0 0,-18 2-15 0,29 7 10 16,-17 5 13-16,1 2-8 0,-3 6 15 15,-5-2 4-15,-3 7 12 0,-2 2 18 16,-5 7 12-16,-6 4 28 0,-5 5 16 16,-2-10 29-16,4-1 18 0,-2-4-191 0,3-3-169 15,1-6 0-15,4-3 0 0,3-3 0 16,1-3 0-16,4-1 0 0,2-2 0 0,4 0 0 16,1-1 0-16,3-2 0 0,3-1 0 15,0-1 0-15,3 0 0 0,-2-1 0 0,0-1 0 16,1 0 0-16,-1 0 0 0,-1-1-278 15,-1 1-584-15,-12 0-89 0,17 0 83 0,-17 0-911 16,0 0-1210-16</inkml:trace>
  <inkml:trace contextRef="#ctx0" brushRef="#br0" timeOffset="-204725.67">23054 15164 4956 0,'8'-13'12'0,"3"0"24"0,-3 4 15 0,0 0 20 16,1 1 13-16,1 2 21 0,2 2 30 15,-12 4 45-15,20 6 42 0,-6 2 26 16,-1 9 24-16,-1 12 9 0,-1 6-2 15,-6 4-2-15,-1 4 1 0,-4 1-7 0,-2 2-8 16,-1-3-93-16,1 3-170 0,-4-4 0 16,4-2 0-16,2-3 0 0,0-1 0 0,4-8 0 15,2-3 0-15,3 4 0 0,3-9 0 16,-1-3 0-16,3-4 0 0,2-2 0 0,4-2 0 16,-2-4 0-16,4-2 0 0,-3-1 0 15,1-1 0-15,2-4 0 0,1 0 0 0,0-2 0 16,-5-2 0-16,3-2-476 0,-6-2-307 15,3 0-158-15,-7-4 89 0,-3 3-896 16,-4-1-1179-16</inkml:trace>
  <inkml:trace contextRef="#ctx0" brushRef="#br0" timeOffset="-204511">23283 14947 5234 0,'-13'-13'141'0,"1"1"14"16,3 3 23-16,2 5 14 0,0-4 12 0,3 4 3 16,4 4-10-16,-5-10-21 0,5 10-19 15,0 0-16-15,18-11-29 0,0 7-73 0,7 2-101 16,5 2-127-16,13 0-161 16,0 2-188-16,3 1-243 0,0 0 12 0,-3 2 78 15,0-1-586-15,-5 2-735 0</inkml:trace>
  <inkml:trace contextRef="#ctx0" brushRef="#br0" timeOffset="-204056.71">24271 14870 3846 0,'-3'-6'120'15,"3"6"1"-15,-4-6 6 0,4 6-3 16,-2-7-5-16,2 7-7 0,4-8-5 0,-4 8-16 16,10-6-9-16,-2 4-10 0,-8 2-8 15,14 2-5-15,-1 2-6 0,-2 4-4 0,-1 1 1 16,1 8 5-16,0 9 6 0,-1 6 10 15,-4 0 2-15,-6-1 9 0,2 5 9 16,-4 2 3-16,2 4 37 0,-2 4 11 16,0-4 22-16,2 3 10 0,-2 1 10 0,0-3-1 15,4-2-6-15,-4-4-13 0,2-5-8 16,2-6-19-16,-2-8-14 0,0 3-12 0,2-2-11 16,-4-2-10-16,0 3-11 0,-1-3-4 15,0-1-7-15,-3 3-5 0,-1 0-2 0,-11 5-7 16,5-5-22-16,-1-3-32 0,-6 5 0 15,4-3 0-15,0-5 0 0,0 1 0 0,3-2-13 16,1-3-133-16,3-1-62 0,2 1-87 16,-1-4-118-16,0-2-138 0,8-3-182 15,-8 2-104-15,8-2 85 0,0 0-691 16,0 0-893-16</inkml:trace>
  <inkml:trace contextRef="#ctx0" brushRef="#br0" timeOffset="-203611.08">25130 15330 4292 0,'0'0'190'0,"-7"-3"43"0,7 3 48 0,-9-4 13 0,9 4 17 0,0 0-9 16,0 0-9-16,0-11-16 0,0 11-22 0,23-11-30 16,-3 6-25-16,-4 3-23 15,9-4-41-15,-2 1-33 0,-4-1-34 0,-2 3-29 16,1-1-39-16,-5 3-46 0,0-3-35 16,-5 2-40-16,-8 2-41 0,19 0-51 0,-9 0-54 15,-10 0-84-15,0 0-96 0,15 0-141 16,-15 0-189-16,0 0 59 0,0 0 82 15,0 0-482-15,0 0-586 0</inkml:trace>
  <inkml:trace contextRef="#ctx0" brushRef="#br0" timeOffset="-203210.36">25907 15011 3442 0,'-6'-10'152'0,"3"7"-13"0,1-2-13 16,2 5-10-16,0 0 4 0,-17 1 25 0,5 8 22 15,-3 1 16-15,-9 7 9 0,-1 4 3 16,0 3 7-16,0 1 17 0,1 0 8 0,2-1 3 16,7 3-10-16,0-3 2 15,8 1 0-15,0-5-15 0,7-2-13 0,2 2-8 16,4 0-25-16,0 2-8 0,5 4 0 0,1 2 1 15,-3-1 1-15,2-4-1 0,0-5 1 16,-4-1-155-16,-2 1 0 0,1-1 0 16,-2-4 0-16,-3 1 0 0,-1-2 0 15,0 0 0-15,-1 0 0 0,-1 0 0 0,-6 0 0 16,1-2 0-16,-3 2 0 0,-1-3 0 16,-2-1 0-16,-1-1 0 0,-3 1 0 0,3-6 0 15,-4 0 0-15,2 0 0 0,3-4 0 16,-4-2 0-16,-3-5 0 0,6-2 0 0,-4-1-390 15,0-8-555-15,-2 1 4 16,5 5 105-16,-2 4-891 0,-4 1-1161 0</inkml:trace>
  <inkml:trace contextRef="#ctx0" brushRef="#br0" timeOffset="-202878.66">24876 15089 4772 0,'3'-9'137'0,"-1"8"-2"0,-2 1 35 0,0 0 39 0,-7 29 18 0,2-8 34 0,-3 14 17 0,-3 13 10 0,-1 5-8 15,1 2 0-15,-5 0 6 0,9-1 7 16,-2 0 7-16,1-3-25 0,5-8-275 15,3-3 0-15,5-3 0 0,2 0 0 0,3-6 0 16,2 0 0-16,1-6 0 0,1-1 0 16,8-5 0-16,-5-4 0 0,4-6 0 15,-2-2 0-15,2-2 0 0,0-3 0 0,2 0 0 16,-2-2 0-16,4-4 0 0,0 0 0 16,9-6 0-16,-2 0-128 0,1-2-707 0,-8-4-145 15,-3-2 104-15,-3-1-951 16,-4 2-1254-16</inkml:trace>
  <inkml:trace contextRef="#ctx0" brushRef="#br0" timeOffset="-202678.52">24935 15005 5393 0,'-17'-12'76'0,"4"3"27"0,3 2 36 0,3 1 31 16,1 2 11-16,6 4-10 15,-8-8-19-15,8 8-19 0,0 0-17 0,16-7-43 16,0 5-73-16,13 0-89 0,14 2-145 16,5 4-194-16,18-4-288 0,2 0-59 0,6 2 82 15,-1 1-590-15,-1-1-742 0</inkml:trace>
  <inkml:trace contextRef="#ctx0" brushRef="#br0" timeOffset="-202295.67">26117 14808 3789 0,'-2'-6'134'0,"2"6"-15"0,-6-8-20 16,6 8-15-16,0 0-9 0,20-8-13 15,-9 5 2-15,4 3-15 0,-15 0-5 16,35 7-3-16,-9 7-3 0,-3 8-6 15,-4 5 5-15,-3 7 12 0,-5 3 18 0,-6 6 23 16,-1 12 31-16,-4 2 26 0,-6 1 24 16,3 0 23-16,-5 1 20 0,0-2 3 0,1-2-10 15,1-1-13-15,2-13-17 16,-1 0-11-16,0-3-18 0,2-2-13 0,1-7-13 16,0-7-11-16,-2 1-12 0,1-2-6 0,-1-1-8 15,-4 1-6-15,2-4 0 16,-5-1-1-16,-2 0 1 0,-8 3-10 0,-4-4-6 15,2-3-8-15,-6 2-8 0,5-7-31 16,1 1-56-16,-6-8-86 0,4 4-110 0,4-6-145 0,3 2-208 16,-42-22-330-1,48 13 97-15,11-1 84 0,2 0-686 0,6 1-876 16</inkml:trace>
  <inkml:trace contextRef="#ctx0" brushRef="#br0" timeOffset="-201642.94">28266 13259 4137 0,'0'-3'-11'0,"0"3"29"0,0 0 39 0,0 0 53 0,-28 36 40 0,-3 1 31 0,-1 9 28 0,-15 18 31 16,-7 5 33-16,3 3-1 0,-1 3 2 15,5 0-8-15,0-2-12 0,8-1-16 0,6-16-13 16,5-3-21-16,1-1-17 0,2-6-24 15,3 1-16-15,6-13-14 0,3-2-15 0,1-2-14 16,3-10-13-16,2-3-28 0,-2-3-40 16,7-3-43-16,-1-1-56 0,1-6-61 15,2 2-76-15,0-6-68 0,0 0-84 16,0 0-108-16,30-18-123 0,-5-3-191 0,10-12 16 16,2-12 88-16,6 2-584 0,9-16-726 15</inkml:trace>
  <inkml:trace contextRef="#ctx0" brushRef="#br0" timeOffset="-201361.49">28461 13229 3813 0,'0'0'102'0,"11"1"55"16,1 8 50-16,9 13 53 0,7 14 21 16,1 7 25-16,2 6 9 0,-1 9 0 0,8 12-4 15,-4 0-10-15,-5-11-11 0,-6-1-30 16,0 2-20-16,2-1 4 0,-3 1 6 0,-1-4-3 15,2-4-12-15,1-5-178 0,-6-6-57 16,-4-12 0-16,-1-1 0 0,-2-10 0 0,-1-2 0 16,-3-4 0-16,1-2 0 0,-5-2 0 15,4 0 0-15,-1-2 0 0,-5-1 0 0,-1-5 0 16,6 10 0-16,-4-6 0 16,-2-4 0-16,-2 8 0 0,-4-4 0 0,-1 3 0 15,-5 1 0-15,-5 2 0 0,-2 1-943 16,-12 3-35-16,1 0 108 0,-1-1-966 15,1 3-1264-15</inkml:trace>
  <inkml:trace contextRef="#ctx0" brushRef="#br0" timeOffset="-200925.13">27121 15109 5277 0,'0'0'161'0,"-19"3"60"0,19-3 38 0,-7 0 39 0,7 0 10 0,0 0-3 0,0 0 1 0,0 0-11 16,0 0-18-16,0 0-33 0,61-4-24 15,-35 4-200-15,2-4-20 0,13 2 0 0,-9 0 0 16,-1 2 0-16,-2 0 0 0,-3 0-314 16,-3-3-175-16,-6 1-154 0,-2 1-175 15,-3 1-26-15,-12 0 86 0,18 0-713 0,-18 0-919 16</inkml:trace>
  <inkml:trace contextRef="#ctx0" brushRef="#br0" timeOffset="-200612.33">27535 14936 4418 0,'2'-14'107'15,"1"4"2"-15,6 2 3 0,0 4 3 16,0-1 2-16,5 1 0 0,-3 4-2 16,4 2-4-16,-1 0-8 0,0 3-9 0,0 4-7 15,1 3-2-15,-3 3 0 0,-3 4 7 16,-3 2 11-16,-6-3 17 0,-2 1 41 0,-5 14 32 15,-1-9 25-15,-4 3 24 16,-1 1 13-16,4-6 12 0,1-3 7 0,0-2 7 16,5-3-71-16,1-2-210 0,-2-2 0 15,4 0 0-15,0-1 0 0,4 0 0 0,1-2 0 16,3-2 0-16,4-1 0 0,1 0 0 16,2-1 0-16,-2-1 0 0,5-2 0 0,-3 0 0 15,4-2-434-15,0 1-339 0,0-5-179 16,-1 2 94-16,-2 0 102 0,4-1-747 0,-6 0-948 15</inkml:trace>
  <inkml:trace contextRef="#ctx0" brushRef="#br0" timeOffset="-200312.85">27916 14958 3917 0,'0'-15'37'15,"2"5"39"-15,0-2 10 0,4 3 18 0,1 2 16 16,0 1 18-16,5 0 15 0,1 3-6 15,-1 0-1-15,-12 3-8 0,31 8-7 0,-20-2 0 16,2 9 8-16,-3 2 5 0,-5 2 6 16,1 1 15-16,-8 1 31 0,-2 3 34 15,-7 9 25-15,-1-3 27 0,-2 2 36 0,-4-3 28 16,1-2 11-16,2-3-72 0,6-5-285 16,-4-2 0-16,8-4 0 0,1-2 0 0,2-1 0 15,6-2 0-15,2 1 0 0,4-2 0 16,5-3 0-16,0 0 0 0,0-4 0 0,3 2 0 15,-4-2 0-15,2 0 0 16,-1 0 0-16,-3 0 0 0,-1 0 0 0,-11 0-487 16,15-2-336-16,-15 2-99 0,0 0 79 15,0 0-897-15,0 0-1172 0</inkml:trace>
  <inkml:trace contextRef="#ctx0" brushRef="#br0" timeOffset="-199928.98">26835 15065 4970 0,'-1'-17'87'0,"2"1"37"0,1 3 36 16,4 2 41-16,-3 1 25 0,4 0 5 15,-3 5 5-15,-1-1-4 0,-3 6 0 0,11-1 6 16,-11 1 10-16,11 18 13 0,-11 0 3 16,0 6-5-16,-5-1-37 0,-2 13-222 15,-3 1 0-15,1 1 0 0,1-1 0 0,-1-1 0 16,7 0 0-16,2 2 0 0,3-4 0 16,5-2 0-16,2-3 0 0,8 0 0 0,4-6 0 15,3 0 0-15,1-5 0 16,3-4 0-16,3-3 0 0,-1-1 0 0,-2-5 0 15,-5 0 0-15,-3-3 0 0,2-2 0 16,-5 0 0-16,4-2 0 0,-5-3-401 0,-2-2-279 16,1-1-121-16,-5-1-73 0,-4 0 80 15,0-3-784-15,-6 0-1021 0</inkml:trace>
  <inkml:trace contextRef="#ctx0" brushRef="#br0" timeOffset="-199729.06">26932 14790 4818 0,'-5'-4'217'15,"1"-3"29"-15,4 7 7 0,2-11 19 16,5 4-2-16,4 3-20 0,2-5-25 0,4 2-27 16,3-2-49-16,5 2-71 0,9-1-78 15,4 3-97-15,-1 1-106 0,5 1-144 0,-1 5-170 16,4-2-238-16,0 1 2 0,-2 2 79 15,0 1-561-15,1 3-696 0</inkml:trace>
  <inkml:trace contextRef="#ctx0" brushRef="#br0" timeOffset="-199294.3">28263 14751 3615 0,'-15'-7'107'0,"1"2"-1"0,5 0 3 16,2 3 18-16,0-1 10 0,7 3 1 16,-7-4-2-16,7 4-11 0,0 0-3 15,0 0-15-15,0 0-7 0,41 11-10 16,-9-1-10-16,2 1-10 0,-4 3-11 0,3 3-4 15,-7 7-2-15,-5 1 4 0,-4 8 23 16,-7 1 31-16,-9 3 37 0,-1 5 36 0,-5 0 32 16,-6 10 27-16,-3 0 14 0,5 1 0 15,-5-5-9-15,5 4-16 0,3-11-19 0,0-1-22 16,3-3-20-16,3 4-18 0,0-12-59 16,0-2-94-16,2-3 0 0,-1-2 0 15,1-4 0-15,2-2 0 0,-2-2 0 16,-2 0 0-16,0-4 0 0,-2 2 0 0,-4-2 0 0,1-1 0 15,-5 1 0-15,-1 0 0 16,-3-6 0-16,-1 3 0 0,-1-4 0 0,2 0 0 16,-2 0-99-16,3-3-289 0,0 0-129 15,1-3-174-15,1 0-196 0,5 0 74 16,6 3 94-16,-6-8-668 0,6 8-839 0</inkml:trace>
  <inkml:trace contextRef="#ctx0" brushRef="#br0" timeOffset="-198561.73">28987 14974 3763 0,'0'-15'7'0,"0"4"40"0,0 1 38 0,-2 1 41 0,2 9 30 0,0-11 30 0,0 11 19 0,0-9 1 15,0 9 1-15,0 0 51 0,0 0 26 0,-2 31 29 16,2 5 13-16,-1 7 2 0,-1 3 2 16,0 13-6-16,2 1-5 0,2 3-4 15,1-2-5-15,3-3-214 0,3 0-96 0,7-4 0 16,-1-8 0-16,0 0 0 0,2-13 0 15,-1 0 0-15,-3-7 0 0,0-1 0 16,0-8 0-16,-2-3 0 0,-4-2 0 16,-2-4 0-16,5 1 0 0,-5-2 0 0,4 0 0 15,0-2 0-15,-4-1 0 0,6 1 0 16,-2 0 0-16,0-2 0 0,-2 1 0 0,5-1 0 16,-1 1 0-16,-1-3 0 0,-10-1 0 15,15 4 0-15,-15-4 0 0,20 3 0 0,-11-3 0 16,-9 0 0-16,17 0 0 0,-17 0 0 15,12 0 0-15,-12 0 0 0,11-3-114 0,-11 3-430 16,5-5-65-16,-5 5-90 0,0 0-124 16,-2-10 21-16,2 10-762 0,-14-8-1008 15</inkml:trace>
  <inkml:trace contextRef="#ctx0" brushRef="#br0" timeOffset="-198330.26">28876 14955 4734 0,'-5'-5'143'0,"3"2"-10"0,2 3-13 0,0 0-9 0,16-11-4 0,-4 9-13 0,13-3-12 0,0 2-14 16,8 3-52-16,6-4-74 0,5 0-100 15,-2 2-126-15,-4-3-133 0,-5 3-183 16,-9 2-62-16,-6-2 63 0,-5 4-364 16,-8 1-440-16</inkml:trace>
  <inkml:trace contextRef="#ctx0" brushRef="#br0" timeOffset="-198046.45">29265 15137 3157 0,'6'-2'283'0,"-6"2"-10"0,0 0 20 0,15 12 30 16,-11-1 35-16,0 1 6 0,-1 5-9 16,-3 1-18-16,0 6-25 0,0 4-32 0,-1 9-28 15,-1-2-23-15,0-6-23 0,2-4-26 16,-2 1-18-16,2-2-28 0,0-4-39 0,-2-3-44 15,2-3-43-15,-2 1-67 0,2-3-71 16,0 0-69-16,0-2-77 0,0-3-106 0,-1 0-115 16,1-7-129-16,0 7-150 0,0-7 54 15,0 0-633-15,0 0-811 0</inkml:trace>
  <inkml:trace contextRef="#ctx0" brushRef="#br0" timeOffset="-197713.66">29674 15211 3950 0,'-5'-4'21'15,"5"4"42"-15,-15-6 44 0,15 6 44 0,-23 4 44 16,10 3 33-16,-6 2 29 0,1-1 16 16,1 4-12-16,5 2-19 0,-2 1-18 15,4 5-24-15,2-7-22 0,4 4-12 16,3 0-17-16,2 0-17 0,3-1-13 0,3 3-12 15,2-2-8-15,0 1-11 0,-1-4-6 16,0-1 4-16,-1 2 12 0,-1-1 14 0,-3 0 19 16,4-1 8-16,-5-1 7 0,-2-1 1 15,-2 4-107-15,-5-3-40 0,2 0 0 16,-3 1 0-16,-1-1 0 0,-1-1 0 0,1-3 0 16,-2 4 0-16,-1-5 0 0,2 1 0 15,3-2 0-15,-3 0 0 0,3-4 0 0,-3 0 0 16,10-2 0-16,-15 0-14 0,15 0-612 15,-13-10-171-15,7 4-126 0,4-5 88 0,0 1-864 16,4-4-1134-16</inkml:trace>
  <inkml:trace contextRef="#ctx0" brushRef="#br0" timeOffset="-197346.58">29647 15007 4982 0,'-11'-11'49'0,"8"3"38"16,-1 4 40-16,4 4 43 0,-4-10 32 0,4 10-3 16,-3-5 7-16,3 5-21 0,0 0-11 15,16-6-19-15,-16 6-18 0,36 8-11 16,-9 4-10-16,0 3-20 0,0 4-7 16,-2 4-7-16,-4 2-4 0,-3 5-1 0,-2 4 20 15,-1 12 26-15,-9-8 25 0,0 8 34 16,-8-2 28-16,-2 11-116 0,0-11-94 0,-4 7 0 15,1-10 0-15,0-1 0 0,0-2 0 16,2-2 0-16,-3-3 0 0,5-8 0 16,1-4 0-16,0-4 0 0,-2-1 0 15,0-4 0-15,2 0 0 0,0 0 0 0,-2-2 0 16,0 0 0-16,1 1 0 0,-7-1 0 16,-2 0 0-16,1 1 0 0,-3-1 0 0,2-2 0 15,1-3 0-15,-5 4 0 0,3-2 0 16,3 1 0-16,-1-4 0 0,1 1-217 15,0 0-820-15,3-3 89 0,7-2 89 0,0 0-886 16,-13 2-1176-16</inkml:trace>
  <inkml:trace contextRef="#ctx0" brushRef="#br0" timeOffset="-196280.75">31657 13321 4976 0,'4'-12'-115'0,"-4"1"28"0,0 5 46 0,0 6 28 0,2-12 12 0,-2 12-1 0,0 0 6 0,0 0 43 0,0 0 62 16,-42 54 29-16,8-4 32 0,-18 19 14 15,-5 5 37-15,-2 3 8 0,-2 2 7 16,0 7 13-16,3-4 6 0,1-4-1 16,8-3 1-16,3-7-1 0,14-17-7 0,3-4-8 15,2-5-14-15,0-2-67 0,13-11-158 16,-2-3 0-16,5-5 0 0,3-6 0 15,0-3 0-15,3-2 0 0,-1-3 0 0,0 1 0 16,5-2 0-16,-3 1 0 0,4-7 0 16,-4 7 0-16,4-7 0 0,0 0 0 0,0 0 0 15,0 0-449-15,-3-21-286 0,6 11-217 16,3-4 87-16,-3-1 101 0,5-1-741 0,1-3-952 16</inkml:trace>
  <inkml:trace contextRef="#ctx0" brushRef="#br0" timeOffset="-195947.7">31650 13441 4426 0,'0'-20'91'0,"0"3"19"0,0 6 44 16,0 2 4-16,0 0 5 0,0 9 5 0,5-4 27 15,-5 4 44-15,20 16 25 0,11 15 2 16,8 8-15-16,0 9-24 0,13 15-21 15,-5 5-22-15,-2 0-18 0,-6-1-16 0,-8-13-15 16,-4 3-13-16,-4 2-13 0,-1-5-10 16,1-2-9-16,-4-1-8 0,-2-7-9 15,-1-9-10-15,-3-3-63 0,-1-4 0 16,-5-7 0-16,0-4 0 0,2-5 0 0,-2 0 0 16,-1-4 0-16,3 1 0 0,1-5 0 15,-1 2 0-15,2-3 0 0,-2-2 0 0,0 2 0 16,-2-2 0-16,-7-1 0 0,18 0 0 15,-18 0 0-15,11 2-129 0,-11-2-622 0,0 0-214 16,6 4 58-16,-6-4 95 0,0 0-762 16,0 0-1015-16</inkml:trace>
  <inkml:trace contextRef="#ctx0" brushRef="#br0" timeOffset="-195447.8">30527 14943 4745 0,'-10'-2'158'0,"10"2"24"0,-11-1 37 0,11 1 40 16,0 0 10-16,0 0 3 0,0 0-11 0,23-12-21 0,-5 8-23 0,9 1-21 15,14 3-22-15,-1-3-19 0,-3 1-20 0,-4-1-32 16,-6 2-26-16,-4 1-20 16,-3-1-21-16,-2 1-16 0,-6-2-22 0,2 0-16 15,-14 2-14-15,22 0-34 0,-15-2-38 16,-7 2-38-16,11-1-43 0,-11 1-58 0,0 0-67 15,7-3-88-15,-7 3-94 0,0 0-127 16,0 0-143-16,0 0 62 0,0 0-559 0,0 0-720 16</inkml:trace>
  <inkml:trace contextRef="#ctx0" brushRef="#br0" timeOffset="-194931.5">31087 14750 3701 0,'0'0'112'0,"-4"-14"11"0,2 8 25 0,2 6 25 15,0-8 14-15,0 8 0 0,0 0-13 16,0 0-18-16,0 0 5 0,0 0 14 0,0 0 3 16,-11 28-14-16,5-10 8 0,-2 2 6 15,-3 10 14-15,3 1-6 0,3 0-5 16,-1-4-11-16,0-5-16 0,6 1-7 0,0-3-13 15,0-6-3-15,0 1-14 0,2-3-10 16,4 2-7-16,1-5-9 0,3-1-11 16,1-4-7-16,3-2-14 0,3-4-19 15,2-2-19-15,3-3-12 0,12-7-12 0,-2-2-11 16,-1-3-1-16,-1 3-12 0,-1-2 5 16,-3-3 8-16,0 0-5 0,-3 4 7 0,-3 2 2 15,-9 5 14-15,0 1 5 0,-3 1 4 16,0 2-4-16,-5 4 4 0,-3 2 27 0,0 0 14 15,0 0 11-15,4 19 10 0,-9-3-11 16,-1 4-64-16,-1 9 0 0,-4 4 0 0,4-2 0 16,0 3 0-16,-2-3 0 0,8-3 0 15,-3-6 0-15,0-4 0 0,2 1 0 16,0 0 0-16,2-7 0 0,0 2 0 16,0-4 0-16,-1-1 0 0,1 0 0 0,-2-1 0 15,2-8 0-15,0 12 0 0,0-12 0 16,-2 10 0-16,2-10 0 0,-2 11 0 15,0-8 0-15,2-3 0 0,0 0 0 0,0 0 0 16,0 0-24-16,-3 5-564 0,3-5-160 16,0 0-189-16,0 0 80 0,0 0 98 0,0 0-696 15,0 0-904-15</inkml:trace>
  <inkml:trace contextRef="#ctx0" brushRef="#br0" timeOffset="-194263.99">32227 14841 3610 0,'-16'-2'-206'0,"5"-4"34"0,1 2 32 0,10 4 35 0,-11-3 37 0,11 3 31 0,-9-3 30 15,9 3 19-15,0 0 20 0,-10-3 22 16,10 3 23-16,0 0 32 0,0 0 31 0,0 0 13 16,-12-4 25-16,12 4 16 0,0 0 16 15,0 0 7-15,0 0 13 0,0 0 2 16,0 0-1-16,0 0-4 0,0 0-10 16,0 0-1-16,0 0-5 0,22-10-12 15,-8 8-15-15,6 0-11 0,7 0-20 0,-1-1-12 16,3 1-12-16,0-1-13 0,-3 1-11 15,0-1-13-15,1 2-2 0,-6-2-11 0,-4 3-3 16,2-3 2-16,-6 2 2 0,1 1-2 16,-14 0-3-16,20-4-7 0,-20 4-6 0,14 4 15 15,-8 0 20-15,-4 5 9 16,0 3 8-16,-4 5-110 0,0 7-4 0,-5 9 0 16,1 2 0-16,-1 2 0 0,-4-3 0 0,4 1 0 15,0 0 0-15,-2-2 0 0,8-8 0 16,-5 0 0-16,0-4 0 0,3-4 0 15,-1-2 0-15,0 0 0 0,4-2 0 16,-1-2 0-16,-1-2 0 0,-1 0 0 0,3-2 0 16,0-7 0-16,-2 13 0 0,0-8 0 15,2-5 0-15,-2 11 0 0,2-11 0 0,-1 7 0 16,1-7 0-16,-2 6 0 0,2-6 0 16,0 0-614-16,0 0-324 0,0 0 12 0,0 0 102 15,0 0-839-15,0 0-1099 0</inkml:trace>
  <inkml:trace contextRef="#ctx0" brushRef="#br0" timeOffset="-194064.84">32349 15200 5113 0,'-10'-5'282'0,"2"0"38"0,8 5 49 0,-7-8 58 0,7 8 39 0,-4-6 8 0,4 6-4 0,0 0-200 15,21-8-270-15,-2 4 0 0,8-2 0 16,9 3 0-16,0-3 0 0,0 2 0 0,-3 0 0 15,-9 0 0-15,-1 0 0 0,-1 3 0 16,-6-2 0-16,0 0 0 0,-7 3 0 0,0 0-180 16,-9 0-651-16,11 3-145 0,-11-3 90 15,0 0-923-15,0 0-1236 0</inkml:trace>
  <inkml:trace contextRef="#ctx0" brushRef="#br0" timeOffset="-193480.77">30468 14744 5266 0,'6'-8'-35'0,"-3"2"2"0,1 1 4 0,-4 5-2 0,0 0 56 0,0 0 65 16,0 0 54-16,-9 48 37 0,-7-12 29 15,-2 13 27-15,0 2 21 0,1-1 20 16,3 3 9-16,3-2-1 0,6-8 2 0,5 0-1 15,2 0-5-15,7 5-82 0,6-4-200 16,4-3 0-16,1-9 0 0,2-6 0 0,1-1 0 16,2-7 0-16,2 0 0 0,-3-4 0 15,1-6 0-15,-6-4 0 0,-2-4 0 16,-2 0 0-16,-1 0 0 0,-1 0 0 16,-13 0 0-16,18-9 0 0,-13 6 0 0,1-2 0 15,-5-3-218-15,-1 1-448 0,-3-2-135 16,-1-2-97-16,0 1 75 0,-1-3-804 0,-3-3-1067 15</inkml:trace>
  <inkml:trace contextRef="#ctx0" brushRef="#br0" timeOffset="-193281.68">30436 14779 4817 0,'-9'-6'168'0,"9"6"9"15,-9-7 14-15,9 7 21 0,-7-7-1 0,7 7-2 16,-6-7-13-16,6 7-23 0,-5-4-23 16,5 4-29-16,0 0-53 0,11-12-88 15,-2 8-93-15,5 1-112 0,2 1-134 0,6-2-194 16,14 1-239-16,3 0 76 0,6 1 77 16,-4 0-475-16,7 2-584 0</inkml:trace>
  <inkml:trace contextRef="#ctx0" brushRef="#br0" timeOffset="-192831.07">31663 14669 3375 0,'0'0'175'0,"-12"-12"-6"0,6 5 25 0,0 0 33 16,3 2 58-16,3 5 54 0,-10-10 7 16,7 4-9-16,3 6-32 0,-6-8-32 0,6 8-32 15,0 0-26-15,-3-7-19 0,3 7-24 16,0 0-14-16,25 13-19 0,-11 1-15 0,7 9-15 16,-2 3-9-16,-1 3-9 15,-2 3-9-15,-10 4-5 0,-3 4 8 0,-3 1 18 16,-1 3 23-16,-5-1 20 0,-3 9-144 15,-2-1-2-15,1-2 0 0,2-8 0 0,1 0 0 16,1-2 0-16,3-1 0 0,2-3 0 16,1-4 0-16,0-6 0 0,0-5 0 15,1-1 0-15,2 0 0 0,-1-3 0 0,0-3 0 16,0-1 0-16,-2 0 0 16,0-3 0-16,0-1 0 0,-2-2 0 0,-2 2 0 0,-2-1 0 15,-2-1 0-15,-1 0 0 16,-3-1 0-16,1-2 0 0,-2-1 0 0,1 0 0 15,1-2 0-15,11 0 0 0,-21-5-595 16,13-1-415-16,3-1 89 0,1 1 96 0,4-3-821 16,0 9-1084-16</inkml:trace>
  <inkml:trace contextRef="#ctx0" brushRef="#br0" timeOffset="-192465.25">32122 14870 4901 0,'0'-6'71'0,"0"6"-10"0,1-9-10 0,-1 9 31 0,0 0 65 0,0 0 74 16,-5 32 40-16,-4-3 29 0,-5 5 5 15,1 2-1-15,-5 10-5 0,-2 1 10 0,3-1 1 16,-1 1 0-16,3 4-10 0,4-12-251 16,3-1-39-16,0-4 0 0,5 2 0 15,1-8 0-15,2-6 0 0,0-1 0 16,4-4 0-16,-1 0 0 0,3-2 0 0,4 0 0 16,-1-2 0-16,0-5 0 0,3-1 0 15,0 0 0-15,-1-4 0 0,1-1 0 16,-3-2 0-16,2 0 0 0,1-4 0 0,-1 1-66 15,-4-1-758-15,2 0-154 0,-6-3 86 16,-3 7-955-16,8-12-1273 0</inkml:trace>
  <inkml:trace contextRef="#ctx0" brushRef="#br0" timeOffset="-191962.18">31928 14765 5502 0,'-11'-11'76'0,"2"3"-8"0,6-1-5 0,-1 1-10 15,4-1-4-15,2 1-1 0,-2-1 0 16,2-1-3-16,-1 1-8 0,3-1-3 0,-2 0-4 16,2-3-3-16,2 4 1 0,-2-5-4 15,0 2 10-15,-1-3 14 0,1 1 9 0,1-1 14 16,1 1 16-16,-1-1 0 0,0 1 6 15,1-6 16-15,1 1 15 0,-1 2 7 16,0 2 10-16,0 1 12 0,-1 2 5 0,-3 2-2 16,2 0-6-16,-2-1-8 15,-1 3-13-15,-1-1-12 0,0 2-45 0,0 7-72 16,0-13 0-16,0 13 0 0,2-11 0 16,-2 11 0-16,2-8 0 0,-2 8 0 0,2-9 0 15,-2 9 0-15,0 0 0 0,3-7 0 16,-3 7 0-16,0 0 0 0,3-9 0 0,-3 9 0 15,0 0 0-15,0 0 0 0,13-2 0 16,-13 2 0-16,0 0 0 0,29 4 0 0,-13-2 0 16,0 0 0-16,7 1 0 0,2 1 0 15,-1-1 0-15,3-1 0 0,-6 2 0 16,1 1 0-16,-6-2 0 0,-2-2 0 0,-1 1 0 16,-1 0 0-16,-3 0 0 0,-1 0 0 15,-8-2 0-15,14 3 0 0,-14-3 0 16,9 2 0-16,-9-2-159 0,5 5-194 15,-5-5-86-15,0 7-107 0,0-7-163 0,-3 8-146 16,3-8 71-16,-6 12-694 0,6-12-926 16</inkml:trace>
  <inkml:trace contextRef="#ctx0" brushRef="#br0" timeOffset="-191564.78">32766 14587 4465 0,'-12'-4'131'0,"1"-1"-10"0,5 3-1 0,6 2 12 0,-7-6 21 0,7 6 20 0,0 0 16 0,0 0-16 0,0 0-11 15,0 0-23-15,23-8-16 0,0 8-7 16,4 2-15-16,7 4-16 0,0 2-10 0,-7 5-5 15,-5 9 6-15,-6 5 22 16,-9 7 27-16,-7 9 27 0,-7 10 26 0,-6 3 28 16,-5 2 24-16,-3 1 13 0,-1 1 14 15,-1 0-159-15,-2-1-98 0,5-3 0 16,2-1 0-16,0-5 0 0,3-6 0 0,3-9 0 16,1-4 0-16,4-8 0 0,-1-4 0 15,2-3 0-15,1-3 0 0,1-2 0 0,-2 1 0 16,1-4 0-16,-5 2 0 0,-3-4 0 15,-3-1 0-15,-3 0 0 0,0-3 0 0,-4-2 0 16,-4-5 0-16,-9-2-179 0,2 0-874 16,3-5 100-16,8 4-1090 0,7 2-1456 15</inkml:trace>
  <inkml:trace contextRef="#ctx0" brushRef="#br0" timeOffset="-163389.7">2155 15632 356 0,'0'0'166'0,"0"0"-50"0,0 0-22 0,-8-1-31 0,8 1 1 16,0 0 2-16,0 0-2 0,0 0-8 16,0 0 1-16,0 0-8 0,-15 5 0 15,15-5-3-15,0 0 2 0,-6 5 0 0,6-5 7 16,0 0 10-16,0 0 9 0,0 0 13 16,-2 5 8-16,2-5 7 0,0 0 5 0,0 0 3 15,0 0 6-15,0 0-1 0,0 0-1 16,0 0-7-16,0 0-4 0,-13 4-6 15,13-4 4-15,0 0-1 0,0 0-8 16,0 0 4-16,0 0 0 0,0 0 1 16,0 0 4-16,0 0 1 0,0 0 9 0,0 0 4 0,0 0-1 15,0 0 11-15,0 0 2 16,0 0-1-16,0 0 2 0,0 0 1 16,0 0-2-16,0 0-4 0,0 0-6 0,0 0-5 15,0 0-4-15,0 0-6 0,0 0-3 16,0 0-4-16,0 0-8 0,0 0-8 0,0 0-9 15,0 0-4-15,0 0-16 0,0 0-13 16,0 0-6-16,-6 6-4 0,6-6 0 16,6 10-3-16,-4 1-2 0,2-1 0 15,-2 3-2-15,3-1 0 0,-1 5-4 16,0-5-3-16,3 5 2 0,-2-5-1 0,-2 5-5 16,1-5 1-16,0-2-1 0,1 2 2 15,-3-3-2-15,2 1 4 0,-2-3 7 0,2-1 11 16,-4-6 9-16,2 13 6 0,0-10 7 15,-2-3 8-15,2 8 4 0,-2-8 7 16,0 0 1-16,2 9 1 0,-2-9-7 0,0 0-8 16,0 0-4-16,0 0-13 0,2 5-27 15,-2-5-32-15,0 0-35 0,0 0-45 16,0 0-52-16,0 0-60 0,0 0-83 0,0 0-97 16,0 0-141-16,0 0-225 0,0 0 32 15,0 0 86-15,0 0-369 0,0 0-480 0</inkml:trace>
  <inkml:trace contextRef="#ctx0" brushRef="#br0" timeOffset="-162436.08">4294 15884 3096 0,'-9'-7'174'0,"6"2"-8"0,-1-1-13 0,4 6-1 0,0-13 26 0,0 13 4 15,5-12 1-15,1 7-10 0,2-1-18 0,1-1-17 16,1 2-11-16,2 0-16 16,-1 3-11-16,2 0-11 0,-13 2-9 0,28 2 1 15,-16 0-20-15,1 4-5 0,1 3-4 16,-5-1 1-16,-1 3-8 0,-3 1-3 0,-3-1-3 16,-2 3 3-16,-2 4 15 0,-3 3 8 15,-1-3 22-15,-1 1 1 0,0-2 16 0,0-1 9 16,1-5 10-16,3 1 8 0,-1-3 12 15,0 0 21-15,1-2 17 0,1 1 15 16,2-8 3-16,-3 10-3 0,3-10-4 16,5 9-4-16,-5-9-14 0,9 7-112 0,-2-4-62 15,4 1 0-15,-11-4 0 0,25 1 0 16,-11 1 0-16,1-2 0 0,1 0 0 16,-2 0 0-16,-14 0 0 0,29-2 0 0,-15 2 0 15,-14 0 0-15,20 2 0 0,-20-2 0 16,18-2 0-16,-18 2 0 0,13 0 0 0,-13 0 0 15,0 0 0-15,17 0 0 0,-17 0 0 16,6-1 0-16,-6 1-68 0,0 0-382 0,0 0-102 16,14 1-152-16,-14-1-205 0,0 0 86 15,5 5 87-15,-5-5-607 0,8 7-799 16</inkml:trace>
  <inkml:trace contextRef="#ctx0" brushRef="#br0" timeOffset="-161423.27">6867 15716 3612 0,'0'0'-26'0,"-1"-12"18"0,1 12 12 0,1-11 4 0,-1 4 28 0,0 7 23 0,6-13 14 16,0 9 7-16,0-3-9 0,-1 1-10 15,3 2-5-15,2-2-6 0,-1 2-8 16,-9 4-3-16,15-2-16 0,-15 2 17 16,19 0-1-16,-19 0-16 0,18 1 4 15,-18-1-5-15,13 5 12 0,-8-3 19 0,-5-2 25 16,11 8 16-16,-8-2 19 0,-1 1 7 16,-2-7-3-16,0 11 0 0,0-4-6 0,0-7-8 15,-2 13-9-15,2-13-4 0,-1 12-3 16,1-12-14-16,0 10-8 0,0-10-9 15,0 10-5-15,1-5-3 0,-1-5-3 0,4 12-3 16,2-7-2-16,-5 2-6 0,3 0-4 16,-4-7-5-16,9 10-2 0,-2-4-1 15,-2 2-5-15,-1-1 3 0,0-1-3 16,-1 0 8-16,-1 1 20 0,0-1 13 0,-2-6 20 16,4 14 11-16,-4-14 21 0,-4 12 13 15,0-5 4-15,-1 1 11 0,-1-4-5 0,-1 3-8 16,-3 0-13-16,2-2-10 0,-3 1-8 15,-3-4-14-15,3 2-37 0,-1-2-59 16,12-2-76-16,-20 0-85 0,20 0-99 0,-16 0-126 16,16 0-155-16,-11-4-195 0,11 4-60 15,-7-4 84-15,7 4-571 0,0 0-758 0</inkml:trace>
  <inkml:trace contextRef="#ctx0" brushRef="#br0" timeOffset="-160505.33">8868 15612 3562 0,'0'0'-15'0,"4"-11"15"0,-4 11 1 0,0 0 6 0,0 0 48 0,0 0 33 0,0 0 26 0,0 0 11 0,0 0 2 0,0 30 9 0,-2-19-7 16,2 3-7-16,0 0-5 0,0 3 2 15,0-4-11-15,2 2-6 0,-2-1-7 0,2-2-10 16,2 1-2-16,-2-1-2 15,-2-3 4-15,4 0 12 0,0 1 5 0,1-5 8 16,1 0-5-16,-1 0-6 0,-5-5-18 16,18 2-4-16,-18-2-6 0,19-4-11 0,-7-1 0 15,0-3-1-15,0 1-4 0,1-4-2 16,-1 3-2-16,-2-1 3 0,-3 4-6 0,0-2-4 16,2 4-12-16,-9 3-8 0,9-7 1 15,-9 7-5-15,0 0 0 0,0 0 3 16,15 12 1-16,-11-7-2 0,-2 4 9 0,2-2-3 15,-2 6 0-15,1-1 3 0,-1 2 1 16,2 1-6-16,2 1-1 0,-5-1 1 0,6-1-1 16,-2 0-8-16,-3-2 3 15,4-1 3-15,-3-2-11 0,-1 1 0 0,0-2-3 16,2-1-32-16,-4-7-43 0,5 8-53 16,-5-8-91-16,1 6-129 0,-1-6-155 0,0 0-183 15,0 0-104-15,0 0 79 0,0 0-548 16,0 0-712-16</inkml:trace>
  <inkml:trace contextRef="#ctx0" brushRef="#br0" timeOffset="-159390.09">11664 15538 3214 0,'0'0'-48'0,"-2"-12"55"0,2 12 31 0,-2-13 32 0,2 13 26 0,-3-8 18 16,3 8 12-16,-10-8 8 0,7 3-8 15,3 5-1-15,-16-5-12 0,16 5-9 0,-18 0-8 16,18 0-1-16,-22 5-6 0,8 2-7 15,0-1-2-15,-4 7-11 0,1-1-4 0,5 1-7 16,-1 1-4-16,1-1-1 0,1 0-11 16,8 0-5-16,-3-2 3 0,6-1-12 15,2 2 2-15,4-1-4 0,1-1 1 16,7 0-4-16,1 1-2 0,0 1 0 16,0-4-3-16,-1 1-4 0,-1-3-3 0,-2 0 1 15,-1 2 1-15,-1-3 4 0,-3 0 21 16,-1 0 22-16,-5-5 24 0,11 9 28 0,-11-9 23 15,3 7 9-15,-3-7 5 0,-2 7-1 16,2-7-8-16,-9 7-14 0,9-7-8 0,-14 8-12 16,5-5-12-16,-1-1-12 0,-1 0-16 15,-2 0-54-15,13-2-62 0,-23 1-69 16,14-1-82-16,-2 1-101 0,2 2-124 0,9-3-180 16,-11 1-187-16,11-1 82 15,0 0-563-15,0 0-734 0</inkml:trace>
  <inkml:trace contextRef="#ctx0" brushRef="#br0" timeOffset="-158889.43">12956 15492 3370 0,'0'0'-53'0,"0"-10"31"0,0 10 11 15,0 0 24-15,0 0 41 0,0 0 45 0,0 0 25 0,0 0 26 0,-19 22 9 16,10-7 7-16,-9 7-3 0,3 4 2 0,-2-2 1 16,2 2-6-16,-1-2-1 0,5-2-17 15,4-2-12-15,-1-3-10 0,4-1-11 16,0 0-11-16,4-3-9 0,0 0-6 16,2-1-5-16,2-2-8 0,1 0-4 15,6-1-9-15,0-3-3 0,-2 0-3 0,5-4-7 16,-3 1-5-16,1-1 1 0,-12-2-4 15,20 0 8-15,-20 0 12 0,21-2 26 0,-13-2 24 16,-8 4 5-16,10-7-11 0,-10 7 1 16,5-6-19-16,-5 6-7 0,0-9-7 0,0 9-20 15,0 0-42-15,-13-8-47 0,13 8-60 16,-17 1-75-16,17-1-105 0,-19 4-130 16,6-3-159-16,-1 6-238 0,5-1 76 15,-1 0 78-15,2 3-459 0,4-1-583 16</inkml:trace>
  <inkml:trace contextRef="#ctx0" brushRef="#br0" timeOffset="-158174.02">15370 15363 3168 0,'-14'-1'80'0,"4"1"33"0,-2 0 10 0,12 0 11 0,-11-2 11 0,11 2 8 0,0 0 10 15,-12-2 1-15,12 2-11 0,0 0-18 16,0 0-11-16,22-10-12 0,-9 6-11 16,-1 1-10-16,0-1-11 0,0 3-7 0,1-1-11 15,-1 2-9-15,-12 0-6 0,17 2-5 16,-8 3 2-16,1 2-1 0,-4 3 5 16,-2 1 3-16,-1 3 1 0,-1-2 0 0,0 5 3 15,0 0-1-15,0-2-3 0,-2-1-4 16,0 1-5-16,0-1-1 0,0-1-9 0,0-1-1 15,3 0-5-15,-3-3-1 16,0 1-4-16,1-1-7 0,-1 0-23 0,0-3-45 16,2 1-60-16,0-2-74 0,2 0-109 15,-4-5-128-15,7 4-158 0,-7-4-119 0,0 0 65 16,23-5-396-16,-12 1-506 0</inkml:trace>
  <inkml:trace contextRef="#ctx0" brushRef="#br0" timeOffset="-157441.11">17229 15122 2731 0,'0'0'-73'0,"0"0"37"0,0 0 28 0,0 0 22 0,0 0 19 0,0 23 23 15,-3-10 22-15,0 1 24 0,-5 6 9 0,-5 7 8 16,3 1-3-16,-1-6 6 0,4-3 2 16,1 0-7-16,0-1-3 0,2-1-8 0,2-2-15 15,0-3-9-15,2 2-4 0,2-4-3 16,0-1-6-16,4 1-5 0,-2-4-3 0,2 0 19 15,-2-1 33-15,-4-5 27 0,3 4 29 16,-3-4 18-16,0 0 13 0,0 0 14 0,0 0 5 16,-19-15-2-16,0 5 12 0,-9-3 7 15,-1-2-6-15,0 1-14 0,3-1-13 16,3 4-9-16,4 1-7 0,3 5-10 16,3-3-13-16,3 2-15 0,3 0-15 15,-1 1-12-15,3-1-57 0,5 6-65 0,-2-10 0 16,2 10 0-16,9-12 0 0,1 5 0 15,2 1 0-15,0 2-182 0,6 1-72 0,1-1-71 16,2 1-102-16,4-1-116 0,0 3-173 16,0-3-119-16,4 2 79 0,14 4-657 0,-15 0-863 15</inkml:trace>
  <inkml:trace contextRef="#ctx0" brushRef="#br0" timeOffset="-156456.52">19742 14926 3636 0,'8'-2'-103'0,"-8"2"45"0,6-5 36 0,-6 5 33 16,0 0 26-16,0 0 33 0,0 0 24 0,13-3 16 15,-13 3 10-15,5-4-4 0,-5 4-13 16,0 0-1-16,11-5-5 0,-6 2-11 0,-5 3-6 16,8-5-1-16,-5 1-2 0,-3 4 1 15,10-8 9-15,-6 3 2 0,0-2 5 16,-2 0 2-16,-2 0 3 0,1-1 0 0,-1-2 2 16,0 10-5-16,-3-17-8 0,-1 9-8 15,0-1-7-15,-2 2-9 0,-3 0-8 0,-1 4-9 16,-3-1-3-16,2 3 0 15,11 1-7-15,-25 1-5 0,12 3 0 0,-3 4-3 0,-1-2-5 16,3 4-3-16,0 3-3 16,3-1-5-16,2 0-1 0,4 1-1 0,-1 1 2 15,4-1 2-15,4 1-4 0,2 0-2 16,1-1 0-16,5 3-2 0,2 1 3 0,-3-5-2 16,4 2 1-16,3 0 2 0,-4-2-2 15,2-1 2-15,-3 0 2 0,1-2 6 0,-2 0 10 16,-1-2 9-16,-2 2 20 0,2-1 29 15,-8-2 34-15,3 0 27 0,2 3 25 0,-4-1 18 16,-2 0 15-16,-2 1 14 0,0 0 10 16,-6 0 4-16,-2 2-131 0,-1-3-103 15,-2 2 0-15,1-2 0 0,-1 0 0 16,-1-1 0-16,0-2 0 0,3-2 0 16,-3-1 0-16,1 1 0 0,-3-2 0 0,16-1 0 15,-21 3 0-15,21-3 0 0,-19 0 0 16,7 0 0-16,3 0 0 0,9 0 0 0,-15-3 0 15,15 3 0-15,-14 0 0 0,14 0-305 16,0 0-693-16,-11-2 39 0,11 2 103 0,0 0-869 16,0 0-1159-16</inkml:trace>
  <inkml:trace contextRef="#ctx0" brushRef="#br0" timeOffset="-155857.27">21497 14662 5019 0,'0'-7'-8'0,"0"7"20"0,2-7 4 0,-2 7-3 0,0 0-6 0,0 0 26 0,0 0 46 0,0 0 22 16,0 0 6-16,-2 35 1 0,-1-18-6 0,-1 3-3 16,0 2-6-16,1 1-6 0,-4 9-8 15,2-8-1-15,1-2-12 0,-2 1-6 0,3-2-7 16,-3-3-3-16,2-2-9 16,0-1-4-16,0-4-21 0,0-1-48 0,4-2-57 15,-1 1-70-15,1-6-108 0,0-3-125 16,0 0-129-16,7 5-155 0,-7-5-10 0,0 0 69 15,30-13-373-15,-12 2-465 0</inkml:trace>
  <inkml:trace contextRef="#ctx0" brushRef="#br0" timeOffset="-155573.35">21688 14833 2628 0,'0'0'30'16,"-13"-4"52"-16,13 4 44 0,0 0 24 15,0 0 18-15,-20 10 18 0,17-6 6 16,-3 6 6-16,2-2-6 0,1-1-7 0,1 1-11 15,0 0-12-15,2 3-8 0,2-2-6 16,0 0-4-16,3 0-9 0,3 2-10 16,0-4-11-16,1-2-9 0,0 0-6 15,5-3-13-15,-1 1-5 0,0-3-5 0,-13 0 3 16,25-1-8-16,-15-3 23 0,1 1 9 16,-1-3 5-16,-2 1 3 0,-2-3 11 0,-1-2-18 15,-1-3-16-15,-4 1-8 0,2-1-10 16,-4-1-11-16,-4 1-19 0,1 1-43 0,-6 0-47 15,0 4-60-15,2 5-71 0,-5 1-99 16,1 2-116-16,-8 5-162 0,0 3-217 0,-8 4 61 16,3 2 82-16,3 6-446 15,4 0-550-15</inkml:trace>
  <inkml:trace contextRef="#ctx0" brushRef="#br0" timeOffset="-154924.85">23217 14328 2879 0,'-2'-10'88'0,"2"10"52"0,-4-9 21 0,4 9 18 0,-5-9 2 0,5 9-17 16,0 0-9-16,0 0-4 16,0 0 38-16,0 0 5 0,0 0-11 0,-12 22-11 15,8-6-11-15,-2 1-16 0,1 4-17 16,-2 1-12-16,2 0-10 0,-3 0-11 0,3 1-11 15,-1-3-8-15,0 1-28 0,-2-2-48 16,3-3-63-16,1-2-71 0,1 1-88 0,1-2-84 16,-5-3-96-16,5-2-129 0,2 0-140 15,0-3 59-15,0-5-359 0,0 0-448 0</inkml:trace>
  <inkml:trace contextRef="#ctx0" brushRef="#br0" timeOffset="-154724.33">23341 14338 2620 0,'1'-9'73'0,"1"0"61"16,0 3 34-16,0 1 22 0,-2 5 6 16,2-8-12-16,-2 8-17 0,0 0-16 0,0 0 4 15,0 0-7-15,0 0-11 0,3 27-11 16,-4-12-15-16,1 1-10 0,0 5-8 0,0 0-9 16,0 1-8-16,-2 3-10 0,2-2-9 15,0-4-37-15,-2 0-47 0,2-2-48 0,0-2-67 16,0-2-66-16,0-1-67 0,0-2-93 15,0-2-141-15,-2-3-94 0,4 3 49 16,-2-8-227-16,0 7-270 0</inkml:trace>
  <inkml:trace contextRef="#ctx0" brushRef="#br0" timeOffset="-154175.33">24876 14334 2434 0,'3'-6'211'0,"-3"6"21"0,3-8 13 0,-3 8 2 0,0 0-14 0,0 0-24 16,0 0 7-16,0 0 24 0,0 0-2 0,0 0-17 15,-3 27-8-15,-4-10-34 16,4-1-20-16,-1 5-13 0,-4-2-19 0,5 2 0 15,-3-1-21-15,2 1-13 0,-2-6-13 16,2 2-52-16,-1-2-59 0,1 1-68 0,0-3-73 0,1-1-98 16,-4-2-83-16,5-3-117 15,-1 1-188-15,3-3 8 0,0-5 75 0,0 0-346 16,5 5-400-16</inkml:trace>
  <inkml:trace contextRef="#ctx0" brushRef="#br0" timeOffset="-153889.2">25044 14384 2593 0,'7'-7'57'0,"-1"2"39"0,0 2 36 16,-6 3 23-16,12-5 22 0,-12 5 8 0,0 0 14 15,0 0 11-15,19 12 14 16,-15-2 14-16,-2 0 15 0,-2 4 3 0,-2 1 46 16,-4 6 11-16,-2 1 14 0,-3 4 13 15,-2 1 6-15,1-5 0 0,4-4-9 0,-3-1-4 16,5-6-14-16,0 1-2 0,3 0-181 15,-1-5-136-15,4 2 0 0,0 0 0 0,4-2 0 16,5-2 0-16,1 0 0 0,3-2 0 16,3 1 0-16,-2-2 0 0,0-1 0 15,8-2 0-15,-2-1 0 0,-1 2 0 0,2-4 0 16,-8 3 0-16,0 1 0 0,-2-4 0 16,1 4-53-16,-12 0-677 0,13 0-151 15,-13 0-30-15,0 0 98 0,12 2-821 16,-12-2-1071-16</inkml:trace>
  <inkml:trace contextRef="#ctx0" brushRef="#br0" timeOffset="-153309.15">27092 14246 4414 0,'-2'-11'-11'0,"2"2"34"0,0 4 23 0,0 5 10 0,0-9 0 0,0 9-6 0,0 0 51 16,0 0 26-16,0 0 7 0,-13 29-8 0,6-10-15 15,0 2-11-15,-5 9-8 16,2 1-8-16,3-2-8 0,-3 0-10 0,2-6-9 15,5-2-22-15,-3 0-51 0,3-4-63 16,-2-2-77-16,-1 0-98 0,5-2-103 0,-1-1-123 16,2-4-186-16,0-1 26 0,2-1 78 15,-1-2-300-15,-1-4-345 0</inkml:trace>
  <inkml:trace contextRef="#ctx0" brushRef="#br0" timeOffset="-152924.78">27302 14142 2330 0,'6'-10'8'0,"-2"1"27"16,0 3 15-16,1 0 11 0,-5 6 8 15,10-3 6-15,-10 3 4 0,0 0-3 16,0 0-4-16,19 7-6 0,-15 0 3 0,-4-7 9 16,5 15 20-16,-3-5 4 0,-2 1 12 15,0 2 6-15,-4 3 3 0,-1 3 5 16,-3-2 1-16,3-1 2 0,-3-3-2 0,0 1-1 15,3-1-4-15,-1-3-6 0,2 1-10 16,0 0-5-16,0-2-5 0,2 0 11 0,2 2-4 16,2-4-1-16,0 5-10 0,4-2-10 15,0 3-7-15,1-1-4 0,3 2-11 16,0-2-4-16,-1 2 6 0,-2-4-3 16,4 0 8-16,-6 1 4 0,1-3 7 0,-3 1 10 15,1-3 4-15,0 0-1 0,-2 0 20 16,-2-6 16-16,-2 12 4 0,2-12-5 0,-8 13-9 15,5-9-13-15,-7 2-10 0,2-2-9 16,8-4-12-16,-20 4-48 0,4-2-70 0,3-2-77 16,-1-2-85-16,1 0-122 0,-1-2-145 15,2-4-217-15,0 4-109 0,0-2 86 16,9 4-600-16,3 2-770 0</inkml:trace>
  <inkml:trace contextRef="#ctx0" brushRef="#br0" timeOffset="-152341.66">28917 14372 3507 0,'2'-10'-20'0,"-2"10"37"16,0 0 17-16,0 0 42 0,0 0 58 0,0 0 42 0,0 0 18 0,0 0 3 15,0 0 3-15,-22 29-8 0,19-13-14 16,-5 0-20-16,2 3-14 0,-2 0-17 0,5 0-11 16,-3-2-10-16,3-2-11 0,-1-1-8 15,-1-1-14-15,3-2-30 0,1 0-50 16,-1-4-55-16,2 1-66 0,0-1-74 15,2-3-94-15,-2-4-106 0,8 8-107 0,-8-8-133 16,13 0 17-16,-13 0-382 0,23-8-483 16</inkml:trace>
  <inkml:trace contextRef="#ctx0" brushRef="#br0" timeOffset="-151975.83">29139 14420 2696 0,'0'0'52'0,"0"-8"52"15,0 8 41-15,0 0 36 0,0 0 31 16,0 0 22-16,0 0 5 0,0 0-4 0,0 0-14 15,-23 18-17-15,20-9-19 16,-3 0-15-16,2 1-17 0,3 0-15 0,-3 2-14 16,1-2-13-16,3 0-3 0,-2-1-18 15,4-1-8-15,-2 1-2 0,0-9-5 16,5 15-8-16,-2-11-8 0,3 1-7 0,-6-5-4 16,13 5-2-16,-13-5-3 0,17 0-6 15,-17 0-1-15,24-8 11 0,-13 2 16 0,3-2 27 16,-3 0 27-16,0 0 19 0,-3 3 17 15,-1-1-6-15,1 2-13 0,-8 4-17 0,9-7-15 16,-9 7-9-16,0 0 1 0,0 0-6 16,0 0-7-16,-2 24-5 0,-2-11-11 0,1-2-8 15,-1 1-6-15,0 3-3 0,-1-1-7 16,0 2-2-16,2-2-5 0,1-2-3 16,0 2-15-16,0-4-42 0,2-1-61 15,-4 1-54-15,2-2-59 0,4-1-78 16,-2 0-101-16,2 0-129 0,0-2-161 0,-2-5-175 15,4 9 76-15,-2-6-676 0,-2-3-895 16</inkml:trace>
  <inkml:trace contextRef="#ctx0" brushRef="#br0" timeOffset="-151392.18">30300 14007 3944 0,'5'-6'-36'0,"-1"2"27"0,-4 4 17 0,7-2 13 0,-7 2 58 15,0 0 30-15,1 13 31 0,-1-5 8 16,0 6-4-16,0 1-2 0,0 2-11 15,-1 1-8-15,-1 2-12 0,2-3-12 0,-2 2-10 16,-1-3-9-16,1 2-8 0,0-3-8 16,2 0-5-16,-1-3-28 0,-1-1-45 0,2-1-54 15,0-2-52-15,-2-1-61 0,2 0-72 16,0-7-75-16,2 7-81 0,-2-7-98 0,10 2-98 16,-10-2 29-16,16-9-270 15,-2 0-332-15</inkml:trace>
  <inkml:trace contextRef="#ctx0" brushRef="#br0" timeOffset="-151058.75">30635 13966 2297 0,'4'-8'33'0,"-2"0"32"0,-2 8 14 15,2-7 13-15,-2 7 10 0,0 0 15 0,0 0-12 16,0 0 9-16,-31 15 2 0,20-9 25 16,-2 9-10-16,-4 7-8 0,4-5-6 15,1 1-19-15,1-1-6 0,3 1-3 0,3-3-6 16,4 0-6-16,1 1-4 0,1-1-6 15,8-1-3-15,-2 3-6 0,4-2 6 0,3 1 4 16,-1-1 15-16,-1 1 19 16,-1-2 13-16,-2-3 25 0,3-1 23 0,-4 2 22 15,-3-5 20-15,1 1 23 0,0 0 7 16,-2-3 0-16,-2 0 0 0,-2-5-12 0,5 9-12 16,-5-9 1-16,-1 10-3 0,1-10-12 15,0 0-19-15,-6 10-16 0,0-6-16 0,6-4-15 16,-13 5-14-16,13-5-103 0,-22 2-14 15,13-2 0-15,9 0 0 0,-21-2-113 16,12 2-144-16,9 0-97 0,-23 0-126 0,12-1-175 16,-2-1-235-16,13 2 85 15,-11 0 86-15,11 0-614 0,0 0-788 0</inkml:trace>
  <inkml:trace contextRef="#ctx0" brushRef="#br0" timeOffset="-150492.66">32694 13658 3848 0,'1'-10'-6'0,"1"2"76"0,0 1 56 0,-2 7 32 0,0-8 8 0,0 8-8 0,0 0-22 15,0 0 23-15,0 0 32 0,0 0 12 16,-17 29-9-16,5-4-8 0,0 4-3 0,-4 4-11 15,1 0-11-15,-1 2-24 0,-2 5-14 16,2-4-13-16,3-4-12 0,-1-1-1 0,1-2-17 16,8-6-5-16,-3-7-13 15,2 1 3-15,0-3-11 0,1-2-10 0,1 0-50 16,2-4-67-16,1 1-54 0,-1-1-55 16,2-8-79-16,2 9-85 0,3-7-84 15,-5-2-93-15,20 0-121 0,-2-6-77 0,3 1 61 16,10-5-387-16,7-4-519 0</inkml:trace>
  <inkml:trace contextRef="#ctx0" brushRef="#br0" timeOffset="-150209.77">32955 13894 2988 0,'4'-9'101'0,"-1"4"60"15,-3 5 40-15,2-9 29 0,-2 9 16 0,0 0 18 16,0 0 14-16,0 0 17 0,0 0-4 16,-32 5-6-16,12 6-4 0,-5 2-8 0,0 4-13 15,-2 5-22-15,2 1-7 16,0 2-6-16,2 2-17 0,4-3-19 0,0 2-15 0,6-8-18 15,3 0-13-15,4-3-11 16,1-1 1-16,-1 1-9 0,4-1-40 0,2-4-84 16,4-1 0-16,2 1 0 0,-1-3 0 15,3 1 0-15,0-2 0 0,-3-2 0 16,-5-4 0-16,13 4 0 0,-13-4 0 0,0 0 0 16,0 0 0-16,23-8 0 0,-17 2 0 15,-2-2 0-15,-1-3 0 0,2 5 0 0,-3-1 0 16,-2 7 0-16,-4-14 0 0,0 9 0 15,-4 1-466-15,-3-1-520 0,11 5 48 0,-25 7 88 16,-2 7-834-16,-1 10-1119 0</inkml:trace>
  <inkml:trace contextRef="#ctx0" brushRef="#br0" timeOffset="-134763.39">688 15979 1302 0,'-2'-13'371'0,"2"13"-50"0,-2-6-34 0,2 6-20 0,-5-8 8 0,5 8-9 0,-3-11-8 16,3 11-7-16,-4-12 13 15,2 8-2-15,2 4-2 0,0-12-3 0,0 12 3 16,-2-8-13-16,2 8-13 0,-1-7-22 15,1 7-14-15,0 0-20 0,-4-8-21 16,4 8-13-16,0 0-17 0,0 0 13 0,0 0-13 16,0 0 16-16,16 29 7 0,-7-11-6 15,2-1 2-15,2 12-6 0,1 0-14 0,0 0-5 16,2 2-1-16,1-2-9 0,0-2-13 16,-1-2-6-16,-1-1-9 0,-4-3-31 15,-1-6-52-15,-1-1 0 0,-1-1 0 0,-3-3 0 16,2-2 0-16,-2 0 0 15,-1-2 0-15,0 1 0 0,-4-7 0 0,5 10 0 16,-1-6 0-16,-4-4 0 0,6 7 0 16,-6-7 0-16,0 0 0 0,0 0 0 15,0 0 0-15,0 0 0 0,0 0 0 0,0 0-155 16,0 0-280-16,0 0-104 0,0 0-127 16,-14-17-231-16,14 17 50 0,-1-11 98 0,1 11-579 15,-2-12-783-15</inkml:trace>
  <inkml:trace contextRef="#ctx0" brushRef="#br0" timeOffset="-134194.92">986 15890 3423 0,'0'0'-83'0,"-15"-4"47"0,15 4 38 0,-7-5 31 0,7 5 44 0,0 0 32 0,-7-9 17 0,7 9 2 0,-3-10-6 0,3 10-10 15,0-12-12-15,3 5-9 16,0 0-8-16,3-1-7 0,3 3-9 15,-2-2-8-15,4 2-4 0,2-1-8 0,-1 2-3 16,-1 2-7-16,0 0 0 0,-11 2 1 16,23 0-7-16,-12 4 30 0,1-1 17 0,-1 2 13 15,-2-1 11-15,1 2 8 0,-2 3 4 16,-3-1-2-16,1 4-4 16,2 1 4-16,-6-2 4 0,2 0 5 0,-2 2-7 15,-1-1-4-15,1-1-10 0,0-1-13 16,0-2-4-16,2-1-4 0,-1 1-16 0,-1 0-1 15,3-2-5-15,0-1-7 0,1 5 7 16,1-4-15-16,5 2-4 0,-1 0-1 16,0-1-3-16,3 1-7 0,-1-1-1 0,1 0-3 15,-3-1-7-15,0 1 4 0,0 1-12 16,-4-2 6-16,0 1 14 0,2 0 12 0,-6 0 11 16,1 0 15-16,-2 0 3 0,-2 1 0 15,0-8-4-15,-4 16-9 0,0-10-8 16,-2 1-4-16,0 0-35 0,-1 0-71 0,-2 0-82 15,-3-2-84-15,-1 0-101 0,-1 2-86 16,1 0-100-16,-3 1-167 0,2 2-136 16,0-2 82-16,3 1-511 0,3-3-708 15</inkml:trace>
  <inkml:trace contextRef="#ctx0" brushRef="#br0" timeOffset="-133495.02">607 15590 3175 0,'-28'6'-177'0,"-5"5"32"0,-1 1 29 0,2 3 34 0,-2 1 35 0,3 0 32 16,-8 9 22-16,5 4 9 0,7-5 16 15,-5 8 10-15,3 5 27 0,7 5 15 0,3 1 5 16,4 7 20-16,3 0 5 0,7 3 6 15,3 3 5-15,7 6 13 0,4 2 13 16,5-2-15-16,8 1-7 0,2-3 6 16,6-4-8-16,7-3 3 0,12 9-8 15,-3-19 9-15,17 5-11 0,-9-15-9 0,2-8-9 16,7-4-9-16,2-7-8 0,6-8-4 16,2-6-6-16,2-6-8 0,-1-2-4 15,-3-4-7-15,-4-1-6 0,-1-6-4 0,-5 2-6 16,-3-5-3-16,-7-2-6 0,0-5 2 15,-5-1-2-15,-4-5-3 0,-4-4 11 16,-1 0 14-16,-5-2 13 0,-3 0 20 0,-5-4 1 16,-1 2 9-16,-6-1 11 15,0-1 13-15,-7 9 8 0,0-2 0 0,-5 3 3 16,1-1 18-16,-5 7 9 0,-1 3-4 16,0 0-4-16,-3 0-5 0,-1 3 2 0,-1 0-8 15,-7-8-7-15,-1 3-7 0,-4-1-22 16,-1 1-103-16,-5 3 0 0,-7-5 0 15,-3 2 0-15,-6-2 0 0,-6 1 0 0,-4 0 0 16,-2 4 0-16,-7-2 0 0,-1 4 0 16,0 3 0-16,0 7 0 0,-2 7 0 0,8 6 0 15,-9 10 0-15,-2 7 0 0,1 4 0 16,0 8 0-16,-11 10 0 0,4 8 0 16,1 0 0-16,10 7-301 0,12-10-97 15,0-1-60-15,-2 15-60 0,14-12-105 16,3-2-204-16,10 1 31 0,2-4 69 0,3-4-478 15,9-3-669-15</inkml:trace>
  <inkml:trace contextRef="#ctx0" brushRef="#br0" timeOffset="-131396.05">5298 16099 3067 0,'0'0'-57'0,"-12"3"51"0,12-3 29 0,0 0 29 0,-13 2 36 0,13-2 27 0,-9 3 40 0,9-3 30 16,-9 4 21-16,9-4 12 0,0 0 1 0,-11 7 1 15,11-7-7-15,-5 3-7 0,5-3-15 16,0 0-10-16,-7 7-12 0,7-7 3 0,0 0 3 16,0 0-3-16,18 8-12 15,-18-8-18-15,23-5-10 0,-7 2-11 0,2-2-12 16,-1 0-11-16,4-4-12 0,-2 1-2 15,0-1-6-15,-2 0-8 0,-2 1-10 0,-3 1-4 16,-3 2-4-16,2 0-6 0,-4 1 0 16,-7 4 1-16,11-7-7 0,-11 7-13 15,9-6-18-15,-9 6-41 0,10-4-59 0,-10 4-59 16,0 0-82-16,8-5-107 16,-8 5-109-16,3-5-129 0,-3 5-187 0,6-7 6 15,-2 3 91-15,2 0-479 0,0-2-613 16</inkml:trace>
  <inkml:trace contextRef="#ctx0" brushRef="#br0" timeOffset="-130947.91">5678 15812 2999 0,'0'-10'-49'0,"0"10"16"15,6-10 2-15,-1 6 7 0,-5 4 5 16,11-10 3-16,-6 7 4 0,-5 3 3 16,13-7 5-16,-13 7 0 0,14-2 7 15,-14 2 7-15,0 0 14 0,18 7 19 0,-13-2 29 16,-1 1 25-16,-1 4 16 0,-3 0 28 16,2-1 31-16,-2 6 19 0,0-2 10 0,-2 5 2 15,2-5 2-15,0-1-8 0,0 2-14 16,0-4-16-16,2-1-8 0,0 1-12 15,2 0-2-15,1-3-5 0,-1 3-5 0,4-2-14 16,2-1-11-16,-1-3-13 16,3 4-8-16,-1 0-11 0,2 1-7 0,-1-3-9 15,-1 2-4-15,3 0-5 0,-5 1-11 0,0-4 0 16,2 2-5-16,-4-1-2 0,-2 1 9 16,1 2 30-16,-1-4 24 0,-3 3 14 15,-2-1 7-15,0-7 8 0,-2 16-8 0,-1-11-12 16,-3 3-14-16,1-2-5 0,-3-1-7 15,-2 0-49-15,-1-2-77 0,0 2-82 16,-5-3-90-16,2 1-88 0,-4 1-124 0,0-1-140 16,2 1-245-16,0-3 41 15,3 3 87-15,2 0-528 0,1 0-678 0</inkml:trace>
  <inkml:trace contextRef="#ctx0" brushRef="#br0" timeOffset="-130347.28">5567 15596 3226 0,'-20'-5'-83'0,"3"2"20"0,0 1 11 0,-1 0 20 0,4 4 23 0,-2-2 26 0,-3 2 24 16,-2 0 17-16,-4 4 16 0,-7 3 19 15,-2-1 19-15,1 6 20 0,1 0 12 16,0 3 14-16,-2 4 12 0,-2 2 6 16,6 0 1-16,3 1 2 0,-1 9 1 15,5-4-9-15,6 1-5 0,4 6-3 0,3 0-5 16,6 3-11-16,2 0-4 0,6 2-7 15,4-3-5-15,3-1 0 0,6 8 5 0,6-6 0 16,6 1 8-16,3-5-5 0,11-3-12 16,-4-6-11-16,8-5-7 0,5-5-14 15,5 0-8-15,-1-8-7 0,-9-5-9 16,3 1-6-16,0-4-8 0,-3-4-13 0,1 1-10 16,-3-4-15-16,-1 1-5 0,-4-3-4 15,0-3 1-15,-1-2 0 0,-7-1-7 16,0 0-4-16,-1-6 4 0,-2-1 1 0,-5-5-1 15,0 3 3-15,0-5-4 0,-5-2 4 16,1-6 0-16,-4 1 5 0,-5 0 7 0,-1-2 11 16,-2-2 18-16,-5-1 18 15,-3-1 21-15,-5-3 14 0,-4-6 6 0,-9 1 0 0,-7 0-83 16,-4 7-24-16,-1 7 0 0,-4 5 0 16,-6 11 0-16,2 8 0 0,-3 8 0 0,-6 10 0 15,-14 6 0-15,-3 11 0 16,-2 3 0-16,-10 12 0 0,2 3-143 0,1 2-338 15,5 3-161-15,16-9-221 0,2-2-9 16,5 3 93-16,7-4-721 0,4 0-947 16</inkml:trace>
  <inkml:trace contextRef="#ctx0" brushRef="#br0" timeOffset="-125115.7">573 3931 3278 0,'2'-5'127'0,"-2"5"63"0,4-12 11 0,-4 12-27 16,0 0-25-16,2-7-36 0,-2 7-24 0,0 0-9 15,0 0 34-15,0 0 26 0,12 21 27 16,-5 1 34-16,2 12 20 0,5 12-1 15,-1 5-2-15,6 2 10 0,-2 4 18 16,-1-3-21-16,0 4-11 0,4-2-3 16,-5-5-16-16,0-1-19 0,-2-6-18 0,-3-7-14 15,0-2-11-15,-3-2-15 0,0-7-12 16,-2-7-23-16,-3-5-11 0,3 2-35 16,-3-5-40-16,-2 0-56 0,4-4-76 0,-4-2-100 15,0-5-127-15,0 0-131 0,0 0-132 16,0 0-214-16,0 0 37 0,-2-27 90 0,2 7-568 15,0-3-739-15</inkml:trace>
  <inkml:trace contextRef="#ctx0" brushRef="#br0" timeOffset="-124381.86">821 3843 3745 0,'0'0'10'0,"-20"-1"19"0,20 1 23 15,-11-1 24-15,11 1 19 16,0 0 25-16,0 0 4 0,0 0-1 0,0 0-8 0,0 0-14 16,-11-2-15-16,11 2-4 15,0 0-2-15,0 0-11 0,49-14-8 0,3-1-4 16,14-4 1-16,28-10-12 0,15-3-3 0,5-7-9 15,2 3-25-15,-2-5-26 16,-1 0-25-16,-7 3-24 0,0-1-2 0,-11-2 1 16,-9 11 5-16,-22 6 3 0,-3 4 11 15,-9 3-2-15,-12 5 4 0,-4 2 5 0,-9 1 11 16,-8 4 13-16,-2 3 31 0,-2-3 16 16,-2 3 15-16,-1 0 17 0,-12 2 14 15,24 4 5-15,-8-1 7 0,-1 8 8 0,8 6 25 16,0 5-8-16,0 5-7 0,4 10-10 15,-3 4-5-15,1 5 5 0,3 2 15 0,1 2 2 16,2-1-3-16,-1 1-11 16,1-1-3-16,-3-3-8 0,-3-4 3 0,0-2 8 15,-8-8-6-15,0-6 11 0,-6-3-11 16,-3-4 6-16,0-2 5 0,-2-3-7 16,-1-2 4-16,-1 1 0 0,-2-1 2 0,-2 0 11 15,-2-2-3-15,-2 1-4 0,-7 1-10 16,-5 0-7-16,-14 5-12 0,-12 4-7 0,-8-3-11 15,-12 2-16-15,-22 11-44 0,-10 1 0 16,-3 1 0-16,2 3 0 0,-2-1 0 16,2 1 0-16,4 0 0 0,1 2 0 0,2-3 0 15,6 2 0-15,8-2 0 0,13-8 0 16,7-2 0-16,3-1 0 0,7-1 0 16,12-6 0-16,1 1 0 0,3-2 0 0,3-2 0 15,4-2 0-15,6-2 0 0,1-2 0 16,5-3 0-16,1 1 0 0,-2 0 0 15,5-2 0-15,-3 0 0 0,3-1 0 0,-2 0 0 16,7-3 0-16,-9 3 0 0,9-3 0 16,-6 6 0-16,6-6 0 0,-7 3 0 15,7-3 0-15,-10 4 0 0,10-4 0 0,-9 1 0 16,9-1 0-16,-8 4-112 0,8-4-186 16,0 0-103-16,0 0-131 0,0 0-164 0,-14-12-179 15,13 3 77-15,1 1-725 16,1-8-969-16</inkml:trace>
  <inkml:trace contextRef="#ctx0" brushRef="#br0" timeOffset="-123849.56">1429 3785 3899 0,'0'0'-91'0,"-8"-10"68"0,6 6 59 0,2 4 39 16,-5-6 37-16,5 6 33 0,0 0 29 0,-7-6 13 0,7 6 6 0,0 0-6 0,-5-7-9 0,5 7-12 16,0 0-10-16,0 0-13 0,-2-7-14 0,2 7-13 15,0 0 23-15,0 0 23 0,0 0-8 16,19 29-14-16,-6-11-1 0,3 13 18 16,-1 4 8-16,10 9-5 0,-4 4 2 15,1 5 18-15,3-2 13 0,-2-5 3 16,2-3-5-16,-2 3 6 0,-2-7-123 0,-6-8-74 15,0-2 0-15,1-4 0 0,-7-4 0 16,0-7 0-16,0 0 0 0,-2-2 0 0,-3-2 0 16,1-1 0-16,-1-2 0 0,1-1 0 15,-2 1 0-15,-3-7 0 0,6 11 0 16,-4-6 0-16,-2-5 0 0,3 6 0 0,-3-6 0 16,0 0 0-16,4 7 0 15,-4-7 0-15,0 0 0 0,0 0 0 0,0 0 0 0,0 0 0 16,0 0-638-16,0 0-372 15,0 0 82-15,0 0 103 0,0 0-804 0,0 0-1068 16</inkml:trace>
  <inkml:trace contextRef="#ctx0" brushRef="#br0" timeOffset="-122883.42">1262 3578 4150 0,'-9'-8'-125'0,"2"-2"67"0,-1 4 45 0,3-2 38 0,-2 1 43 16,0-2 39-16,1 0 25 0,1 0 9 0,-1-3 13 16,0 3 3-16,0 1 6 0,3-4 0 15,-3 4 10-15,4 1 5 0,-1-1 0 16,1 2-6-16,2 6-8 0,-7-12-9 0,7 12-9 16,-2-10-11-16,2 10-1 0,-3-7-15 15,3 7-11-15,0 0-9 0,-4-10-14 0,4 10-8 16,0 0-3-16,-2-5-5 0,2 5-10 15,0 0 3-15,0 0 35 0,0 0 2 16,0 0-5-16,20 20-9 0,-13-11-10 16,4 2-3-16,1 4-7 0,6 5-11 15,2 3-1-15,-1 2-2 0,0 2-4 0,6 10 5 16,3 1 41-16,-3-1-90 0,2-1-3 16,-7-7 0-16,5 5 0 0,-5-2 0 0,5 6 0 15,-3-1 0-15,-3-4 0 0,4 3 0 16,2 0 0-16,-1 3 0 0,-1-10 0 15,2 7 0-15,2 1 0 0,-6-10 0 0,7 7 0 16,-3 0 0-16,-4-6 0 0,2-2 0 16,-2-1 0-16,0 2 0 0,-2-1 0 0,2-1 0 15,-2 0 0-15,2-1 0 16,-4 2 0-16,2-4 0 0,-1 2 0 0,0-2 0 16,-4-4 0-16,-1-1 0 0,-2-4 0 15,0-1 0-15,-2 1 0 0,-2-3 0 16,-1-1 0-16,2-1 0 0,-4-2 0 0,1 0 0 15,-5-6 0-15,9 9 0 0,-9-9 0 16,2 8 0-16,-2-8 0 0,5 6 0 0,-5-6 0 16,4 4 0-16,-4-4 0 0,0 0 0 15,5 8 0-15,-5-8 0 0,0 0 0 0,0 0 0 16,2 3 0-16,-2-3 0 0,0 0 0 16,0 0 0-16,0 0 0 0,0 0-215 0,0 0-837 15,0 0 101-15,-34-11-1080 0,20 7-1447 16</inkml:trace>
  <inkml:trace contextRef="#ctx0" brushRef="#br0" timeOffset="-122183.64">1097 3530 5003 0,'0'0'-295'0,"7"-5"68"0,-7 5 53 0,0 0 50 0,7-7 38 16,-7 7 38-16,0 0 46 0,5-5 43 15,-5 5 25-15,0 0 29 0,0 0 21 16,0 0 12-16,0 0 13 0,2-8 12 15,-2 8 5-15,0 0 2 0,0 0 0 0,0 0 2 16,0 0-6-16,0 0-7 0,0 0-12 16,0 0-1-16,-42 13-3 0,21-4 7 15,-9 7-7-15,-2 1-7 0,-1 0-13 0,-2-1-11 16,3 3-4-16,1-5-14 0,1 1 10 16,11-4-11-16,-2-1-1 0,6-2-14 0,3-2 0 15,1-1-8-15,2 1-2 0,-1-4-8 16,2 2-6-16,8-4-2 0,-12 6-9 15,12-6-33-15,-11 4-42 0,6-2-69 16,5-2-60-16,-8 4-60 0,8-4-77 16,-7 4-68-16,7-4-67 0,-5 4-61 0,5-4-144 15,-5 7-103-15,-1-4 63 0,6-3-449 16,-9 9-605-16</inkml:trace>
  <inkml:trace contextRef="#ctx0" brushRef="#br0" timeOffset="-121833.72">665 3592 2979 0,'5'-7'-11'0,"-1"2"43"16,-4 5 26-16,5-7 24 0,-5 7 21 16,0 0 32-16,0 0 1 0,0 0 1 0,0 0 0 15,0 0 25-15,0 0 17 16,0 0 13-16,-11 31 0 0,4-17 4 15,1-2-11-15,-2 1-5 0,1 1-11 0,1-1-9 16,4-3-5-16,-3-1-5 0,1 1-18 16,-1-2-7-16,2-2 1 0,3-6-11 0,-6 11 5 15,6-11 1-15,-2 6-1 16,2-6-9-16,-3 9-12 0,3-9-12 0,0 0-11 16,0 0-1-16,3 11-13 0,-3-11-5 15,11 5-26-15,-11-5-56 0,16 4-49 16,-7-4-45-16,-9 0-35 0,14 6-56 0,-6-4-56 15,-8-2-41-15,13 4-30 0,-7 0-37 16,0 0-56-16,-3 1-104 0,-3-5-166 16,10 8 50-16,-9-2-365 0,3 1-491 0</inkml:trace>
  <inkml:trace contextRef="#ctx0" brushRef="#br0" timeOffset="-121230.59">989 4158 2638 0,'-5'-10'27'0,"3"5"61"0,2 5 37 0,0 0 34 0,-3-13 38 0,1 10 27 0,2 3 30 16,0 0 17-16,-4-9 4 0,4 9-4 0,0 0-12 16,-2-8-25-16,2 8-27 15,0 0-20-15,0 0-23 0,0 0-10 0,0 0-4 16,0 0-13-16,0 0-25 0,18 25-13 15,-11-11-4-15,3 3-1 0,-1 0-13 0,5 0-9 16,-5 3 1-16,3-4-2 0,-1 3-12 16,-2-4-7-16,1-1-4 0,-2-2 4 15,-3 1-11-15,1-5-4 0,-1 0 5 0,0-1-10 16,-1 0-4-16,-1-1-1 0,-3-6-7 16,6 10-20-16,-6-10-41 0,4 7-52 0,-2-4-51 15,-2-3-75-15,0 0-68 0,1 6-98 16,-1-6-110-16,0 0-129 0,0 0-129 15,0 0 63-15,0 0-475 0,0 0-631 0</inkml:trace>
  <inkml:trace contextRef="#ctx0" brushRef="#br0" timeOffset="-120065.84">1088 3999 2826 0,'0'0'-197'0,"0"0"60"0,0 0 36 0,0 0 29 0,0 0 28 15,0 0 25-15,0 0 24 0,0 0 21 16,0 0 16-16,0 0 13 0,0 0 5 15,0 0 14-15,0 0 8 0,0 0 6 0,0 0 18 16,0 0 11-16,0 0 10 0,0 0 6 16,0 0 5-16,0 0 18 0,0 0 5 15,0 0 0-15,0 0-4 0,0 0-9 16,0 0-20-16,0 0-10 0,0 0-12 16,0 0-12-16,15-15-10 0,-12 7-11 0,2 3-6 0,-5 5-8 15,13-11-9-15,-8 8-4 16,6-1-8-16,-4 0-7 0,4 0-10 0,-2 1-5 15,-9 3-5-15,23-1-2 0,-11 1-8 16,-12 0 6-16,22 2-5 0,-11 0 0 16,-2 2-6-16,-2 0 4 0,4 0 6 0,-4 1 16 15,-2 0 17-15,1 2 13 0,-1-1 15 16,-5-6 17-16,9 12 12 0,-5-8 16 0,-3 3 8 16,-1-7-1-16,6 10 3 0,-6-10-7 15,2 8-7-15,-2-8-3 0,3 9-7 16,-3-9-5-16,4 4-8 0,-4-4-13 15,4 5-13-15,-4-5 14 0,6 9-18 16,-2-3-1-16,2-1-8 0,-6-5-2 0,12 9-5 16,-3 4 0-16,0-5-10 0,-2 3 5 15,5-1 1-15,-4 0-5 0,1 0-4 0,-2-1-6 16,4-2 1-16,-6 1 17 0,1 1 19 16,-1 1 13-16,-1-1 20 0,-2 0 6 15,-2-1 7-15,0 0-3 0,-4 1-10 0,0 0-10 16,1-1-8-16,-5 0-10 0,3 0-34 15,-4-2-52-15,0-2-93 0,0 1-97 0,-3 1-110 16,3-2-110-16,-2-2-141 0,0 0-196 16,11-2-64-16,-11 6 91 0,6-6-623 15,5 0-820-15</inkml:trace>
  <inkml:trace contextRef="#ctx0" brushRef="#br0" timeOffset="-118382.8">1343 3485 3458 0,'0'0'-182'0,"0"0"39"0,0 0 31 0,0 0 29 0,0 0 20 0,0 0 27 16,0 0 21-16,0 0 19 0,0 0 13 16,0 0 13-16,0 0 10 0,0 0 14 15,0 0 18-15,0 0 18 0,0 0 12 0,0 0 18 16,0 0 15-16,0 0 10 0,0 0 6 16,0 0 8-16,0 0 4 0,0 0-4 15,0 0-1-15,0 0-8 0,0 0-5 16,0 0-5-16,0 0-2 0,0 0-8 15,0 0-4-15,0 0-1 0,0 0 0 0,0 0-2 16,0 0-4-16,0 0 4 0,0 0-6 16,0 0-6-16,0 0-7 0,0 0 4 0,0 0-5 15,0 0-8-15,0 0-7 0,0 0-12 16,0 0 1-16,0 0-9 0,0 0-8 16,0 0-6-16,0 0-3 0,10-17-10 0,-3 14 0 15,3-3 0-15,2 3-10 0,2-3 5 16,-1 2-8-16,3 0-11 0,3-2 1 0,-2 0 1 15,4 1-3-15,4-2 2 16,-3 2-6-16,3 1 8 0,0-2-10 16,0-1 0-16,0 2 13 0,-3 1-7 0,1-3 7 15,1-1 3-15,-3 3 3 0,1-2 1 16,-1 0 7-16,2 1 1 0,0-3 6 0,-6 4-13 16,2 0-7-16,-4-2-1 0,1 3-4 15,1-1-1-15,-2-1-2 0,0 1 2 16,1-1-3-16,-2 0-3 0,6-1 0 0,-1 0-1 15,2-2-3-15,-2 2 2 0,0-2-1 16,0 1-3-16,-2 0 5 0,2-3-4 0,0 1-2 16,-1-1 0-16,0 1-5 0,0-2 3 15,0 3-1-15,0-3-1 0,1 4 2 16,-6-1 1-16,0 3-4 0,1 0 0 16,-1-2 1-16,-1 3 0 0,-3 1-7 0,2 0 5 15,1 0-1-15,-4 0-3 0,1 3 3 16,-1-3 0-16,2 3-3 0,-10 1 7 15,14-4-5-15,-5 2-3 0,-9 2 7 0,11-2-2 16,-11 2-1-16,9-5 2 0,-9 5-5 16,0 0-6-16,12-1-1 0,-12 1-12 0,0 0-6 15,7-2-26-15,-7 2-24 0,0 0-36 16,0 0-48-16,0 0-54 0,0 0-81 16,0 0-90-16,0 0-97 0,0 0-186 15,0 0-124-15,-30-5 81 0,30 5-568 16,-18-2-743-16</inkml:trace>
  <inkml:trace contextRef="#ctx0" brushRef="#br0" timeOffset="-117651.23">2302 3028 3274 0,'-9'-5'-82'0,"9"5"51"0,-9-2 34 0,9 2 32 0,0 0 18 16,0 0 21-16,-11-5 30 0,11 5 9 0,0 0 13 15,0 0-1-15,0 0-6 0,0 0 0 16,0 0-3-16,-12-2 4 0,12 2-2 15,0 0-2-15,0 0 1 0,0 0-4 0,0 0 2 16,0 0 2-16,0 0 4 16,0 0 5-16,0 0-1 0,0 0 6 0,0 0-9 15,0 0-2-15,0 0-6 0,0 0-8 0,0 0-5 16,0 0-7-16,0 0-11 0,0 0-7 16,-9-5-12-16,9 5 1 0,0 0-9 15,0 0 0-15,0 0-13 0,0 0-2 16,0 0-1-16,0 0-5 0,0 0-6 0,0 0 0 15,0 0-1-15,0 0-7 0,0 0 2 16,0 0-5-16,0 0 7 0,0 0-9 0,0 0 8 16,0 0-9-16,0 0 17 15,0 0-18-15,0 0 17 0,0 0-3 0,0 0-4 16,0 0 3-16,0 0 4 0,0 0 1 0,-6-3 4 16,6 3 8-16,0 0-6 15,0 0-6-15,0 0-8 0,0 0 5 0,0 0 2 16,0 0 0-16,0 0-11 0,0 0 5 15,40 6-4-15,-26-6-3 0,2 2-3 0,2 0 2 16,-1 1-7-16,2-1 5 0,-1-2 1 16,-2 2-8-16,0-1 5 0,-1 3-6 15,-3-2-3-15,-1-1 1 0,-2 3 9 0,-9-4-8 16,14 5-4-16,-8-2 5 0,-6-3 20 16,5 14 34-16,-3-4 14 0,-6 4 6 0,2 5 4 15,-7 1 13-15,-1 9 0 0,1-7-50 16,1-2-48-16,3-5 0 0,-2-2 0 15,4 2 0-15,-1-1 0 0,0-4 0 16,2 0 0-16,-1 0 0 0,1-3 0 16,0 0 0-16,0 0 0 0,0-2 0 0,2-5 0 15,-6 8 0-15,6-8-105 0,-4 5-215 16,4-5-99-16,-2 7-106 0,2-7-134 0,-2 11-215 16,1-5 71-16,1-6 86 0,-4 11-565 15,2-3-741-15</inkml:trace>
  <inkml:trace contextRef="#ctx0" brushRef="#br0" timeOffset="-116918.16">1915 3957 3283 0,'0'0'-94'0,"0"0"52"0,-6 5 38 0,6-5 33 0,0 0 34 0,0 0 31 0,-4 8 33 15,4-8 21-15,0 0 18 0,0 0 9 16,0 0 5-16,0 0 3 0,0 0-4 0,-7 4-4 15,7-4-3-15,0 0-6 0,0 0-4 16,0 0 4-16,0 0-25 0,0 0-13 0,0 0-13 16,0 0-7-16,0 0-12 0,0 0-7 15,0 0-12-15,38-14-3 0,-23 9-8 16,-1 0-8-16,-2 0-4 0,2 1-7 16,-4 0-5-16,-3 0-5 0,-7 4-3 15,19-5-5-15,-13 2-3 0,-6 3-4 0,11-4-2 16,-11 4 0-16,0 0-7 0,12-5-8 15,-12 5-14-15,0 0-17 0,9-2-23 0,-9 2-26 16,0 0-29-16,9-2-35 0,-9 2-37 16,0 0-50-16,4-5-52 0,-4 5-56 15,0 0-73-15,0 0-108 0,0 0-179 0,0 0 60 16,0 0-374-16,0 0-483 0</inkml:trace>
  <inkml:trace contextRef="#ctx0" brushRef="#br0" timeOffset="-116267.04">2198 3738 2781 0,'-11'0'29'0,"11"0"38"0,-11 0 35 0,11 0 16 0,0 0 17 0,0 0 10 0,-12-6 7 0,12 6-4 16,0 0-4-16,2-10-10 0,-2 10-4 16,6-9-7-16,-2 5-5 0,0-2-5 15,1 2-4-15,3-2-3 0,-1 1-7 16,1 1-11-16,-2 1-4 0,-6 3-8 0,15-3-2 16,-15 3-6-16,15 2-7 0,-15-2-11 15,13 4 0-15,-4 3-1 0,-2-2-5 16,0 4 1-16,-1-1 0 0,-2 1-1 0,2 1-1 15,-2 0-4-15,0 3 4 0,-3-3-6 16,1 0-3-16,2 0-3 0,-2-3-3 16,0 1-6-16,-1 0 2 0,1-2-5 0,3 0 0 15,-3 1-3-15,3 0-1 0,-1-2 1 16,0 2-3-16,3 0-1 0,0-1-4 16,2 1 4-16,-2 0 0 0,2 2-1 0,2 0 1 15,-4-3-2-15,2 3 0 0,1 1 2 16,-2 0 12-16,-3 1 20 0,1-3 23 15,-1 2 5-15,-1-1 25 0,-4 1 17 16,3-3 12-16,-6 4 10 0,1-3 3 0,0 2 4 16,-3 1-11-16,-2-2-7 0,-1 0-11 15,-4 2-12-15,1-2-12 0,-3-3-14 0,3 0-38 16,-2 0-77-16,-3 0-82 0,5-1-87 16,-1-2-109-16,5 0-152 0,-2 1-195 15,1-2-184-15,-2 3 82 0,6 0-675 0,-1-1-890 16</inkml:trace>
  <inkml:trace contextRef="#ctx0" brushRef="#br0" timeOffset="-114316.14">1566 5298 3883 0,'0'0'-55'0,"0"0"48"0,0 0 41 0,0 0 44 0,0-12 39 15,0 12 32-15,0 0 28 0,0 0 20 16,0 0 14-16,0-8 10 0,0 8-6 16,0 0 3-16,0 0-13 0,0 0 3 15,0 0-2-15,0 0-4 0,0 0-14 0,0 0-13 16,0 0-14-16,0 0 14 0,0 0 4 15,0 0 4-15,24 25-9 0,-10-10-11 16,1 12-10-16,4-4-12 0,-6 4-11 0,5-2-20 16,-3 1-110-16,0-2 0 0,-4-4 0 15,1-8 0-15,-4 2 0 0,-1-5 0 0,-1 3 0 16,0-4 0-16,-2-1 0 0,3 1 0 16,-5-2 0-16,2 1 0 0,-4-7 0 0,5 8 0 15,-5-8 0-15,7 7 0 0,-7-7 0 16,4 7 0-16,-4-7 0 15,1 3 0-15,-1-3 0 0,0 0 0 0,0 0 0 0,0 0-185 16,0 0-280-16,0 0-90 16,0 0-126-16,0 0-184 0,-15-19 60 0,11 16 84 15,4 3-610-15,-4-10-788 0</inkml:trace>
  <inkml:trace contextRef="#ctx0" brushRef="#br0" timeOffset="-113968.3">1861 5337 3485 0,'4'-6'18'0,"-4"6"65"0,0 0 38 15,0 0 43-15,0 0 41 0,0 0 34 16,4 23 19-16,-2-11 8 0,2-4-23 0,0 1-15 16,-1 0-16-16,3 2-12 0,-1-5-2 15,2 3-4-15,0-1-11 0,2-2-13 0,1 0 1 16,0 0-20-16,1-4-9 0,1 1-8 15,-12-3-14-15,20-3-12 0,-8-1-11 16,1 0 5-16,-4 0 11 0,2-2 10 0,-2 2 4 16,-2-4 7-16,-1 1 4 0,-2-1-74 15,-2-1-64-15,0 0 0 0,-2 0 0 16,-2-4 0-16,-2 0 0 0,-2-3 0 16,-3 2 0-16,3 1 0 0,-4 3 0 0,-1-1 0 15,0 3 0-15,-1 3 0 0,1 1 0 16,0 6 0-16,-1 2-134 0,-1 2-343 0,-5 6-159 15,4 2-200-15,-4-2-31 0,3 2 86 16,-1 1-736-16,5 0-962 0</inkml:trace>
  <inkml:trace contextRef="#ctx0" brushRef="#br0" timeOffset="-112169.45">1099 5434 3907 0,'0'-6'-142'0,"0"6"51"0,-6-7 45 0,6 7 41 0,0 0 42 0,-2-10 37 16,2 10 38-16,0 0 24 0,-1-7 22 0,1 7 11 16,0 0 14-16,0 0 8 0,0 0 1 15,-2-9 1-15,2 9-5 0,0 0-14 16,0 0-15-16,0 0-9 0,0 0-22 15,0 0-14-15,0 0-11 0,0 0-4 16,0 0-8-16,18 53 0 0,-6-19 4 0,1 13 22 16,1 3 4-16,3-2 10 0,-2 0-14 15,-2-2-1-15,1-10-5 0,1-1-2 0,1-2-3 16,-2-1-4-16,4-3 5 0,-3-5-7 16,-1-3-5-16,-3-6-7 0,-2-3-8 15,1 0-3-15,-1-4-5 0,2 2-5 0,0-6-52 16,0-1-15-16,0-3 0 0,-11 0 0 15,27-4 0-15,-14-1 0 0,2-1 0 0,-1 0 0 16,-3-2 0-16,3 2 0 0,-3-3-98 16,-2 1-131-16,2-3-57 0,-6 1-65 15,2 2-63-15,-3-3-78 0,-4 3-109 16,2-2-163-16,-4 1 4 0,0 0 79 16,-3-1-515-16,-3-2-659 0</inkml:trace>
  <inkml:trace contextRef="#ctx0" brushRef="#br0" timeOffset="-111936.48">1088 5318 3623 0,'-6'-5'157'0,"6"5"23"0,-8-3 14 0,8 3 14 0,0 0 10 0,0 0 0 16,-6-7-20-16,6 7-20 0,0 0-20 0,6-12-19 15,0 4-17-15,0-1-48 0,3-1-59 16,5-2-78-16,-1-2-97 0,10-3-104 0,-1-4-113 16,-1 5-168-16,3-1-138 15,-1-1 59-15,-3 7-385 0,-1-1-484 0</inkml:trace>
  <inkml:trace contextRef="#ctx0" brushRef="#br0" timeOffset="-111486.33">1987 4894 2968 0,'-10'0'94'0,"10"0"18"0,0 0 2 0,-16-2 4 15,16 2 14-15,0 0-16 16,-5-6-15-16,5 6 2 0,0 0-13 0,0 0-12 16,12-14-20-16,-12 14-5 0,11-5 7 0,-11 5-8 15,22 4 11-15,-10 1 5 16,8 3 5-16,5 10-2 0,0 3 10 0,1 1 22 16,2 10 18-16,3 3 7 0,-3 1 6 15,-3-1 0-15,0 2-2 0,-2 2 9 0,2-2 7 16,-8-4 4-16,1-3-6 0,-4-3-9 15,0 0 7-15,-5-4-8 0,-1-6 4 0,-3-4-10 16,2 1-2-16,-2 1 1 0,-1-3-2 16,-2-3-7-16,0-1-7 0,0 6-12 15,-4-6-8-15,0 3-14 0,-4 3-6 0,-1-1-9 16,-5 2-26-16,3-5-41 16,-5 2-53-16,3-2-62 0,0-1-74 0,2 0-89 15,2-4-98-15,0 0-113 0,-1 0-137 16,2-3-167-16,6-2 68 0,-10 1-640 0,10-1-822 15</inkml:trace>
  <inkml:trace contextRef="#ctx0" brushRef="#br0" timeOffset="-109968.48">2596 5279 3431 0,'0'0'-120'0,"-9"-3"49"0,9 3 42 0,0 0 29 0,-5-5 24 0,5 5 30 15,0 0 28-15,0 0 27 0,-6-7 18 16,6 7 11-16,-4-4 14 0,4 4 2 0,0 0 7 16,0 0 1-16,0 0-3 0,0 0-5 15,0 0-8-15,0 0-11 0,0 0 3 0,0 0 9 16,0 0-4-16,13 21-11 0,-5-9-15 15,6 2-11-15,-3 1-9 0,8 9-5 16,1-2 3-16,-4-1 8 0,0-1-1 16,-5-5-4-16,0-1 3 0,-1-2-1 0,-4 1 0 15,1-3-2-15,-1 1-7 0,-3-5-3 16,2 3-10-16,-1-4-14 0,-4-5-4 16,7 9-15-16,-5-5-33 0,-2-4-46 0,0 0-44 15,2 8-54-15,-2-8-60 0,0 0-59 16,0 0-71-16,0 0-66 0,0 0-73 15,0 0-100-15,0 0-142 0,0 0 44 0,0 0-495 16,0 0-622-16</inkml:trace>
  <inkml:trace contextRef="#ctx0" brushRef="#br0" timeOffset="-109668.45">2919 5441 3242 0,'0'0'61'16,"0"0"41"-16,0 0 5 0,0 0 35 15,-4-15 20-15,4 15 8 0,0 0 16 16,11-5-11-16,-11 5-5 0,14 0 6 0,-14 0-6 16,0 0-4-16,25 7 0 0,-14-1-6 15,-2 1-4-15,0 1 2 0,-2 2-8 0,0 2-10 16,-1 1 1-16,2 2-4 0,-6-1-18 15,0-2-7-15,0 3-9 0,-2-3-14 16,0 0-17-16,0-3-41 0,0-1-51 16,-2 0-49-16,2-8-73 0,-2 13-90 15,0-10-94-15,2-3-99 0,0 0-91 0,0 0-124 16,0 0-56-16,-17-22 71 0,17 8-420 16,0-1-518-16</inkml:trace>
  <inkml:trace contextRef="#ctx0" brushRef="#br0" timeOffset="-109351.53">3039 5161 2834 0,'2'-11'89'0,"-2"2"64"0,2 0 37 0,-1 2 28 15,3-2 26-15,3 2 17 16,-4 1 21-16,5-2 16 0,-3 4 9 0,-5 4 3 0,12-9-4 16,-6 7 0-16,-6 2-16 0,15 0-3 15,-15 0-12-15,14 11-13 0,-7-1-13 16,-2 1-13-16,1 5-15 0,-2-2-15 15,0 3-14-15,0-3-17 0,-2 1-175 16,2-3 0-16,-1 1 0 0,-1-3 0 0,2 0 0 16,-1-1 0-16,1-3 0 0,1 0 0 15,-5-6 0-15,7 8 0 0,2-6 0 0,-9-2 0 16,16 2 0-16,-16-2 0 0,20-4 0 16,-8 1 0-16,-2-2 0 0,1 1 0 15,-1-3 0-15,3 1 0 0,-1 0-54 0,-1 0-430 16,0-3-86-16,-1-1-115 0,-1 0-179 15,-1-2 58-15,1 1 82 0,-1 1-638 0,-4 0-816 16</inkml:trace>
  <inkml:trace contextRef="#ctx0" brushRef="#br0" timeOffset="-109020.5">3254 4736 3942 0,'0'0'131'0,"-9"-5"44"15,9 5 26-15,0 0 16 0,0 0 11 0,-11-6 5 16,11 6-10-16,0 0-23 0,0 0-17 16,0 0-10-16,0 0-24 0,20-7-21 15,-6 6-5-15,-14 1-24 0,32 1-8 16,-13 3-8-16,2 1 0 0,2 4-12 16,4 4 0-16,-3 6 9 0,3 2 15 0,-4 2 17 15,0 3 10-15,-2 1 1 0,-2 2 6 16,-2 2 5-16,-2-2 6 0,3 5-16 15,-5-2-1-15,0 2-14 0,-1-3-13 0,-3 0-96 16,1-2 0-16,-3-4 0 0,-3-5 0 0,0-2 0 16,-2-1 0-16,-2-4 0 0,-2 1 0 15,-4 1-98-15,2 1-200 0,-8-1-106 16,1 0-118-16,-2-1-136 0,-6-4-197 16,1-1 72-16,0-4 72 0,-3 2-603 15,-2-2-770-15</inkml:trace>
  <inkml:trace contextRef="#ctx0" brushRef="#br0" timeOffset="-108587.45">2352 5434 3598 0,'3'-10'-28'0,"-3"4"26"0,2-3 28 0,-2 9 26 0,2-12 39 0,0 7 29 0,-2 5 33 0,2-9 21 16,-2 9 11-16,3-5-3 0,-3 5-8 15,0 0-13-15,0 0-8 0,0 0 21 16,0 0 16-16,0 0 15 0,25 29 4 0,-12-4 0 16,1 6-1-16,6 10 11 15,2 0 15-15,1 0 8 0,4 0-9 0,-1-2-8 16,2-6-23-16,-3-8-22 0,2 1-19 16,0-5-14-16,-1-2-33 0,-1-1-114 0,-4-6 0 15,-4-3 0-15,-1-1 0 0,-1-3 0 16,-4-2 0-16,3-1 0 0,-14-2 0 0,18-4-99 15,-18 4-227-15,12-6-109 0,-6-2-124 16,-4 2-152-16,-2-3-149 0,-6-1 91 16,0 0-738-16,-6-5-954 0</inkml:trace>
  <inkml:trace contextRef="#ctx0" brushRef="#br0" timeOffset="-108368.39">2338 5366 4589 0,'0'0'203'0,"0"0"29"0,0 0 32 16,-15 0 3-16,15 0-3 0,0 0-14 15,0 0-24-15,0 0-25 0,9-20-23 0,4 6-21 16,8-6-73-16,-1-1-104 16,0 1-109-16,3 3-112 0,4 0-129 0,-8 3-159 15,2 4-228-15,-4 1 19 0,-4 4 82 16,-1 5-526-16,-12 0-647 0</inkml:trace>
  <inkml:trace contextRef="#ctx0" brushRef="#br0" timeOffset="-106487.62">493 17420 650 0,'0'0'376'0,"0"-9"-103"0,0 9-90 0,0 0-68 0,0 0-3 0,0 0 10 0,0 0 3 16,12 20-4-16,-7-2 30 0,5 12 10 15,-1 3-6-15,3 1-1 0,-1-2 10 16,-2 1 10-16,3-4-4 0,-1 2 0 0,1-11-8 15,-2 0-11-15,-1-5-11 16,1 0-3-16,-1-2 3 0,0-3 0 0,-3-2 1 16,2-2-3-16,2-1-12 0,-10-5-6 15,12 7-12-15,-12-7-19 0,16-2-4 0,-16 2-10 16,0 0-19-16,23-9-29 0,-15 4-42 16,-3 0-48-16,1-2-69 0,-1-1-68 15,0 1-69-15,-1 0-63 0,-3-2-119 16,-1 1-194-16,0 8 35 0,0-17-238 0,-3 7-334 15</inkml:trace>
  <inkml:trace contextRef="#ctx0" brushRef="#br0" timeOffset="-106287.52">520 17394 2408 0,'0'0'88'0,"-17"0"33"15,17 0 24-15,0 0 25 0,-16 0 10 16,16 0 11-16,0 0-14 15,0 0-15-15,-5-7-18 0,5 7-15 0,2-13-14 16,-2 13-10-16,11-16-36 0,-3 3-52 16,3 1-61-16,-4 2-60 0,6 0-56 15,-2-1-56-15,-2 3-65 0,-2 1-127 0,3 0-162 16,-2 4 22-16,-8 3-95 0,15-2-140 16</inkml:trace>
  <inkml:trace contextRef="#ctx0" brushRef="#br0" timeOffset="-106003.93">798 17358 1969 0,'0'0'161'16,"0"0"21"-16,0 0 5 0,-4-10 1 15,4 10-5-15,0 0-9 0,0 0-16 0,0 0-20 16,0 0 8-16,0 0-2 0,0 0-6 15,0 0-15-15,30 21-5 0,-20-9-16 16,0 3-5-16,1 1-13 0,1-3-6 0,-1 3-6 16,-2-2-2-16,2 0-7 0,-4-2-11 15,0-2-6-15,-1-2-20 16,-1 1-40-16,0-2-52 0,-3-2-66 0,-2-5-57 0,5 9-75 16,-5-9-88-16,0 0-159 15,0 0-100-15,0 0 61 0,0 0-134 16,0 0-178-16</inkml:trace>
  <inkml:trace contextRef="#ctx0" brushRef="#br0" timeOffset="-105768.62">1101 17437 1891 0,'0'0'61'0,"0"0"26"0,0 0 6 0,0 0 11 16,0 0 15-16,0 0 15 0,23 12 7 15,-23-12-3-15,7 8-13 0,-3-3-4 16,2-1-10-16,-2 4-6 0,-4-8-6 16,6 12-4-16,-3-3-8 0,1-1-8 0,-2 1-9 15,0-1-6-15,0 1-9 0,-1-2-42 16,-1-7-48-16,-5 13-60 0,5-7-65 16,0-6-92-16,-9 6-132 0,9-6-161 0,0 0 14 15,0 0-78-15,0 0-108 0</inkml:trace>
  <inkml:trace contextRef="#ctx0" brushRef="#br0" timeOffset="-105537.92">1095 17229 1902 0,'-2'-7'166'16,"2"7"19"-16,-3-7-10 0,3 7 9 0,0 0-7 15,-2-7-5-15,2 7-21 0,0 0 1 16,0 0 5-16,0 0-2 0,0 0-16 15,30 24-13-15,-17-14-6 0,-1 4-16 0,3 2-9 16,-1-2-4-16,-3 1-18 0,2 0-35 16,-1 0-58-16,-5-4-52 0,2 1-38 15,0-1-43-15,-2 1-50 0,1-4-46 16,-5 1-82-16,1-5-153 0,-2 2-67 0,-2-6 52 16,0 0-76-16,0 0-76 0</inkml:trace>
  <inkml:trace contextRef="#ctx0" brushRef="#br0" timeOffset="-105252.68">1106 17111 1627 0,'-9'-5'75'0,"3"1"27"0,6 4 9 15,-9-6 12-15,9 6 4 0,0 0-5 0,0 0 15 16,0 0 0-16,0 0 15 16,0 0-1-16,0 0-2 0,0 0-30 0,22-5 0 15,-22 5-1-15,27 0 3 0,-9 3-6 0,0-1 5 16,5 6 3-16,0 0 15 15,4 5 5-15,0 7 0 0,0-1 9 0,-3 6 9 16,-3 3 8-16,6 8 5 0,-8-5-1 16,3 4-10-16,-6-6-7 0,-1 0-17 15,1 0-16-15,-3-2-7 0,-3-6-16 0,-1-5-9 16,-2-2-8-16,-3-3-27 0,4 1-51 16,-4-4-58-16,2 1-74 0,-3-4-83 15,-1 2-96-15,-2-7-88 0,-2 10-135 0,2-10-195 16,-9 9 66-16,4-6-407 0,5-3-538 15</inkml:trace>
  <inkml:trace contextRef="#ctx0" brushRef="#br0" timeOffset="-102921.95">4756 17842 2910 0,'-3'-8'-2'0,"3"8"35"15,0 0 20-15,-3-8 13 0,3 8 17 0,0 0 6 0,-4-9 3 0,4 9 15 16,0 0-27-16,0 0-6 0,0 0 8 0,0 0 17 15,0 0 26-15,0 0 10 0,31 27 9 16,-14-5 2-16,-2 4 7 0,3 1 10 16,-4 4 7-16,2-2 1 0,-3 2 2 0,-1-1 7 15,-1-4 6-15,1-4 11 16,-4-5-1-16,-1-3-6 0,-2-1-6 0,1-1-5 0,-1-1 0 16,-2-3-9-16,3-2-9 15,-2 0-12-15,-4-6-14 0,12 3-15 0,-12-3-12 16,16-1-15-16,-16 1-10 0,20-7-24 15,-11 4-39-15,2-1-44 0,-11 4-59 16,17-5-67-16,-9 2-63 0,-8 3-57 0,14-4-55 16,-14 4-32-16,9-3-30 0,-9 3-56 15,7-7-70-15,-5 3-132 0,-2 4-50 0,0-8 65 16,0 8-390-16,-2-12-496 0</inkml:trace>
  <inkml:trace contextRef="#ctx0" brushRef="#br0" timeOffset="-102688.02">4719 17846 2911 0,'-7'3'56'16,"7"-3"39"-16,-13 2 26 0,13-2 25 16,0 0 30-16,0 0 12 0,0 0-1 15,0 0-6-15,0 0-18 0,0 0-17 0,0 0-14 16,0 0-10-16,15-25-14 0,-3 16-13 15,5-1-11-15,-4-2-38 0,2 3-47 16,-1 1-61-16,-3-1-57 0,0 2-65 16,1 2-53-16,-3 0-59 0,3 2-73 0,-6-1-117 15,-6 4-97-15,11-2 50 0,-11 2-177 16,0 0-203-16</inkml:trace>
  <inkml:trace contextRef="#ctx0" brushRef="#br0" timeOffset="-102237.1">5063 17846 2138 0,'0'0'162'0,"0"0"33"15,-12 2 22-15,12-2 12 0,0 0 8 16,0 0-3-16,0 0-16 0,0 0-16 0,-9-12-19 16,9 12-17-16,0 0-16 0,16-19-14 15,-9 12-17-15,0 4-10 16,3-3-10-16,-10 6-12 0,17-2-9 0,-17 2 2 0,23 11-2 16,-14-1 5-16,3 6 7 15,-4 1 20-15,-1 5 20 0,-1 1 23 0,-3-2 18 16,1 2 16-16,-2-5 13 0,0-1-3 0,3 0 4 15,-4-5-3-15,3 2 4 0,-4-4 0 16,4-3-3-16,-1 1-6 0,-3-8-4 16,11 9-20-16,-4-8-16 0,-7-1-106 15,18-1-47-15,-18 1 0 0,20-7 0 0,-9 0 0 16,1 0 0-16,1-2 0 0,-2 1 0 16,1-2 0-16,-1 3-30 0,-1-1-294 0,-4 2-82 15,1-2-76-15,-1 4-66 0,-1-2-96 16,2 4-131-16,-4-3-3 0,-3 5-652 15,0 0-880-15</inkml:trace>
  <inkml:trace contextRef="#ctx0" brushRef="#br0" timeOffset="-101988.87">5458 17950 3794 0,'0'0'-34'0,"9"-2"42"0,-9 2 36 15,0 0 35-15,0 0 28 0,0 0 15 16,19 0 10-16,-19 0 2 0,13 6 9 16,-5 0 3-16,-2-1-2 0,1 1 9 0,-1 4 1 15,-1-1-6-15,-1 3-2 16,0-2-16-16,-1 2-20 0,-3 1-13 0,-3 2-16 16,-1-1-36-16,0-2-47 0,3 0-63 15,-7-2-76-15,3-2-87 0,-1 1-88 0,0-4-107 16,0 0-154-16,-1-3-107 0,7-2 70 15,0 0-350-15,0 0-441 0</inkml:trace>
  <inkml:trace contextRef="#ctx0" brushRef="#br0" timeOffset="-101671.92">5463 17801 2871 0,'-5'-8'189'0,"5"8"21"0,-6-9 3 16,4 4 3-16,2 5 12 15,2-13 15-15,2 4 1 0,-1 1-7 0,3-1-11 16,0 2-11-16,-1 0-14 0,3 1-19 16,0-2-1-16,-1 4-2 0,-7 4-4 15,18 0 8-15,-18 0 2 0,16 12 3 0,-5-1 0 16,-6 1-4-16,2 6-3 0,-3-1 2 16,0-2 3-16,1 0-6 0,0 3 15 0,1-2-2 15,-5 0-58-15,3-2-135 0,2-4 0 16,-3 0 0-16,1-1 0 0,3-3 0 0,-4-2 0 15,-3-4 0-15,9 4 0 16,-9-4 0-16,0 0 0 0,0 0 0 0,24-8 0 16,-24 8 0-16,9-11 0 0,-6 5-284 0,3-4-283 15,0-2-121-15,-2 0-184 16,0-2 21-16,1 1 101 0,1-3-671 0,-1 1-873 16</inkml:trace>
  <inkml:trace contextRef="#ctx0" brushRef="#br0" timeOffset="-101405.05">5621 17546 3923 0,'-5'-4'25'0,"5"4"52"0,-11-5 31 0,11 5 40 16,0 0 36-16,-11-3 28 0,11 3-1 15,0 0-5-15,0 0-13 0,0 0-18 16,11-14-23-16,-6 9-7 0,4 0-22 16,0 2-14-16,5-1 4 0,-3 2-4 15,-11 2 3-15,27 4 22 0,-9 1 10 0,-2 5 6 16,2 4 3-16,3 5-5 0,0 1 9 15,-6 4-1-15,0 2-7 0,1 1-10 0,-5 0-12 16,5-2-11-16,-11-1-18 0,2-5-6 16,-1-2-10-16,0-1-61 0,-2 1-21 15,-2-5-56-15,0 0-145 0,-2 0-123 0,0-2-127 16,0 2-151-16,-2-2-202 0,2-1-46 16,-5 1 106-16,4 2-671 0,-3-4-865 15</inkml:trace>
  <inkml:trace contextRef="#ctx0" brushRef="#br0" timeOffset="-92074.44">1330 13176 3572 0,'0'0'-142'0,"-4"-6"55"0,4 6 45 0,0 0 40 0,0 0 31 0,-5-8 15 0,5 8 13 15,0 0 9-15,-7-5-1 16,7 5 6-16,0 0-13 0,0 0-18 0,0 0-4 16,0 0 49-16,-4 27 12 0,1-8-3 15,3 8 0-15,-2 9 5 0,2 3-1 0,0 2 5 16,2 0-6-16,0-2-7 0,-1-1-2 16,1-8-11-16,0-4-4 0,2-2-5 15,-1-3-8-15,-2-4-8 0,1 1-2 0,0-7-6 16,-2 1-2-16,2-2-10 0,0 0-20 15,0-3-24-15,-2-7-46 0,0 8-60 0,0-8-83 16,0 0-79-16,0 0-113 0,0 0-179 16,0 0-61-16,-4-33 67 0,4 17-246 15,-2-3-299-15</inkml:trace>
  <inkml:trace contextRef="#ctx0" brushRef="#br0" timeOffset="-91824.5">1248 13184 2207 0,'-4'-5'21'16,"4"5"31"-16,-4-13 15 0,4 13 2 16,-2-7-2-16,2 7 3 0,0 0 18 0,0 0 29 15,0 0 22-15,0 0 8 0,40 15 1 16,-13 0-4-16,0 1-11 0,1 6-15 16,10 5-3-16,-2 2-10 0,-2-1-13 15,-1-1-7-15,-5-3-9 0,-1-2-9 0,-4-2-10 16,0 4-28-16,-4-5-38 0,-2-2-39 15,-7-5-25-15,0-2-36 0,-1 0-45 16,-2-1-44-16,-3-1-93 0,-2-1-125 16,0-2-141-16,-2-5 47 0,0 0-119 0,-8 9-126 15</inkml:trace>
  <inkml:trace contextRef="#ctx0" brushRef="#br0" timeOffset="-91624.29">1391 13556 1892 0,'-9'3'135'0,"2"3"9"0,7-6 8 0,-9 4-1 16,9-4 7-16,0 0-15 0,-6 4-13 15,6-4-11-15,0 0-1 0,0 0-15 16,0 0-8-16,0 0-12 0,17-17-27 0,-5 8-48 16,3-4-60-16,2 1-79 0,2-7-100 15,0-2-136-15,-1 4-155 0,-3 3 28 16,-2 0-81-16,-2 1-76 0</inkml:trace>
  <inkml:trace contextRef="#ctx0" brushRef="#br0" timeOffset="-91289.82">1493 13106 1652 0,'-7'-12'147'16,"1"7"23"-16,3-1 5 0,3 6 0 15,-7-8-19-15,7 8-10 0,0 0-14 16,0 0-2-16,0 0 11 0,0 0 14 0,27 14 9 16,-6 7 4-16,2 2 10 0,4 14 14 15,0 4 35-15,-1 2-1 0,1 1-19 0,-4 1-16 16,0-1 1-16,2-3-12 16,-3-3-6-16,-1-8-12 0,0-3-10 15,-4-1-12-15,2-2-8 0,3-5-8 0,-8-6-15 0,4-2 1 16,-5-4-7-16,1-4-22 15,-1 0-11-15,-2-3-3 0,6-6-11 0,1-3-17 16,4-8-35-16,-6 3-35 0,-3 0-40 16,1 1-38-16,-5 1-39 0,-2-2-59 15,-1 2-60-15,0-1-61 0,-2 4-76 0,-2-1-118 16,-2 0-172-16,0 2 42 0,-4-1-434 16,2 1-558-16</inkml:trace>
  <inkml:trace contextRef="#ctx0" brushRef="#br0" timeOffset="-91041.6">1556 13145 3190 0,'-18'-2'109'0,"18"2"25"0,-12-2 14 15,12 2 6-15,0 0 9 0,-10-4-7 16,10 4-8-16,0 0-15 0,4-13-12 0,2 5-13 15,6-8-10-15,1 0-13 16,2 3-26-16,2-8-44 0,1 5-42 0,-6 3-43 16,-2 3-54-16,0 1-46 0,-3 2-55 0,-1 4-65 15,-1-1-69-15,-5 4-98 16,0 0-122-16,0 0 44 0,9 10-140 0,-9 1-171 0</inkml:trace>
  <inkml:trace contextRef="#ctx0" brushRef="#br0" timeOffset="-90741.82">1785 13036 2017 0,'0'0'136'0,"-3"-10"11"0,3 10 1 0,0 0-6 0,0-9-12 16,0 9 12-16,0 0 28 15,0 0 13-15,0 0 2 0,0 0-3 0,30 14-7 16,-19-5-5-16,0 1-7 0,3 2-6 16,1 1-10-16,-1 1-12 0,1-2-13 15,-2 3-7-15,-2-1-9 0,2 1-8 0,-6-5-9 16,0 1-10-16,1-1-9 0,-3-2-6 16,2-1-8-16,-2-1-10 0,-1 0-41 0,-4-6-41 15,9 10-60-15,-7-6-69 0,0-1-97 16,-2-3-125-16,0 0-180 0,0 0-99 15,0 0 74-15,0 0-295 0,0 0-370 0</inkml:trace>
  <inkml:trace contextRef="#ctx0" brushRef="#br0" timeOffset="-90456.71">2126 13168 2539 0,'9'-4'65'16,"-9"4"34"-16,11-5 30 0,-11 5 8 0,9 0 5 16,-9 0 1-16,13 0-7 15,-13 0 10-15,15 5-6 0,-7 1-4 0,1 0-9 16,-1 0-3-16,0 3-4 0,-1 1-11 0,-1 2-5 16,0-2-17-16,-2 1-2 15,0 1-7-15,-3 1-10 0,1-3-14 0,0 3-24 16,0-5-56-16,-4 0-50 0,2 1-63 15,0 0-72-15,0-9-86 0,-4 7-132 0,4-7-191 16,-7 6 57-16,7-6-266 0,0 0-315 16</inkml:trace>
  <inkml:trace contextRef="#ctx0" brushRef="#br0" timeOffset="-89941.77">2130 12876 2312 0,'0'0'75'0,"-6"-4"27"15,6 4 16-15,-5-6 14 0,5 6 8 16,-6-4-1-16,6 4-12 0,-2-11-14 0,4 5-12 16,2-4-5-16,0 2-20 0,-1-1 2 15,3 1-8-15,-2-1 6 0,-1 4-5 16,2 0-2-16,-3 1-16 0,-2 4 10 0,9-6 19 15,-9 6 17-15,0 0 11 16,18 8 10-16,-11-1 6 0,2 3 0 0,2 2 1 0,1 4 0 16,5 5-8-16,0 0-10 0,0 2-8 15,2 0-7-15,-1-1-8 0,-3-3-13 16,2 1-5-16,-2-3-4 0,-3-1-3 16,-3-4-8-16,2 0-6 0,-2-2-6 15,-4-2 6-15,3-1-13 0,-5 0-1 0,1 0 6 16,2-2 4-16,-6-5 8 0,6 10 2 15,-2-4-4-15,-4-6 5 0,4 8-7 0,-4-8-6 16,1 10 0-16,-1-10-4 0,-3 11 6 16,3-11 6-16,-2 8 1 0,2-8 0 0,-2 10 17 15,2-10 14-15,0 0 10 16,0 6 8-16,0-6-2 0,0 0-3 0,0 0-10 16,0 0-6-16,2 9-7 0,-2-9-4 15,0 0-6-15,0 0-7 0,0 0-5 16,0 0-29-16,34-12-53 0,-27 7-51 0,3-1-50 15,-2 0-49-15,-1-1-49 0,-1 2-64 16,1 2-62-16,-2-3-70 0,0 0-109 0,-5 6-157 16,6-10-35-16,-6 7 84 0,0 3-466 15,0 0-579-15</inkml:trace>
  <inkml:trace contextRef="#ctx0" brushRef="#br0" timeOffset="-88776.29">1804 13075 2894 0,'0'0'-86'0,"3"-6"33"0,-3 6 27 0,0 0 17 0,1-9 16 0,-1 9 13 16,0 0 11-16,0-6 7 0,0 6 4 0,0 0-1 0,0 0 0 0,0-8-3 16,0 8-3-16,0 0-8 15,0 0-7-15,0 0 3 0,0 0 9 16,0 0 9-16,0 0 1 0,0 0 9 0,15 19 4 16,-11-12 6-16,1-2 3 15,-1 2-10-15,3 0 0 0,-4-2 3 0,5 3-8 0,-3-2 5 16,-1 0-9-16,2-4 1 0,-2 4-10 15,2-1 2-15,-6-5 0 0,9 10 2 16,-4-4-7-16,0-1-3 0,2 0-6 16,-3 2 0-16,2-1 0 0,-1 2-4 15,1 2 3-15,2-5-3 0,-1 3-2 0,-1 1-5 16,-2-4 1-16,1 2 4 0,0-2 19 16,0 0 8-16,-1 2 13 0,0-2 10 0,-4-5 9 15,5 5 14-15,-5-5 4 0,6 4 4 16,-6-4 2-16,0 0 1 0,6 5-5 15,-6-5-6-15,0 0-9 0,4 5-9 0,-4-5-5 16,0 0-7-16,0 0-5 0,0 0-4 16,4 5-8-16,-4-5-7 0,0 0-2 0,0 0-1 15,0 0-5-15,0 0-6 16,0 0 1-16,0 0-7 0,-14-17 2 0,8 8-2 16,1 1-2-16,-1-2-3 0,-1-3 0 15,-2 3-2-15,2-3-1 0,-2-1 1 16,2 1 0-16,-2 1 12 0,0 2 4 0,3 1 4 15,1-1 10-15,-2 2 3 0,2 2 10 16,-1-2 3-16,3 3-1 0,3 5-5 0,-10-10-7 16,10 10-6-16,-8-6-6 0,8 6-8 15,0 0 0-15,0 0-1 0,-15 4-3 0,15-4 0 16,-10 12-1-16,6-3-6 16,-3-1-2-16,3 2-4 0,-1-2 2 0,3-1-2 15,-2-1 1-15,2 0 2 0,-2-1 0 16,4-5 0-16,-4 9-2 0,4-9 6 15,-4 5-3-15,4-5 2 0,-1 6 1 0,1-6 0 16,0 0-3-16,-2 6-2 0,2-6-1 16,0 0-35-16,0 0-36 0,0 0-49 0,0 0-60 15,0 0-68-15,0 0-70 0,0 0-82 16,0 0-119-16,0 0-195 0,0 0 14 16,0 0 83-16,-10 6-358 0,10-6-445 0</inkml:trace>
  <inkml:trace contextRef="#ctx0" brushRef="#br0" timeOffset="-88488.72">1959 13358 2651 0,'0'0'28'0,"0"0"33"0,0 0 25 0,0 0 20 0,0 0 26 0,0 0 7 16,0 0-1-16,0 0 9 0,0 0-13 16,0 0-7-16,0 0-14 0,0 0-1 15,0 0-10-15,13-18-10 0,-8 14-11 16,1-1-3-16,2 0-23 0,-8 5-35 0,11-10-47 16,-5 5-41-16,-6 5-35 0,7-7-44 15,0 3-47-15,-7 4-65 0,5-6-79 0,-5 6-118 16,0-6-94-16,0 6 45 0,0 0-92 15,2-5-97-15</inkml:trace>
  <inkml:trace contextRef="#ctx0" brushRef="#br0" timeOffset="-87875.69">2196 12525 1676 0,'-7'-4'117'0,"0"-1"27"15,1 1 16-15,6 4 20 0,-12-8 8 0,8 2 11 0,4 6 1 0,-5-9 0 0,5 9-17 0,-6-8-11 0,6 8-17 16,0-6-17-16,0 6-8 0,10-8-11 15,-10 8-6-15,13-2-11 0,0 2-10 16,2 2-8-16,6 6-9 0,2-2-7 0,6 9-5 16,-2 1 0-16,2 7-10 15,3 4-3-15,0 2 0 0,-1 5 20 0,-1-2 3 16,3 3 10-16,-7-3 4 0,5 2 6 16,-3 0-1-16,1 1-4 0,0 2-5 0,-9-10 0 15,-1-1-4-15,1-1 1 0,-4 1 5 16,2-4 0-16,-3 4 8 0,-5-8 4 15,-3-2 4-15,1-1 0 0,-3 1 0 0,-1-1-8 16,0 1-5-16,-3 0-6 0,2-3-13 16,-3 1-5-16,0-1-1 0,0-1 0 0,-3 2-12 15,2-3-15-15,-1 2-31 0,-2-2-23 16,0-6-38-16,3 3-51 0,-5-1-47 0,6-7-59 16,-9 9-53-16,2-6-64 0,2-1-62 15,5-2-87-15,-13 0-144 16,13 0-70-16,0 0 70 0,-18-7-400 0,18 7-498 15</inkml:trace>
  <inkml:trace contextRef="#ctx0" brushRef="#br0" timeOffset="-87608.76">2713 12862 3099 0,'-15'2'131'0,"15"-2"15"0,-9 0 15 0,9 0 15 16,0 0 7-16,0 0-8 0,0 0-6 15,0 0-7-15,0 0-14 0,16-23-16 0,-2 11-15 16,1 1-11-16,1-3-19 0,0-1-32 16,0 5-45-16,-1-4-68 0,2 3-54 0,-4-2-63 15,1 6-65-15,-3 1-72 0,-1-1-93 16,0 2-120-16,-5 1-56 0,3 3 55 0,-8 1-196 15,0 0-215-15</inkml:trace>
  <inkml:trace contextRef="#ctx0" brushRef="#br0" timeOffset="-87425.68">2839 12926 2144 0,'-4'8'184'16,"-2"-2"63"-16,4-2 28 0,2-4 35 0,0 0 29 15,-3 10 24-15,3-10 10 16,0 0-16-16,0 0-33 0,0 0-26 0,0 0-25 15,0 0-24-15,0 0-35 0,28-20-20 16,-17 11-66-16,3-3-82 0,1 2-90 0,1 0-91 16,0-3-110-16,-2 1-111 0,-1 1-129 15,1 1-150-15,-3 2-59 0,-2-1 58 0,0 3-414 16,0 0-524-16</inkml:trace>
  <inkml:trace contextRef="#ctx0" brushRef="#br0" timeOffset="-87192.16">2906 12498 3028 0,'-6'-6'129'0,"0"1"35"16,6 5 11-16,-6-4 2 0,6 4-10 16,0 0-15-16,0 0-9 0,0 0 19 0,0 0 6 15,0 0-13-15,0 0-11 0,33 17-15 16,-18-5-10-16,8 6-13 0,-2 2-10 0,0-2-10 15,0 3-29-15,-2-1-57 16,-2 1-69-16,-4-4-75 0,-1-1-76 0,-1-3-79 16,-3-1-104-16,2 0-159 0,-4-3-55 0,3-1 60 15,0 1-289-15,-4-4-330 16</inkml:trace>
  <inkml:trace contextRef="#ctx0" brushRef="#br0" timeOffset="-86825.77">3118 12378 2522 0,'-4'-7'128'0,"4"7"28"0,-7-7 19 16,7 7 11-16,-2-5 8 0,2 5 2 15,0 0-2-15,0 0-5 0,9-8-10 16,-9 8-18-16,11-4-13 0,-11 4-16 16,16 0-5-16,-16 0-16 0,22 4-8 15,-10 2-6-15,3 1-8 0,0 2-7 0,0 1-2 16,1 2-3-16,-3-2 6 0,0 2 7 15,0-3 19-15,-1 1-4 0,-2 0 16 0,1-3 9 16,-4 0 15-16,5 2-1 0,-3-1 6 16,2 1 2-16,0 1 7 0,0 0 5 0,2 5 6 15,1-1 14-15,2 9 14 0,-2-2-1 16,-5-3 4-16,0 3 10 0,2 7-59 16,-4-5-152-16,-3-2 0 0,-1 1 0 15,-3-3 0-15,0 0 0 0,-1 0 0 16,-3-1 0-16,-2 1 0 0,-1-1 0 0,0-5 0 15,-2 0 0-15,2-1 0 0,-4-4 0 16,-1-2 0-16,1-2 0 0,1-2-761 0,10-2-240 16,-21-6 102-16,14 6-982 0,7 0-1304 15</inkml:trace>
  <inkml:trace contextRef="#ctx0" brushRef="#br0" timeOffset="-84459.03">3127 12386 4715 0,'-4'4'-262'0,"4"-4"58"0,0 0 49 0,0 0 43 0,0 0 32 0,0 0 39 0,0 0 31 0,0 0 28 16,0 0 10-16,0 0 26 0,0 0 18 15,0 0 16-15,0 0 5 0,0 0 12 16,0 0 3-16,0 0 7 0,0 0-6 0,0 0 0 16,0 0-4-16,0 0-1 0,0 0 3 15,0 0-1-15,0 0-3 0,0 0 2 0,0 0 7 16,0 0-10-16,0 0 10 0,0 0 1 16,-11 3-4-16,11-3 6 0,0 0 2 15,0 0 1-15,0 0 15 0,0 0-8 0,0 0-4 16,0 0-4-16,0 0-8 0,0 0-9 15,0 0-3-15,0 0-7 0,0 0-6 16,0 0-3-16,0 0-4 0,0 0-3 0,0 0-3 16,0 0-3-16,0 0-5 0,0 0-4 15,0 0-10-15,0 0-7 0,0 0-4 16,0 0-6-16,0 0-4 0,0 0-8 0,17-17-1 16,-17 17-3-16,0 0-1 0,7-7-2 15,-7 7-1-15,0 0-3 0,8-5-1 16,-8 5 1-16,0 0-1 0,8-3 3 0,-8 3-6 15,0 0 3-15,11-6-5 0,-11 6 0 16,7-4 3-16,-7 4 0 0,0 0-2 0,12-4-3 16,-12 4 2-16,9-3 2 15,-9 3-4-15,8-2-1 0,-8 2-2 0,0 0 2 16,15-3 0-16,-15 3-1 0,13-2 0 16,-13 2 2-16,0 0 1 0,16-2 2 0,-16 2-7 15,0 0 3-15,13-1-4 0,-13 1 2 16,0 0 2-16,0 0-4 0,16 1 3 15,-16-1-4-15,0 0 6 0,0 0-2 0,15 2-1 16,-15-2-1-16,0 0 0 0,10 2 3 16,-10-2 1-16,0 0-4 0,11 3 3 0,-11-3-3 15,0 0 3-15,9 5-2 0,-9-5 1 16,8 4 3-16,-8-4-3 0,6 8 4 0,-1-3-1 16,-5-5 0-16,4 11 3 0,0-4-4 15,-1-3 0-15,-3-4 6 0,6 14-6 16,-3-7 2-16,2 0 1 0,-3 0 3 15,0 1 2-15,0-1 3 0,-2-7 5 0,0 17-1 16,0-10-5-16,0 2-11 0,0-2 0 16,0-7 0-16,0 15 0 0,-2-8 0 15,2 1 0-15,-2 0 0 0,2-8 0 0,-2 13 0 16,2-7 0-16,0-6 0 0,0 10 0 16,0-10 0-16,-1 7 0 0,1-7 0 0,0 0 0 15,-2 10 0-15,2-10 0 0,0 0 0 16,0 0 0-16,0 8 0 0,0-8 0 15,0 0 0-15,0 0 0 0,0 0 0 0,3 8 0 16,-3-8 0-16,0 0 0 0,0 0 0 16,0 0 0-16,8 4 0 0,-8-4 0 15,11 2 0-15,-11-2 0 0,17 2 0 16,-17-2 0-16,17 5 0 0,-5-1 0 0,-1-1 0 16,3 2 0-16,-3-1 0 0,2 4 0 15,-1-1 0-15,-1 1 0 0,1 3 0 0,-1-1 0 16,-2 2 0-16,0 0 0 0,-2 2 0 15,-1-1 0-15,-1 3 0 0,-1-4 0 16,-4 1 0-16,2 1 0 0,-4 0 0 0,2-2 0 16,-4 1 0-16,1 3 0 0,-3-2 0 15,-1-3 0-15,-2 1 0 0,2 0 0 16,0-1 0-16,-1-1 0 0,2-1 0 16,-2-1 0-16,3 0 0 0,-1-4 0 0,3 2 0 15,3-6 0-15,-11 11 0 0,8-7 0 16,3-4 0-16,-8 7 0 0,3-2 0 0,5-5 0 15,-6 4 0-15,6-4 0 0,-6 3 0 16,6-3 0-16,0 0-408 0,0 0-403 0,0 0-151 16,-17-5 102-16,17 5-891 0,-9-5-1184 15</inkml:trace>
  <inkml:trace contextRef="#ctx0" brushRef="#br0" timeOffset="-83542.14">3125 12576 4331 0,'0'0'-256'0,"-6"-6"58"0,6 6 41 0,0 0 35 0,-5-6 39 0,5 6 32 0,0 0 33 0,0 0 20 0,0 0 14 0,-7-8 19 15,7 8 15-15,0 0 14 0,-3-6 10 16,3 6 21-16,0 0 6 0,0 0 7 0,-6-11 7 16,6 11 8-16,0 0-2 15,0 0-7-15,0 0-5 0,-2-4-7 0,2 4-6 16,0 0-8-16,0 0-9 0,9-14-5 16,-2 9-12-16,0-1-2 0,1 0-5 0,1 0-8 0,1-3-2 15,1 3-5-15,0-2-3 16,1 0-5-16,-1 1 8 0,0 2-15 0,-2 0 3 15,0-2-5-15,-2 4-1 0,2-1 4 16,-9 4-1-16,11-7-3 0,-11 7-2 16,11-5 2-16,-11 5-4 0,8-2-1 0,-8 2 0 15,0 0 0-15,0 0-4 0,22 6 2 16,-15-3 0-16,-7-3-2 0,11 9-1 0,-6-3-1 16,3-1 0-16,-2 2 7 0,0 4 5 15,-1-3 16-15,-1 1 7 0,0 1 14 0,1 0 5 16,-3 0 5-16,0-1-2 15,1 1 4-15,-1-2 4 0,-2 0 3 16,0 1 0-16,2-1-3 0,-2-8 0 0,-2 14 1 16,2-7-15-16,0-7 1 0,0 10-5 15,0-10 10-15,0 9-3 0,0-9 3 0,0 0-4 16,0 9 5-16,0-9 0 0,0 0-4 16,0 8-2-16,0-8 1 0,0 0-15 0,0 0-5 15,3 7-5-15,-3-7-11 0,0 0-4 16,0 0 0-16,4 5-5 0,-4-5 0 15,0 0-4-15,15 3 2 0,-15-3-4 0,16 4-1 16,-9-1-1-16,2-1-4 16,3 2-1-16,-3 0 1 0,2 2-3 0,2 0 1 15,-6 0-2-15,2 1 3 0,3 3 6 16,-4-4 10-16,-3 3 17 0,-1 1 23 0,-1-1 19 16,0 1 10-16,-3 0-63 0,0-1-28 15,-3 1 0-15,0 0 0 0,-1 2 0 0,-1-3 0 16,-3 3 0-16,3-2 0 0,-6-1 0 15,2 1 0-15,2-2 0 0,-2-2 0 0,0 1 0 16,2-1 0-16,1-2 0 0,-2 2 0 16,-1-1 0-16,1 0 0 0,3-1-37 15,5-4-350-15,-14 5-98 0,8-1-123 16,-1-2-176-16,7-2-69 0,-14 4 79 16,14-4-676-16,-11 0-899 0</inkml:trace>
  <inkml:trace contextRef="#ctx0" brushRef="#br0" timeOffset="-74679.23">7001 17736 2302 0,'0'0'271'0,"-10"4"-98"0,10-4-44 0,0 0-29 0,0 0 8 0,0 0 20 0,0 0 31 16,0 0 10-16,0 0 4 15,32 3-6-15,-12-10-7 0,3 1-15 0,11-6-13 16,-1-2-7-16,-1 1-5 0,-4-1-5 16,1-1-9-16,-2 1-5 0,-7 4-10 15,-4 1-6-15,-3 1-6 0,-1 3-10 0,-5 0-3 16,3 0-8-16,-2 1-2 15,-8 4-7-15,11-5-10 0,-11 5-6 0,7-5-31 0,-7 5-34 16,9-2-58-16,-9 2-74 0,0 0-77 16,0 0-86-16,0 0-115 0,0 0-211 15,0 0 13-15,0 0 62 0,0 0-219 16,0 0-285-16</inkml:trace>
  <inkml:trace contextRef="#ctx0" brushRef="#br0" timeOffset="-74311.69">7493 17501 2246 0,'-8'-8'63'15,"8"8"9"-15,-4-12-5 0,8 5 9 16,-2-3 7-16,6 1 1 0,-1-1-9 0,0 2 1 15,5 0-12-15,-4 4-5 0,5 2-8 16,-13 2 5-16,21 4 1 0,-7 4 4 16,-3 2 13-16,0 4 8 0,-1 3 27 0,-1 2 14 15,-3 1 11-15,1 1 17 16,-2 1 8-16,-1-5 7 0,-2 0 4 0,1-2 1 0,1 3-4 16,0-7-7-16,-3 1-6 15,3 0-10-15,-2-5-16 0,5 0-11 16,-6 0-4-16,5 1-12 0,-1-3-5 0,-5-5-15 15,18 4-11-15,-9-4-36 0,-9 0-42 16,22 0-59-16,-22 0-76 0,23-4-75 0,-7 1-67 16,-3-3-66-16,3 0-87 0,-3 0-136 15,1-2-81-15,0 3 54 0,-2-3-268 16,1 1-352-16</inkml:trace>
  <inkml:trace contextRef="#ctx0" brushRef="#br0" timeOffset="-73929.73">7997 17328 2419 0,'0'0'12'0,"-11"-4"12"0,11 4 9 0,0 0 16 16,0 0 36-16,0 0 15 0,-13 9 17 15,13-9 9-15,-3 11 7 0,3-11 0 0,-5 14-1 16,5-7 1-16,0-7-7 0,6 14-3 15,-4-2-6-15,4-3-9 0,-1-1-13 16,6 4-5-16,0-3-13 0,0 2-3 0,3-2-14 16,-2 4 0-16,3-3-7 0,-1 2-3 15,1-1-7-15,-1 2 11 0,-3-1 13 16,-1 0 21-16,-3 0 15 0,-1 2 11 16,-1-4 17-16,-1 0 4 0,-2 2 0 15,0-1-11-15,-2-3-6 0,-2 2-15 0,-2-2-5 16,2 1-15-16,-3-1-5 0,-1-2-4 15,1 2-14-15,-2-1-10 0,0-5-32 0,7-2-44 16,-13 7-55-16,9-4-67 0,4-3-94 16,-14 8-81-16,9-4-103 0,5-4-176 15,-9 6-117-15,9-6 73 0,-9 5-372 0,9-5-492 16</inkml:trace>
  <inkml:trace contextRef="#ctx0" brushRef="#br0" timeOffset="-71694.93">9761 16535 2648 0,'11'0'-85'0,"-11"0"28"0,0 0 22 0,0 0 20 0,0 0 27 0,0 0 19 0,0 0 9 16,0 0 8-16,13-6 4 0,-13 6 1 0,0 0-8 15,0 0 4-15,0 0-1 0,8-4-4 16,-8 4 0-16,0 0 3 0,0 0-4 0,0 0 5 15,0 0-1-15,0 0 5 0,0 0 3 16,0 0-6-16,0 0-7 0,0 0 2 16,0 0 5-16,0 0-11 0,0 0-3 0,0 0-2 15,0 0-3-15,0 0-3 0,0 0-4 16,0 0-2-16,0 0-6 0,0 0 7 0,0 0-5 16,0 0-5-16,0 0 1 15,0 0-3-15,0 0 5 0,-27-5-7 0,27 5 10 16,0 0-12-16,0 0 0 0,0 0 2 0,-19 0-3 15,19 0-1-15,0 0 8 16,0 0-8-16,0 0 0 0,-17 4-12 0,17-4 13 16,-10 3-6-16,10-3 5 0,0 0-2 15,-9 8-2-15,9-8 3 0,-7 6 0 0,3-1-2 16,-1 3-5-16,5-8 9 0,-7 12-2 16,5-6 8-16,-2 1-7 0,3 1-4 15,1-8 4-15,-2 14 2 0,-2-5-2 0,2-4-2 16,2-5-10-16,-2 9 10 0,2-9 4 15,-2 10-1-15,2-10 2 0,0 9-15 16,0-9-12-16,0 0-28 0,-2 6-48 16,2-6-72-16,0 7-120 0,0-7-219 0,0 0-29 15,-4 7 49-15,4-7-85 0,-6 9-74 16</inkml:trace>
  <inkml:trace contextRef="#ctx0" brushRef="#br0" timeOffset="-70830.76">9570 17615 1740 0,'0'0'132'0,"-4"-9"16"0,4 9 9 0,-2-11 1 15,2 11 12-15,4-18 20 0,-1 7 4 16,6-2-1-16,-2 1-18 0,2 0-14 16,1 2-19-16,4-1-15 0,-3 2-10 15,1 5-22-15,1 2-26 0,-2 0 4 0,-11 2-16 16,25 4 1-16,-17 6 14 0,1 0 12 15,-1 4 15-15,-5 1 18 0,-1 2 9 16,0 0 17-16,-4 0 12 0,0 3 15 0,0-4 5 16,2 1 13-16,-3-4 10 0,-1-1-1 15,4 0 3-15,-2-3 5 0,0-1-8 0,2-2-9 16,0-6-18-16,2 12-18 0,-2-12-11 16,4 6-11-16,-4-6-9 0,11 2-11 15,-11-2-12-15,19-2-16 0,-19 2-10 0,27-6-26 16,-14 4-38-16,1-5-67 15,4-2-84-15,-2-2-85 0,-1 1-96 0,2-2-87 16,-2 3-86-16,1-6-99 0,-3 0-125 16,3 1-31-16,-9 2 68 0,2 0-467 0,-2 2-619 15</inkml:trace>
  <inkml:trace contextRef="#ctx0" brushRef="#br0" timeOffset="-70527.6">9995 17454 3075 0,'0'0'-14'0,"0"-7"44"0,0 7 30 16,0 0 34-16,0-10 24 0,0 10 30 15,0 0 12-15,0 0 12 0,0 0 27 0,0 0 8 16,0 0 6-16,0 0 1 16,13 25-8-16,-9-17-1 0,4 3-11 0,-3-1-7 15,5 0-18-15,1 1-7 0,2-3-2 16,1 1-9-16,1-2-8 0,2-4-18 0,-2 0-13 16,3-3-5-16,-1-1-6 0,0-3-10 15,1 1-12-15,-4-4 4 0,2-1-19 16,-1-3 3-16,-1-2-7 0,-7-1-4 0,0-1-6 15,-1 1-10-15,-4-3-3 0,-4 0-3 16,-4-7-6-16,-5-3-4 0,-3 2-7 0,-2 2-3 16,-4 8-30-16,4 6-40 0,-4 4-54 15,-1 5-72-15,-4 2-88 0,-9 10-103 16,4 5-134-16,-3 4-194 0,-5 6-108 0,6 4 101 16,7-6-554-16,4 2-722 15</inkml:trace>
  <inkml:trace contextRef="#ctx0" brushRef="#br0" timeOffset="-64815.47">9105 15027 3444 0,'-6'3'0'0,"6"-3"26"0,-8 4 19 0,8-4 18 0,0 0 15 0,0 0 30 16,0 0 11-16,0 0-4 0,0 0-8 16,39-19-10-16,-19 9-11 0,11-4-7 0,-3 0-9 15,1 2-3-15,-4 2-11 0,-6 2-6 16,-4 1-4-16,1 0-5 0,-5 3-6 15,1-1-5-15,-3 2-14 0,0 1-28 16,-9 2-23-16,12-1-45 0,-12 1-62 0,11 6-72 0,-9-1-89 16,0 0-112-16,-2-5-164 15,4 7 7-15,1-1-253 0,-5-6-312 0</inkml:trace>
  <inkml:trace contextRef="#ctx0" brushRef="#br0" timeOffset="-64465.19">9657 14720 2285 0,'0'0'30'16,"-1"-8"28"-16,1 8 16 0,-2-9 13 0,2 9 20 0,-4-7 3 15,4 7-14-15,0 0 0 16,0 0 1-16,0 0-2 0,0 0 4 0,0 0 2 16,-25 15-4-16,20-7-2 0,1 0-9 15,0 2 5-15,2 3-8 0,2-2 0 16,0-1-12-16,2 2 1 0,4 0 0 0,-1 2-5 15,3-2-7-15,2-1-8 0,-1 0-4 16,4 4-5-16,-1-3-5 0,-1 1-9 0,-2-3 2 16,1 1-2-16,-2 1 0 0,-3 0 13 15,-1-2 11-15,2 2 12 0,-6 0 6 0,0-3 4 16,-4 3-3-16,2 1-6 0,-3-1-2 16,-5 2-12-16,-2 1-2 0,1 2-3 15,-2-5-9-15,-1 1-8 0,0-3-25 16,-4 1-46-16,5-3-69 0,-3 2-88 15,5-3-95-15,-4 0-137 0,2-1-190 0,-1 1-8 16,5 1 71-16,-1-3-247 0,2 3-292 16</inkml:trace>
  <inkml:trace contextRef="#ctx0" brushRef="#br0" timeOffset="-59983.25">9059 11794 2315 0,'3'-9'47'0,"-3"4"29"0,0 5 25 0,0-11 44 16,0 11 37-16,-3-8 35 0,3 8 17 0,-2-10-2 16,2 10-12-16,-2-6-20 0,2 6-25 15,0 0-10-15,0 0 27 0,0 0 11 0,0 0 3 16,-9 31 1-16,5-10 0 0,0 3-5 15,-1 10 4-15,0 4-6 0,3-1-16 0,1 1-14 16,-3 2-11-16,2-9-20 0,2-4-14 16,2-1-13-16,-2-6-9 0,-2 1-10 15,4-4-9-15,-2-4-7 0,2 0-7 16,-2-2-6-16,0-2-1 0,2 0-7 0,-4 0-35 16,2-9-57-16,-4 2-72 0,4-2-61 15,0 0-72-15,0 0-88 0,-6-24-79 0,6 11-62 16,-3-11-62-16,1-3-66 0,0-11-71 15,0-1 27-15,0 2-463 0,-2-1-576 0</inkml:trace>
  <inkml:trace contextRef="#ctx0" brushRef="#br0" timeOffset="-59781.6">8990 11764 2933 0,'4'-16'-24'15,"-4"5"58"-15,2 0 43 0,0 3 42 0,0 2 27 16,0 2 10-16,-2 4-4 0,2-7-1 16,-2 7 46-16,0 0 30 0,0 0 7 15,31 13-12-15,-17-2-14 0,10 7-2 0,1 3-13 16,0 1-17-16,-3-1-13 0,3 3-21 15,-4 0-11-15,2 0-14 0,-3 2-9 16,2-2-11-16,-8-7-18 0,-2 1-32 0,-1-3-19 16,-1-3-32-16,-2 0-35 0,-1-4-40 15,-1 0-57-15,-1-1-60 0,2 1-80 0,-5-3-84 16,-2-5-91-16,-2 7-108 0,2-7-105 16,0 0 61-16,-12 1-401 0,12-1-480 0</inkml:trace>
  <inkml:trace contextRef="#ctx0" brushRef="#br0" timeOffset="-59615.79">9128 11989 2755 0,'-10'2'63'0,"10"-2"60"0,0 0 44 0,-19 0 38 0,19 0 32 15,0 0 19-15,0 0 2 16,0 0-13-16,0 0-19 0,0 0-30 0,-10-6-16 16,10 6-20-16,0 0-27 0,0 0-52 15,29-12-73-15,-15 7-84 0,0-1-122 0,4-4-138 16,0 2-172-16,0-1-151 0,-2 1 64 15,-1 2-399-15,-2-4-469 0</inkml:trace>
  <inkml:trace contextRef="#ctx0" brushRef="#br0" timeOffset="-59283.58">9236 11769 2762 0,'-2'-10'58'0,"0"2"39"0,2 8 33 16,0-14 52-16,0 9 39 0,0 5 25 0,2-10 2 15,-2 10-14-15,8-8-15 0,-8 8 0 16,14-2-6-16,-14 2 11 0,23 14 8 0,-9-1-3 16,4 7 5-16,0 7 4 0,-2 4 4 15,-3 5-9-15,1-2-10 0,-5 4-12 0,0 1-15 16,-2-4-8-16,-2 1-1 0,1-3-5 16,-2-7-6-16,-1-1-6 0,1-4-9 15,-2-4-125-15,4-2-36 0,-4-3 0 16,2-2 0-16,0 1 0 0,-3-2 0 0,3-5 0 15,5 0 0-15,-9-4 0 0,16 1 0 16,-16-1 0-16,25-7 0 0,-14 5 0 16,5-6 0-16,-1 2 0 0,-4-3 0 0,3 2 0 15,-3 0-81-15,-1-1-382 0,-1 1-90 16,-2-4-98-16,-3 3-121 0,3 1-39 0,-2-1 77 16,-5 1-669-16,2-2-856 0</inkml:trace>
  <inkml:trace contextRef="#ctx0" brushRef="#br0" timeOffset="-59065.4">9301 11815 3829 0,'-17'-1'34'0,"17"1"50"0,-12-4 36 0,12 4 37 15,0 0 26-15,-9-3 9 0,9 3-3 16,0 0-18-16,0 0-20 0,7-15-16 0,3 8-11 15,3-3-15-15,5-1-41 0,0 1-56 16,9-4-67-16,-6 2-84 0,1 2-111 0,-4 2-109 16,-2 1-133-16,-1 1-174 0,-1 2 61 15,-7 4-413-15,-7 0-492 0</inkml:trace>
  <inkml:trace contextRef="#ctx0" brushRef="#br0" timeOffset="-58548.75">9523 11807 2866 0,'0'0'31'0,"0"-9"23"0,0 9 15 0,0 0 30 16,0 0 16-16,0-6 8 0,0 6-1 15,0 0-10-15,0 0 14 0,0 0 28 16,0 0 10-16,0 0-2 0,11 22-8 16,-10-13 0-16,3 6 0 0,0-3-9 0,-1 3-8 15,2 2-11-15,-1-1-8 0,0-3-9 16,1 3-12-16,-3-4-5 0,3-1-5 16,-1 1-14-16,1-4 0 0,0 1-6 0,-3-3 1 15,4 0-6-15,-6-6-6 0,11 5-3 16,-11-5-3-16,0 0-6 0,23-9-3 0,-14 1-5 15,1-3-3-15,1 3-1 16,-1-5-5-16,2-1-2 0,-5 2-2 0,0-1-2 16,2 5 7-16,-4-1 3 0,1 2-1 15,-2 0 1-15,-1 2-13 0,-3 5 1 0,10-5 22 16,-10 5 18-16,0 0 7 0,0 0 2 16,13 13 1-16,-11-4 4 0,2 2-9 0,0 0 1 15,-1 3-2-15,2 2-4 0,-1 1 0 16,-3-2-12-16,3 1-5 0,0 0 2 0,-1-3-11 15,-1-1 0-15,2 0-6 0,-2-3 0 16,2 1-35-16,-2-3-23 0,0 0-37 0,0-2-49 16,2 1-55-16,-4-6-109 0,5 6-128 15,-5-6-144-15,0 0-220 0,0 0 19 16,11-12 84-16,-7 7-559 0,3-1-692 16</inkml:trace>
  <inkml:trace contextRef="#ctx0" brushRef="#br0" timeOffset="-58282.67">9989 12018 3346 0,'0'0'50'0,"0"0"48"0,6-2 16 0,-6 2 25 0,0 0 34 0,0 0 8 0,0 0 0 15,17 3-2-15,-17-3-4 0,9 9 0 16,-7-3-5-16,2-1-9 0,1 2-5 15,-2-2-11-15,-1 5-9 0,-2 0-11 0,0-1-6 0,0-1-14 16,-2 2-11-16,2 1-12 16,-4-3-16-16,-2 3-16 0,2-1-35 0,-1-1-43 15,1-1-62-15,0-1-77 0,-1-2-100 16,-2-1-92-16,7-4-126 0,-12 4-184 0,12-4 6 16,0 0 69-16,0 0-397 15,-18-10-467-15</inkml:trace>
  <inkml:trace contextRef="#ctx0" brushRef="#br0" timeOffset="-57483.48">9968 11841 2759 0,'0'0'100'0,"-2"-8"55"0,2 8 29 0,0-10 17 15,0 10 6-15,-2-6 11 0,2 6-8 16,6-7-12-16,-6 7-10 0,6-5-9 0,-6 5-4 15,9-1-4-15,-9 1-6 0,0 0-8 16,0 0-12-16,25 5-8 0,-25-5-13 16,13 5-9-16,-5-4-11 0,-8-1-10 0,12 6-6 15,-12-6 9-15,9 2-5 0,-9-2 9 16,7 5 3-16,-7-5 6 0,0 0-1 16,20-2-13-16,-20 2-6 0,13-9-10 15,-3 2-9-15,-1-1-5 0,-2-2-1 0,4 1-6 16,-6 1 3-16,2-2 11 0,-1 4-2 15,0 1-7-15,-2-1-8 0,-4 6-9 0,9-6-14 16,-9 6-2-16,0 0 6 0,0 0 2 16,13 15 0-16,-9-4 1 0,3 1-5 0,-6 5 5 15,1 1-1-15,2 5 0 0,1-1-3 16,-3 0-3-16,4 1-6 0,-2-1 0 0,0-2-4 16,0-3-3-16,1-2 2 15,-1-1-3-15,2-4 0 0,-5-1-13 0,8-2-6 0,-4-1 0 16,5-5 0-16,-10-1 0 0,19-4 0 15,-6-4 0-15,1-1 0 0,1-5 0 16,-3-1 0-16,6-7 0 0,-5 3 0 16,-1 2 0-16,-1 0 0 0,1 2 0 0,-5 1 0 15,1 2 0-15,-1 2 0 0,0 1 0 16,-4 2 0-16,3 1 0 0,-2 0 0 0,-1 1 0 16,1-2 0-16,0 4 0 0,-4 3 0 15,3-7 0-15,-3 7 0 0,5-7 0 0,-5 7 0 16,4-5 0-16,-4 5 0 0,0 0 0 15,3-8 0-15,-3 8 0 0,0 0 0 16,2-4 0-16,-2 4 0 0,0 0 0 0,0 0 0 16,0 0 0-16,0 0 0 0,6-8 0 15,-6 8 0-15,0 0 0 0,0 0 0 16,0 0 0-16,0 0 0 0,0 0 0 16,0 0 0-16,0 0 0 0,17 20 0 0,-13-11 0 15,2 4 0-15,-3 3 0 0,1-1 0 16,2 1 0-16,-2 2 0 0,0 0 0 0,0-1 0 15,-1 0 0-15,1 0 0 0,1-3 0 16,-1 0 0-16,1-3 0 0,-1-1 0 0,-3 0 0 16,3-2 0-16,-2 0 0 0,2-1 0 15,-3-1 0-15,-1-6 0 0,2 8 0 0,-2-8 0 16,4 8 0-16,-4-8 0 16,4 7 0-16,-4-7 0 0,0 0 0 0,0 9 0 15,0-9 0-15,0 0 0 0,0 7 0 16,0-7 0-16,-4 7-335 0,4-7-298 0,-7 5-194 15,1 0-57-15,2-1 90 0,-4-2-811 16,8-2-1044-16</inkml:trace>
  <inkml:trace contextRef="#ctx0" brushRef="#br0" timeOffset="-57015.28">10597 11757 4125 0,'-15'-3'-54'0,"15"3"70"0,-10-3 55 0,10 3 54 0,0 0 41 0,-7-6 15 15,7 6-4-15,-2-6-13 16,2 6-18-16,5-11-13 0,5 5-9 0,-2 0-7 0,1 0-7 16,2 6-3-16,-11 0 1 0,27 0 3 15,-11 4-4-15,0 4 7 0,9 9 12 16,-2 3-1-16,-1 1 6 0,-2 4 9 16,1-1-13-16,-1 5-2 0,-4 2-6 0,4 2-7 15,-6-3-8-15,2 3-7 0,-1-4-7 16,-5 1-12-16,1-3-3 0,-4-6-10 15,-1-2-2-15,1-4-10 0,-4-1-4 0,1-3-6 16,-2 1 0-16,-2-3 2 0,2 0-8 16,-2-1-1-16,-2 1-5 0,-2-1-3 15,0 0-5-15,-1-1-18 0,-4-3-32 0,4 0-47 16,-2 0-69-16,-1-2-65 0,8-2-79 16,-16 4-106-16,9-2-105 0,7-2-116 15,0 0-198-15,-16-4 56 0,16 4 88 0,-5-4-569 16,5 4-700-16</inkml:trace>
  <inkml:trace contextRef="#ctx0" brushRef="#br0" timeOffset="-56750.56">11169 11891 3317 0,'-4'-7'186'16,"4"7"36"-16,-2-5 17 0,2 5 12 16,0 0 11-16,0 0 8 0,-3-10-9 0,3 10-23 15,0 0-22-15,5-12-29 0,3 5-22 16,-3 0-36-16,2 0-61 0,5-1-66 0,0 1-70 16,0-2-90-16,-5 4-105 0,0 0-127 15,1 1-132-15,-8 4-169 0,10-4 51 0,-10 4-476 16,0 0-585-16</inkml:trace>
  <inkml:trace contextRef="#ctx0" brushRef="#br0" timeOffset="-56548.74">11136 12037 3408 0,'-5'7'180'0,"1"-3"48"0,4-4 54 16,-4 6 65-16,4-6 41 0,0 0 24 0,0 0-4 15,0 0-8-15,-4 5-4 0,4-5-36 16,0 0-43-16,0 0-34 0,0 0-34 0,36-8-33 15,-24 3-50-15,-1 1-61 0,1 1-77 16,-1-1-89-16,-2-1-91 0,3 1-91 0,-2 0-95 16,-5 4-94-16,-5 0-100 0,9-4-103 15,-9 4-181-15,0 0 79 0,0 0 80 16,0 0-557-16,0 0-678 0</inkml:trace>
  <inkml:trace contextRef="#ctx0" brushRef="#br0" timeOffset="-54499.01">11413 11840 3256 0,'0'0'-49'0,"-8"-4"33"0,8 4 31 0,-5-5 43 0,5 5 28 16,-3-9 23-16,3 9 10 0,5-12 5 15,-2 6 0-15,5-4 3 0,1 1-1 16,3 0 3-16,1 1-6 0,3-1-3 16,-3 1-7-16,-1 4-13 0,2-1-5 0,-1 5-3 15,1 0 3-15,-3 5 6 0,-2-1 1 16,2 6 2-16,-6 4 14 0,-3-3 6 0,0 7 9 15,-6 4 6-15,0-2 12 16,-1 1 5-16,-2 1 1 0,0-1-3 0,5-6-14 0,-2 3-10 16,4-7-4-16,-1-1 5 0,-3 2-11 15,4-5-1-15,0 1-6 0,0-8-6 16,4 10-12-16,-1-6-8 0,-3-4-12 16,18 0-51-16,-18 0-79 0,20-6-78 0,-4 0-83 15,2-6-97-15,0 3-107 0,1 1-93 16,4-12-97-16,-4 3-153 0,0 1 43 0,2-2-610 15,-4 2-785-15</inkml:trace>
  <inkml:trace contextRef="#ctx0" brushRef="#br0" timeOffset="-54217.13">11877 11740 3448 0,'2'-5'-34'0,"-2"5"47"0,4-3 20 16,-4 3 38-16,0 0 60 0,0 0 59 0,0 0 27 16,0 0 20-16,-6 22 19 0,3-11 3 15,3 2 1-15,-4 1-2 0,4-1-15 16,2 3-21-16,2-1-11 0,1 0-11 15,3-1-12-15,3 1-22 0,2-1-14 0,5-3-9 16,0-6-16-16,2 0-8 0,-1-4-9 0,3-2-11 16,0-3-9-16,-5-1-11 0,5-3-2 15,-4-1-9-15,0-3 8 0,-6 0 0 16,0-3-1-16,-2 1-8 0,-5-1-4 0,-5 1-11 16,-3-3-6-16,-9-2-12 15,-1-5-1-15,-11 2-18 0,1 2-37 0,-6 8-38 0,-3 0-67 16,-1 11-87-16,-6 2-111 0,-2 7-142 15,-1 4-180-15,-8 3-223 0,6 8 82 0,4 1 85 16,8 3-639-16,7 0-799 16</inkml:trace>
  <inkml:trace contextRef="#ctx0" brushRef="#br0" timeOffset="-48635.87">4039 12722 893 0,'-7'11'145'0,"-2"-1"-35"0,-1 1-34 0,-1 0 2 0,-5 3 1 0,-3 3 0 16,-4 5 1-16,2-6-4 0,4 0 2 15,2-4 0-15,4-2-7 0,0-2-5 0,2 0 0 16,4-3-4-16,-1-1-4 0,2 2 6 16,4-6 3-16,0 0-2 0,0 0-6 0,0 0-5 15,0 0-6-15,0 0-5 0,31-17 0 16,-16 7-8-16,2-4-1 0,8-3-2 16,-3-3-3-16,3 3-4 0,-7 3-1 15,-1 1-2-15,-7 4 4 0,-1-1 15 16,0 3 5-16,-1 0 4 0,-2 2 4 0,-6 5 4 0,7-5 0 15,-7 5 17-15,0 0 7 0,0 0-3 16,0 0 0-16,-25 19-2 0,13-11-5 16,0 2-3-16,-3-1-12 0,3 1-2 15,-1 0-8-15,4 0-4 0,-2-3-6 16,4 1-6-16,1 0-3 0,-3 0-20 0,3 0-25 16,-2 1-45-16,-1 1-58 0,2 0-85 15,-5 1-116-15,-3 1-228 0,1 1 11 0,1 1 63 16,-3-2-78-16,-4 8-54 0</inkml:trace>
  <inkml:trace contextRef="#ctx0" brushRef="#br0" timeOffset="-47647.39">10218 12644 1830 0,'0'0'186'0,"0"0"-18"0,0 0-15 0,0 0-17 0,0 0-16 16,24-12-8-16,-14 6-10 0,1 0-8 0,0 1-11 16,0-1-16-16,-4 2-4 0,2 2-8 15,0-2-6-15,-9 4-5 0,0 0 0 0,0 0 7 16,5 10 25-16,-5-10 26 0,-16 19 10 16,0-5 10-16,-11 3 11 0,0 2 3 0,0 0 7 15,3-5 5-15,5-3-2 0,3 0-7 16,5-4-1-16,1-1-1 0,5 0 12 0,-3-3 36 15,8-3 25-15,0 0-14 16,0 0-14-16,0 0-16 0,0 0-15 0,44-7-22 16,-25 0-6-16,4 0-16 0,-2-1-35 15,5-4-47-15,-1 3-45 0,-5 1-51 16,-4-1-59-16,-2 3-63 0,-5 0-87 0,0 1-80 16,-4 0-88-16,-5 5-87 0,0-7-154 15,0 7 53-15,0 0-460 0,-21-2-566 0</inkml:trace>
  <inkml:trace contextRef="#ctx0" brushRef="#br0" timeOffset="-44752.72">1228 8396 1353 0,'-11'7'175'0,"0"-2"-65"0,3 2-30 0,-2-3-3 0,3-1-5 0,3-1 8 0,4-2 0 15,-12 3 0-15,12-3 4 0,0 0 3 0,0 0 8 16,0 0 3-16,48-22 7 0,8-5-7 16,30-13-7-16,18-12-6 0,11 1-14 15,5-3-36-15,7-2-38 0,33-16-30 16,-40 22-32-16,-2-2-5 0,-1 3 5 0,-11-3 15 15,-8 6 19-15,-13 0 16 0,-8 6 27 16,-22 11 28-16,-10 1 20 0,-8 4 34 16,-11 8 18-16,-4 5 14 0,-7 0-1 0,-4 4 3 15,0 2-9-15,-4 1-17 0,0 0-7 16,-7 4-9-16,9-5-13 0,-9 5-10 16,0 0-6-16,0 0-38 0,0 0-49 0,0 0-64 15,0 0-85-15,0 0-122 16,-7 22-208-16,3-14-29 0,-4 4 52 0,1 0-126 0,-3 0-110 15</inkml:trace>
  <inkml:trace contextRef="#ctx0" brushRef="#br0" timeOffset="-43469.49">1050 8607 1678 0,'0'0'44'0,"2"-6"-3"0,-2 6-6 0,0 0-1 0,0 0 12 0,0 0 39 16,7 31 6-16,-1-9 16 0,-1 12 12 15,-5 2 2-15,10 3-10 0,0-1-7 16,-1 14 3-16,-2-13-11 0,3-1-4 15,-2-2-1-15,1 1-5 0,1-2 4 16,1-3-15-16,-1-9-1 0,-2-2-12 0,-1-4 4 16,-1-4-7-16,-1 0 2 0,-1-3 15 15,0-3 14-15,-1 1 16 0,0-1 2 0,1-2 8 16,-4-5 6-16,5 7-15 0,-5-7-9 16,0 0-13-16,18-2-9 0,-18 2-8 15,20-5-7-15,-4 1-7 0,4-2-4 0,14-6-8 16,3 0 2-16,16-8-10 0,9-4-2 15,5 2-1-15,20-8-6 0,0-3-25 0,9 0-11 16,-4-2-5-16,-7 0-29 0,2 1-2 16,-1-3-5-16,-3 4-1 0,-3-2-8 15,-6-1-8-15,-13 5-1 0,-4 1 10 0,0-1 2 16,-8 2 7-16,1 0-1 16,-2 2 7-16,-6 4 13 0,1-2-8 0,-2 1 10 0,-9 7 7 15,2-2 2-15,-3 4 2 16,3 0 5-16,-2-1 1 0,1 1-2 0,-3 1 21 15,-1 0-1-15,0-1 2 0,-1 3-6 16,-1-2 2-16,2 0-4 0,-3-1 4 16,1 1 3-16,-1-1-3 0,-1-1 9 0,2-1 0 15,1 1-1-15,-1-1 2 0,0 0 3 16,2-1 3-16,-2 4 10 0,-5 2 6 0,4-2 1 16,-6 4 7-16,-1 0 11 15,-4 3 3-15,-1-1 11 0,-1 2 9 0,-2 3 8 16,-1-2 1-16,1 0-1 0,-2 1 3 0,0-2 6 15,-9 6 7-15,11-6 2 16,-11 6 8-16,9-5-1 0,-9 5-5 0,8-6-9 16,-8 6-6-16,0 0-7 0,11-3-6 15,-11 3-3-15,0 0 8 0,6-6-2 0,-6 6-4 16,5-5-10-16,-5 5-7 0,4-12-4 16,-2 6-1-16,-2-2-9 0,0-3-1 0,0-3-12 15,-2-2 1-15,-2-7-7 0,-1-8-3 16,-4-3-5-16,1-5-3 0,-4-1 1 15,1-12-2-15,-1 1-4 0,1 0 4 16,2 9-1-16,-1 7-6 0,2 1-2 16,1 9 9-16,1 7 6 0,3 0 2 0,-2 5-1 15,1 0-7-15,1 4-7 0,1 4 1 16,0-4-3-16,-2 2-8 0,4 7 3 0,-3-11-1 16,3 11-2-16,-4-8-2 0,4 8 5 15,-4-6-4-15,4 6-4 0,0 0 2 0,-4-8 4 16,4 8-1-16,0 0 0 0,0 0 0 15,-6-5-1-15,6 5 1 0,0 0 3 16,0 0-4-16,0 0 1 0,0 0 2 0,0 0-3 16,-11-4 2-16,11 4-1 0,-29 13 5 15,-1-2 1-15,-16 8 0 0,0 4-4 16,-9 3 5-16,-2 3-3 0,-4 0-4 16,-13 7 3-16,13-9-2 0,4-1 0 0,3-4-5 15,7-3-19-15,14-5-41 0,10-4-54 16,4-1-71-16,4-2-95 0,5-2-91 0,-1-1-125 15,2-4-184-15,2 3-37 0,7-3 77 16,0 0-443-16,-14 2-561 0</inkml:trace>
  <inkml:trace contextRef="#ctx0" brushRef="#br0" timeOffset="-42687.6">2099 7740 2887 0,'-9'-18'-26'0,"2"5"28"0,0 1 24 0,4 4 22 0,-3-1 21 0,2 0 14 0,-3-1 4 16,1 1 29-16,0 2 12 0,0-1 3 15,3 2 2-15,-1 0 0 0,0 1-14 0,4 5-4 16,-5-10-7-16,3 4-14 0,2 6-3 16,-7-7-9-16,7 7-6 0,-1-7-10 0,1 7-5 15,0 0-11-15,-4-7-5 0,4 7-7 16,0 0-2-16,0 0 1 0,-6-6-5 16,6 6-2-16,0 0-6 0,0 0-1 15,0 0-7-15,0 0 2 0,0 0-1 0,0 0 14 16,0 0 8-16,8 25 14 0,-3-13 25 15,6 6 3-15,1 10-6 0,6 1-3 16,7 10 34-16,1 2 2 0,2 5-3 0,5 4-6 16,2 4 38-16,6 16 28 0,-1-2-11 15,-4 2-13-15,-5-12-13 0,6 11-9 16,-7-8-8-16,6 10-8 0,-7-13-13 0,-1 0-10 16,1 0-8-16,-2-5-7 0,-1 1-6 15,-1-2-9-15,1-4 4 0,-4-1-6 16,1-1-8-16,-5-3-4 0,2 3 11 0,-2-3 7 0,0-1 16 15,-4-8 1-15,-1-5-8 16,-1-2-4-16,-1-6 3 0,-4-1 5 0,0-1-4 16,1-4 3-16,-2-1-5 0,0-4-47 15,-3 0-14-15,3 1 0 0,-2-5 0 0,-1 1 0 16,-1 0 0-16,3 0 0 0,-5-7 0 16,4 10 0-16,-4-10 0 0,3 7 0 15,-3-7 0-15,4 5 0 0,-4-5 0 0,0 0 0 16,2 9 0-16,-2-9 0 0,0 0 0 15,5 5 0-15,-5-5 0 0,0 0 0 16,0 0 0-16,0 0-158 0,0 0-289 16,0 0-120-16,0 0-155 0,-21-15-156 0,12 9 73 15,-6-1-764-15,-4-4-1012 0</inkml:trace>
  <inkml:trace contextRef="#ctx0" brushRef="#br0" timeOffset="-40203.06">869 7868 3855 0,'0'0'-211'0,"2"-5"52"0,-2 5 39 0,0 0 41 0,0 0 34 0,0 0 22 0,0 0 22 15,0-9 11-15,0 9 17 0,0 0 8 16,0 0 11-16,0 0 1 0,0 0 7 16,0 0-12-16,0 0-2 0,2-8-7 0,-2 8-2 15,0 0 5-15,0 0 9 16,0 0 5-16,11 22 24 0,-6-8 11 0,2 3 3 15,2 3 13-15,2 6 0 0,-4 1-6 0,7 0 6 16,-1 0 8-16,-1 0-8 0,-1 1 0 16,-2-6 23-16,2-4 0 0,0-1-12 15,-2-1-11-15,-1-3-8 0,-2-1-10 16,1-4-5-16,-3 1-4 0,1-1 3 0,0-1 9 16,-3-2 1-16,-2-5 4 0,2 10-2 15,-2-10-5-15,3 7-19 0,-3-7-4 0,0 0-7 16,4 7-4-16,-4-7-17 0,0 0-37 15,0 0-45-15,0 0-53 0,0 0-77 0,0 0-90 16,0 0-115-16,0 0-146 0,0 0-193 16,0 0 58-16,0 0-468 0,0 0-600 15</inkml:trace>
  <inkml:trace contextRef="#ctx0" brushRef="#br0" timeOffset="-39651.98">1368 7798 3171 0,'0'0'7'0,"-15"-2"32"0,15 2 41 0,-12-6 48 0,12 6 41 0,-11 0 23 0,11 0 9 0,0 0 0 15,-14-6-8-15,14 6-17 0,0 0-23 16,-6-5-17-16,6 5-14 0,0 0-16 0,0 0-9 15,0 0-11-15,24-10-10 16,-24 10-10-16,23 2-5 0,-9 1-9 0,0 4-3 16,3 2-9-16,0 1 2 0,-4 4-4 15,1-1-1-15,-5 4-3 0,-1 0-3 16,-3 1 2-16,0-3 6 0,-3 2 8 0,2-1 2 16,-3-4 4-16,1 0 2 0,0-2-3 15,2 1 5-15,-2-5 18 0,1 2 8 0,-3-8 4 16,0 11-6-16,0-11-8 0,6 9 4 15,0-8-3-15,-6-1-10 0,0 0-6 16,26-4-5-16,-14 1-3 0,1 0-6 16,-1-1-14-16,1 1-30 0,-4-1-21 15,2 1-31-15,-4 2-37 0,-7 1-40 0,13-5-45 16,-13 5-59-16,10-3-62 0,-10 3-80 16,0 0-102-16,0 0-198 0,15 6-34 0,-15-6 71 15,2 10-433-15,-2-10-544 0</inkml:trace>
  <inkml:trace contextRef="#ctx0" brushRef="#br0" timeOffset="-38389.62">2257 7265 2849 0,'0'0'-58'0,"0"0"27"0,0 0 20 0,0 0 17 0,-13-5 18 0,13 5 3 16,-3-6 0-16,3 6-5 0,2-8-1 15,-2 8-4-15,5-12-1 0,1 7-3 0,-1-3 2 16,4 4-3-16,0-3 1 16,-2 1-1-16,3 2 1 0,1 2-5 0,-3 0 4 15,-8 2-3-15,19 2 8 0,-8 3 1 16,-2-1 9-16,2 2 6 0,-2 2 16 0,-4 2 13 16,4-1 9-16,-4 1 15 0,-3 5 6 15,2-2-1-15,-2 0 6 0,-2-1-5 16,2-1 1-16,-2 0-10 0,0-1 3 0,1-2-8 15,-1 1-5-15,0-1-2 0,2-2-8 16,-2-6-3-16,2 11-7 0,-2-7 4 0,4 4 5 16,0-4 12-16,2 3-3 15,3-1 0-15,0-2-9 0,2 3-4 0,2 0-8 0,0 1-1 16,0 0-6-16,2-2 0 16,-1 3-8-16,1 1-3 0,-3-1 2 0,-1 1 7 15,-2 1 19-15,-1 1 21 0,-2-2 15 16,-4 2 14-16,-2 0 10 0,-2 0 4 0,-4 2 1 15,1 1 7-15,-7 0-21 0,-1-1-1 16,-1 0-11-16,3-4-3 0,-5 2-11 16,3-3-8-16,0-1 1 0,1-1-17 0,-1-1 0 15,3-2-24-15,-3 0-35 0,4 0-52 16,-3-2-62-16,5 0-75 0,7-2-109 0,-15 0-117 16,15 0-162-16,-10-7-197 0,6 1 63 15,2 0 74-15,4-6-423 0,5 0-529 0</inkml:trace>
  <inkml:trace contextRef="#ctx0" brushRef="#br0" timeOffset="-37802.18">2936 6987 2750 0,'0'-9'-38'0,"0"1"45"0,2 1 43 0,-2 7 51 0,0-13 45 0,0 13 14 0,0-6 12 0,0 6-4 0,0 0-15 16,0 0-15-16,0 0 10 0,0 0 23 15,0 0-2-15,0 0 2 0,0 0-4 0,17 31 7 16,-9-14-6-16,1 0-11 16,1 2-12-16,2 0-14 0,2 5-9 0,2-5-11 0,-3-3-8 15,3-2-12-15,0-2-6 0,0-1-7 16,-1-2-5-16,1-2-9 0,-2-3-4 15,0-2-4-15,1-2-8 0,-15 0 1 16,29-6-24-16,-16-1-4 0,0 0-3 0,2-6-1 16,-1 1-1-16,-5 0-1 0,3 1-1 15,-6-1-3-15,-1-1-3 0,1 5 5 16,-2 0-11-16,-1 1-6 0,-3 7 0 16,0 0 2-16,0 0 14 0,0 0 14 0,0 0 6 15,16 25 24-15,-12-9 15 0,1 4-5 0,3 2 2 16,4 7 0-16,2 0-4 0,0 0-3 15,-1-4-9-15,3-1-7 0,-3-5-21 16,-2-3-42-16,1-1-47 0,-5-2-67 16,4-2-85-16,-6-3-110 0,4 2-139 0,-7-6-215 15,2 3-101-15,-4-1 76 0,0-6-569 16,0 8-735-16</inkml:trace>
  <inkml:trace contextRef="#ctx0" brushRef="#br0" timeOffset="-34340.24">1204 8652 3182 0,'0'0'-156'0,"6"-12"40"0,-6 12 31 0,0 0 29 0,0 0 25 0,0 0 20 0,0 0 11 15,0 0 9-15,0 0 4 0,0 0 3 16,-2-8-4-16,2 8 5 0,0 0-4 16,0 0 5-16,0 0 5 0,0 0 6 15,0 0 7-15,0 0 3 0,0 0 13 0,0 0 2 16,0 0 8-16,0 0 11 0,0 0 4 16,0 0 14-16,0-9 5 0,0 9 4 15,0 0 4-15,0 0-12 0,0 0-1 0,0 0 0 16,0 0-10-16,0 0 2 0,0 0-7 15,0 0-6-15,0 0-3 0,0 0-7 0,0 0 0 16,0 0-7-16,0 0-2 0,0 0-8 16,0 0 2-16,0 0-6 0,0 0-7 15,0 0 4-15,0 0-5 0,0 0-3 16,0 0-7-16,0 0-3 0,0 0-6 16,0 0-4-16,0 0-6 0,0 0 3 0,0 0 4 15,0 0-1-15,-2 26-6 0,6-11 4 16,-1 4-1-16,5 3 2 0,-1 7-1 0,3-5-4 15,-4-1 4-15,3 6-4 16,1-8-1-16,-2 3 3 0,1-5 0 0,-2-3-1 16,4 3 2-16,-6-5 1 0,2 1 2 0,-1-1-4 15,-1-5-2-15,-2 1 3 0,1-2-4 16,0 1 4-16,-2-4 2 0,-1 2-4 0,-1-7 7 16,6 8 1-16,-6-8-3 15,2 7-1-15,-2-7 1 0,3 7-4 0,-3-7-19 16,0 0-33-16,0 0-51 0,0 0-59 0,0 7-69 15,0-7-80-15,0 0-109 16,0 0-166-16,0 0-8 0,0 0-285 0,0 0-359 16</inkml:trace>
  <inkml:trace contextRef="#ctx0" brushRef="#br0" timeOffset="-33640.01">1366 8607 2318 0,'0'0'4'0,"-2"-4"25"0,2 4 11 0,0 0 19 16,0 0 20-16,0-14 4 0,0 14-2 15,0-9-10-15,0 9-4 0,2-12-12 0,-2 12-4 16,5-7-7-16,1 3-6 0,-6 4 1 16,12-4-8-16,-12 4-1 0,17-2 2 0,-17 2 3 15,19 2-10-15,-19-2 6 0,18 7-2 16,-11-1 2-16,0 2 5 16,-1-2 14-16,-1 3 3 0,0 1 12 0,-1 0 0 15,-1 2 7-15,-1-3 6 0,-2 1 9 16,0 0 15-16,2-1 2 0,-2-1 3 0,0 1-7 0,0-9-10 15,2 14-9-15,-2-8-11 16,0-6-5-16,0 11-11 0,0-11-8 16,6 10 5-16,-5-5-7 0,3 0-3 0,4 2-8 15,-2 0-1-15,1 0-1 0,4 1-2 16,1 3-4-16,-2-3-6 0,1 2 1 0,3-1-1 16,-3 1-2-16,1 0-1 0,-3 2-1 15,0-5 0-15,1 4 0 0,-2 2 1 16,-1-4 9-16,-3 1 7 0,-1 0 8 0,-1 2 3 15,0-3 10-15,-2 2-2 16,-2-4-4-16,0 0 1 0,1 1-5 0,-1 1-7 16,-2-4-5-16,4-5-7 0,-9 12-36 15,5-7-34-15,-2-2-42 0,6-3-69 0,-13 5-78 16,7-1-83-16,-1-2-134 0,7-2-209 16,-14 1 28-16,14-1 73 0,0 0-248 15,0 0-296-15</inkml:trace>
  <inkml:trace contextRef="#ctx0" brushRef="#br0" timeOffset="-33034.55">1836 8625 2161 0,'0'0'3'0,"0"0"29"0,0 0 24 0,0 0 24 15,0 0 21-15,0 0 7 0,0 0 4 16,0 0-5-16,0 0-3 0,0 0-8 16,0 0-8-16,0 0-11 0,0 0-7 15,0 0-5-15,0 0-8 0,0 0-5 0,0 0-5 16,0 0-3-16,19-16-2 0,-19 16-7 15,0 0-9-15,14-6 2 0,-14 6-1 0,6-2 2 16,-6 2-7-16,9-4-5 0,-9 4-1 16,8-5-21-16,-8 5-30 0,8-6-52 15,-3 4-71-15,-5 2-112 0,6-10-174 0,-2 6-96 16,-4 4 50-16,3-8-79 16,-1 3-71-16</inkml:trace>
  <inkml:trace contextRef="#ctx0" brushRef="#br0" timeOffset="-32540.37">1972 8376 1513 0,'0'-9'41'0,"0"9"13"0,0-11-3 0,2 5-4 16,1 1 4-16,1-2-1 0,0 1-4 15,2 4 1-15,0-4-1 0,1 3 0 16,2 2 3-16,-9 1-1 0,16-2 3 0,-16 2-1 16,19 2 4-16,-7 1 10 0,-3 0 3 15,-2 3 0-15,3 0 18 0,-4 3 22 0,-2 1 18 16,-1 2 4-16,-1 0-8 0,0 0-15 15,0 2 4-15,-2 0-3 0,2-3-3 16,-2 0-14-16,4-1-2 0,-4 0-6 16,4-1-10-16,-2 0 1 0,0-3-7 15,3 3-4-15,1-3 2 0,1 2-1 0,3-3-9 16,0 0-10-16,5 1 6 0,-4-1-14 16,4 3 0-16,-3-2-2 0,-1 2-4 0,1-1-4 15,-1-1-1-15,-1 2-2 0,-3-2-2 16,1 0 1-16,0 3-4 0,-5-1 3 15,1 0-5-15,-2 1 0 0,-2 1-8 0,2-2 8 16,-4 3-2-16,-2-1-1 16,1 0 0-16,-3 0-2 0,2 1-30 0,-1-3-43 0,-2 1-71 15,2-2-84-15,1-2-120 16,0-2-187-16,4-3-68 0,-7 4 55 0,7-4-219 16,0 0-246-16</inkml:trace>
  <inkml:trace contextRef="#ctx0" brushRef="#br0" timeOffset="-30836.54">2508 8313 1975 0,'-7'5'20'0,"7"-5"39"0,0 0 24 0,0 0 20 16,-9 3 13-16,9-3 13 0,0 0 10 16,0 0 0-16,0 0-4 0,0 0-8 0,0 0-3 15,0 0-10-15,0 0 2 16,0 0-17-16,0 0-12 0,19-15-2 0,-19 15-10 0,13-9-14 16,-5 5-3-16,-2 0 2 15,-6 4-28-15,11-6 17 0,-11 6-11 0,11-7-6 16,-11 7-14-16,7-4-29 0,-7 4-34 15,7-4-48-15,-7 4-57 0,9-6-71 16,-9 6-110-16,6-6-161 0,-2 3-41 0,0-3 52 16,0 2-103-16,-4 4-84 0</inkml:trace>
  <inkml:trace contextRef="#ctx0" brushRef="#br0" timeOffset="-30455.52">2682 8110 1692 0,'0'0'56'16,"5"-10"13"-16,-5 10 1 0,6-10-5 16,-3 8-2-16,-3 2-4 0,9-7-6 0,-9 7-4 15,10-3-1-15,-10 3-2 0,0 0-1 16,0 0 7-16,28 10-4 0,-17-2 8 15,-6 3 7-15,2 1 7 0,-3 1 6 0,0 3 14 16,-2 1 6-16,-2-1 10 0,-4 0 15 16,2 3 0-16,0-2 6 0,-1 1 12 0,-1-3 5 15,0-1-2-15,2-3 2 0,-1 1-4 16,3-4-3-16,-2 1-9 0,0-3-9 16,2-6-7-16,-3 12-15 0,3-12-8 15,3 9-7-15,-3-9-10 0,7 3-4 16,-7-3-9-16,0 0-29 0,22-3-26 0,-22 3-41 15,22-3-43-15,-10-3-41 0,-3 3-45 16,2 0-44-16,1-5-47 0,-5 4-71 0,3-1-110 16,-5-3-141-16,2 4 33 0,-7 4-231 15,5-12-267-15</inkml:trace>
  <inkml:trace contextRef="#ctx0" brushRef="#br0" timeOffset="-30005.55">2931 8013 2003 0,'0'0'7'0,"0"-7"37"0,0 7 20 15,0 0 20-15,0 0 2 0,0-7 9 16,0 7-3-16,0 0 1 0,0 0 3 15,0 0 5-15,0 0 10 0,0 0-4 0,0 0 1 16,-18 21 16-16,16-13-1 16,-1-1-7-16,1 0-9 0,0 3-2 0,2-10-20 0,-2 13-9 15,4-4 4-15,0-2-9 16,0 2 0-16,1-1 0 0,3-2-2 0,1 4-8 16,4 0-10-16,-2-2-6 0,0 1 3 15,1 1-10-15,-1-5-14 0,4 2 8 16,-2 2 5-16,-2-2-12 0,-2-1-6 0,3-2 1 15,-2 1-5-15,-3 0-1 0,1 0-1 16,-1 1 5-16,-1 0-2 0,-4-6-3 16,3 10-2-16,-3-10-4 0,0 13 7 0,0-13-9 15,-7 12 5-15,0-6-1 0,1 1-4 16,-1 1-8-16,-1 0-27 0,-2-2-35 16,3-2-35-16,-2 3-35 0,2-3-54 15,7-4-67-15,-11 5-103 0,11-5-165 0,0 0-45 16,0 0 58-16,0 0-169 0,-9-15-174 15</inkml:trace>
  <inkml:trace contextRef="#ctx0" brushRef="#br0" timeOffset="-29173.4">3168 7939 1793 0,'0'0'50'0,"0"0"41"0,0 0 33 0,-11 4 22 0,11-4 8 0,0 0 5 16,0 0-8-16,0 0-21 15,0 0-5-15,0 0-16 0,0 0-16 0,9-22-3 16,-9 22-10-16,14-7-10 0,-6 3-8 15,3 2-4-15,-11 2-5 0,21 0-7 0,-21 0 0 16,23 6-2-16,-14-2 1 0,3 3 3 0,-1 5 13 16,-1 0 14-16,-5 1 12 15,0 3 14-15,-3-1 6 0,1 1 2 0,-3-1 8 16,0 3-4-16,2-5 4 0,-2 1 0 16,0-2-2-16,2-3-5 0,-2 1 7 0,2-2-2 15,-2-1-2-15,0-7-5 0,4 14-2 16,-1-10-2-16,-3-4-8 0,12 8-8 0,-4-6-11 15,-8-2-5-15,16-2-11 0,-16 2-32 16,25-8-35-16,-13 4-54 0,3 0-60 16,-2-2-81-16,3 2-88 0,-5-1-82 15,-1-1-92-15,-1 0-123 0,0 1-72 16,0-2 57-16,-4 2-327 0,-1-1-407 0</inkml:trace>
  <inkml:trace contextRef="#ctx0" brushRef="#br0" timeOffset="-28822.82">3475 7850 2416 0,'0'0'-17'0,"0"0"22"0,0 0 19 15,0 0 38-15,0 0 39 0,0 0 27 16,0 0 25-16,-6 22 11 0,6-22 8 0,6 13 0 15,1-6-4-15,-4 3-1 0,3-4-2 16,1 2 7-16,0-1-3 0,4-2-7 16,-2-1-9-16,3-1-10 0,1-3-15 0,-13 0-12 15,30-3-9-15,-12-2-13 0,0-1-8 16,0 0-5-16,-3-3-7 0,0 0 8 0,-4 1 12 16,-1-2 13-16,-2 1 1 15,-4-1-1-15,-4 0-8 0,-2-4-14 0,-4-1-8 16,-6-2-6-16,-1 3-7 0,-2 2-17 15,-4 3-3-15,-2 1-15 0,0 8-38 16,-1 0-45-16,-2 6-74 0,-10 6-110 0,4 4-151 16,-1 3-208-16,3-1-156 0,3 0 69 15,7 0-516-15,7-4-663 0</inkml:trace>
  <inkml:trace contextRef="#ctx0" brushRef="#br0" timeOffset="-24492.08">1721 9356 2974 0,'3'-5'-124'0,"-3"5"58"0,0 0 41 0,4-7 30 0,-4 7 40 0,0 0 21 16,0 0 20-16,0 0 11 0,2-8 7 16,-2 8 7-16,0 0 4 0,0 0-7 0,0 0 1 15,2-7 2-15,-2 7-3 0,0 0-4 16,0 0 0-16,0 0 5 0,0 0 8 0,0 0-1 15,0 0 1-15,0 0-1 16,0 0 1-16,3-7 0 0,-3 7 0 0,0 0-9 16,0 0-7-16,0 0-7 0,0 0-13 15,0 0-8-15,0 0-11 0,0 0-9 16,0 0-10-16,0 0-5 0,0 0 0 0,11 21 1 16,-8-6 1-16,5 4 0 0,1 12-1 15,3 1 17-15,-3 0 6 0,4-1-7 0,-1-1-2 16,1-1-5-16,1 1-1 0,-1-5 11 15,-4-3-6-15,1-5 4 0,-4-3 4 16,1 1-4-16,-1-6-3 0,-3 0 0 0,4-1 10 16,-3-1 8-16,-3 1 4 15,3-3-7-15,-4-5-4 0,4 9-4 0,-4-9-6 0,2 7-3 16,-2-7-15-16,0 0-40 16,1 6-40-16,-1-6-46 0,0 0-59 0,0 0-66 15,0 0-68-15,0 0-76 0,0 0-79 16,0 0-101-16,0 0-153 0,0 0 5 15,0 0 66-15,-11-15-378 0,11 15-475 0</inkml:trace>
  <inkml:trace contextRef="#ctx0" brushRef="#br0" timeOffset="-24109.01">1995 9449 2674 0,'0'0'-39'0,"4"11"33"0,-1-4 30 0,-1 2 21 15,0 1 20-15,-2-2 10 0,2 2 9 16,3 1 11-16,-3-1 7 0,5-2 13 0,-2 1 9 16,-1-1-3-16,3-1 5 0,-1-2 5 15,0 1 3-15,-6-6-4 0,15 3-2 0,-15-3-13 16,21-2-8-16,-8-3-12 0,3-2-6 15,-3 0-7-15,-2-1-5 0,1-2 7 16,-3-1 1-16,-1 1 9 0,0-2-3 16,-6-1 4-16,2-1-7 0,-6-1-9 15,0 1-8-15,-4-3-7 0,-2-3-9 0,-1 3-3 16,1 1-10-16,-2 7-7 0,1-2-4 16,0 6-11-16,-1 1-26 0,10 4-36 0,-21 4-61 15,7 1-59-15,3 4-68 0,0 1-83 16,1 0-120-16,1 1-220 0,3-5 15 15,-1 1 71-15,2 1-294 0,2-4-346 0</inkml:trace>
  <inkml:trace contextRef="#ctx0" brushRef="#br0" timeOffset="-21674.03">3075 8880 2303 0,'-7'6'36'0,"-1"0"35"0,3-2 24 0,5-4 18 0,-7 5 28 0,7-5 21 16,0 0 5-16,0 0 1 0,0 0-3 0,0 0-7 16,0 0-4-16,0 0-13 0,0 0-16 15,35-25-7-15,-16 17-12 0,6-5-14 0,3-3-5 16,1 3-8-16,-2-2-13 0,-7 5-5 15,0 0-4-15,-3 1-4 0,-4 2-6 16,-2 2-6-16,1 0-5 0,-3 0-17 0,1 1-23 16,-10 4-34-16,13-5-57 15,-7 4-69-15,-6 1-81 0,9-4-88 0,-9 4-126 16,10-2-148-16,-10 2 54 0,11-3-251 16,-3 1-291-16</inkml:trace>
  <inkml:trace contextRef="#ctx0" brushRef="#br0" timeOffset="-21310.17">3683 8443 2217 0,'0'0'41'0,"-2"-5"12"0,2 5 2 0,0 0-4 16,0 0 0-16,0 0 7 0,0 0 12 15,0 0 6-15,-20 12 3 0,11-4 4 16,4 2-4-16,-3 3-10 0,5-1-1 0,-3 1-11 15,3-1-4-15,0-2-4 0,3 1-8 16,2 1 2-16,-1-2-7 0,4-1 3 0,2-1 1 16,1 0 0-16,4 1-5 0,1-1-2 15,0 0 3-15,2-1-1 0,-2 0 3 0,3 0 0 16,-5 3 14-16,-1-2 19 0,1 1 14 16,-3-1 18-16,-3 1 9 0,-1 1 3 15,-1-1-2-15,-6-1 7 0,1 3-6 0,-2 1-4 16,-1 1-11-16,-2 1-8 15,-3-4-9-15,0 2-11 0,-1-2-4 0,-3 2-8 16,3-5-14-16,0 3-43 0,1-4-55 16,2 0-83-16,-3-1-102 0,3-1-104 0,-1 0-132 15,1-3-172-15,1 3 57 0,7-4-328 16,-10 7-398-16</inkml:trace>
  <inkml:trace contextRef="#ctx0" brushRef="#br0" timeOffset="-8345.99">6248 11128 1645 0,'0'0'201'0,"10"2"-94"0,-10-2-27 0,0 0 20 0,7 2 27 0,-7-2 15 0,0 0 0 16,0 0-13-16,0 0 4 16,0 0-4-16,0 0 0 0,10 1-2 0,-10-1-8 15,0 0-7-15,0 0-13 0,0 0-3 16,0 0-13-16,0 0-7 0,0 0-5 0,0 0-13 16,0 0-1-16,0 0-13 0,0 0-4 15,0 0-3-15,0 0-9 0,-2 10 5 16,2-10-14-16,-15 10 6 0,4 0-4 0,-7 1-4 15,-5 8 0-15,1-2-1 0,-3 4 0 16,0-1-8-16,0 1 3 0,3 0-3 0,2-1 2 16,3-3-3-16,8-1 2 15,-3-2-6-15,4-3 5 0,4 1-5 0,1-2 12 0,3 1 10 16,5-1 18-16,4 1 11 16,4-2 6-16,1-1 5 0,8 1-1 0,8 3 3 0,1-4-4 15,-5 1-3-15,-3-3-6 16,1 1-6-16,-4 0-6 0,-1 2-5 0,-4-4-2 15,1 2-4-15,-5 0 0 0,1-2 3 16,-3 2 7-16,-2 3 13 0,-1-2 7 0,1 3 14 16,-6-3 4-16,-2 4 5 0,-8 3-7 15,0-1-4-15,-2 3-7 0,-10 4-8 0,-4 2-6 16,-4-3-1-16,0-1-8 0,1-2-6 16,4-1-1-16,2-4-2 0,5-4-5 15,4 1-3-15,4-4-12 0,-1 0-18 16,-2-2-35-16,5 1-48 0,1-1-80 15,-4-1-99-15,10-2-118 0,0 0-142 0,-21-5-184 16,17 1 50-16,-1-1-468 0,1-3-597 16</inkml:trace>
  <inkml:trace contextRef="#ctx0" brushRef="#br0" timeOffset="-7846.19">6010 11089 3044 0,'-13'-8'-95'0,"-3"3"10"0,4 4 15 0,-6 4 21 0,0-1 21 0,-4 7 25 0,-8 4 20 0,-1 3 16 0,1 5 21 15,-6 8 17-15,1 4 14 0,0 6 16 16,5 7 10-16,1 3 11 0,2 5 0 0,9 2 3 16,0 1 1-16,6-1-7 0,4 1-3 15,3 0-5-15,5-11-5 0,11 7 9 16,0-3-5-16,8-2 2 0,3-9-7 16,10-1-7-16,7-5-7 0,5-7-9 0,9-6-8 15,5-3-4-15,3-8-7 0,3-5-8 16,3-5-5-16,1-6-3 0,0-5-2 15,-4-4-6-15,-3-4-4 0,0-3 1 0,-9-3-9 16,-5-6 1-16,-1 0 1 0,-10-6-3 16,-7-3-3-16,-4-5-4 0,-10-5 0 0,-8-5-4 15,-7-2-1-15,-9-3-3 0,-9-3 0 16,-14-14 11-16,-4 6-2 0,4 16-3 0,-14-8-1 16,4 22-3-16,-3 8-6 15,-3 6 1-15,-6 9-8 0,0 8 2 0,2 8-3 16,-5 12-7-16,-1 5-33 0,6 9-46 15,5 3-78-15,-1 3-99 0,10 4-118 0,2 0-199 16,2 0-94-16,11-10 73 0,2 1-378 16,2 0-457-16</inkml:trace>
  <inkml:trace contextRef="#ctx0" brushRef="#br0" timeOffset="-3597.35">6252 8247 2930 0,'-2'-8'82'0,"0"2"39"0,2 6 15 0,-1-8 18 0,1 8-7 0,-4-5 1 15,4 5 24-15,0 0 27 16,-12 17 27-16,6 0 15 0,-3 15 9 0,4 3 4 16,-4 5 2-16,5 2-5 0,3 3-25 15,1 0-22-15,1-1-13 0,1-1-18 0,2-2-19 16,4-3-17-16,-2-2-9 0,1-5-19 16,-1-6-3-16,-1-4-13 0,-2-4-32 0,1-4-41 15,0-1-36-15,-3-2-37 0,1-1-40 16,-2 1-58-16,2-6-87 0,-2-4-102 0,0 0-91 15,0 0-90-15,0 0-112 0,0 0-80 16,-11-32 68-16,9 10-489 0,-1-15-603 0</inkml:trace>
  <inkml:trace contextRef="#ctx0" brushRef="#br0" timeOffset="-3379.86">6275 8226 3369 0,'0'-10'122'0,"-2"2"17"0,2 1 5 0,0 7-7 16,2-9-3-16,-2 9 34 0,0 0 33 15,0 0 21-15,0 0 12 0,25 23 5 0,-12-10-15 16,7 8-25-16,0 4-19 0,7-2-12 16,-1 0-21-16,1 1-7 0,2-1-22 0,-1-2-15 15,-3-1-29-15,1-1-36 0,-1-2-43 16,-2 2-59-16,-3-5-71 0,-6-2-85 0,-1-4-104 16,-6 1-88-16,0-4-109 0,-3 2-174 15,0-1 38-15,-4-6 72 0,0 4-395 16,0-4-458-16</inkml:trace>
  <inkml:trace contextRef="#ctx0" brushRef="#br0" timeOffset="-3198.18">6309 8618 2687 0,'-23'7'195'0,"0"-4"54"16,8 1 16-16,2-1 18 0,0 0 11 16,3-3 8-16,10 0 6 0,-14 4 7 0,14-4-7 15,0 0-24-15,-14 2-34 0,14-2-22 16,0 0-23-16,0 0-20 0,0 0-30 0,34-16-79 15,-16 9-70-15,5 1-95 16,8-3-115-16,5-2-146 0,-4 2-175 0,5-1-217 16,-3 0 28-16,-7 1 79 0,-5 5-500 15,2-2-602-15</inkml:trace>
  <inkml:trace contextRef="#ctx0" brushRef="#br0" timeOffset="-2898.42">6536 8328 3433 0,'-10'-13'162'0,"3"4"43"16,3 2 45-16,-2-2 23 0,2 5 1 16,4 4 6-16,-5-10-20 0,5 10-24 15,0 0 5-15,0 0 38 0,0 0 0 16,15 21-7-16,-2 5-10 0,5 5 1 0,2 11 4 16,1 5 5-16,-1-1-12 0,-4 2 2 15,4-3-101-15,-7-7-161 0,1-4 0 0,0 0 0 16,-2-3 0-16,1-2 0 0,3-5 0 15,-5-5 0-15,0-2 0 0,-1-3 0 0,3-3 0 16,0-1 0-16,-1-4 0 0,1-2 0 16,3-2 0-16,-3-4 0 0,4-2 0 15,0-1 0-15,-1 0 0 0,0-6 0 0,0 3 0 16,-5-1 0-16,5-3 0 0,-3 0 0 16,-3 0 0-16,-3 0-543 0,-1-1-276 0,-2 1-100 15,-4 3 87-15,-2-1-895 16,0-1-1160-16</inkml:trace>
  <inkml:trace contextRef="#ctx0" brushRef="#br0" timeOffset="-2661.45">6586 8315 4916 0,'-22'-9'83'0,"6"2"43"0,0-1 53 15,7 3 49-15,1 1 32 0,-2-4 21 16,5 6 7-16,-1-4-10 0,2 0-29 0,4 6-25 15,4-15-23-15,0 5-39 0,5 0-17 16,5-1-20-16,3-2-48 0,2 2-61 16,0 3-87-16,2 1-85 0,2 0-87 15,-6 2-103-15,2 3-111 0,-2 2-123 0,-2 2-207 16,1 0 19-16,-1 3 89 0,-1 2-597 16,-3 5-735-16</inkml:trace>
  <inkml:trace contextRef="#ctx0" brushRef="#br0" timeOffset="-2230.54">6806 8268 3691 0,'-7'-6'296'0,"3"1"14"0,4 5 8 0,-7-8-24 15,7 8-11-15,0 0-18 0,-5-4-26 16,5 4 5-16,0 0 17 0,0 0-15 15,10 27-19-15,-4-13-19 0,3 3-20 0,3 1-16 16,3 6-16-16,3 2-13 0,-2-4-13 16,2 0-16-16,-2-6-7 0,-2-1-11 0,1-3-8 15,-3-2-7-15,1-1-47 0,-6-1-34 16,5-4 0-16,-4 1 0 0,1-3 0 16,-9-2 0-16,18-5 0 0,-11 0 0 15,0-2 0-15,4-4 0 0,-4-1 0 0,-2-5 0 16,1-1 0-16,0 0 0 0,-2 3 0 0,0 0 0 15,0-1 0-15,-1 6 0 16,1-1 0-16,-2 5 0 0,1-1 0 0,-3 7 0 16,0 0 0-16,7-5 0 0,-7 5 0 15,0 0 0-15,15 22 0 0,-10-8 0 0,1-1 0 16,4 5 0-16,-1 2 0 0,0-1 0 16,-2 0 0-16,2-1 0 0,0 2 0 0,-1-7 0 15,0 4 0-15,1-2 0 0,-3-4 0 16,-1-1 0-16,2 0 0 0,-3-1-433 0,-3-1-251 15,3-2-187-15,-4 3 15 0,2-4 82 16,-2 2-781-16,0-7-999 0</inkml:trace>
  <inkml:trace contextRef="#ctx0" brushRef="#br0" timeOffset="-2013.52">7266 8609 4566 0,'0'0'42'0,"0"0"27"0,0 0 32 16,8-3 41-16,-8 3 41 0,0 0 30 15,0 0 8-15,15 9 7 0,-10-4-7 0,-1 0-13 16,2 2-21-16,0 5-14 16,-2 0-12-16,-3-1-15 0,1 1-16 0,-2 2-11 15,-2 0-16-15,2 1-24 0,-1 1-32 16,-3-4-52-16,0 0-48 0,1-2-56 0,-4 0-62 16,3-1-77-16,-3-3-80 0,3-2-98 15,4-4-100-15,0 0-122 0,0 0-76 0,-21-12 75 16,17 2-525-16,1-4-640 0</inkml:trace>
  <inkml:trace contextRef="#ctx0" brushRef="#br0" timeOffset="-1598.89">7340 8231 3193 0,'0'0'148'0,"-3"-11"59"0,1 6 29 15,2 5 15-15,0 0 5 0,-5-7 8 16,5 7 2-16,0 0 25 0,0 0 17 0,0 0-9 0,0 0-25 15,0 0-24-15,12 29-21 16,-8-21-19-16,1 0-18 0,1 1-17 0,2 1-12 16,-4-2-17-16,3-2-14 0,-1 1-12 15,-1 1-13-15,-1-6-8 0,-4-2-6 0,10 10-5 16,-10-10-4-16,10 2-2 0,-10-2-54 16,0 0-28-16,0 0 0 0,0 0 0 0,21-9 0 15,-16 2 0-15,-3-1 0 0,4 3 0 16,-3-1 0-16,-3 6 0 0,7-12 0 0,-5 6 0 15,-2 6 0-15,0 0 0 16,7-5 0-16,-7 5 0 0,0 0 0 0,11 19 0 16,-5-4 0-16,0 3 0 0,0 5 0 15,1 6 0-15,1-4 0 0,2 4 0 0,1 2 0 16,-4-7 0-16,2-3 0 0,-2-2 0 16,0-1 0-16,3-1 0 0,-4-2 0 15,1-1 0-15,-3-4 0 0,2-2 0 0,-3 1 0 16,3-1 0-16,0-2 0 0,-4-1 0 15,-2-5 0-15,6 1-20 0,-6-1-672 0,0 0-196 16,0 0-13-16,3-15 93 0,-4 4-852 16,-1 0-1098-16</inkml:trace>
  <inkml:trace contextRef="#ctx0" brushRef="#br0" timeOffset="-1248.88">7508 8032 4604 0,'-11'-4'19'0,"1"0"45"0,4 0 40 0,6 4 26 0,-9-2 17 0,9 2 17 0,-8-3 3 0,8 3 4 0,0 0-1 0,0 0 2 15,0 0-4-15,0 0-12 0,0 0-7 16,23-9-15-16,-12 6-22 0,5 3-15 0,-1 0-10 16,6 0-8-16,-2 4 12 15,4 4 19-15,7 5 20 0,-1 6 22 0,3 8 20 16,0 7 44-16,-8 6 36 0,-5 1-78 15,-1 3-174-15,-2 3 0 0,-3 3 0 0,1 1 0 16,-7-10 0-16,-1 2 0 0,3-4 0 16,-1-3 0-16,-4-2 0 0,0-7 0 0,1-7 0 15,-3-1 0-15,0-3 0 0,0-5 0 16,2 1 0-16,-3-3 0 0,-1-1 0 16,0-2 0-16,0-6 0 0,-7 8 0 0,3-4 0 15,-5-3 0-15,9-1 0 0,-17 0 0 16,17 0-127-16,-24-7-915 0,13 2 102 0,-2-2-1128 15,5 1-1482-15</inkml:trace>
  <inkml:trace contextRef="#ctx0" brushRef="#br0" timeOffset="-247.67">8043 8058 5357 0,'-5'6'-182'0,"5"-6"85"0,-7 3 65 0,7-3 69 0,0 0 58 0,0 0 45 0,0 0 39 0,0 0 38 15,0 0 24-15,0 0 9 0,0 0 6 16,-16 2 1-16,16-2-6 0,0 0-27 16,0 0-10-16,0 0-17 0,25-12-20 0,-11 5-18 15,6-1-19-15,1-2-29 0,6-2-111 16,-3 1 0-16,-3 1 0 0,-1 1 0 0,-4 1-36 16,0 0-170-16,-3 4-77 0,1 0-110 15,-5 2-98-15,-2 2-100 0,-7 0-190 16,12 4 4-16,-8 2 76 0,-6 6-636 0,0-3-794 15</inkml:trace>
  <inkml:trace contextRef="#ctx0" brushRef="#br0" timeOffset="-65.51">8165 8290 3901 0,'-9'7'188'0,"1"-1"58"0,2-2 51 16,1 0 47-16,5-4 30 0,0 0 17 0,-8 7 8 15,8-7-11-15,0 0-40 0,0 0-34 16,0 0-36-16,0 0-27 0,0 0-30 0,19-17-39 15,-3 6-113-15,0-1-69 0,9-2 0 16,0-3-67-16,-4 5-176 0,-4 0-125 0,2 3-142 16,3-4-141-16,-8 4-214 0,2-2 68 15,-3 3 84-15,1 2-640 0,-5-1-807 16</inkml:trace>
  <inkml:trace contextRef="#ctx0" brushRef="#br0" timeOffset="251.08">8345 7892 4089 0,'-6'-11'154'0,"2"0"33"0,4 1 3 15,0 0-7-15,0 3-4 0,4-3-5 16,2 2-4-16,-1 2-9 0,4 1-9 0,3 1-8 16,-1 4-9-16,-11 0-12 0,27 7-5 15,-9 3 13-15,0 9 17 0,0 5 17 16,-3 5 20-16,-5 3-11 0,-1 3 9 15,-2-1 1-15,-1 2 9 0,2-1 6 0,-6-8-8 16,2-1 4-16,0-6-111 0,-3-1-84 16,1-3 0-16,0-3 0 0,4-1 0 0,-5-1 0 15,1-3 0-15,5-3 0 0,-7-5 0 16,16 3 0-16,-16-3 0 0,24-13 0 0,-12 6 0 16,6-7 0-16,3-8 0 0,1 0 0 15,1-6 0-15,-1 5-588 0,-1-5-188 0,-4 3-141 16,-2-2 84-16,0 2-894 0,3 2-1159 15</inkml:trace>
  <inkml:trace contextRef="#ctx0" brushRef="#br0" timeOffset="535.57">8843 7790 4707 0,'-9'0'-12'0,"9"0"55"16,-11-2 52-16,11 2 48 0,0 0 59 0,-21 8 42 15,15-1 26-15,-1 2 8 0,0 0 10 16,2 2-3-16,-1 3-12 0,6-4-11 0,-1 2-17 15,1 1-3-15,1-4-16 0,3 3-6 16,3-3-40-16,0-1-180 0,2 1 0 0,2-5 0 16,3-1 0-16,-1-3 0 0,7 0 0 15,-4-3 0-15,5-4 0 0,-3 0 0 0,0-1 0 16,-2 1 0-16,-3-2 0 0,1 0 0 16,-5-2 0-16,-1 0 0 0,-5-2 0 15,-1 2 0-15,-4-3 0 0,-1-1 0 16,-5-5 0-16,-8-5 0 0,-4 5 0 0,1 7 0 15,-3 1 0-15,2 7 0 0,1 5 0 16,-4 5 0-16,-12 7 0 0,1 5-98 0,6 1-957 16,-3 3 117-16,1 10-1136 0,7-6-1488 15</inkml:trace>
  <inkml:trace contextRef="#ctx0" brushRef="#br0" timeOffset="10731.67">10638 15466 1293 0,'0'0'478'0,"0"0"-210"0,0 0-108 0,22-17-60 0,-13 5-24 15,7-1-20-15,-3-2-2 0,2 1-8 16,8-6-1-16,-4-1-6 0,4 4-3 0,-4 3-7 16,-4 2-25-16,1 1-34 0,-5 2-55 15,0 1-94-15,-1 1-128 0,-1 0-174 16,-5 1-64-16,2 2-48 0</inkml:trace>
  <inkml:trace contextRef="#ctx0" brushRef="#br0" timeOffset="11133.65">11002 14952 1629 0,'0'0'69'0,"0"-9"0"16,0 9-8-16,7-5-6 0,-7 5-8 15,7-5 2-15,-3 1-10 0,-4 4-4 0,16-1-6 16,-16 1-1-16,15 1-5 0,-10 3 4 16,-5-4-3-16,14 12 5 0,-8-2 15 15,-5 2 14-15,1 0 6 0,-2 2 7 0,-2 4 4 16,1-2 1-16,-5 3 5 16,2-2-1-16,0 0 4 0,-2-2-5 0,2-1-7 0,4-1-3 15,-1-2-5-15,1 1-4 16,1-3 1-16,-1 3-5 0,6-2-8 0,-1 1 2 15,2 1-2-15,0-2-2 0,4 0-9 16,0 0-1-16,-4-1-9 0,2 1 4 0,0-1-10 16,0-1 1-16,-4 1 3 0,-1 0 10 15,2 2 8-15,-6-4 8 0,-4 5-7 16,0 2-1-16,-5 3-7 0,-1-1-7 0,1-1 2 16,-3-4-9-16,-1 3-14 0,2-6-33 15,-2 0-52-15,2-4-69 0,2 0-87 0,-1-4-123 16,10 0-187-16,0 0-3 15,-9-12 61-15,9 12-69 0,3-8-57 0</inkml:trace>
  <inkml:trace contextRef="#ctx0" brushRef="#br0" timeOffset="11964.88">13767 15144 1943 0,'0'0'261'0,"0"0"4"0,0 0-9 0,0 0-23 0,-18-6-25 0,18 6-5 16,0 0-8-16,15-14-13 0,-7 6-17 15,1 0-17-15,4 0-14 0,-1 0-15 0,1-1-12 16,1 1-16-16,-3 2-17 0,0-2-25 16,3 1-36-16,-5 3-38 0,3-4-57 0,-2 3-48 15,-3 0-55-15,2 0-81 16,-2 1-114-16,-2 0-175 0,-1 0-21 0,-4 4 59 16,7-4-140-16,-7 4-152 0</inkml:trace>
  <inkml:trace contextRef="#ctx0" brushRef="#br0" timeOffset="12217.8">14012 14701 2115 0,'0'-8'186'0,"0"8"-16"15,0-9-21-15,0 9-15 16,0 0-19-16,0 0 13 0,0 0 4 0,0 0-6 15,15 24-11-15,-9-10-11 0,-3 0-8 16,4 2-10-16,-2 3-4 0,1 4-12 16,0-2-1-16,-1-1-12 0,2 0-29 0,-4 0-33 15,3-5-41-15,-3 0-65 0,1-4-58 16,4-1-60-16,-5-3-97 0,6-4-134 0,-2-3-76 16,-7 0 52-16,19-3-59 0,-6-6-46 15</inkml:trace>
  <inkml:trace contextRef="#ctx0" brushRef="#br0" timeOffset="12498.54">14353 14628 1678 0,'0'0'120'0,"0"0"27"15,0 0 24-15,0 0 38 0,-25 27 27 0,12-10 20 16,-2 7 12-16,0 2 4 0,-3 3-10 16,7 3-17-16,1 0-17 0,3 0-36 0,1 1-17 15,4-8-18-15,2-2-17 0,4-3-10 16,0-1-11-16,-1-3-10 0,3-1-13 0,4-2-9 15,-1-2-4-15,2-3-11 0,0-2-4 16,2 0-12-16,-4-2-7 0,-1-2-3 16,-8-2-8-16,17 3 0 0,-17-3-5 0,12 0-2 15,-12 0-7-15,0 0 0 16,11-9-4-16,-11 9-1 0,-2-12-6 0,2 12 0 0,-6-11-17 16,1 4-31-16,-2 0-42 15,0 2-61-15,-4-1-81 0,-1 5-102 0,-1 1-119 16,-3 0-185-16,2 3-47 0,-2 2 71 15,3 1-349-15,4-1-428 0</inkml:trace>
  <inkml:trace contextRef="#ctx0" brushRef="#br0" timeOffset="19912.52">12871 12363 2526 0,'0'0'-41'0,"0"0"26"0,0 0 19 0,0 0 25 0,0 0 18 16,1-9 23-16,-1 9 24 0,0 0 6 0,0 0 16 16,0 0-5-16,0 0 2 0,0 0-8 15,0 0-1-15,0 0-11 0,0 0-7 16,0 0-10-16,0 0-8 0,0 0-10 0,0 0-8 15,0 0 6-15,0 0 5 16,0 0 10-16,-9 32 20 0,5-9 10 0,-8 6 1 16,1 4 5-16,-1 1 7 0,-1 0 1 15,2 1 3-15,-3-4-3 0,5-2-12 0,4-6-8 16,-1-2-12-16,1-6-4 0,2 1-7 16,-1-4-7-16,2 0-8 0,0-2-4 0,1-1-2 15,1-3-5-15,-2 1-2 0,0 0 0 16,2-7-20-16,0 7-54 0,0-7-59 0,0 0-70 15,0 0-80-15,0 0-84 0,0 0-99 16,0 0-154-16,4-29-65 0,-4 17 63 16,1-2-308-16,-1-3-368 0</inkml:trace>
  <inkml:trace contextRef="#ctx0" brushRef="#br0" timeOffset="20179.5">12863 12301 2495 0,'0'0'67'0,"0"-12"19"0,0 12 5 16,0 0 7-16,0 0 10 0,0-9-12 16,0 9-7-16,0 0-9 0,0 0 27 0,0 0 28 15,0 0 7-15,19 25 5 0,-7-10-5 16,-1 2-8-16,6 5-7 0,2 4-12 16,-4 1-6-16,9-1-8 0,-2-1-12 0,-3-1-8 15,2-1-9-15,0 0-11 16,-7-6 0-16,-2-3-5 0,1-2-7 0,-6 1-7 15,0-1-18-15,1-4-31 0,-5 3-40 16,0-5-63-16,1 2-79 0,-2-2-81 0,-2-6-117 16,-4 7-185-16,4-7-28 0,-8 6 62 15,8-6-239-15,0 0-266 0</inkml:trace>
  <inkml:trace contextRef="#ctx0" brushRef="#br0" timeOffset="20381.11">12869 12622 2379 0,'-6'0'118'0,"6"0"10"0,-10 4 18 0,10-4 36 0,0 0 15 15,0 0 0-15,0 0-2 16,0 0-16-16,0 0-21 0,0 0-11 0,0 0-21 16,25-15-12-16,-8 9-30 0,-2 2-44 15,7-1-58-15,-3-4-75 0,1 4-91 0,0-1-95 16,-3-2-139-16,-2 4-175 0,-4-2 49 15,-1 2-225-15,-2 3-259 0</inkml:trace>
  <inkml:trace contextRef="#ctx0" brushRef="#br0" timeOffset="20779.55">13208 12276 2111 0,'2'-4'94'16,"-1"-2"32"-16,-1 6 15 0,0-8 17 16,0 8 6-16,0 0-8 0,0-6-9 15,0 6-18-15,0 0-5 0,0 0 29 0,0 0 11 16,6 21 1-16,-4-7 5 0,1 4 12 15,-2 9 10-15,1-2-2 0,0 11-1 16,0 2 0-16,4-4-5 0,-3 1-13 16,1-8-15-16,0-4-14 0,-1-1-11 0,4-1-6 15,-4-6-6-15,1-1-3 0,2 3-6 16,-3-7-7-16,1 0-13 0,3 0-12 0,-6-1-2 16,3-2-8-16,2-2 0 0,-3 2-15 15,1-4-26-15,3 1-39 0,-7-4-49 0,12 1-60 16,-12-1-71-16,0 0-97 0,24-5-90 15,-19 0-106-15,2 0-122 0,-5 0-113 0,2 0 73 16,-4 5-458-16,4-7-574 0</inkml:trace>
  <inkml:trace contextRef="#ctx0" brushRef="#br0" timeOffset="21013.03">13145 12318 3273 0,'-13'-5'58'0,"5"0"23"16,-2 2 27-16,10 3 29 15,-11-6 26-15,11 6 22 0,-8-3-3 0,8 3-13 0,0 0-16 16,-6-7-13-16,6 7-17 16,0 0-12-16,18-13 4 0,-5 9-12 0,3-2-20 15,-2 2-48-15,6-2-52 0,-4 1-78 16,2 1-89-16,0-2-85 0,-4 2-93 0,-1 0-124 15,-3 0-145-15,2 0 54 0,-7 1-307 16,-5 3-366-16</inkml:trace>
  <inkml:trace contextRef="#ctx0" brushRef="#br0" timeOffset="21795.29">13439 12342 2349 0,'0'0'20'0,"-4"-10"29"0,4 10 11 0,4-10 11 0,-4 10 12 0,3-11 16 0,1 5 6 0,3-2 4 16,-3 4-16-16,5-2-8 0,0 1-12 15,-2 2-8-15,2 0-2 0,2 0-3 0,0 3-8 16,-11 0-2-16,23 3-12 0,-14-3-2 16,3 4 3-16,-3-1 11 0,0 3 12 0,-1-2 15 15,-2 4 9-15,-2-1 12 0,0 2 7 16,-4 0 15-16,-2 2-2 0,-2 0 3 0,0 0-1 16,-2 3-4-16,0-1-2 15,-1-1-11-15,3-3-7 0,-1 1-7 0,-2-1-12 16,5-1-5-16,-3 1-6 0,3-2-9 15,0-2-6-15,0 2-5 0,2-7 1 0,-1 10-1 0,1-5 0 16,0-5 0-16,1 10-3 16,1-5-2-16,2 1-3 0,0 1-6 0,-3-2-1 15,4 1-5-15,-1-1-3 0,0 1-4 16,-3 0-1-16,3 0-2 0,0 0 4 0,-2 0 2 16,-1-1-5-16,-1 3 4 0,0-8-4 15,-3 12 3-15,-1-6-2 0,0-1 1 16,1 1 0-16,-6 0-4 0,2 0 0 0,1-2-5 15,-3 0-22-15,4-2-39 16,5-2-52-16,-14 2-80 0,14-2-99 0,-15-2-91 16,15 2-112-16,-12-4-172 0,12 4 0 15,-9-6 73-15,9 6-348 0,-2-4-413 0</inkml:trace>
  <inkml:trace contextRef="#ctx0" brushRef="#br0" timeOffset="22029.74">13644 12558 2558 0,'14'-2'-4'0,"-14"2"23"0,11 0 20 0,-11 0 27 0,0 0 7 0,14 4-2 16,-14-4 0-16,9 4 3 0,-4 0-6 16,-1 2-6-16,0-1-6 0,-1 0-1 15,-2 4-9-15,-1-3-2 0,0 0 1 0,0 4-7 16,-1-3 1-16,-6 3-20 0,2-3-37 15,-3 1-38-15,3-1-59 0,-6 0-83 0,2-4-108 16,4 1-187-16,5-4 14 0,-11 1-125 16,11-1-102-16</inkml:trace>
  <inkml:trace contextRef="#ctx0" brushRef="#br0" timeOffset="22445.98">13708 12297 1861 0,'-3'-4'120'0,"3"4"12"0,0 0 3 0,0 0 9 16,-4-11 2-16,4 11-8 0,0 0-4 15,12-6-15-15,-12 6-11 0,20-6-8 16,-8 4-17-16,1 0-2 0,-13 2-11 0,27 2-16 16,-11 0 4-16,-5 1-11 0,7 0 0 15,-6 4-6-15,-2 1-4 0,2 2-2 0,-5 0 2 16,0 1 8-16,-5 2 27 15,2 3 1-15,-4-3 16 0,0 1 2 0,-2 3-4 16,0 0 1-16,0 0 0 0,-1 0-11 0,1-5-5 16,0 2-6-16,0-1-6 0,0-2-4 15,2-1 3-15,2 2-3 0,-2-3-3 16,0-1-2-16,2 4-6 0,2-1-3 0,-2-1-3 16,-1 1-6-16,3-3-2 0,0 2-11 15,0-2 7-15,-4 2-4 0,4-3-1 0,-2 3 0 16,-2-3-3-16,2 1-2 0,-2-8-1 15,-2 16 1-15,-2-8-3 0,1-1-1 16,-4 2-1-16,0-3-2 0,-1 1-17 0,-4-2-19 16,3-1-33-16,-2-4-55 0,11 0-80 15,-18 0-80-15,6-4-111 0,1 1-163 16,4-2-80-16,0 0 67 0,1 0-302 16,2 0-346-16</inkml:trace>
  <inkml:trace contextRef="#ctx0" brushRef="#br0" timeOffset="22963.91">13866 12239 2293 0,'-8'-4'58'0,"8"4"22"0,-12-8 12 0,8 4 5 0,3-1 4 0,1 5 4 0,-6-10-10 15,8 3-8-15,2-2-8 0,-1 3-3 16,3-1-12-16,2 3-10 0,1-2-2 0,2 2-5 15,0 4-2-15,-11 0 0 16,22 4 11-16,-6 3 7 0,-2 4 15 0,4 3 12 16,-2 7 17-16,2 4 8 0,0 4-1 15,-4 0-1-15,-3 3 0 0,3 2-2 0,-3 0-1 16,0 1-5-16,-4 0-6 0,0-2-7 16,1 2-5-16,-3-2-10 0,0-6-2 0,-3-4-8 15,0-2-7-15,-2 1-1 0,0-1-6 16,0 0-1-16,-4 1-6 0,-1-5-1 0,3 2-3 15,-1-1-4-15,-3-4-3 0,2 3-1 16,-3-2-5-16,-1-1 2 0,0-2-5 0,1-1-3 16,1-2-2-16,-4-2-20 0,5 0-33 15,-3-4-50-15,5 0-78 0,3-3-89 16,0 0-85-16,0 0-105 0,-23-8-154 0,17 3-53 16,4-1 73-16,0 0-321 15,2-4-377-15</inkml:trace>
  <inkml:trace contextRef="#ctx0" brushRef="#br0" timeOffset="23198.99">14321 12576 2726 0,'0'0'154'0,"0"0"-2"0,-6-8-13 0,6 8-11 0,-1-6-10 0,1 6-9 0,3-9-11 0,1 3-15 0,2 2-23 16,-1-4-56-16,4 3-79 0,1-2-91 15,0 2-118-15,1-3-148 0,-1 2-102 0,-1 2 43 16,0-2-118-16,2 3-107 0</inkml:trace>
  <inkml:trace contextRef="#ctx0" brushRef="#br0" timeOffset="23379.94">14296 12654 1876 0,'-9'7'140'16,"0"0"29"-16,2-4 34 0,3 1 41 15,4-4 38-15,-7 5 26 0,7-5 7 0,0 0-16 16,0 0-23-16,0 0-25 0,0 0-17 16,0 0-31-16,0 0-23 0,0 0-50 15,34-4-66-15,-19 1-79 0,1-2-112 0,-2 0-120 16,0-1-128-16,1 0-136 0,-1-1-128 15,1 0 63-15,-3 4-337 0,-3-1-394 0</inkml:trace>
  <inkml:trace contextRef="#ctx0" brushRef="#br0" timeOffset="23712.2">14549 12596 2658 0,'-5'3'127'0,"5"-3"39"0,-6 4 16 16,6-4 14-16,0 0 18 0,0 0 0 0,0 0-11 16,0 0-19-16,0 0-20 0,23-17-15 15,-12 7-13-15,5 4-28 0,-1 0-50 0,4-2-74 16,0-1-110-16,0 1-143 0,8-6-190 16,-6 5-176-16,-2 1 59 0,0 1-335 0,-1 0-392 15</inkml:trace>
  <inkml:trace contextRef="#ctx0" brushRef="#br0" timeOffset="24130.8">14884 12311 2831 0,'-5'-6'190'0,"3"2"4"0,2 4 7 15,-2-8-3-15,2 8-4 0,2-10-20 0,-2 10-19 16,7-7-19-16,-7 7-10 0,13-4-14 15,-13 4-18-15,12 0-4 0,-12 0-11 0,20 4-16 16,-13 2 0-16,2 3-7 0,2-1-3 16,-6 4-4-16,1 2-7 0,-4 1-1 15,-1-1 4-15,-2 3 7 0,-1 0 10 16,-2 0 6-16,2-1 9 0,0-1-6 16,1-1-5-16,-1-4-3 0,0 1-4 0,2-3-2 15,0 2 10-15,2-3-5 0,0 2 11 16,-1-2-7-16,1 2 3 0,2-3-7 0,0 2-4 15,-1-4-2-15,3 4-11 0,-2-2 1 16,2 1-6-16,0-3-8 0,-3 4 2 0,3-4-8 16,-4 4 6-16,-2-8-1 0,3 13 6 15,-1-5 13-15,-4-2 19 0,2-6 9 0,-9 17 2 16,0-6-4-16,-5-3-11 0,-1 2-6 16,-4 1-9-16,0-3-2 0,-4 1-48 0,0-1-74 15,2-1-105-15,1-2-162 16,-4 2-205-16,-38 0-314 0,40-4 94 15,9 1 78-15,1-1-577 0,3 1-724 16</inkml:trace>
  <inkml:trace contextRef="#ctx0" brushRef="#br0" timeOffset="32610.54">16274 12047 3367 0,'0'0'-88'0,"2"-10"31"0,-2 5 21 0,0 5 25 0,0-10 29 16,0 2 35-16,0 8 27 0,0-9 21 0,0 9 7 15,0-9-1-15,0 9-1 0,0-9-11 16,0 9-9-16,-2-7-9 0,2 7-11 16,0 0-9-16,0 0-10 0,0-7-9 15,0 7-1-15,0 0 17 0,0 0 12 0,-6 28 24 16,5-7 8-16,-7 3 14 0,2 10 2 15,-4 1 1-15,-1 1 1 0,-1 2 7 0,1 2-7 16,0-5-2-16,-1 2-8 0,5-4-7 16,-1-3-10-16,0-8-12 0,4-3-3 15,3-5-9-15,-1-2-5 0,-2-2-4 0,2-1-4 16,0-1-3-16,2-1-9 0,-1-1-28 16,1-6-53-16,0 5-83 0,0-5-115 15,0 0-106-15,0 0-114 0,0 0-163 16,1-26-66-16,1 14 66 0,0-2-401 0,2-1-498 15</inkml:trace>
  <inkml:trace contextRef="#ctx0" brushRef="#br0" timeOffset="32876.29">16288 11964 2972 0,'0'0'76'0,"0"-10"8"0,0 10-6 16,0 0-11-16,2-7-10 0,-2 7 32 15,0 0 45-15,0 0 19 0,16 17 10 16,-4-5-5-16,9 8-5 0,2 2-6 16,2-1-11-16,0 6-12 0,5 1-12 0,-6-3-10 15,1-3-10-15,0 4-9 0,0-1-6 16,-2-2-12-16,-3-3-6 0,-4-3-10 0,-5-3-10 16,-1 0-31-16,0-3-34 0,-5 1-33 15,3-4-74-15,-7 1-78 0,1-1-95 0,-2-2-121 16,0-6-189-16,-2 6 12 0,2-6 59 15,-9 4-254-15,9-4-288 0</inkml:trace>
  <inkml:trace contextRef="#ctx0" brushRef="#br0" timeOffset="33108.86">16375 12273 2497 0,'-13'3'184'15,"2"-3"17"-15,11 0 14 0,-12 0 22 16,12 0 18-16,0 0 15 0,0 0-7 0,-11-4-24 16,11 4-24-16,0 0-22 0,0 0-22 15,26-16-17-15,-11 10-23 0,6-3-46 0,3 3-55 16,-2 1-63-16,1 0-89 0,-6 2-92 16,2 2-90-16,-5-4-89 0,-3 4-119 0,-1 0-117 15,-10 1 61-15,15 0-305 16,-15 0-355-16</inkml:trace>
  <inkml:trace contextRef="#ctx0" brushRef="#br0" timeOffset="34627.52">16640 11910 2272 0,'-4'-10'-9'0,"4"10"23"0,-4-9 17 0,4 9 16 0,0-9 12 0,-1 4 25 15,1 5 26-15,0-8 26 0,0 8 15 16,-2-9 5-16,2 9-9 0,0 0-13 0,0-9-10 16,0 9-10-16,2-7-15 0,-2 7-12 15,0 0-9-15,0 0 6 0,0 0 4 16,0 0 13-16,0 0 4 0,14 21 13 16,-7-6 6-16,-2 9 4 0,-1-3 8 0,2 16 7 15,-5 0 0-15,3 3-1 0,0-1-1 16,-2 0-3-16,0-3 0 0,0 0-14 15,0-7-10-15,4-2-1 0,-3-6-8 0,1 2-5 16,2-2-3-16,-3-5-7 0,4-2 2 16,-2 0 2-16,5-2-4 0,-1-3-5 0,1-1 1 15,3-5-16-15,1-1-4 0,-1 0-8 16,0-2-6-16,2 0-12 0,-2-2-28 0,-1-1-27 16,1 1-26-16,-1-1-31 0,1-1-45 15,-2 3-40-15,-1-3-61 0,0 1-77 16,-5-1-81-16,3 1-84 0,-4-3-106 15,-4 6-153-15,4-8 57 0,-2 3-479 0,-2 5-607 16</inkml:trace>
  <inkml:trace contextRef="#ctx0" brushRef="#br0" timeOffset="34877.19">16668 11863 3283 0,'-7'-1'74'0,"2"-3"29"0,5 4 25 0,-11-7 9 0,11 7 3 0,-3-7-4 15,3 7-2-15,2-8-13 0,-2 8-13 16,12-10-11-16,-5 1-12 0,6 2-5 16,4-1-14-16,3-1-39 0,-2 2-38 0,4-1-62 15,-4 1-68-15,1 4-62 0,1-1-52 16,-4 1-77-16,-2 3-68 0,-3 0-128 0,0 2-8 15,0 0-226-15,-8 4-252 0</inkml:trace>
  <inkml:trace contextRef="#ctx0" brushRef="#br0" timeOffset="36758.64">17029 11972 2086 0,'0'0'23'0,"-2"-8"8"0,2 8 2 0,4-8 4 0,-4 8 8 0,11-12 14 0,-5 5 8 16,3 0 2-16,1 0 5 0,-3 0-12 16,3 2-9-16,-1 0-6 0,1 0-5 15,-2 4-2-15,1-1-2 0,-9 2 4 16,15 3 13-16,-7 4 16 0,-2 0 16 0,-1 3 15 15,-5 4 16-15,0-1 17 16,0 7 0-16,-3 1 3 0,-3 2 0 0,1 0-7 16,-6-3-5-16,6 1-10 0,1-7-11 15,1 4-8-15,-1-7-7 0,0 2-4 16,4-2-7-16,-2-3-5 0,4 0 2 0,2-2 1 0,0 0-5 16,-1-2-4-16,5-1-4 15,-8-3 29-15,10 4 26 0,-10-4 20 0,0 0 15 16,0 0 0-16,0 0-1 0,0 0 12 0,5-17 3 15,-5 17 0-15,-15-18 1 0,2 5-3 16,-1 1-8-16,-3-2-4 0,3 6-11 16,1-4-7-16,0 3-3 0,3 1-15 0,1 1-7 15,2 0-11-15,-2 1-7 0,6 2-12 16,-5-1-12-16,8 5-4 0,-5-9-18 0,5 9-22 16,0 0-40-16,5-15-53 0,5 11-72 15,0-2-81-15,3-1-89 0,0 3-106 0,2-1-104 16,5-4-142-16,0 3-171 0,-2 1 81 15,5 1-687-15,-3-2-890 0</inkml:trace>
  <inkml:trace contextRef="#ctx0" brushRef="#br0" timeOffset="37025.6">17335 11980 3804 0,'-9'1'-108'0,"9"-1"18"0,0 0 22 0,0 0 29 0,0 0 31 0,0 0 16 0,0 0 4 0,0 0 10 16,23 6 0-16,-13-2-2 0,-5-2 3 0,4 6-3 16,2 1-1-16,-2 0-1 0,-2 2 7 15,3 3-3-15,-2-1-1 0,-5 3 0 0,1 1-1 16,2 0-6-16,-5-1 6 16,-1 4-6-16,0-3 0 0,-1 0 6 0,-3 2-8 15,-2-1 3-15,3 1-15 0,-3-5-27 16,0 3-26-16,2-5-39 0,-2 1-51 15,5-5-57-15,-5 0-96 0,2-3-150 0,4-5-66 16,-1 5 50-16,1-5-97 0,0 0-60 16</inkml:trace>
  <inkml:trace contextRef="#ctx0" brushRef="#br0" timeOffset="37525.05">17651 11812 1493 0,'3'-5'-13'0,"-3"5"11"16,6-5 0-16,-6 5 14 0,0 0 14 0,0 0 21 15,0 0 12-15,13 10 18 0,-11-1 19 16,-1 3 4-16,-1-1 13 0,0 7 2 16,-1 0 10-16,-1 6 9 0,-2-3 5 0,0 1-1 15,2-3-8-15,2 0 4 0,0 1-3 16,0-3-13-16,0-4-12 0,2 0-9 16,0-2-2-16,2-2 7 0,0 1-13 0,1-3 1 15,3-4-15-15,2 1-2 0,-3-3-13 16,-7-1-4-16,18-1 2 0,-18 1-2 0,12-4 11 15,-12 4 20-15,11-8 14 0,-9 4 19 16,-2-3 23-16,0 7 18 0,-13-18 13 0,4 7 12 16,0-1 11-16,-10-6 7 0,-3 4-18 15,6 3 11-15,-4 2-3 0,7-3-8 16,-4-1-7-16,4 6-6 0,1-2-15 0,3 3-11 16,-1 0-16-16,2-1-13 0,4 2-11 15,4 5-18-15,-9-10-29 0,7 7-52 16,2 3-62-16,4-11-88 0,3 4-113 0,7 2-155 15,-1-3-173-15,8 1-267 0,-4 2 70 16,6 0 79-16,2-1-566 0,4 3-727 0</inkml:trace>
  <inkml:trace contextRef="#ctx0" brushRef="#br0" timeOffset="38041.14">17759 11689 3539 0,'-11'-8'4'0,"0"3"35"0,8 1 41 0,-5-1 19 0,6-2 10 0,1-1 18 16,-1 2-5-16,4-3-9 0,-1-1-14 0,7 0-12 16,1-1-10-16,7 3-8 0,-1 3-8 15,2 1-6-15,4 4-6 0,1 4-6 16,7 8-3-16,-2 4-7 0,0 3-1 0,-4 5-4 15,-2 1-3-15,-4 4 2 0,-2 1 2 16,-2 5 0-16,-2-1 2 0,1 0-2 0,-4 4 0 16,-1-2 4-16,2 1-4 0,-4-3 0 15,2-2-2-15,-5-6-4 0,4-2-3 0,-4-5 1 16,0-1 0-16,-1 1-2 0,-1-2-1 16,0-1-3-16,0 1 2 0,-3-3-1 15,-1 3-1-15,-2-3-2 0,-1 0 2 16,2-1-3-16,-6-3 0 0,2 0-3 0,2-3-20 15,-3 1-37-15,0-6-60 0,3 1-77 16,7-3-89-16,-16-3-98 0,16 3-125 0,-9-11-152 16,3 2 64-16,6 0-347 0,0-1-411 15</inkml:trace>
  <inkml:trace contextRef="#ctx0" brushRef="#br0" timeOffset="38257.95">18321 11930 2505 0,'-15'-1'127'0,"15"1"49"0,-12-4 24 16,12 4 26-16,-8-2 18 0,8 2 4 0,0 0-7 16,-7-2-26-16,7 2-24 0,0 0-29 15,0 0-46-15,17-16-66 0,-6 9-94 0,0 2-112 16,1-2-117-16,1 0-127 15,3 0-194-15,-1 0 12 0,-1 0 62 0,1 4-205 0,-3-1-218 16</inkml:trace>
  <inkml:trace contextRef="#ctx0" brushRef="#br0" timeOffset="38457.77">18286 12076 2248 0,'-11'7'145'0,"4"-2"39"16,1 0 39-16,6-5 49 0,-8 1 49 0,8-1 35 15,0 0 4-15,0 0-27 0,0 0-31 16,0 0-31-16,0 0-42 0,0 0-18 0,27-18-59 16,-14 11-63-16,0 1-81 0,7-6-95 15,-4 5-123-15,4-2-103 0,-7 0-115 16,2 2-185-16,-2-1-46 0,-1 2 68 16,-1 4-363-16,-3-2-431 0</inkml:trace>
  <inkml:trace contextRef="#ctx0" brushRef="#br0" timeOffset="39908.21">18488 11644 2470 0,'0'0'-44'0,"0"-9"30"0,0 9 31 0,0 0 31 0,0-8 24 0,0 8 22 16,0 0 22-16,0 0 7 0,0-6-3 16,0 6 9-16,0 0 1 0,0 0-10 15,0 0-4-15,-1-8-9 0,1 8 0 0,0 0-3 16,0 0-11-16,0 0-5 0,0 0-11 16,0 0-8-16,0 0-11 0,0 0 1 0,0 0-7 15,0 0 19-15,0 0 12 0,11 22 11 16,-9-6 4-16,2 5 5 0,4 0 3 0,-3 12 3 15,2 2-9-15,4-2-1 16,-2 4-7-16,-2 1-8 0,1-6-3 0,2 2-3 16,-5-5-5-16,3-4 4 0,-5-4 2 15,3-6-8-15,0 0-4 0,-2-1-6 0,0-2-5 16,0-2-4-16,-3-1-5 0,1-2-3 16,2-1-5-16,-2 3-4 0,-2-9-4 0,3 10-3 15,-3-10-4-15,3 9-19 0,-3-6-29 16,0-3-41-16,2 7-53 0,-2-7-110 0,0 0-113 15,0 0-111-15,0 0-141 0,0 0-108 16,0 0 68-16,0 0-436 0,0 0-541 0</inkml:trace>
  <inkml:trace contextRef="#ctx0" brushRef="#br0" timeOffset="40441.53">18788 11722 2870 0,'0'-12'-58'0,"3"7"14"0,-1-3 12 0,4 0 17 0,-1 0 23 0,6 0 20 0,-4 2 9 16,0 1-1-16,4-1-6 0,-4 2 0 16,-7 4 2-16,16 2 7 0,-3 4 10 15,-4 1 14-15,-2 2 20 0,3 4 23 16,-4 3 12-16,-2 4 18 0,-3-2 17 0,-2 8 3 16,-3-2 9-16,-2 9 5 0,0 3 1 15,0-11-10-15,4-1-11 0,-1 0-11 0,-1-3-17 16,2-4-8-16,2 1-9 0,2-1-5 15,2-6-11-15,-1 0-5 0,3-1-7 16,2-4-7-16,3-1-8 0,0-5-6 16,2 0-5-16,-4 0 1 0,-9 0-7 0,19-4-1 15,-13-1 11-15,-3-2 10 0,-3 0 21 16,0 7 29-16,-9-20 27 0,-5 5 24 16,-13-2 8-16,-1-1 12 0,-5-1-16 0,3 3 4 15,-6 3 4-15,4 1 2 0,9 1-4 16,6 4 2-16,1 2-4 0,5-1-54 0,4 0-120 15,-3 1 0-15,0 2 0 0,10 3 0 16,-1-7 0-16,1 7 0 0,21-14 0 0,-5 8 0 16,15-7-164-16,1 5-369 0,2-2-169 15,3 3-227-15,1-3 92 0,-7 8 90 0,-3 0-708 16,-3 2-905-16</inkml:trace>
  <inkml:trace contextRef="#ctx0" brushRef="#br0" timeOffset="43923.76">13591 12311 3596 0,'11'-1'-259'0,"-11"1"49"0,0 0 40 0,0 0 38 0,0 0 34 0,0 0 30 0,9-2 20 0,-9 2 26 0,0 0 18 0,0 0 13 16,0 0 13-16,9-3 10 15,-9 3 9-15,0 0 6 0,0 0 8 0,0 0 7 16,0 0-2-16,7-2 8 0,-7 2 4 15,0 0 0-15,0 0 4 0,0 0-1 0,0 0 3 16,0 0-1-16,0 0-13 0,0 0 5 16,0 0 1-16,0 0-16 0,0 0 7 0,0 0-4 15,0 0-15-15,0 0 4 0,0 0-10 16,0 0-1-16,0 0-3 0,0 0-3 0,0 0-3 16,0 0-1-16,0 0-3 15,0 0-8-15,0 0 3 0,-25 7 1 0,16-4-10 16,-3 1 7-16,3 1-4 0,-6 1-2 15,1 0-4-15,1 2 1 0,-1-2-3 0,1 3 5 16,1 0 9-16,1 0-4 0,0-1-4 16,3 2-6-16,0-3 4 0,3 2 0 15,1-2-5-15,2 1 14 0,1-1-5 0,1 0 2 16,1 1 0-16,1-1 9 0,6 0-2 16,-3 0 0-16,5 1-4 0,1-2-3 0,0 2 5 15,3-1-5-15,-3 2 2 0,1-2-8 16,1-1 1-16,-2 3 3 0,0-1 3 0,-4-2-5 15,0 3 17-15,-1-1 10 16,0 2 14-16,-2-2 5 0,0 3 4 0,-2-2 3 16,-4 0 1-16,0 1-3 0,0 0 3 0,-2-1-2 15,0 3 0-15,-4-1-3 0,-1 1 1 16,0-1-1-16,-3-1-3 0,1 0-8 16,-3-1-1-16,3-1-4 0,2-1-1 0,-3-2-8 15,2 2 0-15,3-3-1 0,2 2-4 16,-2-4-5-16,1 2-3 0,6-4-4 15,-7 5-22-15,7-5-24 0,-4 5-36 0,4-5-47 16,0 0-89-16,0 0-78 0,-9 1-92 16,9-1-126-16,0 0-172 0,0 0 63 0,0 0-364 15,0 0-447-15</inkml:trace>
  <inkml:trace contextRef="#ctx0" brushRef="#br0" timeOffset="44773.06">13941 12392 2487 0,'4'-6'-43'0,"-4"6"28"0,6-4 16 0,-6 4 14 0,4-6 14 0,-4 6 18 0,4-5 11 0,-4 5 5 16,0 0-3-16,4-8-6 0,-4 8-4 15,0 0-6-15,1-6-10 0,-1 6 1 16,0 0-4-16,4-6-3 0,-4 6-7 0,0 0 4 16,0 0 7-16,0 0 4 0,0 0 10 15,0 0 7-15,0 0 10 0,0 0 0 16,0 0-1-16,0 0-5 0,-11-5-2 16,11 5-1-16,0 0-7 0,-18 2-5 0,18-2 16 0,-14 7-7 15,2-1-2-15,1-1-1 16,-1 2-7-16,0 2-2 0,0-1 3 0,-1 0-10 15,4 1 2-15,4 0-5 0,-3 1 3 16,2 0-4-16,2 0-4 0,2 1-1 0,2-1 3 16,0 0-4-16,4 2 3 0,3-1-2 15,0-1-4-15,2 1 4 0,3-2-2 16,-1 2-5-16,2-1 7 0,1 1-10 0,-1-3-2 16,1 1 5-16,-3-1-6 0,0 2 0 15,-1-2-4-15,1 4 11 0,-2-7 15 0,-2 5 10 16,-2-2 22-16,1 1 6 0,-2-3 16 15,-2 3 8-15,-1 0 4 0,-1 0 0 16,-3-1 5-16,1 0-3 0,-4 3-5 16,3-3-6-16,-6 1-3 0,2-1-3 0,0-1-9 15,-3 0 1-15,0 0-6 0,5-2-5 16,-5 0-3-16,5 1-8 0,-2-2-5 0,2 0-5 16,-1 0-7-16,6-4-24 0,-11 6-28 15,7-6-38-15,4 0-43 0,-10 3-53 0,10-3-60 16,-9 2-77-16,9-2-76 0,0 0-115 15,-13 0-221-15,13 0 63 0,0 0 71 16,0 0-308-16,-14 0-355 0</inkml:trace>
  <inkml:trace contextRef="#ctx0" brushRef="#br0" timeOffset="49437.82">9686 3798 2331 0,'-5'-9'-43'0,"3"4"24"0,-2-2 17 0,0 1 15 0,2-2 0 0,-2 4 3 0,0-1 3 16,2-3-3-16,2 8-3 0,0 0-5 15,0 0 18-15,0 0 27 0,0 0 24 16,-2 29 14-16,6-6 8 0,4 13 10 16,-2 3-6-16,5 13-4 0,-2-3 10 0,1 2-12 15,2-5-6-15,-5-7-11 0,1-3-4 16,1 0-13-16,-1-4-5 0,-3-5-5 0,-1-7-10 15,3-3 0-15,-6-2-2 0,3 1-19 16,-2-6-26-16,2 1-33 0,-3-3-50 0,3-1-84 16,-4-4-119-16,0-3-148 0,0 0-109 15,0 0 49-15,0 0-89 16,0 0-88-16</inkml:trace>
  <inkml:trace contextRef="#ctx0" brushRef="#br0" timeOffset="50354.66">8596 4085 1606 0,'-13'0'-18'16,"1"0"0"-16,5 3 7 0,7-3-1 0,0 0-6 16,-17 0 10-16,17 0-1 0,0 0 11 15,0 0-4-15,0 0 10 0,0 0 4 0,0 0 2 16,79-4 4-16,-18-5 2 0,14-3 2 16,30-5-9-16,11-1-1 0,15-5-13 15,11-1-34-15,3 0-37 0,7-2-34 0,6-1 2 16,50-6 6-16,-48 5 11 0,-4 3 11 15,-2-1 2-15,-2 1 10 0,-6 0 11 16,-17 4 10-16,-5 3 10 0,-13 2 6 16,-33 3 5-16,-10 5 9 0,-8-1 2 0,-21 4 11 15,-10 2 22-15,-8 1 19 0,-6 0 19 16,-3 0 9-16,-3 1 3 0,0 1-6 16,-9 0-5-16,0 0-5 0,14 1-4 0,-14-1-6 15,4 12 11-15,-2-1 4 0,0 3 5 16,0 2 7-16,-1 7 4 0,3 12 0 0,2-1 0 15,0-2-5-15,3 4-3 0,1 0-7 16,2-2-3-16,-5-1-6 0,4 1-6 0,-4-2-2 16,2-2-1-16,-4-8-4 0,-1-1-3 15,0-6 4-15,-2-3 2 0,-4 0-2 16,2 0 1-16,-8 3-3 0,1-2-4 0,-9-1-4 16,-9 6-3-16,-5 1-2 15,-15 4-4-15,-11-1 0 0,-3 0-2 0,-21 10-3 16,-7 0-1-16,-8 0 1 0,-2 1-3 15,-11 6-3-15,-10 0 2 0,-7 4-1 0,-9 0 6 16,1-1 27-16,-5-4 15 0,9-2 7 16,-1-4 0-16,5 0-7 0,4-7 3 15,11-2-4-15,5-1-4 0,12-3 3 0,24-4 27 16,9-5 15-16,17-2 2 16,5 0-8-16,10-2-6 0,4-2-8 0,7-1-9 0,4 1-7 15,-1-4-6-15,3 3 0 0,11-3-13 16,-19 3-6-16,19-3 4 0,-11 0-9 0,11 0-5 15,-12 2 5-15,12-2-11 16,0 0-5-16,0 0 4 0,-19 2 5 0,19-2-4 16,0 0-8-16,0 0 7 0,-17-2-10 15,17 2 8-15,-12-5 0 0,12 5 4 16,-13-5 7-16,5 0-5 0,-1-1-1 0,2-4-8 16,-3 0 2-16,2-3-4 0,1-5-1 15,-3-11-4-15,0-4-6 0,5-5 3 0,1-5-1 16,-2-9-3-16,5-6-4 0,-3 3 0 15,2-4-5-15,2 1 5 0,0 9-1 0,2 4 1 16,2 3-6-16,-4 4-11 16,-2 8-7-16,0 5 2 0,2 5-9 0,-2 1-8 15,2 5 3-15,-2 1-21 0,0 1-23 16,1 1-28-16,-6 5-25 0,1 2-36 16,-1 2-48-16,7 2-66 0,-21 4-114 0,4 6-174 15,-10 6 39-15,8-5-144 0,-4 8-173 16</inkml:trace>
  <inkml:trace contextRef="#ctx0" brushRef="#br0" timeOffset="51037.56">9652 3931 1804 0,'-2'-11'24'0,"2"0"24"0,0 1 19 0,0 2 11 0,-2-1 8 0,0 2 1 16,2 0 11-16,-2-1 18 0,2 3 12 16,0 5 8-16,-3-13 0 0,3 13-18 15,-2-8-10-15,2 8-5 0,-3-7-19 16,3 7-13-16,0 0-2 0,0 0-10 0,0 0-8 16,0 0-4-16,0 0 4 0,20 24-11 15,-7 2 21-15,2 4 11 0,6 18 7 16,0 0 3-16,0 4-2 0,4 5-8 0,0-1-2 15,4 1-6-15,-4 2-10 0,-2-1 2 16,1 0-9-16,-3-7 4 0,-3-2 9 0,0-4 11 16,1-4-5-16,-6-8-5 0,-2-6-7 15,-1-6-3-15,-4-4-1 0,1-3-4 0,-3-4 6 16,2 0 17-16,-2-1 15 16,-2-2 8-16,0 0 4 0,-2-7-2 0,5 8-11 15,-5-8-10-15,0 0-9 0,0 0-15 16,0 0-31-16,0 0-31 0,0 0-36 15,0 0-52-15,0 0-72 0,12-20-69 0,-12 15-70 16,0 5-101-16,0 0-158 0,-10-9-74 16,10 9 72-16,-9-3-290 0,9 3-348 0</inkml:trace>
  <inkml:trace contextRef="#ctx0" brushRef="#br0" timeOffset="52838.48">8920 4706 2552 0,'-14'6'38'0,"5"-1"16"16,0-4 26-16,9-1 26 0,-14 4 13 0,14-4 27 0,-7 3 4 0,7-3 0 0,0 0-7 16,0 0-14-16,0 0-17 0,0 0-10 15,32-19-12-15,0 9-4 0,18-5-8 16,4 1-10-16,0 1-11 0,2 1 1 16,-5 0-9-16,-9 1-2 0,0 1-7 0,-4 2-7 15,-2 0 1-15,-11 3-7 0,-2 1 4 16,-6 0-7-16,1 0-3 0,-4-1 2 0,-2 1-3 15,-1 4 4-15,-1-6-4 16,-10 6-5-16,15-8 4 0,-11 5-3 0,-4 3-3 16,7-7-2-16,-7 7 0 0,0 0-3 15,6-7-26-15,-6 7-26 0,5-2-35 0,-5 2-67 16,0 0-70-16,0 0-115 0,0 0-149 16,0 0-132-16,0 0 49 0,0 0-225 15,0 0-275-15</inkml:trace>
  <inkml:trace contextRef="#ctx0" brushRef="#br0" timeOffset="53588.81">10315 4313 2157 0,'-16'4'-26'0,"7"-2"18"0,0 2 18 0,1-2 14 0,8-2 14 16,-13 3 11-16,13-3 12 0,-8 0 15 0,8 0 1 16,0 0-6-16,0 0-3 0,0 0-2 15,0 0-5-15,29-12-4 0,9 1-2 16,15-1-9-16,5-3-5 0,1 0-2 16,-1 1-5-16,1-6-5 0,-2 9 1 0,-14 2-8 15,0 0-2-15,-3 1 2 0,-9 3-2 16,-8 1-5-16,-4 1-1 0,-2 0 0 15,-3-1 2-15,-7 2 10 0,-7 2 10 0,19-3 9 16,-19 3-6-16,11-4-2 0,-11 4-6 16,10 0-3-16,-10 0 0 0,0 0-13 0,0 0-42 15,0 0-43-15,0 0-58 0,14 4-69 16,-14-4-103-16,0 0-191 0,1 5-14 0,-1-5-96 16,0 0-99-16</inkml:trace>
  <inkml:trace contextRef="#ctx0" brushRef="#br0" timeOffset="67369.06">13715 8400 1394 0,'-10'0'594'0,"10"0"-146"0,-21 7-66 0,11 1-40 0,-1 6-36 0,-4 10-32 0,0 5-21 0,4 4-26 16,-1 3-2-16,1-1-6 0,3 2-14 16,4-1-18-16,0-9-19 0,4-3-15 15,0-3-15-15,3-2-19 0,-2-6-5 16,-1 1-18-16,0-2-5 0,2-2-9 0,0-1-12 15,0-2-21-15,-2-4-24 0,0-3-26 16,0 0-32-16,0 0-33 0,0 0-27 0,0 0-38 16,11-16-32-16,-9 5-37 0,0-7-31 15,0-5-17-15,-1-13-7 0,1-2 6 0,1-3 15 16,1 1 22-16,-1 2 26 0,1 3 28 16,0 6 29-16,0 6 36 0,-1 3 42 0,1 2 43 15,1 3 52-15,-4 3 54 0,-1 2 32 16,2 0 23-16,0 1 8 0,0 0 4 15,2 3 12-15,-1 3 11 0,5 1 6 0,-8 2-8 16,19 5-12-16,-6-1-15 0,6 7-17 16,6 3-9-16,4 6-20 0,0-1-9 15,-1 2-11-15,3-1-15 0,-3 3-22 16,-2-1-33-16,1-2-38 0,-2 0-41 0,-6-7-49 16,-4-1-59-16,-3-2-64 0,1-1-62 15,-4-2-69-15,0 0-86 0,-2-2-119 0,-1 0-46 16,-1-1 59-16,-5-4-335 0,9 1-368 15</inkml:trace>
  <inkml:trace contextRef="#ctx0" brushRef="#br0" timeOffset="67550.93">13860 8515 2735 0,'-21'1'236'0,"-1"1"45"16,4 0 38-16,0 0 26 0,6-2 22 15,-1 2 18-15,13-2-7 0,-23 2-26 0,23-2-34 16,-13 0-37-16,13 0-33 0,0 0-25 15,0 0-41-15,0 0-60 0,0 0-81 0,0 0-109 16,44-10-118-16,-14 2-154 0,7-4-154 16,-1 3-160-16,4-3-89 0,-4-2 76 15,3 3-578-15,1-1-707 0</inkml:trace>
  <inkml:trace contextRef="#ctx0" brushRef="#br0" timeOffset="67816.42">14216 8330 3547 0,'-10'-4'109'0,"10"4"54"0,0 0 37 15,-11-5 21-15,11 5 6 0,0 0 7 16,-10-1-11-16,10 1 2 0,0 0 45 0,0 12 17 16,0 0 9-16,2 2-12 15,0 11-15-15,3 9-13 0,-2 5-2 0,-1-2-8 16,5 3-20-16,-1-1-18 0,1 0-3 16,4-1-23-16,-6-2-123 0,4-2-59 0,0-3 0 15,-2-8 0-15,4 3 0 0,-2-5 0 16,0-6 0-16,-2-3 0 0,2-2 0 0,1-4 0 15,2-1 0-15,-1-5 0 0,-11 0 0 16,26-5 0-16,-10-1 0 0,3-4-4 16,-4 0-414-16,4-3-82 0,-4 0-66 0,-2-1-89 15,3 2-140-15,-5-5 36 0,1 0 79 16,-1 0-617-16,-1 2-756 0</inkml:trace>
  <inkml:trace contextRef="#ctx0" brushRef="#br0" timeOffset="68018.01">14194 8364 3954 0,'-18'-6'210'15,"9"2"35"-15,0-1 29 0,-2 0 9 16,8-1-9-16,-5 0-16 0,6 2-24 16,2-4-28-16,0 8-23 0,8-19-23 15,-1 8-40-15,11-1-39 0,9-4-98 0,-2 5-95 16,6-1-101-16,-1 1-110 0,-3 5-104 15,-2 0-113-15,0 5-134 0,2 0 21 0,-4-2-545 16,1 7-663-16</inkml:trace>
  <inkml:trace contextRef="#ctx0" brushRef="#br0" timeOffset="68451.91">14545 8373 3539 0,'-1'-12'74'16,"-1"7"27"-16,4-2 9 0,-1 0-7 0,-1 7-2 16,6-10-4-16,2 8-7 0,-8 2 1 15,11-4-8-15,-11 4-1 0,0 0-5 16,24 9-9-16,-15 1 7 0,-2 2 2 0,1 7 2 16,-4 0 3-16,0 3 4 0,0 2 5 15,-3 0 3-15,-1 0 3 0,2-2 0 0,0-2-10 16,0-2-4-16,2-1-6 0,-3-3-9 15,1-2-6-15,5-1-2 0,-2-1-10 16,3-3 3-16,-3-2-10 0,4-3-7 16,-2-1-2-16,-7-1-4 0,0 0-1 0,23-5 13 15,-23 5 34-15,9-8 46 0,-7 2 31 16,-2 6 40-16,-4-12 26 0,-1 5 19 16,-5-3 16-16,-3 0 7 0,-5 0 0 0,2-1-3 15,-11-3-250-15,6 5-8 0,4-1 0 16,1 4 0-16,5-2 0 0,-3 2 0 0,7 3 0 15,0-3 0-15,-2 4 0 0,9 2 0 16,-9-10 0-16,7 7 0 0,2 3 0 0,-5-5 0 16,5 5 0-16,0 0 0 0,3-9 0 15,-3 9 0-15,13-7 0 0,-3 6-631 0,3 1-259 16,5 0-8-16,0 0 90 16,11 0-880-16,15 1-1124 0</inkml:trace>
  <inkml:trace contextRef="#ctx0" brushRef="#br0" timeOffset="68699.27">14900 8557 4377 0,'-9'3'-42'0,"9"-3"90"0,-12 0 54 15,12 0 35-15,0 0 27 0,0 0 26 0,0 0 14 16,0 0 7-16,0 0-2 16,0 0-10-16,0 0-16 0,0 0-21 0,0 0-15 0,4 12-15 15,-4-12-18-15,14 12-9 16,-11-4-21-16,5 3-10 0,-5 4-2 0,1-1-18 0,0 3 9 15,-4 1-13-15,-4 3-20 16,0 1 13-16,1-1-6 0,-5-1-8 0,3 1-37 16,-6-4-13-16,6-4-42 0,-1 0-61 15,3-2-96-15,-3-6-118 0,4 1-124 0,2-6-161 16,0 0-136-16,0 0 70 0,0 0-628 16,0-27-773-16</inkml:trace>
  <inkml:trace contextRef="#ctx0" brushRef="#br0" timeOffset="69116.34">15186 8153 3740 0,'0'0'106'16,"-10"-3"39"-16,10 3 19 0,-5-6 3 0,5 6 3 16,-6-5 1-16,6 5-10 0,0 0-1 15,0 0 0-15,0 0-18 0,0 0-13 0,2 26-10 16,2-14-13-16,-2 5-9 0,0 4-8 15,-4 3-5-15,2-1-13 0,0 5-4 0,-2-3-7 16,4 4-1-16,-2-6-10 0,0 0-3 16,2-1-6-16,-1-3-2 0,1-4-5 0,2-1 3 15,2-4 0-15,-3-1-3 16,6-6 0-16,-4 1-6 0,-5-4 20 0,0 0 25 16,21-4 28-16,-21 4 33 0,10-9 27 15,-9 3 18-15,-1 6 18 0,0-16 15 0,-5 6 8 16,-2-2 19-16,-6-3-139 0,1-1-99 15,-8-3 0-15,1-2 0 0,-3 5 0 0,2 2 0 16,7 1 0-16,-1 4 0 0,3 0 0 16,-1 1 0-16,5 2 0 0,0-1 0 0,-3 1 0 15,4-2 0-15,2 2 0 0,0-1 0 16,3-2 0-16,1 1 0 0,3-2 0 16,3-1 0-16,2-1 0 0,3 2 0 15,2 3-407-15,8-3-453 0,1 3-68 0,-3 3 91 16,3 4-918-16,5 0-1185 0</inkml:trace>
  <inkml:trace contextRef="#ctx0" brushRef="#br0" timeOffset="69466.35">15248 8108 4389 0,'-11'-10'-143'0,"0"0"71"0,3 1 57 0,2 1 42 0,5-2 27 0,-1 2 22 0,0 2 7 0,0-1 0 15,6-1-3-15,-2 2-8 0,3 0-6 0,4 1-5 16,-2 3-4-16,-7 2 1 16,23 2 0-16,-6 1 1 0,0 7 9 0,7 6 2 0,-3 4 4 15,3 4 5-15,-8 2 0 16,5 3 5-16,-3 1 25 0,-3 1 4 0,0 4 1 16,-2 0-1-16,3 11-16 0,-3-2-2 15,-2-6-11-15,-1-2-8 0,1 1-11 0,-3 2-2 16,0-4-2-16,-1 0-11 0,-1-4 8 15,-2-4 12-15,-2-5 5 0,-2-1 9 0,0-3-5 16,0 0-1-16,-2-1-3 0,-2-2-8 16,-2-1-3-16,-1-2-3 0,2 0-13 0,-4-2-19 15,2-3-28-15,-1 0-51 16,3-4-61-16,-2 1-73 0,7-4-112 0,-11 0-100 0,11 0-111 16,-11-7-125-16,11 7-112 15,-10-11 72-15,8 4-581 0,2-1-714 0</inkml:trace>
  <inkml:trace contextRef="#ctx0" brushRef="#br0" timeOffset="69749.66">15720 8354 3812 0,'-12'0'192'0,"2"0"59"0,10 0 34 0,0 0 20 0,-14-4 25 0,14 4 16 15,0 0 4-15,0 0-9 0,0 0-31 16,0 0-34-16,20-14-29 0,-4 8-49 0,2-3-63 16,3 3-75-16,1 0-91 0,-4 0-92 15,5 0-98-15,-2 0-131 0,3 4-136 0,-8-1-153 16,5-1-151-16,-4 2 77 0,1 2-671 15,-4 0-839-15</inkml:trace>
  <inkml:trace contextRef="#ctx0" brushRef="#br0" timeOffset="69968.23">15765 8562 4223 0,'-13'8'246'0,"2"-4"91"15,1 0 35-15,4-2 33 0,6-2 21 16,0 0 20-16,-13 4 5 0,13-4-15 0,0 0-31 15,0 0-43-15,0 0-280 0,0 0-82 16,34-16 0-16,-13 9 0 0,-4-1 0 0,14-2 0 16,-6 0 0-16,-7 5 0 0,3-1 0 15,-3 2 0-15,-1 1-167 0,-3-1-241 16,-3 3-37-16,0-1-24 0,-3 0-10 16,-8 2-30-16,17 0-55 0,-17 0-102 0,0 0-14 15,14 0 64-15,-14 0-468 0,0 0-556 16</inkml:trace>
  <inkml:trace contextRef="#ctx0" brushRef="#br0" timeOffset="70550.06">16535 8057 3182 0,'0'-8'159'0,"-1"1"57"0,-3 1 47 0,-1 2 27 0,5 4 6 0,0 0 9 16,0 0-8-16,0 0 42 0,0 0 14 15,0 0-1-15,-3 25-20 0,4-8-26 16,8 5-25-16,-6 3-26 0,3 7-27 16,0 4-23-16,-1-2-18 0,3 0-20 0,-2 0-19 15,-1-1-118-15,1-5-30 0,0-6 0 16,-5 0 0-16,1-3 0 0,0-2 0 0,1 1 0 15,1-5 0-15,-3-3 0 0,1 3-135 16,0-6-190-16,0-3-96 0,-2-4-84 0,0 0-86 16,0 0-75-16,0 0-95 0,15-18 43 15,-7 4-666-15,7-15-837 0</inkml:trace>
  <inkml:trace contextRef="#ctx0" brushRef="#br0" timeOffset="70917.36">16815 8061 3638 0,'2'-9'-54'16,"0"4"73"-16,-2 5 82 0,0 0 56 15,0 0 46-15,0 0 25 0,0 0 23 16,4 28 23-16,-8-13 12 0,2 9 18 0,0 0 6 16,-3 11 2-16,-4 2 5 0,6 2-4 15,-5 2-13-15,5-1-18 0,-3-3-25 0,6-1-29 16,0-6-22-16,4-3-22 0,3 2-109 16,2-7-75-16,4-5 0 0,-1-2 0 0,2-7 0 15,1-4 0-15,4-2 0 0,1-2 0 16,0-6 0-16,0 0 0 0,-4-2 0 15,0 2 0-15,-5-3 0 0,1-2 0 0,-5 1 0 16,-7 0 0-16,0-2 0 0,-7-4 0 16,-11-6 0-16,-5-2 0 0,-1 3 0 0,-13-4 0 15,5 4 0-15,0 1 0 0,-1 5 0 16,7-1 0-16,2 3 0 0,6 5 0 16,2 2 0-16,5 0 0 0,0 1 0 0,3 0 0 15,0 2 0-15,5-1 0 0,3 4 0 16,-8-9 0-16,7 6 0 0,1 3 0 0,9-14 0 15,2 7 0-15,3-1 0 0,6-3 0 16,3 6-62-16,13 0-985 0,5 0 104 0,0 5 99 16,-3 4-957-16,5 4-1229 0</inkml:trace>
  <inkml:trace contextRef="#ctx0" brushRef="#br0" timeOffset="77147.64">8520 7389 4454 0,'-27'4'-295'0,"2"3"35"0,-7 3 40 0,2 2 35 0,-5 2 32 15,3 2 32-15,-9 6 29 0,5 4 34 0,0 5 24 16,2 3 26-16,2 4 23 16,3 4 18-16,4 6 18 0,4 5 12 0,4 8 9 0,3 6 12 15,7-1-7-15,5 5 0 16,8 1-3-16,6-1-7 0,10 14-1 0,10-9-5 0,11-8-8 16,6-10-3-16,-5-14-8 15,8-11 0-15,4-6-1 0,8-6-25 0,1-7-30 16,1-8-27-16,3-6-20 0,-5-6-19 15,-3-8-12-15,-2-5-6 0,-1-8 0 16,-3-4 1-16,-1-2 7 0,7-21 8 0,-7 1 9 16,-13 5 19-16,-5-4 21 0,-4-3 29 15,-5-1 30-15,-4-3 28 0,-8-5 26 0,-8 0 17 16,-4-6 10-16,-8-4-2 0,-6 2-2 16,-12-16-9-16,-7 6-7 0,-10 5-9 15,-10 9-8-15,-4 9-13 0,-14 14-7 16,9 21-2-16,-8 11-10 0,-5 13-11 0,-8 13-45 0,-21 16-67 15,-2 11-76-15,4 8-104 0,6 4-148 16,10 0-158-16,10 0 56 0,12-3-229 16,16-16-236-16</inkml:trace>
  <inkml:trace contextRef="#ctx0" brushRef="#br0" timeOffset="78432.78">16937 7724 2075 0,'-13'-9'3'0,"-2"3"2"0,-3 0 13 0,3-2 4 0,0 3 12 0,-8-2 10 0,0 2 15 16,-2 1 16-16,-1-2 16 0,-3 2 12 15,0 4 11-15,-1 0 2 0,-10 4-5 16,0-1 0-16,4 7 8 0,-2 4 3 16,-6 6-3-16,3 3 5 0,2 6 7 0,-1 7 10 15,2 4 3-15,3 11 7 0,-5 19 2 16,6 6 2-16,4 5 0 0,5 4-3 16,4 4-10-16,9-11-4 0,7-1 1 0,7-1-8 15,9-3 0-15,8 16-3 0,14-10-8 16,8-9-16-16,13-6-10 0,8-11 0 0,13-10-12 15,5-11-10-15,9-8-8 0,-8-12-4 16,5-9-6-16,1-6-23 0,20-11-27 0,-8-4-34 16,-3-7-35-16,-10-2-23 15,-1-7-17-15,-11-6-3 0,-14 7 6 0,-12-8 9 16,1-1 11-16,-12-6 11 0,-8-5 19 16,-2-2 16-16,-14-4 18 0,-7-3 19 0,-9-8 4 15,-9 0 9-15,-15-24 4 0,-11 1-1 16,-14 2 0-16,-5 4-5 0,-12 6-4 0,-6 7-3 15,-11 10 0-15,-6 16-2 0,-3 13-4 16,-3 14-9-16,21 18-26 0,-6 10-41 0,-14 12-68 16,4 16-83-16,13 7-95 0,8 4-162 15,5 7-173-15,21-11 68 0,4-1-409 16,10-2-475-16</inkml:trace>
  <inkml:trace contextRef="#ctx0" brushRef="#br0" timeOffset="83432.2">7715 8806 2094 0,'0'0'206'0,"-12"9"-67"0,3-6-28 0,9-3-9 0,-7 4 4 0,7-4 4 16,-8 6 8-16,8-6 14 0,0 0 15 0,0 0 4 15,-7 0-7-15,7 0-12 0,0 0-11 16,0 0-13-16,0 0-5 0,25-13-7 0,-12 6-12 16,0 0-7-16,3 0-10 15,-4 0-4-15,2 1-5 0,-1-2-4 0,-1 3-12 0,-1 0-5 16,-3 2-2-16,-1-1-2 0,2 1-1 15,-9 3-1-15,9-3-3 0,-9 3 1 16,0 0 4-16,0 0-3 0,0 0 6 16,0 0 5-16,0 0 7 0,-25 10 5 0,16-5 6 15,-7-2 7-15,3 2 0 0,4 1 1 16,-3-3 3-16,4 0 1 0,1-1-3 0,0 2 10 16,7-4-2-16,-13 3 2 0,13-3-9 15,-7 3-1-15,7-3-7 0,0 0-8 0,0 0-5 16,0 0-7-16,0 0-7 0,25-15-3 15,-14 12-1-15,0-1-4 0,1-1-4 16,-3 2-1-16,-1-1-7 0,0 3-3 0,-8 1-3 16,11-4-3-16,-11 4-1 0,9-2 2 15,-9 2 3-15,0 0-1 0,0 0 0 16,0 0-1-16,0 0-3 0,-24 17 4 16,14-11 6-16,1 0 7 0,0-4 7 0,0 2 15 15,9-4 4-15,-14 3 1 0,14-3-3 16,-9 3-3-16,9-3-2 0,-11 2-6 0,11-2-6 15,0 0-28-15,0 0-42 0,0 0-63 16,0 0-77-16,0 0-105 0,0 0-122 0,0 0-145 16,0 0-186-16,0 0 60 0,0 0 64 15,0 0-439-15,0 0-527 0</inkml:trace>
  <inkml:trace contextRef="#ctx0" brushRef="#br0" timeOffset="84848.08">14631 8993 2985 0,'-7'4'16'0,"3"1"8"0,4-5 11 0,-8 3 11 0,8-3 3 16,0 0 6-16,0 0-15 0,0 0-5 16,0 0 1-16,0 0-9 0,0 0 0 0,0 0 1 15,0 0-4-15,27-12-8 0,-27 12 3 16,0 0-3-16,7-1-4 0,-7 1 4 0,0 0 15 16,0 0 34-16,0 0 24 0,0 11 25 15,0-11 10-15,-11 12 20 0,6-6 13 0,-1-3 15 16,0 0 6-16,0 3 0 0,0-1 3 15,6-5-3-15,-9 5-9 0,9-5-16 0,-3 3-9 16,3-3-18-16,-9 4-9 0,9-4-16 16,0 0-14-16,0 0-24 0,0 0-36 15,0 0-51-15,0 0-51 0,0 0-59 16,0 0-75-16,0 0-76 0,0 0-73 0,25-12-98 16,-25 12-156-16,2-7-18 0,-2 7 67 15,0-9-375-15,0 9-418 0</inkml:trace>
  <inkml:trace contextRef="#ctx0" brushRef="#br0" timeOffset="90677.54">6744 6344 2437 0,'0'0'-118'0,"0"0"8"0,0 0 19 0,0 0-4 0,13-2-1 0,-13 2-2 0,0 0 4 16,0 0 9-16,8 4 14 0,-8-4-7 0,0 0-11 15,5 4-45-15,-5-4-127 0,0 0-85 16,2 6 139-16</inkml:trace>
  <inkml:trace contextRef="#ctx0" brushRef="#br0" timeOffset="90944.55">8215 6159 1086 0,'10'-2'78'0,"-10"2"-23"15,9-1-48-15,-9 1-57 16,0 0-51-16,0 0-99 0,0 0-98 0,0 0 185 16</inkml:trace>
  <inkml:trace contextRef="#ctx0" brushRef="#br0" timeOffset="92593.34">11510 5779 872 0,'0'0'81'0,"0"0"3"0,0 0 7 0,0-6-1 0,0 6 8 0,0 0 1 15,0 0-2-15,0 0-3 0,0 0-4 0,0 0-7 16,-6-6-13-16,6 6-11 16,0 0-3-16,0 0-5 0,0 0-3 0,0 21 3 15,-2-3 4-15,0 5 4 0,1 15 5 16,-3 5 1-16,2 3-4 0,-3 9 2 15,2 1 1-15,-3 0-2 0,4-13-3 0,-5-1-6 16,5-1-5-16,-2-4-1 0,3-2 0 16,-1-6-10-16,-1-8-2 0,1-1-5 0,2-5-1 15,-2-1-5-15,2-3 3 0,-2-2-14 16,2 0-26-16,0-6-60 0,0-3-67 0,0 0-91 16,0 0-127-16,0 0-114 0,0 0-130 15,-9-24-101-15</inkml:trace>
  <inkml:trace contextRef="#ctx0" brushRef="#br0" timeOffset="92878.54">11441 5753 1627 0,'0'0'43'0,"-14"-3"13"0,14 3 3 16,-11 0 4-16,11 0-6 0,-7-4 1 0,7 4-6 15,0 0-7-15,-4-8-6 16,4 8-6-16,0 0 1 0,21-12-7 0,-6 7-6 16,7-1-13-16,0-2-21 0,3 4-16 15,0-2-19-15,0 1-17 0,-7 4-19 0,1-1-21 16,-3 0-27-16,-3 2-35 0,-2 0-75 15,-11 0-213-15,20 5 37 0</inkml:trace>
  <inkml:trace contextRef="#ctx0" brushRef="#br0" timeOffset="93160.09">11366 6469 1328 0,'-9'7'154'0,"4"-4"4"0,-1 3 0 0,6-6-10 16,-5 3-12-16,5-3-10 15,0 0-14-15,0 0-10 0,0 0 1 0,0 0-12 16,0 0-8-16,39-10-4 0,-24 6-16 0,5-1-3 15,-1 0-32-15,-1 2-30 0,0-2-39 16,0 1-45-16,-4 2-58 0,-3-1-72 16,1 1-114-16,-4 0-125 0,-8 2-108 0,0 0-65 15</inkml:trace>
  <inkml:trace contextRef="#ctx0" brushRef="#br0" timeOffset="96994.31">18657 5786 1445 0,'0'0'-64'0,"0"0"19"0,-7 4 15 0,7-4 18 0,0 0 24 16,0 0 9-16,0 0 13 0,-4 6 15 0,4-6 13 15,0 0 12-15,0 0 7 16,0 0 1-16,0 0 0 0,0 0-7 0,0 0-1 0,0 0-3 16,0 0 2-16,0 0-3 15,14 4-1-15,-14-4-8 0,11 2-7 0,-11-2-3 16,16 0-4-16,-16 0-1 0,17 2-8 16,-10-2-3-16,-7 0-5 0,16 0 0 0,-16 0-5 15,13-2-1-15,-13 2 0 0,12 2 6 16,-12-2 11-16,0 0 6 0,13 0 7 0,-13 0 0 15,0 0 0-15,0 0-6 0,12-2 1 16,-12 2-5-16,0 0-2 0,0 0-1 0,0 0 5 16,0 0-3-16,13 0-3 0,-13 0 4 15,0 0-6-15,0 0 2 0,0 0-2 16,0 0-3-16,0 0-4 0,0 0-8 16,11 0 0-16,-11 0-1 0,0 0-5 0,0 0 1 15,8 4-3-15,-8-4-5 0,6 7 1 16,-6-7-4-16,5 10 1 0,1-2 4 15,-5 3-2-15,5 1 3 0,-1 5 1 0,-2 5 4 16,1-1 0-16,0 4-6 0,-2 10 10 16,-1-6-2-16,3-6-1 0,0 12 4 0,-2-5 3 15,-1-7-5-15,-1 1 4 0,2 0 2 16,1-5-3-16,-3-2-9 0,0 2-1 0,2-2 7 16,0-2-9-16,-2-4 6 15,0 1-3-15,0 0-3 0,2-4 10 0,-2 4-9 16,2 1-1-16,-2-2-3 0,1 3 0 15,-1 0-6-15,0 0 1 0,0 1 6 0,0 2-1 16,0 1 4-16,0 0 7 0,-1 0 7 16,1 0 4-16,0-1-3 0,0-1-1 0,-2 1-3 15,2-5 1-15,-2 1-2 0,2-1-3 16,-2-3 1-16,2-1-2 0,-2 2-1 0,2-2-1 16,0-1-6-16,0-7 2 0,0 12 1 15,-3-7-5-15,3-5 0 0,3 12 3 0,-3-8 1 16,0-4-5-16,-3 8-2 0,3-8 3 15,0 6-4-15,0-6 5 0,0 0-2 16,3 10 1-16,-3-10-2 0,0 0-3 16,0 7 1-16,0-7 2 0,0 0 1 0,0 0-3 15,0 8-1-15,0-8 6 0,0 0-11 16,0 0 7-16,0 0-6 0,-3 7 8 16,3-7 1-16,0 0 4 0,0 0 12 0,0 0 7 15,0 0 3-15,0 0 9 0,0 0 3 16,0 0 4-16,0 0 1 0,0 0 2 0,-5 3-5 15,5-3-5-15,-15 0-6 0,1 2-3 16,-4-2-3-16,-7 2-5 0,-6 0 9 0,4 1 4 16,3 0-1-16,3-1-1 0,4-1-4 15,-1 1-4-15,7 0-3 0,-2 2-3 16,5-4-4-16,8 0-1 0,-19 1 0 16,19-1-6-16,-12 0-21 0,12 0-38 0,0 0-51 15,-5-3-76-15,5 3-81 0,0 0-95 16,2-10-122-16,-2 10-195 0,0-11 66 0,0 11 61 15,0-10-290-15,-2 5-316 0</inkml:trace>
  <inkml:trace contextRef="#ctx0" brushRef="#br0" timeOffset="99625">12469 6295 2458 0,'-9'4'17'0,"9"-4"2"0,0 0-1 0,0 0 0 0,0 0 1 0,0 0-8 0,-7 4-4 0,7-4-4 15,0 0-4-15,0 0-21 16,0 0-21-16,0 0-43 0,0 0-78 0,0 0-75 0,0 0-150 15,0 0-164-15,0 0-56 16</inkml:trace>
  <inkml:trace contextRef="#ctx0" brushRef="#br0" timeOffset="100043">13900 6365 1800 0,'-8'5'156'15,"8"-5"-16"-15,-12 3-12 0,12-3-11 16,-9 0-12-16,9 0-12 0,-11 2-7 0,11-2-9 15,0 0-7-15,-16 0-7 0,16 0-11 16,0 0-14-16,0 0-49 0,-13 0-67 0,13 0-80 16,0 0-86-16,0 0-155 0,0 0-57 15,0 0-81-15,0 0-41 0</inkml:trace>
  <inkml:trace contextRef="#ctx0" brushRef="#br0" timeOffset="100425">15720 6325 1605 0,'-6'5'118'0,"2"-1"-17"0,4-4-7 15,-10 2-9-15,10-2-19 0,-5 5-29 0,5-5-28 16,-8 1-30-16,8-1-23 0,-12 2-19 16,12-2-47-16,0 0-66 0,-13 2-167 0,13-2-119 15,0 0 30-15</inkml:trace>
  <inkml:trace contextRef="#ctx0" brushRef="#br0" timeOffset="102726">16120 5424 1235 0,'0'0'-17'0,"0"0"14"0,0 0 7 0,0 0 8 0,0 0 16 0,0 0 7 0,0 0 9 0,0 0 6 16,0 0 1-16,0 0 6 0,0 0 3 16,0 0 5-16,0 0 0 0,0 0 3 0,0 0 2 15,0 0 2-15,0 0-5 16,0 0 1-16,0 0-2 0,0 0 2 0,0 0 6 16,0 0-4-16,0 0 1 0,0 0 0 15,-20 10-1-15,20-10-3 0,0 0 2 0,0 0-3 16,0 0 2-16,0 0-12 0,0 0 0 15,-2 4-3-15,2-4-3 0,0 0 18 0,-1 8-5 16,1-8 2-16,-2 7-7 0,2-7-1 16,0 0-9-16,2 10-1 0,-2-10 1 15,0 7-10-15,0-7 0 0,0 0-3 0,-2 12 6 16,2-12 0-16,2 6-10 0,-2-6 2 16,0 8-1-16,0-8-1 0,0 12-2 0,0-12 2 15,0 11 5-15,0-5-2 16,0-6-1-16,1 13 3 0,-1-6-4 0,0-7-2 15,0 14-4-15,0-9-2 0,0-5-2 0,0 10-4 16,0-10-5-16,2 10 1 0,-2-10-4 16,0 7 8-16,0-7-4 0,0 0 3 15,0 11-6-15,0-11 2 0,0 0 4 0,0 0-1 16,2 6-3-16,-2-6-5 0,0 0-31 16,0 0-65-16,0 0-95 0,0 0-132 15,0 0-252-15,0 0 0 0,-13-24 67 0,11 13-198 16,1 2-192-16</inkml:trace>
  <inkml:trace contextRef="#ctx0" brushRef="#br0" timeOffset="104042.7">14155 4543 1701 0,'-19'-1'44'0,"19"1"7"0,-16-1-1 0,16 1 6 15,-9-3-3-15,9 3-9 0,-9-3-10 0,9 3-6 16,0 0-1-16,-8-3-1 0,8 3-4 16,0 0 0-16,0 0 0 0,0 0-1 0,26-7 2 15,-1 6-1-15,15-3-5 0,6 0 0 16,17 0-1-16,7 1 3 0,9 1-7 0,9-1-2 15,22 1 0-15,10-1-2 16,3 1 2-16,13 0 0 0,8-2-1 0,12 0-3 0,7 0 0 16,9-1-3-16,5 0 3 0,2 0 0 15,4 0-2-15,-2 0-1 16,-2-2-2-16,-5 2 2 0,-13 1-1 0,0-1 4 16,-7 0 14-16,-9 2 6 0,-10-2 7 15,-9 1 4-15,-12-3 5 0,-28 2 4 0,-6 2 0 16,-11-2 5-16,-10 0 3 0,-17 1 1 15,-12 2-5-15,-5 1 5 0,-4-3-1 0,-6 4-10 16,-4-1-15-16,1-1-39 0,-2 0-48 16,-10 2-64-16,5-5-87 0,-5 5-108 15,0 0-177-15,-20-6-140 0,2 6-130 0</inkml:trace>
  <inkml:trace contextRef="#ctx0" brushRef="#br0" timeOffset="106023.58">14278 4588 1734 0,'11'-4'8'0,"-4"4"20"0,-7 0 22 0,9-4 18 0,-9 4 9 0,0 0-6 16,4-6-4-16,-4 6-7 0,0 0-3 15,0 0-1-15,-17-4 2 0,17 4 1 16,-23-3 3-16,8 3-3 0,0 0 1 0,-7-2 0 16,0 2-3-16,-4 0 1 0,-15 2-2 15,-1 2-2-15,-1-1-3 0,-14 7-7 16,-2-6 0-16,-2 4-5 0,-2-4-8 0,2 5 3 15,0-1-6-15,2 0 0 16,1 2-4-16,12-5 3 0,-1 1 1 0,3 2 5 0,-2-3 1 16,4 0-3-16,2-3 0 15,12-1 4-15,1 0 9 0,6 2 2 0,0 0-1 16,5-3 1-16,2 1-2 0,0 1 4 16,14-2 1-16,-19 0 4 0,19 0 3 0,-19 2-8 15,19-2 8-15,-11 0-8 0,11 0 3 16,0 0-10-16,-16 0-2 0,16 0-6 0,0 0-5 15,0 0 0-15,0 0-9 0,-16-2-2 16,16 2-3-16,0 0-4 0,-11 12-5 16,8-1 13-16,-1 4-2 0,-2 6-1 0,-1 1 5 15,0 11-4-15,-4 0 7 16,4-2 0-16,0 4-1 0,-2-2 5 0,4-2 6 16,1-2-6-16,0-7 1 0,4 0 1 15,-1-1-3-15,-1-3 0 0,0-4-6 0,2-2 5 16,0 0-13-16,0 0 12 0,-2-3-3 15,2 0-7-15,-2-2 4 0,2-7 1 0,0 12-3 16,0-12-5-16,0 10-2 0,0-10 5 16,0 10 1-16,0-10-6 0,-2 6-5 0,2-6 0 15,0 0-2-15,2 9 8 0,-2-9-6 16,0 0 6-16,11 6-4 0,-11-6-3 16,20 2-4-16,-7-2-1 0,6-2-6 0,1 2 11 15,7-2-1-15,16 0-2 16,-2-4 6-16,9 4-5 0,11-3-1 0,7-1 1 15,3 2-3-15,4 0-11 0,-2-2-5 16,2-2-9-16,-1 2-10 0,3 1-3 0,-7-1-9 16,2 2-1-16,-1 1 5 0,-1-1 8 15,-1 1 4-15,-1 1 3 0,3 0 2 0,-2 0 1 16,-1-1 3-16,1 3 5 0,-4-2-2 16,0-2 9-16,-14 4 5 0,0-2-10 0,-1 0 3 15,2 0 5-15,-5 0 4 0,1 2-11 16,-1 0 7-16,-1-3 0 0,1 6-3 15,1-6-13-15,-2 2-4 0,-4-1 3 0,3 4-3 16,0-2 0-16,-4 1 3 0,6-1 0 16,-6 3 3-16,4-3 2 0,-2 0-2 15,0 0-4-15,5-3-4 0,4 3-3 16,11-5 2-16,0 3 0 0,1-1-1 0,-1-1-4 16,0 3-1-16,0-2-3 0,0 3 0 15,0-2-2-15,-14 2-1 0,1 0 1 0,-1 0 3 16,1 0 2-16,-3 2 5 0,0-1 7 15,-2 1 1-15,-1-2 3 0,3 0 2 0,1-2 1 16,0 2 4-16,1 0 0 0,1-1-1 16,4-3 1-16,-3 2 2 0,0 0-2 15,10-1-8-15,-7 3 1 0,-2-2-4 16,-2 2 5-16,4 0-3 0,9 0 2 16,-11 0 1-16,-2 2 2 0,2-2 5 0,2 3 2 15,7-1 0-15,-12 0 0 0,2 0 3 16,14 0 2-16,-10-2 1 0,8 0-2 0,4 0 0 15,-15 0 1-15,1-2 1 0,-4 2-1 16,-3-2 2-16,-2 2-1 0,-9 0 8 0,-9 0-8 16,-7 2 5-16,2-4 0 0,-6 4 1 15,1-2 2-15,-3 2 4 0,-1-2-2 0,-12 0 2 16,18 1 1-16,-18-1 1 0,20 0-2 16,-20 0 0-16,14 2 3 0,-14-2-2 15,12 1-1-15,-12-1-2 0,11 2 2 0,-11-2-2 16,13 2 2-16,-13-2-2 0,11 1-1 15,-11-1 2-15,0 0 1 0,13 4 0 16,-13-4 3-16,0 0 3 0,0 0 3 16,13 0 0-16,-13 0 0 0,0 0 1 0,0 0 3 15,0 0 0-15,0 0-3 0,13 2 3 16,-13-2 8-16,0 0-1 0,0 0-8 0,0 0 4 16,10-9-3-16,-10 9 2 0,1-8-5 15,-1 8 2-15,0-16-3 0,0 4 5 0,-1-3 7 16,-1-4-9-16,-2-7-3 15,-2-10-4-15,3-3-3 0,-6-11 0 0,-2-2-4 16,8 8 0-16,-3 1-4 0,4 4 4 16,0 0 5-16,1 10 9 0,-1 8 7 0,-2-1-1 15,2 5 1-15,-1 2 0 0,3 3 0 16,-1 0-9-16,-1 2 0 0,0 2 2 16,2-1-10-16,-2 2 3 0,0 0-4 0,2 7 0 15,-2-10-3-15,2 10 0 0,2-10-8 16,-2 10 6-16,-2-7-2 0,2 7 0 0,0-7-2 15,0 7-1-15,0 0-1 0,0-8 3 16,0 8-1-16,0 0 4 0,0 0-2 0,-2-7 0 16,2 7 2-16,0 0 3 15,0 0-6-15,0 0 5 0,-1-7 0 0,1 7-6 16,0 0 3-16,0 0 4 0,-13-4-3 16,13 4-2-16,-25 0 0 0,2 0 5 0,-8 0 9 15,-9 1-4-15,-4 2 3 0,3-2-6 16,3 1 1-16,4 0-3 0,9 0-27 15,1-1-62-15,5 1-110 0,4-2-164 0,1-2-209 16,1 1 47-16,1-3-183 0,12 4-196 16</inkml:trace>
  <inkml:trace contextRef="#ctx0" brushRef="#br0" timeOffset="107306.67">13342 4900 1836 0,'-7'6'6'0,"7"-6"30"0,0 0 25 0,-5 3 31 0,5-3 27 0,0 0 23 16,0 0 15-16,-15 2 22 0,15-2 20 15,0 0 6-15,0 0 2 0,0 0 1 16,0 0-18-16,-19-4 1 0,19 4-9 15,0 0-12-15,-12-5-10 0,12 5-15 0,-4-6-17 16,4 6-11-16,-2-10-15 0,2 10-10 16,5-10-12-16,-4 5-5 0,5 1-9 15,1-4-8-15,1 4-8 0,2-2-6 0,1 0-6 16,2 4-9-16,1 2 3 16,1-3-8-16,-2 3-4 0,-2 3-2 0,3-1-4 15,-4 2-2-15,-1 2-2 0,-1-2-3 0,-2 6 2 16,-4-5 0-16,-2 7 2 0,0-4 1 0,-4 4-1 15,-3 1 6-15,0 0 9 16,1-1 10-16,-5 0 13 0,3 1 17 0,2-3 6 16,-1-1 0-16,3 0 5 0,-3-2-5 15,2-1-5-15,4-1-6 0,1-5-6 0,-6 11-5 16,6-11-7-16,-4 7-6 0,4-7 0 16,0 0-6-16,8 8 4 0,-8-8-7 15,15 2-2-15,-4-1-5 0,-11-1-10 0,24 0-15 16,-11 0-16-16,-13 0-16 0,24-3-14 15,-10 3-26-15,-14 0-24 0,21-2-35 16,-21 2-36-16,17 0-57 0,-8-1-57 16,-9 1-73-16,14-4-91 0,-4 3-142 0,-7-3-72 0,-3 4 70 15,14-7-354-15,-5 2-425 16</inkml:trace>
  <inkml:trace contextRef="#ctx0" brushRef="#br0" timeOffset="107722.74">13842 4820 2584 0,'0'0'-39'0,"0"0"25"0,0 0 25 0,0 0 24 0,0 0 17 16,-30 10 18-16,23-4 17 0,-2-1 13 15,4 3 16-15,-3 2 4 0,5-2-7 0,-3 5-3 16,2-3-9-16,4-1-2 0,0 1-13 16,2 0 2-16,6 1-9 0,-3-1 6 0,4-4-8 15,3 2-10-15,3-2-3 0,1 0-7 16,-1-5-4-16,0 1-7 0,-2-4-9 0,3 2 6 16,-3-1-2-16,3-1-2 15,-5-3-10-15,-2 0 10 0,1-1 10 0,-2-2-5 16,-3-1-3-16,-1-1 1 0,-2 2-3 15,-4-5-3-15,-4 1-7 0,1 0 0 16,-5-1-7-16,0 3 1 0,-3-2-8 0,1 5-3 16,-1-1-3-16,0 3-4 0,1 4-9 15,1-3-28-15,11 4-20 0,-23 0-31 0,14 2-49 16,9-2-53-16,-16 3-50 0,13 1-90 16,3-4-137-16,-4 5-139 0,4-5 62 0,0 0-216 15,18 11-246-15</inkml:trace>
  <inkml:trace contextRef="#ctx0" brushRef="#br0" timeOffset="108241.58">14454 4853 1962 0,'0'0'-43'0,"-7"2"27"0,7-2 19 0,0 0 19 0,-11 2 17 0,11-2 11 0,0 0 11 0,0 0 2 0,-11 2-2 0,11-2 1 15,0 0 11-15,0 0 18 0,0 0 16 16,0 0 10-16,0 0-1 0,0 0 0 16,0 0 0-16,25 4-9 0,-25-4-4 0,22-2-12 15,-22 2-2-15,18-2-7 0,-8 2-11 16,-1-2-7-16,-9 2-8 0,18 0-4 0,-9-2-3 16,0 2-11-16,1-2-14 0,-10 2-44 15,19-3-37-15,-8 2-64 0,3-1-78 16,-3-2-110-16,1 2-183 0,-1-1-30 15,0-1 49-15,1 0-83 0,-2 0-57 0</inkml:trace>
  <inkml:trace contextRef="#ctx0" brushRef="#br0" timeOffset="108723.03">14818 4742 1496 0,'0'0'71'0,"0"0"-2"0,-2-8 9 16,2 8 5-16,0 0-5 0,9-12-6 16,-4 8-9-16,-5 4-2 0,15-5-2 0,-6 4-1 15,-9 1-3-15,19 1-3 0,-8 1-4 16,2 1-3-16,-4 3 1 0,0-1 5 0,-1 2 12 16,2-1 9-16,-7 3 17 15,1 0 15-15,-2-1 8 0,-2 1 10 0,-4 1 11 16,0 4 10-16,-3-3 9 0,-1 7 3 15,-2-7 1-15,3 1-7 0,2-4-11 16,-4 1-7-16,5-1-14 0,1-2-10 0,-1 0-10 16,2 0-10-16,2-6-5 0,0 11-6 15,0-11-4-15,9 10-2 0,0-2-10 0,-2-5-5 16,2 2-8-16,1 0-2 0,-2-1-7 16,-1 2-5-16,3 0-3 0,-5-3-5 0,2 2-1 15,-7-5 0-15,7 11 3 0,-1-7 7 16,-5 2 24-16,-1-6-8 0,0 12 14 0,0-12 4 15,-9 15 5-15,4-8 4 0,-6 1-2 16,-3-1-3-16,0 0-3 0,-3-2-12 16,1 0-3-16,2 0 2 0,0-1-16 15,-1-1-11-15,1 2-38 0,3-3-34 16,2 0-46-16,9-2-60 0,-18 4-92 0,15-3-109 16,3-1-129-16,0 0-209 0,0 0 19 15,-10-7 70-15,10 7-381 0,0 0-456 0</inkml:trace>
  <inkml:trace contextRef="#ctx0" brushRef="#br0" timeOffset="109273.63">15286 4863 2581 0,'-13'4'-52'0,"4"-4"40"0,0 3 38 0,9-3 38 0,-14 0 32 15,14 0 24-15,0 0 10 0,0 0-3 0,-15 1-6 16,15-1-9-16,0 0-15 0,0 0-2 15,0 0-17-15,0 0-3 0,0 0-12 16,0 0-3-16,0 0-6 0,40-4-6 16,-23 4-2-16,-2 0-10 0,0 0-4 0,3 0-2 15,-3 0 4-15,-2-2-6 0,-13 2 1 16,23 0-10-16,-11 0-2 0,-12 0-2 0,15 0 0 16,-15 0 0-16,15-2 4 0,-15 2-2 15,11-2-3-15,-11 2-3 0,12-2-3 16,-12 2-23-16,9-4-31 0,-9 4-39 0,12 0-47 15,-12 0-58-15,10-5-74 0,-10 5-105 16,11-5-199-16,-11 5 51 0,7-4-191 16,-7 4-202-16</inkml:trace>
  <inkml:trace contextRef="#ctx0" brushRef="#br0" timeOffset="109673.57">15564 4741 1963 0,'0'0'20'0,"0"0"27"0,0 0 26 0,0 0 5 0,-2-7 3 16,2 7 1-16,0 0 2 0,0 0-9 0,0 0-9 16,0 0-6-16,7-5 3 0,-7 5 3 15,0 0 6-15,11 12 15 0,-5-2 4 0,0 0 4 16,0 4 10-16,-3 0 8 0,3 3 6 16,-2 1-4-16,-1-4-4 0,-1 3-9 0,3 0-13 15,-3-1 1-15,0 0-10 0,-2-3-12 16,1 0 0-16,-1-3-10 0,0 0-7 15,0 0-12-15,2-3 4 0,0 1-14 0,-2-8-26 16,4 11-17-16,-4-8-52 0,0-3-73 16,3 4-70-16,-3-4-86 0,0 0-98 15,0 0-183-15,18-12 46 0,-11 4-206 16,1-3-228-16</inkml:trace>
  <inkml:trace contextRef="#ctx0" brushRef="#br0" timeOffset="110072.91">15885 4609 1893 0,'7'-6'-43'0,"-7"6"13"16,0 0 41-16,0 0 29 0,0 0 30 16,0 0 21-16,0 0 20 0,1 30 21 0,-1-17 15 15,-4 5 19-15,0 1 16 0,0 3-3 16,1 2 4-16,-7 7-6 0,2 1-4 0,4 1-9 15,-1-8-10-15,1-3-15 0,2 2-13 16,0-7-8-16,2 5-26 0,2-5-5 16,-2-2-6-16,4 1-7 0,0-4-7 0,-1-2-4 15,4 0-6-15,-2-1-5 16,5-2-3-16,-5-4-5 0,5 0-1 0,-10-3-8 16,15 2-9-16,-15-2 9 0,0 0-9 15,21-5 1-15,-17 0-2 0,-4 5-6 0,6-12 3 16,-5 3 3-16,-1 3-6 0,0 6 6 15,-1-14-5-15,-1 7-3 0,-4 1-5 0,6 6 0 16,-7-9-5-16,0 5-7 0,7 4-21 16,-9-5-30-16,9 5-36 0,-7-3-58 0,7 3-72 15,0 0-79-15,-14 0-109 0,14 0-200 16,0 0 9-16,-8-4 70 0,8 4-255 16,0 0-269-16</inkml:trace>
  <inkml:trace contextRef="#ctx0" brushRef="#br0" timeOffset="110772.33">16410 4828 2205 0,'-16'2'24'0,"16"-2"35"0,-9 2 35 0,9-2 22 0,0 0 26 0,0 0 9 0,0 0 2 0,-20 0-5 0,20 0-6 16,0 0-12-16,0 0-7 0,0 0-18 16,0 0-5-16,0 0-10 0,0 0-7 15,0 0-10-15,0 0-8 0,40-6-6 16,-24 5-1-16,-1 0-8 0,0-2-4 0,-4 2-11 16,-11 1-3-16,24-2-8 0,-17 0-4 15,-7 2-20-15,16-2-19 0,-16 2-36 0,11-2-48 16,-11 2-51-16,10-1-66 0,-10 1-108 15,0 0-207-15,5-4-16 0,-5 4 61 16,0 0-147-16,4-4-134 0</inkml:trace>
  <inkml:trace contextRef="#ctx0" brushRef="#br0" timeOffset="111122.26">16644 4693 1905 0,'0'-9'54'0,"0"9"16"0,1-9 9 0,3 2-2 16,3 5-2-16,-4-4-12 0,5 3-5 15,-8 3-6-15,13-3-4 0,-13 3-1 0,13 5 2 16,-5 0 2-16,-3 2 2 16,4 5 8-16,-6 1 11 0,-1 3 7 0,0-3 19 15,-4 3 20-15,0 1 19 0,-3 3 9 16,-4-1 12-16,2 0 11 0,-6-1 6 15,5-2-3-15,0-1 3 0,-1-4-8 0,4 1-8 16,-4-1-11-16,6-3-14 0,-1 1-11 16,0-2-13-16,4-7-7 0,-2 10-11 0,2-10-1 15,2 9-10-15,-2-9-6 0,11 6-13 16,1-6-6-16,-12 0-37 0,25 2-36 0,-12-4-40 16,7 0-55-16,-4-2-67 0,2 0-69 15,-2 1-72-15,2-2-86 0,0-2-123 16,-4 0-107-16,-1 0 60 0,1 2-302 0,-1-3-361 15</inkml:trace>
  <inkml:trace contextRef="#ctx0" brushRef="#br0" timeOffset="111525.13">16947 4700 2445 0,'0'0'-13'16,"3"-12"21"-16,2 7 18 0,0-1 10 15,3 0 3-15,-3 1 0 0,7 1-3 0,-2 2-4 16,1 1-2-16,-11 1-1 16,21 1-1-16,-10 5-3 0,-1-1 9 0,-1 1 7 0,1 5 7 15,-3-1 10-15,0 0 15 16,-6 2 30-16,-1 2 15 0,-1-2 8 0,-6 3 3 16,3 2 13-16,-3 1 7 0,1-3 11 15,-3-1-3-15,3-1-5 0,0-2-7 0,2 3-4 16,1-6-10-16,-1-1-5 0,2 1-6 15,2 0 10-15,0-8-1 0,2 12-8 16,2-5-9-16,-1-3-10 0,-3-4-10 0,12 11-10 16,-8-6-11-16,5 2-2 0,-3-2-11 15,-1 0-15-15,1-1-8 0,1 2 0 16,-7-6-9-16,9 9-1 0,-9-9 0 16,3 8-4-16,-1-2 2 0,-2-6 0 0,0 0-2 15,-2 12-4-15,2-12 5 0,-9 8-5 16,9-8 0-16,-12 4 1 0,12-4-35 0,-11 1-48 15,11-1-70-15,0 0-84 0,-17-5-113 16,9 0-131-16,3 2-203 0,-3-4-26 16,3-2 77-16,-2 3-420 0,5-5-509 0</inkml:trace>
  <inkml:trace contextRef="#ctx0" brushRef="#br0" timeOffset="112338.32">17492 4662 2859 0,'0'0'-1'0,"-4"-5"54"0,4 5 56 0,-4-9 35 0,4 9 19 15,0-8 17-15,0 8 6 0,0-10 15 0,0 10 3 16,0-9-8-16,0 9-17 0,0 0-21 16,-2-8-23-16,2 8-8 0,0 0 3 0,0 0 3 15,0 0-3-15,11 33-4 0,-7-13-1 16,3 0-9-16,-4 2-8 0,-1 1-7 15,4 0-6-15,-3 0-11 0,1 1-13 16,2 0 23-16,-2-4-12 0,2 0-9 0,-2-3-11 16,-3-3-9-16,3 1-25 0,0-5-42 0,-2 0-43 15,-1-1-63-15,1-3-88 16,2 2-110-16,-4-8-140 0,6 3-141 0,-6-3-126 16,0 0 66-16,0 0-479 0,24-12-606 15</inkml:trace>
  <inkml:trace contextRef="#ctx0" brushRef="#br0" timeOffset="112706.05">17882 4652 2983 0,'10'-6'-82'0,"-4"2"22"16,0 2 30-16,-6 2 41 0,0 0 46 16,0 0 25-16,0 0 35 0,7 19 35 15,-9-7 6-15,-1 1 18 0,-3 5 3 16,-1 0 1-16,0 1-4 0,0 2-10 0,1-3-9 15,2 5-14-15,1-8-9 0,0 3-12 16,1-3-14-16,4-3-5 0,1-1-11 0,-1 1-2 16,1-2-8-16,5-2-6 0,-1-1-8 15,0-3-4-15,4 0-6 0,-4 0 10 0,-7-4 38 16,11 4-1-16,-11-4 26 0,0 0-1 16,0 0 15-16,0 0 13 0,0 0 20 15,-9-25 16-15,-6 15 11 0,-10-8 2 0,-2 3 5 16,1-1 1-16,-1 1 3 15,6 1 3-15,2 5-77 0,5 1-142 0,3 0 0 16,0-1 0-16,3 4 0 0,0-2 0 16,5-1 0-16,1 1 0 0,2-2 0 0,3-1 0 15,9-4 0-15,1 2 0 0,4 1 0 16,2 2-456-16,-1 0-234 0,-1 3-215 0,-3 3 30 16,-5 2 94-16,-9 1-744 0,14 4-970 15</inkml:trace>
  <inkml:trace contextRef="#ctx0" brushRef="#br0" timeOffset="114555.26">16051 4098 3802 0,'2'-5'-184'0,"-2"5"42"0,2-8 43 0,-2 8 43 0,0 0 31 0,0 0 24 16,0-6 27-16,0 6 19 0,0 0 21 0,0 0 13 15,0 0 8-15,0 0 8 16,0 0 8-16,0 0-1 0,0 0-2 0,0 0-4 16,0 0-2-16,0-11-3 0,0 11-2 15,0 0-8-15,0 0-1 0,0 0-10 16,0 0-8-16,0 0-4 0,0 0-8 0,0 0 12 15,0 0 19-15,0 0 9 0,0 0 3 16,4 26 2-16,-2-15 4 0,-2 2 7 0,1 4 1 16,-1 2-4-16,4 4 0 15,0 0-1-15,0 2-2 0,-2-1-8 0,2 11-7 16,3-3-3-16,-3 0-12 0,3 3-10 16,-3-5-1-16,4 3-10 0,-4-6 2 0,0-3-5 15,-2 0-1-15,0 0-7 0,-1-2 10 16,1-3 7-16,-2 2-17 0,2-3 12 0,-2-1 5 15,-2 3 1-15,2-3 2 0,0-1 10 16,-2-3 0-16,2 3 10 0,0-3 0 16,0 1-1-16,0 1-5 0,-1-4-5 0,1 1-5 15,0 0-7-15,0-2-7 0,0 3-5 16,-2-1 0-16,2-5-1 0,0 5-5 0,0-4-4 16,0 0-5-16,0 1-2 0,0 1 0 15,0-1-7-15,2-1-1 0,-4 1 8 0,2 0-13 16,0 1 2-16,0 0-4 0,0-1 2 15,0-1 10-15,0 3-3 0,0-1 0 16,0 0-1-16,0-1-3 0,0-1-1 16,-2 2 4-16,2 1-9 0,0-1-2 0,0-2 4 15,0 1-1-15,0-9-6 0,0 16-5 16,-2-10 0-16,4 1 0 0,-2-7 0 0,-2 12 0 16,2-12 0-16,0 10 0 0,0-10 0 15,0 9 0-15,0-9 0 0,0 7 0 16,0-7 0-16,0 0 0 0,0 11 0 0,0-11 0 15,0 6 0-15,0-6 0 0,0 0 0 16,0 12 0-16,0-12 0 0,2 7 0 0,-2-7 0 16,2 6 0-16,-2-6 0 15,0 11 0-15,0-11 0 0,0 10 0 0,0-10 0 16,0 12 0-16,0-12 0 0,-2 11 0 16,2-11 0-16,0 10 0 0,0-10 0 0,2 8 0 15,-2-8 0-15,-2 9 0 0,2-9 0 16,0 8 0-16,0-8 0 0,0 0 0 0,0 11 0 15,0-11 0-15,0 0 0 0,0 9 0 16,0-9 0-16,0 0 0 0,2 8 0 0,-2-8 0 16,0 0 0-16,0 0 0 0,0 7 0 15,0-7 0-15,0 0 0 0,0 0 0 16,0 0 0-16,0 10 0 0,0-10 0 16,0 0 0-16,0 0 0 0,0 0 0 0,0 0 0 15,0 0 0-15,0 9 0 0,0-9 0 16,0 0 0-16,0 0 0 0,0 0 0 0,0 0 0 15,0 0 0-15,0 0 0 0,0 0 0 16,0 0 0-16,0 0 0 0,0 0 0 16,0 0-110-16,0 0-438 0,0 0-160 0,-11-19-221 15,0 12 87-15,4 0 87 16,0 0-707-16,-3-1-911 0</inkml:trace>
  <inkml:trace contextRef="#ctx0" brushRef="#br0" timeOffset="119836.69">15218 4130 3763 0,'-2'5'-182'0,"2"-5"45"0,0 0 40 0,-2 8 40 0,2-8 29 0,0 0 22 0,2 8 22 15,-2-8 22-15,0 0 19 0,0 0 20 16,0 0 4-16,0 0-8 0,0 0-1 0,0 0-9 16,0 0-4-16,0 0-6 0,0 0-6 15,0 0-12-15,0 0-3 0,0 0 7 16,23-14-5-16,-23 14 3 0,8-3-13 16,-8 3-5-16,0 0 7 0,0 0-4 15,5-7 8-15,-5 7 0 0,0 0 11 0,0 0-3 16,9-5-5-16,-9 5-2 0,0 0-12 15,0 0 5-15,0 0-8 0,0 0 7 0,0 0 3 16,3 24 5-16,-1-14 5 0,0 2 2 16,2 0-2-16,-3 3 6 0,3-3 1 0,2 5 1 15,-2-5-6-15,2 5 0 0,-1-4 2 16,-1-1-1-16,2 0-3 0,-3-2-2 0,2 1 4 16,-1-3-8-16,-2-2 3 0,-1 1-2 15,-1-7 9-15,4 13 4 0,-4-13 8 0,2 9 7 16,-2-9 10-16,2 8 9 0,-2-8 5 15,0 0 3-15,-4 9 0 0,4-9 4 16,0 0 1-16,-9 4 4 0,9-4 11 16,0 0 0-16,-10 6 10 0,10-6-10 15,0 0 3-15,-10 2 7 0,10-2-13 0,0 0-7 16,0 0-12-16,0 0-4 0,0 0-7 16,0 0-4-16,0 0-18 0,0 0-7 0,0 0 11 15,0 0-14-15,0 0-7 0,0 0-8 16,0 0 1-16,0 0 0 0,35-8-9 15,-35 8-2-15,19-4 8 0,-10 4-7 16,-9 0-6-16,21-6-3 0,-11 5 3 0,-10 1-24 16,15-4-13-16,-15 4-21 0,12-1-28 0,-12 1-27 15,12-4-45-15,-8 3-55 0,-4 1-70 16,14-6-79-16,-8 3-92 0,-6 3-111 16,5-7-189-16,-5 7 21 0,4-8 81 0,-4 8-450 15,4-5-561-15</inkml:trace>
  <inkml:trace contextRef="#ctx0" brushRef="#br0" timeOffset="120488.31">15212 3978 2783 0,'0'0'-147'0,"-9"-7"28"0,6 6 25 0,3 1 25 16,-12-6 20-16,12 6 21 0,-12-4 18 0,5 3 19 0,7 1 3 0,-12-2 8 15,12 2 1-15,-15 0 7 0,15 0 9 16,-15 5 7-16,3-1 14 0,1 2 11 16,-2 3 10-16,-4 5 17 0,-6 4 8 0,0 5 7 15,0 1 10-15,0 1-2 0,2 4-1 16,2-1-1-16,0 0-8 0,5 4 3 0,0-3-2 15,3 3-8-15,6-11-9 16,3 4-4-16,2-4-14 0,4 4-3 0,1-5 0 0,7 10-5 16,3-4-12-16,5-3-1 15,1 3-6-15,5-6-4 0,0-2-6 0,3-1 0 16,3-5-3-16,5 0-11 0,-2-4 4 16,2-5-2-16,1-1-4 0,-4-2 0 15,-5-1-3-15,10-3-1 0,-1-6 4 0,-2 0-10 16,-4-2 1-16,1-3-1 0,-5-5 1 15,-1 2 2-15,-6-4 19 0,-2-6 12 0,-4-1 9 16,-4 0 4-16,-5-3 0 0,-4-7-5 16,-6 6-2-16,-1-6-6 0,-5 5-8 0,-2 3-3 15,-6 2-8-15,-3 4-6 16,-6 2-1-16,-4 5-5 0,-5 9-26 0,0 1-25 16,0 0-30-16,-3 4-53 0,9 4-64 0,3 6-74 15,1-2-92-15,-9 3-135 16,9 1-182-16,5-4 69 0,2 4-315 0,2 1-394 15</inkml:trace>
  <inkml:trace contextRef="#ctx0" brushRef="#br0" timeOffset="123118.69">16556 4299 2458 0,'-8'2'-15'0,"8"-2"18"0,-3 6 7 0,3-6 7 0,0 0 1 0,0 0-4 15,0 0 4-15,0 0 3 0,0 0 5 16,28-11 3-16,-13 5-4 0,3 0-3 0,3 2 0 16,-1-4-6-16,0 6-1 0,-1-1 0 15,-2 0-7-15,-2 2 2 0,-4 1-2 16,0-2-1-16,2 0-2 0,-13 2-1 0,16 0-4 16,-6 0-13-16,-10 0-22 15,0 0-19-15,17 0-43 0,-17 0-55 0,8 2-70 0,-8-2-142 16,0 0-255-16,13-4-117 15</inkml:trace>
  <inkml:trace contextRef="#ctx0" brushRef="#br0" timeOffset="123501.79">17339 4025 1756 0,'-4'-2'37'0,"4"2"12"16,-11-6 14-16,6 2 5 0,5 4 5 0,-20 0 6 16,20 0 7-16,-23 4 0 0,12 0 3 15,-3 0 2-15,1 1 0 0,0 3-1 16,3-1-8-16,1 0-8 0,4 0-6 0,-2 1-6 16,5 2-2-16,2-2-5 0,2 5-2 15,3-1 2-15,0 0-1 0,5 0-2 0,-1 2-4 16,3 1 3-16,1 0-8 0,-6-2-2 15,3-2 10-15,0 1 1 0,-3 0 8 0,-2-2 20 16,-2 3 17-16,-1-3 10 0,-2 2 11 16,-5-1 1-16,2 3-4 0,-5-3-10 15,-5 3-9-15,0-3-10 0,-2 2-7 16,-3-3-9-16,3-1-7 0,3-2-8 0,0-3-15 16,-1 2-32-16,2-3-53 0,0-1-70 15,-1 0-81-15,12-2-82 0,-18-2-109 16,18 2-175-16,-20-2-35 0,11 1 58 0,-3-1-188 15,5 0-220-15</inkml:trace>
  <inkml:trace contextRef="#ctx0" brushRef="#br0" timeOffset="124419.59">16898 3924 1844 0,'-27'1'-87'0,"-2"-1"28"0,4 1 25 0,-3 3 20 0,-8 1 20 0,0 2 12 16,1 1 14-16,-2 6 11 15,1 2 13-15,-2 7 8 0,2 8 6 0,0 2 5 16,3 0 1-16,4 6 1 0,7-1 4 16,-1 1 3-16,12-5 2 0,3 2-2 0,4 1-9 15,6-1-9-15,6 0-3 0,5-4-5 16,14 7 1-16,9-6-9 0,6 0-4 15,9-8-4-15,8 0-3 0,12-8-3 16,5-3-21-16,7-2-23 0,-4-7-25 16,3-4-27-16,2-4-17 0,-1-6-20 0,-4-1-7 15,-2-3-2-15,-11-5 10 0,-1-5 8 16,-8 0 11-16,-8-5 22 0,-3-5 25 0,-10-1 26 16,-9-5 17-16,-6-5 8 0,-10-5 16 15,-7 7 7-15,-8-3-3 0,-7-11-1 16,-10 0-7-16,-6 5-3 0,-11-1-4 0,-8 9-3 15,-6 8-6-15,-9 7-1 0,-11 9-7 16,-3 9-23-16,-11 6-27 0,-2 4-44 0,0 7-51 16,-11 7-55-16,23 0-125 15,6 0-291-15,9 3-105 0</inkml:trace>
  <inkml:trace contextRef="#ctx0" brushRef="#br0" timeOffset="126852.52">15682 3763 1572 0,'0'0'-61'0,"0"0"-1"0,0 0 34 0,0 0 21 0,-5 26 10 15,3-13 17-15,0 5 15 0,1 1 13 0,-1 0 9 16,2 1 6-16,-2 2 3 16,2 4-3-16,0-7-2 0,2 2-4 0,-2-3-5 15,0 1-5-15,0-1-3 0,0-3-8 16,0-3 0-16,0 0-5 0,2-1-3 16,-2-3-11-16,0-2-19 0,0-6-25 0,0 15-51 15,0-15-77-15,0 0-101 0,0 0-309 16,0 0-66-16</inkml:trace>
  <inkml:trace contextRef="#ctx0" brushRef="#br0" timeOffset="127302.27">15775 3755 1635 0,'0'0'31'0,"-27"8"10"0,27-8 7 16,0 0 3-16,-10 0 3 0,10 0 11 15,0 0 5-15,0 0 0 0,0 0-4 16,0 0-5-16,0 0-9 0,0 0-3 0,0 0-2 16,0 0-4-16,0 0-7 15,0 0 0-15,46-8-2 0,-10 1-4 0,2 1-5 0,7-2-1 16,-2 1-3-16,14 1-5 0,-9-2-2 16,-1 2-1-16,0-1 3 0,0 2-5 15,-5-1 1-15,0 4 0 0,-12-1-3 0,-5 0-3 16,-2 2-1-16,-8 1-4 15,3 1 2-15,-4 2 2 0,0 1-1 0,-3-1 1 16,3 5-1-16,-3-2-1 0,0 5 3 0,3-2 7 16,-3 4 4-16,3 1 2 0,-3 1 4 15,0 1-1-15,1-1 4 0,0 0-6 16,-3 2 3-16,-1 1 0 0,-1-2 2 16,-1-2 7-16,0 0 7 0,-3-2 0 0,2 0 5 15,-3-2 2-15,1 2-5 0,-3-5 1 16,2 3 4-16,0-3 0 0,0-2-2 0,-2-5-6 15,2 11-1-15,-2-11-7 16,3 6 0-16,-3-6-24 0,0 0-37 0,2 9-67 16,-2-9-82-16,0 0-116 0,0 0-175 0,0 0-43 15,0 0-138-15,0 0-147 0</inkml:trace>
  <inkml:trace contextRef="#ctx0" brushRef="#br0" timeOffset="128917.36">16331 3481 1818 0,'0'0'26'0,"-11"0"26"0,11 0 30 0,-14 2 18 0,14-2 16 0,-16 0 14 16,16 0 19-16,-22 1-5 0,13 0 16 0,9-1 0 15,-17 3-6-15,17-3-15 0,-15 0-17 16,15 0-10-16,0 0-16 0,-18 0-6 0,18 0-11 15,0 0-12-15,-9 3-2 16,9-3-4-16,0 0-5 0,0 0-5 0,0 0-9 16,0 0-4-16,36 3-1 0,-19-3-3 15,-2 0-3-15,5 0-5 0,0 2-1 16,-2-2-4-16,-4-2 3 0,2 4-3 0,-16-2 2 16,25 0-4-16,-14-2-3 0,-11 2 7 15,20 0-13-15,-20 0 7 0,13 0-3 0,-13 0 2 16,0 0-5-16,15-2-14 0,-15 2-42 15,10-4-37-15,-10 4-36 0,9-3-50 16,-9 3-58-16,5-2-70 0,-5 2-88 0,12-8-148 16,-8 4-8-16,2 0-169 0,-3 0-201 15</inkml:trace>
  <inkml:trace contextRef="#ctx0" brushRef="#br0" timeOffset="129352.18">16644 3352 1955 0,'0'0'8'0,"0"0"23"0,1-5 8 16,-1 5-2-16,0 0-2 0,0 0 2 0,0 0 11 16,0 0 18-16,0 0 2 15,0 0 2-15,-1 23-2 0,2-17-5 0,-1 2-4 16,2-1-2-16,0 2-5 0,3-2 3 15,-2-1-4-15,1 1 3 0,2 0-2 16,-3-2 5-16,3 1 1 0,-6-6 6 0,14 7-1 16,-9-6 1-16,-5-1-5 0,15 2-9 15,-15-2-1-15,19-6-10 0,-9 2-6 0,0-2 5 16,-3 1 1-16,2-2 5 0,-3 0 3 16,1 3-2-16,-7 4 6 0,9-9 0 15,-6 4-3-15,-3 5-12 0,0 0-8 0,0 0-3 16,0 0 5-16,0 0 12 0,0 0-5 15,6 18 2-15,-10-9-5 0,4 5 6 16,0 0 0-16,0 1 2 0,2 3-7 16,0-1-4-16,2 3 1 0,-3-3 0 0,6 0-5 15,-3-1 0-15,-1-1 2 0,3-1-9 16,-2-1-2-16,-3-4 0 0,3 1-29 0,1-3-30 16,-3 0-53-16,-1 0-47 0,1 0-81 15,-2-7-121-15,0 0-171 0,-2 8-72 16,2-8 57-16,-8 3-146 0,8-3-171 0</inkml:trace>
  <inkml:trace contextRef="#ctx0" brushRef="#br0" timeOffset="133867.84">6113 3935 2468 0,'-4'-11'256'0,"-2"1"-42"0,1 2-1 0,1 4-33 0,4 4-10 15,-7-7-36-15,7 7-12 0,0 0 8 0,0 0 13 16,-16 14 11-16,12 2 24 0,-1 9 11 15,-2 12 5-15,5 1 7 0,1 2-8 16,2 0-8-16,-1 1-18 0,7-2-2 0,-2 0-19 16,3-4-12-16,-1-2-12 0,0-8-12 15,-2-4-19-15,-1-4-8 0,2-1 4 16,-5-3-30-16,1-1-29 0,0-3-35 16,0-1-40-16,0-1-52 0,-2-7-71 0,2 7-90 15,-2-7-97-15,0 0-87 0,0 0-86 16,0 0-110-16,-4-27-24 0,6 11-457 0,0-11-590 15</inkml:trace>
  <inkml:trace contextRef="#ctx0" brushRef="#br0" timeOffset="134065.95">6143 3859 3201 0,'0'-10'80'0,"-2"3"36"0,2 0 7 0,0 7-8 0,-2-8-2 16,2 8 0-16,0 0 44 15,0 0 33-15,0 0 17 0,33 7-14 0,-16 1-11 16,8 8-24-16,6-1-14 0,1 1-17 15,2-1-14-15,0 2 5 0,2-1-11 16,0 0-15-16,0-2-47 0,-6 0-39 0,2 0-50 16,-8-4-58-16,-6-2-61 0,-5-2-62 15,-1 0-50-15,-3-1-57 0,-1-1-74 16,-4 0-120-16,-4-4-96 0,0 0 59 16,0 0-268-16,0 0-316 0</inkml:trace>
  <inkml:trace contextRef="#ctx0" brushRef="#br0" timeOffset="134253.98">6162 4129 2593 0,'-24'5'224'0,"0"0"27"0,8-2 22 0,2 3 12 15,7-3 14-15,-3 0 12 0,10-3-1 16,-14 4-21-16,14-4-26 0,-11 2-24 16,11-2-31-16,0 0-25 0,0 0-19 0,0 0-79 15,36-18-85-15,-5 5-113 0,1-2-154 16,5 1-179-16,5-5-208 0,3-2-63 0,-10 6 76 15,-2-2-427-15,6-6-539 16</inkml:trace>
  <inkml:trace contextRef="#ctx0" brushRef="#br0" timeOffset="134567.77">6467 3727 3222 0,'-5'-5'169'0,"5"5"30"16,-8-6 3-16,8 6-16 0,0 0-22 15,0 0 21-15,0 0 56 0,-4 23 30 0,8-3-6 16,2 2-16-16,1 14-1 0,3 3-10 16,3 12 0-16,-1 4 7 0,3-4-12 15,-4 3-10-15,2-3-9 0,1-1-1 16,1-4-17-16,-1-7-10 0,-3-8-17 0,5 2-4 16,-4-4-9-16,4-4-42 0,-1-8-114 15,-1-5 0-15,-1-4 0 0,4-2 0 16,2-3 0-16,0-6 0 0,6-1 0 0,0-3 0 15,3-3 0-15,0-4 0 0,-6 3 0 16,-3 2 0-16,-4-2 0 0,1 2-21 0,-4 0-303 16,1 0-58-16,-6-1-63 0,0 0-63 15,-1-1-79-15,-1 1-126 0,-5-4-69 0,0 3 82 16,-1-2-568-16,-5 2-729 0</inkml:trace>
  <inkml:trace contextRef="#ctx0" brushRef="#br0" timeOffset="134782.78">6478 3732 3408 0,'-18'-2'111'0,"2"-3"60"0,5 2 36 16,4 2 19-16,7 1 11 0,-14-2 11 16,14 2-3-16,0 0-1 0,-9-6-14 0,9 6-18 15,0 0-23-15,0 0-19 0,23-20-14 16,-7 11-24-16,13-4-67 0,3 1-57 15,-1 2-72-15,1-1-77 0,-5 4-94 0,-4 2-109 16,0 2-100-16,-3 1-134 0,-6 4-134 0,-1-1 74 16,-1 5-418-16,-4 1-527 15</inkml:trace>
  <inkml:trace contextRef="#ctx0" brushRef="#br0" timeOffset="135216.7">6727 3814 2822 0,'0'0'144'0,"0"0"91"16,0 0 32-16,0 0 13 0,0 0-17 15,0 0-18-15,0 0-20 0,0 0-22 0,0 0-4 16,0 0 22-16,0 0 18 16,17 11-3-16,-14 1-16 0,6 4-15 0,-2-1-26 15,4 4-16-15,1-2-17 0,-1 0-10 16,9 4-13-16,-4-6-10 0,-2-1-13 0,3-1-8 15,-2-5-11-15,0 0-6 0,1-5-7 16,-5 1-6-16,5-4-1 0,-2-2-5 16,-1-2-9-16,3-2 1 0,-1-2-7 0,1-5-4 15,-4-1-4-15,1-1 2 0,-2-2-4 16,-4 3 5-16,-1 2 7 0,2-1 21 0,-3 4 9 16,-3 0 4-16,2 2-4 0,0 1-12 15,-4 6-28-15,0 0-33 0,0 0 0 0,0 0 0 16,0 0 0-16,12 22 0 15,-10-10 0-15,-1 3 0 0,3 4 0 0,2 2 0 16,-3-1 0-16,3 1 0 0,2-2 0 16,0 2 0-16,-3-7 0 0,2 1 0 15,2-4 0-15,-2 0 0 0,-1-2 0 0,-1 1-36 16,4-2-305-16,-6-2-114 0,1-1-161 16,1-4-210-16,-5-1-25 0,0 0 88 0,10 2-701 15,-10-2-911-15</inkml:trace>
  <inkml:trace contextRef="#ctx0" brushRef="#br0" timeOffset="135449.2">7364 4089 4135 0,'0'0'81'0,"0"0"35"0,0 0 12 0,0 0 27 0,0 0 30 0,18 7 41 0,-13-3 5 0,-5-4 7 0,7 12-11 0,-3-6-15 0,-1 3-11 0,-1 1-17 15,2 1-18-15,0 1-16 0,-4-2-16 0,0 2-8 16,-2 1-12-16,-2 3-16 0,0-3-20 16,-1-2-42-16,-4 1-52 0,4-4-49 15,-1 1-53-15,-1-3-69 0,2-2-81 16,-6-2-110-16,11-2-100 0,-11 0-118 16,11 0-175-16,-14-12 69 0,11 3-537 0,-3-8-700 15</inkml:trace>
  <inkml:trace contextRef="#ctx0" brushRef="#br0" timeOffset="135871.26">7384 3684 3602 0,'-4'-8'113'0,"4"8"29"0,-4-5 32 0,4 5 38 16,0 0 46-16,0 0 59 15,0 0 30-15,-7 25 7 0,7-16-14 0,2-1-27 16,2 3-29-16,-3-1-23 0,5 1-28 15,-1-4-20-15,4 0-18 0,0-1-16 0,0 0-14 16,1-3-9-16,2-2-6 0,-12-1-3 16,23-1-111-16,-10-2-36 0,0-1 0 15,0-4 0-15,-2 3 0 0,1-4 0 0,-2 0 0 16,-1 0 0-16,-1 3 0 0,-2-2 0 16,1 2 0-16,-3 0 0 0,-4 6 0 0,7-6 0 15,-7 6 0-15,9-6 0 0,-9 6 0 16,0 0 0-16,0 0 0 0,13 16 0 0,-8-4 0 15,3 1 0-15,-2 7 0 0,3-2 0 16,0 2 0-16,3-3 0 0,1 7 0 16,-1-4 0-16,-2-3 0 0,-1 1 0 15,3-3 0-15,-5-2 0 0,2 0 0 0,-3-3 0 16,1 0 0-16,-2-2 0 0,-1-2 0 16,-1-1 0-16,-1 2 0 0,2-2 0 0,-4-5 0 15,5 8 0-15,-5-8 0 0,0 6 0 16,0-6-516-16,0 0-482 0,0 0 77 15,0 0 95-15,-11-20-851 0,11 9-1112 0</inkml:trace>
  <inkml:trace contextRef="#ctx0" brushRef="#br0" timeOffset="136266.48">7708 3506 4399 0,'0'0'-60'0,"-9"-6"68"0,9 6 62 0,-7-8 38 0,7 8 44 16,0 0 46-16,-7-4 46 0,7 4 29 0,0 0 3 16,0 0-10-16,-6-5-25 0,6 5-20 15,0 0-24-15,0 0-17 0,2-12-19 16,-2 12-17-16,13-6-16 0,-3 4-9 0,1 1-7 16,-11 1-7-16,25 1 1 0,-12 4 13 15,5 4 13-15,5 8 17 0,-5 7-6 16,4 1-143-16,-5 5 0 0,-2 3 0 15,-1 2 0-15,-3 0 0 0,0 2 0 0,-1 0 0 0,-2 1 0 16,-3-3 0-16,-1 0 0 16,1-1 0-16,-3-8 0 0,1-3 0 0,-1-5 0 15,2-1 0-15,-3 0 0 0,-1-1 0 16,0-4 0-16,0-3 0 0,2 3 0 0,-4 1 0 16,1-3 0-16,-5-1 0 0,1 1 0 15,-2-1 0-15,1-2 0 0,1-4 0 0,-1 0 0 16,-2 1 0-16,8-4 0 0,0 0 0 15,0 0 0-15,-20-10-657 0,13 1-349 0,5-1 89 16,1-4-991-16,2-3-1331 0</inkml:trace>
  <inkml:trace contextRef="#ctx0" brushRef="#br0" timeOffset="136516.58">8176 3678 5663 0,'-9'2'152'0,"9"-2"72"0,-15 0 31 0,15 0 18 15,0 0 11-15,0 0-4 16,0 0-16-16,0 0-22 0,-8-9-25 0,8 9-21 0,21-12-55 16,-1 2-141-16,8-4 0 15,0-1 0-15,4 1 0 0,-5 0 0 0,4 2-58 16,-6 3-282-16,-4 1-127 0,-2 1-139 15,-2 2-152-15,-3 2-106 0,-7 1 93 0,-7 2-701 16,13 5-919-16</inkml:trace>
  <inkml:trace contextRef="#ctx0" brushRef="#br0" timeOffset="136731.64">8293 3756 4352 0,'-11'9'117'0,"3"-3"72"0,0 0 69 0,3-2 63 15,5-4 46-15,-10 7 37 16,10-7 25-16,0 0 20 0,-7 4-10 0,7-4-21 15,0 0-23-15,0 0-342 0,0 0-53 0,36-3 0 16,-18-1 0-16,4 0 0 16,-1-3 0-16,2 0 0 0,-3 2 0 0,2-2 0 15,-6 2 0-15,0 0 0 0,-3 2 0 16,-1-1 0-16,-5 2 0 0,2 0 0 0,-9 2-21 16,14 0-490-16,-14 0-110 0,0 0-132 15,0 0-131-15,0 0 79 0,0 0-758 0,0 0-1006 16</inkml:trace>
  <inkml:trace contextRef="#ctx0" brushRef="#br0" timeOffset="137800.57">8813 3442 4039 0,'0'0'-89'0,"-13"0"66"0,13 0 61 0,-16-6 53 0,16 6 47 0,-11-6 46 16,11 6 30-16,-7-3 21 0,7 3 10 16,-4-7 0-16,4 7-8 0,0-11-19 15,8 2-16-15,1 2-17 0,3-2-16 0,1 3-13 16,0-2-23-16,1 4-17 0,-2 2-12 15,1 2-7-15,-13 0-6 0,28 8-4 16,-13 4 12-16,2 0 14 0,-5 5 10 0,-5 4 16 16,-1 4 22-16,-6-1 21 0,-2 1 15 15,-2 9-132-15,-2 1-65 0,-1-10 0 0,3-3 0 16,2-3 0-16,-3-3 0 0,2-3 0 16,1-1 0-16,0-1 0 0,2-3 0 0,0 2 0 15,0-10 0-15,0 11 0 0,7-10 0 16,-7-1 0-16,18 0 0 0,-4-3 0 15,7-6 0-15,7-3 0 0,1-2 0 16,1-6 0-16,1 2 0 0,1-3 0 16,7-5-147-16,-1 1-748 0,-4 1-87 0,-3 0 106 15,-3 1-923-15,-1 1-1229 0</inkml:trace>
  <inkml:trace contextRef="#ctx0" brushRef="#br0" timeOffset="138082.87">9448 3330 4591 0,'0'0'-94'0,"0"0"90"0,-10-11 51 16,10 11 45-16,0 0 52 0,0 0 57 15,0 0 76-15,-30 16 59 0,23-6 36 16,-4 4 12-16,0 1 4 0,4 2-8 0,1-1-32 16,2 1-21-16,2-2-32 0,2-1-188 15,2 1-107-15,2 1 0 0,6-2 0 16,-1-4 0-16,3 0 0 0,3-3 0 0,0-2 0 16,2-1 0-16,-1-4 0 0,2 0 0 15,0-4 0-15,-2 1 0 0,0-3 0 16,-3 2 0-16,-1-5 0 0,-1 1 0 0,-4-4 0 15,-3 3 0-15,-1-3 0 0,-3-2 0 16,-7-1 0-16,-2-6 0 0,-7-3 0 16,-6 7 0-16,-1-2 0 0,2 11 0 0,-1 1 0 15,-1 6 0-15,1 1 0 0,-6 1 0 16,-6 7 0-16,1 2 0 0,3 2 0 0,1 0-799 16,8 2-197-16,6-5 92 15,1 1-964-15,5-2-1292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0T03:11:16.0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2949 9 4244 0 0,'0'0'4149'0'0,"-10"-6"-3207"0"0,4 4 5901 0 0,-174 4-699 0 0,-98 11-4074 0 0,224-6-1856 0 0,-1 2 1 0 0,1 3-1 0 0,-80 28 1 0 0,-55 12 557 0 0,123-36-456 0 0,36-8-39 0 0,0-2-1 0 0,0-1 0 0 0,-60 3 1 0 0,-122-19 583 0 0,138 14-744 0 0,43 0-54 0 0,0-2 0 0 0,0-2 1 0 0,-44-5-1 0 0,67 5-75 0 0,-50-5 12 0 0,-110-27 1 0 0,151 30 1 0 0,1 1 0 0 0,-1 0-1 0 0,0 1 1 0 0,0 0 0 0 0,0 2-1 0 0,-24 3 1 0 0,3-1-18 0 0,-80 7-24 0 0,-172 38 0 0 0,269-44 37 0 0,1 0-1 0 0,0 2 0 0 0,0 0 0 0 0,0 1 1 0 0,1 1-1 0 0,0 1 0 0 0,0 1 1 0 0,1 0-1 0 0,0 1 0 0 0,1 1 0 0 0,1 1 1 0 0,-30 28-1 0 0,24-16 7 0 0,0-3-6 0 0,1 2-1 0 0,1 0 1 0 0,1 2-1 0 0,-21 37 1 0 0,31-46-3 0 0,2 0-1 0 0,-1 0 1 0 0,2 1-1 0 0,0 0 1 0 0,-5 32 0 0 0,10-39 3 0 0,0 0-1 0 0,1 0 1 0 0,0 0 0 0 0,1 0 0 0 0,0-1 0 0 0,1 1 0 0 0,0 0 0 0 0,0 0 0 0 0,1-1 0 0 0,1 1 0 0 0,6 12 0 0 0,4 9 3 0 0,3-1-1 0 0,0 0 0 0 0,2-2 1 0 0,1 0-1 0 0,40 43 1 0 0,-43-55 11 0 0,0-1 1 0 0,1-1 0 0 0,1-1 0 0 0,0 0-1 0 0,1-2 1 0 0,1 0 0 0 0,-1-1 0 0 0,2-1 0 0 0,31 10-1 0 0,695 168 149 0 0,-667-174 73 0 0,0-4 1 0 0,1-4-1 0 0,-1-3 0 0 0,1-4 1 0 0,126-17-1 0 0,-53 7-68 0 0,-143 10-132 0 0,0 1 0 0 0,0 0 1 0 0,21 3-1 0 0,23 1 43 0 0,330 11 1121 0 0,17 1-803 0 0,-162-6-306 0 0,-105-3-43 0 0,254 23 453 0 0,-89-2-382 0 0,-114 7-125 0 0,-92-16 29 0 0,142 11 1 0 0,72-5-20 0 0,-285-24 0 0 0,-1 0 0 0 0,1-2 0 0 0,-1-1 0 0 0,45-9 0 0 0,0 1 0 0 0,3 3 0 0 0,11 0 0 0 0,-1-3 0 0 0,98-26 0 0 0,97-54 0 0 0,-257 83 0 0 0,4-1 0 0 0,-1 0 0 0 0,31-18 0 0 0,-41 20 0 0 0,-1-1 0 0 0,-1-1 0 0 0,1 1 0 0 0,-1-2 0 0 0,0 1 0 0 0,13-17 0 0 0,5-3 0 0 0,-16 17 0 0 0,0 0 0 0 0,-1-1 0 0 0,-1 0 0 0 0,0-1 0 0 0,0 0 0 0 0,9-18 0 0 0,-15 19 0 0 0,0-1 0 0 0,0 0 0 0 0,-1 0 0 0 0,0 0 0 0 0,-2 0 0 0 0,1 0 0 0 0,-2 0 0 0 0,1-1 0 0 0,-2 1 0 0 0,0 0 0 0 0,0 0 0 0 0,-2 0 0 0 0,1 0 0 0 0,-9-22 0 0 0,1 5 0 0 0,-2 0 0 0 0,0 1 0 0 0,-2 1 0 0 0,-2 0 0 0 0,-20-28 0 0 0,-26-23 0 0 0,-3 3 0 0 0,-3 4 0 0 0,-154-126 0 0 0,191 174 0 0 0,-1 1 0 0 0,-1 2 0 0 0,-1 1 0 0 0,-1 2 0 0 0,-1 1 0 0 0,-49-15 0 0 0,37 16 0 0 0,-1 3 0 0 0,-1 2 0 0 0,0 2 0 0 0,-71-3 0 0 0,10 12 0 0 0,-164 22 0 0 0,161-10 0 0 0,-216 14 0 0 0,178-4 0 0 0,113-15 0 0 0,-48 3 0 0 0,-44-3 0 0 0,76-8 0 0 0,-115 5 0 0 0,148-3 0 0 0,-28 5 0 0 0,-89 27 0 0 0,121-28 0 0 0,4-2 0 0 0,-1 0-156 0 0,11-3-701 0 0,-7 2-9319 0 0,8-1 6853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0T03:11:17.7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98 260 15209 0 0,'-85'34'738'0'0,"83"-34"-293"0"0,-6 5 15 0 0,6-2-91 0 0,9-2 1884 0 0,17-2-2016 0 0,-1-2 0 0 0,1 0 1 0 0,0-2-1 0 0,-1 0 0 0 0,40-16 1 0 0,122-59 397 0 0,-89 36-295 0 0,200-89 777 0 0,-282 128-1152 0 0,-10 8 12 0 0,-18 18 0 0 0,-40 32-5 0 0,-2-7 165 0 0,-2-2-1 0 0,-2-3 0 0 0,-71 36 1 0 0,120-73 1686 0 0,12-7-715 0 0,24-20-366 0 0,44-29-418 0 0,156-91 295 0 0,-129 85-8863 0 0,-90 55 4939 0 0,-2 2 2676 0 0,0 0-1332 0 0,2-1-2896 0 0,4-3-2334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0T03:11:18.1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68 81 13421 0 0,'-31'37'457'0'0,"8"-12"1564"0"0,22-24-1154 0 0,-11 6 314 0 0,11-1 4121 0 0,92-59-4338 0 0,-43 23-206 0 0,98-43 0 0 0,-146 73-761 0 0,0 0 0 0 0,-1 0 0 0 0,1 0 0 0 0,0 0 0 0 0,0 0 0 0 0,0 0 0 0 0,0 0-1 0 0,0 0 1 0 0,0 0 0 0 0,0 1 0 0 0,0-1 0 0 0,0 0 0 0 0,0 0 0 0 0,0 0 0 0 0,0 0 0 0 0,0 0 0 0 0,0 0 0 0 0,0 0 0 0 0,-1 0 0 0 0,1 1-1 0 0,0-1 1 0 0,0 0 0 0 0,0 0 0 0 0,0 0 0 0 0,0 0 0 0 0,0 0 0 0 0,0 0 0 0 0,0 0 0 0 0,1 1 0 0 0,-1-1 0 0 0,0 0 0 0 0,0 0 0 0 0,0 0 0 0 0,0 0-1 0 0,0 0 1 0 0,0 0 0 0 0,0 0 0 0 0,0 0 0 0 0,0 1 0 0 0,0-1 0 0 0,0 0 0 0 0,0 0 0 0 0,0 0 0 0 0,0 0 0 0 0,1 0 0 0 0,-1 0 0 0 0,0 0-1 0 0,0 0 1 0 0,0 0 0 0 0,0 0 0 0 0,0 0 0 0 0,0 0 0 0 0,0 0 0 0 0,0 0 0 0 0,1 0 0 0 0,-1 0 0 0 0,0 1 0 0 0,0-1 0 0 0,0 0 0 0 0,0 0-1 0 0,-12 17-205 0 0,-21 18-573 0 0,6-17-435 0 0,-5 4-1797 0 0,17-6-2356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0T03:11:26.5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90 12289 0 0,'0'0'-342'0'0,"-3"5"-114"0"0,-5 16 449 0 0,6-16 1542 0 0,7-6-1493 0 0,0-1 0 0 0,0 1 0 0 0,0-2-1 0 0,0 1 1 0 0,0 0 0 0 0,0-1 0 0 0,0 0 0 0 0,-1 0-1 0 0,1 0 1 0 0,-1-1 0 0 0,0 0 0 0 0,4-4-1 0 0,21-15 188 0 0,3-1-47 0 0,16-9 334 0 0,-46 32 546 0 0,-9 4-979 0 0,-80 55 993 0 0,85-56-680 0 0,16-21 1007 0 0,6 4-1066 0 0,-21 22-73 0 0,-26 25-116 0 0,-13-4 222 0 0,39-27-49 0 0,6-4-274 0 0,106-65 98 0 0,-109 67-149 0 0,-3 2-43 0 0,0-1 47 0 0,1 0-1 0 0,-1 0 1 0 0,0 0 0 0 0,0 0 0 0 0,1 1 0 0 0,-1-1 0 0 0,0 0 0 0 0,0 0 0 0 0,1 1 0 0 0,-1-1-1 0 0,0 1 1 0 0,1-1 0 0 0,-1 1 0 0 0,1-1 0 0 0,-1 1 0 0 0,1-1 0 0 0,-1 1 0 0 0,1-1 0 0 0,-1 1-1 0 0,1 0 1 0 0,-1 0 0 0 0,-15 13-50 0 0,1-10-150 0 0,-12-7-11042 0 0,17 1 8605 0 0,-3 0-1465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0T03:11:35.1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2371 100 4004 0 0,'5'-4'527'0'0,"0"0"-1"0"0,0-1 1 0 0,-1 0-1 0 0,1 0 1 0 0,-1 0-1 0 0,0 0 1 0 0,0-1-1 0 0,-1 1 1 0 0,5-13 0 0 0,-7 17 948 0 0,-14-18-27 0 0,1 15-1293 0 0,1 0 0 0 0,-2 1 0 0 0,1 1 0 0 0,0 0 0 0 0,0 0 0 0 0,-1 1 0 0 0,1 1 0 0 0,-23 2 0 0 0,-111 18 186 0 0,108-13-215 0 0,-464 111 340 0 0,165-32-289 0 0,241-61-163 0 0,1 3 0 0 0,1 5 0 0 0,2 4 0 0 0,2 4 0 0 0,1 4 0 0 0,-105 71 0 0 0,162-96-12 0 0,1 1 0 0 0,1 2 0 0 0,1 1 0 0 0,1 1 0 0 0,1 1 1 0 0,2 1-1 0 0,-24 34 0 0 0,-9 27 9 0 0,-78 163 0 0 0,124-223-10 0 0,3 0 1 0 0,0 0-1 0 0,1 1 0 0 0,2 0 0 0 0,1 0 0 0 0,2 1 0 0 0,0-1 0 0 0,3 36 1 0 0,2-11-1 0 0,3 0 1 0 0,3 0 0 0 0,21 82 0 0 0,6-29 10 0 0,5-1 0 0 0,4-3 0 0 0,58 100 0 0 0,-85-170-9 0 0,2-2-1 0 0,1 0 1 0 0,1-1-1 0 0,2-1 1 0 0,1-1-1 0 0,32 30 1 0 0,-33-38 2 0 0,0-1-1 0 0,2-1 1 0 0,1-2 0 0 0,0 0 0 0 0,1-1-1 0 0,0-2 1 0 0,55 19 0 0 0,-6-12 2 0 0,0-2 0 0 0,1-4 1 0 0,1-3-1 0 0,0-3 0 0 0,0-4 1 0 0,1-3-1 0 0,-1-4 1 0 0,95-15-1 0 0,-5-11-322 0 0,-1-7 0 0 0,276-99 0 0 0,-331 94 65 0 0,-3-6 1 0 0,-1-4-1 0 0,167-107 1 0 0,-211 114 149 0 0,-1-2 1 0 0,-2-3-1 0 0,-3-3 0 0 0,-2-3 1 0 0,-2-1-1 0 0,74-104 0 0 0,-103 124 91 0 0,-2 0 0 0 0,-2-2 0 0 0,-2-1 0 0 0,-1 0 0 0 0,21-67 0 0 0,-33 83 47 0 0,-1-1 0 0 0,0 0 0 0 0,-2 0 1 0 0,-1-1-1 0 0,0 1 0 0 0,-2 0 0 0 0,-1-1 0 0 0,-1 1 0 0 0,-1 0 1 0 0,-1 0-1 0 0,-10-34 0 0 0,-2 14 7 0 0,-2 0 1 0 0,-2 1-1 0 0,-2 1 0 0 0,-1 1 1 0 0,-3 1-1 0 0,-1 1 1 0 0,-62-68-1 0 0,46 62-91 0 0,-3 2 0 0 0,-1 2 0 0 0,-2 2 0 0 0,-2 2 0 0 0,-81-45 0 0 0,97 64-138 0 0,-1 2 0 0 0,-1 1 0 0 0,0 2 0 0 0,-1 1 0 0 0,0 2-1 0 0,0 2 1 0 0,-1 1 0 0 0,-74-2 0 0 0,58 9-860 0 0,1 3 0 0 0,0 2-1 0 0,0 2 1 0 0,0 3 0 0 0,-95 31-1 0 0,36-2-2049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0T03:11:21.1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2195 51 11545 0 0,'0'0'-46'0'0,"5"-7"344"0"0,-8 3 3477 0 0,-29-8-1736 0 0,30 12-1540 0 0,-2-1-18 0 0,-38-8 287 0 0,0 2 0 0 0,0 1 1 0 0,-1 3-1 0 0,-53 2 0 0 0,-179 23 192 0 0,87-5 89 0 0,140-14-716 0 0,-233 22 1189 0 0,193-6-1261 0 0,2 3 0 0 0,-126 49 0 0 0,172-56-192 0 0,-25 7-36 0 0,1 4-1 0 0,-95 51 0 0 0,105-45-1 0 0,12-9-36 0 0,1 2 0 0 0,1 2-1 0 0,2 1 1 0 0,-50 48 0 0 0,78-66-3 0 0,1 0-1 0 0,1 1 1 0 0,0 0 0 0 0,0 1 0 0 0,1 0-1 0 0,1 0 1 0 0,0 0 0 0 0,-7 21 0 0 0,11-24 4 0 0,-1 0-1 0 0,2 0 1 0 0,-1 1 0 0 0,1-1 0 0 0,0 0 0 0 0,1 1 0 0 0,0-1 0 0 0,1 0 0 0 0,0 1 0 0 0,0-1 0 0 0,1 0 0 0 0,0 0 0 0 0,4 10-1 0 0,1 3 9 0 0,2-1-1 0 0,1 0 0 0 0,0-1 1 0 0,2 0-1 0 0,0 0 0 0 0,1-1 1 0 0,1-1-1 0 0,1 0 0 0 0,1-1 0 0 0,0 0 1 0 0,1-2-1 0 0,1 0 0 0 0,0-1 1 0 0,23 14-1 0 0,-2-5 121 0 0,1-2 1 0 0,2-1-1 0 0,0-3 0 0 0,0-1 1 0 0,2-2-1 0 0,-1-2 0 0 0,2-2 1 0 0,0-2-1 0 0,59 4 0 0 0,-32-6 56 0 0,-2 1 272 0 0,129-5-1 0 0,399-26 602 0 0,-277 6-260 0 0,-102 19 382 0 0,406-7-923 0 0,-493-1-252 0 0,-6 0 0 0 0,1 5 0 0 0,131 15 0 0 0,-116 3 0 0 0,210-3 0 0 0,73-21 0 0 0,-342 5 0 0 0,0 1 0 0 0,0-3 0 0 0,95-19 0 0 0,482-78 0 0 0,-575 87 0 0 0,-1-3 0 0 0,-1-4 0 0 0,0-4 0 0 0,-2-3 0 0 0,143-74 0 0 0,-213 98 0 0 0,-1-1 0 0 0,1 0 0 0 0,-1 0 0 0 0,0-1 0 0 0,-1-1 0 0 0,1 0 0 0 0,-2 0 0 0 0,1 0 0 0 0,-1-1 0 0 0,0-1 0 0 0,-1 1 0 0 0,0-1 0 0 0,-1 0 0 0 0,0-1 0 0 0,0 0 0 0 0,-1 0 0 0 0,-1 0 0 0 0,0 0 0 0 0,0-1 0 0 0,-1 1 0 0 0,0-1 0 0 0,-1 0 0 0 0,-1 0 0 0 0,0 0 0 0 0,-1 0 0 0 0,0 0 0 0 0,0 0 0 0 0,-1 0 0 0 0,-1 0 0 0 0,0 0 0 0 0,-1 0 0 0 0,0 0 0 0 0,-1 1 0 0 0,0 0 0 0 0,-6-12 0 0 0,-4-6 0 0 0,-1 1 0 0 0,-1 1 0 0 0,-2 1 0 0 0,0 0 0 0 0,-2 1 0 0 0,0 1 0 0 0,-37-32 0 0 0,38 40 0 0 0,-1 1 0 0 0,-1 1 0 0 0,0 0 0 0 0,-1 2 0 0 0,0 1 0 0 0,-1 0 0 0 0,0 2 0 0 0,-1 0 0 0 0,0 2 0 0 0,-26-5 0 0 0,-164-20 0 0 0,-257-5 0 0 0,269 25 0 0 0,20 2 0 0 0,-203 14 0 0 0,63 6 0 0 0,-132 12 0 0 0,81 19 0 0 0,-300 47 0 0 0,507-56 0 0 0,145-29 0 0 0,2-3 0 0 0,1 0-208 0 0,-2-4-1985 0 0,20 3 1858 0 0,-1 1-1 0 0,1-1 1 0 0,-1 1 0 0 0,1-1-1 0 0,-1 1 1 0 0,1-1 0 0 0,-1 1-1 0 0,1-1 1 0 0,0 1 0 0 0,-1-1-1 0 0,1 0 1 0 0,0 1 0 0 0,0-1-1 0 0,-1 0 1 0 0,1 1 0 0 0,0-1-1 0 0,0 0 1 0 0,0 1 0 0 0,0-1-1 0 0,0 0 1 0 0,0 1 0 0 0,0-1-1 0 0,0 0 1 0 0,0 1 0 0 0,0-1-1 0 0,0 0 1 0 0,0 0 0 0 0,10-21-8902 0 0,-1 10 7316 0 0,11-7-6042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0T03:11:22.0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81 1 14061 0 0,'-50'51'1088'0'0,"21"-14"3661"0"0,28-36-3787 0 0,10 4 470 0 0,-8-4-1386 0 0,-1-1 1 0 0,1 1-1 0 0,-1-1 1 0 0,1 1-1 0 0,-1-1 0 0 0,1 1 1 0 0,-1-1-1 0 0,1 1 1 0 0,0-1-1 0 0,-1 0 1 0 0,1 1-1 0 0,0-1 0 0 0,-1 0 1 0 0,1 0-1 0 0,0 1 1 0 0,-1-1-1 0 0,1 0 1 0 0,0 0-1 0 0,0 0 0 0 0,-1 0 1 0 0,1 0-1 0 0,0 0 1 0 0,0 0-1 0 0,-1 0 0 0 0,1 0 1 0 0,0 0-1 0 0,-1 0 1 0 0,2-1-1 0 0,58-7 1291 0 0,0-2 0 0 0,95-31 0 0 0,-11 3 499 0 0,-141 38-1661 0 0,-6 4-158 0 0,-2 4-10 0 0,-1-1-1 0 0,1 0 0 0 0,-1-1 0 0 0,-1 1 1 0 0,1-1-1 0 0,-1 0 0 0 0,0-1 0 0 0,-1 0 1 0 0,-12 7-1 0 0,-88 41 54 0 0,48-25-31 0 0,36-16 8 0 0,8-5 77 0 0,2 1 0 0 0,-1 0 1 0 0,-22 17-1 0 0,36-23 988 0 0,7-2-865 0 0,-1 0-237 0 0,9 0 76 0 0,0 0-1 0 0,1-1 1 0 0,-1-1-1 0 0,0 0 1 0 0,22-6-1 0 0,-34 7-200 0 0,8-3-1246 0 0,1 0 0 0 0,-1-1 0 0 0,16-10 0 0 0,-9 1-4690 0 0,-4-4-4355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0T03:11:25.3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45 14337 0 0,'10'-19'-421'0'0,"-2"3"3960"0"0,-6 7 800 0 0,2 77-3641 0 0,-10 129 1 0 0,1-132 217 0 0,4 0 0 0 0,9 102 1 0 0,-8-164-847 0 0,1 0 0 0 0,0-1-1 0 0,1 1 1 0 0,-1 0 0 0 0,0-1 0 0 0,1 1 0 0 0,-1 0 0 0 0,1-1 0 0 0,0 0 0 0 0,0 1 0 0 0,0-1 0 0 0,0 0 0 0 0,0 0-1 0 0,1 0 1 0 0,-1-1 0 0 0,0 1 0 0 0,1 0 0 0 0,-1-1 0 0 0,1 1 0 0 0,0-1 0 0 0,0 0 0 0 0,-1 0 0 0 0,1 0-1 0 0,0-1 1 0 0,0 1 0 0 0,0 0 0 0 0,0-1 0 0 0,0 0 0 0 0,6 0 0 0 0,12 1 127 0 0,0-1 0 0 0,1-1 1 0 0,21-3-1 0 0,-32 3-157 0 0,46 1-142 0 0,-54 0-273 0 0,1 1-217 0 0,3 0-527 0 0,19 0-4928 0 0,-13-11-5718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0T03:11:27.9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138 168 8569 0 0,'-42'23'7742'0'0,"47"-29"-7242"0"0,14-9 18 0 0,1 1 1 0 0,0 0-1 0 0,25-12 0 0 0,-17 9 84 0 0,-24 14-366 0 0,-7 4-40 0 0,-41 17 262 0 0,7-2-367 0 0,-114 40 1258 0 0,149-55-459 0 0,12-5-752 0 0,348-107 814 0 0,-355 111-927 0 0,-8-3-1772 0 0,-5-1 1490 0 0,-27-14-4297 0 0,34 16 3659 0 0,0 0 1 0 0,0-1-1 0 0,0 1 0 0 0,0-1 1 0 0,1 1-1 0 0,-1-1 0 0 0,1 0 0 0 0,0 0 1 0 0,0 0-1 0 0,-3-5 0 0 0,-1-5-4670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0T03:11:28.7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0 146 10845 0 0,'0'0'113'0'0,"7"-3"32"0"0,62-32 356 0 0,-39 19-251 0 0,1 1 1 0 0,0 1-1 0 0,55-15 0 0 0,-84 28-189 0 0,34-18-1099 0 0,-16 5-5559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0T03:11:29.8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19 150 7397 0 0,'0'0'10107'0'0,"-1"-5"-9563"0"0,-1-6-43 0 0,0 0-1 0 0,0 0 0 0 0,1 0 0 0 0,1 0 1 0 0,-1 0-1 0 0,3-14 0 0 0,-1 20-375 0 0,-1 0-1 0 0,0 0 1 0 0,0 0-1 0 0,0 0 1 0 0,-1 0-1 0 0,0 0 1 0 0,0 0-1 0 0,-2-8 1 0 0,2 12-13 0 0,-4 32 588 0 0,6 17-649 0 0,3 0 0 0 0,2 0-1 0 0,1-1 1 0 0,3 1 0 0 0,2-2 0 0 0,24 61 0 0 0,-33-98-3 0 0,0 0 0 0 0,1 0 0 0 0,1 0 0 0 0,-1-1 0 0 0,1 0 0 0 0,1 0 0 0 0,-1 0 0 0 0,2 0-1 0 0,-1-1 1 0 0,1 0 0 0 0,0 0 0 0 0,0-1 0 0 0,12 8 0 0 0,-16-13-35 0 0,0 0 1 0 0,1-1-1 0 0,-1 1 0 0 0,1-1 0 0 0,-1 0 0 0 0,1 0 0 0 0,-1 0 0 0 0,1 0 1 0 0,-1-1-1 0 0,1 1 0 0 0,-1-1 0 0 0,4-1 0 0 0,42-16 84 0 0,-42 14-87 0 0,0-1 1 0 0,0 0 0 0 0,0 0 0 0 0,0-1 0 0 0,-1 0 0 0 0,0 0-1 0 0,0 0 1 0 0,-1-1 0 0 0,1 0 0 0 0,-2 0 0 0 0,7-11 0 0 0,-4 3 5 0 0,-2-1-1 0 0,0 1 1 0 0,0-1 0 0 0,-2 0 0 0 0,2-16 0 0 0,3 6-20 0 0,-8 26 3 0 0,0-1 1 0 0,0 1-1 0 0,0 0 1 0 0,0 0-1 0 0,0 0 1 0 0,0-1-1 0 0,0 1 1 0 0,0 0-1 0 0,1 0 1 0 0,-1 0-1 0 0,0 0 1 0 0,0-1-1 0 0,0 1 1 0 0,0 0-1 0 0,1 0 1 0 0,-1 0-1 0 0,0 0 1 0 0,0 0 0 0 0,0 0-1 0 0,0 0 1 0 0,1-1-1 0 0,-1 1 1 0 0,0 0-1 0 0,0 0 1 0 0,0 0-1 0 0,1 0 1 0 0,-1 0-1 0 0,0 0 1 0 0,0 0-1 0 0,1 0 1 0 0,-1 0-1 0 0,0 0 1 0 0,0 0-1 0 0,0 0 1 0 0,1 0-1 0 0,-1 0 1 0 0,0 1 0 0 0,0-1-1 0 0,0 0 1 0 0,1 0-1 0 0,-1 0 1 0 0,0 0-1 0 0,0 0 1 0 0,0 0-1 0 0,0 0 1 0 0,1 1-1 0 0,17 34-37 0 0,-7-11 56 0 0,100 176 14 0 0,-102-188 196 0 0,-3-6 584 0 0,-3-2-3533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0T03:11:30.8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279 17 11369 0 0,'-27'-11'841'0'0,"25"10"-316"0"0,-3-4 249 0 0,5 5-734 0 0,0 0 1 0 0,0 0 0 0 0,0 0 0 0 0,0 1 0 0 0,0-1 0 0 0,0 0 0 0 0,0 0-1 0 0,0 0 1 0 0,0 0 0 0 0,0 0 0 0 0,0 0 0 0 0,0 0 0 0 0,0 0 0 0 0,0 0-1 0 0,0 0 1 0 0,0 1 0 0 0,-1-1 0 0 0,1 0 0 0 0,0 0 0 0 0,0 0-1 0 0,0 0 1 0 0,0 0 0 0 0,0 0 0 0 0,0 0 0 0 0,0 0 0 0 0,0 0 0 0 0,0 0-1 0 0,0 0 1 0 0,0 0 0 0 0,-1 0 0 0 0,1 0 0 0 0,0 0 0 0 0,0 0-1 0 0,0 0 1 0 0,0 0 0 0 0,0 0 0 0 0,0 0 0 0 0,0 0 0 0 0,0 0 0 0 0,-1 0-1 0 0,1 0 1 0 0,0 0 0 0 0,0 0 0 0 0,0 0 0 0 0,0 0 0 0 0,0 0-1 0 0,0 0 1 0 0,0 0 0 0 0,0 0 0 0 0,0 0 0 0 0,0 0 0 0 0,-1 0 0 0 0,1 0-1 0 0,0 0 1 0 0,0 0 0 0 0,0 0 0 0 0,0-1 0 0 0,0 1 0 0 0,0 0-1 0 0,42 502 3951 0 0,-41-429-3515 0 0,7 153 1325 0 0,-7-210-1647 0 0,3 26 405 0 0,-1-39-410 0 0,0-23-227 0 0,-2 11 60 0 0,-1 1 1 0 0,0 0-1 0 0,-1 0 0 0 0,0 0 0 0 0,0 0 0 0 0,-1 0 0 0 0,0 0 0 0 0,0 0 0 0 0,-1 0 0 0 0,0 1 0 0 0,0-1 0 0 0,-1 1 0 0 0,0 0 0 0 0,0 0 0 0 0,-1 0 0 0 0,0 1 0 0 0,0-1 0 0 0,0 1 1 0 0,-1 1-1 0 0,0-1 0 0 0,0 1 0 0 0,-1 0 0 0 0,1 0 0 0 0,-1 0 0 0 0,0 1 0 0 0,0 0 0 0 0,-1 1 0 0 0,1-1 0 0 0,-1 2 0 0 0,1-1 0 0 0,-1 1 0 0 0,0 0 0 0 0,-10-1 0 0 0,-117 0 1753 0 0,133 3-1406 0 0,3-2-306 0 0,0 0 0 0 0,1 0 1 0 0,-1 0-1 0 0,1 0 0 0 0,0 1 0 0 0,0-1 1 0 0,0 0-1 0 0,0 1 0 0 0,0 0 0 0 0,2-2 1 0 0,-1 1 12 0 0,37-28 130 0 0,2 2 0 0 0,72-37 0 0 0,-38 23-5 0 0,-73 40-153 0 0,1 0 0 0 0,-1 0 0 0 0,1 0 1 0 0,-1 0-1 0 0,1 1 0 0 0,0 0 1 0 0,0-1-1 0 0,-1 1 0 0 0,1 1 0 0 0,0-1 1 0 0,0 0-1 0 0,0 1 0 0 0,0 0 1 0 0,0 0-1 0 0,0 0 0 0 0,0 1 0 0 0,6 1 1 0 0,-6-1-3 0 0,-1 1 0 0 0,1 0 0 0 0,-1 0 1 0 0,0 0-1 0 0,1 1 0 0 0,-1-1 0 0 0,0 1 1 0 0,0 0-1 0 0,-1 0 0 0 0,1 0 0 0 0,-1 0 1 0 0,1 0-1 0 0,-1 1 0 0 0,0-1 0 0 0,0 1 1 0 0,0 0-1 0 0,1 5 0 0 0,17 44 47 0 0,-14-36-8 0 0,0 1 0 0 0,2-1 0 0 0,-1 0 0 0 0,18 25 0 0 0,-22-38-31 0 0,1-1 0 0 0,-1 0 0 0 0,1 0 0 0 0,-1-1 0 0 0,1 1 0 0 0,0-1 0 0 0,0 1 0 0 0,0-1-1 0 0,0 0 1 0 0,0-1 0 0 0,1 1 0 0 0,-1-1 0 0 0,0 0 0 0 0,1 0 0 0 0,-1 0 0 0 0,1-1 0 0 0,0 1 0 0 0,-1-1 0 0 0,1 0 0 0 0,-1-1 0 0 0,1 1 0 0 0,-1-1 0 0 0,1 0-1 0 0,-1 0 1 0 0,1 0 0 0 0,-1 0 0 0 0,0-1 0 0 0,6-3 0 0 0,-8 4-12 0 0,0 0 0 0 0,0-1 0 0 0,0 1 0 0 0,-1-1 0 0 0,1 1 0 0 0,-1-1 0 0 0,1 0 0 0 0,-1 0 0 0 0,1 1 0 0 0,-1-1 0 0 0,0 0 0 0 0,0-1 0 0 0,0 1 0 0 0,0 0-1 0 0,0 0 1 0 0,0 0 0 0 0,-1 0 0 0 0,1-1 0 0 0,-1 1 0 0 0,0 0 0 0 0,1-1 0 0 0,-1 1 0 0 0,0 0 0 0 0,0-1 0 0 0,-1 1 0 0 0,1 0 0 0 0,0 0 0 0 0,-1-1 0 0 0,0-2 0 0 0,-2-6 0 0 0,0 1 0 0 0,0-1 0 0 0,-1 1 0 0 0,-7-16 0 0 0,8 20-55 0 0,0 1-1 0 0,-1 0 1 0 0,1 0-1 0 0,-1 0 0 0 0,0 0 1 0 0,0 0-1 0 0,-1 1 1 0 0,0 0-1 0 0,-7-6 1 0 0,-29-9-4499 0 0,36 17 1522 0 0,-1-1 2198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0T03:11:31.2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290 152 13209 0 0,'2'-4'154'0'0,"0"0"0"0"0,0 0 0 0 0,0 0 0 0 0,1 0-1 0 0,0 0 1 0 0,0 1 0 0 0,0-1 0 0 0,0 1 0 0 0,0-1 0 0 0,0 1 0 0 0,7-4-1 0 0,-7 6 604 0 0,1 4-399 0 0,0-1-274 0 0,0 0 0 0 0,-1 1 0 0 0,1 0 0 0 0,-1 0 0 0 0,0 0 0 0 0,0 0 0 0 0,0 0 0 0 0,-1 0 0 0 0,1 1 0 0 0,-1 0 0 0 0,1-1 0 0 0,-1 1 0 0 0,0 0 0 0 0,-1 0 0 0 0,1 0 0 0 0,-1 0 0 0 0,0 0 0 0 0,0 1 0 0 0,0-1 0 0 0,0 0 0 0 0,0 7 0 0 0,0 15 390 0 0,-1-1 0 0 0,-6 45 0 0 0,1-2 304 0 0,6-64-675 0 0,-1 1 0 0 0,0-1 1 0 0,0 1-1 0 0,0 0 0 0 0,-1-1 1 0 0,1 1-1 0 0,-1-1 0 0 0,0 1 1 0 0,-1-1-1 0 0,1 1 0 0 0,-1-1 1 0 0,0 0-1 0 0,-2 5 0 0 0,1-7 6 0 0,0 1 0 0 0,0-1 0 0 0,0 0-1 0 0,0 0 1 0 0,-1-1 0 0 0,1 1 0 0 0,-1-1-1 0 0,1 0 1 0 0,-1 0 0 0 0,1 0 0 0 0,-1 0 0 0 0,0 0-1 0 0,1-1 1 0 0,-1 1 0 0 0,0-1 0 0 0,-5-1-1 0 0,-4 2 226 0 0,-1-1-1 0 0,0-1 1 0 0,1 0-1 0 0,-1-1 1 0 0,1-1-1 0 0,0 0 1 0 0,0-1-1 0 0,0 0 0 0 0,0-1 1 0 0,0 0-1 0 0,1-1 1 0 0,0 0-1 0 0,1-1 1 0 0,-22-17-1 0 0,26 18-204 0 0,-1 0 0 0 0,1-1-1 0 0,1 0 1 0 0,0-1 0 0 0,0 1 0 0 0,0-1 0 0 0,1 0 0 0 0,0-1 0 0 0,0 1-1 0 0,1-1 1 0 0,0 0 0 0 0,1 0 0 0 0,0 0 0 0 0,0-1 0 0 0,1 1-1 0 0,0-1 1 0 0,1 1 0 0 0,0-1 0 0 0,0 0 0 0 0,1 0 0 0 0,2-16 0 0 0,-1 15-407 0 0,1-1 0 0 0,0 1 1 0 0,1 0-1 0 0,0 0 0 0 0,1 0 1 0 0,0 0-1 0 0,1 0 1 0 0,0 1-1 0 0,7-11 0 0 0,-7 15-414 0 0,-1 0 0 0 0,1 1 0 0 0,0 0 0 0 0,1 0 0 0 0,-1 0-1 0 0,1 0 1 0 0,0 1 0 0 0,1 0 0 0 0,-1 1 0 0 0,0-1 0 0 0,1 1 0 0 0,0 0-1 0 0,0 1 1 0 0,0-1 0 0 0,10-1 0 0 0,35-1-7536 0 0,-24 7 813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0T03:11:31.5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 46 13973 0 0,'-54'-43'6913'0'0,"59"42"-6440"0"0,5 0-368 0 0,-1 1-1 0 0,0 0 0 0 0,1 0 0 0 0,-1 1 1 0 0,0 0-1 0 0,1 1 0 0 0,-1 0 0 0 0,0 0 0 0 0,0 1 1 0 0,0 1-1 0 0,-1-1 0 0 0,1 1 0 0 0,-1 0 1 0 0,0 1-1 0 0,0 0 0 0 0,0 1 0 0 0,-1-1 1 0 0,9 9-1 0 0,-1 0-16 0 0,-1 0 0 0 0,0 1 1 0 0,-1 0-1 0 0,-1 1 0 0 0,0 1 0 0 0,-1 0 0 0 0,15 32 1 0 0,-15-21 11 0 0,-1 1 1 0 0,-2-1 0 0 0,0 1-1 0 0,-2 1 1 0 0,-2-1 0 0 0,0 1-1 0 0,-2 57 1 0 0,-5-32-317 0 0,-2 1 1 0 0,-2-1-1 0 0,-21 73 0 0 0,28-126-348 0 0,-11 27-1012 0 0,4-22-2838 0 0,-3-4-5444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0T03:11:36.6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2882 114 7325 0 0,'0'0'242'0'0,"-8"0"-32"0"0,-374-22 4016 0 0,-60 0-2372 0 0,-3 53-852 0 0,-213 89-246 0 0,553-90-626 0 0,1 4-1 0 0,2 5 1 0 0,-136 73 0 0 0,205-95-100 0 0,2 1-1 0 0,0 2 0 0 0,1 1 1 0 0,1 2-1 0 0,1 1 1 0 0,-36 38-1 0 0,47-43-12 0 0,2 1 0 0 0,0 0 0 0 0,2 1 0 0 0,0 1 0 0 0,1 0 0 0 0,2 0-1 0 0,0 1 1 0 0,1 0 0 0 0,1 1 0 0 0,-6 33 0 0 0,9-34-3 0 0,1 0-1 0 0,1 1 0 0 0,1-1 1 0 0,1 1-1 0 0,1-1 0 0 0,1 1 1 0 0,1-1-1 0 0,1 0 1 0 0,1 0-1 0 0,1 0 0 0 0,1 0 1 0 0,1 0-1 0 0,1-1 0 0 0,1-1 1 0 0,1 1-1 0 0,18 27 1 0 0,-8-19-8 0 0,0-2 1 0 0,2 0 0 0 0,1-2 0 0 0,2 0 0 0 0,0-2-1 0 0,1-1 1 0 0,57 39 0 0 0,-43-38 12 0 0,2-2 1 0 0,0-1-1 0 0,1-2 0 0 0,1-2 0 0 0,55 13 1 0 0,-12-9 38 0 0,170 16 0 0 0,89-17 1 0 0,-321-19-59 0 0,864 82 67 0 0,-757-63-49 0 0,0-5 1 0 0,1-7-1 0 0,191-10 0 0 0,151-18-15 0 0,-43 4-8 0 0,-9-32-91 0 0,-346 32 74 0 0,-1-3 0 0 0,-1-3 0 0 0,133-60 0 0 0,-114 36-2 0 0,-2-4-1 0 0,114-83 0 0 0,-186 119 34 0 0,-1-1-1 0 0,0-1 1 0 0,-1-1-1 0 0,-1-1 1 0 0,20-25 0 0 0,-30 33-2 0 0,-1 1 1 0 0,0-1 0 0 0,0-1 0 0 0,-1 1 0 0 0,0-1 0 0 0,-1 0-1 0 0,0 0 1 0 0,-1 0 0 0 0,0 0 0 0 0,-1-1 0 0 0,0 1 0 0 0,-1-1-1 0 0,0-16 1 0 0,-3-4 64 0 0,-3 0 0 0 0,0 0 0 0 0,-2 1 0 0 0,-2 0 0 0 0,-1 0 0 0 0,-1 1 0 0 0,-1 0 0 0 0,-21-35 0 0 0,-2 5 46 0 0,-2 1 0 0 0,-81-97 0 0 0,73 105-85 0 0,-2 2-1 0 0,-2 3 1 0 0,-2 1 0 0 0,-2 3 0 0 0,-1 2 0 0 0,-3 3 0 0 0,-1 2 0 0 0,-1 3 0 0 0,-2 2 0 0 0,-1 3-1 0 0,-1 3 1 0 0,-1 2 0 0 0,-1 4 0 0 0,-107-18 0 0 0,67 23-98 0 0,-1 4 0 0 0,1 5 0 0 0,-180 15 0 0 0,-304 85-2136 0 0,83 37-6310 0 0,447-116 6681 0 0,-34 11-2147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0T03:12:37.3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109 0 14649 0 0,'0'0'-252'0'0,"-19"7"1861"0"0,15-6-1271 0 0,-8 3 9345 0 0,-10-4-14277 0 0,21-1 4269 0 0,0 1 1 0 0,0 0 0 0 0,-1 0-1 0 0,1 0 1 0 0,0 0-1 0 0,-1 0 1 0 0,1 0 0 0 0,0 0-1 0 0,0 0 1 0 0,-1 0 0 0 0,1 0-1 0 0,0 1 1 0 0,0-1 0 0 0,-1 1-1 0 0,1-1 1 0 0,0 1 0 0 0,0-1-1 0 0,0 1 1 0 0,0 0 0 0 0,0-1-1 0 0,0 1 1 0 0,0 0 0 0 0,0 0-1 0 0,-1 1 1 0 0,-9 8-4409 0 0,0-1-2002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0T03:12:38.9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 6 11813 0 0,'-9'-5'14821'0'0,"2"22"-17169"0"0,-16-6-6125 0 0,6-3 375 0 0,6-1 2239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0T03:12:31.3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22 129 5112 0 0,'-2'-26'4357'0'0,"0"1"-1"0"0,-10-40 1 0 0,12 63-2230 0 0,-4-6-1747 0 0,2 6-161 0 0,3 7 1108 0 0,53 174 591 0 0,-29-101-1429 0 0,-18-53-271 0 0,1 0 1 0 0,1-1 0 0 0,1 0 0 0 0,2-1-1 0 0,0 0 1 0 0,19 27 0 0 0,-28-47-167 0 0,1-1 0 0 0,-1 1 0 0 0,1-1-1 0 0,-1 0 1 0 0,1 0 0 0 0,0 0 0 0 0,0 0 0 0 0,0-1 0 0 0,0 1-1 0 0,0-1 1 0 0,0 0 0 0 0,0 0 0 0 0,0-1 0 0 0,1 1 0 0 0,-1-1 0 0 0,0 0-1 0 0,0 0 1 0 0,1 0 0 0 0,3-1 0 0 0,18-2 225 0 0,48-13 0 0 0,-52 11-78 0 0,105-18 512 0 0,-123 23-845 0 0,11-3-362 0 0,-7 4-3860 0 0,7 3 2620 0 0,-12-3-390 0 0,3-12-5817 0 0,-5-4-2084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0T03:12:32.0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321 108 11241 0 0,'1'-2'496'0'0,"1"-1"-1"0"0,0 0 1 0 0,-1 1 0 0 0,0-1 0 0 0,1 0-1 0 0,-1 0 1 0 0,0 0 0 0 0,-1 0 0 0 0,1 0-1 0 0,0 0 1 0 0,-1 0 0 0 0,0 0-1 0 0,1 0 1 0 0,-1-1 0 0 0,-1 1 0 0 0,0-6-1 0 0,0 6-316 0 0,-1 0 0 0 0,0 0 0 0 0,0 0 0 0 0,0 0 0 0 0,0 1 0 0 0,-1-1 0 0 0,1 1 0 0 0,-1-1-1 0 0,1 1 1 0 0,-1 0 0 0 0,0 0 0 0 0,0 0 0 0 0,0 0 0 0 0,0 0 0 0 0,-6-2 0 0 0,6 3-135 0 0,-1-1 0 0 0,0 0 0 0 0,0 1 0 0 0,1 0 0 0 0,-1 0 0 0 0,0 0 1 0 0,0 0-1 0 0,0 1 0 0 0,0-1 0 0 0,0 1 0 0 0,0 0 0 0 0,0 1 0 0 0,0-1 0 0 0,0 1 0 0 0,0-1 1 0 0,0 1-1 0 0,-4 2 0 0 0,1 0-14 0 0,0 0 1 0 0,0 0-1 0 0,1 1 0 0 0,-1 0 1 0 0,1 0-1 0 0,0 1 1 0 0,0 0-1 0 0,-8 9 1 0 0,0 3-6 0 0,0 0 1 0 0,2 1 0 0 0,0 0-1 0 0,1 1 1 0 0,-15 34 0 0 0,15-28 9 0 0,-2 3 13 0 0,-12 41 0 0 0,23-63-46 0 0,0 0 0 0 0,0 0 0 0 0,1 1 0 0 0,0-1-1 0 0,0 0 1 0 0,1 1 0 0 0,0-1 0 0 0,0 0 0 0 0,0 1-1 0 0,1-1 1 0 0,0 0 0 0 0,0 0 0 0 0,3 9 0 0 0,-2-13 0 0 0,0 1 1 0 0,-1-1 0 0 0,1 1-1 0 0,0-1 1 0 0,1 0 0 0 0,-1 0-1 0 0,0 0 1 0 0,1 0 0 0 0,-1 0-1 0 0,1 0 1 0 0,-1-1 0 0 0,1 1-1 0 0,0-1 1 0 0,0 0 0 0 0,0 1-1 0 0,0-1 1 0 0,-1-1 0 0 0,1 1-1 0 0,1 0 1 0 0,3 0 0 0 0,72 3 58 0 0,-47-4-35 0 0,-5 2-39 0 0,-9-2 125 0 0,0 1 0 0 0,0 1 0 0 0,0 0 0 0 0,-1 1 1 0 0,27 9-1 0 0,-39-10-38 0 0,-1 0 0 0 0,0 0 0 0 0,0 0 0 0 0,0 1 0 0 0,0-1 0 0 0,0 1 0 0 0,0 0 0 0 0,-1 0 0 0 0,0 1 0 0 0,1-1 0 0 0,-1 1 0 0 0,0-1 0 0 0,-1 1 0 0 0,1 0 0 0 0,-1 0 0 0 0,1 0 0 0 0,-1 1 0 0 0,0-1 0 0 0,-1 0 0 0 0,1 1 0 0 0,-1-1 0 0 0,0 1-1 0 0,0 0 1 0 0,0-1 0 0 0,-1 1 0 0 0,1 6 0 0 0,-2 7 175 0 0,-1 1 0 0 0,0 0 0 0 0,-2-1 0 0 0,0 0 0 0 0,0 1 0 0 0,-2-2 0 0 0,0 1 0 0 0,-2 0 0 0 0,1-1 0 0 0,-2-1 0 0 0,0 0 0 0 0,-2 0 0 0 0,-11 16-1 0 0,16-26-303 0 0,-1 0 0 0 0,1 1 0 0 0,-1-2 0 0 0,0 1 0 0 0,0-1 0 0 0,-1 0 0 0 0,1-1-1 0 0,-1 1 1 0 0,0-2 0 0 0,0 1 0 0 0,-1-1 0 0 0,-15 4 0 0 0,-17 7-5642 0 0,26-6 299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0T03:12:33.1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66 331 13933 0 0,'-8'-19'1616'0'0,"-2"1"-1"0"0,-22-32 1 0 0,31 48-346 0 0,2 8-615 0 0,8 52 705 0 0,2-1-1 0 0,23 71 1 0 0,-18-72-848 0 0,8 20 968 0 0,-23-74-488 0 0,-8-10-803 0 0,-4-8-111 0 0,0-1 0 0 0,0-1 0 0 0,2 0 0 0 0,0 0 0 0 0,1 0 0 0 0,1-1 0 0 0,-9-37 0 0 0,9 19-28 0 0,1 0-1 0 0,1-1 0 0 0,1-40 1 0 0,5 62-65 0 0,0 1 1 0 0,0-1-1 0 0,2 0 0 0 0,0 0 1 0 0,0 1-1 0 0,2-1 1 0 0,0 1-1 0 0,1 0 1 0 0,14-28-1 0 0,-16 38-18 0 0,0 0 1 0 0,0 0-1 0 0,0 1 0 0 0,1-1 0 0 0,0 1 0 0 0,0 0 0 0 0,0 0 0 0 0,0 0 0 0 0,0 1 1 0 0,1 0-1 0 0,0 0 0 0 0,-1 0 0 0 0,1 1 0 0 0,0 0 0 0 0,0 0 0 0 0,0 0 0 0 0,1 1 1 0 0,-1 0-1 0 0,7-1 0 0 0,-11 3 30 0 0,-1-1-1 0 0,1 0 1 0 0,-1 1 0 0 0,0-1-1 0 0,1 1 1 0 0,-1-1 0 0 0,1 1 0 0 0,-1-1-1 0 0,0 1 1 0 0,0 0 0 0 0,0 0 0 0 0,1 0-1 0 0,-1 0 1 0 0,0 0 0 0 0,0 0-1 0 0,0 0 1 0 0,0 0 0 0 0,0 0 0 0 0,-1 0-1 0 0,1 1 1 0 0,0-1 0 0 0,0 0-1 0 0,-1 0 1 0 0,1 1 0 0 0,-1-1 0 0 0,1 1-1 0 0,-1 1 1 0 0,7 36-52 0 0,-8-17 112 0 0,-1 0 1 0 0,0-1-1 0 0,-2 1 0 0 0,0-1 0 0 0,-2 0 0 0 0,0 0 1 0 0,-1 0-1 0 0,-1-1 0 0 0,-15 27 0 0 0,-1-14 880 0 0,62-7-869 0 0,1-3-1 0 0,2-1 1 0 0,0-2-1 0 0,47 16 1 0 0,-43-17 93 0 0,1 2 16 0 0,-29-12-651 0 0,0-2 0 0 0,28 10 1 0 0,-33-12-2250 0 0,-11-4 1810 0 0,-1 0 0 0 0,1-1-1 0 0,0 1 1 0 0,0 0 0 0 0,0-1-1 0 0,-1 1 1 0 0,1 0 0 0 0,-1 0-1 0 0,1 0 1 0 0,0-1 0 0 0,-1 1-1 0 0,1 0 1 0 0,-1 0-1 0 0,0 0 1 0 0,1 0 0 0 0,-1 0-1 0 0,0 0 1 0 0,1 1 0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0T03:12:33.7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246 91 12953 0 0,'-6'-11'51'0'0,"2"3"304"0"0,1 2-1 0 0,-1-1 1 0 0,0 0-1 0 0,-1 1 1 0 0,1-1-1 0 0,-1 1 1 0 0,0 0-1 0 0,-1 1 1 0 0,0-1-1 0 0,-9-6 1 0 0,13 11-276 0 0,1 0 0 0 0,-1 1 0 0 0,0-1 0 0 0,1 1 0 0 0,-1 0 0 0 0,1-1 0 0 0,-1 1 1 0 0,0 0-1 0 0,1 0 0 0 0,-1 0 0 0 0,0 0 0 0 0,1 0 0 0 0,-1 1 0 0 0,0-1 1 0 0,1 0-1 0 0,-1 1 0 0 0,1-1 0 0 0,-1 1 0 0 0,1-1 0 0 0,-1 1 0 0 0,1 0 1 0 0,-1 0-1 0 0,-1 1 0 0 0,-29 24 658 0 0,20-14-534 0 0,2-1 0 0 0,0 1 1 0 0,0 1-1 0 0,1 0 0 0 0,0 0 1 0 0,2 1-1 0 0,-1 0 0 0 0,2 0 1 0 0,0 0-1 0 0,-8 29 0 0 0,12-36-137 0 0,1-1 1 0 0,0 0-1 0 0,0 0 0 0 0,1 1 0 0 0,0-1 1 0 0,0 1-1 0 0,0-1 0 0 0,1 0 0 0 0,0 1 1 0 0,0-1-1 0 0,0 0 0 0 0,1 0 0 0 0,0 0 1 0 0,0 0-1 0 0,1 0 0 0 0,0 0 0 0 0,0 0 1 0 0,0-1-1 0 0,1 0 0 0 0,-1 1 0 0 0,1-1 1 0 0,1-1-1 0 0,-1 1 0 0 0,1 0 0 0 0,-1-1 1 0 0,1 0-1 0 0,1 0 0 0 0,-1-1 0 0 0,10 6 1 0 0,0-3 54 0 0,0 0 0 0 0,0-1 0 0 0,0-1 0 0 0,1 0 0 0 0,0-1 1 0 0,-1-1-1 0 0,1 0 0 0 0,24-1 0 0 0,37 5 697 0 0,-23 1-358 0 0,-51-6-396 0 0,1 0 3 0 0,5 3-61 0 0,-7-4 51 0 0,0 0 0 0 0,0 1 1 0 0,0-1-1 0 0,0 1 0 0 0,0-1 1 0 0,0 1-1 0 0,0 0 0 0 0,0 0 1 0 0,0 0-1 0 0,-1 0 0 0 0,1 0 1 0 0,0 0-1 0 0,-1 1 0 0 0,1-1 1 0 0,-1 1-1 0 0,1-1 0 0 0,-1 1 1 0 0,1-1-1 0 0,-1 1 0 0 0,0 0 1 0 0,0-1-1 0 0,0 1 0 0 0,0 0 1 0 0,0 0-1 0 0,-1 0 0 0 0,1 0 1 0 0,0 0-1 0 0,-1 0 0 0 0,1 0 1 0 0,-1 0-1 0 0,0 0 0 0 0,0 0 1 0 0,0 0-1 0 0,0 0 0 0 0,0 0 1 0 0,0 0-1 0 0,0 0 0 0 0,-1 0 1 0 0,0 3-1 0 0,-2 7 216 0 0,-1 1 0 0 0,0 0 0 0 0,-1-1 0 0 0,-1 0 0 0 0,0 0 0 0 0,0 0 0 0 0,-1-1 0 0 0,0 0 0 0 0,-1 0 0 0 0,-1-1 0 0 0,1 0 0 0 0,-2 0 0 0 0,-17 14 0 0 0,-3 0-177 0 0,0-2-1 0 0,-1-1 1 0 0,-59 29 0 0 0,30-13-246 0 0,59-36-587 0 0,-13 6-914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0T03:12:34.7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148 185 15453 0 0,'20'-65'-423'0'0,"-16"48"1341"0"0,-1 0 1 0 0,0-1-1 0 0,-1-27 1 0 0,-2 44-888 0 0,0 0 0 0 0,0 0 0 0 0,0 1 1 0 0,0-1-1 0 0,0 0 0 0 0,0 0 0 0 0,0 0 1 0 0,0 0-1 0 0,0 1 0 0 0,-1-1 0 0 0,1 0 1 0 0,0 0-1 0 0,-1 0 0 0 0,1 1 0 0 0,0-1 1 0 0,-1 0-1 0 0,1 1 0 0 0,-1-1 0 0 0,1 0 1 0 0,-1 1-1 0 0,1-1 0 0 0,-1 0 0 0 0,0 1 1 0 0,1-1-1 0 0,-1 1 0 0 0,0-1 0 0 0,1 1 1 0 0,-1-1-1 0 0,0 1 0 0 0,0 0 0 0 0,0-1 1 0 0,1 1-1 0 0,-1 0 0 0 0,0 0 1 0 0,0 0-1 0 0,0-1 0 0 0,0 1 0 0 0,1 0 1 0 0,-1 0-1 0 0,0 0 0 0 0,0 0 0 0 0,0 1 1 0 0,0-1-1 0 0,1 0 0 0 0,-1 0 0 0 0,0 0 1 0 0,-1 1-1 0 0,-32 14 260 0 0,33-15-305 0 0,-9 8 134 0 0,0 0-1 0 0,1 0 1 0 0,0 1-1 0 0,0 0 1 0 0,1 0-1 0 0,0 1 1 0 0,1 0-1 0 0,0 0 1 0 0,1 1-1 0 0,0 0 0 0 0,0 0 1 0 0,1 1-1 0 0,1-1 1 0 0,-5 20-1 0 0,8-23 5 0 0,-1 1 0 0 0,1 0 0 0 0,1 0 0 0 0,0 0 0 0 0,0 0 0 0 0,1 0 0 0 0,0 0 0 0 0,1 0 0 0 0,-1 0 0 0 0,2-1 0 0 0,-1 1 0 0 0,1-1 0 0 0,1 1 0 0 0,-1-1 0 0 0,2 0 0 0 0,-1 0 0 0 0,1-1 0 0 0,5 8 0 0 0,2 0 74 0 0,0 0 1 0 0,1-1 0 0 0,1-1 0 0 0,0 0 0 0 0,1 0-1 0 0,0-2 1 0 0,26 16 0 0 0,-28-20-272 0 0,1 0-1 0 0,0-1 1 0 0,0 0 0 0 0,1-1-1 0 0,-1-1 1 0 0,1 0 0 0 0,15 1-1 0 0,-20-3-805 0 0,-1-2 1 0 0,1 1-1 0 0,0-2 0 0 0,-1 1 1 0 0,1-1-1 0 0,-1-1 0 0 0,14-3 0 0 0,16-3-9364 0 0,-26 4 3740 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0T03:12:35.2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627 105 11805 0 0,'-5'-24'-428'0'0,"-10"-24"2426"0"0,14 46-1786 0 0,0 0 0 0 0,-1-1 0 0 0,0 1 0 0 0,1 0 1 0 0,-1 0-1 0 0,0 1 0 0 0,0-1 0 0 0,0 0 0 0 0,0 1 0 0 0,0-1 0 0 0,0 1 1 0 0,0-1-1 0 0,-1 1 0 0 0,1 0 0 0 0,-1 0 0 0 0,1 0 0 0 0,0 0 0 0 0,-5 0 1 0 0,2 0-17 0 0,0 0 0 0 0,0 1 0 0 0,0 0 0 0 0,-1 0 0 0 0,1 0 0 0 0,0 0 0 0 0,0 1 0 0 0,-1 0 0 0 0,1 0 0 0 0,0 0 0 0 0,0 1 0 0 0,-8 3 0 0 0,3 0 18 0 0,-1 1 0 0 0,1 0 0 0 0,0 1 0 0 0,1 0 0 0 0,-12 10 0 0 0,-3 7 228 0 0,0 1 0 0 0,-39 56 0 0 0,55-70-299 0 0,0 1 0 0 0,0 0 0 0 0,1 1 0 0 0,1 0-1 0 0,0 0 1 0 0,0 1 0 0 0,-3 14 0 0 0,8-24-102 0 0,0 0 0 0 0,1 1 0 0 0,-1-1 0 0 0,1 0 0 0 0,0 1 0 0 0,0-1 0 0 0,0 0 0 0 0,1 0 0 0 0,0 1 0 0 0,0-1 0 0 0,0 0 0 0 0,0 0 0 0 0,0 0 0 0 0,1 0 0 0 0,0 0 0 0 0,0 0 0 0 0,0 0 0 0 0,0 0 0 0 0,0-1 0 0 0,1 1 0 0 0,0-1 0 0 0,0 0 0 0 0,0 0 0 0 0,0 0 0 0 0,0 0 0 0 0,0 0 0 0 0,7 3 0 0 0,8 5 65 0 0,2-1 1 0 0,-1-1-1 0 0,1-1 1 0 0,33 9-1 0 0,-35-12 39 0 0,-1 0 0 0 0,0 1 0 0 0,-1 1 0 0 0,0 0 0 0 0,0 2 0 0 0,0-1 0 0 0,27 22-1 0 0,-42-29-43 0 0,1 1-1 0 0,0 0 0 0 0,-1-1 0 0 0,1 1 0 0 0,-1 0 0 0 0,1 0 0 0 0,-1 0 0 0 0,0 0 0 0 0,0 0 0 0 0,0 0 1 0 0,0 0-1 0 0,0 0 0 0 0,0 0 0 0 0,0 0 0 0 0,-1 1 0 0 0,1-1 0 0 0,-1 0 0 0 0,0 1 0 0 0,0-1 1 0 0,0 0-1 0 0,0 4 0 0 0,-1-2 18 0 0,0 0 1 0 0,0 0-1 0 0,-1 0 0 0 0,1 0 1 0 0,-1-1-1 0 0,0 1 1 0 0,0 0-1 0 0,0-1 0 0 0,-1 1 1 0 0,1-1-1 0 0,-4 4 1 0 0,-6 4 99 0 0,1-1 0 0 0,-1 0 1 0 0,-1 0-1 0 0,0-1 1 0 0,-17 9-1 0 0,16-11-236 0 0,0-1-1 0 0,0-1 1 0 0,0 0 0 0 0,-1 0-1 0 0,0-2 1 0 0,1 0 0 0 0,-26 2-1 0 0,-4-3-1972 0 0,-57-6-1 0 0,15 0-4335 0 0,0 9-4315 0 0,54 0 2117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0T03:12:41.4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68 108 10521 0 0,'0'0'-465'0'0,"2"-9"242"0"0,-3 4 4073 0 0,-22-26-2515 0 0,22 30-1077 0 0,-22-36 772 0 0,14 12-213 0 0,8 25-812 0 0,1 0-1 0 0,0 0 1 0 0,-1 0 0 0 0,1 0-1 0 0,0 1 1 0 0,-1-1-1 0 0,1 0 1 0 0,0 0 0 0 0,-1 0-1 0 0,1 0 1 0 0,0 0 0 0 0,-1 1-1 0 0,1-1 1 0 0,0 0-1 0 0,0 0 1 0 0,-1 1 0 0 0,1-1-1 0 0,0 0 1 0 0,0 0 0 0 0,0 1-1 0 0,-1-1 1 0 0,1 0-1 0 0,0 0 1 0 0,0 1 0 0 0,0-1-1 0 0,0 0 1 0 0,-1 1 0 0 0,1-1-1 0 0,0 0 1 0 0,0 1-1 0 0,0-1 1 0 0,0 0 0 0 0,0 1-1 0 0,0-1 1 0 0,0 0 0 0 0,0 1-1 0 0,-2 8-15 0 0,1 0-1 0 0,0-1 1 0 0,0 1-1 0 0,1 13 1 0 0,37 288 31 0 0,-3-34 93 0 0,10 142 951 0 0,-34-245 255 0 0,-10-164-1180 0 0,0 1 0 0 0,1-1 0 0 0,0 1 0 0 0,3 13 1 0 0,-3-21 208 0 0,-3 7-223 0 0,-4-10-4463 0 0,-63-39-6155 0 0,56 31 6258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0T03:12:42.4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835 6 8393 0 0,'35'-6'4123'0'0,"-168"24"-1772"0"0,10-15-80 0 0,120-3-2130 0 0,-21 0 118 0 0,24 0-258 0 0,-25 0 974 0 0,-1 0 0 0 0,-24 5 0 0 0,47-4-739 0 0,-20 5-224 0 0,-120 9 44 0 0,-71 9-69 0 0,210-23 7 0 0,-61 7 260 0 0,47-4-4697 0 0,2-2-6156 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0T03:12:43.6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31 8229 0 0,'0'0'-153'0'0,"-4"-10"9321"0"0,43 2-8921 0 0,0 2 1 0 0,0 2-1 0 0,57 1 0 0 0,128 14 80 0 0,-185-8-263 0 0,43 2 45 0 0,178 15 188 0 0,-256-20-263 0 0,22 1 2252 0 0,-4 3-7687 0 0,-22-4 5244 0 0,0 0-1 0 0,0 0 0 0 0,0 0 0 0 0,1 1 1 0 0,-1-1-1 0 0,0 0 0 0 0,0 0 0 0 0,0 0 1 0 0,0 0-1 0 0,0 0 0 0 0,1 1 0 0 0,-1-1 1 0 0,0 0-1 0 0,0 0 0 0 0,0 0 0 0 0,0 1 1 0 0,0-1-1 0 0,0 0 0 0 0,0 0 0 0 0,0 0 1 0 0,0 1-1 0 0,0-1 0 0 0,0 0 0 0 0,0 0 1 0 0,0 0-1 0 0,0 1 0 0 0,0-1 0 0 0,0 0 1 0 0,0 0-1 0 0,0 0 0 0 0,0 1 0 0 0,0-1 1 0 0,0 0-1 0 0,0 0 0 0 0,0 0 0 0 0,0 1 1 0 0,0-1-1 0 0,0 0 0 0 0,-1 0 0 0 0,1 0 1 0 0,0 0-1 0 0,0 1 0 0 0,0-1 0 0 0,-17 14-3518 0 0,-2-3 200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0T03:12:46.6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47 8449 0 0,'8'-39'2687'0'0,"-8"32"2486"0"0,44 366-945 0 0,-35-318-7279 0 0,-6-31-420 0 0,-3-10 3280 0 0,1 0 1 0 0,-1 1-1 0 0,1-1 0 0 0,-1 0 1 0 0,1 1-1 0 0,0-1 1 0 0,-1 0-1 0 0,1 0 1 0 0,-1 0-1 0 0,1 1 1 0 0,0-1-1 0 0,-1 0 0 0 0,1 0 1 0 0,0 0-1 0 0,-1 0 1 0 0,1 0-1 0 0,0 0 1 0 0,-1 0-1 0 0,1-1 1 0 0,-1 1-1 0 0,1 0 0 0 0,0 0 1 0 0,0-1-1 0 0,4-1-3204 0 0,17-10-795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0T03:12:46.9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71 242 9261 0 0,'0'0'361'0'0,"-5"-7"-261"0"0,2 5 866 0 0,4 7 5010 0 0,0 2-5781 0 0,-1-4-128 0 0,0-1-1 0 0,1 1 1 0 0,-1-1-1 0 0,1 0 1 0 0,-1 1-1 0 0,1-1 1 0 0,0 1 0 0 0,0-1-1 0 0,0 0 1 0 0,0 0-1 0 0,1 0 1 0 0,-1 0-1 0 0,0 1 1 0 0,3 1 0 0 0,0-2 81 0 0,-1 1 0 0 0,1-1 0 0 0,0 0 0 0 0,0 0 0 0 0,1-1 0 0 0,-1 1 1 0 0,0-1-1 0 0,0 0 0 0 0,1 0 0 0 0,-1 0 0 0 0,1 0 0 0 0,-1-1 0 0 0,1 0 0 0 0,-1 0 1 0 0,1 0-1 0 0,7-2 0 0 0,3 0 80 0 0,0-1 1 0 0,0 0-1 0 0,20-9 0 0 0,-21 8-54 0 0,-1-1 0 0 0,0-1 0 0 0,0-1 0 0 0,0 1 0 0 0,-1-2 0 0 0,17-13 0 0 0,-26 18-133 0 0,0 1 0 0 0,0-1 1 0 0,0 0-1 0 0,-1 0 0 0 0,1-1 0 0 0,-1 1 0 0 0,0 0 0 0 0,0-1 0 0 0,0 0 0 0 0,-1 1 0 0 0,1-1 0 0 0,-1 0 0 0 0,0 0 0 0 0,0 0 0 0 0,0 0 1 0 0,-1 0-1 0 0,1 0 0 0 0,-1 0 0 0 0,0 0 0 0 0,0 0 0 0 0,0 0 0 0 0,-1 0 0 0 0,0 0 0 0 0,1 0 0 0 0,-1 0 0 0 0,0 1 0 0 0,-2-5 0 0 0,-2-4 32 0 0,1 0 0 0 0,-2 0-1 0 0,0 1 1 0 0,-8-13 0 0 0,12 20-105 0 0,-1 1 1 0 0,1-1-1 0 0,-1 1 1 0 0,0 0-1 0 0,0 0 1 0 0,0 0-1 0 0,0 0 1 0 0,-1 1-1 0 0,1-1 1 0 0,-1 1-1 0 0,1 0 1 0 0,-1 0-1 0 0,0 0 1 0 0,0 1-1 0 0,-7-3 1 0 0,5 4-186 0 0,0 0 0 0 0,0 0 0 0 0,0 0-1 0 0,0 1 1 0 0,0 0 0 0 0,0 0 0 0 0,1 1 0 0 0,-1 0 0 0 0,0 0 0 0 0,1 0 0 0 0,0 0 0 0 0,-1 1 0 0 0,-5 4-1 0 0,-67 47-3834 0 0,59-39 2520 0 0,6-5-151 0 0,1 0-1 0 0,0 1 1 0 0,0 1-1 0 0,-15 20 1 0 0,8-7-2937 0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0T03:12:53.6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2313 36 8937 0 0,'13'-19'-549'0'0,"-13"18"1132"0"0,0 1-522 0 0,1-1 1 0 0,-1 1-1 0 0,0 0 1 0 0,0-1-1 0 0,0 1 1 0 0,0-1-1 0 0,0 1 0 0 0,0 0 1 0 0,0-1-1 0 0,0 1 1 0 0,0 0-1 0 0,0-1 1 0 0,0 1-1 0 0,0-1 1 0 0,0 1-1 0 0,0 0 0 0 0,0-1 1 0 0,0 1-1 0 0,0 0 1 0 0,0-1-1 0 0,0 1 1 0 0,-1-1-1 0 0,1 1 1 0 0,0 0-1 0 0,0-1 0 0 0,-1 1 1 0 0,1 0-1 0 0,0 0 1 0 0,0-1-1 0 0,-1 1 1 0 0,1 0-1 0 0,0 0 1 0 0,0-1-1 0 0,-1 1 0 0 0,1 0 1 0 0,-1-1-1 0 0,-15 0 345 0 0,-1 0-1 0 0,1 0 0 0 0,-19 3 0 0 0,-133 12 1352 0 0,-106 11-202 0 0,-149 60-578 0 0,326-57-845 0 0,-152 65 0 0 0,29 21-63 0 0,137-68-86 0 0,29-13-1 0 0,-86 67 0 0 0,40-25-41 0 0,76-56 57 0 0,1 2 1 0 0,0 0-1 0 0,2 1 1 0 0,0 1 0 0 0,2 1-1 0 0,1 1 1 0 0,1 1-1 0 0,-27 52 1 0 0,-3 3 16 0 0,33-61-20 0 0,2 2 1 0 0,0-1-1 0 0,1 2 1 0 0,-11 29-1 0 0,-20 77-1 0 0,30-73 7 0 0,-3 2-4 0 0,3 2 1 0 0,3 0-1 0 0,-2 70 1 0 0,12-105 31 0 0,2 0-1 0 0,1 0 1 0 0,10 35 0 0 0,-11-47-25 0 0,57 179 766 0 0,-50-167-671 0 0,0-1 1 0 0,1 0 0 0 0,1-1 0 0 0,1 0 0 0 0,1-1-1 0 0,2 0 1 0 0,0-1 0 0 0,1-1 0 0 0,1-1 0 0 0,0 0-1 0 0,26 19 1 0 0,-31-28-25 0 0,0-1 0 0 0,1-1 0 0 0,0 0 0 0 0,0-1 0 0 0,1 0-1 0 0,0-1 1 0 0,0-1 0 0 0,16 4 0 0 0,-22-9 12 0 0,0 0 1 0 0,0-1-1 0 0,0 0 0 0 0,0 0 0 0 0,17-6 0 0 0,6 0 74 0 0,59-10 171 0 0,156-52 0 0 0,-188 49-339 0 0,-2-3 0 0 0,0-2 1 0 0,96-59-1 0 0,27-20-592 0 0,-155 90 461 0 0,1 1 0 0 0,45-16 0 0 0,-42 18 40 0 0,54-29 1 0 0,64-33 17 0 0,-1-1 111 0 0,88-52-50 0 0,-112 66-2 0 0,-64 33 44 0 0,85-53 0 0 0,69-50-23 0 0,-192 117-33 0 0,-6 5 43 0 0,0 0 0 0 0,-1-1 0 0 0,0-1-1 0 0,0-1 1 0 0,-1 1 0 0 0,0-2 0 0 0,15-19 0 0 0,-13 10 7 0 0,0-1 1 0 0,18-45 0 0 0,-28 57-10 0 0,0 0 0 0 0,-1-1 0 0 0,0 1 0 0 0,-1-1 0 0 0,0 0 0 0 0,-1 1 0 0 0,0-1 0 0 0,-1 0 0 0 0,-1-16 0 0 0,-9-36 118 0 0,-22-82 1 0 0,30 140-118 0 0,-12-49 473 0 0,-35-81 0 0 0,48 132-464 0 0,-10-22 92 0 0,-1-1-1 0 0,-1 2 1 0 0,-1 0 0 0 0,-2 0 0 0 0,0 1 0 0 0,-1 1-1 0 0,-28-28 1 0 0,3 16 66 0 0,-1 2-1 0 0,-51-28 1 0 0,38 25-40 0 0,37 23-126 0 0,-1 0 0 0 0,0 1 0 0 0,-1 1-1 0 0,0 1 1 0 0,-1 1 0 0 0,0 1-1 0 0,0 0 1 0 0,-1 2 0 0 0,1 1-1 0 0,-1 1 1 0 0,0 0 0 0 0,0 2-1 0 0,0 1 1 0 0,-27 3 0 0 0,-35 4-13 0 0,-91 22 1 0 0,135-20-1428 0 0,-46 19 1 0 0,61-18-1642 0 0,1 1 0 0 0,-41 25 0 0 0,39-17-871 0 0,7-1-1462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0T03:12:56.0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27 9569 0 0,'0'0'6210'0'0,"2"-5"-4835"0"0,3-17-12755 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0T03:12:56.9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0 8109 0 0,'19'9'9883'0'0,"-37"11"-22943"0"0,4-11 9984 0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0T03:12:58.9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1146 38 7013 0 0,'-69'-14'1515'0'0,"0"4"0"0"0,-108-3 0 0 0,134 14-1177 0 0,1 1 1 0 0,-1 3-1 0 0,1 1 1 0 0,0 2-1 0 0,0 2 1 0 0,1 2-1 0 0,-43 18 1 0 0,61-21-223 0 0,1 1 1 0 0,0 2-1 0 0,1 0 1 0 0,0 1-1 0 0,0 0 1 0 0,2 2-1 0 0,0 1 1 0 0,0 0-1 0 0,-18 23 1 0 0,25-26-29 0 0,2 1 1 0 0,0 1 0 0 0,0-1-1 0 0,2 2 1 0 0,0-1 0 0 0,0 1-1 0 0,2 0 1 0 0,0 1 0 0 0,0 0-1 0 0,2 0 1 0 0,0 0 0 0 0,1 0 0 0 0,-1 27-1 0 0,4-14-7 0 0,1 1 1 0 0,1-1-1 0 0,1 0 0 0 0,2-1 0 0 0,1 1 0 0 0,2-1 1 0 0,1 0-1 0 0,1-1 0 0 0,1 0 0 0 0,20 37 0 0 0,-22-50-57 0 0,0 0 0 0 0,0 0-1 0 0,2-1 1 0 0,0 0-1 0 0,0-1 1 0 0,1 0-1 0 0,1 0 1 0 0,0-2-1 0 0,1 0 1 0 0,0 0 0 0 0,0-1-1 0 0,1-1 1 0 0,1 0-1 0 0,-1-1 1 0 0,1-1-1 0 0,1-1 1 0 0,-1 0-1 0 0,35 7 1 0 0,-32-11-6 0 0,1-1-1 0 0,-1-1 1 0 0,0 0 0 0 0,1-2-1 0 0,-1 0 1 0 0,0-1 0 0 0,0-1-1 0 0,0-1 1 0 0,-1 0 0 0 0,1-2-1 0 0,31-15 1 0 0,-23 8 7 0 0,0-2-1 0 0,-1 0 1 0 0,0-2 0 0 0,-2-1 0 0 0,0-1 0 0 0,34-37-1 0 0,-42 39-8 0 0,-1-2-1 0 0,-1 1 1 0 0,0-2 0 0 0,-2 0-1 0 0,0-1 1 0 0,-1 0-1 0 0,-2 0 1 0 0,0-1-1 0 0,-1-1 1 0 0,-2 1-1 0 0,0-1 1 0 0,-1 0-1 0 0,-2-1 1 0 0,0 1-1 0 0,-2-1 1 0 0,-1 1 0 0 0,-1-1-1 0 0,0 1 1 0 0,-2 0-1 0 0,-1-1 1 0 0,-1 1-1 0 0,-1 1 1 0 0,-1-1-1 0 0,-1 1 1 0 0,-19-38-1 0 0,20 50-8 0 0,0-1 0 0 0,0 1 0 0 0,-1 1-1 0 0,0 0 1 0 0,0 0 0 0 0,-1 0-1 0 0,-1 1 1 0 0,0 0 0 0 0,0 1-1 0 0,-1 0 1 0 0,1 1 0 0 0,-2 0 0 0 0,-13-6-1 0 0,7 6-83 0 0,0 1 0 0 0,0 0-1 0 0,0 2 1 0 0,0 0 0 0 0,-1 1-1 0 0,0 0 1 0 0,1 2 0 0 0,-26 1-1 0 0,-10 5-654 0 0,0 2 0 0 0,0 3 0 0 0,1 1 0 0 0,1 4 0 0 0,-70 27 0 0 0,56-15-2209 0 0,1 2-1 0 0,-88 54 1 0 0,104-49-187 0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0T03:13:04.6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23 638 9777 0 0,'-21'-16'-1512'0'0,"20"15"2613"0"0,3 7-663 0 0,2 2-109 0 0,1 0 1 0 0,0 0 0 0 0,0 0 0 0 0,0-1 0 0 0,1 0 0 0 0,0 0 0 0 0,0 0 0 0 0,1-1 0 0 0,0 0-1 0 0,0 0 1 0 0,1-1 0 0 0,-1 0 0 0 0,1 0 0 0 0,0 0 0 0 0,0-1 0 0 0,1-1 0 0 0,17 6-1 0 0,-24-8-277 0 0,1-1 0 0 0,-1 0-1 0 0,1 0 1 0 0,-1 0 0 0 0,1 0-1 0 0,-1 0 1 0 0,1 0 0 0 0,-1-1-1 0 0,1 1 1 0 0,-1-1-1 0 0,0 0 1 0 0,1 1 0 0 0,-1-1-1 0 0,0 0 1 0 0,3-2 0 0 0,4-1 90 0 0,34-13 231 0 0,-1-3 0 0 0,-1-1 0 0 0,-1-2 0 0 0,67-50-1 0 0,-12 9-50 0 0,87-57 130 0 0,-59 37-108 0 0,194-99-1 0 0,-313 180-338 0 0,272-118 612 0 0,-329 143-10414 0 0,28-13 5480 0 0,0 0-370 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0T03:13:09.4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81 118 8901 0 0,'3'-6'115'0'0,"-1"0"0"0"0,0 0-1 0 0,0-1 1 0 0,-1 1 0 0 0,0-1 0 0 0,0 0 0 0 0,0 1 0 0 0,-1-1 0 0 0,0 1-1 0 0,0-1 1 0 0,-2-12 0 0 0,1-6 1440 0 0,1 22-825 0 0,-3 10-566 0 0,-22 96 754 0 0,4 1 0 0 0,-14 199 0 0 0,35-295-859 0 0,-4 22 286 0 0,2 1 0 0 0,2 0 0 0 0,0 0 0 0 0,2-1 0 0 0,7 34 0 0 0,-8-61-292 0 0,0 0 1 0 0,1 0-1 0 0,0 0 1 0 0,0 0-1 0 0,0-1 1 0 0,0 1-1 0 0,0-1 1 0 0,0 1-1 0 0,0-1 1 0 0,1 0-1 0 0,0 0 1 0 0,-1 0-1 0 0,1 0 0 0 0,0-1 1 0 0,0 1-1 0 0,0-1 1 0 0,0 1-1 0 0,0-1 1 0 0,0 0-1 0 0,0 0 1 0 0,0 0-1 0 0,0-1 1 0 0,6 1-1 0 0,12 2 68 0 0,-1-1-1 0 0,31 0 1 0 0,-51-2-125 0 0,3 0-42 0 0,12 0-438 0 0,-1-1 1 0 0,1 0 0 0 0,20-4-1 0 0,-31 4-10 0 0,0-1 0 0 0,0 1 0 0 0,0 0 0 0 0,0-1 0 0 0,-1 0 0 0 0,1 0 0 0 0,7-5 0 0 0,-10 6 97 0 0,0 0 1 0 0,1 0 0 0 0,-1-1 0 0 0,0 1 0 0 0,0 0 0 0 0,0-1 0 0 0,0 1 0 0 0,0-1 0 0 0,0 0 0 0 0,0 1 0 0 0,0-1 0 0 0,-1 0 0 0 0,1 1 0 0 0,-1-1 0 0 0,1 0 0 0 0,-1 0 0 0 0,1 0 0 0 0,-1 1 0 0 0,0-3-1 0 0,0-10-3145 0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0T03:13:09.7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21 8517 0 0,'0'0'1517'0'0,"16"-9"-1141"0"0,49-2-874 0 0,-59 10-201 0 0,0 2 0 0 0,0-1-1 0 0,0 1 1 0 0,0-1-1 0 0,0 2 1 0 0,5 1-1 0 0,2 2-2460 0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0T03:13:10.2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 60 6697 0 0,'-16'-44'572'0'0,"16"42"-249"0"0,-4-11 1302 0 0,-3 16-768 0 0,-6 17-457 0 0,10-5-90 0 0,0 1 1 0 0,2 0-1 0 0,-1 0 0 0 0,3 30 0 0 0,-2 25 584 0 0,-11 177 2629 0 0,12-246-3777 0 0,-3 5-498 0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0T03:13:10.8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18 6997 0 0,'6'-11'685'0'0,"-6"10"-646"0"0,0 1-1 0 0,0 0 1 0 0,0 0 0 0 0,-1 0-1 0 0,1-1 1 0 0,0 1 0 0 0,0 0 0 0 0,1 0-1 0 0,-1 0 1 0 0,0-1 0 0 0,0 1-1 0 0,0 0 1 0 0,0 0 0 0 0,0 0 0 0 0,0-1-1 0 0,0 1 1 0 0,0 0 0 0 0,0 0-1 0 0,0 0 1 0 0,0 0 0 0 0,0-1 0 0 0,1 1-1 0 0,-1 0 1 0 0,0 0 0 0 0,0 0-1 0 0,0 0 1 0 0,0 0 0 0 0,0 0 0 0 0,1-1-1 0 0,-1 1 1 0 0,0 0 0 0 0,0 0-1 0 0,0 0 1 0 0,0 0 0 0 0,1 0 0 0 0,-1 0-1 0 0,0 0 1 0 0,0 0 0 0 0,0 0-1 0 0,1 0 1 0 0,-1 0 0 0 0,0 0 0 0 0,0 0-1 0 0,0 0 1 0 0,1 0 0 0 0,-1 0 0 0 0,0 0-1 0 0,0 0 1 0 0,0 0 0 0 0,0 0-1 0 0,1 0 1 0 0,-1 0 0 0 0,0 0 0 0 0,0 0-1 0 0,0 0 1 0 0,1 1 0 0 0,-1-1-1 0 0,0 0 1 0 0,0 0 0 0 0,0 0 0 0 0,0 0-1 0 0,1 4-13 0 0,1 8 287 0 0,1 0 0 0 0,1-1-1 0 0,-1 1 1 0 0,2-1-1 0 0,7 16 1 0 0,-11-25 125 0 0,7-6-343 0 0,1 1-57 0 0,-1-2 1 0 0,-1 1-1 0 0,1-1 0 0 0,0 0 1 0 0,-1 0-1 0 0,0-1 1 0 0,-1 0-1 0 0,1 0 0 0 0,7-10 1 0 0,-14 15-26 0 0,0 1-1 0 0,1-1 1 0 0,-1 0 0 0 0,0 1 0 0 0,1-1-1 0 0,-1 1 1 0 0,0-1 0 0 0,1 1 0 0 0,-1-1-1 0 0,1 1 1 0 0,-1-1 0 0 0,1 1 0 0 0,-1-1-1 0 0,1 1 1 0 0,0 0 0 0 0,-1-1 0 0 0,1 1 0 0 0,-1 0-1 0 0,1-1 1 0 0,0 1 0 0 0,-1 0 0 0 0,1 0-1 0 0,0 0 1 0 0,-1-1 0 0 0,1 1 0 0 0,0 0-1 0 0,-1 0 1 0 0,1 0 0 0 0,0 0 0 0 0,0 0-1 0 0,9 19 292 0 0,-4 50 215 0 0,-6-50-315 0 0,16 46 333 0 0,-12-55-577 0 0,-1 0-1 0 0,0 0 0 0 0,-1 0 0 0 0,2 19 0 0 0,-1-23 72 0 0,-1-4-1922 0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0T03:13:11.2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76 6485 0 0,'-24'-46'3088'0'0,"25"44"-3044"0"0,1 0 1 0 0,0 0 0 0 0,0 0-1 0 0,0 0 1 0 0,0 0-1 0 0,0 0 1 0 0,0 0-1 0 0,0 0 1 0 0,1 1-1 0 0,-1-1 1 0 0,0 1 0 0 0,1 0-1 0 0,-1 0 1 0 0,1 0-1 0 0,0 0 1 0 0,-1 0-1 0 0,1 0 1 0 0,0 1-1 0 0,0-1 1 0 0,0 1 0 0 0,-1 0-1 0 0,1 0 1 0 0,0 0-1 0 0,0 0 1 0 0,0 0-1 0 0,3 1 1 0 0,1 0-7 0 0,0 0 0 0 0,0 1 0 0 0,1-1 0 0 0,-2 1 0 0 0,1 0 0 0 0,0 1 0 0 0,0 0 0 0 0,-1 0 0 0 0,1 0 0 0 0,5 5 0 0 0,0 3 56 0 0,0 0-1 0 0,0 1 1 0 0,-2 1-1 0 0,1 0 1 0 0,-2 0-1 0 0,0 1 1 0 0,0 0-1 0 0,-1 1 1 0 0,-1 0-1 0 0,-1 0 1 0 0,0 0-1 0 0,7 29 1 0 0,1 17 744 0 0,11 124-1 0 0,-23-162-643 0 0,3 33 361 0 0,-2 1 0 0 0,-8 87 1 0 0,3-137-559 0 0,1 1 1 0 0,-2 0-1 0 0,1-1 1 0 0,-1 0-1 0 0,0 1 1 0 0,-1-1-1 0 0,0 0 0 0 0,0-1 1 0 0,0 1-1 0 0,-1-1 1 0 0,0 0-1 0 0,0 0 1 0 0,0 0-1 0 0,-11 8 1 0 0,-41 25-2446 0 0,48-34 1042 0 0,0-1 1 0 0,0 0 0 0 0,0-1 0 0 0,-12 3 0 0 0,16-5-780 0 0,-14 2-207 0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0T03:13:11.8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61 6145 0 0,'3'-17'90'0'0,"-8"-22"1530"0"0,5 38-1599 0 0,0 1 0 0 0,0 0 0 0 0,0 0 0 0 0,0 0 0 0 0,0 0 0 0 0,0 0 0 0 0,0 0 0 0 0,0 0 1 0 0,0-1-1 0 0,0 1 0 0 0,0 0 0 0 0,0 0 0 0 0,0 0 0 0 0,0 0 0 0 0,0 0 0 0 0,0 0 0 0 0,0-1 0 0 0,0 1 1 0 0,0 0-1 0 0,0 0 0 0 0,0 0 0 0 0,0 0 0 0 0,0 0 0 0 0,1 0 0 0 0,-1 0 0 0 0,0-1 0 0 0,0 1 0 0 0,0 0 1 0 0,0 0-1 0 0,0 0 0 0 0,0 0 0 0 0,0 0 0 0 0,0 0 0 0 0,0 0 0 0 0,1 0 0 0 0,-1 0 0 0 0,0 0 1 0 0,0 0-1 0 0,0-1 0 0 0,0 1 0 0 0,0 0 0 0 0,0 0 0 0 0,1 0 0 0 0,-1 0 0 0 0,0 0 0 0 0,0 0 0 0 0,0 0 1 0 0,0 0-1 0 0,0 0 0 0 0,0 0 0 0 0,0 0 0 0 0,1 0 0 0 0,-1 0 0 0 0,0 0 0 0 0,0 1 0 0 0,0-1 0 0 0,0 0 1 0 0,0 0-1 0 0,0 0 0 0 0,1 0 0 0 0,9 19 222 0 0,0 7 59 0 0,-1 2 0 0 0,-2-1 0 0 0,8 56 1 0 0,-6-24 20 0 0,18 72 300 0 0,29 197 1540 0 0,-40-260-3440 0 0,-15-66 93 0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0T03:13:28.5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159 122 3292 0 0,'-40'-30'2102'0'0,"2"-5"1870"0"0,36 34-2900 0 0,-2-2-810 0 0,0 1 0 0 0,0-1 0 0 0,1 0 0 0 0,-1-1 0 0 0,1 1 0 0 0,0-1 0 0 0,0 1 0 0 0,-3-5 1 0 0,5 6-77 0 0,-8-5 440 0 0,9 6-559 0 0,-1 0 0 0 0,1 0 1 0 0,-1 0-1 0 0,0 0 0 0 0,0 0 0 0 0,1 1 0 0 0,-1-1 1 0 0,0 0-1 0 0,0 0 0 0 0,0 1 0 0 0,0-1 1 0 0,0 1-1 0 0,0-1 0 0 0,0 1 0 0 0,0-1 0 0 0,0 1 1 0 0,0-1-1 0 0,-1 1 0 0 0,-4 49-83 0 0,0-3 114 0 0,2 1 0 0 0,2-1 0 0 0,5 54-1 0 0,9 129 277 0 0,-11-220-368 0 0,0 0-1 0 0,1 0 1 0 0,0 0-1 0 0,6 13 1 0 0,-3-6 30 0 0,-5-14-32 0 0,19 47 29 0 0,-1-7 20 0 0,-4-9-37 0 0,8 37 275 0 0,-21-68-263 0 0,10 34 180 0 0,-9-29-165 0 0,1-1-1 0 0,0 0 1 0 0,-1 0-1 0 0,-1 1 1 0 0,1-1-1 0 0,1 12 1 0 0,8 35 156 0 0,-1 21-93 0 0,-7-63-97 0 0,16 66-17 0 0,-19-76 11 0 0,0 1-2 0 0,-1 1 0 0 0,1-1-1 0 0,0 0 1 0 0,0 1 0 0 0,0-1 0 0 0,0 1 0 0 0,1-1-1 0 0,-1 0 1 0 0,0 1 0 0 0,1-1 0 0 0,1 4 0 0 0,2 16 4 0 0,6 30 15 0 0,-5-26 24 0 0,4 46 0 0 0,-5-28-1 0 0,0 0 158 0 0,-1-17 237 0 0,9 46 0 0 0,-11-39 122 0 0,1-12-3827 0 0,-22-40 1600 0 0,-24-24-7062 0 0,32 28 5506 0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0T03:13:29.5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109 146 6649 0 0,'-31'-74'-1050'0'0,"30"73"1216"0"0,0-2-47 0 0,1 1 1 0 0,-1 0 0 0 0,0-1-1 0 0,-1 1 1 0 0,1 0 0 0 0,0 0-1 0 0,0 0 1 0 0,-1 0 0 0 0,0 0-1 0 0,1 0 1 0 0,-1 0 0 0 0,0 0-1 0 0,0 1 1 0 0,0-1 0 0 0,-2-1-1 0 0,-16-18 1193 0 0,20 20-1281 0 0,0 1-1 0 0,0-1 0 0 0,-1 0 0 0 0,1 0 0 0 0,0 1 0 0 0,0-1 0 0 0,-1 0 1 0 0,1 0-1 0 0,-1 1 0 0 0,1-1 0 0 0,-1 0 0 0 0,1 1 0 0 0,-1-1 0 0 0,1 1 1 0 0,-1-1-1 0 0,1 1 0 0 0,-1-1 0 0 0,0 1 0 0 0,1-1 0 0 0,-1 1 0 0 0,0 0 1 0 0,0-1-1 0 0,1 1 0 0 0,-1 0 0 0 0,0-1 0 0 0,0 1 0 0 0,0 0 0 0 0,0 0-9 0 0,0 1-1 0 0,0 0 1 0 0,1-1-1 0 0,-1 1 1 0 0,0 0-1 0 0,1-1 1 0 0,-1 1-1 0 0,0 0 1 0 0,1 0-1 0 0,-1 0 0 0 0,1 0 1 0 0,-1-1-1 0 0,1 1 1 0 0,0 0-1 0 0,-1 0 1 0 0,1 0-1 0 0,0 2 1 0 0,-6 48 65 0 0,55 278 626 0 0,-35-249-456 0 0,2 0 6 0 0,7 46 186 0 0,-16-82 59 0 0,16 58 0 0 0,5 32 594 0 0,-7-32-91 0 0,-20-100-949 0 0,1 11 1078 0 0,-1-7-7233 0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0T03:13:30.9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212 84 5581 0 0,'0'0'5457'0'0,"-9"-33"-3955"0"0,4 2-781 0 0,5 31-708 0 0,0-1 0 0 0,-1 0 0 0 0,1 0 0 0 0,-1 0 0 0 0,1 1 0 0 0,-1-1 0 0 0,1 0 0 0 0,-1 0 0 0 0,0 1 0 0 0,1-1 0 0 0,-1 0 0 0 0,0 1 0 0 0,0-1-1 0 0,1 1 1 0 0,-1-1 0 0 0,0 1 0 0 0,0 0 0 0 0,0-1 0 0 0,0 1 0 0 0,1 0 0 0 0,-1-1 0 0 0,0 1 0 0 0,0 0 0 0 0,0 0 0 0 0,0 0 0 0 0,0 0 0 0 0,-1 0 0 0 0,-1 0 13 0 0,-20 10 24 0 0,15-6 39 0 0,1 0 1 0 0,0 1-1 0 0,0 0 0 0 0,0 0 1 0 0,0 1-1 0 0,1 0 0 0 0,-7 8 1 0 0,11-13 110 0 0,-6 6 2357 0 0,14-13-2479 0 0,-4 5-49 0 0,-1 0 0 0 0,1-1-1 0 0,-1 1 1 0 0,1-1 0 0 0,-1 0 0 0 0,0 1-1 0 0,0-1 1 0 0,0 0 0 0 0,0 0 0 0 0,0 1 0 0 0,0-1-1 0 0,0 0 1 0 0,0 0 0 0 0,0-3 0 0 0,-1 3 105 0 0,-17-28 364 0 0,16 29-488 0 0,-1 0-1 0 0,1 0 1 0 0,-1 1-1 0 0,1-1 0 0 0,-1 0 1 0 0,1 1-1 0 0,-1-1 0 0 0,1 1 1 0 0,-1-1-1 0 0,0 1 1 0 0,1 0-1 0 0,-1-1 0 0 0,0 1 1 0 0,1 0-1 0 0,-1 0 1 0 0,0 0-1 0 0,1 1 0 0 0,-1-1 1 0 0,1 0-1 0 0,-1 1 0 0 0,0-1 1 0 0,1 1-1 0 0,-1-1 1 0 0,1 1-1 0 0,-1 0 0 0 0,1-1 1 0 0,-1 1-1 0 0,1 0 1 0 0,0 0-1 0 0,-1 0 0 0 0,1 0 1 0 0,0 0-1 0 0,-2 3 0 0 0,0-1-3 0 0,0 0 0 0 0,0 0 0 0 0,0 0 0 0 0,1 1 0 0 0,-1-1 0 0 0,1 1 0 0 0,0 0-1 0 0,0-1 1 0 0,0 1 0 0 0,1 0 0 0 0,-1 0 0 0 0,1 0 0 0 0,-1 6 0 0 0,1-8-3 0 0,1 0 0 0 0,0 0 1 0 0,-1 0-1 0 0,1 0 1 0 0,0 0-1 0 0,0 0 0 0 0,1 0 1 0 0,-1-1-1 0 0,0 1 0 0 0,1 0 1 0 0,-1 0-1 0 0,1 0 0 0 0,-1 0 1 0 0,1-1-1 0 0,0 1 1 0 0,0 0-1 0 0,0-1 0 0 0,0 1 1 0 0,0 0-1 0 0,0-1 0 0 0,0 1 1 0 0,0-1-1 0 0,1 0 1 0 0,-1 1-1 0 0,0-1 0 0 0,1 0 1 0 0,0 0-1 0 0,-1 0 0 0 0,1 0 1 0 0,-1 0-1 0 0,5 1 0 0 0,-1 0 8 0 0,0-1 0 0 0,0 0-1 0 0,0-1 1 0 0,0 1 0 0 0,0-1-1 0 0,0 0 1 0 0,10-1-1 0 0,2-3 13 0 0,-1 0 1 0 0,1-1-1 0 0,-1 0 0 0 0,0-2 0 0 0,0 0 0 0 0,-1 0 0 0 0,29-20 0 0 0,-32 20-4 0 0,-12 7-21 0 0,0 0 1 0 0,-1-1-1 0 0,1 1 0 0 0,0 0 1 0 0,0 0-1 0 0,-1 0 0 0 0,1 0 1 0 0,0 0-1 0 0,0 0 1 0 0,0 0-1 0 0,0-1 0 0 0,-1 1 1 0 0,1 0-1 0 0,0 0 0 0 0,0 0 1 0 0,0 0-1 0 0,0-1 1 0 0,-1 1-1 0 0,1 0 0 0 0,0 0 1 0 0,0 0-1 0 0,0-1 0 0 0,0 1 1 0 0,0 0-1 0 0,0 0 1 0 0,0 0-1 0 0,0-1 0 0 0,0 1 1 0 0,0 0-1 0 0,0 0 0 0 0,0-1 1 0 0,0 1-1 0 0,0 0 1 0 0,0 0-1 0 0,0-1 0 0 0,0 1 1 0 0,0 0-1 0 0,0 0 0 0 0,0 0 1 0 0,0-1-1 0 0,0 1 1 0 0,0 0-1 0 0,0 0 0 0 0,0 0 1 0 0,1-1-1 0 0,-1 1 0 0 0,0 0 1 0 0,0 0-1 0 0,0 0 1 0 0,0-1-1 0 0,0 1 0 0 0,1 0 1 0 0,-9 2 5 0 0,-3 1-19 0 0,-1 1 1 0 0,1 0-1 0 0,0 1 1 0 0,0 0-1 0 0,1 1 0 0 0,-19 13 1 0 0,27-18 135 0 0,4-2-118 0 0,0 1 0 0 0,1-1 0 0 0,-1 0 0 0 0,0 0 0 0 0,0 0 0 0 0,0 0 0 0 0,0 0 0 0 0,0 0 0 0 0,0 0 0 0 0,0-1 0 0 0,0 1 1 0 0,1-3-1 0 0,-2 3 1 0 0,8-4 23 0 0,-6 5-24 0 0,-1-1 1 0 0,0 0-1 0 0,0 0 1 0 0,0 0-1 0 0,0 0 1 0 0,0-1-1 0 0,0 1 1 0 0,0 0-1 0 0,0-1 1 0 0,-1 0-1 0 0,1 1 1 0 0,0-1-1 0 0,-1 0 1 0 0,0 0-1 0 0,1 0 1 0 0,-1 1-1 0 0,0-2 1 0 0,0 1-1 0 0,0 0 1 0 0,0 0-1 0 0,0 0 1 0 0,0 0-1 0 0,-1-1 1 0 0,1 1-1 0 0,-1 0 1 0 0,1-3-1 0 0,-1 5-5 0 0,0-1 0 0 0,0 1 0 0 0,0-1 0 0 0,0 1 0 0 0,0 0 0 0 0,0-1 0 0 0,0 1 0 0 0,0-1 0 0 0,0 1 0 0 0,0 0 0 0 0,0-1 0 0 0,0 1 0 0 0,0-1 0 0 0,-1 1 0 0 0,1 0 0 0 0,0-1 0 0 0,0 1 0 0 0,0 0 0 0 0,0-1 0 0 0,-1 1 0 0 0,1 0 0 0 0,0-1 0 0 0,0 1 0 0 0,-1 0 0 0 0,1-1 0 0 0,0 1 0 0 0,-1 0 0 0 0,1 0 0 0 0,0 0 0 0 0,-1-1 0 0 0,1 1 0 0 0,0 0 0 0 0,-1 0 0 0 0,1 0 0 0 0,0 0 0 0 0,-1-1 0 0 0,1 1 0 0 0,-1 0 0 0 0,1 0 0 0 0,0 0 0 0 0,-1 0 0 0 0,1 0 0 0 0,-1 0 0 0 0,1 0 0 0 0,0 0 0 0 0,-1 0 0 0 0,1 0 0 0 0,-1 0 0 0 0,1 1 0 0 0,0-1 0 0 0,-1 0 0 0 0,1 0 0 0 0,0 0 0 0 0,-1 0 0 0 0,1 1 0 0 0,0-1 0 0 0,-1 0 0 0 0,1 0 0 0 0,-1 1 0 0 0,-1 0-2 0 0,0 1-1 0 0,1-1 0 0 0,-1 0 1 0 0,0 1-1 0 0,1 0 1 0 0,-1-1-1 0 0,1 1 0 0 0,-1 0 1 0 0,1 0-1 0 0,0-1 1 0 0,0 1-1 0 0,-2 3 0 0 0,2-2 2 0 0,0 1 1 0 0,1-1-1 0 0,-1 0 0 0 0,1 1 0 0 0,-1-1 0 0 0,1 0 0 0 0,0 1 0 0 0,0-1 0 0 0,1 0 0 0 0,-1 1 0 0 0,1 3 0 0 0,0-6 7 0 0,-1 1 1 0 0,1-1-1 0 0,-1 0 0 0 0,1 1 0 0 0,0-1 1 0 0,-1 0-1 0 0,1 1 0 0 0,0-1 0 0 0,0 0 1 0 0,0 0-1 0 0,0 0 0 0 0,0 0 1 0 0,0 0-1 0 0,0 0 0 0 0,0 0 0 0 0,1 0 1 0 0,-1 0-1 0 0,0-1 0 0 0,0 1 1 0 0,1 0-1 0 0,-1-1 0 0 0,1 1 0 0 0,-1-1 1 0 0,0 1-1 0 0,1-1 0 0 0,-1 0 0 0 0,1 0 1 0 0,-1 1-1 0 0,1-1 0 0 0,-1 0 1 0 0,1 0-1 0 0,-1-1 0 0 0,3 1 0 0 0,2 0 7 0 0,1-1-1 0 0,-1 0 1 0 0,1 0-1 0 0,-1 0 0 0 0,0-1 1 0 0,1 0-1 0 0,-1 0 0 0 0,0 0 1 0 0,0-1-1 0 0,-1 0 1 0 0,1 0-1 0 0,0-1 0 0 0,-1 1 1 0 0,0-1-1 0 0,0 0 0 0 0,0-1 1 0 0,7-7-1 0 0,-12 12-8 0 0,1-1-1 0 0,0 0 0 0 0,0 1 1 0 0,-1-1-1 0 0,1 0 1 0 0,-1 0-1 0 0,1 1 0 0 0,-1-1 1 0 0,1 0-1 0 0,-1 0 1 0 0,1 0-1 0 0,-1 1 1 0 0,0-1-1 0 0,1 0 0 0 0,-1 0 1 0 0,0 0-1 0 0,0 0 1 0 0,0 0-1 0 0,0 0 1 0 0,1 0-1 0 0,-1 0 0 0 0,-1 0 1 0 0,1 0-1 0 0,0 0 1 0 0,0 0-1 0 0,0 1 0 0 0,0-1 1 0 0,-1 0-1 0 0,1 0 1 0 0,0 0-1 0 0,-1 0 1 0 0,1 0-1 0 0,-1 0 0 0 0,1 1 1 0 0,-1-1-1 0 0,1 0 1 0 0,-1 0-1 0 0,1 1 0 0 0,-1-1 1 0 0,0 0-1 0 0,0 1 1 0 0,1-1-1 0 0,-1 1 1 0 0,0-1-1 0 0,0 1 0 0 0,1-1 1 0 0,-1 1-1 0 0,0 0 1 0 0,0-1-1 0 0,0 1 1 0 0,0 0-1 0 0,0 0 0 0 0,-2-1 1 0 0,-37-3-22 0 0,27 8-15 0 0,0-1-1 0 0,0 2 0 0 0,1 0 0 0 0,0 0 0 0 0,0 1 0 0 0,0 1 0 0 0,0 0 0 0 0,1 0 0 0 0,0 1 0 0 0,-12 12 0 0 0,17-14-698 0 0,0 1 1 0 0,0 0-1 0 0,0 0 0 0 0,-9 15 0 0 0,12-10-2086 0 0,24-5-7828 0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0T03:13:33.3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213 60 6761 0 0,'0'0'124'0'0,"-3"-3"954"0"0,-14-16 7275 0 0,8 11-9026 0 0,5 7 714 0 0,-1 0 1 0 0,0-1 0 0 0,0 1-1 0 0,0 1 1 0 0,0-1 0 0 0,0 1-1 0 0,0 0 1 0 0,0 0 0 0 0,0 0-1 0 0,0 1 1 0 0,0 0 0 0 0,0 0-1 0 0,0 0 1 0 0,-5 2 0 0 0,1 1 107 0 0,1 0 1 0 0,-1 1 0 0 0,1-1-1 0 0,-1 2 1 0 0,2-1 0 0 0,-15 13 0 0 0,21-17-95 0 0,-1 1 1 0 0,1-1-1 0 0,-1 1 1 0 0,1-1-1 0 0,0 1 1 0 0,0 0-1 0 0,0-1 1 0 0,0 1-1 0 0,0 0 1 0 0,0 0-1 0 0,1 0 1 0 0,-1 0-1 0 0,0 0 1 0 0,1 0-1 0 0,0 0 1 0 0,-1 0 0 0 0,1 0-1 0 0,0 0 1 0 0,0 0-1 0 0,0 4 1 0 0,1-5 22 0 0,-1 0 1 0 0,1 1-1 0 0,-1-1 1 0 0,1 1-1 0 0,0-1 1 0 0,-1 0-1 0 0,1 0 1 0 0,0 1-1 0 0,0-1 1 0 0,0 0-1 0 0,0 0 1 0 0,0 0-1 0 0,0 0 0 0 0,0 0 1 0 0,1 0-1 0 0,-1 0 1 0 0,0-1-1 0 0,0 1 1 0 0,1 0-1 0 0,-1-1 1 0 0,1 1-1 0 0,-1-1 1 0 0,0 1-1 0 0,1-1 1 0 0,-1 1-1 0 0,1-1 1 0 0,-1 0-1 0 0,1 0 1 0 0,-1 0-1 0 0,1 0 1 0 0,2 0-1 0 0,-3 0-63 0 0,0 0 0 0 0,-1 0-1 0 0,1-1 1 0 0,0 1 0 0 0,0 0-1 0 0,-1 0 1 0 0,1 0 0 0 0,0-1-1 0 0,0 1 1 0 0,-1 0 0 0 0,1-1-1 0 0,0 1 1 0 0,-1 0 0 0 0,1-1-1 0 0,0 1 1 0 0,-1-1 0 0 0,1 1-1 0 0,-1-1 1 0 0,1 0 0 0 0,0 1-1 0 0,-1-1 1 0 0,0 0 0 0 0,1 1 0 0 0,-1-1-1 0 0,1 0 1 0 0,-1 1 0 0 0,0-1-1 0 0,1 0 1 0 0,-1 0 0 0 0,0 1-1 0 0,0-3 1 0 0,1-25 468 0 0,-1 20-371 0 0,0 6 237 0 0,-2 2-347 0 0,-1 0 0 0 0,1 1 1 0 0,0-1-1 0 0,0 0 1 0 0,-1 1-1 0 0,1 0 0 0 0,0 0 1 0 0,0-1-1 0 0,-1 1 0 0 0,-2 3 1 0 0,-2-1 1 0 0,1-1 30 0 0,5-1-30 0 0,1-1 1 0 0,0 0 0 0 0,0 1 0 0 0,0-1-1 0 0,0 0 1 0 0,0 1 0 0 0,-1-1-1 0 0,1 1 1 0 0,0-1 0 0 0,0 0-1 0 0,0 1 1 0 0,0-1 0 0 0,0 1 0 0 0,0-1-1 0 0,0 0 1 0 0,1 1 0 0 0,-1-1-1 0 0,0 0 1 0 0,0 1 0 0 0,0-1-1 0 0,0 1 1 0 0,0-1 0 0 0,0 0 0 0 0,1 1-1 0 0,-1-1 1 0 0,0 0 0 0 0,0 1-1 0 0,1-1 1 0 0,-1 0 0 0 0,0 0-1 0 0,0 1 1 0 0,1-1 0 0 0,-1 0 0 0 0,0 0-1 0 0,1 1 1 0 0,-1-1 0 0 0,0 0-1 0 0,1 0 1 0 0,2 1 6 0 0,-1 0 1 0 0,0 0-1 0 0,0-1 0 0 0,0 1 0 0 0,1-1 1 0 0,-1 1-1 0 0,0-1 0 0 0,1 0 1 0 0,-1 0-1 0 0,0 0 0 0 0,1 0 0 0 0,-1 0 1 0 0,0-1-1 0 0,1 1 0 0 0,-1-1 1 0 0,0 1-1 0 0,0-1 0 0 0,1 0 0 0 0,-1 0 1 0 0,0 0-1 0 0,0 0 0 0 0,0 0 1 0 0,0-1-1 0 0,2-1 0 0 0,-2 1 27 0 0,-2 2-32 0 0,0 0 0 0 0,1-1 1 0 0,-1 1-1 0 0,0-1 0 0 0,0 1 0 0 0,1-1 0 0 0,-1 1 0 0 0,0 0 0 0 0,0-1 1 0 0,1 1-1 0 0,-1-1 0 0 0,0 1 0 0 0,0-1 0 0 0,0 1 0 0 0,0-1 0 0 0,0 1 1 0 0,0-1-1 0 0,0 1 0 0 0,0-1 0 0 0,0 1 0 0 0,0-1 0 0 0,0 1 0 0 0,0-1 1 0 0,0 1-1 0 0,0-1 0 0 0,0 1 0 0 0,-1-1 0 0 0,1 1 0 0 0,0-1 0 0 0,0 1 1 0 0,-1-1-1 0 0,1 1-6 0 0,-3-1 4 0 0,1 1 1 0 0,-1-1 0 0 0,0 1-1 0 0,0-1 1 0 0,0 1-1 0 0,1 0 1 0 0,-1 0-1 0 0,0 1 1 0 0,-5 0-1 0 0,0 2-1 0 0,0 1 0 0 0,0-1 0 0 0,1 1 0 0 0,-1 1 0 0 0,-7 5 0 0 0,3 3 64 0 0,26-3 77 0 0,-10-8-109 0 0,1-4-8 0 0,17-4 78 0 0,0-2 1 0 0,25-12 0 0 0,-47 19-14 0 0,8-6-83 0 0,-50 21 264 0 0,16 0-277 0 0,25-13 12 0 0,-7 3-1 0 0,5-3 8 0 0,7-3 78 0 0,-3 2-93 0 0,11-6 9 0 0,0 0-1 0 0,0-1 1 0 0,-1 0-1 0 0,0-1 1 0 0,0 0-1 0 0,-1 0 0 0 0,0-1 1 0 0,-1-1-1 0 0,13-14 1 0 0,-21 22-27 0 0,-4 2-138 0 0,1 1 152 0 0,-1-1 1 0 0,1 1-1 0 0,-1 0 1 0 0,1 0 0 0 0,-1 0-1 0 0,1 0 1 0 0,0 0 0 0 0,0 0-1 0 0,-1 1 1 0 0,1-1 0 0 0,-3 3-1 0 0,1-1-3 0 0,1-1 10 0 0,0-1-1 0 0,1 1 0 0 0,0 0 1 0 0,-1 0-1 0 0,1 0 0 0 0,0 0 1 0 0,0 0-1 0 0,0 0 0 0 0,0 1 1 0 0,0-1-1 0 0,1 1 0 0 0,-1-1 1 0 0,1 1-1 0 0,0 0 0 0 0,-1-1 1 0 0,1 1-1 0 0,1 0 0 0 0,-1 0 1 0 0,0 0-1 0 0,1 0 0 0 0,-1 0 1 0 0,1 0-1 0 0,0 0 0 0 0,0-1 1 0 0,0 1-1 0 0,0 0 0 0 0,0 0 1 0 0,1 0-1 0 0,-1 0 0 0 0,1 0 1 0 0,0 0-1 0 0,0 0 0 0 0,0 0 1 0 0,0-1-1 0 0,1 1 0 0 0,-1 0 1 0 0,1-1-1 0 0,0 0 0 0 0,-1 1 1 0 0,1-1-1 0 0,0 0 0 0 0,0 0 1 0 0,1 1-1 0 0,-1-2 0 0 0,3 3 1 0 0,5-1 10 0 0,0 0 1 0 0,1-2 0 0 0,-1 1 0 0 0,1-1 0 0 0,-1-1 0 0 0,0 1-1 0 0,1-2 1 0 0,-1 0 0 0 0,1 0 0 0 0,-1-1 0 0 0,0 0-1 0 0,0-1 1 0 0,0 0 0 0 0,0 0 0 0 0,0-1 0 0 0,-1 0 0 0 0,1-1-1 0 0,8-6 1 0 0,-16 9-13 0 0,0 0-1 0 0,0-1 1 0 0,0 1 0 0 0,0-1-1 0 0,0 1 1 0 0,-1-1-1 0 0,1 0 1 0 0,-1 0 0 0 0,1 0-1 0 0,-1 0 1 0 0,0 0-1 0 0,0 0 1 0 0,-1 0 0 0 0,1 0-1 0 0,-1 0 1 0 0,1 0-1 0 0,-1 0 1 0 0,0 0 0 0 0,0 0-1 0 0,0-1 1 0 0,-1 1-1 0 0,1 0 1 0 0,-1 0 0 0 0,0 0-1 0 0,0 0 1 0 0,0 0-1 0 0,0 0 1 0 0,0 0 0 0 0,-3-4-1 0 0,3 4-5 0 0,-1 0 0 0 0,0-1 1 0 0,0 1-1 0 0,0 0 0 0 0,0 0 0 0 0,0 0 0 0 0,-1 0 0 0 0,1 1 0 0 0,-1-1 0 0 0,0 1 0 0 0,0-1 0 0 0,0 1 0 0 0,0 0 0 0 0,0 0 1 0 0,-1 0-1 0 0,1 1 0 0 0,0-1 0 0 0,-1 1 0 0 0,1 0 0 0 0,-1 0 0 0 0,0 0 0 0 0,1 0 0 0 0,-1 1 0 0 0,0-1 0 0 0,0 1 0 0 0,-4 0 1 0 0,6 0-2 0 0,-5 1-5 0 0,0 0-1 0 0,0 0 1 0 0,1 1 0 0 0,-1-1 0 0 0,1 1 0 0 0,-8 4-1 0 0,12-5 12 0 0,0 0-1 0 0,0 0 1 0 0,0 0-1 0 0,0 1 1 0 0,0-1-1 0 0,0 1 1 0 0,0 0-1 0 0,1-1 1 0 0,-1 1-1 0 0,0 0 1 0 0,1 0-1 0 0,0 0 0 0 0,-1 0 1 0 0,1 0-1 0 0,0 1 1 0 0,0-1-1 0 0,0 0 1 0 0,0 0-1 0 0,1 1 1 0 0,-1-1-1 0 0,1 1 1 0 0,-1-1-1 0 0,1 0 1 0 0,0 1-1 0 0,0 2 1 0 0,0-3 2 0 0,0 0 1 0 0,1 0 0 0 0,-1 0 0 0 0,1 0 0 0 0,0 0 0 0 0,-1 0 0 0 0,1-1 0 0 0,0 1 0 0 0,0 0 0 0 0,0-1-1 0 0,0 1 1 0 0,0 0 0 0 0,1-1 0 0 0,-1 1 0 0 0,0-1 0 0 0,1 0 0 0 0,-1 1 0 0 0,1-1 0 0 0,-1 0 0 0 0,1 0-1 0 0,0 0 1 0 0,0 0 0 0 0,-1 0 0 0 0,1-1 0 0 0,0 1 0 0 0,0 0 0 0 0,0-1 0 0 0,3 1 0 0 0,5 2 15 0 0,1-1 0 0 0,-1-1 0 0 0,1 0 0 0 0,12 0 0 0 0,-18-1-17 0 0,4 0 17 0 0,0 0-1 0 0,0-1 1 0 0,0 1 0 0 0,0-2 0 0 0,13-2-1 0 0,-21 3-16 0 0,0 1 1 0 0,1-1-1 0 0,-1 1 0 0 0,0-1 0 0 0,1 1 0 0 0,-1-1 0 0 0,0 0 1 0 0,0 0-1 0 0,0 1 0 0 0,0-1 0 0 0,0 0 0 0 0,0 0 0 0 0,0 0 1 0 0,0 0-1 0 0,0 0 0 0 0,0-1 0 0 0,0 1 0 0 0,0 0 0 0 0,-1 0 1 0 0,1-1-1 0 0,-1 1 0 0 0,1 0 0 0 0,-1 0 0 0 0,1-1 1 0 0,-1 1-1 0 0,0-1 0 0 0,1 1 0 0 0,-1 0 0 0 0,0-1 0 0 0,0 1 1 0 0,0-1-1 0 0,0 1 0 0 0,-1 0 0 0 0,1-1 0 0 0,0 1 0 0 0,0-1 1 0 0,-1 1-1 0 0,1 0 0 0 0,-1-1 0 0 0,1 1 0 0 0,-1 0 0 0 0,0 0 1 0 0,1-1-1 0 0,-1 1 0 0 0,0 0 0 0 0,-1-2 0 0 0,0 0-18 0 0,0 0 0 0 0,0-1 0 0 0,0 1-1 0 0,0 0 1 0 0,0 0 0 0 0,-1 0 0 0 0,0 1 0 0 0,1-1-1 0 0,-1 0 1 0 0,0 1 0 0 0,0 0 0 0 0,0 0-1 0 0,-1 0 1 0 0,1 0 0 0 0,0 0 0 0 0,-1 1 0 0 0,1-1-1 0 0,-1 1 1 0 0,0 0 0 0 0,1 0 0 0 0,-1 0-1 0 0,-5 0 1 0 0,1 2-411 0 0,0 0 1 0 0,0 1-1 0 0,1 0 0 0 0,-1 0 0 0 0,1 1 1 0 0,-1 0-1 0 0,1 0 0 0 0,0 1 0 0 0,-12 8 0 0 0,7-5-1268 0 0,-43 25-9797 0 0,48-27 6538 0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0T03:13:41.8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182 21 9641 0 0,'0'0'-29'0'0,"3"1"451"0"0,0-1 1 0 0,0 1 0 0 0,0 0 0 0 0,1-1 0 0 0,-1 0 0 0 0,0 0 0 0 0,0 0 0 0 0,5 0 0 0 0,-8-1-416 0 0,0 1 1 0 0,0-1-1 0 0,1 0 0 0 0,-1 1 1 0 0,0-1-1 0 0,0 1 0 0 0,0-1 0 0 0,0 0 1 0 0,0 1-1 0 0,0-1 0 0 0,0 0 1 0 0,0 1-1 0 0,0-1 0 0 0,-1 0 1 0 0,1 1-1 0 0,0-1 0 0 0,0 1 1 0 0,-1-1-1 0 0,1 0 0 0 0,0 1 1 0 0,0-1-1 0 0,-1 1 0 0 0,1-1 1 0 0,-1 1-1 0 0,1-1 0 0 0,-1 1 1 0 0,1-1-1 0 0,0 1 0 0 0,-1 0 1 0 0,0-1-1 0 0,1 1 0 0 0,-1-1 1 0 0,1 1-1 0 0,-1 0 0 0 0,1 0 1 0 0,-1-1-1 0 0,0 1 0 0 0,1 0 0 0 0,-1 0 1 0 0,1 0-1 0 0,-1 0 0 0 0,0 0 1 0 0,-1 0-1 0 0,-29-4-2 0 0,28 4 5 0 0,-2 2 6 0 0,-69 39 540 0 0,73-40-498 0 0,-5 5 126 0 0,6-6-151 0 0,0 1 0 0 0,0-1 0 0 0,0 1 0 0 0,0-1 1 0 0,0 1-1 0 0,-1-1 0 0 0,1 0 0 0 0,0 1 0 0 0,0-1 0 0 0,-1 1 0 0 0,1-1 1 0 0,0 0-1 0 0,-1 1 0 0 0,1-1 0 0 0,0 0 0 0 0,-1 1 0 0 0,1-1 0 0 0,0 0 1 0 0,-1 1-1 0 0,1-1 0 0 0,-1 0 0 0 0,1 0 0 0 0,-1 0 0 0 0,1 1 0 0 0,-1-1 1 0 0,1 0-1 0 0,0 0 0 0 0,-1 0 0 0 0,1 0 0 0 0,-1 0 0 0 0,1 0 0 0 0,-1 0 1 0 0,1 0-1 0 0,-1 0 0 0 0,1 0 0 0 0,-1 0 0 0 0,1 0 0 0 0,-1-1 0 0 0,-17-8 48 0 0,14 6 42 0 0,-23 22 149 0 0,10 1-10 0 0,17-19-255 0 0,0-1 1 0 0,0 1 0 0 0,1 0-1 0 0,-1-1 1 0 0,0 1-1 0 0,0-1 1 0 0,0 1 0 0 0,0-1-1 0 0,0 1 1 0 0,1 0 0 0 0,-1-1-1 0 0,0 1 1 0 0,0-1-1 0 0,1 1 1 0 0,-1-1 0 0 0,0 1-1 0 0,1-1 1 0 0,-1 1 0 0 0,1-1-1 0 0,-1 0 1 0 0,0 1-1 0 0,1-1 1 0 0,-1 0 0 0 0,1 1-1 0 0,-1-1 1 0 0,1 0-1 0 0,-1 1 1 0 0,1-1 0 0 0,-1 0-1 0 0,1 0 1 0 0,0 0 0 0 0,0 1-1 0 0,2 0 152 0 0,4-3-115 0 0,-4 1-31 0 0,-1 1 1 0 0,0 0 0 0 0,0 0 0 0 0,0-1 0 0 0,0 1 1 0 0,0-1-1 0 0,-1 0 0 0 0,1 1 0 0 0,0-1 0 0 0,0 0 0 0 0,0 0 0 0 0,-1 0 0 0 0,1 0 0 0 0,-1-1 0 0 0,1 1 0 0 0,-1 0 0 0 0,1-1 0 0 0,-1 1 0 0 0,0-1 1 0 0,1 1-1 0 0,-1-1 0 0 0,0 0 0 0 0,0 1 0 0 0,0-1 0 0 0,0 0 0 0 0,-1 0 0 0 0,1 0 0 0 0,0 0 0 0 0,0-2 0 0 0,-7 8 1 0 0,-22 19 11 0 0,28-14-16 0 0,2-6 20 0 0,-1-1-8 0 0,-1-1 0 0 0,1 1 0 0 0,-1 0 0 0 0,1-1 0 0 0,0 1 0 0 0,0-1 0 0 0,0 1 0 0 0,0-1 0 0 0,0 0 0 0 0,0 1 0 0 0,0-1 0 0 0,1 0 0 0 0,-1 0 0 0 0,0 0 0 0 0,1 0 1 0 0,-1 0-1 0 0,1 0 0 0 0,2 1 0 0 0,-2-1 144 0 0,22-1 116 0 0,-20 0-255 0 0,-1-1-1 0 0,1 1 1 0 0,-1-1-1 0 0,1 0 1 0 0,-1 0-1 0 0,1-1 1 0 0,-1 1-1 0 0,0-1 1 0 0,0 1-1 0 0,1-1 1 0 0,-1 0-1 0 0,-1 0 1 0 0,1 0-1 0 0,0-1 0 0 0,0 1 1 0 0,-1-1-1 0 0,1 1 1 0 0,-1-1-1 0 0,0 0 1 0 0,0 0-1 0 0,0 0 1 0 0,0 0-1 0 0,-1-1 1 0 0,1 1-1 0 0,-1 0 1 0 0,0-1-1 0 0,0 1 1 0 0,0 0-1 0 0,0-1 1 0 0,0 0-1 0 0,-1 1 1 0 0,0-1-1 0 0,1 1 1 0 0,-1-1-1 0 0,-1 0 0 0 0,1 1 1 0 0,-1-4-1 0 0,1 6-51 0 0,0 1-1 0 0,-1-1 1 0 0,1 1-1 0 0,0 0 1 0 0,0-1-1 0 0,0 1 0 0 0,-1-1 1 0 0,1 1-1 0 0,0 0 1 0 0,0-1-1 0 0,-1 1 0 0 0,1 0 1 0 0,0-1-1 0 0,-1 1 1 0 0,1 0-1 0 0,-1 0 1 0 0,1-1-1 0 0,0 1 0 0 0,-1 0 1 0 0,1 0-1 0 0,-1 0 1 0 0,1-1-1 0 0,0 1 1 0 0,-1 0-1 0 0,1 0 0 0 0,-1 0 1 0 0,1 0-1 0 0,-1 0 1 0 0,1 0-1 0 0,-1 0 0 0 0,1 0 1 0 0,0 0-1 0 0,-1 0 1 0 0,1 0-1 0 0,-1 0 1 0 0,1 0-1 0 0,-1 1 0 0 0,-18 9-1015 0 0,11-5-2811 0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0T03:13:43.1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84 1 7997 0 0,'0'0'-191'0'0,"3"2"114"0"0,21 14 1421 0 0,-23-14-668 0 0,12 9 1728 0 0,-12-5 2643 0 0,-26 16-4665 0 0,20-18-303 0 0,1-1 1 0 0,0 1 0 0 0,0-1-1 0 0,0 1 1 0 0,0 0-1 0 0,1 0 1 0 0,-1 1 0 0 0,1-1-1 0 0,-4 10 1 0 0,6-13 72 0 0,1 8-30 0 0,0-8-112 0 0,0-1 0 0 0,0 1-1 0 0,0-1 1 0 0,0 1 0 0 0,0-1 0 0 0,0 1-1 0 0,0-1 1 0 0,0 1 0 0 0,0-1 0 0 0,0 1 0 0 0,0-1-1 0 0,0 1 1 0 0,1-1 0 0 0,-1 1 0 0 0,0-1-1 0 0,0 0 1 0 0,0 1 0 0 0,1-1 0 0 0,-1 1-1 0 0,0-1 1 0 0,0 0 0 0 0,1 1 0 0 0,-1-1-1 0 0,0 1 1 0 0,1-1 0 0 0,1 2 2529 0 0,-7-2-2483 0 0,-19-2-9 0 0,18 1-8 0 0,3 8 25 0 0,3-7-55 0 0,0 1-1 0 0,-1-1 1 0 0,1 1-1 0 0,-1-1 1 0 0,1 1-1 0 0,0-1 1 0 0,-1 1-1 0 0,1 0 1 0 0,0-1-1 0 0,0 1 1 0 0,0-1-1 0 0,-1 1 1 0 0,1 0-1 0 0,0-1 1 0 0,0 1-1 0 0,0 0 1 0 0,0-1 0 0 0,0 1-1 0 0,0-1 1 0 0,0 1-1 0 0,0 0 1 0 0,0-1-1 0 0,0 1 1 0 0,1 0-1 0 0,-1-1 1 0 0,0 1-1 0 0,0-1 1 0 0,1 1-1 0 0,-1 1 1 0 0,8 7-1340 0 0,-24 7-12170 0 0,0-6 8282 0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0T03:13:50.8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67 482 9925 0 0,'-6'5'-102'0'0,"-1"1"-1"0"0,1-1 1 0 0,0 1-1 0 0,1 0 1 0 0,0 0 0 0 0,0 0-1 0 0,0 1 1 0 0,0 0-1 0 0,1 0 1 0 0,0 0 0 0 0,-4 13-1 0 0,7-18 293 0 0,23 18 1368 0 0,2-24-1270 0 0,-1 0 1 0 0,0-2 0 0 0,0-1 0 0 0,0 0-1 0 0,-1-2 1 0 0,24-13 0 0 0,5 0-127 0 0,-3 3-32 0 0,407-178 409 0 0,-361 150-246 0 0,-2-4 0 0 0,144-106 0 0 0,-225 148-123 0 0,-8 6-127 0 0,0 1-1 0 0,0 0 1 0 0,0-1-1 0 0,0 1 1 0 0,0 0-1 0 0,1 1 0 0 0,-1-1 1 0 0,1 0-1 0 0,-1 1 1 0 0,7-2-1 0 0,-7 3 13 0 0,-2-1-110 0 0,0 1 1 0 0,0-1-1 0 0,0 1 0 0 0,0-1 0 0 0,1 1 0 0 0,-1 0 0 0 0,0 0 0 0 0,0 0 1 0 0,0 0-1 0 0,0 0 0 0 0,0 0 0 0 0,1 0 0 0 0,-1 0 0 0 0,0 0 0 0 0,0 0 0 0 0,0 1 1 0 0,0-1-1 0 0,0 0 0 0 0,2 1 0 0 0,16 0-7264 0 0,-15-8 5124 0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0T03:13:56.2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1 123 3144 0 0,'0'0'114'0'0,"0"1"-1"0"0,0 0 0 0 0,0 0 1 0 0,0 0-1 0 0,0 0 0 0 0,0 0 1 0 0,1-1-1 0 0,-1 1 0 0 0,0 0 0 0 0,0 0 1 0 0,1 0-1 0 0,-1-1 0 0 0,1 1 1 0 0,-1 0-1 0 0,1 0 0 0 0,-1-1 1 0 0,1 1-1 0 0,0-1 0 0 0,-1 1 1 0 0,1 0-1 0 0,0-1 0 0 0,-1 1 1 0 0,1-1-1 0 0,0 1 0 0 0,-1-1 1 0 0,1 0-1 0 0,0 1 0 0 0,0-1 1 0 0,0 0-1 0 0,0 1 0 0 0,-1-1 1 0 0,1 0-1 0 0,0 0 0 0 0,0 0 0 0 0,0 0 1 0 0,0 0-1 0 0,0 0 0 0 0,-1 0 1 0 0,1 0-1 0 0,0 0 0 0 0,1-1 1 0 0,35-24 551 0 0,-29 19-467 0 0,27-22 439 0 0,-18 15-156 0 0,0 0 1 0 0,-1-1-1 0 0,26-29 1 0 0,-75 56 769 0 0,-14 4-548 0 0,-50 26 1 0 0,94-42 416 0 0,17-12-861 0 0,28-16-107 0 0,-28 20-375 0 0,14-7 409 0 0,-20 10-4060 0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0T03:14:04.1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23 113 4244 0 0,'-4'-1'520'0'0,"-15"-5"3266"0"0,30-6-2630 0 0,-6 8-1361 0 0,5-2 407 0 0,0 0 1 0 0,0 0 0 0 0,0 1-1 0 0,1 1 1 0 0,0 0 0 0 0,0 0-1 0 0,0 1 1 0 0,13-2-1 0 0,12-4 346 0 0,61-16 1253 0 0,-94 24-1011 0 0,-13 5-504 0 0,-155 55 1316 0 0,164-59-845 0 0,10 0-633 0 0,24-3-2 0 0,0-1-1 0 0,-1-2 1 0 0,45-15-1 0 0,2 1-14 0 0,-25 1-1504 0 0,-51 18 724 0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0T03:14:10.5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87 7137 0 0,'0'0'-386'0'0,"6"-4"-714"0"0,15-9 961 0 0,79-55 864 0 0,-99 67 921 0 0,-8 3-1424 0 0,-112 47 1469 0 0,104-45-311 0 0,42-14-1040 0 0,46-12-162 0 0,-70 22 225 0 0,-9 3-282 0 0,-60 25 917 0 0,64-28-1077 0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0T03:13:03.2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385 1664 7189 0 0,'-4'0'-43'0'0,"-53"5"567"0"0,54-4 2540 0 0,13 0-2759 0 0,198 25 612 0 0,0-9 0 0 0,257-12 0 0 0,-313-16-641 0 0,187-39-1 0 0,-244 31-224 0 0,-20 3-9 0 0,110-10-1 0 0,-70 14-16 0 0,151-36-1 0 0,-251 45-26 0 0,29-7 23 0 0,-1-2-1 0 0,0-2 1 0 0,-2-2-1 0 0,41-21 1 0 0,200-107-221 0 0,-252 128 186 0 0,-1-1 0 0 0,0-1-1 0 0,-1-2 1 0 0,-1-1 0 0 0,-1-1 0 0 0,39-42-1 0 0,37-42 14 0 0,-38 42-14 0 0,132-128 1728 0 0,-180 174-1322 0 0,0 0 0 0 0,-1-1 1 0 0,-1 0-1 0 0,-1-1 0 0 0,-1-1 0 0 0,-1 0 0 0 0,17-44 0 0 0,-23 51-258 0 0,-1-1-1 0 0,-1 0 0 0 0,0 0 0 0 0,-1 0 1 0 0,0 0-1 0 0,-1 0 0 0 0,-1 0 0 0 0,-1 0 0 0 0,0 0 1 0 0,0 0-1 0 0,-2 0 0 0 0,0 0 0 0 0,-9-25 1 0 0,7 26-78 0 0,-1 1 1 0 0,-1 0 0 0 0,0 0 0 0 0,0 0 0 0 0,-2 1 0 0 0,1 0 0 0 0,-2 1 0 0 0,1-1 0 0 0,-2 2-1 0 0,-13-12 1 0 0,6 8 3 0 0,0 2 0 0 0,0 0 0 0 0,-1 1 0 0 0,0 1 0 0 0,-1 1 0 0 0,-25-8 0 0 0,-22-1 40 0 0,-1 3 0 0 0,0 2 0 0 0,-93-4 0 0 0,123 14-78 0 0,-515-26 220 0 0,546 29-241 0 0,-170 3 4 0 0,-217 31 0 0 0,2 1 30 0 0,292-27-7 0 0,0 5 0 0 0,-141 38 0 0 0,-8 6 3 0 0,177-43-31 0 0,1 4-1 0 0,1 2 0 0 0,-91 41 0 0 0,129-47-8 0 0,1 3 0 0 0,1 0 1 0 0,0 2-1 0 0,1 1 0 0 0,2 1 0 0 0,0 2 0 0 0,1 1 0 0 0,1 0 0 0 0,-25 34 0 0 0,29-28 11 0 0,3 1-1 0 0,0 1 0 0 0,2 0 0 0 0,1 1 0 0 0,2 1 0 0 0,1 0 0 0 0,2 1 0 0 0,1 0 0 0 0,1 1 1 0 0,3-1-1 0 0,1 1 0 0 0,1 0 0 0 0,2 1 0 0 0,2-1 0 0 0,1 0 0 0 0,2 0 0 0 0,10 43 0 0 0,-8-59 47 0 0,0-1 0 0 0,2 0 0 0 0,1-1 0 0 0,0 1 0 0 0,13 17 0 0 0,0 3 131 0 0,-10-21-472 0 0,3 8-1405 0 0,-15-18-3255 0 0,-5 1-3915 0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0T03:13:06.0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78 16 9129 0 0,'-37'12'-242'0'0,"29"-10"557"0"0,-21-16 3135 0 0,27 22-3382 0 0,1 0 0 0 0,1 0 0 0 0,-1 0 0 0 0,1 0 0 0 0,1 0-1 0 0,0 0 1 0 0,0 0 0 0 0,0 0 0 0 0,1 0 0 0 0,0 0 0 0 0,1-1-1 0 0,0 1 1 0 0,0-1 0 0 0,0 0 0 0 0,1 0 0 0 0,0 0 0 0 0,0 0-1 0 0,1 0 1 0 0,0-1 0 0 0,0 0 0 0 0,1 0 0 0 0,7 7 0 0 0,-5-9 17 0 0,0-1 1 0 0,0 0-1 0 0,1 0 1 0 0,-1-1 0 0 0,0 0-1 0 0,1 0 1 0 0,-1-1-1 0 0,1 0 1 0 0,0 0 0 0 0,-1-1-1 0 0,12-1 1 0 0,15-2 141 0 0,48-11 0 0 0,-61 9-163 0 0,105-23 1452 0 0,-1-6-1 0 0,148-62 1 0 0,-253 88-715 0 0,-1 1 0 0 0,24-6-1 0 0,-42 13-664 0 0,-1-1-127 0 0,-1 1 1 0 0,0 0 0 0 0,0-1 0 0 0,1 1-1 0 0,-1 0 1 0 0,0 0 0 0 0,1-1 0 0 0,-1 1-1 0 0,0 0 1 0 0,1 0 0 0 0,-1-1-1 0 0,0 1 1 0 0,1 0 0 0 0,-1 0 0 0 0,0 0-1 0 0,1 0 1 0 0,-1 0 0 0 0,1 0 0 0 0,-1 0-1 0 0,0 0 1 0 0,1-1 0 0 0,-1 1-1 0 0,1 1 1 0 0,-1-1 0 0 0,0 0 0 0 0,1 0-1 0 0,-1 0 1 0 0,1 0 0 0 0,-1 0-1 0 0,0 0 1 0 0,1 0 0 0 0,-1 0 0 0 0,0 1-1 0 0,1-1 1 0 0,-1 0 0 0 0,0 0 0 0 0,1 1-1 0 0,-1-1 1 0 0,0 0 0 0 0,1 1-1 0 0,-1-1-83 0 0,1 0-1 0 0,-1 0 0 0 0,0 0 0 0 0,1 0 0 0 0,-1 0 0 0 0,0 0 0 0 0,1 0 0 0 0,-1 0 0 0 0,0 0 0 0 0,1 1 0 0 0,-1-1 0 0 0,0 0 0 0 0,0 0 0 0 0,1 0 0 0 0,-1 0 0 0 0,0 1 0 0 0,0-1 0 0 0,1 0 0 0 0,-1 0 0 0 0,0 1 0 0 0,0-1 0 0 0,0 0 1 0 0,1 1-1 0 0,-1-1 0 0 0,0 0 0 0 0,0 0 0 0 0,0 1 0 0 0,0-1 0 0 0,0 0 0 0 0,0 1 0 0 0,1-1 0 0 0,-1 0 0 0 0,0 1 0 0 0,0-1 0 0 0,0 0 0 0 0,0 1 0 0 0,0-1 0 0 0,0 0 0 0 0,0 1 0 0 0,-1-1 0 0 0,1 0 0 0 0,0 1 0 0 0,0-1 0 0 0,0 0 1 0 0,0 1-1 0 0,0-1 0 0 0,0 0 0 0 0,-1 0 0 0 0,1 1 0 0 0,0-1 0 0 0,0 1 0 0 0,-19 7-2718 0 0,1-1 0 0 0,-1 0 0 0 0,-32 7 0 0 0,35-10 1028 0 0,-10 4-2786 0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0T03:14:25.7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39 170 7729 0 0,'1'1'59'0'0,"-1"-1"-1"0"0,1 0 1 0 0,0 1 0 0 0,-1-1 0 0 0,1 0 0 0 0,0 1 0 0 0,0-1 0 0 0,-1 0 0 0 0,1 0 0 0 0,0 0-1 0 0,0 1 1 0 0,0-1 0 0 0,-1 0 0 0 0,1 0 0 0 0,0 0 0 0 0,0 0 0 0 0,0 0 0 0 0,-1-1 0 0 0,1 1-1 0 0,0 0 1 0 0,0 0 0 0 0,-1-1 0 0 0,1 1 0 0 0,0 0 0 0 0,0-1 0 0 0,-1 1 0 0 0,2-1 0 0 0,25-21 1007 0 0,14-31 362 0 0,-20 28-917 0 0,-17 22-189 0 0,0-1 1 0 0,0 0 0 0 0,0-1-1 0 0,-1 1 1 0 0,1 0 0 0 0,-1-1-1 0 0,0 0 1 0 0,-1 0 0 0 0,1 0-1 0 0,-1 0 1 0 0,0 0 0 0 0,3-11 0 0 0,-13 19-66 0 0,-7 3-11 0 0,0 0 0 0 0,0 2 0 0 0,1 0 0 0 0,0 0 0 0 0,0 1 1 0 0,-15 14-1 0 0,29-22-229 0 0,-1-1 0 0 0,1 0 0 0 0,0 0 1 0 0,0 1-1 0 0,0-1 0 0 0,-1 0 0 0 0,1 1 1 0 0,0-1-1 0 0,0 0 0 0 0,0 1 0 0 0,0-1 1 0 0,0 0-1 0 0,0 1 0 0 0,0-1 0 0 0,0 1 1 0 0,-1-1-1 0 0,1 0 0 0 0,0 1 0 0 0,1-1 1 0 0,-1 0-1 0 0,0 1 0 0 0,0-1 0 0 0,0 0 1 0 0,0 1-1 0 0,0-1 0 0 0,0 1 0 0 0,0-1 1 0 0,0 0-1 0 0,1 1 0 0 0,-1-1 0 0 0,0 0 1 0 0,0 0-1 0 0,1 1 0 0 0,-1-1 0 0 0,0 0 1 0 0,0 1-1 0 0,1-1 0 0 0,-1 0 0 0 0,0 0 1 0 0,1 1-1 0 0,0-1 0 0 0,0 1 0 0 0,0-1 1 0 0,-1 1-1 0 0,1-1 0 0 0,0 0 0 0 0,0 1 1 0 0,0-1-1 0 0,0 0 0 0 0,0 1 0 0 0,0-1 1 0 0,0 0-1 0 0,0 0 0 0 0,0 0 0 0 0,0 0 1 0 0,0 0-1 0 0,0 0 0 0 0,0 0 0 0 0,0-1 1 0 0,0 1-1 0 0,0 0 0 0 0,1-1 0 0 0,11-3 64 0 0,0-2 0 0 0,-1 1-1 0 0,0-1 1 0 0,0-1 0 0 0,-1 0 0 0 0,19-16-1 0 0,-37 23-74 0 0,-18 0-1 0 0,18 0-8 0 0,-17 7-15 0 0,-17 11 2 0 0,39-17 209 0 0,10-3-154 0 0,4 0-22 0 0,27-10 70 0 0,-37 11-54 0 0,-10 3-59 0 0,-8 4 12 0 0,0 0 0 0 0,-28 15-1 0 0,38-18 11 0 0,1 0-1 0 0,0 0 1 0 0,0 0-1 0 0,0 1 1 0 0,0 0-1 0 0,0 0 1 0 0,1 0-1 0 0,-1 1 1 0 0,1 0-1 0 0,1-1 0 0 0,-1 2 1 0 0,1-1-1 0 0,-4 6 1 0 0,7-10 50 0 0,4 0-44 0 0,1 0 1 0 0,0-1-1 0 0,0 1 1 0 0,0-1-1 0 0,-1 0 1 0 0,1-1-1 0 0,0 1 1 0 0,0-1-1 0 0,0 0 1 0 0,-1 0-1 0 0,8-3 1 0 0,54-22-92 0 0,-60 23-20 0 0,-3 2 29 0 0,0 0 0 0 0,0 0 0 0 0,0 0 0 0 0,0 0 0 0 0,-1-1 0 0 0,1 1 0 0 0,0-1-1 0 0,-1 0 1 0 0,1 0 0 0 0,-1 0 0 0 0,0 0 0 0 0,0 0 0 0 0,0-1 0 0 0,0 1 0 0 0,3-5 0 0 0,-13 10-613 0 0,-1-1-199 0 0,-12 4 1131 0 0,13-1-4318 0 0,-1 2-4092 0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0T03:14:26.3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85 7345 0 0,'-1'4'-175'0'0,"0"-1"113"0"0,0 0 0 0 0,0 0-1 0 0,0 0 1 0 0,1 0 0 0 0,-1 1-1 0 0,1-1 1 0 0,0 0-1 0 0,0 0 1 0 0,0 4 0 0 0,1-6 86 0 0,-1 0 1 0 0,1 0 0 0 0,0 0 0 0 0,-1 0-1 0 0,1 0 1 0 0,0-1 0 0 0,-1 1 0 0 0,1 0 0 0 0,0 0-1 0 0,0 0 1 0 0,0-1 0 0 0,0 1 0 0 0,0 0-1 0 0,0-1 1 0 0,0 1 0 0 0,0-1 0 0 0,0 1 0 0 0,0-1-1 0 0,0 0 1 0 0,0 1 0 0 0,0-1 0 0 0,0 0 0 0 0,0 0-1 0 0,1 0 1 0 0,-1 0 0 0 0,0 0 0 0 0,0 0-1 0 0,0 0 1 0 0,0 0 0 0 0,0 0 0 0 0,0 0 0 0 0,1-1-1 0 0,-1 1 1 0 0,0 0 0 0 0,2-2 0 0 0,21-3 236 0 0,1-1 0 0 0,39-15 0 0 0,-55 18-208 0 0,-1-1-1 0 0,0 0 0 0 0,0 0 0 0 0,0-1 0 0 0,0 0 0 0 0,-1 0 0 0 0,1-1 1 0 0,-1 0-1 0 0,-1 0 0 0 0,1 0 0 0 0,7-11 0 0 0,-13 17-45 0 0,-1-1-1 0 0,1 0 0 0 0,-1 1 1 0 0,1-1-1 0 0,-1 0 0 0 0,1 1 1 0 0,-1-1-1 0 0,0 0 1 0 0,1 0-1 0 0,-1 1 0 0 0,0-1 1 0 0,1 0-1 0 0,-1 0 0 0 0,0 0 1 0 0,0 1-1 0 0,0-1 1 0 0,0 0-1 0 0,0 0 0 0 0,0 0 1 0 0,0 0-1 0 0,0 1 1 0 0,0-1-1 0 0,0 0 0 0 0,0 0 1 0 0,0 0-1 0 0,-1 1 0 0 0,1-1 1 0 0,0 0-1 0 0,-1 0 1 0 0,1 1-1 0 0,0-1 0 0 0,-2-1 1 0 0,0 1 2 0 0,1 0 1 0 0,-1 0-1 0 0,0 0 0 0 0,0 1 1 0 0,0-1-1 0 0,0 1 1 0 0,0-1-1 0 0,1 1 0 0 0,-1 0 1 0 0,0-1-1 0 0,0 1 1 0 0,0 0-1 0 0,-3 1 1 0 0,-60 9 219 0 0,51-6-98 0 0,1 0 0 0 0,-1 1-1 0 0,1 0 1 0 0,0 1 0 0 0,0 1 0 0 0,1 0-1 0 0,-1 1 1 0 0,2 0 0 0 0,-1 1-1 0 0,1 0 1 0 0,1 0 0 0 0,-12 15 0 0 0,21-24-105 0 0,1 1 0 0 0,-1-1 1 0 0,1 1-1 0 0,0 0 0 0 0,-1-1 0 0 0,1 1 1 0 0,0 0-1 0 0,0-1 0 0 0,-1 1 1 0 0,1 0-1 0 0,0 0 0 0 0,0-1 0 0 0,0 1 1 0 0,0 0-1 0 0,0 0 0 0 0,0-1 1 0 0,0 1-1 0 0,0 0 0 0 0,0-1 1 0 0,0 1-1 0 0,1 0 0 0 0,-1 0 0 0 0,0-1 1 0 0,0 1-1 0 0,1 0 0 0 0,-1-1 1 0 0,0 1-1 0 0,1 0 0 0 0,-1-1 0 0 0,1 1 1 0 0,-1-1-1 0 0,1 1 0 0 0,-1-1 1 0 0,1 1-1 0 0,-1-1 0 0 0,1 1 0 0 0,-1-1 1 0 0,1 1-1 0 0,0-1 0 0 0,-1 0 1 0 0,1 1-1 0 0,0-1 0 0 0,-1 0 0 0 0,1 0 1 0 0,0 0-1 0 0,1 1 0 0 0,30 7 322 0 0,2-7 52 0 0,0-1-1 0 0,58-9 1 0 0,-76 3-101 0 0,-23-3-229 0 0,-16-3-121 0 0,18 10-204 0 0,0 1 0 0 0,-1 1 0 0 0,1-1 0 0 0,0 1 0 0 0,0 0 0 0 0,0 0 0 0 0,-1 0 0 0 0,1 1 0 0 0,0-1 0 0 0,0 1 0 0 0,0 1 0 0 0,0-1 0 0 0,0 1 0 0 0,0 0 0 0 0,0 0 0 0 0,1 0 0 0 0,-1 1 0 0 0,-4 2 1 0 0,5 4-4268 0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0T03:14:34.0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165 93 4860 0 0,'1'1'335'0'0,"0"0"-1"0"0,0 1 1 0 0,0-1-1 0 0,0 0 1 0 0,1 0-1 0 0,-1 0 1 0 0,0 0-1 0 0,0 0 1 0 0,1 0-1 0 0,-1 0 1 0 0,1 0-1 0 0,-1 0 1 0 0,1-1-1 0 0,-1 1 1 0 0,1-1-1 0 0,-1 1 1 0 0,1-1-1 0 0,0 1 1 0 0,2-1-1 0 0,-2 0 451 0 0,0-3-13 0 0,53-99 4201 0 0,-54 100-4033 0 0,-90 72-456 0 0,-71 102 332 0 0,160-172-734 0 0,-6 12-124 0 0,6-12 70 0 0,1 0 1 0 0,-1-1 0 0 0,0 1 0 0 0,0 0 0 0 0,0 0-1 0 0,0 0 1 0 0,0 0 0 0 0,0 0 0 0 0,1-1 0 0 0,-1 1-1 0 0,0 0 1 0 0,0 0 0 0 0,0 0 0 0 0,1 0 0 0 0,-1 0-1 0 0,0 0 1 0 0,0 0 0 0 0,0-1 0 0 0,1 1 0 0 0,-1 0-1 0 0,0 0 1 0 0,0 0 0 0 0,0 0 0 0 0,1 0 0 0 0,-1 0-1 0 0,0 0 1 0 0,0 0 0 0 0,0 0 0 0 0,1 0 0 0 0,-1 0-1 0 0,0 0 1 0 0,0 0 0 0 0,0 1 0 0 0,1-1-1 0 0,-1 0 1 0 0,0 0 0 0 0,0 0 0 0 0,0 0 0 0 0,1 0-1 0 0,-1 0 1 0 0,0 0 0 0 0,0 1 0 0 0,0-1 0 0 0,0 0-1 0 0,1 0 1 0 0,-1 0 0 0 0,0 0 0 0 0,0 0 0 0 0,0 1-1 0 0,0-1 1 0 0,0 0 0 0 0,0 0 0 0 0,0 0 0 0 0,1 1-1 0 0,-1-1 1 0 0,0 0 0 0 0,0 0 0 0 0,0 0 0 0 0,0 1-1 0 0,0-1 1 0 0,0 0 0 0 0,0 0 0 0 0,0 1 0 0 0,0-1-1 0 0,63-36 540 0 0,95-71 0 0 0,11-8 465 0 0,-167 114-822 0 0,-8 8-148 0 0,-63 62 66 0 0,-41 45-2 0 0,109-114-192 0 0,1 1 0 0 0,-1-1 0 0 0,1 1 0 0 0,-1-1 0 0 0,1 1 0 0 0,-1 0 0 0 0,1-1 0 0 0,0 1 1 0 0,-1-1-1 0 0,1 1 0 0 0,0 0 0 0 0,-1-1 0 0 0,1 1 0 0 0,0 0 0 0 0,0-1 0 0 0,0 1 0 0 0,-1 0 0 0 0,1 0 0 0 0,0-1 0 0 0,0 1 0 0 0,0 0 0 0 0,0-1 0 0 0,0 1 0 0 0,0 0 0 0 0,1 0 0 0 0,13 2-2043 0 0,23-14-2277 0 0,8-9-4974 0 0,-30 16 3826 0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0T03:16:25.3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413 37 3472 0 0,'0'0'3241'0'0,"5"-21"2786"0"0,-5 8-359 0 0,0 13-5591 0 0,0 0 0 0 0,0 0 0 0 0,0 0 1 0 0,0 0-1 0 0,0 0 0 0 0,0-1 0 0 0,0 1 0 0 0,0 0 0 0 0,0 0 0 0 0,0 0 0 0 0,0 0 0 0 0,0 0 1 0 0,0 0-1 0 0,0 0 0 0 0,0 0 0 0 0,-1 0 0 0 0,1-1 0 0 0,0 1 0 0 0,0 0 0 0 0,0 0 0 0 0,0 0 0 0 0,0 0 1 0 0,0 0-1 0 0,0 0 0 0 0,-1 0 0 0 0,1 0 0 0 0,0 0 0 0 0,0 0 0 0 0,0 0 0 0 0,0 0 0 0 0,0 0 0 0 0,0 0 1 0 0,0 0-1 0 0,-1 0 0 0 0,1 0 0 0 0,0 0 0 0 0,0 0 0 0 0,0 0 0 0 0,0 0 0 0 0,0 0 0 0 0,0 0 1 0 0,0 0-1 0 0,-1 0 0 0 0,1 0 0 0 0,0 0 0 0 0,0 0 0 0 0,0 0 0 0 0,0 1 0 0 0,0-1 0 0 0,0 0 0 0 0,0 0 1 0 0,0 0-1 0 0,0 0 0 0 0,-1 0 0 0 0,1 0 0 0 0,0 0 0 0 0,0 0 0 0 0,0 1 0 0 0,0-1 0 0 0,0 0 0 0 0,0 0 1 0 0,0 0-1 0 0,0 0 0 0 0,-16 18 117 0 0,0 1 1 0 0,2 0-1 0 0,0 1 1 0 0,-15 30-1 0 0,-46 101 627 0 0,69-139-764 0 0,-102 248 1144 0 0,46-104-275 0 0,42-103-552 0 0,-9 21 343 0 0,6-33-3771 0 0,22-39 1488 0 0,1-45-20369 0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0T03:16:25.7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74 12541 0 0,'-6'-67'3628'0'0,"6"64"-2985"0"0,0 4-572 0 0,0-1 0 0 0,0 0 1 0 0,1 0-1 0 0,-1 0 1 0 0,0 0-1 0 0,0 0 0 0 0,0 0 1 0 0,1 0-1 0 0,-1 0 1 0 0,0 0-1 0 0,0 0 0 0 0,0 0 1 0 0,1 0-1 0 0,-1 0 1 0 0,0 0-1 0 0,0-1 0 0 0,0 1 1 0 0,1 0-1 0 0,-1 0 1 0 0,0 0-1 0 0,0 0 0 0 0,0 0 1 0 0,0 0-1 0 0,1 0 1 0 0,-1 0-1 0 0,0-1 0 0 0,0 1 1 0 0,0 0-1 0 0,0 0 1 0 0,0 0-1 0 0,0 0 0 0 0,1-1 1 0 0,-1 1-1 0 0,0 0 1 0 0,0 0-1 0 0,0 0 0 0 0,0-1 1 0 0,0 1-1 0 0,0 0 1 0 0,0 0-1 0 0,0 0 0 0 0,0-1 1 0 0,38 51 509 0 0,-3 1 0 0 0,-2 2 1 0 0,32 68-1 0 0,-25-46-258 0 0,119 235 1391 0 0,-37-76 772 0 0,-106-207-2546 0 0,-16-40-10643 0 0,-12-17 2639 0 0,2 17 2017 0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0T03:16:26.0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72 66 12281 0 0,'-40'-6'1532'0'0,"39"6"441"0"0,-11-3-603 0 0,-4-1 2261 0 0,15 4-3580 0 0,1 0-1 0 0,0 0 0 0 0,0 0 1 0 0,0 0-1 0 0,0-1 0 0 0,0 1 1 0 0,-1 0-1 0 0,1 0 1 0 0,0 0-1 0 0,0 0 0 0 0,0 0 1 0 0,0-1-1 0 0,0 1 0 0 0,0 0 1 0 0,0 0-1 0 0,0 0 1 0 0,-1 0-1 0 0,1-1 0 0 0,0 1 1 0 0,0 0-1 0 0,0 0 0 0 0,0 0 1 0 0,0 0-1 0 0,0-1 1 0 0,0 1-1 0 0,0 0 0 0 0,0 0 1 0 0,0 0-1 0 0,0 0 0 0 0,0-1 1 0 0,0 1-1 0 0,0 0 0 0 0,0 0 1 0 0,1 0-1 0 0,-1-1 1 0 0,0 1-1 0 0,0 0 0 0 0,0 0 1 0 0,0 0-1 0 0,0 0 0 0 0,0 0 1 0 0,0-1-1 0 0,0 1 1 0 0,1 0-1 0 0,-1 0 0 0 0,0 0 1 0 0,0 0-1 0 0,0 0 0 0 0,0 0 1 0 0,1 0-1 0 0,-1-1 1 0 0,0 1-1 0 0,0 0 0 0 0,0 0 1 0 0,0 0-1 0 0,1 0 0 0 0,-1 0 1 0 0,0 0-1 0 0,0 0 1 0 0,0 0-1 0 0,0 0 0 0 0,1 0 1 0 0,-1 0-1 0 0,0 0 0 0 0,0 0 1 0 0,0 0-1 0 0,1 0 0 0 0,-1 0 1 0 0,27-10 774 0 0,41-8-265 0 0,-38 12-304 0 0,0 1-1 0 0,50-1 1 0 0,-35 9-2662 0 0,2 4-3644 0 0,-40-5 2944 0 0,-1-1 1970 0 0,7 0-4513 0 0,11 2-563 0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0T03:16:26.3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 64 14021 0 0,'-41'0'10819'0'0,"49"-4"-9975"0"0,24-7-492 0 0,0 0-1 0 0,1 3 1 0 0,47-8-1 0 0,49 3-7114 0 0,-87 15 1554 0 0,-40-2 4692 0 0,0 0 1 0 0,-1 1-1 0 0,1-1 1 0 0,0 1 0 0 0,-1 0-1 0 0,1-1 1 0 0,-1 1-1 0 0,1 0 1 0 0,-1 0 0 0 0,1 0-1 0 0,-1 0 1 0 0,1 0-1 0 0,1 2 1 0 0,4 8-5516 0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0T03:16:26.5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 26 11589 0 0,'-7'4'1058'0'0,"-9"9"15201"0"0,68-27-15044 0 0,1 3-1 0 0,95-7 1 0 0,-103 21-3597 0 0,-21 10-2564 0 0,-22-1-1529 0 0,-3-9 3442 0 0,-11 9-10825 0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0T03:16:27.5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90 85 13773 0 0,'3'-9'444'0'0,"0"0"0"0"0,-1 0 0 0 0,0-1 0 0 0,-1 1 0 0 0,1-14 0 0 0,-2 20 911 0 0,0 1-509 0 0,-2-9-818 0 0,2 12 16 0 0,0-1 0 0 0,0 0 0 0 0,0 0 0 0 0,0 0 0 0 0,0 0-1 0 0,0 0 1 0 0,0 0 0 0 0,-1 0 0 0 0,1 0 0 0 0,0 0 0 0 0,0 1 0 0 0,0-1 0 0 0,0 0 0 0 0,0 0 0 0 0,0 0 0 0 0,0 0 0 0 0,0 0-1 0 0,0 0 1 0 0,0 0 0 0 0,0 0 0 0 0,0 0 0 0 0,0 0 0 0 0,0 0 0 0 0,-1 0 0 0 0,1 0 0 0 0,0 0 0 0 0,0 1 0 0 0,0-1 0 0 0,0 0-1 0 0,0 0 1 0 0,0 0 0 0 0,0 0 0 0 0,0 0 0 0 0,-1 0 0 0 0,1 0 0 0 0,0 0 0 0 0,0 0 0 0 0,0 0 0 0 0,0 0 0 0 0,0 0 0 0 0,0 0-1 0 0,0 0 1 0 0,0 0 0 0 0,0-1 0 0 0,-1 1 0 0 0,1 0 0 0 0,0 0 0 0 0,0 0 0 0 0,0 0 0 0 0,0 0 0 0 0,0 0 0 0 0,0 0 0 0 0,0 0-1 0 0,0 0 1 0 0,0 0 0 0 0,-25 79 866 0 0,5 2 0 0 0,3 0-1 0 0,3 1 1 0 0,-3 90 0 0 0,15-133-462 0 0,0 1-1 0 0,3-1 1 0 0,1 0 0 0 0,3 1 0 0 0,9 42 0 0 0,-9-62-208 0 0,0-1 0 0 0,2 0 0 0 0,0 0-1 0 0,1-1 1 0 0,1 0 0 0 0,1 0 0 0 0,1-1 0 0 0,0 0 0 0 0,1-1 0 0 0,0 0 0 0 0,29 26 0 0 0,-12-19 36 0 0,0-2 0 0 0,2-1 0 0 0,0-1 0 0 0,51 21 0 0 0,-39-19-129 0 0,-23-10-194 0 0,26 9-2325 0 0,-43-19 1072 0 0,-3-26-11993 0 0,-4 11 7736 0 0,-2-2-2785 0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0T03:16:27.8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33 173 15593 0 0,'-31'-47'3322'0'0,"30"45"-2792"0"0,2-2-9 0 0,1 0-403 0 0,1-1 1 0 0,-1 0 0 0 0,1 1-1 0 0,0 0 1 0 0,0 0 0 0 0,1 0-1 0 0,-1 0 1 0 0,1 0 0 0 0,0 1-1 0 0,0 0 1 0 0,0-1 0 0 0,1 2-1 0 0,-1-1 1 0 0,1 0 0 0 0,-1 1-1 0 0,10-4 1 0 0,15-5 309 0 0,51-12-1 0 0,-44 13-109 0 0,-31 8-320 0 0,1 0-1 0 0,-1 0 1 0 0,1 1-1 0 0,0-1 1 0 0,-1 1-1 0 0,1 1 1 0 0,0-1-1 0 0,0 1 1 0 0,-1 0-1 0 0,1 0 1 0 0,0 1-1 0 0,0 0 1 0 0,0 0-1 0 0,7 2 1 0 0,-12-2-98 0 0,0-1 0 0 0,0 1 1 0 0,1 0-1 0 0,-1-1 0 0 0,0 1 1 0 0,0 0-1 0 0,0 0 0 0 0,0 0 1 0 0,0 0-1 0 0,0 0 0 0 0,0 0 0 0 0,0 0 1 0 0,0 0-1 0 0,-1 1 0 0 0,1-1 1 0 0,0 0-1 0 0,-1 0 0 0 0,1 1 1 0 0,-1-1-1 0 0,1 0 0 0 0,-1 1 1 0 0,0-1-1 0 0,1 0 0 0 0,-1 1 0 0 0,0-1 1 0 0,0 1-1 0 0,0-1 0 0 0,0 1 1 0 0,0-1-1 0 0,0 0 0 0 0,-1 1 1 0 0,1-1-1 0 0,0 0 0 0 0,-1 1 0 0 0,1-1 1 0 0,-1 0-1 0 0,0 1 0 0 0,1-1 1 0 0,-1 0-1 0 0,0 0 0 0 0,1 1 1 0 0,-1-1-1 0 0,-2 1 0 0 0,-2 7-1911 0 0,-2 0 1 0 0,1 0-1 0 0,-14 13 0 0 0,11-11-1742 0 0,4-4-1327 0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0T03:16:29.1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192 195 10361 0 0,'0'0'79'0'0,"-4"0"101"0"0,-16-3 1132 0 0,0-2-1 0 0,1 0 1 0 0,-23-8-1 0 0,37 11-952 0 0,-1 0 0 0 0,1 0 0 0 0,-1 0 0 0 0,1-1 0 0 0,0 0 0 0 0,0 0 0 0 0,0 0 0 0 0,0-1 0 0 0,1 1 0 0 0,-1-1 0 0 0,1 0 0 0 0,0-1-1 0 0,0 1 1 0 0,1-1 0 0 0,-6-7 0 0 0,8 9-297 0 0,0 0 0 0 0,0 0 0 0 0,0 1 0 0 0,0-1 0 0 0,0 0 0 0 0,1 0 0 0 0,-1 0 0 0 0,1 0 0 0 0,0 0 0 0 0,0 0 0 0 0,0 0 0 0 0,0 0 0 0 0,1 0 0 0 0,-1 1 0 0 0,1-1 0 0 0,0 0 0 0 0,0 0 0 0 0,0 0 0 0 0,0 1 0 0 0,0-1 0 0 0,0 0 0 0 0,1 1 0 0 0,0-1 0 0 0,-1 1 0 0 0,1 0 0 0 0,0-1 0 0 0,0 1 0 0 0,0 0 0 0 0,0 0 0 0 0,0 0 0 0 0,1 0 0 0 0,-1 1 0 0 0,1-1 0 0 0,-1 1 0 0 0,1-1 0 0 0,0 1 0 0 0,-1 0 0 0 0,1 0 0 0 0,3-1 0 0 0,3-1-15 0 0,1 1 0 0 0,-1 0 0 0 0,1 0 1 0 0,0 1-1 0 0,0 0 0 0 0,-1 1 0 0 0,1 0 1 0 0,0 0-1 0 0,0 1 0 0 0,15 3 0 0 0,-13-1-24 0 0,-1 0 1 0 0,0 1-1 0 0,0 0 0 0 0,-1 1 0 0 0,1 0 0 0 0,-1 0 1 0 0,0 1-1 0 0,-1 1 0 0 0,1 0 0 0 0,-1 0 1 0 0,0 0-1 0 0,-1 1 0 0 0,0 1 0 0 0,0 0 0 0 0,-1 0 1 0 0,0 0-1 0 0,-1 0 0 0 0,0 1 0 0 0,0 1 0 0 0,-1-1 1 0 0,0 1-1 0 0,-1-1 0 0 0,0 1 0 0 0,-1 0 0 0 0,0 1 1 0 0,-1-1-1 0 0,0 1 0 0 0,-1-1 0 0 0,0 1 0 0 0,-1 20 1 0 0,-3-6 98 0 0,-1-1-1 0 0,0-1 1 0 0,-2 1 0 0 0,-1-1 0 0 0,-1 0 0 0 0,-12 26 0 0 0,-79 134 1778 0 0,56-108-360 0 0,9-14 1159 0 0,32-60-2401 0 0,64 15-149 0 0,93-14-149 0 0,-62-2 0 0 0,142 19 0 0 0,-213-18 0 0 0,35-2-3766 0 0,-56 0 3336 0 0,0 0 0 0 0,1 0 0 0 0,-1 0-1 0 0,0-1 1 0 0,0 1 0 0 0,0 0 0 0 0,0 0 0 0 0,0-1 0 0 0,0 1 0 0 0,0-1 0 0 0,-1 1 0 0 0,1-1 0 0 0,0 1 0 0 0,0-1 0 0 0,0 0 0 0 0,0 1 0 0 0,-1-1 0 0 0,1 0-1 0 0,0 0 1 0 0,0 1 0 0 0,-1-1 0 0 0,1 0 0 0 0,-1 0 0 0 0,1 0 0 0 0,-1 0 0 0 0,1-1 0 0 0,1-5-5794 0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0T03:16:33.3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33 249 16806 0 0,'-4'-5'231'0'0,"0"-1"0"0"0,1 0 0 0 0,-1 0 1 0 0,1 0-1 0 0,0 0 0 0 0,1 0 0 0 0,-1-1 1 0 0,1 1-1 0 0,1-1 0 0 0,-2-9 0 0 0,3 10-92 0 0,0 1 0 0 0,0-1 0 0 0,0 1-1 0 0,1-1 1 0 0,0 0 0 0 0,0 1-1 0 0,1 0 1 0 0,-1-1 0 0 0,1 1 0 0 0,0 0-1 0 0,1 0 1 0 0,-1 0 0 0 0,1 0 0 0 0,0 0-1 0 0,0 1 1 0 0,1-1 0 0 0,-1 1 0 0 0,1 0-1 0 0,0 0 1 0 0,6-4 0 0 0,0 0-40 0 0,0 1 1 0 0,1 0-1 0 0,-1 1 1 0 0,1 1-1 0 0,1 0 1 0 0,-1 0 0 0 0,1 1-1 0 0,0 0 1 0 0,0 1-1 0 0,0 0 1 0 0,0 1-1 0 0,23 0 1 0 0,-25 1-69 0 0,0 0 0 0 0,0 1 0 0 0,-1 1 0 0 0,1 0 0 0 0,0 0 0 0 0,0 1 1 0 0,0 0-1 0 0,0 0 0 0 0,-1 1 0 0 0,1 1 0 0 0,-1 0 0 0 0,0 0 0 0 0,0 1 0 0 0,-1 0 0 0 0,1 0 0 0 0,10 9 1 0 0,-15-10-10 0 0,-1 1 0 0 0,0-1 0 0 0,0 0 0 0 0,0 1 0 0 0,0-1 0 0 0,-1 1 0 0 0,0 0 0 0 0,0 0 0 0 0,0 0 0 0 0,-1 0 0 0 0,1 0 0 0 0,-1 0 0 0 0,0 1 0 0 0,-1-1 0 0 0,1 0 0 0 0,-1 1 0 0 0,0-1 0 0 0,0 0 0 0 0,-1 1 0 0 0,0-1 0 0 0,0 0 0 0 0,0 0 0 0 0,0 0 0 0 0,-4 7 0 0 0,-4 12 170 0 0,-1 0 0 0 0,-1 0 1 0 0,-25 36-1 0 0,25-41-47 0 0,-4 4 97 0 0,8-13-41 0 0,1 0 1 0 0,-1 0 0 0 0,1 0-1 0 0,1 1 1 0 0,0 0-1 0 0,1 0 1 0 0,0 0-1 0 0,-4 19 1 0 0,8-27-169 0 0,1-1 0 0 0,0 1 1 0 0,0 0-1 0 0,0 0 0 0 0,0-1 1 0 0,0 1-1 0 0,0-1 0 0 0,1 1 1 0 0,-1-1-1 0 0,1 1 0 0 0,-1-1 0 0 0,1 0 1 0 0,0 0-1 0 0,0 0 0 0 0,0 0 1 0 0,0 0-1 0 0,1 0 0 0 0,-1 0 1 0 0,5 2-1 0 0,54 28 351 0 0,-48-26-280 0 0,23 10 147 0 0,-13-7-54 0 0,-1 2 0 0 0,39 24 0 0 0,-57-33-65 0 0,0 1-1 0 0,0 0 1 0 0,0 0 0 0 0,0 0-1 0 0,-1 1 1 0 0,0-1-1 0 0,1 1 1 0 0,-1 0-1 0 0,0 0 1 0 0,-1 0-1 0 0,1 0 1 0 0,-1 0 0 0 0,0 1-1 0 0,0-1 1 0 0,0 1-1 0 0,-1-1 1 0 0,1 1-1 0 0,-1 0 1 0 0,0 0-1 0 0,0 6 1 0 0,-2-4-103 0 0,0 1 0 0 0,-1-1 0 0 0,0 0 1 0 0,0 0-1 0 0,-1 0 0 0 0,0 0 0 0 0,0 0 0 0 0,0-1 0 0 0,-1 1 0 0 0,0-1 1 0 0,-1 0-1 0 0,1 0 0 0 0,-1 0 0 0 0,-6 5 0 0 0,-9 9-40 0 0,-1 0-1 0 0,-28 20 0 0 0,31-27 12 0 0,-1-1 0 0 0,0-1 0 0 0,0-1 0 0 0,-1-1 0 0 0,-1-1 0 0 0,1 0 0 0 0,-1-2 0 0 0,-1 0 0 0 0,1-2 0 0 0,-1 0 0 0 0,-37 1 0 0 0,53-4-288 0 0,1-1 1 0 0,-1 0-1 0 0,1 0 1 0 0,-1 0-1 0 0,1-1 0 0 0,-1 0 1 0 0,1 0-1 0 0,0 0 1 0 0,-1-1-1 0 0,-8-3 0 0 0,8 2-1326 0 0,5 2 994 0 0,-1 0-1 0 0,1 0 1 0 0,-1 0-1 0 0,1 0 1 0 0,0-1-1 0 0,-1 1 1 0 0,1 0-1 0 0,0-1 0 0 0,0 1 1 0 0,0-1-1 0 0,0 1 1 0 0,0-1-1 0 0,1 1 1 0 0,-1-1-1 0 0,-1-3 1 0 0,2-6-6089 0 0,10 0-2787 0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0T03:16:34.8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35 125 16438 0 0,'-27'4'73'0'0,"19"-3"5293"0"0,21-4-4788 0 0,627-109 2686 0 0,-580 104-3050 0 0,15 2-613 0 0,-58 6-5298 0 0,0 0-5792 0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0T03:16:35.1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29 13757 0 0,'-6'-11'1262'0'0,"0"-7"7763"0"0,20 55-8323 0 0,37 80 1493 0 0,118 309 2797 0 0,-109-235-4158 0 0,-57-167-833 0 0,18 20-37 0 0,-20-42-374 0 0,-1-38-21034 0 0,-3 20 12422 0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0T03:16:36.1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29 102 15465 0 0,'-2'0'33'0'0,"1"0"0"0"0,0 0-1 0 0,-1 0 1 0 0,1-1-1 0 0,0 1 1 0 0,0 0 0 0 0,-1-1-1 0 0,1 1 1 0 0,0-1 0 0 0,0 1-1 0 0,-1-1 1 0 0,1 1-1 0 0,0-1 1 0 0,0 0 0 0 0,0 0-1 0 0,0 0 1 0 0,0 1-1 0 0,0-1 1 0 0,0 0 0 0 0,0 0-1 0 0,0 0 1 0 0,1 0 0 0 0,-1-1-1 0 0,-1 0 1 0 0,3 1 21 0 0,-1 0-1 0 0,0-1 1 0 0,1 1 0 0 0,-1 0 0 0 0,1 0-1 0 0,-1 0 1 0 0,1 0 0 0 0,-1 0 0 0 0,1 0-1 0 0,0 0 1 0 0,0 0 0 0 0,-1 0 0 0 0,1 0-1 0 0,0 0 1 0 0,0 0 0 0 0,0 0 0 0 0,0 1-1 0 0,0-1 1 0 0,2-1 0 0 0,11-6 406 0 0,0 0 0 0 0,25-9 0 0 0,-38 16-459 0 0,17-5 200 0 0,0 0 1 0 0,0 1-1 0 0,1 1 1 0 0,-1 1-1 0 0,1 0 1 0 0,0 2-1 0 0,-1 0 0 0 0,1 1 1 0 0,35 4-1 0 0,-46-3-112 0 0,-1 1-1 0 0,1 0 0 0 0,-1 0 1 0 0,0 0-1 0 0,1 1 0 0 0,-1 1 1 0 0,0-1-1 0 0,-1 1 1 0 0,1 0-1 0 0,-1 0 0 0 0,10 9 1 0 0,-12-9 9 0 0,0 1 0 0 0,0 0 1 0 0,-1 0-1 0 0,1 0 0 0 0,-1 0 0 0 0,0 0 1 0 0,-1 0-1 0 0,1 1 0 0 0,-1 0 1 0 0,-1-1-1 0 0,1 1 0 0 0,-1 0 1 0 0,1 0-1 0 0,-2 0 0 0 0,1 0 1 0 0,-1 11-1 0 0,-1 0 176 0 0,0 0 1 0 0,-2 0-1 0 0,0 0 0 0 0,-1 0 1 0 0,0 0-1 0 0,-2-1 1 0 0,0 0-1 0 0,-15 29 0 0 0,-9 8 1158 0 0,-44 57 0 0 0,21-32 518 0 0,35-54-1024 0 0,14-19-819 0 0,0 0 1 0 0,1 0-1 0 0,-1 0 1 0 0,1 0-1 0 0,0 1 1 0 0,0-1-1 0 0,0 1 1 0 0,1 0-1 0 0,-2 7 1 0 0,4-12-108 0 0,-1 0 0 0 0,1 1 0 0 0,0-1 0 0 0,0 0 0 0 0,1 0 0 0 0,-1 0 0 0 0,0 0 0 0 0,0 0 0 0 0,0 0 0 0 0,1 0 0 0 0,-1 0 0 0 0,0 0 0 0 0,1 0 0 0 0,-1 0 0 0 0,1-1 0 0 0,-1 1 0 0 0,1 0 0 0 0,0 0 0 0 0,-1 0 0 0 0,1 0 0 0 0,0-1 0 0 0,0 1 0 0 0,-1 0 0 0 0,1-1 0 0 0,0 1 0 0 0,0 0 0 0 0,0-1 0 0 0,0 1 0 0 0,0-1 0 0 0,0 0 0 0 0,0 1 0 0 0,1-1 0 0 0,-1 1 0 0 0,11 4 0 0 0,1 0 0 0 0,-1-1 0 0 0,1 0 0 0 0,0-1 0 0 0,0 0 0 0 0,1-1 0 0 0,-1-1 0 0 0,26 0 0 0 0,4 1 0 0 0,117 3 0 0 0,-95-5 0 0 0,-1 2 0 0 0,84 14 0 0 0,-129-14 0 0 0,-3-1 0 0 0,-13 0-328 0 0,1-1-1 0 0,-1 0 1 0 0,1 0-1 0 0,-1 0 1 0 0,1 0-1 0 0,-1-1 1 0 0,1 1-1 0 0,-1-1 1 0 0,1 0-1 0 0,-1 0 1 0 0,4-2-1 0 0,-5 2-550 0 0,0-1 0 0 0,0 1 0 0 0,0-1-1 0 0,-1 0 1 0 0,1 1 0 0 0,0-1 0 0 0,-1 0-1 0 0,1 0 1 0 0,-1 0 0 0 0,0 0-1 0 0,1 0 1 0 0,-1-1 0 0 0,0 1 0 0 0,-1 0-1 0 0,2-5 1 0 0,4-7-3342 0 0,3-3-4459 0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0T03:16:36.9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87 16642 0 0,'3'0'4089'0'0,"28"-5"-3520"0"0,400-47 5002 0 0,-375 46-5592 0 0,-52 6-408 0 0,1-1-468 0 0,8-2-3222 0 0,-9-5-4266 0 0,-4-3 3776 0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0T03:16:37.4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5 103 13761 0 0,'-1'-1'73'0'0,"0"-1"0"0"0,1 0 0 0 0,-1 0 0 0 0,1 0 0 0 0,-1 1 0 0 0,1-1 0 0 0,0 0-1 0 0,-1 0 1 0 0,1 0 0 0 0,0 0 0 0 0,0 0 0 0 0,1 0 0 0 0,-1 0 0 0 0,0 1 0 0 0,1-1 0 0 0,-1 0 0 0 0,1 0 0 0 0,-1 0-1 0 0,1 1 1 0 0,0-1 0 0 0,0 0 0 0 0,-1 0 0 0 0,2 1 0 0 0,0-3 0 0 0,2 0 30 0 0,0 0 0 0 0,0 1-1 0 0,0 0 1 0 0,0-1 0 0 0,0 2 0 0 0,1-1 0 0 0,-1 0 0 0 0,1 1-1 0 0,6-3 1 0 0,2 0 94 0 0,0 1-1 0 0,0 0 0 0 0,1 1 0 0 0,-1 0 1 0 0,1 1-1 0 0,25 0 0 0 0,-31 3-130 0 0,1-1 0 0 0,-1 2 0 0 0,0-1 0 0 0,0 1 0 0 0,0 0 0 0 0,0 1 0 0 0,-1 0 0 0 0,1 0 0 0 0,-1 0 0 0 0,0 1 0 0 0,1 0 0 0 0,-2 1 0 0 0,1 0 0 0 0,0 0 0 0 0,-1 0 1 0 0,0 1-1 0 0,0 0 0 0 0,-1 0 0 0 0,0 0 0 0 0,6 9 0 0 0,-5-6 35 0 0,-2 1 0 0 0,1-1 0 0 0,-1 1 1 0 0,0 0-1 0 0,-1 0 0 0 0,0 0 0 0 0,0 1 1 0 0,-2-1-1 0 0,1 0 0 0 0,-1 1 0 0 0,0 0 1 0 0,-1-1-1 0 0,-1 1 0 0 0,0-1 0 0 0,-3 18 1 0 0,-6 8 443 0 0,-2 0 0 0 0,-1 0 1 0 0,-2-1-1 0 0,-1-1 0 0 0,-22 32 1 0 0,-30 66 3845 0 0,67-131-4296 0 0,1 1 0 0 0,-1 0 0 0 0,0 0 0 0 0,0 0 1 0 0,1 0-1 0 0,-1 0 0 0 0,1 0 0 0 0,0 1 0 0 0,-1-1 0 0 0,1 0 0 0 0,0 0 0 0 0,0 0 1 0 0,0 0-1 0 0,1 0 0 0 0,-1 0 0 0 0,0 0 0 0 0,1 0 0 0 0,-1 1 0 0 0,1-1 0 0 0,0-1 1 0 0,0 1-1 0 0,0 0 0 0 0,0 0 0 0 0,0 0 0 0 0,0 0 0 0 0,0-1 0 0 0,1 1 0 0 0,-1 0 1 0 0,1-1-1 0 0,-1 1 0 0 0,1-1 0 0 0,-1 0 0 0 0,1 1 0 0 0,0-1 0 0 0,0 0 0 0 0,0 0 1 0 0,0 0-1 0 0,-1 0 0 0 0,1-1 0 0 0,0 1 0 0 0,1 0 0 0 0,1 0 0 0 0,14 3-117 0 0,0 1 1 0 0,0-2-1 0 0,0-1 0 0 0,20 1 0 0 0,-10-1 152 0 0,93 4-130 0 0,3-3 0 0 0,-58-3-272 0 0,-65 0 327 0 0,27-2-3978 0 0,-26 2 3054 0 0,0 0 0 0 0,-1-1 0 0 0,1 1 0 0 0,0-1 0 0 0,0 0 0 0 0,0 1 0 0 0,0-1 0 0 0,-1 0-1 0 0,1 0 1 0 0,0 0 0 0 0,-1 0 0 0 0,1-1 0 0 0,1-1 0 0 0,-4-11-13735 0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0T03:16:37.9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77 108 16702 0 0,'-11'-4'595'0'0,"0"-1"1"0"0,1-1 0 0 0,-1 0 0 0 0,1 0 0 0 0,-9-9 0 0 0,18 15-554 0 0,1 0 0 0 0,0-1 1 0 0,-1 1-1 0 0,1-1 1 0 0,0 1-1 0 0,-1-1 1 0 0,1 1-1 0 0,0 0 1 0 0,0-1-1 0 0,-1 1 1 0 0,1-1-1 0 0,0 1 1 0 0,0-1-1 0 0,0 0 1 0 0,0 1-1 0 0,0-1 1 0 0,0 1-1 0 0,0-1 0 0 0,0 1 1 0 0,0-1-1 0 0,0 1 1 0 0,0-1-1 0 0,0 1 1 0 0,0-1-1 0 0,0 1 1 0 0,0-1-1 0 0,1 1 1 0 0,-1-1-1 0 0,0 1 1 0 0,0-1-1 0 0,1 1 1 0 0,-1-1-1 0 0,0 1 0 0 0,0-1 1 0 0,1 1-1 0 0,0-1 1 0 0,14-12 333 0 0,-15 13-365 0 0,9-6 87 0 0,0 2 1 0 0,1-1 0 0 0,0 1 0 0 0,-1 1 0 0 0,1 0-1 0 0,0 0 1 0 0,1 1 0 0 0,-1 0 0 0 0,0 1 0 0 0,1 0-1 0 0,10 0 1 0 0,2 1 42 0 0,0 2-1 0 0,-1 0 1 0 0,44 9-1 0 0,-49-6-97 0 0,1 0-1 0 0,-1 1 1 0 0,-1 1 0 0 0,1 1-1 0 0,-1 0 1 0 0,-1 1 0 0 0,0 1-1 0 0,0 0 1 0 0,0 1-1 0 0,-2 0 1 0 0,18 19 0 0 0,-15-11 40 0 0,-1 0 1 0 0,0 1-1 0 0,-2 1 0 0 0,0 0 1 0 0,-2 1-1 0 0,0 0 1 0 0,10 34-1 0 0,-5-6 284 0 0,-3 1-1 0 0,12 86 0 0 0,-3 98 1442 0 0,-22-230-1754 0 0,4 48 237 0 0,5 97 1160 0 0,6-2 1 0 0,38 157-1 0 0,-50-295-1451 0 0,-1 0 0 0 0,0 0 0 0 0,0 1 0 0 0,-1 0 0 0 0,0-1 0 0 0,-1 18 0 0 0,-1-24 0 0 0,0 1 0 0 0,0 0 0 0 0,-1 0 0 0 0,0-1 0 0 0,0 1 0 0 0,0-1 0 0 0,0 0 0 0 0,-1 1 0 0 0,1-1 0 0 0,-1 0 0 0 0,0 0 0 0 0,0-1 0 0 0,-1 1 0 0 0,1-1 0 0 0,-1 1 0 0 0,-7 4 0 0 0,-8 5 0 0 0,-1-1 0 0 0,0-1 0 0 0,0 0 0 0 0,-1-2 0 0 0,-27 9 0 0 0,-119 29 0 0 0,113-34 0 0 0,-61 16 0 0 0,113-29-20 0 0,0 1-1 0 0,0-1 1 0 0,0 0-1 0 0,0 1 1 0 0,0-1 0 0 0,0 0-1 0 0,0 0 1 0 0,0 0-1 0 0,0-1 1 0 0,0 1 0 0 0,0 0-1 0 0,0-1 1 0 0,0 1-1 0 0,0-1 1 0 0,0 0 0 0 0,0 0-1 0 0,1 0 1 0 0,-1 0-1 0 0,0 0 1 0 0,0 0-1 0 0,1 0 1 0 0,-1 0 0 0 0,1-1-1 0 0,-1 1 1 0 0,-1-3-1 0 0,0-1-777 0 0,0 1 0 0 0,1-1 0 0 0,-1 0 0 0 0,1 0 0 0 0,0 0 0 0 0,-2-11-1 0 0,-1 0-2645 0 0,-8-10-1289 0 0,1 7-1335 0 0,-7-8-4480 0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0T03:16:29.9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113 84 16233 0 0,'-79'10'1683'0'0,"75"-9"-901"0"0,-20 1 797 0 0,19-1 1936 0 0,508-52-818 0 0,-270 25-1509 0 0,-226 25 677 0 0,11-1-5433 0 0,7-9-13889 0 0,-15 4 10796 0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0T03:16:30.4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589 42 12057 0 0,'15'-36'1089'0'0,"-14"36"-1043"0"0,-1-1 0 0 0,0 1 1 0 0,0 0-1 0 0,0 0 0 0 0,0 0 0 0 0,0-1 0 0 0,0 1 0 0 0,-1 0 1 0 0,1 0-1 0 0,0 0 0 0 0,0-1 0 0 0,0 1 0 0 0,0 0 0 0 0,0 0 1 0 0,0 0-1 0 0,0-1 0 0 0,0 1 0 0 0,0 0 0 0 0,0 0 0 0 0,-1 0 1 0 0,1 0-1 0 0,0-1 0 0 0,0 1 0 0 0,0 0 0 0 0,0 0 1 0 0,0 0-1 0 0,-1 0 0 0 0,1 0 0 0 0,0 0 0 0 0,0 0 0 0 0,0-1 1 0 0,-1 1-1 0 0,1 0 0 0 0,0 0 0 0 0,0 0 0 0 0,0 0 0 0 0,-1 0 1 0 0,1 0-1 0 0,0 0 0 0 0,0 0 0 0 0,0 0 0 0 0,-1 0 0 0 0,1 0 1 0 0,0 0-1 0 0,0 0 0 0 0,0 0 0 0 0,-1 0 0 0 0,1 0 0 0 0,0 0 1 0 0,0 1-1 0 0,0-1 0 0 0,-1 0 0 0 0,1 0 0 0 0,0 0 0 0 0,0 0 1 0 0,0 0-1 0 0,0 0 0 0 0,0 1 0 0 0,-1-1 0 0 0,1 0 0 0 0,0 0 1 0 0,0 0-1 0 0,0 0 0 0 0,0 1 0 0 0,0-1 0 0 0,-9 6 418 0 0,1 1 0 0 0,0 1 0 0 0,1-1 0 0 0,-11 14-1 0 0,-114 143 3160 0 0,-203 331 0 0 0,323-474-3300 0 0,0 1 0 0 0,2 0 0 0 0,1 1 0 0 0,0 0 0 0 0,2 1 0 0 0,1 0-1 0 0,-6 42 1 0 0,11-62-258 0 0,1 1 0 0 0,0 0 0 0 0,0-1-1 0 0,0 1 1 0 0,1 0 0 0 0,-1-1 0 0 0,1 1-1 0 0,0 0 1 0 0,1-1 0 0 0,-1 0 0 0 0,1 1-1 0 0,0-1 1 0 0,0 0 0 0 0,0 0 0 0 0,1 0 0 0 0,-1 0-1 0 0,1 0 1 0 0,0 0 0 0 0,0-1 0 0 0,4 5-1 0 0,-1-4-5 0 0,0-1-1 0 0,0 1 1 0 0,1-1-1 0 0,-1 0 0 0 0,1 0 1 0 0,-1 0-1 0 0,1-1 1 0 0,0 0-1 0 0,0-1 0 0 0,0 0 1 0 0,14 1-1 0 0,8-1-19 0 0,0-2-1 0 0,0-2 1 0 0,1 0-1 0 0,-2-2 1 0 0,32-9-1 0 0,-36 8-4 0 0,-1-1-1 0 0,0-1 0 0 0,0-1 1 0 0,38-21-1 0 0,-56 27-4 0 0,-1 0 0 0 0,0 0 1 0 0,0 0-1 0 0,0 0 0 0 0,0-1 0 0 0,0 0 0 0 0,-1 0 1 0 0,0 0-1 0 0,1 0 0 0 0,-2 0 0 0 0,1-1 1 0 0,3-7-1 0 0,-5 8-1 0 0,0 1 1 0 0,0-1 0 0 0,0 0-1 0 0,-1 1 1 0 0,0-1-1 0 0,0 0 1 0 0,0 1 0 0 0,0-1-1 0 0,-1 0 1 0 0,1 0-1 0 0,-1 1 1 0 0,0-1 0 0 0,0 1-1 0 0,0-1 1 0 0,0 1-1 0 0,-1-1 1 0 0,0 1-1 0 0,1 0 1 0 0,-1-1 0 0 0,-3-2-1 0 0,1 0-121 0 0,-1 1-1 0 0,1-1 1 0 0,-1 1-1 0 0,0 0 0 0 0,-1 1 1 0 0,1-1-1 0 0,-1 1 1 0 0,0 0-1 0 0,0 0 1 0 0,0 1-1 0 0,-1-1 1 0 0,1 2-1 0 0,-1-1 0 0 0,0 1 1 0 0,0 0-1 0 0,0 0 1 0 0,0 0-1 0 0,0 1 1 0 0,0 1-1 0 0,-7-1 1 0 0,-68 4-6239 0 0,7 9-7046 0 0,72-12 12503 0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0T03:20:31.9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324 60 6541 0 0,'-27'-36'5487'0'0,"25"35"-3926"0"0,-8-14 1972 0 0,10 15-3405 0 0,0-1-1 0 0,-1 1 1 0 0,1 0-1 0 0,0-1 0 0 0,0 1 1 0 0,0-1-1 0 0,-1 1 1 0 0,1 0-1 0 0,0-1 0 0 0,-1 1 1 0 0,1 0-1 0 0,0-1 0 0 0,-1 1 1 0 0,1 0-1 0 0,0-1 1 0 0,-1 1-1 0 0,1 0 0 0 0,0 0 1 0 0,-1 0-1 0 0,1-1 1 0 0,-1 1-1 0 0,1 0 0 0 0,-1 0 1 0 0,1 0-1 0 0,0 0 0 0 0,-1 0 1 0 0,1 0-1 0 0,-1 0 1 0 0,1 0-1 0 0,-1 0 0 0 0,1 0 1 0 0,-1 0-1 0 0,1 0 1 0 0,-1 0-1 0 0,1 0 0 0 0,0 0 1 0 0,-1 0-1 0 0,1 1 1 0 0,-1-1-1 0 0,1 0 0 0 0,-1 0 1 0 0,-7 15-41 0 0,1-1 0 0 0,0 1 0 0 0,1 0 0 0 0,-8 31 1 0 0,-12 77 305 0 0,15-67-250 0 0,-82 447 1822 0 0,52-269-550 0 0,19-43 1144 0 0,17-129-675 0 0,2-5-442 0 0,3-55-1824 0 0,-21-33-16821 0 0,17 11 11673 0 0,4 5-2209 0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0T03:20:32.7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119 10 13205 0 0,'-4'1'-507'0'0,"-85"18"33"0"0,86-18 770 0 0,-12 2 426 0 0,8 0 22 0 0,10-2 1052 0 0,250-34-248 0 0,-250 33-1427 0 0,30-4 989 0 0,-32 6-1080 0 0,0 1-1 0 0,0-1 1 0 0,-1 1-1 0 0,1-1 1 0 0,-1 1-1 0 0,0 0 1 0 0,0-1 0 0 0,0 1-1 0 0,0 0 1 0 0,0-1-1 0 0,0 1 1 0 0,-1-1-1 0 0,1 1 1 0 0,-1-1 0 0 0,0 1-1 0 0,-1 3 1 0 0,-22 57 269 0 0,15-40-140 0 0,-44 144 1284 0 0,-49 274-1 0 0,57-194 1381 0 0,41-200-2080 0 0,4-45-772 0 0,0 0-1005 0 0,0 7 2077 0 0,-13-14-13680 0 0,-2-5 11335 0 0,1-3-3231 0 0,5 4-1092 0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0T03:20:33.1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77 1 10937 0 0,'-77'23'4457'0'0,"129"-9"-2814"0"0,149-19 1747 0 0,-179 2-5040 0 0,-22 3 1543 0 0,0 0 1 0 0,0 0-1 0 0,0 0 0 0 0,1 0 1 0 0,-1 0-1 0 0,0 0 1 0 0,0 0-1 0 0,0 0 0 0 0,0-1 1 0 0,0 1-1 0 0,0 0 0 0 0,0 0 1 0 0,0 0-1 0 0,0 0 1 0 0,0 0-1 0 0,0 0 0 0 0,0 0 1 0 0,0-1-1 0 0,0 1 1 0 0,0 0-1 0 0,0 0 0 0 0,0 0 1 0 0,0 0-1 0 0,0 0 1 0 0,0 0-1 0 0,0-1 0 0 0,0 1 1 0 0,0 0-1 0 0,0 0 0 0 0,0 0 1 0 0,0 0-1 0 0,0 0 1 0 0,0 0-1 0 0,0 0 0 0 0,0-1 1 0 0,0 1-1 0 0,0 0 1 0 0,0 0-1 0 0,0 0 0 0 0,0 0 1 0 0,0 0-1 0 0,0 0 0 0 0,-1 0 1 0 0,1 0-1 0 0,0 0 1 0 0,0-1-1 0 0,0 1 0 0 0,0 0 1 0 0,0 0-1 0 0,0 0 1 0 0,0 0-1 0 0,0 0 0 0 0,-1 0 1 0 0,1 0-1 0 0,0 0 1 0 0,0 0-1 0 0,0 0 0 0 0,0 0 1 0 0,0 0-1 0 0,-16-7-6812 0 0,7 4 6756 0 0,8 3 974 0 0,-7-3-5064 0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0T03:20:34.4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269 155 9229 0 0,'0'0'646'0'0,"-4"7"-273"0"0,-14 33 599 0 0,2 0 0 0 0,2 1 0 0 0,2 1 0 0 0,-10 64 1 0 0,20-94-658 0 0,0 0 0 0 0,1 0 0 0 0,1 0 0 0 0,0 14 0 0 0,1-22-195 0 0,-1 0 1 0 0,0 1 0 0 0,1-1-1 0 0,0 0 1 0 0,0 0-1 0 0,0 0 1 0 0,1 0-1 0 0,-1 0 1 0 0,1 0-1 0 0,0-1 1 0 0,0 1 0 0 0,0 0-1 0 0,0-1 1 0 0,5 5-1 0 0,-5-7-80 0 0,-1 0 1 0 0,1 0-1 0 0,0 0 0 0 0,-1 0 0 0 0,1-1 0 0 0,0 1 0 0 0,0 0 0 0 0,-1-1 0 0 0,1 0 0 0 0,0 1 0 0 0,0-1 0 0 0,0 0 1 0 0,0 0-1 0 0,0 0 0 0 0,-1 0 0 0 0,1-1 0 0 0,0 1 0 0 0,0 0 0 0 0,0-1 0 0 0,0 1 0 0 0,-1-1 0 0 0,4-1 0 0 0,37-20 321 0 0,-30 12-308 0 0,1 0 1 0 0,-2-1-1 0 0,1 0 0 0 0,-2-1 0 0 0,1 0 1 0 0,-2-1-1 0 0,0 0 0 0 0,0-1 1 0 0,-1 0-1 0 0,-1 0 0 0 0,0 0 0 0 0,-1-1 1 0 0,4-16-1 0 0,1-7 22 0 0,-2-1 0 0 0,-1 1 1 0 0,-2-1-1 0 0,0-46 0 0 0,-5 74-38 0 0,-1-1 0 0 0,-1 1-1 0 0,0-1 1 0 0,-4-18 0 0 0,5 28-32 0 0,0 0 0 0 0,-1 0 1 0 0,1 0-1 0 0,0 1 1 0 0,-1-1-1 0 0,0 0 0 0 0,1 1 1 0 0,-1-1-1 0 0,0 0 1 0 0,0 1-1 0 0,0-1 1 0 0,0 1-1 0 0,0-1 0 0 0,0 1 1 0 0,0 0-1 0 0,-1-1 1 0 0,1 1-1 0 0,0 0 1 0 0,-1 0-1 0 0,1 0 0 0 0,-1 0 1 0 0,1 0-1 0 0,-1 0 1 0 0,0 0-1 0 0,1 0 0 0 0,-1 1 1 0 0,0-1-1 0 0,1 1 1 0 0,-1-1-1 0 0,0 1 1 0 0,0 0-1 0 0,0 0 0 0 0,1 0 1 0 0,-1 0-1 0 0,0 0 1 0 0,0 0-1 0 0,0 0 0 0 0,-2 1 1 0 0,-15 5 76 0 0,1 1 1 0 0,0 0-1 0 0,0 2 1 0 0,1 0-1 0 0,0 1 1 0 0,1 0-1 0 0,0 2 0 0 0,0 0 1 0 0,2 1-1 0 0,-17 17 1 0 0,4-1 152 0 0,2 1-1 0 0,1 1 1 0 0,1 1 0 0 0,-20 38 0 0 0,33-51-82 0 0,1 0 0 0 0,0 1 1 0 0,2 0-1 0 0,0 0 0 0 0,2 0 0 0 0,0 1 0 0 0,1 0 1 0 0,1 0-1 0 0,1 0 0 0 0,1 24 0 0 0,1-37-97 0 0,0 0 0 0 0,1 0 0 0 0,0 0 1 0 0,0 0-1 0 0,1 0 0 0 0,0-1 0 0 0,0 1 0 0 0,1 0 0 0 0,0-1 0 0 0,0 0 0 0 0,1 1 0 0 0,0-1 0 0 0,0-1 0 0 0,1 1 0 0 0,0-1 0 0 0,0 1 0 0 0,1-1 0 0 0,-1-1 0 0 0,1 1 0 0 0,0-1 0 0 0,1 0 0 0 0,-1-1 0 0 0,1 1 0 0 0,0-1 0 0 0,0 0 0 0 0,0-1 0 0 0,1 0 0 0 0,-1 0 0 0 0,12 2 0 0 0,-7-2-32 0 0,-1-1-1 0 0,0 0 1 0 0,0-1 0 0 0,1 0-1 0 0,-1-1 1 0 0,1 0 0 0 0,-1-1-1 0 0,1 0 1 0 0,-1-1 0 0 0,0 0-1 0 0,0-1 1 0 0,0 0 0 0 0,0-1-1 0 0,0 0 1 0 0,-1-1 0 0 0,1 0-1 0 0,-1 0 1 0 0,-1-1 0 0 0,1-1-1 0 0,-1 0 1 0 0,0 0 0 0 0,14-15-1 0 0,-12 10-42 0 0,0-1 0 0 0,-1 0 0 0 0,-1 0 0 0 0,0-1 0 0 0,-1 0 0 0 0,0-1 0 0 0,-1 1 0 0 0,-1-2-1 0 0,0 1 1 0 0,-1-1 0 0 0,-1 0 0 0 0,-1 0 0 0 0,0 0 0 0 0,-1 0 0 0 0,1-23 0 0 0,-3 18-5 0 0,-1 0 1 0 0,-1-1 0 0 0,0 1-1 0 0,-2 1 1 0 0,-11-41 0 0 0,13 56 15 0 0,1 0 1 0 0,-1 1 0 0 0,0-1 0 0 0,-1 0 0 0 0,1 1-1 0 0,-1 0 1 0 0,1-1 0 0 0,-1 1 0 0 0,-1 0 0 0 0,1 0-1 0 0,0 1 1 0 0,-1-1 0 0 0,0 1 0 0 0,0 0 0 0 0,0 0-1 0 0,0 0 1 0 0,-1 0 0 0 0,1 1 0 0 0,-1-1 0 0 0,1 1-1 0 0,-1 0 1 0 0,0 1 0 0 0,0-1 0 0 0,0 1 0 0 0,0 0-1 0 0,0 0 1 0 0,0 1 0 0 0,0-1 0 0 0,0 1 0 0 0,-7 1-1 0 0,-3 1 16 0 0,0 0 0 0 0,0 1 0 0 0,1 1 0 0 0,-1 0 0 0 0,1 1 0 0 0,-1 0 0 0 0,1 2-1 0 0,1-1 1 0 0,0 2 0 0 0,0 0 0 0 0,0 0 0 0 0,-18 17 0 0 0,16-12 40 0 0,1 2-1 0 0,1-1 1 0 0,0 2 0 0 0,0 0 0 0 0,2 0 0 0 0,0 1-1 0 0,1 1 1 0 0,1 0 0 0 0,-8 22 0 0 0,10-22 13 0 0,1 1 0 0 0,1 0-1 0 0,1 0 1 0 0,0 0 0 0 0,2 0 0 0 0,0 0 0 0 0,1 1 0 0 0,1-1 0 0 0,4 30 0 0 0,-2-35-26 0 0,1 1 1 0 0,0-1-1 0 0,1 0 0 0 0,1 0 1 0 0,0 0-1 0 0,1 0 1 0 0,1-1-1 0 0,0 0 0 0 0,1 0 1 0 0,0-1-1 0 0,0 0 0 0 0,2-1 1 0 0,11 12-1 0 0,-12-14-36 0 0,0-1 0 0 0,1 0 0 0 0,0-1 0 0 0,0 0-1 0 0,0-1 1 0 0,1 0 0 0 0,0-1 0 0 0,1 0 0 0 0,-1 0-1 0 0,1-1 1 0 0,0-1 0 0 0,-1 0 0 0 0,2-1 0 0 0,-1 0 0 0 0,0-1-1 0 0,0 0 1 0 0,1-1 0 0 0,-1 0 0 0 0,0-1 0 0 0,0 0-1 0 0,0-1 1 0 0,1-1 0 0 0,-2 0 0 0 0,1 0 0 0 0,0-1 0 0 0,-1-1-1 0 0,1 0 1 0 0,-1 0 0 0 0,-1-1 0 0 0,1-1 0 0 0,-1 1-1 0 0,0-2 1 0 0,0 1 0 0 0,-1-2 0 0 0,0 1 0 0 0,-1-1 0 0 0,0 0-1 0 0,12-18 1 0 0,-9 9-20 0 0,0-1 0 0 0,-1 0 0 0 0,-1-1-1 0 0,-1 1 1 0 0,-1-2 0 0 0,0 1-1 0 0,-2-1 1 0 0,0 0 0 0 0,3-37 0 0 0,-6 29 1 0 0,-1-1 0 0 0,-2 1 0 0 0,0-1 0 0 0,-2 1 0 0 0,-1 0 0 0 0,-12-43 0 0 0,14 66 13 0 0,1 1-1 0 0,-1 0 1 0 0,0 0 0 0 0,0 0-1 0 0,-1 0 1 0 0,1 0-1 0 0,-1 0 1 0 0,0 0 0 0 0,-1 1-1 0 0,1-1 1 0 0,-1 1-1 0 0,0 0 1 0 0,0 0-1 0 0,0 1 1 0 0,0-1 0 0 0,-1 1-1 0 0,1 0 1 0 0,-1 0-1 0 0,-7-3 1 0 0,6 4 13 0 0,1 0 0 0 0,-1 1 0 0 0,0 0 0 0 0,0 1 0 0 0,0-1 0 0 0,0 1 0 0 0,0 0 0 0 0,0 0 0 0 0,0 1 0 0 0,1 0 1 0 0,-1 0-1 0 0,0 0 0 0 0,0 1 0 0 0,1-1 0 0 0,-1 2 0 0 0,1-1 0 0 0,-1 0 0 0 0,-7 6 0 0 0,-2 2 56 0 0,-1 0 0 0 0,2 1 0 0 0,-1 1 0 0 0,1 0 1 0 0,1 1-1 0 0,1 1 0 0 0,0 0 0 0 0,0 1 0 0 0,1 0 0 0 0,1 0 0 0 0,1 1 0 0 0,-12 26 1 0 0,15-28 5 0 0,1-1 1 0 0,0 1 0 0 0,1 0 0 0 0,0 1-1 0 0,2-1 1 0 0,-1 0 0 0 0,2 1-1 0 0,0 0 1 0 0,0-1 0 0 0,2 1 0 0 0,-1 0-1 0 0,2-1 1 0 0,0 1 0 0 0,1-1 0 0 0,0 0-1 0 0,9 21 1 0 0,-10-29-46 0 0,1 0 0 0 0,0 0 0 0 0,0 0 0 0 0,1-1 1 0 0,-1 1-1 0 0,1-1 0 0 0,0 0 0 0 0,1 0 0 0 0,-1-1 0 0 0,1 1 0 0 0,0-1 0 0 0,0 0 0 0 0,0 0 0 0 0,1-1 0 0 0,0 0 1 0 0,8 4-1 0 0,-6-4-34 0 0,1 0 1 0 0,-1-1 0 0 0,1 0-1 0 0,0-1 1 0 0,-1 0 0 0 0,1 0-1 0 0,0-1 1 0 0,0 0-1 0 0,0-1 1 0 0,-1 0 0 0 0,10-2-1 0 0,-2 0-45 0 0,0-2-1 0 0,0 0 0 0 0,0 0 0 0 0,-1-2 0 0 0,0 0 1 0 0,0 0-1 0 0,0-2 0 0 0,-1 0 0 0 0,-1 0 0 0 0,0-1 1 0 0,0-1-1 0 0,16-17 0 0 0,-17 12 6 0 0,0 0-1 0 0,-2-1 1 0 0,0 0 0 0 0,0-1-1 0 0,-2 0 1 0 0,0 0 0 0 0,-1-1 0 0 0,-1 0-1 0 0,-1-1 1 0 0,4-21 0 0 0,-5 13 2 0 0,-1-1 1 0 0,-1 0 0 0 0,-2 1-1 0 0,0-1 1 0 0,-2 0 0 0 0,-8-39-1 0 0,9 61 31 0 0,-1 0 0 0 0,0-1 0 0 0,0 1 0 0 0,0 0 0 0 0,-1 0 0 0 0,0 0 0 0 0,-1 1 0 0 0,1-1 0 0 0,-1 1 0 0 0,0 0 0 0 0,-7-8 0 0 0,8 12 8 0 0,1 0 1 0 0,-1-1 0 0 0,0 1-1 0 0,0 1 1 0 0,0-1 0 0 0,0 0 0 0 0,0 1-1 0 0,-1-1 1 0 0,1 1 0 0 0,0 0-1 0 0,-1 0 1 0 0,1 1 0 0 0,-1-1-1 0 0,1 1 1 0 0,0-1 0 0 0,-1 1-1 0 0,1 0 1 0 0,-1 0 0 0 0,1 1-1 0 0,-1-1 1 0 0,1 1 0 0 0,-1 0 0 0 0,1-1-1 0 0,0 2 1 0 0,-7 2 0 0 0,-4 2-3 0 0,0 0-1 0 0,1 2 1 0 0,0 0 0 0 0,0 0 0 0 0,0 1 0 0 0,1 0 0 0 0,1 1 0 0 0,0 1 0 0 0,-12 14 0 0 0,17-19 11 0 0,1 1 1 0 0,0 0-1 0 0,0 0 0 0 0,0 0 1 0 0,1 0-1 0 0,0 1 0 0 0,0 0 1 0 0,1 0-1 0 0,0 0 0 0 0,1 0 1 0 0,0 0-1 0 0,0 1 0 0 0,0-1 1 0 0,1 1-1 0 0,1-1 0 0 0,-1 1 1 0 0,1 0-1 0 0,2 9 0 0 0,-2-16 2 0 0,0 0 0 0 0,1 1 0 0 0,0-1-1 0 0,-1 0 1 0 0,1 1 0 0 0,0-1 0 0 0,0 0-1 0 0,0 0 1 0 0,1 0 0 0 0,-1 0 0 0 0,0 0 0 0 0,1 0-1 0 0,-1 0 1 0 0,1 0 0 0 0,0 0 0 0 0,0-1-1 0 0,-1 1 1 0 0,1-1 0 0 0,0 1 0 0 0,0-1 0 0 0,1 0-1 0 0,2 1 1 0 0,-1 0-6 0 0,1-1 0 0 0,-1 0 0 0 0,1 0 1 0 0,-1-1-1 0 0,1 1 0 0 0,0-1 0 0 0,-1 0 0 0 0,1 0 0 0 0,0-1 0 0 0,-1 1 0 0 0,7-3 0 0 0,-3 1-27 0 0,0 0 0 0 0,1-1-1 0 0,-1 0 1 0 0,-1 0 0 0 0,1-1 0 0 0,0 0-1 0 0,-1 0 1 0 0,0-1 0 0 0,0 1-1 0 0,0-2 1 0 0,0 1 0 0 0,9-12 0 0 0,-10 7-62 0 0,-1 0 0 0 0,0 0 1 0 0,-1-1-1 0 0,0 0 1 0 0,-1 0-1 0 0,0 0 1 0 0,-1 0-1 0 0,0 0 1 0 0,-1-1-1 0 0,0 1 1 0 0,0 0-1 0 0,-2-1 1 0 0,-1-14-1 0 0,1 19-158 0 0,0 0 0 0 0,0 0-1 0 0,-1 0 1 0 0,0 0 0 0 0,0 1-1 0 0,-1-1 1 0 0,0 1 0 0 0,0 0 0 0 0,0 0-1 0 0,-7-8 1 0 0,8 11-142 0 0,-1 0 1 0 0,0 0-1 0 0,0 0 0 0 0,-1 0 0 0 0,1 0 1 0 0,-1 1-1 0 0,1-1 0 0 0,-1 1 0 0 0,0 0 1 0 0,0 0-1 0 0,0 1 0 0 0,0-1 0 0 0,0 1 1 0 0,0 0-1 0 0,0 0 0 0 0,0 0 1 0 0,-8 0-1 0 0,-53 9-8686 0 0,41-2 3769 0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0T03:16:31.6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53 0 13029 0 0,'0'0'-154'0'0,"-3"3"209"0"0,-40 22 3254 0 0,41-24-2303 0 0,-3 9 6085 0 0,45-6-6489 0 0,0-3 0 0 0,0-1 1 0 0,59-7-1 0 0,-31 2-129 0 0,31-3 180 0 0,128-4 863 0 0,-201 11-1544 0 0,-20 1-205 0 0,0-1 1 0 0,0 1-1 0 0,-1 0 0 0 0,1 1 1 0 0,0-1-1 0 0,0 1 0 0 0,-1 1 1 0 0,7 1-1 0 0,-10-2-860 0 0,-2 1-125 0 0,-1 0-1 0 0,0 0 0 0 0,0 1 0 0 0,0-1 0 0 0,0 0 0 0 0,0 0 1 0 0,-1 0-1 0 0,1 0 0 0 0,-1-1 0 0 0,1 1 0 0 0,-1 0 0 0 0,1-1 1 0 0,-4 3-1 0 0,-3 1-6034 0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0T03:16:31.9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43 14669 0 0,'-1'-4'324'0'0,"-1"0"0"0"0,1 1-1 0 0,-1-1 1 0 0,-1 1 0 0 0,1-1 0 0 0,0 1-1 0 0,-6-6 1 0 0,7 8 670 0 0,-2-6 176 0 0,-1 8 3831 0 0,5 37-4020 0 0,1 0 1 0 0,3 0 0 0 0,0-1 0 0 0,16 53 0 0 0,3 21 171 0 0,107 616 1128 0 0,-129-715-2294 0 0,-2-8-8 0 0,1 1 0 0 0,0-1-1 0 0,0 1 1 0 0,0-1 0 0 0,0 1-1 0 0,1-1 1 0 0,0 0 0 0 0,3 7-1 0 0,-5-10-1168 0 0,-2-13-11111 0 0,-3 1 10972 0 0,2 5 48 0 0,-3-1-4600 0 0,-10-1-2843 0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0T03:20:35.2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59 10893 0 0,'-3'-54'3366'0'0,"1"50"-284"0"0,1 31-2418 0 0,55 799 6865 0 0,-41-666-4758 0 0,-7-112-2167 0 0,-5-47-1132 0 0,1-17-12179 0 0,1-1 11145 0 0,1 0-3691 0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0T03:20:36.3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649 266 12129 0 0,'29'-38'2884'0'0,"-29"36"-1339"0"0,-1-2-1363 0 0,1 0 0 0 0,-1 0 0 0 0,-1-1-1 0 0,1 1 1 0 0,-1 0 0 0 0,1 1 0 0 0,-1-1 0 0 0,0 0-1 0 0,-1 0 1 0 0,1 1 0 0 0,-1-1 0 0 0,1 1 0 0 0,-1 0-1 0 0,-6-5 1 0 0,-57-48 589 0 0,41 37-377 0 0,9 5-162 0 0,-2 1-1 0 0,1 0 1 0 0,-39-20 0 0 0,50 30-200 0 0,0 1 0 0 0,0-1 0 0 0,-1 1 1 0 0,1 1-1 0 0,0-1 0 0 0,-1 1 0 0 0,1 0 1 0 0,-1 0-1 0 0,1 1 0 0 0,-1 0 1 0 0,1 0-1 0 0,-1 1 0 0 0,1-1 0 0 0,-1 1 1 0 0,1 1-1 0 0,0-1 0 0 0,-9 4 0 0 0,4 1 24 0 0,0 0-1 0 0,1 0 0 0 0,-1 1 0 0 0,1 0 0 0 0,1 1 1 0 0,-1 0-1 0 0,1 1 0 0 0,1 0 0 0 0,-1 0 1 0 0,2 1-1 0 0,-12 18 0 0 0,6-8 73 0 0,2 1 0 0 0,0 1 0 0 0,1 0 1 0 0,2 0-1 0 0,-7 24 0 0 0,12-32-43 0 0,0 1 1 0 0,0-1 0 0 0,2 0-1 0 0,0 1 1 0 0,0-1 0 0 0,2 0-1 0 0,-1 1 1 0 0,2-1 0 0 0,0 0-1 0 0,7 23 1 0 0,-8-30-48 0 0,1-1 0 0 0,1 0 0 0 0,-1 0 1 0 0,1 0-1 0 0,0 0 0 0 0,1-1 0 0 0,-1 1 0 0 0,1-1 0 0 0,0 0 0 0 0,0 0 0 0 0,1 0 0 0 0,0 0 0 0 0,0-1 1 0 0,0 0-1 0 0,0 0 0 0 0,0 0 0 0 0,1-1 0 0 0,0 0 0 0 0,-1 0 0 0 0,1 0 0 0 0,1-1 0 0 0,-1 0 0 0 0,0 0 1 0 0,12 2-1 0 0,-12-4-14 0 0,0 0 0 0 0,0 0 0 0 0,0-1 0 0 0,-1 0 0 0 0,1 0 0 0 0,0 0 0 0 0,0-1 1 0 0,-1 0-1 0 0,1 0 0 0 0,8-5 0 0 0,49-29 140 0 0,-62 35-159 0 0,37-24 565 0 0,49-42-1 0 0,-68 55 754 0 0,-17 27-504 0 0,-3-3-945 0 0,-7 133 1337 0 0,0-54-637 0 0,0 104 481 0 0,22 279-1 0 0,-7-428-1054 0 0,-7-30 0 0 0,-4 0 0 0 0,4-15 0 0 0,0 1 0 0 0,-1-1 0 0 0,0 0 0 0 0,1 1 0 0 0,-1-1 0 0 0,0 0 0 0 0,1 1 0 0 0,-1-1 0 0 0,0 0 0 0 0,0 0 0 0 0,0 0 0 0 0,0 0 0 0 0,0 0 0 0 0,-1 0 0 0 0,1 0 0 0 0,0 0 0 0 0,0 0 0 0 0,-1 0 0 0 0,1-1 0 0 0,0 1 0 0 0,-1-1 0 0 0,1 1 0 0 0,-1-1 0 0 0,1 1 0 0 0,-1-1 0 0 0,-1 0 0 0 0,-2 2 0 0 0,-332 92 0 0 0,280-80 0 0 0,-12 1 0 0 0,55-12 0 0 0,-1 0-379 0 0,12-3-1808 0 0,3-16-4066 0 0,0 13 3097 0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0T03:20:37.7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499 93 19178 0 0,'0'0'-1172'0'0,"3"-1"195"0"0,35-1-340 0 0,-35 2 4021 0 0,-4-17-1081 0 0,-2 12-1511 0 0,-1 0 1 0 0,1 1-1 0 0,-1-1 1 0 0,0 1 0 0 0,0 0-1 0 0,0 0 1 0 0,-1 0-1 0 0,1 1 1 0 0,-1 0 0 0 0,0 0-1 0 0,0 0 1 0 0,0 0-1 0 0,0 1 1 0 0,-6-2 0 0 0,0 0-26 0 0,0 1 0 0 0,-1 0 1 0 0,1 1-1 0 0,-1 0 1 0 0,1 1-1 0 0,-13 0 0 0 0,16 1-43 0 0,0 1-1 0 0,0 0 1 0 0,0 1-1 0 0,0 0 1 0 0,1 0-1 0 0,-1 1 1 0 0,1 0-1 0 0,0 0 1 0 0,0 1-1 0 0,0 0 1 0 0,0 0-1 0 0,0 0 1 0 0,1 1-1 0 0,0 0 1 0 0,0 0-1 0 0,-7 9 1 0 0,-2 2 122 0 0,1 1 0 0 0,1 0 1 0 0,1 1-1 0 0,-16 32 0 0 0,18-32 11 0 0,1 1 0 0 0,2 1-1 0 0,-1-1 1 0 0,2 1 0 0 0,1 0-1 0 0,1 1 1 0 0,0-1 0 0 0,1 1-1 0 0,1 29 1 0 0,2-41-93 0 0,1 0 0 0 0,0 0 0 0 0,0 1 0 0 0,1-2 0 0 0,0 1 1 0 0,0 0-1 0 0,1 0 0 0 0,1-1 0 0 0,-1 1 0 0 0,1-1 0 0 0,1 0 0 0 0,-1 0 0 0 0,2 0 0 0 0,-1-1 0 0 0,1 0 0 0 0,0 0 1 0 0,0 0-1 0 0,1-1 0 0 0,-1 0 0 0 0,2 0 0 0 0,-1-1 0 0 0,1 0 0 0 0,14 8 0 0 0,-12-8-12 0 0,0-1-1 0 0,1 0 1 0 0,-1-1 0 0 0,1 0-1 0 0,0 0 1 0 0,0-1 0 0 0,0-1-1 0 0,0 0 1 0 0,0 0 0 0 0,0-1-1 0 0,19-2 1 0 0,-22 1-38 0 0,1-1 1 0 0,-1 0-1 0 0,0 0 1 0 0,0 0-1 0 0,-1-1 0 0 0,1-1 1 0 0,0 1-1 0 0,-1-1 1 0 0,0 0-1 0 0,0-1 0 0 0,0 0 1 0 0,0 0-1 0 0,-1 0 1 0 0,0-1-1 0 0,11-12 0 0 0,-2-4 64 0 0,-1-1 0 0 0,0-1 0 0 0,-2 0 0 0 0,-1-1 0 0 0,0 0 0 0 0,6-28 0 0 0,2 1 1241 0 0,-18 50-1047 0 0,-1 11-182 0 0,-14 205 785 0 0,-13 362-555 0 0,27-217-340 0 0,0-343 0 0 0,2-1 0 0 0,-1-1 0 0 0,-1 3 0 0 0,0-2 0 0 0,0-1 0 0 0,0-2 0 0 0,0 2 0 0 0,-1 1 0 0 0,-1 1 0 0 0,-2-3 0 0 0,1 2 0 0 0,-3-5 0 0 0,0 2 0 0 0,1 1 0 0 0,-5-4 0 0 0,7-7 0 0 0,0 0 0 0 0,0 0 0 0 0,-1-1 0 0 0,1 0 0 0 0,0 1 0 0 0,-1-1 0 0 0,1 0 0 0 0,-1-1 0 0 0,1 1 0 0 0,-1 0 0 0 0,0-1 0 0 0,1 0 0 0 0,-1 0 0 0 0,-5-1 0 0 0,-6 1 0 0 0,-39 3 0 0 0,-219 5 0 0 0,243-8 0 0 0,7 0 0 0 0,5 0 0 0 0,-3 2 0 0 0,-1-2 0 0 0,10 1-1708 0 0,-5 0 5269 0 0,15 0-5094 0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9-20T03:21:03.64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8795 1093 992 0,'-4'-10'363'0,"4"10"-85"0,-5-5-33 0,5 5-20 0,0 0-9 0,0 0-7 0,-4-8-5 16,4 8-5-16,0 0 13 0,0 0 6 15,-3-9 1-15,3 9-1 0,0 0-6 16,0 0-9-16,0 0-11 0,-2-7-8 0,2 7-15 16,0 0-12-16,0 0-12 0,0 0-10 15,0 0-5-15,0 0-16 0,0 0-7 0,0 0-16 16,0 0-10-16,0 0-8 15,0 0 1-15,0 0 2 0,0 0 2 0,-6 24-5 16,5-9 2-16,-3 9 0 0,0-3 3 0,1 4-4 16,-2-2 4-16,-1 10 2 15,3-5-5-15,-1-6-1 0,0 0-4 0,2-3-4 16,2-2-3-16,-1-2-15 0,1-1 1 16,-2-2-6-16,0-4-4 0,2 4-4 0,0-7 8 15,0 4-17-15,0-9 10 0,-2 12 1 16,2-12 3-16,-3 7-1 0,3-7-3 15,-2 9-2-15,2-9-1 0,0 0-12 0,0 0-2 16,0 0-11-16,0 0-28 16,0 0-57-16,0 0-54 0,0 0-72 0,0 0-80 15,-11 0-100-15,11 0-128 0,0 0-181 16,0 0-114-16,0 0 84 0,0 0-522 16,0 0-706-16</inkml:trace>
  <inkml:trace contextRef="#ctx0" brushRef="#br0" timeOffset="848.62">11174 1095 3370 0,'-9'-3'-51'0,"9"3"45"0,-10-9 46 0,6 6 39 0,4 3 25 0,-3-9 28 0,3 9 16 0,0-10 10 16,0 10-11-16,5-14-8 0,0 6-13 15,0 1-11-15,5 0-12 0,-3 2-12 0,3 1-9 16,1 1-5-16,-11 3-10 0,21 0-8 16,-10 3-6-16,2 4-6 0,1 0-3 0,-5 5-2 15,0 2-2-15,-4 3 0 16,-3 0 14-16,-2 4 16 0,-2 2 23 16,-3 0 28-16,-4 9 31 0,-3 0 29 0,-2-5 14 15,-3-1 8-15,5-6 7 0,3-2-1 16,1-5 2-16,-1-1-7 0,5-2-6 0,-2-1 9 15,2-2-13-15,1 0-13 0,-1-1-10 16,4-6-80-16,0 8-91 0,0-8 0 0,13 9 0 16,1-5 0-16,2-2 0 0,6 0 0 15,3-1 0-15,-7-1 0 0,11 3 0 16,-8-3 0-16,0 2 0 0,-1 0 0 0,-2 0 0 16,-2 0 0-16,-3-2 0 0,0 1 0 15,-13-1 0-15,15 0 0 0,-15 0 0 0,13 3 0 16,-13-3 0-16,0 0 0 0,16 2 0 15,-16-2 0-15,7 0 0 0,-7 0 0 16,0 0-432-16,0 0-193 0,11-6-185 16,-11 6-112-16,5-6 104 0,-5 6-741 15,9-6-1002-15</inkml:trace>
  <inkml:trace contextRef="#ctx0" brushRef="#br0" timeOffset="1864.89">15008 1146 1919 0,'-7'-6'330'15,"7"6"-53"-15,0 0-19 0,-7-6-24 0,7 6-26 0,-4-8-31 0,4 8-29 0,0 0-32 0,0 0-13 16,5-13 2-16,-5 13-13 0,11-6 4 0,0 4-2 15,0 2-10-15,3-4-7 0,-1 0-4 16,-13 4-15-16,26 2-3 0,-13-2-3 0,1 3-7 16,-1 0-3-16,1-1-5 0,-1 6 3 15,-6-4-3-15,3 7 8 0,-2-3 20 16,-5 2 28-16,-3 1 18 0,0 1 20 0,-3 1 13 16,-5 1 15-16,0 0 12 0,1 0 8 15,-3-2-5-15,3 0-7 0,1-2-9 16,0-1-12-16,0-1-10 0,5-1-15 15,-1 0-11-15,2-7-13 0,-4 12-4 0,4-12-12 16,4 12-2-16,-1-5-8 0,1-1-7 16,4 3-6-16,-2 0-9 0,1 1 1 15,-1-2-6-15,1 4-4 0,1 0-6 0,-4-1-4 16,4-1 4-16,-6 0 13 0,-1 2 19 16,1 1 28-16,-4-3 14 0,-1 1 8 0,-5 1-47 15,-4 0-69-15,-1 1 0 0,-2-1 0 16,-2-3 0-16,-2 1 0 15,-3 0 0-15,-2-5 0 0,7 0 0 0,-1-2 0 0,5-3 0 16,0 0 0-16,13 0 0 0,-23-6 0 16,13-1 0-16,3-1-353 0,-1 2-325 15,-7-34-330-15,13 26 126 16,4 3 92-16,1 4-734 0,-2-2-968 16</inkml:trace>
  <inkml:trace contextRef="#ctx0" brushRef="#br0" timeOffset="2780.67">18193 1085 3863 0,'0'0'-137'0,"3"-7"74"0,-3 7 50 0,0 0 13 0,0 0 30 0,3-7 11 0,-3 7 11 15,0 0 3-15,0 0 31 0,0 0 46 16,0 0 2-16,2 28-11 0,-4-14-11 16,2 1 0-16,2 3-11 0,0-1-7 0,0 0-6 15,2-3-5-15,-1 4-4 0,1-3-5 16,1 1-5-16,-1-3-3 0,4 0-1 15,-4-5-3-15,4 0-3 0,-3 0-3 0,5-5-8 16,1 0-6-16,-11-3-3 0,22-1-1 16,-11-3-6-16,3-3-1 0,2-3-2 15,-1-3-3-15,1 1-4 0,-2 1 7 0,-2 3 3 16,1-2-3-16,-4 5-2 0,-4-1-4 16,3 3-4-16,-8 3-3 0,0 0 13 0,0 0 26 15,13 10 1-15,-13-2 4 16,0 6-2-16,1-3 10 0,-2 4 20 0,1 1-6 15,0-3-13-15,0 4 1 0,0-2-1 16,0-1-14-16,0 0 3 0,1 0-11 16,-1-4-5-16,0 0 2 0,0-1-4 0,3-3-2 15,-3-6-4-15,2 14-2 0,-2-9-14 16,0-5-11-16,0 10-56 0,0-10-80 0,0 0-103 16,4 6-131-16,-4-6-156 15,0 0-220-15,0 0-50 0,0 0 92 0,0 0-496 16,0 0-657-16</inkml:trace>
  <inkml:trace contextRef="#ctx0" brushRef="#br0" timeOffset="3647.13">21558 706 3132 0,'0'0'-56'0,"6"-7"47"0,-6 7 25 0,5-6 12 0,-5 6 14 0,0 0 8 16,3-9 26-16,-3 9 25 0,6-8 6 0,-6 8 13 16,2-7 6-16,-2 7 8 0,1-7-3 15,-1 7 3-15,0 0 2 0,0 0-10 16,-1-10-14-16,1 10-15 0,0 0-8 0,-20-4-10 16,20 4-6-16,-30 10-9 0,-1 2-4 15,1 3-9-15,-3 5-3 0,-3 3-5 0,4-2-2 16,5 0-2-16,2-1-4 0,7 1 1 15,0 3-8-15,13-8 3 0,-1 2-3 16,10-5 4-16,1 5-5 0,8-5-1 0,10 7 2 16,2-3-7-16,2 0-1 15,4-3 0-15,-3-1-2 0,-5-2-2 0,-4-1-6 16,-1 0 3-16,-4-3-1 0,0 0-2 16,-3 0 2-16,0-1 5 0,-2 0 11 15,-4-1 30-15,1 2 30 0,-4-1 32 0,-2-6 36 16,-8 12 5-16,1-3 4 0,-5-1-7 15,-7 2-5-15,-9 1-6 0,-1 1-8 0,0 1-8 16,4-5-13-16,2 0-14 0,7-4-11 16,-6 2-9-16,7 1-12 0,2-3-5 15,0 0-10-15,1-2-31 0,1 0-44 0,11-2-63 16,-20 4-61-16,20-4-72 0,-14 2-95 16,14-2-99-16,0 0-122 0,-12-4-156 0,12 4-128 15,0 0 85-15,0 0-572 16,0 0-758-16</inkml:trace>
  <inkml:trace contextRef="#ctx0" brushRef="#br0" timeOffset="4481.47">25111 685 3344 0,'-2'-11'-131'15,"2"11"53"-15,-4-7 39 0,4 7 28 0,0 0 25 0,-7-5 22 0,7 5 39 0,-20 10 36 16,4 3 45-16,-13 10 37 0,-8 10 19 16,-5 3 19-16,1 3 15 0,-2-4 13 15,0 6 1-15,0 0 4 0,6-2-10 0,2 1-16 16,9 0-21-16,2-2-16 15,12-6-17-15,2-1-7 0,9-4-15 0,1-5-14 16,3-1-15-16,6-3-9 0,9 3-8 16,-1-7-17-16,2-3-4 0,-1-4-14 0,6-2-5 15,-3-1-3-15,-2-4-9 0,2 0-9 16,0-4-6-16,-2-2 1 0,0 0-4 16,-4 0 4-16,-2-6 2 0,-2 1-11 0,1 0-2 15,-4-1-1-15,-3 3-9 0,-1-1-2 16,-1 3-2-16,-3 7-11 0,-3-13-4 0,3 13-15 15,-15-7-23-15,6 6-35 0,9 1-51 16,-23 1-54-16,7-1-58 0,3 5-82 0,2-5-91 16,-1 4-112-16,3-2-164 15,2 0-167-15,7-2 86 0,0 0-609 16,0 0-820-16</inkml:trace>
  <inkml:trace contextRef="#ctx0" brushRef="#br0" timeOffset="5181.81">26670 722 3622 0,'-5'-12'-90'0,"5"12"62"0,-3-4 36 0,3 4 37 0,0 0 45 0,-4-8 35 0,4 8 18 0,0 0 5 16,0 0 1-16,7-13-19 15,2 6-11-15,6 3-10 0,6-3-13 0,7-2-8 16,7-1-7-16,-9 4-7 0,-2 4-8 16,-6-3-7-16,-2 1-8 0,-2 0-2 15,-2 3 7-15,-12 1 6 0,19 3 33 0,-12 3 45 16,0 5 24-16,-4 3 9 0,-3 3-1 15,0 2 4-15,0 0 0 0,-3 7-9 16,-4 6-8-16,4 2-7 0,-1 1 14 0,0-6-15 16,2 6-17-16,1-8-9 0,-1-4-15 15,0-2-10-15,2 0-9 0,-2-4-11 0,2 2-5 16,2-4-8-16,-4 0-11 0,2 1-28 16,0-8-47-16,0 1-64 0,0-1-92 15,2 0-87-15,-2-8-112 0,0 11-108 16,0-11-131-16,5 4-251 0,-5-4 62 15,0 0 101-15,0 0-535 0,27-7-698 0</inkml:trace>
  <inkml:trace contextRef="#ctx0" brushRef="#br0" timeOffset="5381.31">26862 1090 3840 0,'-16'0'294'15,"16"0"49"-15,-16 0 30 16,16 0 38-16,0 0 24 0,-12-2 6 0,12 2-23 15,0 0-29-15,0 0-35 0,0 0-34 0,25-12-36 16,-2 7-31-16,2 0-217 16,11-3-36-16,-6 2 0 0,-5 3 0 0,0 0 0 15,-4-1 0-15,-6 3-301 0,2-1-193 16,-3 0-139-16,-3 2-184 0,-11 0-61 0,14 0 78 16,-14 0-652-16,0 0-900 0</inkml:trace>
  <inkml:trace contextRef="#ctx0" brushRef="#br0" timeOffset="7962.83">1747 4466 2763 0,'0'0'123'0,"-4"-12"21"0,4 7-27 0,0 5-36 0,-4-8-26 0,4 8-13 0,-4-4-20 0,4 4-2 15,0 0 38-15,0 0 14 0,0 24 20 16,0-2 28-16,-1 15 15 0,2 6 16 16,-1 5 7-16,2 9 14 0,0 4 15 15,2-3-18-15,0-4-14 0,2 1-14 16,-2-11-12-16,1-3-14 0,-1-5-12 0,1-4-8 16,-1-6-7-16,1-6-9 0,-2-4-10 15,-1-3-5-15,0-1-3 0,0-3-2 0,-2 1-11 16,2-2-3-16,0-1-27 0,-2-7-46 15,2 8-63-15,-2-8-101 0,0 0-94 16,0 0-95-16,0 0-133 0,7-24-189 0,-2 8 48 16,-2-4-399-16,3-3-528 15</inkml:trace>
  <inkml:trace contextRef="#ctx0" brushRef="#br0" timeOffset="8213.2">1735 4458 3059 0,'-5'-5'92'0,"5"5"23"0,-9-5 18 15,9 5 22-15,0 0 4 0,0 0 6 0,-7-6-14 16,7 6-9-16,0 0-13 0,0 0-16 16,23-17-9-16,-7 10-9 0,4-1-12 0,9-4-9 15,1 2-6-15,-7 1-19 16,-3 1-19-16,-2 2-33 0,-2 3-41 15,-5-2-29-15,1 2-41 0,-3 1-33 0,-3 0-47 16,-6 2-54-16,0 0-85 0,0 0-109 16,9 10-159-16,-13-3 54 0,-1 3-191 0,-4 2-230 15</inkml:trace>
  <inkml:trace contextRef="#ctx0" brushRef="#br0" timeOffset="8996.2">2086 4693 2191 0,'0'0'104'0,"0"0"40"0,-23-14 26 0,20 9 38 0,3 5 20 0,-8-14 20 0,6 8 4 0,0-2-2 0,2 8-7 16,-2-16-12-16,2 7-21 0,0 1-20 16,0 8-16-16,4-14-24 0,0 8-11 0,2 1-12 15,3 1-13-15,-9 4-11 0,17-2-9 16,-17 2-15-16,29 6-4 0,-14 2-4 16,4 1-12-16,4 7-1 0,1 3-3 0,-2 0-6 15,-5-3-8-15,-4 0-2 16,0 1-3-16,-3-3-4 0,-1 1-4 0,-1 1 0 15,-2-3-1-15,0-2 0 0,-1 1 9 16,-1-4 5-16,0 0 13 0,-2-2 25 0,-1 1 17 16,-1-7 30-16,4 8 25 0,-4-8 11 15,0 0-27-15,0 0-17 0,0 0-16 16,9-21-12-16,-8 3-12 0,5-3-11 0,-1-2-4 16,1 7-13-16,-1-1-1 15,0 3-10-15,1 2-7 0,-1 2-9 0,3 2-2 0,-3 2-1 16,5 3 0-16,-10 3-8 0,15-2-2 15,-15 2-1-15,25 12 2 0,-14-2-2 16,3 2 2-16,-1 2 4 0,-1 0-7 0,-1 3-2 16,0 0-3-16,1-2 4 15,-3 2 2-15,3 1-3 0,-1-1 0 0,-5-1 5 16,3-5-3-16,0 1 5 0,-4-2-3 16,1-3 3-16,-3 1 11 0,1-2 1 0,0 0 0 15,-4-6-11-15,6 10-14 0,-2-5 0 16,-4-5 0-16,5 7 0 0,-5-7 0 15,4 5 0-15,-4-5 0 0,4 4 0 0,-4-4 0 16,0 0-123-16,2 6-67 0,-2-6-62 16,0 0-58-16,0 0-72 0,0 0-90 0,0 0-118 15,0 0-207-15,0 0 25 16,0 0 83-16,0 0-540 0,0 0-692 0</inkml:trace>
  <inkml:trace contextRef="#ctx0" brushRef="#br0" timeOffset="9495.95">2705 4446 3173 0,'-1'-15'-21'0,"-3"2"46"0,0 3 36 0,2 2 37 0,-1 1 25 0,1 0 24 16,-3 0 13-16,5 7 5 16,-4-12-13-16,4 12-17 0,-3-7-21 0,3 7-16 15,0 0-10-15,0 0-11 0,0 0-6 16,14 35-3-16,-3-1-3 0,3 15 31 0,0 5 1 16,1-2-10-16,-1 4-4 0,-1-1 8 15,-3 1-3-15,1-2-3 0,0-4-9 16,-2-11-19-16,-4 0 5 0,1 1 5 0,-3-6-1 15,1-7-5-15,0-5-7 0,-2-3-5 16,0-3-4-16,-2-3-5 0,0-1-8 0,2 0-44 16,0 1-53-16,-2-7-68 15,0-6-102-15,0 0-105 0,0 0-115 0,0 0-160 16,0 0-62-16,6-31 67 0,-5 14-374 16,3-4-461-16</inkml:trace>
  <inkml:trace contextRef="#ctx0" brushRef="#br0" timeOffset="9796.08">2902 4825 2647 0,'0'-9'49'0,"0"0"37"16,2-1 35-16,2 0 28 0,-1 1 8 15,1-1 27-15,2 2-6 0,-1-1 5 16,5 4 2-16,1 0 3 0,3 3 12 0,-14 2-11 16,24 3-15-16,-10 4-15 0,-1 0-25 15,3 5-3-15,-3 2 7 0,-1 1 7 16,-3 4 23-16,0 1 15 0,-3-1 35 0,-3 2 17 15,0-1 0-15,1-3-11 0,-4-2-11 16,4-1-18-16,-2 1-15 0,-1-5-13 16,1 0-14-16,2 1-10 0,1-6-10 0,-1 0-8 15,6 0-10-15,-10-5-13 0,21 0-97 16,-21 0-5-16,25-3 0 0,-12-1 0 0,-3 1 0 16,1-2-48-16,1 1-178 15,-3 1-82-15,0-3-95 0,1 2-101 0,-4 0-102 0,1-1-141 16,-7 5-52-16,4-5 84 0,-4 5-589 15,2-7-763-15</inkml:trace>
  <inkml:trace contextRef="#ctx0" brushRef="#br0" timeOffset="10512.13">3123 4249 3541 0,'0'0'-38'0,"-14"0"42"0,14 0 29 0,0 0 36 0,-13-2 23 0,13 2 27 0,0 0 23 0,0 0 12 16,-9-4-1-16,9 4-7 0,0 0-13 15,0 0-10-15,0 0-9 0,0 0-13 0,20-14-9 16,-4 10-3-16,5-5-13 16,1 0-8-16,-2 2-6 0,1-1-4 0,-6 3-7 15,1-2-7-15,-5 2-3 0,0 1 2 16,-1 1-3-16,-10 3 13 0,15-4 9 15,-15 4 1-15,14-2 1 0,-14 2-2 0,9-4-4 16,-9 4-1-16,0 0-11 0,9-4-9 16,-9 4 2-16,0 0 23 0,16 16 7 0,-7-4-2 15,0 3-2-15,5 12-10 0,-1 4 0 16,3 4-7-16,0 14 27 0,2 3 36 0,1 0 1 16,2 5-10-16,-4 0-2 0,-2 2-6 15,3-4-4-15,-4 5-3 0,0-6-6 16,-1-3-11-16,-3-13-3 0,-1 1-3 0,1-2 16 15,-3-3 9-15,-2-8 8 0,0-5 8 16,-1-6 6-16,-2-1 15 0,2-4-108 16,-3 2-18-16,-1-5 0 0,2 1 0 15,-2 2 0-15,0-10 0 0,2 11 0 0,0-5 0 16,-2-6 0-16,0 8 0 0,0-8 0 16,4 9 0-16,-4-9 0 0,1 6 0 0,-1-6 0 15,0 0 0-15,0 0 0 0,3 8 0 16,-3-8 0-16,0 0 0 0,4 8 0 0,-4-8 0 15,0 0 0-15,0 0 0 0,0 0 0 16,0 0 0-16,0 0 0 0,2 7 0 16,-2-7 0-16,0 0 0 0,0 0 0 0,0 0 0 15,0 0 0-15,0 0 0 16,0 0 0-16,0 0 0 0,0 0-316 0,0 0-535 16,0-23-100-16,0 17 83 0,0-3-902 15,0 2-1201-15</inkml:trace>
  <inkml:trace contextRef="#ctx0" brushRef="#br0" timeOffset="12061.71">15842 3401 4539 0,'0'0'-235'0,"0"0"44"0,7-5 40 0,-7 5 33 0,0 0 26 15,0 0 25-15,0 0 20 0,0 0 19 0,0 0 24 16,6-5 20-16,-6 5 13 15,0 0 10-15,0 0 12 0,0 0-8 0,0 0 13 16,0 0 7-16,0 0-2 0,0 0-5 16,0 0-2-16,0 0-6 0,0 0 19 0,0 0 6 15,0 0 9-15,-33 29 15 0,10-10 12 16,-13 10 8-16,0 1 4 0,-5 3 7 16,-8 2 5-16,-2 1-1 0,-16 9 16 0,12-8 6 15,-14 6-2-15,-1 4 4 0,2-1 4 16,-5-2 5-16,-3 5 2 0,-4 4-1 0,-3 0-16 15,0 3 0-15,1 3-13 0,-4 2-8 16,2-3-11-16,-4 5-3 0,7 0-9 0,1 1-6 16,4 2-8-16,3-4-9 15,5-2-7-15,5-2 7 0,4-4 17 0,11-10 2 16,2-3 15-16,0 1-33 0,6-5-84 16,3-2 0-16,2-2 0 0,3-1 0 15,7-8 0-15,2-4 0 0,2 1 0 0,0-2 0 16,6-1 0-16,0-9 0 0,-1 3 0 15,5-1 0-15,-1-3 0 0,1 2 0 0,0-2 0 16,-1 2 0-16,3-3 0 16,-1 1 0-16,0-1 0 0,3-2 0 0,1 0 0 15,1-1 0-15,5-4 0 0,-12 8 0 16,12-8 0-16,-8 4 0 0,8-4 0 0,-7 4 0 16,7-4 0-16,0 0 0 0,-5 2 0 15,5-2 0-15,0 0 0 0,0 0 0 0,0 0-149 16,12-22-535-16,10 1-150 0,0 0-75 15,5-5 98-15,13-8-823 0,6-3-1072 0</inkml:trace>
  <inkml:trace contextRef="#ctx0" brushRef="#br0" timeOffset="12778.17">15895 3510 4333 0,'-14'-10'-141'0,"3"4"46"0,-1-3 43 0,3 3 45 0,2-2 17 0,-3 0 36 0,2 1 26 0,4-1 22 15,-3 2 13-15,3-2 17 0,4 8 16 16,-5-10-1-16,0 4-8 0,5 6-11 16,-4-5-16-16,4 5-12 0,0 0-11 15,-3-8-8-15,3 8-8 0,0 0 21 0,0 0 9 16,28 22 4-16,-6-1 8 0,12 6-20 16,4 8 8-16,4 1-4 0,5 3-4 15,14 9 4-15,2 3-14 0,4 1-4 0,4 0 1 16,4 6-28-16,10 8-6 0,6-2 37 15,14 2 15-15,5 4 19 0,35 13 12 0,-30-19 7 16,1-2 5-16,0-2 5 0,-4-4-4 16,-1 2-9-16,-6-4-8 0,-6-4-11 15,-5-3-5-15,-9-2-7 0,-10-7-5 16,-22-9-72-16,-7-4-19 0,-9-1 0 0,-8-5 0 16,-2-4 0-16,-10-1 0 0,-4-2 0 15,-2-5 0-15,0 3 0 0,-4-4 0 16,-2 0 0-16,1-2 0 0,1 2 0 0,-7-6 0 15,9 7 0-15,-9-7 0 0,5 4 0 16,-5-4 0-16,0 0 0 0,9 6 0 0,-9-6 0 16,0 0 0-16,9 5 0 0,-9-5 0 15,0 0 0-15,0 0 0 0,5 2 0 0,-5-2 0 16,0 0 0-16,0 0 0 0,0 0 0 16,0 0 0-16,0 0 0 0,0 0 0 15,0 0 0-15,0 0-1032 0,0 0 71 0,0 0-1147 16,-50-7-1518-16</inkml:trace>
  <inkml:trace contextRef="#ctx0" brushRef="#br0" timeOffset="14111.86">9317 6488 5319 0,'-8'2'-289'0,"8"-2"62"0,-8 5 56 0,8-5 50 0,0 0 55 0,-9 1 47 16,9-1 46-16,0 0 40 0,0 0 36 16,0 0 28-16,0 0 22 0,-20 0 15 0,20 0 6 15,0 0 3-15,-11-6 10 16,11 6-9-16,-7-11 0 0,3 4-14 0,2-1-12 15,0 1-10-15,2-3-15 0,2 0-17 16,0 0-13-16,4-1-10 0,-1 1-7 0,4-1-10 0,5 3-12 16,-1 3-9-16,7 0-7 15,-4 3-3-15,5 4-12 0,14 5 3 0,-5 5-1 16,2 5-13-16,-7 3-4 0,-2 6 17 16,-6 3-29-16,-7 5 9 0,-4 5 4 15,-8-2 2-15,-4 1-5 0,-4-3 3 0,-6 8 24 16,0-10 4-16,-1-1 21 0,-2-4 22 15,0-6 20-15,4 1 27 0,4-10 26 0,0 0 25 16,2-7-178-16,4 0-4 16,5-6 0-16,-10 0 0 0,10 0 0 0,0 0 0 15,0 0 0-15,-12-10 0 0,12 10 0 16,0 0 0-16,2-6 0 0,-2 6 0 0,0 0 0 16,0 0 0-16,23 1 0 0,-8 4 0 15,1 3 0-15,1 0 0 0,2 3 0 0,2-1 0 16,6 4 0-16,0-1 0 0,-7-3 0 15,-1-1 0-15,-4-1 0 0,-1-1 0 0,-1 2 0 16,-3-4 0-16,-2-1 0 0,-3 2 0 16,2-4 0-16,-7-2-231 0,9 4-273 0,-9-4-139 15,0 0-185-15,0 0-16 0,0 0 92 16,0 0-741-16,0 0-939 0</inkml:trace>
  <inkml:trace contextRef="#ctx0" brushRef="#br0" timeOffset="14996.04">10760 6445 3958 0,'-11'-2'-83'0,"0"1"46"0,11 1 47 0,-14 0 54 0,14 0 30 0,-12-2 27 0,12 2 11 15,0 0 3-15,0 0 1 0,-20-2 1 0,20 2-9 16,0 0-5-16,0 0 3 0,0 0 14 16,0 0 3-16,0 0-19 0,0 0-6 15,57-5-6-15,-28 1-13 0,7 0 7 0,0-3-14 16,-4 3-7-16,-9 3-9 15,-1 1-12-15,-5 0-3 0,-2 1 5 0,3 6 8 16,-5 1 30-16,-6 6 15 0,-2 5 23 16,0 5 20-16,-3 12 12 0,-2 3 9 0,-7 1-5 15,-2 12-1-15,-2-3-9 0,1 1-10 16,3-9-26-16,-4 9-42 0,1-11-90 0,6 0 0 16,-4-2 0-16,6-4 0 0,1-6 0 15,-1-7 0-15,0-1 0 0,2-5 0 0,-2-2 0 16,2-2 0-16,0 0 0 0,0-1 0 15,0-1 0-15,0-8 0 0,2 12 0 0,0-10 0 16,-2-2 0-16,0 0 0 0,3 7 0 16,-3-7 0-16,0 0-128 0,0 0-310 0,0 0-101 15,0 0-126-15,0 0-207 16,-21 4 77-16,16-3 85 0,-5 2-665 0,10-3-830 16</inkml:trace>
  <inkml:trace contextRef="#ctx0" brushRef="#br0" timeOffset="16061.23">12105 6578 3760 0,'0'0'-32'0,"0"0"63"0,0 0 55 0,0 0 34 0,7 4 20 0,-7-4 22 0,0 0 16 16,0 0 12-16,0 0 14 0,0 0 0 16,0 0-6-16,0 0-4 0,0 0-17 15,21-4-8-15,-21 4-7 0,11-6-21 0,-5 2-6 16,-6 4-12-16,12-9-16 0,-5 1-8 16,-3 0-9-16,3-1-12 0,-3-1-4 0,3-6 0 15,-6 1 0-15,-1-2-13 16,0 2-2-16,0-3-2 0,-6 2-9 0,0-7-3 15,-1 3 7-15,2 2-8 0,-8 2-5 16,2 4-1-16,0 4-9 0,-4-1-6 0,-2 5-6 16,3 2 3-16,-1 2-4 0,-4 6-4 15,-1 1 0-15,-5 7 0 0,3 4-1 0,5-1 0 16,0 5-4-16,5 0 4 0,7-3 0 16,-1 2-2-16,4-3 1 0,2 3-7 0,4-1 10 15,3-1-2-15,4 1-3 0,-2-5-1 16,4-1 6-16,-3-3 5 0,1-3 5 0,0 2 14 15,-1-3 5-15,-1-2 8 0,1-2 13 16,-2 1 5-16,-8-4 3 0,13 4-2 0,-13-4-2 16,14 6-31-16,-9-4-36 15,-5-2 0-15,6 5 0 0,-1 0 0 0,1 2 0 16,1 3 0-16,2 0 0 0,-4 2 0 16,3 2 0-16,-3 2 0 0,3 0 0 0,0 3 0 15,-3 0 0-15,3 0 0 0,-5-4 0 16,-1 2 0-16,1 0 0 0,-1-5 0 15,-2 1 0-15,-2 1 0 0,-1-2 0 0,-4 1 0 16,0-1 0-16,-6 1 0 0,-1-2 0 16,-1 2 0-16,-3-4 0 0,-1 4 0 0,4-6 0 15,-1-2 0-15,5-2 0 0,0 1 0 16,-3-1 0-16,3-1 0 0,2-1 0 16,-1-1 0-16,10 0 0 0,-17 2 0 15,17-2 0-15,-15-2 0 0,15 2 0 0,-11-1 0 16,11 1-75-16,-8-5-710 0,8 5-191 15,2-11 96-15,5 6 89 0,3-5-802 0,7 1-1034 16</inkml:trace>
  <inkml:trace contextRef="#ctx0" brushRef="#br0" timeOffset="16527.61">13034 6402 4727 0,'-2'-10'52'0,"0"0"22"0,4 1 4 0,5-1-5 0,-2 1 8 0,4 3 8 16,4-4 4-16,1 6 1 0,6 0-12 15,-4 2-7-15,6 4-8 0,1 4-10 0,-1 0-1 16,6 8-8-16,-4 5-6 0,-10-2 1 15,-2 0-3-15,-2 12-5 0,-7-3-4 0,-3-2 0 16,-2 0 6-16,-7 9-1 16,4-3 9-16,-7 2 21 0,2-8 1 0,3-5 12 15,1 1 0-15,0-5-5 0,2 0 5 16,4-1 6-16,0 0-14 0,2 0 0 0,6 0-3 16,-4-1-13-16,5 1-4 0,1 0 10 15,0-3-8-15,-1 1 3 0,0 0 2 0,3 2 8 16,-2 1 11-16,-5-2 8 0,2-1 17 15,-2 2 11-15,-3-3 15 0,0 2 8 0,-2-3-6 16,-4 4-4-16,-1 0-57 0,-4-3-69 16,-2 1 0-16,-5 2 0 0,2-4 0 15,-6 1 0-15,4-3 0 0,-6-1 0 16,3-2 0-16,2-2 0 0,2-3 0 0,-2-1 0 16,-1-3-131-16,1 1-396 0,0-4-169 15,3-1-221-15,5 1 77 0,2-2 89 0,-1 1-721 16,5-1-921-16</inkml:trace>
  <inkml:trace contextRef="#ctx0" brushRef="#br0" timeOffset="16994.71">13610 6225 4144 0,'-15'-11'-6'0,"6"0"44"0,-2 3 47 0,4-2 10 0,3 1-6 0,3-1-6 0,1 1-10 15,0 9-4-15,3-14 0 0,5 11 0 0,-8 3 0 16,21 0 8-16,-3 7 3 15,11 12 12-15,0 3 5 0,5 10-2 0,1 5 8 0,-3 1-2 16,-1 3 0-16,-4 2 3 16,-4 5-9-16,2-4 0 0,-3 5 12 0,-3-3 9 15,-4 5 10-15,1-5 13 0,-9-7 2 16,2 1 2-16,-1-1 8 0,-2 0 2 0,1-2-9 16,-3-4-4-16,2-3-24 0,-3 4-11 15,-3-4-5-15,0-8-4 0,0-1-11 0,-1 1-5 16,-5 0-9-16,-5 6-1 0,-3-3-7 15,-3 0-8-15,-4 0-4 0,-6-1-29 0,-10-1-22 16,2-4 0-16,3-1 0 16,-3-4-76-16,3-4-99 0,8-1-92 0,0-6-134 15,7 0-145-15,2-4-185 0,1-1-110 16,1-3 87-16,-1-2-742 0,3-3-944 16</inkml:trace>
  <inkml:trace contextRef="#ctx0" brushRef="#br0" timeOffset="17611.96">8642 6462 3933 0,'2'-17'-19'0,"-2"3"54"0,-2 3 51 0,2 2 31 0,0 2-3 0,0 2-17 16,0 5-12-16,0 0 3 0,0 0 42 15,-2 24 34-15,-1 15 24 0,-6 16 22 16,4 8 9-16,-5 3 10 0,5 4 1 16,-2 2 4-16,2 3 1 0,1-4-6 0,2-1-11 15,6-3-4-15,-2-6-8 0,3-7-21 16,-1-11-17-16,3-4-16 0,-2-4-12 0,4-5-15 15,2-6-10-15,-2-7-51 0,2-1-64 16,5-3 0-16,-2-6 0 0,0-3 0 16,5-4-121-16,0-4-179 0,4-3-135 0,6-6-131 15,1-3-150-15,-4-2-115 0,-1-1 62 16,-2-2-746-16,-2 1-959 0</inkml:trace>
  <inkml:trace contextRef="#ctx0" brushRef="#br0" timeOffset="17827.75">8634 6481 4531 0,'-13'-10'112'0,"5"3"11"16,3-3-12-16,2 1-14 15,6-1-9-15,2 0-12 0,8-6-9 0,5 3-9 0,12-4-56 16,6 1-78-16,13-5-144 15,-8 11-174-15,121-31-318 0,-120 40 84 16,-13-1 65-16,-9 4-346 0,0 3-390 16</inkml:trace>
  <inkml:trace contextRef="#ctx0" brushRef="#br0" timeOffset="20160.53">12168 6510 2351 0,'0'0'-91'0,"0"0"17"0,0 0 18 0,-18-14 20 15,18 14 20-15,0 0 16 0,0 0 12 16,0 0 15-16,-2-6 8 0,2 6 7 0,0 0 9 16,0 0 6-16,0 0 6 0,0 0 9 15,0 0 7-15,0 0 6 0,-2-7 9 16,2 7 4-16,0 0 7 0,0 0 7 16,0 0-4-16,0 0 0 0,0 0-8 0,0 0-11 15,0 0-10-15,0 0-12 0,0 0-9 16,0 0 6-16,0 0 10 0,0 0-3 0,9 17 2 15,-9-5 1-15,2 2-11 0,-2 1-5 16,3 3 3-16,-3-3 2 0,0 1-3 0,2-2-5 16,-2 2-8-16,0-4-2 0,0 0 0 15,0 2-8-15,0-5-5 0,0 1-4 0,2-2-11 16,0 1-45-16,-2-4-60 16,0-5-64-16,0 10-80 0,0-10-109 0,0 4-149 15,0-4-81-15,0 0 51 0,0 0-216 0,0 0-228 16</inkml:trace>
  <inkml:trace contextRef="#ctx0" brushRef="#br0" timeOffset="24925.59">8063 2329 1684 0,'-9'2'187'0,"0"1"-16"0,9-3-8 16,0 0-8-16,-13 0-17 0,13 0 2 0,0 0 1 0,0 0-6 15,-10 4 15-15,10-4 11 0,0 0 7 16,0 0-1-16,0 0-3 0,0 0-9 0,0 0-4 16,0 0-5-16,0 0-11 0,50-9-14 15,-14 3-9-15,6 0-11 0,-2-2-12 0,4 1-5 16,-2 1-13-16,0 0-6 0,-2 1-8 15,-2 0-5-15,-12 3-7 0,-3 0 0 16,-3-1-4-16,-6 1-6 0,0 1-2 16,-14 1 2-16,21-3-4 0,-13 1 12 15,-8 2 6-15,13 0 3 0,-13 0 2 0,0 0-6 16,17-2 1-16,-17 2-6 0,0 0-7 16,12-2-6-16,-12 2-5 0,0 0-34 0,0 0-55 15,7-5-82-15,-7 5-73 0,0 0-101 16,0 0-135-16,0 0-259 15,0 0 46-15,0 0 73 0,0 0-278 0,0 0-357 0</inkml:trace>
  <inkml:trace contextRef="#ctx0" brushRef="#br0" timeOffset="26076.59">15552 1845 2549 0,'-23'10'20'0,"10"-3"23"0,-7 5 6 0,-4 7 1 0,-3 3-1 0,2-3 19 0,0 6 7 15,2-2 10-15,3-3 9 0,6-3-1 16,3-2-6-16,6-3 13 0,-1 0-9 15,3-5-5-15,1 5-15 0,2-2-4 16,2-2 1-16,7-3 0 0,-2-1-14 16,-7-4 12-16,21 2-13 0,-21-2-6 0,34-12-8 15,-19 1-1-15,3-1 14 0,0-8 16 16,-6 0 15-16,-3 2-9 0,-5-5-3 0,0-3-9 16,-10-10-8-16,3 1 3 0,-9-3-4 15,-9-3-11-15,4 10 4 0,-6 4-4 0,-1 5-6 16,-7 7-3-16,4 9-2 15,2 4 4-15,-2 4-3 0,-5 6 4 16,2 5 6-16,-1 5 12 0,9 3-2 0,1 2-8 16,3 5 3-16,9 3 18 0,5-5 10 15,4-1 4-15,6 6-14 0,3 0-6 0,9-2 2 16,5-1-6-16,4-5-4 0,9 4-5 16,5-7-3-16,-3-9-4 0,1-5-1 0,-7-2 8 15,-1-8-11-15,7-2-6 0,-4-3-1 16,-4-1 2-16,-3-4 7 0,-4-5-4 15,-4-1 12-15,-6-3 4 0,-2-4 7 0,-5 2 0 16,-6-2-1-16,-6-14-5 0,-3 2 0 16,-8-13-20-16,-4 8 0 0,-2 2-7 0,4 12 0 15,0 4-10-15,-4 7-3 16,2 7-4-16,2 9-1 0,0 3 3 0,-4 6-2 16,4 5-5-16,-5 4 1 0,2 5-5 15,7-3-6-15,4 3-17 0,1-3-32 16,3 1-47-16,2-1-61 0,3 1-78 0,2-5-77 15,2 3-96-15,3-2-155 0,2-5-181 16,-1 1 64-16,-1-2-442 0,-1-2-599 0</inkml:trace>
  <inkml:trace contextRef="#ctx0" brushRef="#br0" timeOffset="26628.5">14811 2376 3190 0,'-20'-1'79'0,"20"1"68"0,-11-2 47 0,11 2 32 0,0 0 22 0,0 0 20 0,-16-2 9 16,16 2-11-16,0 0 6 0,0 0-16 15,0 0-26-15,0 0-16 0,0 0-18 0,0 0-25 16,39-15-15-16,-3 10-14 0,2-4-11 16,2 1-18-16,1 1-8 0,-4 1-16 0,-8 2-11 15,-6 0-8-15,-6 0-5 0,-2 0-13 16,-3 4-9-16,-3-3-6 0,-9 3-1 15,0 0-1-15,0 0-8 0,0 0 1 0,-33 12 1 16,9-7-2-16,-16 1-4 0,0 0 1 16,0-1-5-16,0 3 3 0,9-6 18 15,6 3 8-15,9-4 21 0,-4 1 12 16,7 2 14-16,1-2 7 0,12-2-1 0,-15 0-31 16,15 0-70-16,0 0 0 0,0 0 0 15,0 0 0-15,0 0 0 0,52-8 0 16,-12 2 0-16,1 2 0 0,0 0 0 0,-3 0 0 15,-6 1 0-15,-7 3 0 0,-6-4 0 16,-3 4 0-16,-4-2 0 0,0 0 0 0,1-2 0 16,-13 4 0-16,14-2 0 0,-14 2-232 15,0 0-83-15,0 0-67 0,0 0-99 0,0 0-139 16,-27-8-256-16,14 6 73 16,-4 2 87-16,1 0-565 0,-2-2-740 0</inkml:trace>
  <inkml:trace contextRef="#ctx0" brushRef="#br0" timeOffset="27675.45">8906 6849 2395 0,'-7'0'346'0,"7"0"-55"0,-13 3-18 0,13-3-31 0,0 0-21 0,0 0-36 0,0 0-25 15,-12 0-21-15,12 0-13 0,0 0-11 0,0 0-11 16,0 0-10-16,27-11-12 0,-10 6-10 16,4-2-7-16,0 2-7 0,2 1-7 15,0-2-7-15,-4 4-4 0,-4-2-9 16,0-1-12-16,-3 4-6 0,-3-1-1 0,-9 2-4 16,11 0 0-16,-11 0-1 0,0 0 2 15,0 0 4-15,0 0-4 0,-30 15-2 0,11-10 1 16,-4 3 11-16,2-2 12 0,1-3 11 15,0 1 24-15,1 0 20 0,6 0 13 16,-1-4 17-16,3 4 10 0,11-4-9 0,-17 4-3 16,17-4-14-16,-10 0-9 0,10 0-11 15,0 0 3-15,0 0-10 0,0 0-12 0,33-11 0 16,-12 6-14-16,2-2-22 16,2 2-30-16,-3-2-37 0,1 2-40 0,-5 0-49 0,-4 3-41 15,-1-1-40-15,-6 1-60 0,-7 2-56 16,0 0-81-16,0 0-114 0,0 0-159 15,0 0 50-15,0 0-454 0,0 0-558 16</inkml:trace>
  <inkml:trace contextRef="#ctx0" brushRef="#br0" timeOffset="29841.17">12779 6670 2710 0,'-7'1'-132'0,"7"-1"51"0,0 0 34 0,-12 4 35 16,12-4 25-16,-8 2 27 0,8-2 29 15,0 0 24-15,-9 2 19 0,9-2 29 0,0 0 9 16,0 0 9-16,0 0 1 0,-7 3-4 16,7-3-6-16,0 0 2 0,0 0 1 0,0 0-6 15,0 0-10-15,0 0-16 16,30-3-14-16,-19-1-7 0,0 4-13 0,1-4-7 0,-1 3-8 16,-1-4-9-16,0 5-7 15,-10 0-5-15,13-2-6 0,-13 2-1 0,9-1-3 16,-9 1-2-16,0 0 2 0,0 0 5 15,0 0 4-15,0 0 1 0,0 0 2 0,0 0 9 16,-31 15 8-16,17-10 9 0,-2-2 12 16,3 1 8-16,2-1 7 0,-1-1 10 0,12-2 6 15,-17 5 10-15,17-5-1 0,-12 3 6 16,12-3-9-16,-7 2 0 0,7-2-19 16,0 0-7-16,0 0-12 0,0 0-5 0,29-12-15 15,-20 9 1-15,1-2-15 0,1 0-7 16,0 3-29-16,-1-4-27 0,-10 6-52 0,13-6-64 15,-7 6-71-15,-6 0-87 16,8-3-116-16,-8 3-153 0,4-6-205 0,-4 6 7 16,0 0 82-16,0 0-589 0,0 0-716 15</inkml:trace>
  <inkml:trace contextRef="#ctx0" brushRef="#br0" timeOffset="30760.31">14872 2089 1005 0,'0'0'237'0,"-6"-4"-70"0,6 4-4 0,0-8-11 0,0 8 0 0,0 0 2 16,6-10 0-16,-6 10-3 16,1-4 11-16,-1 4-1 0,0 0-15 0,0 0-3 15,0 0 10-15,0 0 51 0,0 0 25 0,0 32 0 16,-1-8-4-16,-3 14 8 16,0 1 14-16,1 6 11 0,-6-2-19 0,5 0-17 15,3-1-12-15,-3-1-1 0,4-1-2 16,0-4-20-16,4-9-11 0,-4-2-17 0,1-7-17 15,-1-1-13-15,2-2-8 0,-2-3-16 16,0-3-2-16,0 1-7 0,0 0-11 16,0-4-4-16,0 1-7 0,0-7-5 0,0 10-9 15,0-10-37-15,-2 8-78 0,2-8-93 16,0 0-107-16,0 0-120 0,0 0-156 0,0 0-241 16,-21-14-24-16,19 7 67 0,-1-1-550 15,-1-2-739-15</inkml:trace>
  <inkml:trace contextRef="#ctx0" brushRef="#br0" timeOffset="31540.27">18395 2036 3749 0,'-16'0'76'0,"2"2"61"0,14-2 45 0,-20 0 35 0,20 0 29 0,0 0 19 0,-15-2 10 15,15 2-3-15,0 0-10 0,0 0-25 0,0 0-17 16,0 0-20-16,0 0-25 0,60-17-15 15,-19 9-14-15,5 2-22 0,0-2-17 16,-7 1-26-16,0 2-23 0,-8 2-9 16,-8-1-27-16,-7 2-6 0,-2 2-14 15,-1-5-5-15,-2 5-4 0,-11 0-3 0,18-3 4 16,-18 3 2-16,0 0 7 0,0 0 1 16,0 0-5-16,0 0 6 0,0 0 4 0,-50 12 26 15,25-8-6-15,1 0 14 0,-3 0 7 16,4 1 7-16,5-1 9 0,2 0 2 15,5-2 4-15,-3 2 6 0,7-2 1 0,7-2-1 16,-16 1-3-16,16-1-5 0,0 0-6 16,0 0-5-16,0 0-59 0,0 0 0 0,0 0 0 15,57-3 0-15,-36-1 0 16,-4 4 0-16,1-2-95 0,-6-2-73 0,1 2-50 16,-1 0-54-16,-3 2-68 0,-9 0-64 15,11-1-87-15,-11 1-129 0,0 0-208 0,0 0 79 16,0 0 76-16,0 0-461 0,0 0-601 15</inkml:trace>
  <inkml:trace contextRef="#ctx0" brushRef="#br0" timeOffset="35639.06">17473 5900 1741 0,'0'0'269'0,"0"0"-29"0,-2-7-17 0,2 7-19 0,0 0-6 0,-3-8-5 16,3 8-15-16,0 0-3 0,-1-7 3 0,1 7 3 15,0 0-3-15,-2-7-13 16,2 7-8-16,0 0-7 0,0 0-9 0,-4-5-5 16,4 5-8-16,0 0-4 0,0 0-5 15,0 0-11-15,0 0-4 0,-4-6-10 0,4 6-9 16,0 0-14-16,0 0-3 0,0 0-11 16,0 0-1-16,0 0 18 0,-7 23-6 0,5-6-1 15,0 0 10-15,-1 17 13 0,1 10 9 16,-5-1 2-16,4 13 4 0,-1 0-11 0,-2 4 8 15,5 0-12-15,1 0-5 0,-2-1-2 16,0-11-14-16,2 0 1 0,2-4-7 16,0-3 1-16,-2-2-12 0,3-2-5 15,-1-8 9-15,2-5-6 0,-1 0-3 0,3 0-6 16,1-4-12-16,-2 3 1 0,4-3 8 16,-1-1-17-16,2-2 3 0,-1 0-5 15,7 0-3-15,-3-2 6 0,0-3-4 0,1-2-1 16,-2-2 3-16,6 0-3 0,-3-5-5 15,0-1 2-15,0 0-3 0,-1-2-1 0,3 2 0 16,-3-2 2-16,-14 0-2 0,23-2-6 16,-23 2-11-16,16 0-25 0,-6-2-30 0,-10 2-49 15,13-2-55-15,-5 0-67 16,-8 2-82-16,14-5-94 0,-11 1-86 0,3-1-115 16,1 0-156-16,-1-3 62 0,0-1-609 15,0-1-769-15</inkml:trace>
  <inkml:trace contextRef="#ctx0" brushRef="#br0" timeOffset="35940.07">17576 5995 3875 0,'-10'0'82'0,"10"0"41"0,-12-6 18 0,12 6 10 0,-1-5-4 0,1 5-9 15,0 0-10-15,10-12-16 0,-3 6-7 0,4-2-14 16,9-1-13-16,-4 1-8 0,7-1-34 16,8-1-48-16,-1 2-49 0,-5-1-67 0,-3 6-52 15,-6-3-40-15,2 3-29 0,-7 1-25 16,-4 0-20-16,-7 2-18 0,12 2-26 0,-12-2-62 15,8 5-107-15,-8-5 27 0,-6 9-140 16,6-9-118-16</inkml:trace>
  <inkml:trace contextRef="#ctx0" brushRef="#br0" timeOffset="37072.87">18140 6229 1679 0,'2'-4'69'0,"-2"4"38"0,7-8 44 0,-7 3 46 0,0 5 36 16,2-9 21-16,-2 9 25 0,0-7 18 15,0 7 11-15,0 0 9 0,0-11-2 16,0 11-2-16,0 0-4 0,0-11-4 0,0 11-19 16,0 0-21-16,-2-8-26 0,2 8-24 15,0 0-23-15,0 0-26 0,0 0-23 0,0 0-12 16,0 0-11-16,0 0-9 0,2 37 2 15,0-15-3-15,2 13-7 0,1 0 5 0,2 4-3 16,-2-2-1-16,3 1-3 16,-3-4 6-16,3-1 2 0,-2-7-6 0,0-4-3 15,-3-1-73-15,-1-5-27 0,0-2 0 16,2 1 0-16,-2-6 0 0,-1-1 0 0,-1 2 0 16,0-3 0-16,2 0 0 0,-2-7 0 15,2 7 0-15,-2-7 0 0,0 6 0 0,0-6 0 16,0 0 0-16,0 0 0 0,0 0-131 15,0 0-261-15,0 0-92 0,-16-15-81 0,10 11-103 16,-1-1-165-16,-2 0 78 0,0 1-729 16,2 0-931-16</inkml:trace>
  <inkml:trace contextRef="#ctx0" brushRef="#br0" timeOffset="37472.73">17717 6557 3997 0,'0'0'-45'0,"-6"2"67"0,6-2 49 0,0 0 28 0,0 0 20 16,0 0 11-16,0 0 1 16,0 0-4-16,0 0-4 0,0 0-13 0,0 0-10 15,28-13-11-15,-10 10-5 0,-1-1-10 16,2-1-7-16,-2 3-9 0,4 1-7 0,-6-2 0 16,-2 3-9-16,1-2-3 0,-5 0-6 15,1 0-2-15,-10 2 0 0,15 0 0 0,-15 0-5 16,10-2-3-16,-10 2-1 0,0 0-6 15,12 0-4-15,-12 0-22 0,0 0-36 0,0 0-48 16,0 0-77-16,0 0-83 0,14 0-98 16,-14 0-129-16,0 0-191 0,0 0 62 0,10-3 65 15,-10 3-315-15,0 0-345 16</inkml:trace>
  <inkml:trace contextRef="#ctx0" brushRef="#br0" timeOffset="38355.89">19371 6227 2640 0,'-6'-3'151'0,"3"-1"53"0,-1-4 38 0,0 3 6 0,4-2-12 0,0 7-5 16,6-17-7-16,-1 8-10 0,6-1-12 0,3 2-15 15,3 1-18-15,2 0-14 0,1 3-14 16,0 3-17-16,-1 4-12 0,3 2-6 0,3 10-11 16,-3 3-2-16,-7-1-4 15,0 8 1-15,-6-4 10 0,-2 4 6 0,-7-1 16 16,-4 7 13-16,-4 6 5 0,-3-3 1 15,-7-1 12-15,5-1 10 0,-2-1 1 0,2-5 2 16,3-6-2-16,0-3-3 0,7-3-6 16,-5-1-6-16,4-3-10 0,3 0-59 0,-1-4-80 15,2 3 0-15,0-9 0 0,3 14 0 16,5-9 0-16,1-1 0 0,3-2 0 0,3 0 0 16,2 0 0-16,2 0 0 0,2 0 0 15,-3-2 0-15,-4 0 0 0,2 0 0 0,-1 0 0 16,-5 0 0-16,-10 0 0 0,20 2 0 15,-12-2 0-15,-8 0 0 0,14 0 0 16,-14 0 0-16,0 0 0 0,13 1 0 16,-13-1 0-16,10 1-298 0,-10-1-188 0,0 0-175 15,0 0-248-15,0 0 87 0,0 0 87 16,0 0-721-16,0 0-904 0</inkml:trace>
  <inkml:trace contextRef="#ctx0" brushRef="#br0" timeOffset="38955.83">20588 6257 4233 0,'-18'-2'14'0,"0"2"73"0,7 0 57 0,-1-2 47 0,12 2 28 0,-13-2 31 0,13 2 1 0,-9 0-4 16,9 0-12-16,0 0-22 0,0 0-19 16,0 0-6-16,0 0-21 0,0 0-12 15,0 0-21-15,45 0-10 0,-23 2-15 0,1-2-11 16,-3 2-11-16,1 0-5 0,1 0-27 16,-6-1-3-16,4 0-7 0,-8-1-4 0,4 2-5 15,-5 1-21-15,-11-3-20 0,22 0-37 16,-15 0-44-16,-7 0-60 0,16 2-73 0,-16-2-128 15,13-2-144-15,-13 2-166 0,9-7-145 16,-6 3 72-16,2-2-678 0,-5 6-861 0</inkml:trace>
  <inkml:trace contextRef="#ctx0" brushRef="#br0" timeOffset="39339.78">21112 6036 3810 0,'-9'-6'80'0,"5"0"46"0,2 3 48 16,2 3 13-16,0-14-14 0,6 6-9 0,-1 1 3 15,4 1-12-15,2 0-10 0,0 4-14 16,-1 2-15-16,3 2-10 0,3 4-10 0,0 3-13 16,-4 5-4-16,1 1-4 15,-2 15-3-15,-9-5 6 0,-2 2 8 0,-3 7 14 16,-7 0 18-16,-1 0 22 0,-3-1 18 15,3-2 26-15,4-8 24 0,-1-3 20 0,0-1 9 16,3-5 10-16,3-2 5 0,-4-2-36 16,6-1-216-16,0 1 0 0,2-4 0 0,4 3 0 15,1-4 0-15,2 0 0 0,7 1 0 16,2-1 0-16,-2-3 0 0,4 0 0 0,-4 2 0 16,5-2 0-16,-3 1 0 0,-3-1 0 15,1 0 0-15,-4-2 0 0,1 0 0 16,1 1 0-16,-3-1 0 0,0 0 0 15,-11 0 0-15,18-1 0 0,-9-1 0 0,1-3 0 16,0 1-599-16,-1-2-202 0,-1-1-121 16,1-2 92-16,-1 0-884 0,-1 0-1147 0</inkml:trace>
  <inkml:trace contextRef="#ctx0" brushRef="#br0" timeOffset="39857.17">21555 5734 4378 0,'-15'-2'-117'0,"5"2"56"0,10 0 57 0,-19-2 35 0,19 2 32 0,-12-2 20 0,12 2 18 0,0 0 20 16,0 0 4-16,-11-4 0 0,11 4-9 0,0 0-7 15,0 0-12-15,0 0-8 0,36-7-9 16,-15 5-11-16,-2 2-4 0,6 3-10 0,-4 0-6 16,11 8-4-16,-5 3-5 0,2 5 7 15,-6 4 6-15,-5 3 1 0,6 14 7 0,-10-9 21 16,2 4 6-16,-1 11 8 16,-3-8 6-16,-3 4-3 0,-2-3 8 0,7 9 0 0,-8-9 2 15,1 1 14-15,3-1 12 16,-6 0-2-16,5-4-1 0,-3 0 8 0,1-1 15 15,2-3 3-15,-6-6-2 0,-1-4-15 16,0-1 6-16,-4-3-40 0,0 3-107 0,-1 1 0 16,-9 5 0-16,-3 2 0 0,-5 0 0 15,2-3 0-15,-9-2 0 0,0-2 0 0,2 2 0 16,0-4 0-16,2 0 0 0,7-6 0 16,0-2 0-16,7-1 0 0,0-3 0 0,0-1 0 15,4 0 0-15,-3 0 0 0,5-4 0 16,3-2 0-16,-10 6 0 0,10-6 0 15,-10 4 0-15,10-4 0 0,-7 2 0 16,7-2 0-16,0 0 0 0,-11 2 0 0,11-2 0 16,-12 1 0-16,12-1-528 0,-15 2-471 15,5-2 97-15,-1 4 92 0,-2-2-874 0,-5 2-1120 16</inkml:trace>
  <inkml:trace contextRef="#ctx0" brushRef="#br0" timeOffset="50936.41">10845 7775 1100 0,'0'0'581'0,"1"-6"-197"0,-1 6-78 0,4-5-39 0,-4 5-24 0,0 0-36 0,0 0-29 0,0-9-20 15,0 9-6-15,0 0 1 16,0 0-9-16,0 0-9 0,0 0-14 0,0 0-14 15,0 0-8-15,0 0-5 0,0 0 2 16,-34 23 4-16,14-1 14 0,-13 11 15 0,-2 8 9 16,-5 4 7-16,-21 16 8 0,-3 6 6 15,-6 5 11-15,-7 5-11 0,-4 1-2 0,0 5-12 16,-3 1-1-16,2-3 5 0,-3-2-3 16,8-2-9-16,3-2-4 0,5-2-1 0,6-5-6 15,4-5-6-15,5-5-5 0,17-17-3 16,1 0-10-16,1-6-9 0,3-2-9 0,7-8-4 15,2-2-8-15,5-1 3 16,-6-3 1-16,9-4 1 0,0-3-7 0,4-1-16 0,-1-1-54 16,1 0 0-16,3-3 0 15,-2 0 0-15,3-2 0 0,1 0 0 0,1 0 0 16,-2-2 0-16,7-3 0 0,-7 7 0 16,3-5 0-16,4-2 0 0,-5 5 0 0,5-5 0 15,0 0 0-15,-10 2-98 0,10-2-183 16,0 0-97-16,0 0-117 0,0 0-132 0,0 0-195 15,12-21 27-15,0 8 84 0,13-6-644 16,4-2-810-16</inkml:trace>
  <inkml:trace contextRef="#ctx0" brushRef="#br0" timeOffset="51571.51">10918 7796 3569 0,'-11'-6'-1'0,"4"2"23"0,0 0 42 15,1 0 43-15,6 4 31 0,-12-9 15 0,6 4 9 0,5-1 12 16,-5 1 14-16,6 5 9 0,-5-8-1 15,5 8-13-15,-7-7-21 0,7 7-17 16,0 0-21-16,0 0-3 0,0 0 17 0,19 23 16 16,10 11 9-16,9 7-8 0,17 17-16 15,8 8-15-15,7 2-15 0,7 2-10 16,7 0-6-16,-3 5-15 0,-4-3-7 0,-5 6-7 16,-1-3-3-16,-10 0-7 0,-3-5-7 0,-8-4 1 15,0-2 10-15,-15-18 20 0,-7-4 21 16,1 1 20-16,-10-16 22 0,2-1 35 0,-6-4 12 15,0-4-157-15,-1-4-31 0,1 2 0 16,-8-6 0-16,3 0 0 0,-1 0 0 0,-3-3 0 16,1 0 0-16,2 0 0 15,-4 1 0-15,3-4 0 0,-5 1 0 0,1-2 0 0,3 1 0 16,-2 1 0-16,-5-5 0 16,7 5 0-16,-7-5 0 0,6 5 0 0,-6-5 0 15,5 6 0-15,-5-6 0 0,0 0 0 16,7 4 0-16,-7-4 0 0,0 0 0 0,0 0 0 15,0 0 0-15,0 0-314 0,-18-22-704 16,7 15 105-16,-3-8-1109 0,3 0-1438 0</inkml:trace>
  <inkml:trace contextRef="#ctx0" brushRef="#br0" timeOffset="52886.37">7862 9948 3219 0,'-11'2'395'0,"5"-1"-88"0,6-1-23 0,0 0 19 16,-15 0 8-16,15 0 15 0,0 0-13 0,0 0-20 15,0 0-2-15,0 0-3 0,0 0-10 16,0 0-16-16,42-15-24 0,-8 5-22 0,5 1-25 16,2-1-17-16,4 1-17 0,-4 1-21 15,1-1-12-15,-4 3-39 0,-3-1-85 0,-9 1 0 16,-3 3 0-16,-8 0 0 15,-2-1 0-15,1 2 0 0,-3 1 0 0,-2-1 0 0,2 1 0 16,-11 1 0-16,13-4 0 16,-13 4 0-16,7 0 0 0,-7 0 0 0,0 0-145 15,0 0-163-15,0 0-97 0,0 0-95 16,0 0-121-16,0 0-197 0,0 0 33 0,-36-3 85 16,36 3-630-16,-15-2-785 0</inkml:trace>
  <inkml:trace contextRef="#ctx0" brushRef="#br0" timeOffset="53370.69">8556 9651 3583 0,'-23'-8'105'0,"6"1"21"15,4 0 41-15,3 0 37 0,0 0 23 0,5 2 5 16,-1-7-8-16,4 4-11 0,2 1-13 16,4-3-21-16,1-1-13 0,9 5-19 0,-3-1-17 15,7 2-18-15,-3 5-6 0,4 0-11 16,6 8-9-16,7 6-12 0,-5 1-2 16,2 6-8-16,-7 3-5 0,-3 0-3 15,-6 7-5-15,-6-1 2 0,-7-1-1 0,-10 6-9 16,-5 0 19-16,-6 5 3 0,-1 0 24 15,-3-3 26-15,5-8 28 0,3-4 12 0,0-1 11 16,5-9 17-16,6-1 13 0,-1-4-5 16,3-1-191-16,2-5 0 0,-3 2 0 15,5-6 0-15,-3 6 0 0,3-6 0 0,0 0 0 16,8 12 0-16,0-9 0 0,-8-3 0 16,21 5 0-16,-6-4 0 0,4 1 0 0,-2-2 0 15,4 0 0-15,0 0 0 0,3 0 0 16,-6 0 0-16,0 0 0 0,-4-2 0 0,0 2 0 15,-1 0 0-15,-13 0 0 0,20 0 0 16,-11-1 0-16,-9 1 0 0,11 0 0 16,-11 0 0-16,14-3 0 0,-14 3 0 0,7-2-12 15,-7 2-734-15,6-5-238 0,-6 5 96 16,0 0 96-16,5-5-830 0,-5 5-1061 16</inkml:trace>
  <inkml:trace contextRef="#ctx0" brushRef="#br0" timeOffset="54303.36">9711 9597 4121 0,'-7'-2'-85'0,"-4"0"58"0,11 2 53 0,-14-3 50 0,6 1 56 0,8 2 43 15,-12-2 29-15,12 2 23 0,0 0 16 16,-11-3 12-16,11 3-5 0,0 0-6 0,0 0-20 16,-2-14-23-16,2 14-24 0,23-13-14 15,-6 4-24-15,14-3-8 0,-5 5-17 0,-1 2-10 16,0 1-17-16,-3 3-5 16,1 4-13-16,-1 4-2 0,5 9-6 0,-5 2 0 15,-7 5 6-15,-4 4 10 0,-5 0 11 16,-1-2 10-16,-5 2 7 0,0 10-14 0,-2 4 4 15,-3-6-46-15,1 5-49 0,1-3 0 16,-1 1 0-16,0-1 0 0,1-11 0 0,5-1 0 16,-4-1 0-16,0-7 0 0,2-2 0 15,0 1 0-15,4-5 0 0,-4 2 0 0,-2-3 0 16,4-2 0-16,-2 1 0 0,1-4 0 16,-1-5 0-16,6 9 0 0,-6-9 0 0,7 2-13 15,-7-2-361-15,0 0-102 16,0 0-92-16,0 0-116 0,16-9-159 0,-16 9 83 15,0-7-761-15,0 7-967 0</inkml:trace>
  <inkml:trace contextRef="#ctx0" brushRef="#br0" timeOffset="54940.42">7070 9711 3911 0,'9'-14'-107'0,"-4"2"25"0,2 3 23 0,-1 1 23 0,-5 2 7 0,1 0 13 0,-2 6 29 0,0 0 58 0,0 0 43 0,9 21 16 16,-9-1 21-16,-1 15 16 0,-5 7 15 0,-1 9 9 15,-4 2 4-15,4 0 0 16,-2 1 0-16,1-3 10 0,2-8-14 0,0-4 9 16,6-3-6-16,0-5-10 0,0-6-6 15,4-4-10-15,3 1-14 0,-2-3-9 0,4-2-16 16,2-1-9-16,3-6-12 0,-1-3-6 16,5-1-15-16,-2-2-8 0,4-2-13 0,-3 2-45 15,0-2-47-15,1-2-39 0,-4-2-57 16,2 2-62-16,-3 0-86 0,1-2-109 0,-5-4-107 15,2 2-131-15,-2 0-151 0,-6 1 62 16,3-2-618-16,-6 5-782 0</inkml:trace>
  <inkml:trace contextRef="#ctx0" brushRef="#br0" timeOffset="55153.05">7054 9641 3590 0,'-11'-2'139'0,"4"-4"9"16,-1 0-6-16,8 6 0 0,-10-8-11 0,8 3-13 15,2 5-14-15,0-12-11 0,0 12-9 16,9-17-12-16,3 8-10 0,5-1-37 16,13-2-74-16,3 0-119 0,6 3-142 15,-2-1-220-15,13-4-96 0,-8 9 64 0,1 0-324 16,2 4-369-16</inkml:trace>
  <inkml:trace contextRef="#ctx0" brushRef="#br0" timeOffset="55735">10420 9218 2664 0,'-21'1'98'0,"6"-1"-2"0,2 0 6 0,1 0 22 0,12 0 10 0,-15 2 14 0,15-2-4 15,0 0-3-15,-16 0-4 0,16 0-5 0,0 0 1 16,0 0-4-16,0 0-11 0,25 9-6 15,-4-4-10-15,8 7-8 0,3 4-13 0,6 6-4 16,0 5-2-16,3 5-5 0,-3 6-6 16,-2 6-1-16,-6 2 0 0,1 0-2 0,-6 2 4 15,-2 1 5-15,-5 0 7 16,1 1 12-16,-6 1 10 0,-1-3 12 0,-4-9-2 16,-3 1 4-16,-5-5 5 0,2-4 2 0,-4-7 5 15,2-1 6-15,-3-2 2 0,-5-1-5 0,1-3-5 16,-1 1-15-16,-5-1-10 15,-10 2-7-15,-1-4-9 0,2-3-22 0,3-4-35 16,-2-1-56-16,2-2-83 0,3-3-112 16,4-2-171-16,-2-4-197 0,4 1-215 0,1-4 64 15,5-1 79-15,4 1-577 0,0-3-705 16</inkml:trace>
  <inkml:trace contextRef="#ctx0" brushRef="#br0" timeOffset="56568.44">11891 9451 3557 0,'-2'-8'90'0,"-1"5"30"0,-2-3 47 0,5 6 37 0,-4-8 20 0,4 8 6 0,-1-8-12 0,1 8-20 16,0 0-2-16,0 0 65 0,0 0 21 16,-8 43 8-16,6-5 1 0,0 7-2 0,-5 9-2 15,5 6-20-15,-4-2-2 0,-2 3 1 16,7-1-4-16,1-12-35 0,-2-4-227 0,4 1 0 15,3-4 0-15,2-5 0 0,0-1 0 16,2-4 0-16,0-8 0 0,2-6 0 0,0-1 0 16,0-6 0-16,3-1 0 15,2-4 0-15,4-2 0 0,-1-1 0 0,-1-4 0 0,2 0 0 16,-4 1 0-16,0-1 0 16,-1 0 0-16,-1-1 0 0,1 3 0 0,-1-2 0 15,-7 0 0-15,2 1 0 0,1-1 0 16,-2 0-48-16,-1-3-588 0,-7 5-84 0,9-8-162 15,-6 2 55-15,1 1 87 0,-2-1-735 16,-2 6-924-16</inkml:trace>
  <inkml:trace contextRef="#ctx0" brushRef="#br0" timeOffset="56767.56">11904 9221 3915 0,'-15'-6'103'0,"2"6"32"0,3 0 13 16,10 0 18-16,-11-2 10 0,11 2 6 0,0 0 3 16,0 0-13-16,0 0-8 0,0 0-8 15,0 0-21-15,0 0-10 0,33-6-24 0,-9 5-60 16,4-2-82-16,13-1-112 0,0 1-132 16,-3 1-169-16,3 0-247 0,-9 2 35 15,-5 2 70-15,-7 0-427 0,4 5-498 0</inkml:trace>
  <inkml:trace contextRef="#ctx0" brushRef="#br0" timeOffset="57588">12745 9658 3023 0,'0'0'54'0,"9"2"41"0,-9-2 41 0,0 0 41 16,0 0 30-16,0 0 23 0,0 0 19 15,0 0 8-15,0 0 1 0,0 0-15 0,0 0-19 16,18-4-16-16,-18 4-9 16,5-8-12-16,-5 8-17 0,4-7-7 0,-4 7-8 15,7-10-9-15,-5 5-15 0,-2 5-1 16,7-14-15-16,-7 8-4 0,2-5 0 0,-2 2-12 15,0-2-3-15,-2-3-1 0,-3-3-2 16,-1 3-5-16,1-1 1 0,-1-1-4 0,-3 1-11 16,-3 0-6-16,1 6-11 0,-7-2-7 15,4 5-8-15,-6 3-2 0,1 3-2 16,-5 3 1-16,-7 7 13 0,1 4-1 0,5 3-3 16,2 2-40-16,3 1-8 0,9-1 0 15,0-2 0-15,6 2 0 0,0-4 0 0,5 2 0 16,2-1 0-16,4-1 0 15,2 0 0-15,5-1 0 0,2-2 0 0,0-1 0 0,7-3 0 16,-8-2 0-16,4-2 0 16,-1-1 0-16,-4-3 0 0,1 2 0 0,-14-2 0 15,22-2 0-15,-22 2 0 0,18 2 0 16,-18-2 0-16,17 0 0 0,-17 0 0 0,12 2 0 16,-7 4 0-16,2 1 0 0,6 2 0 15,-6 4 0-15,2 1 0 0,3 3 0 0,-3 3 0 16,4 4 0-16,1 2 0 0,-5-4 0 15,1-3 0-15,-4-2 0 0,2-2 0 0,-3-1 0 16,-1 1 0-16,-2-3 0 16,-1 1 0-16,-1-3 0 0,0 0 0 0,-1 0 0 0,-7-1 0 15,-1 2 0-15,-3-2 0 16,-3-1 0-16,-2-1 0 0,-2-2 0 0,-2 0 0 16,1-1 0-16,4-1 0 0,0-3 0 15,3 2 0-15,-1-2 0 0,14 0 0 0,-25-5 0 16,14 1 0-16,2 0 0 0,-3 0 0 15,5 3 0-15,7 1 0 0,-15-5 0 0,10 2 0 16,5 3 0-16,-5-8 0 0,5 8-582 16,2-6-419-16,-2 6 96 0,10-8-1035 0,1 4-1359 15</inkml:trace>
  <inkml:trace contextRef="#ctx0" brushRef="#br0" timeOffset="57869.6">13406 9840 5675 0,'0'0'20'0,"-12"-3"62"0,12 3 79 0,-7-4 76 0,7 4 33 0,-7-3 25 0,7 3-18 0,-6-7-14 15,6 7-45-15,0 0-17 0,7-12-24 0,1 5-25 16,-1 1-23-16,9-2-95 16,-1 4-34-16,2-5-101 0,5 4-124 0,-2 0-126 15,1-2-153-15,-2 4-168 0,2-5-188 16,2 3 69-16,-4 4 83 0,5-4-645 0,1-1-809 16</inkml:trace>
  <inkml:trace contextRef="#ctx0" brushRef="#br0" timeOffset="58249.84">13869 9564 3676 0,'-5'-7'113'0,"-1"0"41"0,1 1 45 0,4 1 44 0,-3-2 6 15,4 7-14-15,0-13-16 0,4 5-18 16,2 1-21-16,3 1-17 0,6 0-19 16,1 3-19-16,-1 3-7 0,0 1-15 15,2 5-14-15,2 4-2 0,-3 2-1 0,-3 5-19 16,-2 0-6-16,-3 4 1 0,-2 3-9 15,-6 0-2-15,-2 1 15 0,-2 10 13 16,-4-2-2-16,3 0 22 0,-3-6 7 0,4-7 2 16,1 1 5-16,-1-4 3 0,4-3 0 15,0 1 10-15,2-1 6 0,0-3 6 16,0 3 2-16,-1-2-43 0,1 2-97 0,2-1 0 16,0-1 0-16,-1 1 0 0,-1-1 0 15,0-1 0-15,2 1 0 0,-1 0 0 16,-2 1 0-16,-1-1 0 0,2 0 0 0,-2-3 0 15,-2 1 0-15,2 2 0 0,-4-2 0 16,-2-1 0-16,-1-1 0 0,-1-1 0 0,-4-1 0 16,1 2 0-16,0-3 0 0,-4-2 0 15,4 1 0-15,-3-3 0 0,1-1-729 0,-1-1-249 16,3-5 96-16,2 0 90 0,1-4-844 16,3-3-1074-16</inkml:trace>
  <inkml:trace contextRef="#ctx0" brushRef="#br0" timeOffset="58601.61">14058 9350 4899 0,'-8'-9'120'0,"3"1"35"0,1 1 6 0,4-2-19 0,2 2-11 0,3 1-13 15,5-1-13-15,4 3-8 0,-2 3-7 16,10 2-14-16,2 4-6 0,9 9-7 0,7 9-6 15,-8 6 2-15,-1 6-9 0,-5 4 6 16,-15-3 8-16,7 13 12 0,-5 3 21 16,-3-3 24-16,-3 4 19 0,-1 1 31 15,0-11 17-15,-5 2 14 0,1 0 23 0,2 1 6 16,-2-5-6-16,1-1-223 0,-2-9-2 16,-1-4 0-16,0-2 0 0,2-1 0 0,-2-5 0 15,-2-1 0-15,1-1 0 0,-4 4 0 16,-1-1 0-16,-8 8 0 0,-4-4 0 0,1-1 0 15,-6 2 0-15,0-3 0 0,-2-3 0 16,2-1 0-16,5-5 0 0,0-3 0 0,5-1 0 16,-1-4 0-16,5-2 0 0,2-1-378 15,7-2-634-15,0 0 99 0,-12-10-1089 0,12 10-1420 16</inkml:trace>
  <inkml:trace contextRef="#ctx0" brushRef="#br0" timeOffset="60200.23">9135 11090 1408 0,'10'-7'172'0,"-5"2"-23"0,0 0-23 0,-5 5-30 0,5-5-11 0,-5 5-1 15,4-4 0-15,-4 4-2 0,0 0-1 16,0 0 3-16,0 0-6 0,0 0-4 0,0 0 2 16,-32 12 7-16,7 5 13 15,-6 6 16-15,-12 8 17 0,-5 4 18 0,-17 14 14 16,1 4 15-16,-10 9 0 0,1 2-3 16,-10 4-1-16,-6 5 5 0,-5 1-8 0,-4 6-7 15,-32 20 3-15,30-26-5 0,0-1-5 16,5-3 2-16,0 0-12 0,5-5-9 15,4-1-6-15,7-9-3 0,6 3 0 0,2-7-8 16,7-5-3-16,14-14 0 0,2-3 0 16,4 0-11-16,6-7-3 0,8-5-14 0,3-1-5 15,6-5-3-15,3-2-9 16,5 0-11-16,2-5-5 0,1 4-10 0,-1-5-5 16,4 2-5-16,-4 0-17 0,6-1-28 15,-1-4-40-15,6 0-38 0,-9 8-43 0,6-4-58 16,3-4-65-16,-7 7-80 0,7-7-45 15,0 0-60-15,0 0-133 0,0 0-152 0,25 1 72 16,-6-8-484-16,10-8-605 0</inkml:trace>
  <inkml:trace contextRef="#ctx0" brushRef="#br0" timeOffset="60820.26">9049 11335 2989 0,'0'0'-16'0,"-3"-14"27"0,-1 6 20 16,2 1 19-16,-1-3 14 0,-1 3 13 0,1-3 31 0,-1 0 24 0,3 1 5 0,-3 0 6 15,4 1 6-15,-2-2-6 0,2 3-12 0,0 7-11 16,0-16-11-16,2 9-14 0,-2 7-12 15,9-9 0-15,1 8 0 0,-10 1 0 0,34 8 9 16,2 5 13-16,14 9 5 0,4 6 1 16,24 11-7-16,0 9-10 0,7 4-8 0,6 0-10 15,6 3-5-15,-6 4-5 0,1 2-10 16,5 5-5-16,3 2-4 0,7-1-3 16,-4 0-5-16,-1-5-4 0,-2-3-1 0,-10-3-1 15,-11-5 16-15,-7-8 10 16,-25-11-1-16,-5 0 3 0,-4-7 15 0,-9-4 9 15,-3-3 17-15,-9-4 6 0,1 0 20 16,-7-5 13-16,1 1 12 0,-3-3 1 0,0 3 2 16,1-3-1-16,-4 0-3 0,-1-4 4 15,1 2-4-15,-1 0-7 0,-5-5-103 0,13 7-42 16,-13-7 0-16,7 5 0 0,-7-5 0 16,5 5 0-16,-5-5 0 0,4 4 0 0,-4-4 0 15,0 0 0-15,0 0 0 0,0 0 0 16,0 0 0-16,0 0 0 0,0 0 0 15,0 0-280-15,0 0-370 0,0 0-222 0,-20-12-15 16,20 12 96-16,-37 7-811 0,13 0-1043 16</inkml:trace>
  <inkml:trace contextRef="#ctx0" brushRef="#br0" timeOffset="61649.66">6256 13416 4342 0,'-17'6'-87'0,"5"-2"33"0,1 0 10 0,1-1 22 0,4 3 33 16,6-6 41-16,-9 4 35 0,9-4 38 16,0 0 41-16,0 0 26 0,0 0 1 15,23 4-9-15,-1-6-12 0,17-6-25 0,3 1-15 16,-1-1-20-16,6 2-15 0,-6-2-11 15,-2 4-7-15,-10 0-12 0,-9 3-4 0,-1-1-13 16,-6 0-1-16,-1 2-11 0,-12 0 0 16,21 0-6-16,-21 0 3 0,8 5-8 0,-8-5-8 15,0 0-35-15,0 0-34 0,-4 10-51 16,4-10-78-16,-8 8-95 0,8-8-117 16,-8 3-176-16,8-3-169 0,0 0 67 15,0 0-489-15,0 0-625 0</inkml:trace>
  <inkml:trace contextRef="#ctx0" brushRef="#br0" timeOffset="62051.67">6744 13188 3468 0,'-4'-9'88'0,"6"-2"-4"0,1 2-2 0,5 0 0 16,2-2 11-16,7 1 4 15,0 2-6-15,6-1-4 0,1 1-9 0,1 8-8 0,4 0-2 16,7 4-12-16,-1 6-6 16,-3 1 0-16,-8 5-10 0,-2 3 0 0,-7 6-6 15,-7-1 13-15,-10 0 21 0,-6 12 13 16,-11 8 8-16,-8 3 12 0,-3-1 9 0,-3-3 15 16,-1-3 18-16,4-8 29 0,9-6 17 15,-3-6 14-15,12-4 7 0,0-3 0 0,2-4-4 16,5-2-9-16,-1-2-11 0,6 0-16 15,0-5-16-15,0 0-11 0,13 5-17 0,-1-5-16 16,3 2-9-16,4-2-13 0,4-2-9 16,0 2-8-16,1-2-9 0,1 2-13 15,-3 2-22-15,-2-2-15 0,-1 0-16 16,1 2-9-16,-5 0-8 0,-2-2-16 16,0 1-6-16,-5 1-20 0,-8-2-16 0,17 2-36 15,-17-2-46-15,11 1-57 0,-11-1-77 16,0 0-109-16,0 0-123 0,0 0-174 0,0 0-109 15,0 0 76-15,0 0-614 0,-5-15-802 16</inkml:trace>
  <inkml:trace contextRef="#ctx0" brushRef="#br0" timeOffset="62482.83">7016 13147 3973 0,'-15'-8'38'0,"3"2"8"0,3 2 20 0,4-1 1 0,5 5 5 0,-11-6-7 15,11 6 0-15,0-14-12 0,0 14-6 16,16-15-3-16,-3 7-7 0,8 2 1 0,2 2-10 16,0 4-2-16,1 1-4 0,9 6 2 15,-3 7-4-15,-1 3 1 0,-4 6 2 0,-2 6 12 16,-5 3 12-16,0 8 20 15,-2 8 24-15,-3 1 12 0,-4 1 4 0,1 2 14 16,-1-3 5-16,2 1 0 0,1 0 8 16,-1-1-17-16,-3-9-4 0,0-1-10 15,1-3-6-15,2 2-24 0,2-4 3 0,-6-1-10 0,-2-8-6 16,1-4-1 0,0-4-1-16,-4-2 3 0,0-1 13 0,0-2 8 0,-2 1 16 15,-2-2 0-15,-2 1-9 0,-6-2-5 16,1 1-8-16,-2-2-9 0,-5-2-12 0,0 1-1 15,-6-1-35-15,-1-3-56 0,-2 0-64 16,0 0-74-16,1-4-97 0,-4 0-110 0,1-2-141 16,-9-5-196-16,1-1-63 0,7 4 83 15,-5-6-567-15,2 2-725 0</inkml:trace>
  <inkml:trace contextRef="#ctx0" brushRef="#br0" timeOffset="62904.84">5987 13316 3665 0,'7'-9'-34'0,"-2"0"-3"0,-3 5 4 0,-2 4 2 0,0 0 28 0,0 0 46 0,11 17 39 0,-11 1 28 16,0 8 28-16,0 14 24 0,0 4 10 0,-2 5 11 15,0 9 16-15,0 0 10 0,1-2 14 16,1-8 2-16,0 3-7 0,1-7 7 0,3-1 5 15,3-6 11-15,1 1-7 16,4-5-4-16,3-4-5 0,0-5-9 0,5-3-12 16,-4-6-17-16,2-7-20 0,2 0-14 15,3-5-18-15,0-3-13 0,13-7-49 0,2-3-58 16,1-2-76-16,6-5-74 0,-9 1-106 16,-3-1-124-16,-3 2-139 0,-3-3-146 15,-4 1-220-15,-10 5 75 0,-5 0 89 0,-6 3-594 16,-4 1-757-16</inkml:trace>
  <inkml:trace contextRef="#ctx0" brushRef="#br0" timeOffset="63120.24">5955 13329 3974 0,'-10'-6'174'0,"7"0"-14"0,-1 0-15 15,4 6-14-15,2-13-1 0,2 7 6 16,1-3-2-16,4 1-14 0,7-4-12 0,2 2-12 16,9-3-12-16,2 2-23 0,0 4-57 15,-4 2-77-15,-1-1-108 0,1 3-140 0,-2 0-178 16,-6 1-205-16,-2 0 74 16,1 2-407-16,-16 0-511 0</inkml:trace>
  <inkml:trace contextRef="#ctx0" brushRef="#br0" timeOffset="63850.87">10007 13094 2791 0,'0'-13'67'0,"0"3"54"0,0 2 47 0,0 3 9 0,0 5-1 0,0 0-18 0,0-8-6 15,0 8 28-15,0 0 41 0,-9 22 13 16,6-1 5-16,-5 14 10 0,1 3 8 0,-7 14 1 16,3 1 6-16,2 1-4 0,0 0-1 15,6 0-2-15,-1-11-13 0,4-4-13 0,0 0-7 16,4-3-8-16,-3-5-13 0,3-6-12 16,5-3-10-16,-4-3-8 0,4-2-133 0,0 0-40 15,5-4 0-15,-3-2 0 0,5-5 0 16,1 0 0-16,0-4 0 0,3-2 0 15,-2 0 0-15,2 0 0 0,-6-4 0 0,4 0 0 16,-1 0 0-16,-2 2 0 16,-2-2-128-16,-3-1-406 0,0-1-139 0,-3 0-177 15,-1-2-9-15,-4 2 94 0,0 0-725 16,-2-3-938-16</inkml:trace>
  <inkml:trace contextRef="#ctx0" brushRef="#br0" timeOffset="64065.89">9874 12990 4406 0,'-12'-10'111'0,"1"-1"17"16,0 5-4-16,8-3-8 0,-1 2-6 0,4-1 0 16,4-1-2-16,3-3-7 0,9 2-8 15,2-1-13-15,13-2-11 0,6 5-35 16,2-4-57-16,1 6-89 0,3 1-121 0,-2 2-132 15,-1 0-162-15,-8 3-157 0,-5 0 70 16,-4 6-417-16,-5-1-506 0</inkml:trace>
  <inkml:trace contextRef="#ctx0" brushRef="#br0" timeOffset="64449.65">10445 13028 3212 0,'-17'-3'216'15,"1"1"1"-15,5 0 1 0,11 2 18 16,-17-4 24-16,9 3 19 0,8 1 3 0,-10-4-9 16,10 4-12-16,-7-7-34 0,7 7-22 15,0 0-22-15,23-15-17 0,-6 7-20 0,5 1-16 16,3 3-13-16,0 1-12 15,2 3-16-15,-4 1-9 0,-1 3-11 0,7 11-7 0,-8-3 3 16,1 9-7-16,-8 4-9 0,-5 4-8 16,-2-3-1-16,-5 1 0 0,-2 0 9 15,-2 11 6-15,-2 3 8 0,0-2 0 16,-2 0-6-16,2-3-2 0,1-1-1 0,1-8-11 16,0-4-5-16,2-3-2 0,0-3-9 15,0-1-10-15,0-4-44 0,2 1-50 0,0-2-62 16,1-1-76-16,-1-3-100 0,2-4-134 15,-4-3-142-15,8 2-173 0,-8-2-24 16,0 0 83-16,17-12-592 0,-12 3-755 0</inkml:trace>
  <inkml:trace contextRef="#ctx0" brushRef="#br0" timeOffset="64832.75">10618 12939 3944 0,'-7'-5'154'0,"7"5"-7"16,-10-2-14-16,10 2-5 0,-4-6-1 15,4 6-4-15,0 0-6 0,16-8-11 0,-3 5-12 16,4-1-9-16,5 2-9 16,5 4-8-16,0 0-9 0,9 7-9 0,1 3-2 15,-8 7-5-15,0 3 14 0,0 10-3 16,-12 1 4-16,5 10 17 0,-10 3 18 0,-4 4 24 15,-4-4 27-15,0 11 29 0,0-1 14 16,-2 1 0-16,1-2 6 0,-1-9-5 16,2-3-13-16,1 0-14 0,1-6-13 0,1-1-19 15,0-2-4-15,-2-7-23 0,-1-6-5 16,2-3-11-16,-2-4-11 0,0-3-10 0,-2 2-65 16,2-3 0-16,-3-4 0 0,1 3 0 15,-2-2 0-15,0-7 0 0,-2 11 0 0,-3-5 0 16,-4-1 0-16,-2 0 0 15,2-1-107-15,-3-1-174 0,1-3-120 0,11 0-131 16,-19-1-160-16,9-3-179 0,1-1 86 16,2-2-753-16,2-1-982 0</inkml:trace>
  <inkml:trace contextRef="#ctx0" brushRef="#br0" timeOffset="65566.28">13427 10653 4124 0,'0'0'-122'0,"0"0"19"0,-10-9 18 0,10 9 18 0,0 0 25 0,0 0 42 0,-34 19 44 0,13 4 33 15,-6 9 22-15,-1 11 7 0,-7 6 27 0,-10 21 21 16,-1 8 5-16,1 3 5 0,-3 2 8 15,-1 2-1-15,2 4 4 0,-1-4 10 16,3-2 9-16,1-8 3 0,11-20 6 0,-4 15-2 16,6-20 1-16,4-5-10 0,5-2-11 0,-1-4-15 15,6-11-18-15,2-1-13 16,3-7-10-16,2-1-14 0,5-8-9 0,-1-1-10 16,0 0-8-16,2 0-7 0,1-5-3 15,1 1-8-15,2-6-36 0,-8 6-62 0,8-6-57 16,0 0-58-16,0 0-61 0,-9-14-90 15,9 5-109-15,2-1-108 0,2-4-134 0,-1-2-153 16,1 1 75-16,5-4-650 0,5-6-832 16</inkml:trace>
  <inkml:trace contextRef="#ctx0" brushRef="#br0" timeOffset="65966.97">13478 10822 4034 0,'-9'-12'-3'15,"1"0"25"-15,2 7 33 0,3-5 18 16,-3 5 13-16,2 2-9 0,4 3-9 16,0 0-4-16,0 0 32 0,0 0 21 0,10 22 4 15,7 5 1-15,14 17-7 0,7 2-5 16,15 17-10-16,4 2-9 0,4 0-12 15,0 6-6-15,0 2-10 0,8 6-5 16,-1 1-5-16,11-2 1 0,0 3 12 0,5-4 29 16,-2-4 9-16,-6-12 3 0,-7 0 14 15,-6-6 6-15,-19-16-19 0,-8-6-4 0,-10-12-9 16,-2 1 5-16,-8-7 11 0,-2-2 20 16,-5-4 24-16,1-2 23 0,-4 2 16 0,1-4-3 15,-3 2-12-15,-4-7-21 0,7 4-20 16,-7-4-137-16,0 0-1 0,0 0 0 0,0 0 0 15,0 0 0-15,0 0-76 0,0 0-236 16,0 0-140-16,0 0-152 0,0 0-213 0,0 0-24 16,0 0 94-16,-37 3-730 15,15 4-924-15</inkml:trace>
  <inkml:trace contextRef="#ctx0" brushRef="#br0" timeOffset="66565.38">12341 12634 3859 0,'-4'-16'-30'16,"-2"1"46"-16,2 3 51 0,1 1 37 0,-1 3 7 0,2 0-6 0,0 2-10 0,2 6-14 0,0 0-8 16,0 0 23-16,0 0 30 0,0 0 24 0,0 45 17 15,-2-8 9-15,4 8 11 0,-4 16 27 16,-1-1 9-16,-2 6 12 0,1-1 12 0,3-2 6 15,-1 0 2-15,2-2 1 0,0-13 8 16,0-2 3-16,3-3 6 0,1-4-7 16,1-5-211-16,0-8-55 0,3-5 0 0,-3-2 0 15,4-5 0-15,3-6 0 16,1 0 0-16,3-5 0 0,1-3 0 0,0-3 0 16,6 1 0-16,-1-4 0 0,-2 2 0 15,1-4 0-15,-6 2 0 0,2 1 0 0,-4-1 0 16,-2 0 0-16,0 3 0 0,-4 0 0 15,-1-3-206-15,-3 0-497 0,2 1-166 0,-5-1-22 16,4-4 94-16,-4 5-810 16,0-5-1047-16</inkml:trace>
  <inkml:trace contextRef="#ctx0" brushRef="#br0" timeOffset="66801.56">12314 12596 4670 0,'-12'-7'100'0,"5"4"15"16,1-1-3-16,6 4-7 0,-1-6 0 15,1 6-8-15,0 0-3 0,13-16-2 0,-1 9-13 16,2 1-7-16,8-2-14 0,1-1-32 16,1 4-40-16,1 1-55 0,-2-1-79 0,-4 1-103 15,0 2-102-15,-6 2-124 16,-1 2-203-16,-5 0 57 0,-2 2 72 0,-5-4-320 0,0 12-353 15</inkml:trace>
  <inkml:trace contextRef="#ctx0" brushRef="#br0" timeOffset="67499.45">12930 12821 2448 0,'0'0'121'0,"2"-9"37"0,-2 9 28 15,0 0 16-15,0 0 20 0,1-8 16 16,-1 8 11-16,0 0-3 0,0 0-13 0,0 0-15 15,2-10-16-15,-2 10-22 0,0 0-15 16,4-7-16-16,-4 7 1 0,2-8-9 16,-2 8-12-16,3-8-11 0,-3 8-11 0,2-9-14 15,-2 9-2-15,0-12-5 0,0 5 5 16,-2-3 12-16,2-1-13 0,-3 1-2 16,-1-2 7-16,0-1-5 0,-3-1 8 15,1 2-1-15,-4 2-8 0,5 1-8 0,-3 1-2 16,-1 2-15-16,-3 3-9 0,1 0-5 15,11 3 6-15,-29 4-11 0,15 2 2 0,-2 4 1 16,0 2-3-16,3 0-2 0,2 4-5 16,-1 0 7-16,7-2 2 0,-1 3-7 0,4 0 2 15,2-3-6-15,2 1-4 0,2-1 0 16,1 1 1-16,4-3 0 0,0-1-4 16,0-3 2-16,2 2-3 0,1-5 10 0,-1 0 7 15,0-2 3-15,1-2-40 0,-1 2-8 16,1-1 0-16,-12-2 0 0,17 4 0 15,-10-2 0-15,-7-2 0 0,14 4 0 16,-6 1 0-16,-3 0 0 0,5 4 0 0,2 1 0 16,-3 2 0-16,-1-1 0 0,1 7 0 15,1-3 0-15,-3 4 0 0,-1-2 0 0,0 0 0 16,-2-1 0-16,-3-1 0 0,-1 0 0 16,0-1 0-16,-1 1 0 0,-5-1 0 0,1 1 0 15,-6-2 0-15,0 1 0 0,2-4 0 16,-5-1 0-16,1 1 0 0,-1-3 0 0,1 0 0 15,0-2 0-15,2-2 0 0,-1-1 0 16,12-2 0-16,-23 1 0 0,9-2 0 0,3-1 0 16,0-1 0-16,11 3 0 0,-17-3 0 15,9-1 0-15,-1 0 0 0,1 0-380 16,0-4-533-16,7 2-33 0,-3-1 100 16,6-1-891-16,1-4-1168 0</inkml:trace>
  <inkml:trace contextRef="#ctx0" brushRef="#br0" timeOffset="67866.49">12910 12597 4954 0,'-9'-4'52'0,"9"4"24"0,-11-6 10 0,6 1 5 0,5 5-3 0,0 0-7 0,18-16-3 0,-2 12-7 16,6 0-3-16,6 2-5 15,13 6-7-15,1 2 0 0,8 8-9 0,-7 5-4 16,-2 4 3-16,-2 9 13 0,-6 2 16 16,-7 4 17-16,-5 5 17 0,-6 0 31 0,-5-4 11 15,-5 3 28-15,4-1 12 0,-8 3 12 16,1-1-9-16,0-2-12 0,-2-2-9 0,0-7-16 16,0-3-17-16,0-3-13 0,-2-3-64 15,0 0-63-15,1 1 0 0,-6-2 0 16,3-2 0-16,3-1 0 0,-9-2 0 0,1 1 0 15,1-5 0-15,0-1 0 0,-1 0 0 16,4-4 0-16,-6-3 0 0,6-3 0 0,5-2-129 16,-9 0-298-16,9 0-126 15,-11-9-136-15,11-4-201 0,0 1 87 0,0-2 83 16,5-3-634-16,2-1-808 0</inkml:trace>
  <inkml:trace contextRef="#ctx0" brushRef="#br0" timeOffset="68282.64">14429 12593 3608 0,'8'-11'34'0,"-4"1"57"0,0 2 20 0,-1 2 19 0,-3 1 5 0,0 5-14 0,0 0 22 0,0 0 53 0,0 0 47 0,2 27 34 16,-5-2 4-16,-5 12 19 16,-2 13 11-16,1 4 0 0,-2 1 9 0,1 3-14 15,0 1-11-15,7-2-3 0,-1-11-14 16,6-2-9-16,1-3-130 0,-1 0-139 0,8-6 0 15,3 0 0-15,2-6 0 0,5-4 0 16,-1-4 0-16,5-4 0 0,5-5 0 0,-4-4 0 16,-2-4 0-16,2-3 0 0,-3-1 0 15,5-3 0-15,-2 1 0 0,-2-4 0 0,-4 0 0 16,0 3 0-16,-4-4 0 16,-2 2 0-16,1-1 0 0,-5-3-276 0,1 0-385 0,-7 0-135 15,3-2-93-15,-3 0 82 0,-3-2-813 16,0 1-1058-16</inkml:trace>
  <inkml:trace contextRef="#ctx0" brushRef="#br0" timeOffset="68481.36">14547 12574 4901 0,'-13'-10'176'15,"0"0"65"-15,3 3 38 0,7-1 17 0,-3-1-4 16,4 0-19-16,2 0-26 0,6-2-29 15,1-1-24-15,11-1-21 0,6-3-39 0,4 4-68 16,6 0-84-16,2 4-111 16,-6 4-111-16,-3 4-154 0,2 2-175 0,-5 1-227 0,-1 4 12 15,3 3 87-15,-4 6-617 16,-4 3-771-16</inkml:trace>
  <inkml:trace contextRef="#ctx0" brushRef="#br0" timeOffset="68716.67">14825 12825 3802 0,'0'0'303'0,"-11"-7"18"16,11 7 0-16,-2-8-3 0,2 8-27 16,4-12-31-16,4 3-22 0,2 1-29 0,3-1-24 15,2-1-18-15,2 2-25 0,2 2-40 16,-4 1-35-16,3 2-20 0,-5 1-47 15,-1 0-59-15,-1 4-65 0,-11-2-80 16,17 3-111-16,-7 2-119 0,-3-3-141 0,-2 2-166 16,2-2 67-16,0 1-566 0,-7-3-703 15</inkml:trace>
  <inkml:trace contextRef="#ctx0" brushRef="#br0" timeOffset="69148.59">15178 12481 3813 0,'-7'-4'186'15,"1"2"15"-15,6 2 20 0,0 0 30 0,-8-10 13 16,8 10 4-16,0 0-32 0,0 0-25 16,12-12-23-16,-12 12-17 0,20-3-21 15,-8 3-19-15,-12 0-4 0,29 3-24 0,-12 1-13 16,-2 2-12-16,0 6-12 0,1 0-5 15,-5 2-9-15,1 3-8 0,-5 0 6 16,-1-1-8-16,-2-1-3 0,-4 5-3 16,0-1 14-16,-6-2 1 0,2 1 13 0,3-1 0 0,-3 1-1 15,2-1-1-15,-1-4 4 0,1 3 11 16,4-1 3-16,-2-3 5 0,3 2 5 16,-1-1 0-16,2-1-2 0,1 1 1 15,1 1 3-15,-3-3-91 0,3 1-1 0,0 1 0 16,0-1 0-16,-2-2 0 0,-1 0 0 15,-1 1 0-15,0 1 0 0,0-2 0 0,-2 0 0 16,0-1 0-16,0 1 0 0,0-1 0 16,-2-1 0-16,-2 2 0 0,2-1 0 0,-3-2 0 15,-1-1 0-15,-2-2 0 0,1-1 0 16,7-3 0-16,-17 0 0 0,17 0 0 0,-19-10-144 16,9 0-543-16,0-6-212 15,5-2 6-15,-1-3 93 0,2-3-822 0,3-3-1060 16</inkml:trace>
  <inkml:trace contextRef="#ctx0" brushRef="#br0" timeOffset="69481.39">15407 12380 4799 0,'-10'-4'64'0,"10"4"20"0,0 0 24 0,0 0 27 0,0 0 11 0,0 0 6 16,14-10-8-16,-1 7-22 0,6 1-8 0,6 0-18 15,3 2-3-15,1 4-16 16,6 2-8-16,-1 7-9 0,-2 3 2 0,-1 7 2 16,-1 7 15-16,-5 6 16 0,-3 4 25 15,-2 3 27-15,-9-5 25 0,-1 9 19 0,-1 3 18 16,-3-7 14-16,-1 10 7 0,-3-7-22 16,0 0-80-16,1-5-128 0,-3 3 0 0,-3-6 0 15,-1 0 0-15,1-3 0 0,-5-3 0 16,-1-2 0-16,-1-1 0 0,-5-4 0 0,-2 2 0 15,-6-6 0-15,2-1 0 0,-4-5 0 16,4-1 0-16,4-5 0 0,-4-4 0 0,6 0 0 16,0-5 0-16,0-4-485 0,-1-1-456 15,0-5 19-15,2 2 96 0,1-6-880 16,3 2-1141-16</inkml:trace>
  <inkml:trace contextRef="#ctx0" brushRef="#br0" timeOffset="70666.6">19537 7461 2066 0,'4'-9'151'0,"-2"2"10"0,-2 0-8 0,0 7-9 0,0-9-6 0,0 9-13 0,-2-7-12 16,2 7-20-16,0 0-13 0,0 0 15 15,0 0 22-15,-34 30 25 0,3 8 29 16,1 5 16-16,-18 27 20 0,-8 7 14 16,-5 12 11-16,-5 9 4 0,-1 5 3 0,-21 31-11 15,24-28-1-15,1-1-9 0,2-5-10 16,5-4-12-16,8-6-6 0,1-5-12 0,8-6-8 15,5-4-4-15,12-19-6 0,3-8-12 16,-1-6-16-16,7-9-9 0,4-4-6 0,1-9-18 16,0-3-5-16,5-5-3 0,-3-1-10 15,4-3-5-15,-1 0-8 0,3-8-9 0,-7 4-40 16,7-4-46-16,0 0-41 16,0 0-35-16,2-24-70 0,3 11-77 0,-2-6-98 0,3-3-96 15,5-13-106-15,5-1-121 0,0-7-122 16,7-1 82-16,1-1-643 0,-1 0-809 15</inkml:trace>
  <inkml:trace contextRef="#ctx0" brushRef="#br0" timeOffset="71047.19">19505 7503 3752 0,'-7'-15'-63'0,"4"5"37"16,-1 1 24-16,2 1 3 15,0 5-5-15,2 3 1 0,0 0 15 0,0 0 34 16,0 0 46-16,32 30 42 0,4 1 19 16,11 8 16-16,23 17 10 0,8 4-7 0,6 4-12 15,3 10-13-15,7 1-3 0,-3 2 22 16,4 1 10-16,-2-1-2 0,-5-2-10 0,0-3 2 15,-8-6-14-15,-7-3-2 16,-8-8-1-16,-20-16-19 0,-5-2-17 0,-8-3-6 16,-7-12 2-16,-7-7 0 0,-5-1-12 15,-3-4-13-15,-3-1 6 0,1-1-10 0,-3-1 0 16,3-2-8-16,-4 1-17 0,0-1-5 16,-4-5-36-16,7 6-58 0,-7-6-80 0,4 4-84 15,-4-4-110-15,0 0-129 0,0 0-139 16,0 0-224-16,0 0 71 0,-30 0 79 15,13-4-569-15,-2-2-692 0</inkml:trace>
  <inkml:trace contextRef="#ctx0" brushRef="#br0" timeOffset="72030.48">17709 9677 3241 0,'0'-15'-69'0,"0"4"23"0,0-1 17 0,0 2 33 0,2 2 23 0,-4-1 27 0,4 1 36 16,-2 2 22-16,0 6-7 0,0-10-12 15,0 10-10-15,0 0 41 0,0 0 37 16,0 0 23-16,0 38 13 0,-2-13 20 16,-2 15 13-16,-2 13 12 0,-1 4-4 0,2-2 1 15,-4 1-4-15,4-3 4 0,-1-9-4 16,1-4-12-16,3-3-13 0,4-5-3 15,-2-8-7-15,1-2-14 0,1-3-11 0,4-2-9 16,-2-1-17-16,1-3-11 0,3-1-11 16,2 0-13-16,-1-3-24 0,1-3-90 15,1-2 0-15,2-2 0 0,3-2 0 0,-1 0 0 16,-2-2 0-16,7-2 0 0,-4 4-84 16,2-4-148-16,0 0-63 0,-2 0-85 0,1-1-81 15,-1-1-82-15,0-3-128 0,-2 0-123 16,-5-2 77-16,3-3-648 0,-3 0-820 0</inkml:trace>
  <inkml:trace contextRef="#ctx0" brushRef="#br0" timeOffset="72249.97">17825 9697 3661 0,'-13'-3'41'0,"-1"0"38"15,5 1 43-15,2 0 29 0,7 2 16 0,-12-2 11 16,12 2 2-16,-10-4-6 0,10 4-14 15,0 0-17-15,-1-7-13 0,1 7-16 16,13-6-14-16,0-2-22 0,4 4-49 16,4-2-55-16,2-1-77 0,2 0-110 0,10 0-116 15,-11 2-141-15,0 2-202 0,-6 3 60 16,-2 0 65-16,-5 1-315 0,-4 4-347 0</inkml:trace>
  <inkml:trace contextRef="#ctx0" brushRef="#br0" timeOffset="72480.53">18092 9881 2820 0,'0'0'305'0,"0"0"14"15,0 0-4-15,0 0-11 0,0 0-5 0,0 0-12 16,0 0-19-16,0 0-35 15,0 0-23-15,0 0-26 0,0 0-28 0,0 0-61 16,0 0-60-16,21-19-84 0,-11 18-89 16,-1-1-116-16,-9 2-111 0,19 0-132 0,-10 0-179 15,-9 0 48-15,22 0 65 0,-15 0-342 0,3-2-386 16</inkml:trace>
  <inkml:trace contextRef="#ctx0" brushRef="#br0" timeOffset="73365.25">18365 9726 2458 0,'0'0'137'0,"-10"-10"39"0,4 8 32 16,0-1 45-16,6 3 26 0,-9-8 10 15,9 8-4-15,-5-6-17 0,5 6-29 0,-8-4-26 16,8 4-18-16,-3-6-18 0,3 6-16 16,0 0-19-16,0 0-11 0,0 0-19 15,0 0-6-15,0 0-13 0,0 0-10 16,22 12-3-16,-22-12-5 0,5 8-11 0,-5-8-6 15,7 4 6-15,-7-4-9 0,3 3 16 16,-3-3 20-16,0 0 2 0,0 0 23 0,8 6 12 16,-8-6 13-16,0 0 7 0,0 0 2 15,0 0 5-15,0 0-5 0,0 0-4 0,0 0-11 16,0 0-12-16,0 0-16 0,0 0-71 16,0 0-36-16,5 6 0 0,-5-6 0 0,0 0 0 15,0 0 0-15,0 0 0 0,0 0 0 16,0 0 0-16,2 12 0 0,-2-5 0 0,0 8 0 15,-2 2 0-15,0 2 0 0,2 4 0 16,0 5 0-16,2 10 0 0,-2-1 0 16,4-1 0-16,2 0 0 0,-5-4 0 15,2-9 0-15,1 2 0 0,0-5 0 0,-3-3 0 16,1-3 0-16,0-2 0 0,2-2 0 16,0 0 0-16,-4-1 0 0,1 0 0 0,-1-3 0 15,0-6 0-15,0 12 0 0,0-7 0 16,0-5 0-16,0 0 0 0,0 12 0 0,0-12 0 15,0 4 0-15,0-4 0 0,-3 5 0 16,3-5 0-16,0 0 0 0,-6 5 0 0,6-5 0 16,0 0 0-16,0 0 0 0,0 0 0 15,0 0 0-15,-4 9 0 0,4-9 0 16,0 0 0-16,0 0 0 0,0 0 0 16,0 0 0-16,0 0 0 0,-1 3 0 0,1-3 0 15,0 0 0-15,0 0 0 0,0 0 0 16,0 0 0-16,0 0 0 0,0 0 0 0,0 0 0 15,0 0 0-15,0 0 0 0,0 0 0 16,0 0 0-16,0 0 0 0,0 0 0 0,0 0 0 16,0 0 0-16,0 0 0 0,0 0 0 15,0 0 0-15,0 0 0 0,0 0 0 0,0 0 0 16,0 0 0-16,0 0 0 16,-8-15 0-16,8 15 0 0,-16 1 0 0,16-1 0 15,-23 5 0-15,14-3 0 0,2 0 0 16,7-2 0-16,-18 4 0 0,11-4 0 0,7 0 0 15,-9 1 0-15,9-1 0 0,-11 3 0 16,11-3 0-16,0 0 0 0,0 0 0 0,-11 2 0 16,11-2 0-16,0 0 0 0,0 0 0 15,0 0 0-15,0 0 0 0,35-6 0 0,-18 2 0 16,7 0 0-16,3-1 0 0,-2 2 0 16,0 2 0-16,-6-3 0 0,1 0 0 0,-2 4 0 15,-3-3 0-15,-3 0 0 16,-3 3 0-16,-9 0 0 0,20-2 0 0,-20 2 0 15,11-2 0-15,-11 2 0 0,0 0 0 0,12-2 0 16,-12 2 0-16,9-1 0 0,-9 1 0 16,0 0 0-16,0 0 0 0,0 0 0 15,0 0 0-15,0 0 0 0,-20 13 0 0,9-11-982 16,-6 4 27-16,6-3 101 0,-9 0-982 16,7-1-1264-16</inkml:trace>
  <inkml:trace contextRef="#ctx0" brushRef="#br0" timeOffset="73646.59">18689 10190 5094 0,'0'0'-49'0,"0"0"0"0,0 0 19 0,0 0 57 0,7 7 50 0,-5 2 42 16,4-1 37-16,-3 2 27 0,1 5 19 0,3 2 3 15,-4 5-2-15,-1-1-1 0,2 4-11 16,-4-1-15-16,-4 2-14 0,0-1-15 0,-2 8-19 16,0-3-14-16,-1-5-12 0,1-2-13 15,-1-6-39-15,-1 1-44 0,0-5-48 0,3 1-70 16,-3-1-78-16,2-4-97 0,0-2-99 16,-3-1-105-16,4-3-119 0,-6-2-165 15,11-1 76-15,0 0-632 0,-16-8-787 16</inkml:trace>
  <inkml:trace contextRef="#ctx0" brushRef="#br0" timeOffset="75729.35">18833 9888 3806 0,'-6'-5'-80'0,"3"-2"28"0,-1-1 32 0,2-4 27 0,2 0 25 15,4 0 30-15,1-5 19 0,6 6 16 16,-2-1 0-16,6 0 4 0,-1 4 0 0,-2 1-3 16,6 5-2-16,-1 0-1 0,-3 4-7 15,2 4-5-15,4 2-6 0,-3 1-6 16,-2 6 3-16,2 5 12 0,-4-1 10 16,-5 0 19-16,-6 0 22 0,-4 3 11 0,-2 2 8 15,-9 10 1-15,-3-1 6 0,-2-2 4 16,-1-2 2-16,-1-5 7 0,7-5 23 0,4-5 23 15,1-4 10-15,0-1 0 0,6-6-19 16,2-3-23-16,0 0-21 0,0 0-18 0,0 0-52 16,16-22-99-16,-7 13 0 0,4 0 0 15,3 1 0-15,-1 3 0 0,2 0 0 0,3 2 0 16,-5 3 0-16,6 3 0 0,-3-1 0 16,5 3 0-16,0 2 0 0,6 5 0 0,2 0 0 15,-5 1 0-15,-4-1 0 16,3 4 0-16,-3-8 0 0,-6 2 0 0,-2-1 0 15,-1-2 0-15,-3-2 0 0,0 0 0 16,-1 0-28-16,-4-3-244 0,4 2-58 0,-9-4-81 16,0 0-61-16,0 0-45 0,0 0-63 15,11-13-106-15,-13 5-39 0,2-2 69 0,-4-6-539 16,2-4-660-16</inkml:trace>
  <inkml:trace contextRef="#ctx0" brushRef="#br0" timeOffset="76049.32">19333 9579 3204 0,'-8'-22'13'0,"5"7"60"16,-6 0 66-16,6 3 54 0,-3 3 33 0,4 2 21 16,-1 0 5-16,-1 1-14 0,-1 0-22 15,5 6-21-15,-2-6-16 0,2 6 2 0,0 0-5 16,0 0-12-16,34 22-9 0,-8-7-19 16,4 4-7-16,13 3-5 0,-4 5-17 0,3 0-21 15,-3 3-11-15,-3 2 0 0,-8 5 4 16,-1 2 10-16,-5 3 12 0,-8 4 8 15,-3 3 30-15,-1-8 11 0,-10 5 2 16,0-3-1-16,-1 2-9 0,-6-2-10 0,3 0-11 16,-1 0-9-16,-1-4-10 0,1-5-73 15,-4 1-29-15,2-4 0 0,3-5 0 0,-1-7 0 16,-1-4 0-16,0-1 0 0,-2-1 0 16,-1-1 0-16,-2-2 0 0,-5 3 0 0,-1-5 0 15,-3 0-223-15,-2 1-192 0,6-5-133 16,-4-3-147-16,3-1-159 0,4-3 73 0,-1-3 89 15,5-5-663-15,1-1-809 0</inkml:trace>
  <inkml:trace contextRef="#ctx0" brushRef="#br0" timeOffset="76747.36">20452 9365 3667 0,'5'-5'-13'0,"-5"5"52"0,6-4 41 0,-6 4 15 0,0 0 12 0,5-3 26 0,-5 3 52 16,10 12 51-16,-6 4 39 0,4 6 25 0,-7 18 22 16,1 3 7-16,-2 15 0 0,-2 0-12 15,2 0-26-15,-1-2-15 0,2-11-17 0,1 0-14 16,4-1-17-16,4 4-19 0,3-11-21 16,6 4-94-16,0-10-94 0,4-4 0 0,2-4 0 15,3-3 0-15,1-5 0 16,3-4 0-16,4-4 0 0,-7-4 0 0,-4-1 0 15,-2-2 0-15,-3 0 0 0,0 3 0 16,-4-2 0-16,-2 1 0 0,-3-2 0 0,1 2 0 16,-12-2 0-16,15 4-206 0,-7-4-163 15,-8 0-82-15,0 0-83 0,0 0-99 0,0 0-173 16,10-6 55-16,-10 6 82 0,0 0-614 16,-9-13-742-16</inkml:trace>
  <inkml:trace contextRef="#ctx0" brushRef="#br0" timeOffset="76979.99">20526 9424 3808 0,'-13'-10'122'0,"2"4"44"0,4 1 29 16,3-1 15-16,3 0-12 0,-1 0-12 15,5-4-13-15,3 3-12 0,4-3-17 0,5 0-13 16,2 1-12-16,4 1-15 0,13-2-12 15,1 3-33-15,3 0-45 0,-8 2-61 16,6 1-79-16,-5 3-96 0,-4 1-102 16,-11 0-109-16,6 1-194 0,-5 3-19 0,-6-1 63 15,5 2-395-15,-9 0-454 0</inkml:trace>
  <inkml:trace contextRef="#ctx0" brushRef="#br0" timeOffset="77196.62">21158 9653 3180 0,'-17'-2'322'0,"17"2"28"16,0 0 10-16,-13-5-21 0,13 5-32 15,-7-5-21-15,7 5-29 0,0 0-31 0,-9-6-31 16,9 6-75-16,0 0-73 0,0 0-98 15,16-8-115-15,-5 7-138 0,1-1-168 0,3 2-259 16,2-3 65-16,6 1 67 0,-4 0-421 16,6-1-496-16</inkml:trace>
  <inkml:trace contextRef="#ctx0" brushRef="#br0" timeOffset="77514.03">21433 9511 3197 0,'-11'-12'216'15,"0"3"41"-15,6-1 23 0,-1 2-1 0,5 1-13 0,-1-1-19 16,4-2-18-16,3 3-22 16,2-2-21-16,7 4-21 0,-1 1-17 0,5 6-18 15,-2 2-6-15,6 4-13 0,5 7-7 16,-3 8-12-16,-5 1-3 0,-3 3 1 0,-7 4 5 16,-5-2 8-16,-6-4 16 0,-2 9 20 15,-2-1 26-15,-3 1 19 0,3-5 13 0,-2-6 10 16,5-4-1-16,-3-5 0 0,4-4-53 15,0-1-153-15,2-1 0 0,-1 1 0 16,1-9 0-16,3 10 0 0,5-6 0 16,-8-4 0-16,15 1 0 0,-15-1 0 0,24-5 0 15,-8 2 0-15,5-4 0 0,-6 0 0 16,5 0-14-16,-4-3-588 0,9-6-161 0,-2 1-149 16,2-2 79-16,-1 0-890 0,1-2-1157 15</inkml:trace>
  <inkml:trace contextRef="#ctx0" brushRef="#br0" timeOffset="77880.96">21825 9077 5052 0,'-19'-7'35'0,"2"2"51"0,5 0 45 0,5 1 16 0,0-1 5 15,3 4-7-15,4 1-10 16,-4-7-12-16,4 7-16 0,15-7-8 0,4 4-9 15,17-3-6-15,8 8-14 0,0 2-4 16,12 4-8-16,-6 7-10 0,-2 4 2 0,-4 5-5 16,-5 5-4-16,-11 6 13 0,-4 5 8 15,-4 4 22-15,-5 4 28 0,-7 1 29 0,-4 6 24 16,-3-11 12-16,-1 3 12 0,0 0 3 16,-1-3 2-16,-1 1-137 0,2-3-57 0,-2-1 0 15,2-5 0-15,0-4 0 0,2-6 0 16,-2-1 0-16,0-1 0 0,0-1 0 0,-2 2 0 15,0-1 0-15,-4 8 0 0,-6 1 0 16,-1 0 0-16,-4-4 0 0,-4-1 0 16,-10 4 0-16,7-8 0 0,-3-2 0 15,1-3 0-15,-3-2 0 0,10-4 0 0,2-7 0 16,1 0-552-16,5-5-406 0,4-4 55 16,7 3 99-16,-14-12-888 0,8 0-1126 0</inkml:trace>
  <inkml:trace contextRef="#ctx0" brushRef="#br0" timeOffset="78645.57">18610 11097 4372 0,'8'-12'-166'0,"-5"2"57"0,0 2 62 0,-1 1 43 0,2-1 53 0,-4 3 33 0,0 5 18 16,0-8 6-16,0 8-2 0,0 0-7 15,0 0 7-15,0 0 37 0,-45 46 33 16,13 1 28-16,-13 24 21 0,-7 10 14 0,-3 6 11 16,-3 6 3-16,-4 1 10 0,-1 0 7 15,4-3 5-15,3-1 2 0,5-10-6 0,5-8-9 16,16-17-13-16,-1-3-73 0,8-8-174 15,3-3 0-15,4-12 0 0,3-2 0 0,6-8 0 16,-2-3 0-16,4-4 0 0,-1-1 0 16,5-3 0-16,-3-2 0 0,0 2 0 0,2-3 0 15,2-5 0-15,-4 4 0 16,4-4 0-16,0 0 0 0,0 0 0 0,-2-17 0 16,4 3-533-16,-1-1-105 0,6-7-147 15,-3 3-85-15,3-12 86 0,4-4-774 0,3 2-1001 16</inkml:trace>
  <inkml:trace contextRef="#ctx0" brushRef="#br0" timeOffset="79080.94">18399 11260 4445 0,'-4'-16'-117'0,"2"6"16"16,0-1 16-16,2 3 17 0,0 0 20 0,0 1 33 15,0 0 30-15,0 7 12 0,2-11 1 16,0 7-4-16,2 0 0 0,-4 4 3 16,9-6 15-16,-9 6 5 0,19 4 23 15,-6 4 13-15,7 0 15 0,5 7 11 0,3 5 14 16,7 8 7-16,2 5 7 0,4 4-4 16,3 6 3-16,13 12 1 0,0 4-1 0,2-1-16 15,6 4 2-15,1 4 5 0,6-5 32 16,1 4 35-16,1 2 19 0,1-2 14 0,3-4 21 15,-3-2 2-15,0-8-14 0,-5-1-4 16,-20-14-7-16,0-3-6 0,-6-4-137 16,-8-6-82-16,-9-4 0 0,-10-6 0 0,-2-4 0 15,-5 1 0-15,1-3 0 0,-3-1 0 0,0 0 0 16,-3-1 0-16,1-2 0 16,-6-3 0-16,9 6 0 0,-9-6 0 0,9 6 0 15,-9-6 0-15,0 0 0 0,5 5 0 16,-5-5 0-16,0 0 0 0,0 0 0 0,0 0 0 15,0 0 0-15,0 0 0 0,0 0-223 16,-19 4-612-16,6-6-122 0,-3 4 95 0,-4-1-945 16,-7 3-1236-16</inkml:trace>
  <inkml:trace contextRef="#ctx0" brushRef="#br0" timeOffset="80113.02">17526 12859 4627 0,'-9'3'-150'0,"9"-3"69"0,-15 0 53 0,15 0 67 0,-18-3 48 16,18 3 43-16,-11 3 43 16,11-3 36-16,0 0 26 0,-16 0 10 0,16 0-6 15,0 0-6-15,0 0-10 0,-12-3-11 16,12 3-22-16,0 0-10 0,0 0-12 0,0 0-18 16,45-8-10-16,-20 4-16 0,13-2-12 15,-2 0-14-15,-6 4-9 0,-5-2-12 0,2 2-9 16,-10-1-6-16,-2 3-5 0,3-2-14 15,-7-2-5-15,1 4-11 0,-3 0-7 0,-9 0-17 16,15-2-28-16,-15 2-33 0,12-2-44 16,-12 2-66-16,0 0-71 0,13 0-109 0,-13 0-128 15,0 0-133-15,0 0-199 0,0 0 39 16,0 0 85-16,12 2-593 0,-12-2-735 0</inkml:trace>
  <inkml:trace contextRef="#ctx0" brushRef="#br0" timeOffset="80596.37">17995 12746 3820 0,'-12'-10'89'0,"8"5"26"0,4 5 39 0,-9-9 18 16,9 9 14-16,-5-8 6 0,3 3-11 16,2 5-17-16,0-9-13 0,0 9-14 0,3-8-18 15,-3 8-11-15,12-7-11 0,-12 7-2 16,13-2-7-16,-13 2 4 0,21 5 5 0,-9 4 9 15,1 5 20-15,1 1 15 0,0 9 12 16,0 3 15-16,-1 0 18 0,-2 2 2 16,3 2-2-16,-3 2 1 0,-2 0-9 15,3-2-14-15,-2-4-12 0,-5-3-9 16,2-7-87-16,-4 0-56 0,3-3 0 0,-2-2 0 16,-3-1 0-16,3-1 0 0,0-2 0 15,-2 1 0-15,-1-1 0 0,-1-8 0 0,3 10 0 16,-3-10 0-16,0 9 0 0,0-9 0 15,-12 10 0-15,3-2 0 0,-5-1 0 16,-1-3 0-16,2 2 0 0,-2-2 0 16,2-1 0-16,1 0 0 0,1 1 0 0,2-2 0 15,9-2 0-15,-14 3 0 0,14-3 0 16,-10 3 0-16,10-3 0 0,0 0 0 0,0 0 0 16,0 0 0-16,0 0 0 0,49 0 0 15,-24-1 0-15,4-4 0 0,-2 1 0 0,-2 2 0 16,0-1 0-16,-9 0 0 0,4 3 0 15,-7-2 0-15,-1 2 0 0,-3-2 0 0,-9 2 0 16,15-2 0-16,-15 2 0 0,6-2-222 16,-6 2-357-16,0 0-100 0,0 0-201 0,-5-11 45 15,5 11 93-15,-7-14-705 16,3 4-896-16</inkml:trace>
  <inkml:trace contextRef="#ctx0" brushRef="#br0" timeOffset="80995.08">18298 12651 4096 0,'-10'-9'68'0,"4"1"25"0,-1 6 24 0,3-4 6 0,4 6-5 0,-5-6-3 0,5 6-2 16,0 0 3-16,0 0-1 0,0 0 4 0,18-5 0 15,-18 5-4-15,34 7-5 0,0 5 1 16,-4 5 5-16,1 3 16 0,7 7 17 15,-4 6 18-15,-4 5 19 0,1 5 8 0,-6 0-1 16,-5 7-9-16,-2-1 12 0,-6-1 1 16,2 0-6-16,-4-9 2 0,-5 1-2 15,2-3-5-15,-2-2-118 0,1-2-68 0,-3-4 0 16,-1-5 0-16,0-2 0 0,2-2 0 16,-1-3 0-16,0 1 0 0,-1-1 0 0,0-1 0 15,0-1 0-15,0-1 0 0,-2-1 0 16,-2 1 0-16,-2 1 0 0,-2-1 0 0,-4 2 0 15,-1-1 0-15,-3-1 0 16,0-2 0-16,-8 0 0 0,1-4 0 0,1-1 0 16,-7 0 0-16,0-4 0 0,0-1 0 0,1-4-35 15,-16-5-699-15,4-3-228 0,-1-2 68 16,2-1 90-16,-3 2-816 0,-3-1-1058 16</inkml:trace>
  <inkml:trace contextRef="#ctx0" brushRef="#br0" timeOffset="81394.89">17122 12729 4396 0,'11'-12'-89'0,"1"4"24"0,-4 1 24 0,-1 2 15 0,-2 1 15 15,-5 4 36-15,0 0 52 0,0 0 48 16,18 23 35-16,-18-3 23 0,0 16 15 0,-4 8 27 16,-1 10 36-16,-5 2 17 0,4 3 6 15,-1-1 2-15,1 0 0 0,3-2-11 0,1-10-8 16,2-3-13-16,0-2-14 0,3-3-14 15,1-5-16-15,3-2-43 0,3-6-167 0,0-6 0 16,-1-2 0-16,2-3 0 16,3-4 0-16,3-4 0 0,0-2 0 0,3-4 0 15,-4-2 0-15,9-4 0 0,-4 2 0 16,0-6 0-16,4-5-285 0,-2-2-285 0,-8 1-135 16,-3 1-196-16,-7-3 80 0,1 2 88 15,-8-1-687-15,-2-2-872 0</inkml:trace>
  <inkml:trace contextRef="#ctx0" brushRef="#br0" timeOffset="81597.03">17143 12750 4293 0,'-8'-4'155'0,"8"4"21"0,-7-3-4 0,7 3-4 15,-4-5-2-15,4 5-5 0,0 0-22 16,7-10-14-16,5 4-22 0,1 0-9 0,7-3-40 15,3 2-60-15,9 0-86 0,2-1-94 16,4 3-121-16,-7 1-148 0,8 1-251 0,2-1 59 16,-7 6 65-16,-7 0-379 0,-3 1-439 15</inkml:trace>
  <inkml:trace contextRef="#ctx0" brushRef="#br0" timeOffset="82377.96">19666 12798 2854 0,'0'0'153'0,"0"0"26"0,-21-7 22 0,21 7 23 0,-2-10 16 0,2 10 19 0,4-12 20 0,0 3 4 0,2 1-11 0,3-4-16 16,4 0-16-16,5 3-31 0,-3 2-18 16,2-1-18-16,4 1-19 0,-6 3-15 15,3 4-12-15,-2 0-9 0,4 4-14 0,-4 4-2 16,0 4-7-16,-1 4-2 0,-3-1 19 15,-3 4 16-15,-3 1 18 0,-3-3 20 16,-3 3 17-16,-5 3 7 0,-3 6-8 16,-4 0-43-16,-4-2-139 0,3 0 0 15,-1-6 0-15,1-6 0 0,6 2 0 0,-2-4 0 0,4-5 0 16,-1 0 0-16,4-3 0 0,2-5 0 16,-1 8 0-16,1-8 0 0,0 0 0 0,0 0 0 15,0 0 0-15,26-11 0 0,-16 6 0 16,1 1 0-16,1 3 0 0,-3-1 0 0,0 0 0 15,5 2 0-15,-5-1 0 16,2 1 0-16,3 1 0 0,-3 1 0 0,1 1 0 0,-1 1 0 16,0-1 0-16,0 2 0 15,0-1 0-15,-6-2 0 0,4 1-261 0,-9-3-306 16,11 3-84-16,-11-3-147 0,5 4-36 16,-5-4 83-16,0 0-721 0,0 0-921 0</inkml:trace>
  <inkml:trace contextRef="#ctx0" brushRef="#br0" timeOffset="82778.42">19197 12639 4260 0,'-13'-13'67'0,"6"5"19"0,-2 1 22 0,6 1 18 0,-1 0 11 0,0 3 9 0,4 3-5 0,-2-9-24 16,2 9 5-16,0 0 13 0,0 0 21 15,25 30 26-15,-6-3 16 0,0 16 15 0,4 6 8 16,-6 7 13-16,1 7 5 16,-1 4-3-16,-2 1-2 0,1 0-1 0,-3 2-3 0,-4-4 5 15,1-1-100-15,-1-7-135 0,0-4 0 16,2-15 0-16,-2-2 0 0,-4-4 0 15,3-8 0-15,-3-3 0 0,4-5 0 16,-4-3 0-16,3-1 0 0,-3-4 0 0,3-1 0 16,2-2 0-16,1 0 0 0,-1-6 0 15,-1 2 0-15,-9-2 0 0,21 0 0 16,-11-2 0-16,-1-2 0 0,3 0 0 0,-5-3 0 16,2-3-539-16,4 0-185 0,-6-4-200 15,-2 0 85-15,-3-3 87 0,4 2-749 0,-3-4-947 16</inkml:trace>
  <inkml:trace contextRef="#ctx0" brushRef="#br0" timeOffset="82979.96">19374 12632 4342 0,'-20'-14'73'0,"4"5"2"0,3 1 13 16,3 0 11-16,3 4 6 15,1-1 1-15,1 1-1 0,5 4-11 0,-4-6-11 0,4 6-10 16,13-8-14-16,3 6-51 0,4 0-73 16,5-2-117-16,6 4-131 0,8 0-166 15,7-2-189-15,2 2 67 0,-2 0-420 16,-1-2-496-16</inkml:trace>
  <inkml:trace contextRef="#ctx0" brushRef="#br0" timeOffset="83381.75">20163 12407 3203 0,'-7'-9'197'0,"1"1"-8"0,5 1-12 0,-1 0-9 16,0 2-12-16,2 5-14 0,4-16-13 16,-1 8-12-16,8 1-11 0,1 1-13 0,5 0-10 15,2 4-6-15,3 2 2 16,2 8 3-16,4 6 15 0,5 16 17 0,-7 4 18 15,-2 9 24-15,-7 6 18 0,-6 1 18 16,0 1 7-16,-5 5 8 0,0 0 1 0,2 2 9 16,-3 1 5-16,1-2 15 0,4-1 14 15,3 2 22-15,0-5 15 0,4-5-62 0,1-1-226 16,-1-12 0-16,-4-3 0 0,4-6 0 16,-3-4 0-16,-7-7 0 0,2-1 0 15,-3-2 0-15,1-2 0 0,-4 0 0 0,3-3 0 16,-4 3 0-16,-1 2 0 0,-2 1 0 15,-3 0 0-15,-3 4 0 0,-6 0 0 16,2-2 0-16,-1 3 0 0,-1-1 0 0,1-1 0 16,-2 0 0-16,-8 2 0 0,6-4 0 15,-2-2 0-15,3-2 0 0,3-1 0 0,-2-3 0 16,-2 0 0-16,1-1 0 0,1-3-454 16,1-2-569-16,1-2 116 0,-2-2-1068 15,-3 1-1393-15</inkml:trace>
  <inkml:trace contextRef="#ctx0" brushRef="#br0" timeOffset="86060.51">6178 12479 1670 0,'0'0'227'0,"0"-7"-28"0,0 7-15 0,0-7-12 16,0 7 9-16,0 0 0 0,0-12 5 16,0 12-10-16,0-7 8 0,0 7 5 15,-3-10-1-15,3 10-4 0,0 0-8 0,0-12-13 16,0 12-15-16,0-8-13 0,0 8-15 16,0 0-14-16,0 0-14 0,5-7-8 15,-5 7-10-15,0 0 2 0,0 0 6 0,11 17-3 16,-7-7-3-16,-1 4-5 0,3 1 2 15,1 1-4-15,-6 1-3 0,3 1 0 0,3 1-3 16,-7-3-2-16,4-1-3 16,-2 1-5-16,2-1-3 0,-2-3-10 0,-1-1-1 15,2-1-4-15,-1-1-3 0,0-1-5 16,-2-1-2-16,0-7-2 0,4 12 0 0,-3-7-4 16,-1-5 2-16,0 9-5 0,0-9-2 15,0 8-6-15,0-8-19 0,0 0-23 16,2 9-49-16,-2-9-68 0,0 0-89 0,0 0-118 15,0 0-166-15,0 0-197 0,0 0 49 16,-11-22 78-16,7 15-391 0,-2 2-462 0</inkml:trace>
  <inkml:trace contextRef="#ctx0" brushRef="#br0" timeOffset="87061.47">9808 12382 2575 0,'-7'-7'-18'0,"1"1"30"0,2 1 22 0,4 5 11 0,-4-13-1 0,6 8 11 0,2-4 12 16,5-2 10-16,4 0 1 0,5 1-11 0,1 1 0 15,3 2-7-15,3 1-9 16,0 2-2-16,-1 4 0 0,-6 0-4 0,3 1-1 16,0 6 14-16,-4 2 10 0,-3 3 19 15,-5 0 12-15,-1 3 24 0,-7 1 15 0,-2 4 18 16,-3 1 13-16,-5 9 12 0,-7-2 6 16,1 1 6-16,-1-4 0 0,0-2 1 0,2-3 2 15,5-5-10-15,0-5-4 16,0 0 0-16,5-1-12 0,-1-3-4 0,3 2-11 0,2-8-3 15,-2 12 0-15,2-12-12 0,13 8-9 16,-1-5-17-16,3-1-12 0,4 0-13 16,4-2-3-16,1-2-12 0,5 2-9 15,-2-2-9-15,2 2-17 0,-5-2-21 0,0 1-14 16,-6 1-10-16,1-3-6 0,-5 3-14 16,-1 0-20-16,-2 0-13 0,-11 0-16 15,18 0-28-15,-18 0-29 0,13 0-37 0,-13 0-53 16,0 0-79-16,16-2-109 0,-16 2-122 15,5-3-183-15,-5 3-12 0,7-2 72 0,-7 2-541 16,0 0-660-16</inkml:trace>
  <inkml:trace contextRef="#ctx0" brushRef="#br0" timeOffset="87960.44">12872 11980 3499 0,'0'0'14'0,"2"-7"8"0,-2 7 2 0,8-9-5 0,-5-1 3 15,6 6 6-15,-2-3 2 0,0 1 1 0,5-1 1 16,-2 4-8-16,1-1 4 15,1 3-1-15,-3 0-3 0,-9 1 6 0,23 2-1 16,-14 2 3-16,2 2 8 0,-4 0 5 16,0 2 12-16,-1 3 14 0,-3-3 18 0,-3 6 15 15,0-1 1-15,-1 4 5 16,-3-5 3-16,2 3-2 0,-2-4-2 0,4 2-7 0,-1-3-7 16,-3-1-4-16,4-1-4 0,-2 1-3 15,2-2 7-15,0-7 4 0,6 15-5 0,-5-8-6 16,3-2-7-16,3 2-6 0,1 2-8 15,0-3-2-15,0 1-8 0,-1 2-8 0,3-1-2 16,-1-3-4-16,-1 2-8 16,-1 0 3-16,2 1-8 0,-6-2 5 0,1-1-3 15,0 2 16-15,-4-7 17 0,0 15-3 16,-4-5 9-16,-2-5 10 0,0 5 4 0,-3-2 5 16,-2-2-15-16,-3 1-1 0,-1 1-4 15,-1-2-14-15,3 0-5 0,-1-4-1 16,1 1-24-16,2-3-56 0,-1-3-57 0,12 3-73 15,-23 0-102-15,16-2-130 0,0 0-130 16,-3 0-227-16,10 2 25 0,-14-6 77 0,14 6-549 16,-11 0-665-16</inkml:trace>
  <inkml:trace contextRef="#ctx0" brushRef="#br0" timeOffset="88844.4">14963 11792 3223 0,'4'-12'15'0,"-4"8"38"0,2-1 33 0,-2 5 29 0,1-7 8 0,-1 7 4 0,0 0 7 16,0 0 36-16,0 0 32 0,0 0 19 0,0 0-3 16,0 0-8-16,0 26-7 0,0-18-14 15,2 3-14-15,0 1-1 0,2-2-15 0,0 0-11 16,2-1-13-16,1-1-6 0,1-1-15 16,-1 0 5-16,5-3-11 0,-1-1-14 15,-11-3-5-15,25-3-5 0,-14-1-4 16,7-1-10-16,-2-2-6 0,-4-2-9 0,3-2 3 15,-1-1-5-15,3-1-2 0,-7 3 10 16,-1 2 5-16,0-1 9 0,0 1-8 16,-4 3-5-16,3-1-11 0,-8 6-10 0,7-4 0 15,-7 4 14-15,0 0 4 0,8 18-3 16,-8-8 4-16,4 4-2 0,-4 5 6 0,4-2-1 16,-1 5-21-16,-1-3-20 0,2 3-22 15,1 1 0-15,-1-1 0 0,3-3 0 0,-4-2 0 16,1-1 0-16,2-1 0 15,-3-5 0-15,-1 1 0 0,2 1 0 0,-2-6 0 16,1 1-171-16,-2 0-74 0,-1 2-79 16,2-4-102-16,-2-5-113 0,-2 8-160 0,2-8-114 15,-4 11 85-15,0-6-716 0,0 0-894 16</inkml:trace>
  <inkml:trace contextRef="#ctx0" brushRef="#br0" timeOffset="89742.72">17280 11884 3765 0,'0'0'-123'0,"10"-5"34"0,-10 5 33 0,8-4 33 0,-8 4 37 0,1-6 33 0,-1 6 30 0,2-7 18 0,-2 7 14 0,0 0-2 15,2-7-5-15,-2 7-5 16,0 0-8-16,0 0-2 0,0 0 13 0,0 0 2 16,0 0 9-16,-36 14 6 0,20-4 8 15,0 0-9-15,-2 2 6 0,3 0-10 0,-2 2-6 16,4-2-3-16,1-1-8 0,3 1-8 15,1-2 0-15,5-1-8 0,3 3-7 0,2 0-1 16,1-1-7-16,6-1-6 0,2 3-4 16,3-1-8-16,-1 0-6 0,3 0-2 0,1-1-2 15,-2 1-9-15,0 1 2 0,5-3-5 16,-8 2-1-16,0 1 3 0,0-4 0 16,-2 3 10-16,-7-2 22 0,3-1 20 0,-1-1 22 15,-5 2 7-15,0-2 12 16,0 1 7-16,0-9-3 0,-7 14 0 0,3-8-6 15,-4 0-4-15,1-1-13 0,-3 3-7 16,1-4-13-16,-3 0-11 0,1 0-8 0,-1 0-38 16,1-1-62-16,0-2-85 0,-1 1-93 15,3-2-118-15,9 0-144 0,-20 1-158 0,11-1-191 16,9 0 64-16,-11 2 96 0,11-2-634 16,0 0-761-16</inkml:trace>
  <inkml:trace contextRef="#ctx0" brushRef="#br0" timeOffset="90727.4">20343 11635 3341 0,'5'-8'-91'0,"2"3"24"0,-4 0 40 0,3-1 19 0,-2 1 21 0,-4 5 25 16,5-8 33-16,-3 3 20 15,-2 5 13-15,4-9-3 0,-4 9-12 0,1-7-3 16,-1 7-15-16,2-5-12 0,-2 5-7 16,0 0 2-16,0 0 18 0,0 0 16 0,-11 21 19 15,2-6 14-15,-9 10 20 0,-2 2 26 16,-7 9 4-16,-1 3 13 0,-5 1-3 0,3-3 2 15,-1 2 9-15,5 1 0 0,3-2-3 16,7-7-14-16,3-2-5 0,5-7-12 0,5 1-10 16,3-6-11-16,2-2-10 0,1-1-10 15,5 0-10-15,1-1-10 0,5-5-10 0,1-1-4 16,0-1-9-16,5-3-7 16,-4-3-8-16,4-2-6 0,-4-4-1 0,2 2-4 15,-3-1-5-15,-1-2 1 0,-3 0-2 16,-6-1-2-16,4 1 4 0,-6-3-11 0,1 1-5 15,-2 0-8-15,-2 9-1 0,-8-15-4 16,2 8-22-16,-3 6-43 0,-4-5-69 16,-3 4-89-16,-1 2-113 0,0 2-142 0,-8 2-169 15,6-1-216-15,2 2 75 0,-1 1 87 16,5-1-656-16,0 5-797 0</inkml:trace>
  <inkml:trace contextRef="#ctx0" brushRef="#br0" timeOffset="91926.39">21881 8511 3343 0,'0'-7'-212'16,"0"7"32"-16,0-7 30 0,0 7 36 0,0 0 23 0,0-8 23 0,0 8 26 0,0 0 17 15,0-7 20-15,0 7 15 0,0 0 17 16,0 0 13-16,4-7 2 0,-4 7 1 16,1-5 7-16,-1 5 13 0,8-9-4 15,-5 6 5-15,4-2 7 0,-3 0-8 0,-1 0 1 16,3 0-4-16,-1-1-1 0,-5 6-6 16,11-8-3-16,-8 5-11 0,-3 3-5 0,9-4-3 15,-9 4 2-15,0 0 10 0,18 8 11 16,-11-1 3-16,1 5 12 0,-1 2 10 15,3 1 6-15,0 5 0 0,1 7 1 0,3-2 5 16,-3 4-5-16,-4-8-2 0,1-1-5 16,0 1-7-16,-1 0-7 0,0-2-5 15,-3-3-4-15,3 0-6 0,-4 0-6 0,3-2-7 16,-4-2 2-16,1-2-5 0,-1 0-3 16,2 1-7-16,-2-3-29 0,0 0-33 0,2-3-49 15,-4 3-53-15,0-8-61 0,2 6-90 16,-2-6-143-16,0 0-162 0,0 0 49 0,0 0-297 15,0 0-330-15</inkml:trace>
  <inkml:trace contextRef="#ctx0" brushRef="#br0" timeOffset="92144.29">21921 8661 2435 0,'-8'3'47'0,"3"-2"25"15,5-1 38-15,0 0 24 0,0 0 22 16,0 0 11-16,0 0 1 0,0 0-13 0,36-8-17 16,-17 5-16-16,5-1-14 0,3 1-10 15,0 0-38-15,-1-1-57 0,3 0-65 0,-2 3-64 16,0-2-69-16,-7 3-102 0,3-4-190 16,-4-1-32-16,-6 3 49 0,-1-1-148 15,-4 0-117-15</inkml:trace>
  <inkml:trace contextRef="#ctx0" brushRef="#br0" timeOffset="92609.48">21872 8439 1850 0,'-12'0'43'0,"2"0"19"0,10 0 21 0,-14 2 19 15,14-2 19-15,0 0 19 0,0 0 8 16,0 0-4-16,0 0-17 0,0 0-15 0,0 0-4 16,0 0-13-16,0 0-8 0,0 0-8 15,47-5-9-15,-31 5-8 0,7-3-7 0,-3 3-2 16,-4 0-6-16,2 0-6 0,-3 0-5 15,-1 3-8-15,-3-1-1 0,1 1 1 16,-3 0-4-16,-4 4 7 0,1 2 8 0,-2-1 20 16,-1 5 16-16,-2 0 12 0,-1 4 2 15,0 3 13-15,0-2 7 0,-1 5-3 16,1 0 2-16,0 3-3 0,0 0-8 0,1-2-5 16,-1 1-7-16,2 0-10 0,2-2-5 15,-2 0-9-15,0-3-3 0,1-3-8 0,-1 1-2 16,2-5-6-16,-2 1-5 0,-1-3-3 15,-1 1-12-15,0-4-26 0,2 1-27 0,-2-2-27 16,0-2-50-16,0-5-66 0,0 8-74 16,0-8-69-16,0 0-95 0,0 0-218 0,0 0 38 15,0 0 65-15,0 0-273 16,-7-20-288-16</inkml:trace>
  <inkml:trace contextRef="#ctx0" brushRef="#br0" timeOffset="92792.95">21933 8785 2244 0,'-12'-3'78'15,"12"3"49"-15,-13-3 57 0,9-1 29 0,4 4 7 16,-5-5 3-16,5 5-1 0,9-10-12 16,0 6-20-16,4-4-18 0,2 1-17 15,9 0-24-15,-2 2-103 0,1 2-150 16,0-2-206-16,0-1-269 0,-3 1 14 0,0 2 76 0,-7 1-262 15,-5 0-258-15</inkml:trace>
  <inkml:trace contextRef="#ctx0" brushRef="#br0" timeOffset="98558.44">5840 14779 897 0,'0'0'140'0,"2"-8"-37"0,-2 8-19 0,0 0-18 0,0 0-10 0,0 0-5 0,0-6-5 15,0 6-3-15,0 0-7 0,0 0-2 16,0 0-1-16,0 0-3 0,-2-8-1 0,2 8 1 16,0 0-2-16,0 0 1 0,0 0 3 15,0 0 1-15,0 0 9 0,0 0 8 16,-2-7 6-16,2 7 6 0,0 0 6 15,0 0 4-15,0 0 10 0,0 0 1 0,0 0 5 16,0 0 3-16,0 0 2 0,0 0-6 16,-7-6-7-16,7 6 0 0,0 0-2 15,0 0-10-15,0 0-2 0,0 0-5 0,-8-7 4 16,8 7-1-16,0 0-9 0,0 0 7 16,0 0 2-16,0 0-2 0,-3-7-10 15,3 7 7-15,0 0-12 0,0 0 18 0,0 0 21 16,0 0 25-16,-16 27 16 0,9-9 13 15,-1 2 10-15,-6 11 7 0,3 1 1 0,2 1-4 16,-3 2-6-16,3-3-7 0,1 1-13 16,0-7-15-16,4-2-11 0,3-4-9 15,-3-2-13-15,2-2-5 0,2-2-8 0,-2 1-8 16,2-4-7-16,0-2-5 16,0 0-8-16,-2-1-19 0,2-8-39 0,-2 11-39 15,2-11-72-15,0 6-83 0,0-6-73 16,0 0-86-16,0 0-109 0,0 0-180 0,0 0 15 15,-3-29 71-15,3 15-278 0,-2 1-338 16</inkml:trace>
  <inkml:trace contextRef="#ctx0" brushRef="#br0" timeOffset="98809.18">5684 14741 2446 0,'0'0'67'0,"-4"-12"12"0,4 12-4 0,-2-7 4 0,2 7-7 0,0 0 12 0,0 0 36 15,0 0 21-15,0 0 5 0,0 0 10 16,22 28 5-16,-9-13-3 0,6 7 1 0,4 0-12 16,1 4-13-16,8 1-12 0,-1 4-11 15,8-2-12-15,-12-3-4 0,-2-3-15 0,0-1-9 16,-2-2-15-16,-1-1-29 0,-8-3-35 16,-2-5-41-16,-2 0-56 0,-3-2-57 0,-1-1-58 15,-3-3-71-15,-3 0-121 0,0-5-169 16,0 0 3-16,0 0-265 15,0 0-329-15</inkml:trace>
  <inkml:trace contextRef="#ctx0" brushRef="#br0" timeOffset="98940.95">5750 14986 2342 0,'0'0'19'0,"-11"2"2"0,11-2-2 0,0 0-2 15,0 0-1-15,-16 0 0 0,16 0 0 16,0 0 0-16,0 0-8 0,0 0-27 0,0 0-58 15,0 0-106-15,0 0-183 16,0 0-262-16,56-6-125 0</inkml:trace>
  <inkml:trace contextRef="#ctx0" brushRef="#br0" timeOffset="99257.95">6035 14725 1909 0,'0'0'120'0,"-2"-10"3"0,2 10-1 15,0 0-9-15,0 0-13 0,0 0 26 16,0 0 34-16,0 0 13 0,0 0 7 0,4 43 7 16,3-13 11-16,2 7-2 0,-2-1 7 15,2 3 2-15,0 1 13 0,0 2-8 0,-2-4 5 16,1 0-4-16,-3-1-1 16,1-3 7-16,-3-5 0 0,2-5 0 0,0-5-9 15,-1-1 8-15,0-3-2 0,1-1 0 16,-1-3-6-16,4-3-6 0,0-1-13 15,1-2-18-15,1-1-16 0,5-3-18 0,-2-2-15 16,-13 1-11-16,30-4-18 0,-12 2-36 16,1-3-37-16,-2 2-44 0,1-3-43 0,-4 2-57 15,2-1-51-15,-5 1-47 0,1-1-57 16,-3 0-73-16,-1 3-84 0,-3-3-84 0,-1 1-104 16,-4 4-167-16,2-6 63 0,-2 6-566 15,-4-11-753-15</inkml:trace>
  <inkml:trace contextRef="#ctx0" brushRef="#br0" timeOffset="99508.13">5999 14818 3804 0,'-12'-6'24'0,"1"3"40"15,4 0 22-15,-2-3 23 0,9 6 19 0,-9-3 7 16,9 3-7-16,0 0-15 0,-4-7-9 15,4 7-9-15,0 0-12 0,13-10-6 0,-3 5-7 16,1 1-7-16,5-1-9 0,-1 0-10 16,2-2-25-16,-2 3-37 0,3 0-31 15,-5-1-53-15,2 1-60 0,-3-1-60 0,-1 2-80 16,-1-1-120-16,-1 2-228 16,-9 2 49-16,9-1 77 0,-9 1-207 0,0 0-222 15</inkml:trace>
  <inkml:trace contextRef="#ctx0" brushRef="#br0" timeOffset="99807.83">6369 14790 2306 0,'0'0'200'0,"0"0"5"0,0 0-8 0,0 0 6 15,0 0-6-15,0 0-16 0,0 0 22 16,0 0 17-16,0 0-3 0,0 0-10 15,-20 19 3-15,22-7-10 0,2 4 15 16,-1 0 6-16,2 1 12 0,1 0 8 0,-3 1-23 16,1-1-10-16,1-1-26 0,-1 0-15 15,-2-1-15-15,3-2-15 0,-4-2-16 0,3-3-9 16,-2 2-11-16,0-2-15 0,-2-8-6 16,4 10-13-16,-3-5-43 0,-1-5-47 0,0 7-64 15,0-7-83-15,0 0-92 0,2 5-114 16,-2-5-131-16,0 0-164 0,0 0-111 15,0 0 66-15,0-21-548 0,0 21-725 0</inkml:trace>
  <inkml:trace contextRef="#ctx0" brushRef="#br0" timeOffset="100091.27">6538 14941 3505 0,'0'0'26'15,"0"0"20"-15,6-7-4 0,-6 7-1 16,0 0 8-16,0 0 14 0,9-1 9 0,-9 1 14 16,0 0 2-16,15 10-2 0,-7-3-2 15,-2 1 15-15,-1 3 12 0,-1 3 3 16,4-1 2-16,-4 3 4 0,-2-3-6 16,0 2-8-16,0-1-9 0,-2-2-11 0,2 1-8 15,-4-1-7-15,-2-3-6 0,2 3-4 16,-1-2-7-16,-2-3-7 0,1-1-36 15,0 0-43-15,-3-2-57 0,3 0-83 0,4-4-71 16,-14 2-76-16,14-2-102 0,0 0-122 16,-16-13-93-16,9 7 61 0,6-2-278 0,1-1-338 15</inkml:trace>
  <inkml:trace contextRef="#ctx0" brushRef="#br0" timeOffset="100406.88">6720 14729 2318 0,'0'-9'81'0,"-3"1"43"15,1-1 37-15,2 9 22 0,-2-10 10 0,2 10 7 16,-2-7-5-16,2 7-16 0,0 0-24 16,0 0 11-16,0 0 30 0,0 0 1 15,0 0-11-15,9 25-3 0,-4-14 5 16,4 4-2-16,-3 5-13 0,3 0-17 15,3 5-6-15,1 2-19 0,1-1-9 0,-5-3-18 0,0-4-4 16,-1 0-12-16,0-2-7 0,0-3-15 16,-5-2-6-16,3 0 0 0,-3-4-12 15,2 1-3-15,-1-3-20 0,-1 0-26 16,-3-6-30-16,2 11-40 0,-2-11-60 16,0 0-68-16,0 0-69 0,0 0-66 0,0 0-72 15,0 0-85-15,0 0-118 0,0 0-54 16,-5-27 63-16,3 15-317 0,2-1-398 0</inkml:trace>
  <inkml:trace contextRef="#ctx0" brushRef="#br0" timeOffset="100756.81">6818 14705 2550 0,'-4'-9'5'0,"-2"2"29"0,4 1 36 16,2 6 34-16,-5-11 37 0,5 11 33 15,-4-8 8-15,4 8-2 0,-4-7-15 0,4 7-20 16,0-9-14-16,0 9-10 0,4-8-14 15,-4 8-14-15,13-7-5 0,-13 7-8 0,18 0-4 16,-18 0 0-16,23 10 2 0,-8-3 2 16,0 5 2-16,6 8 12 0,0 1-2 15,-2 1-9-15,2 3 0 0,-2 0-2 0,0 2 2 16,-2 0-2-16,1 2 5 16,-2 0 0-16,2 3-2 0,-4-4 5 0,2-3-1 0,-3 3 2 15,-1-8-5-15,-4 0 1 16,-1-3-8-16,-2-1-1 0,0 0-3 0,1-1-15 15,-3 1-1-15,-1-4-5 0,0 1-7 16,-4 0 3-16,2-1-13 0,-2 2-19 0,-3-3-24 16,1 1-33-16,-2-1-35 0,-2 0-57 15,1-2-63-15,-1-2-100 0,-4-4-106 16,1 1-151-16,-1-2-191 0,1-2 58 0,11 0-497 16,-25-7-647-16</inkml:trace>
  <inkml:trace contextRef="#ctx0" brushRef="#br0" timeOffset="101290.9">5823 15126 2975 0,'0'0'-98'0,"-13"3"37"0,13-3 34 0,-12 3 24 0,12-3 34 0,0 0 33 0,0 0 38 16,-14 1 31-16,14-1 11 0,0 0 12 16,0 0 9-16,0 0-5 0,0 0 2 15,0 0-13-15,0 0-14 0,0 0-15 0,0 0-10 16,0 0-13-16,0 0-11 0,0 0-11 16,0 0-50-16,0 0-60 0,27-18-78 0,-13 15-100 15,-3 0-135-15,5 0-247 0,3-1-10 16,-4 2 66-16,-2-1-227 0,3 1-256 15</inkml:trace>
  <inkml:trace contextRef="#ctx0" brushRef="#br0" timeOffset="101808.15">7391 14823 1999 0,'0'0'63'0,"0"0"56"0,-11-7 29 0,11 7 28 0,-11-4 35 0,11 4 31 0,-12 0 31 0,12 0 23 16,0 0 15-16,-15-3 11 0,15 3 7 16,0 0 1-16,0 0-20 0,-14-1-15 0,14 1-19 15,0 0-29-15,0 0-26 0,0 0-20 16,0 0-19-16,0 0-19 0,0 0-13 0,0 0-21 16,0 0-32-16,34-14-59 15,-25 12-70-15,-9 2-80 0,16-4-89 0,-3 4-116 16,-6-1-129-16,2 0-163 0,-9 1-196 15,16-3 78-15,-16 3-592 0,0 0-777 0</inkml:trace>
  <inkml:trace contextRef="#ctx0" brushRef="#br0" timeOffset="101995.97">7355 14977 3909 0,'-9'7'172'0,"3"-3"39"0,6-4 36 16,-10 5 61-16,10-5 46 0,0 0 24 15,0 0-13-15,0 0-34 0,0 0-41 0,0 0-32 16,0 0-27-16,0 0-26 0,0 0-22 16,18-28-64-16,-4 21-74 0,-1-1-104 0,-1 3-108 15,4-2-111-15,-1 2-130 16,1-2-151-16,0-1-212 0,4 1-33 0,-5 0 84 16,2-2-586-16,-1 1-764 0</inkml:trace>
  <inkml:trace contextRef="#ctx0" brushRef="#br0" timeOffset="102423.33">7601 14725 3773 0,'0'0'94'0,"-7"-8"12"15,3 3-3-15,4 5 1 0,-2-7 2 16,2 7 12-16,2-11 7 0,-2 11-5 0,5-10-10 15,-1 8-11-15,-4 2-11 0,18-6-5 16,-18 6-6-16,19 0-10 0,-19 0-7 16,20 3-4-16,-8 2 0 0,-1 0 6 0,0 4 8 15,2 1 15-15,-6 1 18 0,0 2 19 16,1 3 13-16,-4-1 33 0,-2 1-1 0,0 0 9 16,0 4 15-16,-2-3 12 0,2-2-7 15,0-1 0-15,-2 0 0 0,1-2-5 0,-1 0 0 16,2 0-2-16,2-2 2 0,1-1-177 15,-1 2-14-15,5-4 0 0,-4 2 0 16,4-3 0-16,1 2 0 0,0-2 0 16,-1-1 0-16,3-3 0 0,-1 2 0 0,-2-1 0 15,-9-3 0-15,23 3 0 0,-15-3 0 16,-8 0 0-16,17 0 0 0,-17 0 0 16,13-1 0-16,-13 1 0 0,14-2 0 0,-14 2 0 15,13-3-326-15,-6-1-267 0,-7 4-125 16,7-5-187-16,-7 5 66 0,0 0 96 0,0 0-640 15,0 0-837-15</inkml:trace>
  <inkml:trace contextRef="#ctx0" brushRef="#br0" timeOffset="102841.88">7540 15022 3723 0,'0'0'-15'0,"-13"3"57"0,13-3 56 0,-9 2 45 0,9-2 54 0,0 0 45 0,0 0 30 16,0 0 18-16,0 0-35 0,0 0-19 15,0 0-23-15,-4-12-26 0,4 12-17 0,19-14-20 16,-12 7-6-16,5 1-63 15,-3 0-52-15,5 0-67 0,-5 1-74 0,-1 1-78 0,-1-1-97 16,1 1-96-16,-8 4-112 16,4-3-183-16,-4 3-14 0,0 0 67 0,0 0-381 15,0 0-481-15</inkml:trace>
  <inkml:trace contextRef="#ctx0" brushRef="#br0" timeOffset="103706">9890 14432 3136 0,'-16'-7'209'0,"5"4"6"0,4-2-1 0,-3 1 4 0,4 1 21 0,6 3 21 0,-9-3 3 16,9 3-25-16,0 0-27 0,0 0 0 16,-17 11 20-16,9 7-6 0,3 4-8 0,-3 8 6 15,-2 7-9-15,4-1-8 0,-1 2-16 16,2-1-16-16,-2 1-14 0,3-1-13 0,-3-2-18 16,1-2-12-16,5-8-12 15,-3-3-11-15,2-3-12 0,0-2-37 0,0-1-50 16,0-4-68-16,-2-2-65 0,4 1-70 15,-2-4-94-15,2-7-127 0,0 0-111 16,0 0-113-16,0 0-156 0,2-27 62 0,2 6-637 16,-2-12-837-16</inkml:trace>
  <inkml:trace contextRef="#ctx0" brushRef="#br0" timeOffset="103908.23">9808 14376 3850 0,'4'-12'26'0,"-4"3"50"15,0 1 30-15,0 8 29 0,0-9 27 16,0 9 18-16,2-8-4 0,-2 8 3 15,0 0 38-15,0 0-14 0,12 21-13 0,-1-5-5 16,6 8-22-16,2 0-15 0,0 2 2 16,6-1-27-16,-1 1-15 0,1-2-12 15,2 1-6-15,-2-4-52 0,0 0-44 16,-2-3-47-16,-1-3-65 0,-1-2-76 0,-5-2-95 16,-3-4-94-16,-4-3-123 0,1 2-180 15,-2-5-12-15,-5 3 69 0,-3-4-405 0,0 0-507 16</inkml:trace>
  <inkml:trace contextRef="#ctx0" brushRef="#br0" timeOffset="104074.79">9930 14633 3181 0,'-15'-4'187'0,"3"4"25"16,12 0 28-16,-15-1 44 0,15 1 44 16,0 0 0-16,-14-4-7 0,14 4-28 0,0 0-32 15,-11-2-29-15,11 2-25 0,0 0-25 16,0 0-49-16,20-9-73 0,-5 3-96 0,2 0-103 15,3 0-143-15,11-5-166 0,1-1-224 16,1-2-75-16,-7 1 83 0,3 1-513 16,-4-5-643-16</inkml:trace>
  <inkml:trace contextRef="#ctx0" brushRef="#br0" timeOffset="104339.77">10201 14388 3547 0,'0'0'132'16,"-10"-6"27"-16,10 6 25 0,-8-5 33 15,8 5 17-15,0 0-4 0,-9-3-16 0,9 3-1 16,0 0 44-16,0 0 5 0,-2 26-9 16,6-9-16-16,-2 0 1 0,1 3-7 15,6 5-3-15,-2 4-14 0,2 0-12 0,1-2-3 16,1-4-10-16,-1-5-15 0,-3 1-7 16,5-1-18-16,-5-3-88 0,3-1-61 15,-4-2 0-15,2-2 0 0,-3-2 0 0,1-1 0 16,-1 0 0-16,4 0 0 0,-4-4 0 15,4 1 0-15,-9-4 0 0,18 3 0 16,-9-3 0-16,-9 0-183 0,19-5-300 0,-7 0-134 0,-7-4-180 16,2 1-73-16,-2-3 76 15,-1 1-718-15,-2 2-959 0</inkml:trace>
  <inkml:trace contextRef="#ctx0" brushRef="#br0" timeOffset="104541.9">10113 14432 4494 0,'-15'-3'94'0,"3"-3"35"0,7 3 40 16,-3-2 36-16,4 0 10 0,4 5-35 15,-5-16-9-15,2 8-21 0,8-2-19 16,-2-2-13-16,7-1-24 0,-3 2-49 16,5-1-55-16,1 0-75 0,-2 5-95 0,3-1-115 15,-1 2-130-15,3 0-175 0,-3 4-120 16,-5 2 70-16,-8 0-449 0,18 0-568 0</inkml:trace>
  <inkml:trace contextRef="#ctx0" brushRef="#br0" timeOffset="104857.67">10310 14415 3354 0,'0'0'160'0,"0"0"4"0,0 0-4 16,0 0-1-16,0 0-1 0,-11-19-7 15,11 19-14-15,14-12-12 0,-4 5-14 0,1 2-10 16,4 2-9-16,-2 1-11 0,3 2-11 16,-16 0-1-16,29 9 9 0,-16-1 24 0,0 6 26 15,-3 1 39-15,-3 2 34 0,-3 2 24 16,-2-2 20-16,-1 4 7 0,-1-4 12 16,-1 0 5-16,1-1-4 0,0-3-6 0,0-1-2 15,-2-2 0-15,2 0-127 16,0-3-130-16,2 1 0 0,-2-8 0 0,1 12 0 0,-1-12 0 15,3 7 0-15,-3-7 0 0,13 0 0 16,-13 0 0-16,23-5 0 0,-10-1 0 16,3 0 0-16,-1-2 0 0,0 0-250 15,-4-3-463-15,3 1-233 0,-3 0 56 0,0-1 98 16,0 5-772-16,-2 0-1008 0</inkml:trace>
  <inkml:trace contextRef="#ctx0" brushRef="#br0" timeOffset="105108.66">10674 14508 4196 0,'0'0'-7'0,"0"0"54"0,0 0 18 15,0 0 31-15,0 0 23 0,0 0 21 16,0 0 1-16,0 0-10 0,0 0-10 0,0 0-12 16,0 0-10-16,14 6-8 0,-6 1-9 15,0 1-9-15,0-2-1 0,-1 6-10 0,0-4-7 16,0 5-2-16,-4-1-6 0,1-1-6 15,-4 3-2-15,2-3-14 0,-4 2-37 16,0 0-50-16,0-2-64 0,1-2-85 0,-4 0-108 16,1-4-126-16,4-5-174 0,-7 3-44 15,7-3 57-15,0 0-358 0,0 0-442 0</inkml:trace>
  <inkml:trace contextRef="#ctx0" brushRef="#br0" timeOffset="105439.09">10687 14270 2968 0,'-11'-8'181'0,"11"8"16"0,-4-7-1 15,4 7 5-15,0-10 4 0,0 10-5 16,5-14-15-16,1 6-20 0,3 1-14 0,1 0-19 16,3 0-12-16,-2 5-13 0,3-1-11 15,-1 3-10-15,-13 0-6 0,27 7-3 16,-13 1 3-16,1 9 11 0,-6-3 19 15,-1 7 19-15,-1-1 5 0,-3 5 34 16,2 9 23-16,-4-5 4 0,-1-5 15 0,1 2-1 16,0-4-9-16,1 0-7 0,1-3-11 15,-3-4-14-15,1-1-17 0,2-2-11 0,0-1-14 16,-3-3-10-16,5 1-65 0,0-2-51 16,0 0 0-16,1-5 0 0,1 3 0 0,-8-5 0 15,16 5 0-15,-9-5-69 0,4 0-197 16,-11 0-94-16,19-4-111 0,-8-2-127 0,0 0-186 15,-2-4-27-15,-2 3 75 0,2-3-657 16,0-2-846-16</inkml:trace>
  <inkml:trace contextRef="#ctx0" brushRef="#br0" timeOffset="105738.74">10972 14137 3918 0,'-9'-3'89'0,"1"-1"37"16,8 4 26-16,-9-7 32 0,9 7 33 15,-6-3 20-15,6 3 27 0,0 0-16 0,-8-5-27 16,8 5-27-16,0 0-15 0,0 0-16 16,0 0-21-16,22-6-9 0,-22 6-13 0,25 6-18 15,-11 1-9-15,13 7-8 0,-6-3-11 16,1 12 2-16,3-1 4 0,-3 5-1 16,-3 0-6-16,-2 5 6 0,-2 4 8 15,-2 0 14-15,5 7 7 0,-7-6 5 0,0-1-1 16,-1 2-8-16,-1-5-9 0,1-2-8 15,-2-8-31-15,-2-1-56 0,-3-7 0 16,1 0 0-16,0-3 0 0,-3-2 0 0,1 1 0 16,0-4 0-16,0-1-136 0,-2-6-133 15,3 4-119-15,-3-4-144 0,0 0-135 0,0 0-184 16,0 0 59-16,-9-28 83 16,9 14-599-16,0-3-767 0</inkml:trace>
  <inkml:trace contextRef="#ctx0" brushRef="#br0" timeOffset="105974.7">11415 14357 4014 0,'0'0'248'0,"-18"0"34"16,18 0 33-16,0 0 20 0,-13 0 36 15,13 0 6-15,0 0-19 0,0 0-32 0,0 0-33 16,0 0-38-16,-5-7-30 0,5 7-59 15,0 0-65-15,16-12-85 0,-6 7-108 0,1 1-95 16,0-1-92-16,3 1-111 0,-3 0-111 16,1 4-132-16,-2-3-162 0,-10 3 63 15,13 1-653-15,-13-1-839 0</inkml:trace>
  <inkml:trace contextRef="#ctx0" brushRef="#br0" timeOffset="106139.58">11440 14494 3837 0,'-8'6'78'0,"3"-2"48"0,4 1 32 15,1-5 42-15,0 0 55 0,-8 7 63 16,8-7 22-16,0 0 13 0,0 0-25 0,0 0-30 16,-3 7-31-16,3-7-37 0,0 0-24 15,0 0-38-15,0 0-73 0,0 0-105 16,28-6-120-16,-17 3-123 0,3-2-163 0,-1-2-202 16,5-3-212-16,-4 0 76 0,2-2 88 15,1 0-552-15,-2 0-680 0</inkml:trace>
  <inkml:trace contextRef="#ctx0" brushRef="#br0" timeOffset="106455.62">11737 14182 3691 0,'0'0'204'0,"-14"1"26"16,14-1 16-16,0 0 16 0,0 0 12 0,-15 2 14 15,15-2-11-15,0 0-17 0,0 0-20 16,0 0-25-16,0 0-18 0,0 0-15 0,0 0-18 15,0 0-19-15,0 0-13 0,0 0-17 16,0 0-9-16,36-10-14 0,-36 10-12 16,23 3-1-16,-8 2-1 0,-3 4 13 15,1 5 7-15,-2-1 2 0,1 5 4 0,1 9-10 16,-1 0-7-16,-1 2-27 0,-1 2-60 16,2-2 0-16,-5 1 0 0,0-6 0 0,1-4 0 15,-2-1 0-15,-2-2 0 0,1-1 0 16,-3-1 0-16,4-4 0 0,-2 0-210 15,-3-2-91-15,3 0-85 0,-2-4-102 0,3-1-129 16,-5-4-194-16,0 0 20 0,0 0 78 16,0 0-605-16,0 0-774 0</inkml:trace>
  <inkml:trace contextRef="#ctx0" brushRef="#br0" timeOffset="106623.04">11841 14512 3852 0,'-9'4'179'15,"-1"-3"47"-15,10-1 38 0,-11 4 60 0,11-4 57 16,0 0 59-16,-9 4 40 0,9-4 2 15,0 0-27-15,0 0-36 0,0 0-49 0,0 0-51 16,0 0-319-16,0 0 0 0,26-16 0 16,-14 11 0-16,-3 1 0 0,3-1 0 15,-3 0 0-15,2 2 0 0,-3 1-199 0,2 0-410 16,-10 2-139-16,13-1-159 0,-13 1 76 16,6-2-834-16,-6 2-1103 0</inkml:trace>
  <inkml:trace contextRef="#ctx0" brushRef="#br0" timeOffset="113303.47">7668 14866 1532 0,'-8'4'57'0,"2"1"28"0,-1 0 17 0,0-2 15 0,7-3 21 0,-9 10 9 15,6-3 22-15,-1-2 13 0,4-5 10 16,-6 13 1-16,6-13-6 0,0 8 3 15,0-8 3-15,0 0 3 0,2 8-2 16,-2-8-3-16,0 0-5 0,6 6-11 16,-6-6-13-16,0 0-12 0,0 0-17 0,25-14-12 15,-16 7-12-15,1-1-10 0,-1-4-8 16,-3 0-5-16,1 1-11 0,0-1-5 0,-2 1-9 16,-1-1-10-16,-2 0 0 0,-2 4 0 15,0-1-2-15,0 1-9 0,0 8-6 0,-7-7-5 16,7 7 1-16,0 0 6 0,0 0 0 15,-35 18 8-15,21-4 16 0,3 2 4 0,1 5 1 16,1-3 7-16,5 5-8 0,-1-6-4 16,5 0 5-16,0 1-8 0,2-1 5 15,3-5 9-15,3 3-23 0,0-5 22 16,3 0-16-16,7-4 0 0,-2-5 0 16,4-1-5-16,5-3-5 0,-5-4-3 0,8-6-1 15,-1-3-9-15,-2-3 4 0,-4 2-5 16,-4 0 2-16,-5 1-4 0,-3 1-4 0,-3 1 6 15,-2-1 4-15,-3 1 5 0,-2-1 4 16,-5-1 6-16,0 3-1 0,-4 1-11 0,-1 1-2 16,-2 4-7-16,-1 0-3 0,-2 7-6 15,-2 0 0-15,3 5 4 0,-4 4-3 16,1 2-2-16,7-1-2 0,0 4 3 16,1-1-3-16,6 0-4 0,1-1 0 0,3 0 3 15,3-4 0-15,-1 2 0 0,6-3 0 16,2-2 2-16,1-1 3 0,-11-4-6 15,30-5 3-15,-12-1-2 0,0 0-1 0,0-6-3 16,0 3 3-16,-5-1 8 0,-2-3-8 16,-3 1-3-16,-3 1 1 0,-3 0-2 0,-2-2 1 15,0 0-4-15,-5 1 1 0,-2-1 0 16,0 1-4-16,-2 2-12 0,-1-1-8 0,-2 4-39 16,1 2-42-16,-3 2-42 0,3 3-45 15,11 0-57-15,-25 8-71 0,14 1-89 0,-3 0-109 16,3 1-150-16,2 2-141 15,1-2 64-15,2 0-616 0,4 0-808 0</inkml:trace>
  <inkml:trace contextRef="#ctx0" brushRef="#br0" timeOffset="113654.35">8013 14761 3758 0,'-6'4'67'0,"6"-4"40"0,-10 3 31 0,10-3 35 0,0 0 47 0,0 0 49 0,0 0 39 15,0 0 4-15,0 0-11 0,0 0-28 0,0 0-26 16,0 0-22-16,0 0-19 0,27-18-19 15,-8 7-21-15,10-1-17 0,2-2-15 0,-3 2-13 16,-3 2-15-16,-5 3-11 0,0 0-11 16,-3 1-14-16,-4 2-3 0,-2-1-23 15,1 1-10-15,-6 3-20 0,-6 1-16 0,13-6-36 16,-13 6-34-16,8-3-51 16,-8 3-43-16,0 0-64 0,0 0-98 0,0 0-109 15,0 0-123-15,0 0-173 0,0 0-46 16,0 0 73-16,0 0-553 0,0 0-719 0</inkml:trace>
  <inkml:trace contextRef="#ctx0" brushRef="#br0" timeOffset="114053.45">8361 14437 3717 0,'-7'-7'143'0,"1"4"23"0,6 3 6 0,-3-12 5 16,1 5 4-16,2 7 6 15,5-14 2-15,1 4-9 0,4 0-18 0,3 3-16 16,2-1-9-16,2 4-18 0,1 2-12 16,-2 2-8-16,4 4-3 0,0 4 3 15,5 9 17-15,-4 4 0 0,-6 6 34 0,-5 4 29 16,-6 3 20-16,-4 3 17 0,-4 1 11 16,-3-1 21-16,0-1 23 0,-4-3 13 0,6-8-176 15,1-4-108-15,0-6 0 0,0-1 0 16,2-4 0-16,2 2 0 0,2-5 0 0,4 1 0 15,4-4 0-15,2-1 0 0,4-3 0 16,5-1 0-16,5-5 0 0,11 1 0 0,-3-5 0 16,1 2 0-16,-9 1 0 0,-2 0 0 15,-10 2 0-15,4 0 0 0,-3 1 0 16,-6 1 0-16,1-1 0 0,-10 4 0 16,13-5 0-16,-8 3 0 0,-5 2 0 0,13-3 0 15,-13 3 0-15,0 0 0 0,0 0 0 16,0 0-47-16,0 0-1000 0,0 0 75 0,0 0 104 15,0 0-920-15,-33 16-1217 0</inkml:trace>
  <inkml:trace contextRef="#ctx0" brushRef="#br0" timeOffset="116003.15">11617 14159 4570 0,'0'0'-196'0,"-8"4"55"0,8-4 42 0,0 0 28 0,0 0 34 15,-12 3 39-15,12-3 32 0,0 0 37 16,0 0 22-16,-11 4 14 0,11-4 6 15,0 0 6-15,0 0 1 0,0 0 0 16,0 0 1-16,0 0 7 0,0 0-5 0,0 0 3 16,0 0 6-16,0 0-1 0,0 0-13 15,0 0-12-15,47-7-8 0,-29 3-12 0,1 1-4 16,-2-1-3-16,1-1-10 0,-4 2 0 16,2-2 4-16,-3 3 2 0,-4-1 8 0,1-1 15 15,-10 4 5-15,17-3 11 0,-10-2 6 16,-7 5-3-16,11-2-11 0,-11 2-6 15,0 0-11-15,13-5-10 0,-13 5-10 16,0 0-9-16,0 0 2 0,13 14 19 0,-11-2 15 16,2 5 0-16,0 7 11 0,1 11 10 15,4 6-44-15,-2 10-73 0,2-1 0 16,0 1 0-16,0-2 0 0,-2-8 0 0,2 0 0 16,1 0 0-16,-2-7 0 0,1 0 0 15,-1-2 0-15,-3-11 0 0,3-2 0 0,-4-5 0 16,0-4 0-16,-1 1 0 0,-3-3 0 15,2-2 0-15,0 2 0 0,-2-8 0 0,4 9 0 16,-4-9 0-16,2 7 0 16,-2-7 0-16,0 0 0 0,0 0 0 0,0 0 0 0,0 0 0 15,0 0 0-15,0 0 0 16,0 0-100-16,0 0-656 0,-31-7-154 0,31 7 18 16,-15-5 86-16,10 2-802 0,5 3-1047 15</inkml:trace>
  <inkml:trace contextRef="#ctx0" brushRef="#br0" timeOffset="116303.21">11784 14575 4089 0,'0'0'-37'0,"-9"-5"83"0,3 1 47 0,6 4 35 0,0 0 36 0,-10-8 43 0,10 8 47 0,0 0 43 16,-5-4 32-16,5 4 11 0,0 0-5 15,0 0-17-15,1-11-27 0,-1 11-27 16,20-14-31-16,-4 2-23 0,15-1-21 16,4-1-21-16,3 3-15 0,2-3-33 0,-4 6-120 15,-4-3 0-15,-3 4 0 0,-4 2 0 16,-8 1 0-16,-2-1 0 0,1 3 0 0,-7-1 0 16,2 1 0-16,-11 2 0 0,14-1 0 15,-14 1 0-15,7-2 0 0,-7 2-224 0,0 0-151 16,0 0-144-16,0 0-203 15,0 0-150-15,0 0 70 0,-28 8-789 0,28-8-1031 16</inkml:trace>
  <inkml:trace contextRef="#ctx0" brushRef="#br0" timeOffset="117487.87">2284 11675 4006 0,'0'-11'-176'0,"-2"1"45"0,2 2 50 0,-2-1 33 16,2 1 29-16,0 8 18 0,-3-16 28 0,1 11 28 16,2 5 17-16,-2-10 8 0,2 10-3 15,-2-9-7-15,2 9-12 0,0 0-11 16,0 0-17-16,0 0 15 0,0 0 24 0,-7 28 14 15,4-5-5-15,1 17 43 16,2 2 11-16,2 16-6 0,1 3 43 0,1-1-11 16,-1 3-19-16,1-5-10 0,-2 0-10 15,3-5-10-15,1-9-11 0,-1-3-6 0,-2-1-5 16,3-5 23-16,1-2-8 0,-1-8-14 16,-3-3-11-16,2-7-1 0,1-1-7 15,-3-2-10-15,1-2 0 0,0 0-5 0,-1-1-5 16,-1-2 7-16,2-2-11 0,-1 2-9 15,-3-7-1-15,7 7 3 0,-1-4-27 0,-6-3-26 16,7 3-29-16,-7-3-31 0,9 2-39 16,-9-2-56-16,0 0-77 0,16 0-91 15,-16 0-123-15,0 0-217 0,5-8-48 16,-5 8 73-16,0-9-457 0,0 9-579 16</inkml:trace>
  <inkml:trace contextRef="#ctx0" brushRef="#br0" timeOffset="118356.11">2239 11759 2963 0,'0'0'-63'0,"-4"-8"16"0,2 2 12 0,-4 1 9 0,6 5 18 0,-6-10 18 15,3 5 29-15,3 5 6 0,-4-7 12 16,4 7-7-16,-4-8-2 0,4 8-5 16,0-5 0-16,0 5-9 0,11-12-1 0,7 4-3 15,16-2 0-15,13-7-6 0,14-6 5 16,25-3-9-16,7 3 1 0,1-5 2 0,7-2-3 15,2-1-3-15,4-1-1 16,-3 3-12-16,-5 0-4 0,-3 5-3 0,-7-1 2 16,-16 6-1-16,-5 1 0 0,-3 1 2 15,-4 6 3-15,-2-3-2 0,-7 2 1 16,-12 5 4-16,-3 0 5 0,-3-3 2 0,-7 3 3 16,-3 2-5-16,-1 2 5 0,0-3-8 15,-3 5 2-15,1-3 1 0,-3 2 0 0,-1 1 5 16,-2-2 4-16,-2 3-1 0,3 3 10 15,-1 2 10-15,0-1 18 0,-2 7 6 16,1 5 6-16,-1 7 5 0,0 12-1 0,-3 11-2 16,-1 7 12-16,-1 5 6 15,-2 3 2-15,0 2 11 0,-1 0-3 0,1 3-2 16,-1-4 12-16,-1 4-3 0,1-6-4 16,-2-2-3-16,-1-11-5 0,2-4 6 0,-2-3 2 15,0-1 1-15,0-10-2 0,-2-5 8 16,0-4 2-16,-2-1-1 0,0-1 8 15,0-1-4-15,0-1 1 0,-2-5-4 0,-4 1-5 16,-3 0-12-16,-2-1-13 0,-8-1-8 16,-10 2-8-16,-5-2-9 0,-15 2 1 0,-7 2-9 15,-1-2-8-15,-7 1-11 0,-4 3-1 16,-24 3-3-16,-4 4-1 0,-1 0-10 0,-1 1-2 16,-2 1 0-16,-2-4 0 15,-1 2-8-15,4-5-1 0,2 0 2 0,22-7 3 16,5 0-1-16,9-1-3 0,2-4-4 15,15-2 3-15,6 2 1 0,3-1 1 0,6-4 3 16,8 1-11-16,4 0 11 0,4 0-4 16,2-2 3-16,-1 0 2 0,3 1-6 0,11-1 2 15,-20 0 2-15,11 0 1 0,9 0 1 16,-16 0 5-16,16 0 6 0,0 0 15 16,-16-1-2-16,16 1 14 0,0 0-9 15,-16 0-2-15,16 0 0 0,-9 0-7 16,9 0 2-16,0 0-5 0,0 0 0 0,-14-2 0 0,14 2-4 15,0 0-3-15,0 0-5 16,-9 0-5-16,9 0-20 0,0 0-41 0,0 0-46 16,0 0-79-16,0 0-107 0,-6-7-150 15,6 7-196-15,-2-9-221 0,2 3 74 0,0-3 92 16,0 9-564-16,0-20-710 0</inkml:trace>
  <inkml:trace contextRef="#ctx0" brushRef="#br0" timeOffset="119121.27">3018 11572 3248 0,'0'-8'-118'0,"-2"2"29"0,0-1 35 0,2 7 30 0,-2-8 26 15,2 8 33-15,-2-10 24 0,2 10 24 0,-2-10 11 16,2 10-7-16,0 0-3 0,-1-8-10 16,1 8-8-16,0 0-3 0,-4-6-7 15,4 6-3-15,0 0-23 0,0 0 5 0,0 0 11 16,0 0 36-16,0 0 12 0,-2 34 15 15,4-10 36-15,0 14 7 0,1 3 18 0,3 14-11 16,4 3 24-16,-1 2 15 0,2 3-14 16,3 2-10-16,-3 2-11 0,5-1-2 15,-1 1-15-15,1-2-20 0,-2-1 6 0,0-6-11 16,1-4-5-16,-4-4-7 0,1-12 9 16,-4-2 3-16,1-7-5 0,-1-4-4 15,-1-7-9-15,-3-3-4 0,-2-3 12 0,2-1 10 16,-1-1 7-16,-1-3 5 0,-2 1-1 15,0-8-7-15,7 8-9 0,-7-8-14 0,3 8-102 16,-3-8 0-16,0 0 0 0,0 0 0 16,0 0 0-16,0 0-135 0,0 0-158 15,0 0-119-15,0 0-144 0,0 0-178 0,-17-26-125 16,9 19 71-16,-4 2-713 16,0-2-948-16</inkml:trace>
  <inkml:trace contextRef="#ctx0" brushRef="#br0" timeOffset="119853.09">2338 12169 3774 0,'0'0'-209'0,"0"0"32"0,13 3 38 0,-13-3 29 0,0 0 35 0,0 0 23 0,0 0 25 16,0 0 15-16,0 0 14 0,6 4 12 15,-6-4 13-15,0 0 6 0,0 0 16 16,0 0 8-16,0 0 6 0,0 0 17 0,0 0 24 15,15 0 12-15,-15 0 7 0,12 0 4 16,-12 0-3-16,17 1-6 0,-8-1-9 16,-9 0-6-16,19 0-10 0,-10 2 2 0,2-2-1 15,-11 0-4-15,18 0 3 0,-18 0-4 16,18 0-2-16,-11 0 2 0,-7 0-6 0,18 0-2 16,-18 0-6-16,14-2-1 15,-6 1-3-15,-8 1-5 0,17-1-5 0,-11-2-3 0,-6 3 1 16,12 0-12-16,-12 0-9 0,0 0 1 15,13-1-6-15,-13 1-6 0,0 0-27 16,7-4-36-16,-7 4-56 0,0 0-66 0,0 0-105 16,0 0-119-16,0 0-172 15,0 0-124-15,0 0 51 0,-32-2-385 0,32 2-486 16</inkml:trace>
  <inkml:trace contextRef="#ctx0" brushRef="#br0" timeOffset="120373.21">2612 12064 2823 0,'0'0'3'0,"-4"-9"9"0,1 5 14 0,1-3 14 0,0 0 23 0,4-2 20 16,-2 0 6-16,2 0-11 0,1-2-7 0,3 3-5 15,1-2-6-15,0 2-10 0,2 1-7 16,0 5 4-16,3 0-5 0,-12 2 1 16,24 2 6-16,-8 0-6 0,-1 8-6 0,2 1 3 15,3 7 11-15,-4-1 1 16,-5 1 15-16,-2 1 12 0,-2 2 10 0,-1-1 11 15,-3 2 8-15,-3-1 0 0,-1-2 14 16,-3 3 10-16,-2-2 12 0,1-1 2 0,-1-5 8 16,-2 1 9-16,4-3 5 0,1-3 11 15,-1-2 28-15,0 0-15 0,2-1-14 0,2-6-10 16,-7 8-20-16,7-8-20 16,-3 7-15-16,3-7-11 0,0 0-18 0,-4 10-5 0,4-10-19 15,0 0-17-15,0 10-2 0,0-10-1 16,7 11 0-16,0-3-9 0,-1 0 4 15,3 1-15-15,1 2 2 0,1-3-4 16,0 1-10-16,-2 1-19 0,0-1-16 16,0-3-23-16,-3 1-23 0,2 0-39 0,-1-2-38 15,1 0-48-15,-3 0-64 0,-1-3-85 16,-4-2-91-16,10 3-156 0,-10-3-171 0,0 0 63 16,15-5-556-16,-15 5-718 0</inkml:trace>
  <inkml:trace contextRef="#ctx0" brushRef="#br0" timeOffset="120819.12">3290 11877 3233 0,'-13'2'-21'0,"13"-2"51"0,0 0 28 0,0 0 33 0,-21 0 28 16,21 0 32-16,0 0 18 0,0 0 0 0,-13-2-3 16,13 2-12-16,0 0-8 15,0 0-15-15,0 0-11 0,11-15-17 0,1 6-9 16,1 4-10-16,0 0-13 0,3 2-6 15,-1 1-7-15,-2 2-7 0,0 2-4 0,3 2 0 16,-1 7 4-16,2 1 2 0,-6 5 10 16,5 5 13-16,-1 7-2 0,-1 0 5 0,-5 0 18 15,2 3 5-15,-1 0-15 0,-2-1-8 16,1-2-8-16,-1-5-4 0,-2-2-7 16,1-1-8-16,-1 0-6 0,1-3-2 0,0-2-6 15,-4-3-5-15,3 1-36 0,-1-4-30 16,-1-1-50-16,0-1-58 0,-1-2-63 0,0 0-101 15,1-3-113-15,-4-3-143 16,0 0-165-16,0 0 61 0,0 0-481 0,0 0-613 16</inkml:trace>
  <inkml:trace contextRef="#ctx0" brushRef="#br0" timeOffset="120985.93">3369 12198 3255 0,'-8'3'62'0,"8"-3"21"16,-12 3 29-16,12-3 35 0,0 0 42 15,0 0 18-15,0 0-11 0,0 0-17 0,0 0-15 16,0 0-18-16,27-13-16 0,-7 4-48 16,1 3-55-16,-3-1-90 0,5-2-105 15,-6-1-125-15,-1-2-171 0,-2 0-194 16,-3 3 56-16,-6 1-327 0,-1 1-409 16</inkml:trace>
  <inkml:trace contextRef="#ctx0" brushRef="#br0" timeOffset="121787.05">2982 11279 2503 0,'0'0'-12'0,"0"0"20"0,15-6 17 0,-15 6 22 0,10-8 38 0,-7 3 37 0,1 0 21 16,-4 5 18-16,8-12 5 15,-2 7-7-15,-2-2-3 0,-1-1-15 0,-3 8-11 16,6-9-2-16,-3 2-5 0,-3 7-5 15,6-7-6-15,-6 7-5 0,5-7-4 16,-5 7-2-16,3-7-5 0,-3 7-7 0,0 0-2 16,0-8-9-16,0 8-8 0,0 0-7 15,-14-10-8-15,2 7-8 0,-8 3-9 0,-7-1-4 16,-14 5-1-16,-7-1-5 0,-13 2-2 16,-4 4-4-16,0-1-4 0,1 0-3 0,1 2 3 15,0 0-4-15,4-2 9 16,13-3 6-16,1 1 5 0,0 0 3 0,5-2 1 15,6-3 13-15,9 1 12 0,2 0 0 16,5 0-3-16,0-2-5 0,3 0-8 16,0 0-7-16,4 1-5 0,11-1-2 0,-22 0-5 15,15 2-8-15,7-2-5 0,-16-2-15 16,16 2-28-16,-9 2-31 0,9-2-28 0,-9 4-47 16,3-1-69-16,6-3-78 0,-8 6-76 15,2 0-110-15,6-6-204 0,-7 7 18 0,3-4 72 16,4-3-306-16,-10 3-369 0</inkml:trace>
  <inkml:trace contextRef="#ctx0" brushRef="#br0" timeOffset="122186.95">2044 11052 2414 0,'8'-8'-53'0,"0"3"0"0,-3-1 11 0,-1 3 8 0,-4 3 23 0,5-5 24 0,-5 5 19 15,0 0 6-15,0 0-2 16,0 0 16-16,0 0 24 0,0 0 16 0,-12 29 5 16,-4-7 14-16,-1 4 14 0,-2 2 17 15,0 1 5-15,-2 2 12 0,-2 7 10 16,6-9-1-16,2 0-18 0,0-2-17 0,5-5-14 15,2-3-6-15,3 2-3 0,3-6 1 16,-2 2 1-16,4-2-3 0,2-2-5 0,0 0-2 16,3 2-1-16,1-2-8 0,3-1-5 15,1-2-6-15,3-1-9 0,7-1-9 16,-2-1-3-16,3 0-3 0,-1-3-6 0,-2-1-4 16,2-1-5-16,-5-1-6 15,-2 0-24-15,-2 2-22 0,1-2-26 0,-2 1-33 0,-1 0-35 16,-9-2-71-16,14 2-87 15,-14-2-115-15,0 0-167 0,0 0-122 0,0 0 52 16,0 0-342-16,0 0-433 0</inkml:trace>
  <inkml:trace contextRef="#ctx0" brushRef="#br0" timeOffset="123269.81">3283 11100 2508 0,'-6'4'-35'0,"3"-1"22"0,3-3 14 0,-6 3 15 0,6-3 21 0,0 0 26 16,0 0 0-16,0 0 12 0,0 0 7 0,45-12-1 15,-9 3-2-15,7-4-8 0,14 1-8 16,-1 0-1-16,2 2-10 0,-5 1-8 15,-5 3-6-15,-6 1 1 0,0-2-3 16,-4 0-3-16,-3 0-2 0,-9 3-5 0,-5 3-3 16,-4-2-7-16,-4 2 12 0,1-2-8 15,-3 1-1-15,-1 1-2 0,-1 1-7 0,1-4-1 16,0 3-21-16,1-1-27 0,-2 0-44 16,0-1-51-16,3 1-67 0,-4-2-65 15,4 1-179-15,-3 0-54 0,0-2-153 0,1 0-147 16</inkml:trace>
  <inkml:trace contextRef="#ctx0" brushRef="#br0" timeOffset="123585.09">3994 10857 1715 0,'0'0'33'0,"0"0"24"16,-12 0-1-16,12 0 9 0,0 0 8 0,0 0 25 15,0 0 17-15,0 0 4 16,0 0-4-16,0 0-2 0,57 2-4 0,-39 3-14 16,4-1-8-16,7 8-6 0,-1 2 4 0,-3 2 7 15,-1 2 19-15,-8-2-19 0,0 7-7 16,-3-4 3-16,-3-1 2 0,-3 3-3 16,-5-4-5-16,0 2-7 0,-4 0-4 15,-3 1-5-15,-6 10-2 0,-3-5-6 0,-2 2-14 16,-1-2-1-16,-4-1 1 0,3 0-45 15,0-7-49-15,5-3-69 0,-3 0-87 0,5-4-136 16,-4-3-248-16,0-2 31 0,3 0 62 16,-1-3-130-16,2-2-126 0</inkml:trace>
  <inkml:trace contextRef="#ctx0" brushRef="#br0" timeOffset="126217.08">3552 10444 1912 0,'-2'-11'38'0,"-4"3"-1"0,-1 3-6 0,-5 0-1 0,1 3 9 0,-5 2 17 15,1 2 14-15,-6 1 12 16,-2 2 7-16,1 4 5 0,-9 3-8 0,6-2-8 16,8 0-4-16,0 1-9 0,1-1-5 15,4 2 4-15,1-2 11 0,8 1 21 0,-1 0 17 16,2-1-5-16,4 2 3 0,4-1-10 15,2 1-3-15,7 0-8 0,8 5-3 0,0 1-12 16,5-1-7-16,0 0-7 0,4-3-6 16,-3 4-1-16,0-2-9 0,-4 2-7 0,-6-6-2 15,-4-1-5-15,-5-1-4 0,-3-3 10 16,-1 1 22-16,-4 1 23 0,-4 0 10 16,-4 0 5-16,-1-1 0 0,-5 0-4 15,-1-1 0-15,-3 0-12 0,2 0-1 16,-4-1-11-16,0-3-9 0,-2 0-3 0,1-1-7 15,0-2-3-15,0 0-27 0,2-2-40 16,-2 0-65-16,1-2-91 0,2-2-115 0,0 0-144 16,1-2-257-16,3-1 50 0,1-1 68 15,4-1-267-15,-1-3-327 0</inkml:trace>
  <inkml:trace contextRef="#ctx0" brushRef="#br0" timeOffset="126602.76">3238 10190 2446 0,'-31'0'-11'0,"2"2"17"0,-8 4 23 16,1 8 28-16,-9 10 20 0,-3 8 26 16,3 10 25-16,-11 17 16 0,5 5-2 0,7 3 11 15,14-11 3-15,7 2 30 0,10-4 10 16,11 6-14-16,11-5-4 0,11 1 16 0,17-10-5 15,9-3-6-15,22 1-12 0,12-8-17 16,14-11-6-16,6-6-15 0,4-10-14 0,-18-6-8 16,4-3-10-16,16-12-10 0,-5 0-9 15,-23-3-6-15,-10-4-5 0,-5-1-6 16,-9-3-8-16,-8-4-2 0,-8 0-7 16,-8-6-1-16,-12 2-3 0,-7-4-6 15,-9-7-10-15,-10-13-6 0,-11-3 3 0,-10 0-5 16,-16-12-7-16,-10 4 0 0,-8 4-19 15,-2 11-18-15,-12 4-19 0,-3 14-15 0,14 18-26 16,-5 7-27-16,1 10-51 0,3 7-69 16,4 9-95-16,4 5-128 0,10 6-270 0,4-2 29 15,6 1 80-15,8 2-384 16,12-6-475-16</inkml:trace>
  <inkml:trace contextRef="#ctx0" brushRef="#br0" timeOffset="127849.92">8649 12172 1448 0,'4'-3'374'0,"0"-1"-130"0,-4 4-65 0,7-7-46 15,-2 2-7-15,-5 5 12 0,5-6 12 0,-5 6 3 16,2-6 9-16,-2 6 10 0,4-5 5 16,-4 5-7-16,0 0-14 0,-2-8-13 0,2 8-11 15,-9-6-11-15,9 6-11 0,-16 0-6 16,16 0-9-16,-28 6-5 0,6 0-3 0,4 1 2 16,-3 2 1-16,-1 1-5 15,6 1-7-15,-4 0-9 0,7-1-5 0,-1 2-2 0,7-4 2 16,2 2 2-16,1-2 6 15,2 1 4-15,4-1-9 0,2 1 0 0,3 3-5 16,2-4-5-16,5 5-9 0,1-1-4 16,2 0-5-16,1-3-4 0,-1 4-6 0,-2-2-2 15,-2 0-3-15,0 0-4 0,-3-1-2 16,0 0-1-16,-3 0 3 0,-1-1 3 16,0 1 7-16,-2-3 11 0,-3 2 8 0,-1-1-2 15,-1-1 4-15,-5 2-2 0,2-1-8 16,-6-1-4-16,1-2 1 0,-5 3-5 15,3-6-9-15,-2-2-13 0,-3 0-27 0,0 0-42 16,-2 0-53-16,-1-2-88 0,-1-4-109 16,2 3-115-16,1-2-141 0,2-1-160 15,0-2 55-15,1 1-506 0,7-2-641 0</inkml:trace>
  <inkml:trace contextRef="#ctx0" brushRef="#br0" timeOffset="128218.63">8531 11930 3164 0,'-25'11'-55'0,"-2"6"39"0,-9 10 33 0,0 4 37 0,-1 4 52 0,1 0 32 16,2 2 23-16,7 3 19 15,0 2 3-15,7 0 5 0,9-6 3 0,8 1-9 16,3-6-8-16,5 4 8 0,10-2-7 15,10 1-11-15,11-2-11 0,6-9-16 0,9-2-17 16,8-5-5-16,2-10-14 0,4-4-14 16,2-5-32-16,-6-4-25 0,2-7-31 0,-2-3-16 15,-4-4-3-15,-6-1-1 16,-5-1 8-16,-6-2 1 0,-11 2 12 0,-6 0 14 16,-6-5 11-16,-5 1 7 0,-11 0 4 15,-2-8 0-15,-10-1-5 0,-9-11 2 0,-5-5 0 16,-7 5-11-16,-6 1-3 0,-6 1-5 15,-6 7-1-15,-3 9-11 0,-1 5-27 16,-3 9-39-16,0 8-54 0,10 7-79 0,-11 8-100 16,3 8-102-16,5 1-181 0,1 5-116 15,9 1 66-15,2 0-461 0,13 1-560 0</inkml:trace>
  <inkml:trace contextRef="#ctx0" brushRef="#br0" timeOffset="129219.77">7995 15613 2902 0,'-1'7'-37'16,"-1"-2"47"-16,2-5 30 0,-4 7 33 0,4-7 26 0,0 0 36 0,0 0 22 16,0 0 18-16,0 0 24 0,0 0 17 0,0 0 5 15,0 0-9-15,38-24-11 0,-10 4-20 16,10-6-21-16,-1-2-14 0,3-1-13 0,3 0-15 16,-4 0-13-16,1 2-9 15,-4 2-9-15,-5 3-8 0,-7 6-16 0,-6 1-9 16,-3 5-28-16,-3 3-26 0,-3-1-32 15,-2 3-39-15,1 1-53 0,-8 4-53 16,10-8-72-16,-10 8-102 0,6-6-183 0,-6 6-149 16,0-4 51-16,0 4-388 0,0 0-494 15</inkml:trace>
  <inkml:trace contextRef="#ctx0" brushRef="#br0" timeOffset="132902.49">5994 9186 2698 0,'0'-10'-48'0,"0"10"29"0,-2-11 36 0,1 3 23 0,-1 4 27 0,0-4 40 15,-2-1 32-15,2 1 13 0,1 0 10 16,-3 2 2-16,0 0-12 0,4 6-13 0,-5-9-18 16,5 9-9-16,0 0 16 0,0 0 15 15,-27 21 21-15,17-4 9 0,-7 9 11 0,-1 7 10 16,2-1 0-16,-4 9-6 15,-1 4-7-15,5-3-1 0,0-5-9 0,1-2-17 16,5-2-12-16,-1 0-15 0,3-4-13 16,1-5-12-16,1-5-2 0,2-4-19 15,0-1 3-15,2-2-16 0,1-2-9 0,-3 0-15 16,2-2-31-16,0-2-34 0,0-1-33 16,2-5-68-16,0 0-88 0,0 0-96 0,0 0-82 15,0 0-76-15,0 0-100 0,10-36-170 16,-3 7 63-16,5-2-505 0,1-4-641 0</inkml:trace>
  <inkml:trace contextRef="#ctx0" brushRef="#br0" timeOffset="133150.45">5879 9021 3218 0,'2'-6'-28'0,"-4"-1"19"16,2 7 10-16,0 0 13 0,0 0 18 15,0 0 46-15,0 0 30 0,0 0 18 0,0 0 17 16,0 0 13-16,32 14 7 0,-23-2 4 15,7 0 4-15,6 7-9 0,3 1-9 0,-2-1-14 16,2 5-14-16,-1-3-16 16,-1-1-5-16,1 3-11 0,-5-2-6 0,1-1-14 0,-2 1-3 15,-3-4-18-15,-5-3-33 0,-1-2-34 16,-2-2-33-16,2-2-60 0,-4 1-73 16,1-2-66-16,-3-2-78 0,-1-2-135 15,-2-3-190-15,0 0 50 0,0 0 61 16,0 0-262-16,0 0-287 0</inkml:trace>
  <inkml:trace contextRef="#ctx0" brushRef="#br0" timeOffset="133350.56">5877 9305 2424 0,'-12'2'105'0,"12"-2"21"16,-15 1 21-16,15-1 21 0,0 0 19 15,0 0 12-15,-12 0-11 0,12 0-11 0,0 0-13 16,0 0-13-16,0 0-18 15,0 0-16-15,0 0-8 0,33-8-12 0,-20 5-43 0,4-1-45 16,4-3-80-16,2 2-96 16,1-2-111-16,4-3-163 0,-2-2-171 0,-5 0 56 15,-3 2-271-15,-2-1-312 0</inkml:trace>
  <inkml:trace contextRef="#ctx0" brushRef="#br0" timeOffset="133650.35">6236 8915 2189 0,'5'-4'27'0,"-5"4"13"0,0 0-1 0,0 0 29 15,0 0 27-15,0 0 35 0,7 17 36 16,-5-5 17-16,-4 2 22 0,2 5 21 16,-3 6 0-16,-1 8 6 0,-1 4 3 0,2-3-8 15,-1 4-14-15,0-4 5 0,4-2-4 16,0-6 1-16,2-2 16 0,0-2-26 0,2 0 2 15,-1-5-9-15,4-1-1 0,0-1-14 16,2-1-8-16,4-4-18 0,-1-1-13 16,4-5-16-16,-3 2-4 0,5-4-15 15,-4-1-7-15,-1 2-40 0,1-3-41 0,-14 0-48 16,23-4-49-16,-12 2-68 0,-11 2-60 0,16-6-76 16,-9 6-81-16,1-4-80 15,-8 4-96-15,5-9-154 0,-5 5-18 0,0 4 66 0,-1-12-472 16,-3 4-584-16</inkml:trace>
  <inkml:trace contextRef="#ctx0" brushRef="#br0" timeOffset="133882.29">6151 9021 3318 0,'-8'-4'81'0,"3"1"43"0,5 3 30 0,-8-6 9 0,8 6-6 15,-2-8-13-15,2 8-11 0,0 0-14 16,10-14-15-16,-3 9-9 0,5 0-10 0,1-2-11 16,4 1-11-16,-2 0-28 15,3 3-35-15,-2-2-44 0,0 0-66 0,-3 1-71 16,-1 0-57-16,-5 4-68 0,-7 0-46 16,11-1-101-16,-11 1-106 0,0 0 43 0,0 0-195 15,0 0-204-15</inkml:trace>
  <inkml:trace contextRef="#ctx0" brushRef="#br0" timeOffset="134416.15">6378 9174 1958 0,'-8'2'81'0,"8"-2"21"16,0 0 14-16,0 0 15 0,0 0 12 16,0 0 19-16,6-21 7 0,-6 21 2 15,9-15-10-15,-1 7-7 0,-2 2-19 16,3-2-14-16,-1 1-18 0,0 4-4 0,-8 3-15 15,18-2-5-15,-18 2-6 0,22 8-6 16,-9-2-11-16,-3 2-5 0,-1 3-7 0,-2 1 0 16,-3 2 4-16,-2 3-10 0,-4 2 2 15,-2-2-5-15,-1 5 4 0,-1-3 1 0,-1 0 18 16,0-4 13-16,2-1 18 0,1-4 17 16,1 0 21-16,-1-1 34 0,0-4 19 0,4-5-14 15,-4 5-15-15,4-5-14 0,0 0-17 16,0 0-10-16,0 0-13 0,0 0-7 0,0 0-9 15,0 0-16-15,31-11-5 0,-31 11-5 16,18 0-8-16,-18 0-7 0,25 1-7 16,-14 2-2-16,3 1-3 0,-3-1 3 15,1 2-9-15,-1 0-1 0,1-1-2 0,0 4-6 16,-3-4 10-16,-2 1-11 0,3-1-8 16,-2 0-25-16,-3-2-40 0,3 2-47 15,-2-1-57-15,-6-3-87 0,9 5-84 0,-9-5-137 16,0 0-183-16,0 0-62 15,15-6 69-15,-15 6-492 0,8-11-607 0</inkml:trace>
  <inkml:trace contextRef="#ctx0" brushRef="#br0" timeOffset="134733.63">6858 9199 2993 0,'0'0'37'0,"-7"-3"40"0,7 3 29 0,-4-6 10 0,4 6 13 0,0 0 0 0,0 0 1 0,0 0-6 0,0 0-1 16,0 0 3-16,0 0-5 16,0 0-5-16,36 9-6 0,-29-1-7 0,5 3 6 0,-4 1-2 15,-1 2 6-15,-1-1 0 16,-1 3 0-16,-3-1-11 0,0 1-7 0,-2 1-8 15,-4 1-7-15,2-1-9 0,-3-1-8 16,-1-1-4-16,1 1-19 0,-2-3-41 0,2-1-50 16,1-2-75-16,-1-5-106 0,-1 1-112 15,1-4-136-15,5-2-206 0,0 0 65 0,-18-8 63 16,12 1-324-16,3-3-365 0</inkml:trace>
  <inkml:trace contextRef="#ctx0" brushRef="#br0" timeOffset="135134.35">6896 8971 2703 0,'-2'-7'119'16,"2"0"-4"-16,0 7-5 0,6-17-10 15,-1 7-9-15,4 1 1 0,0 1-1 0,2 1-5 16,3 0-6-16,-1 4-10 0,1-1-15 15,-2 4 2-15,2 2-4 0,-1 3 2 0,1 2-9 16,-1 2 1-16,-2-1-7 16,-1 4 4-16,-4 2 9 0,-1 0 18 0,-3 2 9 15,-4 3 2-15,1 5-5 0,-9 7-1 0,2-9-2 16,2 0-9-16,1-8 18 0,-1-1 21 16,5-1 26-16,-3-4 30 0,2-1 28 15,2-7 9-15,0 9-22 0,0-9-21 0,0 0-11 16,0 0-19-16,0 0-13 0,26-7-18 15,-26 7-5-15,17-4-11 0,-17 4-8 16,20 2-13-16,-7-2 2 0,-2 4-10 0,1 1-11 16,-1 0 6-16,1 2-10 15,-1-3-23-15,0 6-36 0,1-4-34 0,-1 3-51 16,0-3-64-16,-1 2-75 0,-2-4-94 16,-1 0-74-16,2-2-157 0,-9-2-147 0,9 2 65 0,-9-2-525 15,11-8-647-15</inkml:trace>
  <inkml:trace contextRef="#ctx0" brushRef="#br0" timeOffset="135466.34">7220 8729 3483 0,'-5'-5'46'0,"1"2"38"16,4 3 20-16,-5-7 16 0,5 7-10 15,0 0 4-15,-1-7-9 0,1 7-19 0,8-5-6 16,-8 5-3-16,18-2-16 0,-2 5-1 15,-1 1-16-15,4 3 7 0,0 3-1 16,-2 2 9-16,5 8 13 0,-4 5 15 16,1 0 8-16,-6 6 24 0,1 4 25 0,-5 0 10 15,2 2 7-15,-6 2-3 0,-1-1-5 16,1-1-6-16,-3 2-4 0,0-4-19 0,0 2-6 16,2-10-10-16,-3-4-14 0,1 2-11 15,1-6-5-15,-3-1-8 0,2-2-5 0,-2-1-4 16,2-3-7-16,-2 0-8 0,0-4-24 15,0 1-28-15,-2-2-48 0,0 1-66 16,-3-4-80-16,5-4-109 0,-9 5-113 16,9-5-145-16,0 0-208 0,-15-15 65 0,15 4 77 15,-1-4-487-15,1-4-590 0</inkml:trace>
  <inkml:trace contextRef="#ctx0" brushRef="#br0" timeOffset="135670.39">7620 8986 3419 0,'-5'2'153'16,"5"-2"28"-16,0 0 40 0,-9 5 34 15,9-5 16-15,0 0-18 0,0 0-26 16,0 0-20-16,0 0-23 0,0 0-15 16,25-17-21-16,-9 12-43 0,-1 1-51 0,2 0-56 0,-2 0-84 15,1 1-110-15,2-1-121 16,-6 1-130-16,-1 1-190 0,3-1-22 0,-4 3 64 15,-10 0-394-15,12 5-466 0</inkml:trace>
  <inkml:trace contextRef="#ctx0" brushRef="#br0" timeOffset="135866.42">7588 9215 2919 0,'-9'4'116'0,"0"0"47"0,6 0 41 15,3-4 54-15,-8 5 49 0,8-5 25 0,0 0 5 16,0 0-14-16,0 0-32 15,0 0-25-15,0 0-26 0,0 0-44 0,40-17-20 16,-24 13-13-16,-1 0-32 0,0 0-53 16,0-5-53-16,-1 7-66 0,1-1-68 0,-1 0-74 15,-5 3-84-15,0-2-78 0,-1 0-90 16,-8 2-131-16,0 0-123 0,11-2 55 0,-11 2-474 16,0 0-576-16</inkml:trace>
  <inkml:trace contextRef="#ctx0" brushRef="#br0" timeOffset="136551.2">7925 8753 3118 0,'-9'3'23'0,"2"-3"26"0,7 0 32 0,-12 2 46 0,12-2 30 0,0 0 29 0,-10 2 7 15,10-2-6-15,0 0-17 0,0 0-14 0,0 0-15 16,31-19-16-16,-8 12-13 16,13-3-10-16,4 0-9 0,-3 1-9 0,1 2-12 15,-13 2-8-15,0 4-9 0,-7 1-5 16,-2 3-3-16,0 0-7 0,-3 4 9 0,-3 2 15 15,0 3 29-15,-9 3 21 0,3 2 12 16,-2 2 21-16,-4 5 32 0,0 1-4 0,0 0-3 16,-1 10-1-16,-3 0-3 15,4-6-14-15,0-5-11 0,1 2-11 0,-2-2-16 16,1-2-9-16,4 0-13 0,1-5-4 16,-2-1-11-16,-1-3-10 0,4 1-18 0,-2-3-48 15,0-1-57-15,2-2-72 0,-3 2-63 16,1-3-77-16,0-1-129 0,-2-6-138 0,7 4-144 15,-7-4-126-15,0 0 65 0,0 0-672 16,0 0-863-16</inkml:trace>
  <inkml:trace contextRef="#ctx0" brushRef="#br0" timeOffset="136748.26">8072 9065 4164 0,'-11'-1'85'0,"4"-3"56"16,7 4 54-16,0 0 41 0,-12-4 47 15,12 4 18-15,0 0 13 0,0 0 2 0,0 0-10 16,0 0-26-16,21-10-29 0,-3 5-28 16,5 2-20-16,4-2-31 0,0 1-60 0,7-3-76 15,-7 4-101-15,-2-1-125 0,-7 3-135 16,0-1-167-16,0-2-191 0,-6 3-152 0,-2-1 78 16,-10 2-696-16,0 0-901 0</inkml:trace>
  <inkml:trace contextRef="#ctx0" brushRef="#br0" timeOffset="145096.96">13583 8342 1227 0,'4'-7'362'0,"-4"7"-91"0,0 0-24 0,2-9-21 0,-2 9-13 16,2-6-2-16,-2 6 1 0,0-9-5 0,0 9 9 15,0-5-7-15,0 5-14 0,0 0-22 16,0 0-17-16,0 0 10 0,0 0 24 16,-17 22-2-16,7-3 3 0,-4 10-1 0,2 3-10 15,-1 3-11-15,-1-1-14 0,5 0-12 16,-4 0-6-16,4-5-17 0,4-4-11 16,-1-4-6-16,3-1-18 0,-2-3-8 15,1-1-11-15,2-1 4 0,0-3-15 0,1-2-6 16,-1-1-15-16,0-2-33 0,0-1-30 15,0 1-41-15,2-7-61 0,-2 7-105 0,2-7-99 16,0 0-87-16,0 0-86 16,0 0-138-16,6-31-12 0,5 4 64 0,1-5-418 0,3-3-486 15</inkml:trace>
  <inkml:trace contextRef="#ctx0" brushRef="#br0" timeOffset="145298">13677 8245 2717 0,'2'-6'33'0,"0"0"38"16,1 4 9-16,-3 2-8 0,0 0 28 15,0 0 61-15,0 0 28 0,0 0 14 0,12 12 12 16,-7-4 3-16,3 3 6 0,3 3-10 16,2 3-16-16,3 5-12 0,5 3-18 15,0-1-15-15,-2 0-15 0,4 0-11 0,-3-3-14 16,2 3-11-16,-3 0-16 0,-2-8-36 16,-3-2-46-16,-3 1-46 0,-4-6-56 0,3 1-78 15,-2-2-77-15,-5 0-66 16,1-3-89-16,-4-1-92 0,0-4-122 0,0 0 36 0,-11 4-373 15,11-4-436-15</inkml:trace>
  <inkml:trace contextRef="#ctx0" brushRef="#br0" timeOffset="145462.76">13608 8535 2817 0,'-11'0'132'0,"0"0"54"16,11 0 26-16,-14-2 22 0,14 2 19 15,0 0 6-15,-11-2-6 0,11 2-13 0,0 0-20 16,-9-3-27-16,9 3-22 0,0 0-17 15,0 0-22-15,0 0-46 0,23-10-70 0,-9 7-77 16,3-1-112-16,2 1-128 0,4-4-142 16,0 2-200-16,2 0 3 0,7-4 77 0,-5 0-367 15,-6 3-410-15</inkml:trace>
  <inkml:trace contextRef="#ctx0" brushRef="#br0" timeOffset="145762.93">14011 8231 2509 0,'0'-8'79'16,"0"8"54"-16,0-13 50 0,0 13 7 16,1-9-3-16,-1 9-13 0,0 0-17 15,0 0 33-15,0 0 36 0,0 0 18 0,0 0 7 16,11 38 21-16,-7-15 18 16,0 18 9-16,-2 0 4 0,1 1 2 0,-3 1-7 15,2 0-11-15,-2 0-12 0,3-3-20 16,3-3-27-16,-3-2-9 0,3-5-21 0,-1-6-13 15,3-3-15-15,0-2-86 0,1-4-84 16,4-1 0-16,3-4 0 0,2-2 0 0,-2-3 0 16,4-1 0-16,-2-2 0 0,3-4 0 15,-1 0 0-15,-2-3 0 0,2 2 0 0,-1-6-227 16,-2-1-230-16,-2 0-114 16,-2-2-144-16,-4-2-134 0,-2 0 65 0,-2 2-776 0,-5 0-1004 15</inkml:trace>
  <inkml:trace contextRef="#ctx0" brushRef="#br0" timeOffset="145999.84">14031 8268 4121 0,'-15'-7'36'16,"3"2"65"-16,5 2 51 0,-3-3 41 0,7 4 16 15,3 2 4-15,-9-10-12 0,9 10-12 16,0-12-19-16,2 4-15 0,7 1-24 0,2-2-16 15,3 2-9-15,4 0-19 0,3-1-34 16,2 4-46-16,1-1-49 0,1 4-61 16,-2-1-69-16,-5 0-77 0,-1 2-67 0,-2 2-47 15,-4 0-74-15,0 1-121 0,-7 0-76 16,1 3 54-16,-5-6-367 0,-5 10-427 16</inkml:trace>
  <inkml:trace contextRef="#ctx0" brushRef="#br0" timeOffset="146782.9">14357 8373 2627 0,'0'0'81'0,"0"0"51"0,0 0 16 0,0 0 17 0,-6-19 19 0,6 19 19 0,6-9 17 0,0 4-2 0,1 0-12 16,-1-2-19-16,4 0-14 0,1 4-16 0,1 0-21 15,-3-1-11-15,0 2-15 16,-9 2-8-16,23 2-11 0,-12 2-9 0,1 1-8 16,-1-2-3-16,-3 4-6 0,-2-1-2 15,2 3 5-15,-5 0 8 0,1 1 7 0,-4 0 1 16,0 2 0-16,-2 0 6 0,0 0 4 15,-3 2 1-15,-1 0 10 0,2-2 13 0,-2-2 0 16,4-2 5-16,-1-1 3 0,-1 3 1 16,0-4 3-16,2-1 0 0,2-5-10 0,-1 10 1 15,1-6-21-15,0-4-3 0,-2 8-10 16,4 0-2-16,-1-3-6 0,3 1-7 16,2 2-6-16,-1 2-9 0,1-3-21 15,2 5-36-15,-1 0 0 0,-1-1 0 0,1-1 0 16,2 4 0-16,-6 0 0 0,-1 0 0 15,0-2 0-15,-2 1 0 0,0-1 0 0,-4 2 0 16,1 0 0-16,-4-1 0 0,2-2 0 16,-1-1 0-16,-1-2 0 0,-1-1 0 15,2 0 0-15,-2 0 0 0,3-3 0 0,5-4 0 16,-16 4 0-16,16-4 0 0,0 0 0 16,-24-10 0-16,18 5 0 0,-2 0-72 0,1-2-451 15,3 0-119-15,2-1-164 16,1-1-43-16,1-1 82 0,0 1-774 0,1 1-986 0</inkml:trace>
  <inkml:trace contextRef="#ctx0" brushRef="#br0" timeOffset="147029.76">14618 8632 3908 0,'10'0'-132'0,"-10"0"60"0,16 0 54 0,-5 0 61 0,-11 0 47 16,14 4 30-16,-4 2 14 0,-4-1 7 0,3 0 7 15,0 2 0-15,2 5-2 0,-4-5-7 16,0 5-14-16,4 0-9 0,-8 0-7 16,1-2-9-16,0 4-8 0,-4-2-11 15,0 0-3-15,-4-1-13 0,0 3-5 0,1 0-28 16,-6-1-48-16,4 1-63 0,-5-7-103 16,5 2-120-16,-5-4-136 0,2-1-187 15,5 0-8-15,3-4 58 0,0 0-379 0,0 0-431 16</inkml:trace>
  <inkml:trace contextRef="#ctx0" brushRef="#br0" timeOffset="147428.88">15022 8240 2831 0,'0'0'165'0,"0"0"24"15,-2-7 18-15,2 7-5 0,0 0-19 16,4-8-7-16,2 5-11 0,-6 3-18 15,12-6-13-15,-5 6-16 0,-7 0-10 0,20 2-11 16,-8 0-9-16,-1 1-7 0,0 5-12 16,0-2-6-16,-2 4-4 0,-2 0-6 0,2 5-4 15,-6-1 0-15,-1-1 4 0,0 3 5 16,-4 1 7-16,0 1 2 0,-3 1-3 0,-2 2 0 16,4-4-2-16,-3-2 8 0,2 1 5 15,2-4-1-15,-1-2 7 0,1 0-1 16,0-1 10-16,2 1 4 0,0-2-6 0,0 1-5 15,4 1 8-15,-1 0 6 0,-1 1-8 16,4-3-4-16,-1 4-8 0,0-3-17 16,1 1 6-16,-3 0-5 0,3 1-7 0,-2-1-4 15,-3 3-1-15,1-3-4 0,-2-2-11 16,0 3 5-16,0-3-2 0,-3 2-2 16,-3 1-6-16,0-3 2 0,-1 1-9 0,1-1-15 15,-2-1-35-15,1-3-44 0,-1-1-69 16,8-3-84-16,-13-2-122 0,13 2-133 0,-12-12-160 15,9-3-138-15,-2-4 67 16,3-6-662-16,4-4-827 0</inkml:trace>
  <inkml:trace contextRef="#ctx0" brushRef="#br0" timeOffset="147745.65">15189 8146 3638 0,'-11'-3'17'0,"11"3"58"0,-5-4 28 0,5 4 24 15,0 0 15-15,-8-6 3 0,8 6-2 16,0 0-3-16,0 0-2 0,0 0-11 0,26-2-9 16,-8 3-16-16,5 5-6 0,0-1-12 15,8 6-6-15,-6 5-9 0,4 4 3 0,-6 6 6 16,-4 3 12-16,-4 6 21 16,-5 5 11-16,-4 1 23 0,-6 5 16 0,0 3 21 15,-6 5 6-15,-4-2 8 0,1 1-11 16,-2-3-11-16,1-1-7 0,1-12-8 0,1-1-17 15,0-3-12-15,4-10-13 0,0-1 4 16,3-3-14-16,1-7-9 0,-2 1-13 0,-2 1-66 16,4-5-19-16,-2-1 0 0,0-1-39 15,2-7-163-15,0 9-117 0,0-9-134 0,0 0-128 16,0 0-166-16,0 0-69 0,10-26 79 16,3 9-724-16,8-10-911 0</inkml:trace>
  <inkml:trace contextRef="#ctx0" brushRef="#br0" timeOffset="147961.7">15727 8623 4476 0,'-11'0'242'0,"11"0"75"0,-18 2 39 0,18-2 29 16,0 0 10-16,-11 0 18 0,11 0-9 15,0 0-33-15,0 0-45 0,0-12-36 0,0 12-74 16,23-16-216-16,-6 8 0 0,2-1 0 15,2-1 0-15,0 2 0 0,2 1 0 0,-2-1-274 16,2 4-228-16,-6-2-148 0,0 2-212 16,-2 4 35-16,-2 0 87 0,-1 4-735 15,-4 2-922-15</inkml:trace>
  <inkml:trace contextRef="#ctx0" brushRef="#br0" timeOffset="148146.91">15799 8753 3961 0,'-13'7'103'16,"2"-2"73"-16,3-2 60 0,0 1 71 15,8-4 55-15,-9 3 26 0,9-3 26 0,0 0 12 16,-12 4 2-16,12-4-18 0,0 0-27 16,-7 2-48-16,7-2-73 0,0 0-262 0,0 0 0 15,0 0 0-15,23-11 0 0,-14 9 0 16,5-1 0-16,1-2 0 0,0 1 0 16,0-2-212-16,3 2-416 0,-2-1-168 15,-4 0-94-15,1 0 87 0,-1 1-851 0,-2-1-1090 0</inkml:trace>
  <inkml:trace contextRef="#ctx0" brushRef="#br0" timeOffset="149244.78">16314 8491 4730 0,'8'2'-67'0,"-8"-2"61"0,0 0 48 16,0 0 45-16,0 0 41 0,0 0 33 15,0 0 27-15,0 0 13 0,0 0 1 0,0 0-5 16,0 0-15-16,7-11-15 0,-7 11-14 16,4-3-16-16,-4 3-17 0,7-7-4 0,-7 7-13 15,2-7-13-15,-2 7-10 0,4-8-5 16,-4 8-12-16,7-9-14 0,-6 2 9 16,-1-2-12-16,0 1-18 0,0-1 14 15,0-3-5-15,0 2-2 0,-1-2-5 0,-6 2-6 16,3 0 1-16,1-1 1 0,1 5-12 15,-6-3 5-15,1 4-3 0,2-1-5 0,-8 5 3 16,13 1 7-16,-21 1 2 0,10 3-7 16,-2 3 1-16,-1 2 2 0,7 1 2 0,0 0 5 15,-4 4-5-15,6-2 6 16,-1 1-3-16,4-1 0 0,1 2 1 0,2-2-1 16,-1 0-1-16,0-2 6 0,4 0-5 15,2 2 9-15,-3-6 8 0,1 0 2 0,6-1 0 16,-1-1-2-16,1 0-38 0,-2-4-3 15,-8 0 0-15,15 1 0 0,-15-1 0 0,0 0 0 16,17-3 0-16,-17 3 0 0,11-7 0 16,-11 7 0-16,13-7 0 0,-12 2 0 15,-1 5 0-15,8-8 0 0,-5 2 0 0,-3 6 0 16,6-8 0-16,-1 2 0 0,-5 6 0 16,4-8 0-16,3 3 0 0,-7 5 0 0,9-10 0 15,-5 4 0-15,1 1 0 0,-5 5 0 16,10-6 0-16,-4 2 0 0,-6 4 0 15,5-7 0-15,-5 7 0 0,6-5 0 0,-6 5 0 16,5-9 0-16,-5 9 0 0,4-8 0 16,3 1 0-16,-5 2 0 0,1-4 0 15,1 3 0-15,0 1 0 0,-4 5 0 0,5-14 0 16,-1 8 0-16,-4 6 0 0,3-8 0 16,-3 8 0-16,5-7 0 0,-5 7 0 0,0 0 0 15,2-8 0-15,-2 8 0 0,0 0 0 16,0 0 0-16,0 0 0 0,0 0 0 0,4 25 0 15,-2-9 0-15,-1 4 0 0,-1 4 0 16,2 2 0-16,0 0 0 0,0 1 0 0,-4 0 0 16,6 8 0-16,-4-4 0 15,2-7 0-15,-1-3 0 0,1 2 0 0,0-5 0 0,-2-3 0 16,3-3 0-16,-1-2 0 16,-2 0 0-16,2-1 0 0,-2-2 0 0,1 1 0 15,-1-3 0-15,0-5 0 0,2 9 0 16,-2-9 0-16,2 9 0 0,-2-9 0 0,0 8 0 15,0-8 0-15,0 5 0 0,0-5 0 16,-2 7 0-16,2-7 0 0,0 0 0 0,-5 11 0 16,-5-5 0-16,-1 0 0 0,-11 2 0 15,4 2 0-15,-13 1 0 0,8-2 0 0,4-1 0 16,4-2 0-16,-1 2 0 0,5-4 0 16,1 0 0-16,1 1 0 0,1-3 0 0,1 2 0 15,7-4 0-15,-14 4 0 0,10-2 0 16,4-2 0-16,-9 4 0 0,9-4 0 15,0 0 0-15,-10 4 0 0,10-4 0 0,0 0 0 16,-7 4 0-16,7-4 0 0,-6 2 0 16,6-2 0-16,0 0 0 0,0 0 0 0,-4 7 0 15,4-7 0-15,0 10 0 0,0-10 0 16,-3 10-471-16,-1-1-543 0,-2-1 120 0,-4 3-1083 16,1-1-1394-16</inkml:trace>
  <inkml:trace contextRef="#ctx0" brushRef="#br0" timeOffset="156726.32">4646 6575 1409 0,'0'0'471'0,"-4"-12"-116"0,4 12-31 0,-2-10-23 0,0 2-17 0,2 8-11 16,-4-13-5-16,4 9-6 0,0 4 19 15,-3-11 8-15,3 11-14 0,-5-7-40 16,5 7-21-16,0 0-28 0,0 0-16 0,0 0 20 16,0 0-3-16,-18 26-3 0,7 1 0 15,0 6 2-15,-2 2 6 0,-6 11-6 0,1 0-7 16,2 2-12-16,0-4-16 16,3 2-9-16,4-9-14 0,-1-2-6 0,2-3-12 0,3-1-10 15,-1-7-10-15,1-6-8 16,2-2-68-16,1-4-14 0,-2 0 0 0,1-4 0 15,1 1 0-15,2-1 0 0,0-8 0 16,-4 5-210-16,4-5-128 0,0 0-114 0,0 0-101 16,0 0-92-16,2-23-122 0,2 8-14 15,-1-6 85-15,3-3-579 0,2-7-735 16</inkml:trace>
  <inkml:trace contextRef="#ctx0" brushRef="#br0" timeOffset="156976.63">4554 6510 3539 0,'-4'-17'27'0,"3"2"64"0,-3 3 50 0,2 2 36 0,0 3 30 16,0 0 6-16,2 7-9 16,-3-13-15-16,3 13-12 0,0 0 33 0,0 0 8 15,0 0 12-15,34 13 7 0,-10 2-7 16,4 6-12-16,8 6-7 0,1 4-17 16,1-2-16-16,-2 1-20 0,0 0-14 0,-1-2-14 15,-9-4-12-15,-1-1-13 0,-2 0-11 16,-3-3-10-16,-5-4-27 0,-4-3-28 0,-3-2-56 15,-1-1-51-15,-1-3-59 0,-1 0-65 16,-5 0-74-16,0-7-104 0,0 6-96 16,0-6-113-16,-12 0-159 0,12 0 11 15,-24-5 64-15,11 0-513 0,-4 2-651 0</inkml:trace>
  <inkml:trace contextRef="#ctx0" brushRef="#br0" timeOffset="157163.26">4613 6771 3437 0,'-13'3'160'0,"5"1"42"0,8-4 30 0,-11 3 21 16,11-3 15-16,0 0 30 0,0 0-13 16,-11 2-2-16,11-2-24 0,0 0-26 0,0 0-23 15,0 0-16-15,32-14-18 0,-12 7-35 16,7-5-75-16,4 0-91 0,1-1-92 16,0 1-94-16,-1-1-134 0,1 4-152 15,1-7-204-15,-7 4-34 0,-1-5 79 16,-3 3-504-16,-10 1-626 0</inkml:trace>
  <inkml:trace contextRef="#ctx0" brushRef="#br0" timeOffset="157494.69">4922 6365 3384 0,'-4'-7'141'0,"2"-1"38"15,0 0 23-15,1 2 7 0,1 6 6 0,0-15 6 16,1 5 3-16,1 3-5 0,-2 7-16 15,11-9 1-15,-2 9 25 0,-9 0 27 16,25 12 28-16,-9 9 14 0,2 9 22 16,-3 4 15-16,0 12 8 0,-2 2 17 0,-4 2 5 15,-3-8-365-15,4 9 0 0,-3-13 0 16,1-1 0-16,2-3 0 0,-3-3 0 0,5-1 0 16,-2-9 0-16,1-5 0 0,4-3 0 15,0-1 0-15,2-6 0 0,2-3 0 16,4-3 0-16,2-3 0 0,10-3 0 0,-5-3 0 15,2 0 0-15,-9-2 0 0,-4 1 0 16,0 0 0-16,-2 0 0 0,0-2 0 16,-4 0 0-16,1 1 0 0,-4 1 0 15,-5 2 0-15,0 1-742 0,-2 0-219 0,-4-1 63 16,-1-1 98-16,-5 0-829 0,4-1-1068 16</inkml:trace>
  <inkml:trace contextRef="#ctx0" brushRef="#br0" timeOffset="157725.41">4995 6313 4371 0,'-20'-6'78'0,"1"2"69"16,4 0 58-16,3 0 57 0,3 1 26 0,9 3 30 16,-13-6 7-16,6 2-9 0,2 0-24 15,5 4-26-15,-4-15-31 0,6 7-26 0,5-1-24 16,2-5-22-16,6 2-19 15,6-10-50-15,2 5-71 0,-1 0-78 0,-2 5-103 16,-3 2-90-16,0 3-115 0,-2 1-119 16,-4 2-151-16,1 4-210 0,1 3 67 0,-1 0 94 15,-2 1-570-15,-1 3-713 0</inkml:trace>
  <inkml:trace contextRef="#ctx0" brushRef="#br0" timeOffset="158110.34">5266 6360 3842 0,'-16'-6'208'0,"10"0"32"15,6 6 20-15,-10-12 10 0,8 6 11 0,0 0 2 16,2 6-14-16,0-17-23 0,2 9-25 16,3 1-22-16,-5 7-16 0,13-6-21 0,-4 4-21 15,-9 2-10-15,25 4-12 0,-14 0-11 16,5 1-10-16,-3 2-7 0,1 4-1 15,-5 1 0-15,-2 3 11 0,1 3-4 0,-6-3 0 16,-2 4 14-16,0-5 14 16,0 1 3-16,-2-3-128 0,2 0 0 0,0-3 0 0,0-1 0 15,0-8 0-15,-1 8 0 16,1-8 0-16,0 0 0 0,0 0 0 0,0 0 0 16,0 0 0-16,0 0 0 0,0 0 0 15,0 0 0-15,0 0 0 0,20-16 0 0,-20 16 0 16,0 0 0-16,30 8 0 0,-16-1 0 15,1 3 0-15,4 0 0 0,-6 2 0 0,5 0 0 16,-1 1 0-16,-2-2 0 0,-2-1 0 16,1 2 0-16,-3-5 0 0,-2 0 0 0,2 0-90 15,-8-1-655-15,3-4-159 0,-3 3 14 16,-3-5 80-16,0 0-806 0,13 1-1056 16</inkml:trace>
  <inkml:trace contextRef="#ctx0" brushRef="#br0" timeOffset="158343.49">5652 6500 4699 0,'0'0'12'0,"0"0"55"16,0 0 40-16,0 0 54 0,0 0 46 15,0 0 52-15,0 0 28 0,0 0 1 0,13 15-10 16,-7-10-15-16,-6-5-19 0,15 8-26 16,-7-2-18-16,-1 1-20 0,-1 1-16 0,1 4-16 15,-5-3-17-15,5 3-13 0,-5 1-9 16,-1-1-58-16,-1 1-51 0,-1 1 0 15,-4-2-86-15,5-2-103 0,-2-1-70 16,0-1-92-16,0-2-103 0,1 0-105 16,1-6-148-16,-6 4-89 0,6-4 67 0,0 0-652 15,0 0-835-15</inkml:trace>
  <inkml:trace contextRef="#ctx0" brushRef="#br0" timeOffset="158760.47">5684 6200 3800 0,'-7'-9'52'0,"-1"3"62"0,4 0 58 0,-2-1 25 15,2 1 6-15,4 6 24 0,-2-16-8 0,4 8-18 16,2-3-15-16,2 3-17 16,4-2-20-16,-1-1-13 0,3 3-19 0,-3 1-4 15,2 2-16-15,3 0-19 0,-3 1-1 16,1 4-12-16,-12 0 3 0,22 6-2 0,-10 4-9 15,-4 0-1-15,-1 2-1 0,1 2 19 16,-4 1 3-16,-2 2-2 0,0 2 3 16,0 0-8-16,-2-2 4 0,3 2-3 0,-3-1-3 15,2-1-1-15,2-1 6 0,2-1-7 16,-1 1-1-16,3-2 0 0,3 3-5 16,-3-5-9-16,4 2-1 0,-1-2 0 0,2 1 12 15,-1 0 9-15,-1 2-1 0,1-5-4 16,-3 2 3-16,0 0-24 0,-1 0-45 15,0 0 0-15,-2 0 0 0,-3 0 0 0,1-2 0 16,-4 1 0-16,0-3 0 0,-2 1 0 16,0-1 0-16,1 2 0 0,-5-5 0 0,2-1 0 15,4-4 0-15,-14 4 0 0,14-4-145 16,-11-13-274-16,2 1-136 0,1-9-172 0,0-12-156 16,1-5 84-16,2-1-787 0,3-2-1027 15</inkml:trace>
  <inkml:trace contextRef="#ctx0" brushRef="#br0" timeOffset="159076.22">5944 5941 4247 0,'0'0'-17'0,"-13"-9"76"0,10 6 55 16,3 3 44-16,-6-7 20 0,6 7 15 16,-2-8-14-16,2 8-9 0,6-12-15 15,4 5-18-15,3 0-12 0,2 2-13 0,4 3-14 16,3 0-3-16,2 6 3 0,9 6 4 15,-3 4 19-15,-3 4 7 0,5 10 21 0,-1 7 50 16,-2 1 16-16,-5 7-4 16,-5-1-7-16,0 5-15 0,-2-1-13 0,-3 1-16 0,-5-8-15 15,-2 1-54-15,1 2-91 16,-2-3 0-16,0-3 0 0,-2 0 0 0,-3-7 0 16,-2-5 0-16,1-5 0 0,-2 0 0 15,-4 1 0-15,3-5 0 0,-8 3 0 0,0-3 0 16,-3-1 0-16,0-3 0 0,-4 1 0 15,1-5-349-15,0-2-210 0,2-3-168 0,-1-4-158 16,3-2 70-16,0-8 91 0,3 2-681 16,3-5-858-16</inkml:trace>
  <inkml:trace contextRef="#ctx0" brushRef="#br0" timeOffset="159794.51">6507 4623 3784 0,'0'-7'-65'0,"0"7"51"0,-4-15 54 0,4 10 37 0,0 5 25 0,-1-10 23 0,1 10-1 0,-4-8-6 0,4 8-13 16,0 0-13-16,0 0-11 0,0 0 27 15,0 0 27-15,0 29 15 0,2-5 14 16,1 16 15-16,3 4 15 0,2 11 19 16,1 1 2-16,-3 0-34 0,6-3-2 0,-1 0-20 15,-4-4-14-15,6-9-13 0,-8-3-14 16,2-2-9-16,-1-9-11 0,1-5-13 0,-4-1-9 16,1-3-21-16,0-5-54 0,-3-3-63 15,1 4-70-15,2-4-96 0,-2-4-158 0,-2-5-171 16,0 0-206-16,0 0 0 15,0 0 70-15,7-24-559 0,-3 2-713 0</inkml:trace>
  <inkml:trace contextRef="#ctx0" brushRef="#br0" timeOffset="160560">6406 4621 3687 0,'-23'-10'36'0,"5"0"43"16,4 2 14-16,1-1 5 0,1 1-2 0,3-1 2 16,1 3-6-16,5-2-8 15,3-3-10-15,3 1-6 0,8-4-13 0,13-5-1 16,10 2-9-16,19-4-7 0,10-1 1 16,5 7-4-16,11-1-10 0,18-3 0 15,0-2-7-15,-17 10-8 0,21-7 2 0,4 4-8 16,4-6-12-16,1 1-17 0,3 3 3 15,4-12-10-15,3 7-3 0,1-1-5 0,-7 0 0 16,-3 1 5-16,-7 0 3 0,-25 8 3 16,-5-1 3-16,-8 2 1 0,-7 5 1 15,-12 2 8-15,-9-2 9 0,-8 5-7 0,-7 1 11 16,-4 2 16-16,-4 5 3 16,5 1 12-16,-5 5 9 0,4 6 9 0,-1 5 18 15,-2 6 10-15,-3 5 26 0,5 0-7 0,-4 12-4 16,4 2-6-16,0 3 1 0,-6 1 14 15,3 0 6-15,-3 2 0 0,-3-5 3 16,-1-6 1-16,-2-2 6 0,0-3-2 0,-2-2-22 16,-3-1-3-16,-1-6 8 0,-1-5 0 15,-3-5 10-15,2 2-7 0,-2-1 17 0,0-3-8 16,-2-2-9-16,2-1-3 0,-3 1-10 16,-4 2-4-16,-3-3-9 0,-1-4-4 15,-10 9-4-15,-1-2-6 0,-9-3-7 0,-2-1-4 16,-15 4-2-16,-4 0-10 0,-8-3-4 15,-5-3 2-15,-9-1-8 0,-3 2 2 16,-23-1-2-16,16-5-4 0,1 2 0 16,-3-5-3-16,4 2 3 0,3-2-2 0,4-2-9 15,4 2 9-15,3-1-4 0,6 0 2 16,3 2 2-16,15-2 5 0,1-2-6 0,4 4-1 16,9-4-1-16,7 0 0 0,-1 4-6 15,4-2 2-15,1 2-2 0,0-1-4 16,-1 4 4-16,2-2-5 0,-3-1 3 0,2 2-3 15,2 1 2-15,-1 0-5 0,2 2 2 0,-3-3 1 16,3 1 1-16,4 0-1 0,2-2-3 16,0 2 1-16,3-4-4 0,0 1 10 0,0-1 7 15,6 1 14-15,-3-2-5 0,8-2 4 16,-10 3-4-16,10-3 2 0,-7 2-25 16,7-2-2-16,0 0 0 0,0 0 0 15,-9 1-52-15,9-1-50 0,0 0-49 0,0 0-44 16,0 0-50-16,0 0-67 0,0 0-90 15,0 0-97-15,0 0-129 0,5-19-179 16,-1 13 68-16,0-4-642 0,-3-1-833 0</inkml:trace>
  <inkml:trace contextRef="#ctx0" brushRef="#br0" timeOffset="161029.49">7287 4350 3569 0,'3'-8'-111'0,"-3"0"54"0,0 2 54 0,0 6 48 0,0 0 39 0,0-9 20 16,0 9 22-16,0 0 8 15,0 0 12-15,-1-8 5 0,1 8 4 0,0 0-9 16,0 0-11-16,0 0-17 0,0 0-3 16,0 0 26-16,0 0 15 0,14 25 19 0,-11-2 12 15,6 11 28-15,3 15 10 0,1 5 9 16,-2 3 5-16,5 1-6 0,-1 2-23 0,3-2-12 15,-4 0-16-15,2-4-9 0,2 1-5 16,-4-1-5-16,-1-4-10 0,-1-13-14 16,1-2-16-16,-4-3-103 0,0-8-20 0,-2-7 0 15,-1 1 0-15,-1-4 0 0,-1-5 0 16,2 1 0-16,-2-2 0 0,0-4 0 16,-4-4 0-16,0 0 0 0,0 0-202 15,0 0-305-15,3-20-173 0,-8 7-241 0,-2-3 69 16,-11-7 92-16,-1-1-692 0,-4 7-901 15</inkml:trace>
  <inkml:trace contextRef="#ctx0" brushRef="#br0" timeOffset="161545.14">6831 4773 3943 0,'-11'2'-34'0,"11"-2"53"0,0 0 50 0,-14 2 20 0,14-2 19 0,0 0 0 15,0 0 7-15,0 0 0 0,0 0 7 0,0 0-10 16,0 0-7-16,0 0-8 16,0 0-3-16,0 0-6 0,0 0-5 0,0 0-3 15,0 0-7-15,14-21-9 0,-1 14-4 16,3 0-4-16,-3 2-5 0,-2 0 2 0,-1 2-7 16,-1-1 1-16,-9 4 0 0,16 0 15 15,-16 0 25-15,13 9 23 0,-8-2 28 16,1 5 14-16,1-2 2 0,-4 4 5 0,-1 4 0 15,2-2-18-15,-1 1-3 16,-1 2-7-16,0-1-7 0,2-1-6 0,1 0-12 16,-3-3-3-16,3 3-11 0,-1-2-10 0,-3-3-7 15,3 0-8-15,0-2-9 0,-1 0-1 0,1 1-5 16,-2-3-36-16,3-1-16 16,-2-2 0-16,-3-5 0 0,2 11 0 0,-2-11-9 15,0 0-136-15,0 0-77 0,2 5-74 16,-2-5-103-16,0 0-118 0,0 0-161 0,0-23-166 15,0 17 75-15,0-5-698 0,0 3-914 16</inkml:trace>
  <inkml:trace contextRef="#ctx0" brushRef="#br0" timeOffset="162445.82">7853 4645 3704 0,'0'0'-78'0,"0"0"60"0,0 0 52 0,0 0 47 0,0 0 38 15,0 0 33-15,11 12 28 0,-11-12 24 16,0 0 14-16,0 0 7 0,0 0 9 0,0 0 0 16,0 0 2-16,0 0-7 0,0 0-14 0,0 0-9 15,0 0-8-15,0 0-4 16,0 0-5-16,0 0 0 0,0 0-1 0,0 0-3 16,0 0 1-16,0 0 1 0,0 0-15 15,0 0-15-15,0 0-16 0,0 0-111 16,6-15-30-16,-6 15 0 0,-2-17 0 0,0 5 0 15,0-1 0-15,0-3 0 0,-1 2 0 16,-1 1 0-16,0 1 0 0,2 1 0 0,-2 2 0 16,2-2 0-16,-2 4 0 0,2 2 0 15,2 5 0-15,-7-6 0 0,7 6 0 0,0 0 0 16,-25 13 0-16,16-4 0 16,-5 7 0-16,5-1 0 0,1 3 0 0,1-1 0 0,0 2 0 15,2-1 0-15,3-1 0 16,4-1 0-16,0 1 0 0,1-4 0 0,4 1 0 15,0-2 0-15,4-4 0 0,1 1 0 16,0-2 0-16,-1-2 0 0,1-2 0 16,1 1 0-16,-4-2 0 0,-9-2 0 0,19 0 0 15,-19 0 0-15,14 1 0 0,-14-1 0 16,13 2 0-16,-13-2 0 0,0 0 0 0,11 3 0 16,-11-3 0-16,8 12 0 0,-6-7 0 15,2 6 0-15,-2 2 0 0,0-2 0 0,-1 4 0 16,1 2 0-16,0 0 0 15,0-2 0-15,0-1 0 0,2 1 0 0,-3-3 0 0,1 0 0 16,-2 2 0-16,0-3 0 16,-2 0 0-16,2-1 0 0,-5 2 0 0,1-4 0 15,-7 5 0-15,-1-3 0 0,-3 0 0 16,0 0 0-16,4-1 0 0,-5-2 0 0,3-1 0 16,4 0 0-16,-2 0 0 0,4-4 0 15,-2 2 0-15,3-2 0 0,6-2 0 16,-14 1 0-16,14-1 0 0,0 0 0 0,-16-3 0 15,11-3-486-15,1 0-524 0,3-1 80 16,-3 0 104-16,0-3-854 0,2-2-1115 16</inkml:trace>
  <inkml:trace contextRef="#ctx0" brushRef="#br0" timeOffset="163293.17">7134 3981 4269 0,'11'0'-208'0,"-11"0"48"0,14-1 48 0,-14 1 53 0,0 0 37 0,11-2 40 16,-11 2 25-16,0 0 37 0,0 0 21 15,0 0 18-15,11-4 13 0,-11 4-7 16,0 0-5-16,0 0-3 0,0 0-10 15,0 0-8-15,0 0-10 0,0 0-6 0,0 0-8 16,0 0-8-16,0 0-4 0,0 0-4 16,0 0 5-16,0 0 11 0,0 0 10 0,0 0 16 15,0 0 6-15,-27 14 0 0,15-9-4 16,-9 1-4-16,-2-2 4 0,-15 6-9 16,-4-2-10-16,-13 1 3 0,0 3-13 15,0 3-3-15,-5-4-9 0,5 2 9 0,1-1 9 16,17 0 1-16,-3 1 12 0,3-4-10 15,5 1 2-15,-1 1-13 0,6-5-5 16,9 0-3-16,2-2-3 0,5 0-1 0,0-2-7 16,-1 1-2-16,7-1-10 0,-5 0-2 15,10-2-1-15,-14 3-11 0,14-3 0 0,0 0-4 16,-11 3-5-16,11-3-37 0,-7 2-15 16,7-2-53-16,0 0-40 0,0 0-52 0,0 0-60 15,0 0-105-15,0 0-108 0,0 0-141 16,0-12-218-16,0 12 59 0,6-11 83 15,-6 11-470-15,1-14-607 0</inkml:trace>
  <inkml:trace contextRef="#ctx0" brushRef="#br0" timeOffset="163825.19">6442 3945 3063 0,'2'-4'-67'0,"0"-2"36"0,-2 6 34 0,2-7 17 0,-2 7 14 0,0 0 10 0,0 0 12 16,5-8 2-16,-5 8 0 0,0 0 9 15,0 0 36-15,0 0 24 0,0 0 3 0,0 0 6 16,-18 22 13-16,12-9 6 0,-6 2 5 15,1 2 14-15,-6 5-1 0,2-1-1 0,-3 3-5 16,2-1-1-16,2-4-10 0,1-2 4 16,4 0-19-16,-1-1-9 0,0 0-7 0,3-5-2 15,2 1-4-15,-4-2-12 16,5-3 4-16,-1 2-5 0,-1 0-12 0,5-3 2 16,-3-1-9-16,2 2 12 0,2-7 8 15,-2 17-7-15,4-9-2 0,0 0 6 16,3 3-3-16,1-1-1 0,3 1-4 0,5 2-6 15,1-1-3-15,2-2 0 0,0-2-6 16,2 3 4-16,1-4-3 0,-4-3-6 0,0 3-2 16,-1-1-24-16,-1-3-50 0,-3 1 0 15,-2 1 0-15,1-2 0 0,-10-3 0 0,13 4 0 16,-7 1 0-16,-6-5 0 0,10 3 0 16,-10-3 0-16,0 0 0 0,9 5 0 15,-9-5 0-15,0 0 0 0,9 4 0 0,-9-4 0 16,0 0 0-16,0 0 0 0,11 3 0 15,-11-3-301-15,0 0-237 0,0 0-187 0,0 0-197 16,0 0 82-16,0 0 100 0,0 0-663 16,0 0-855-16</inkml:trace>
  <inkml:trace contextRef="#ctx0" brushRef="#br0" timeOffset="164644.9">7477 3996 3598 0,'-7'0'-150'0,"7"0"47"0,-15-1 50 0,7-2 42 0,8 3 43 0,0 0 39 0,-21-2 30 16,21 2 20-16,-14 0 21 0,14 0 10 0,-9-2 5 16,9 2 4-16,0 0-3 0,0 0 7 15,0 0-4-15,-16 0 6 0,16 0 11 0,0 0-8 16,0 0-1-16,0 0-6 0,0 0-13 15,-16-1-6-15,16 1-14 0,0 0-7 16,0 0-7-16,0 0-24 0,0 0 8 0,0 0 21 16,0 0 8-16,0 0-1 15,53 0-10-15,-5-6-10 0,16-1-27 0,15 0-7 16,23-3-7-16,-16 2-11 0,20-3-6 16,-29 6-3-16,0 0-9 0,-9 2-3 0,-21 2 0 15,0-3-5-15,-15 4-6 0,-7 0-5 16,-4 0-1-16,-6-2 4 0,-2 2 6 0,1 0-5 15,-5-2 11-15,-9 2-2 0,17 0 7 16,-17 0-1-16,17 0-10 0,-17 0 0 0,0 0-4 16,19 0-2-16,-19 0-7 0,11-2-21 15,-11 2-38-15,9-1-67 0,-9 1-67 16,0 0-77-16,13-1-91 0,-13 1-114 0,0 0-148 16,7-3-240-16,-7 3 66 0,0 0 87 15,0 0-523-15,0 0-682 0</inkml:trace>
  <inkml:trace contextRef="#ctx0" brushRef="#br0" timeOffset="164974.89">8282 3814 3276 0,'-9'-1'37'0,"-2"-2"46"0,11 3 32 0,-13-5 43 0,5 0 21 15,8 5 19-15,-9-4 8 0,9 4 6 0,-6-5 0 16,6 5-19-16,0 0-21 16,-7-7-23-16,7 7-11 0,0 0-17 0,0 0-4 15,0 0-13-15,0 0 2 0,43 16-10 16,-31-6 2-16,3 2-4 0,1 3 2 0,2 6 13 16,-6-4 11-16,-1 0-1 0,-1 0 0 15,-2 2 3-15,-2-4 5 0,-3 1-10 16,1-3-2-16,-2-1-8 0,0 3-6 0,-2-4-13 15,-2 0-19-15,-2 0-9 0,-1 2-5 16,-6-1-38-16,2-4-70 0,-2 1-94 16,-1 0-96-16,-1-1-141 0,-1-5-152 0,1 1-231 15,0-6-51-15,3 2 85 0,10 0-602 16,-18 0-790-16</inkml:trace>
  <inkml:trace contextRef="#ctx0" brushRef="#br0" timeOffset="168393">9463 7732 3513 0,'0'-6'-14'0,"0"6"77"0,-3-6 52 0,3 6 44 0,0 0 40 16,-7-9 24-16,7 9 18 0,0 0 14 0,-3-8 6 16,3 8-6-16,0 0-17 0,0 0-7 15,0 0 23-15,0 0 19 0,-23 29-3 0,11-3-2 16,-1 6-6-16,0 3-9 15,-4 10-15-15,1-1-32 0,5-7-20 0,2 1-16 16,-1-7-98-16,2 1-72 0,5-9 0 16,-1-2 0-16,2-5 0 0,0-3 0 0,2-2 0 15,-2-1 0-15,2-3 0 0,0 0 0 16,0-7 0-16,0 5 0 0,0-5-210 0,0 0-251 16,4-21-69-16,0 6-66 0,1-6-74 15,3-12-123-15,-1 0 63 0,1-3-699 0,0-2-879 16</inkml:trace>
  <inkml:trace contextRef="#ctx0" brushRef="#br0" timeOffset="168608.97">9383 7677 3819 0,'0'-15'-58'16,"2"7"60"-16,-2-1 36 0,0 4 15 15,0 5 16-15,4-7 35 0,-4 7 41 0,0 0 25 16,0 0 18-16,24 17 14 0,-10-3-1 16,3 7 5-16,4 0 19 0,-2 2 6 0,2 0-31 15,2-1-21-15,0-1-12 0,-3 1-16 16,2-3-14-16,-5-5-11 0,-2 1-15 0,-4-5-36 15,1-2-42-15,-3 1-37 0,-3-2-40 16,2-2-42-16,-4 1-64 0,2-2-97 0,-6-4-101 16,0 0-76-16,0 0-99 0,0 0-130 15,0 0-9-15,0 0 56 0,0 0-424 0,-33-17-503 16</inkml:trace>
  <inkml:trace contextRef="#ctx0" brushRef="#br0" timeOffset="168758.13">9390 7890 3002 0,'-18'4'157'0,"6"-4"48"15,5 3 45-15,-3-3 32 0,10 0 27 0,0 0 9 16,-15 2-4-16,15-2-17 0,0 0-16 16,0 0-27-16,0 0-21 0,0 0-27 0,0 0-21 15,0 0-18-15,0 0-60 0,0 0-87 16,36-10-95-16,-19 6-115 0,4-2-138 0,10-6-162 16,-1-1-208-16,1-2-22 0,-1 0 74 15,-1-1-524-15,-4-2-636 0</inkml:trace>
  <inkml:trace contextRef="#ctx0" brushRef="#br0" timeOffset="169076.8">9695 7590 3523 0,'-2'-5'135'16,"2"5"49"-16,-7-8 30 0,5 3 5 16,2 5 2-16,-2-9 0 0,2 9-10 0,0 0 2 15,10-7 3-15,-10 7 7 0,0 0 2 16,25 14-9-16,-14-1 2 0,2 6 11 0,2 6 13 15,1 4 15-15,-7 1-6 0,3 4 9 16,-4-2 3-16,-3 0 4 0,1-6-84 0,-4-5-183 16,-1-2 0-16,3-2 0 15,1-2 0-15,-2 0 0 0,-1-2 0 0,0-4 0 0,0 0 0 16,2-2 0-16,-3 1 0 16,3-4 0-16,5 1 0 0,-4-1 0 0,4-3 0 15,-9-1 0-15,22 0 0 0,-13-1 0 16,2-3 0-16,1 3 0 0,-1-5 0 0,0 4 0 15,-1-4 0-15,-1 0 0 0,2-4-647 16,-4 3-266-16,0-3 22 0,-3 2 77 0,0-3-861 16,-2 1-1112-16</inkml:trace>
  <inkml:trace contextRef="#ctx0" brushRef="#br0" timeOffset="169291.95">9754 7611 4555 0,'-9'-9'13'0,"4"-1"80"0,1 3 65 16,-2 1 54-16,6 6 36 0,-8-7 31 16,8 7 6-16,-5-7-4 0,5 7-16 0,-4-5-26 15,4 5-20-15,0 0-29 0,0 0-23 16,0-11-17-16,0 11-45 0,15-4-65 0,-15 4-94 16,19-6-101-16,-5 5-120 0,2-1-133 15,-2-1-141-15,1 3-177 0,-6 0-43 0,7 0 74 16,-5 3-621-16,3-1-772 15</inkml:trace>
  <inkml:trace contextRef="#ctx0" brushRef="#br0" timeOffset="169674">10039 7616 3460 0,'0'0'94'16,"0"0"65"-16,0 0 47 0,0 0 24 0,-18-6-8 15,18 6-5-15,0 0-19 0,2-8-12 16,-2 8-8-16,0 0-16 0,12-8-12 0,-3 4-14 16,-9 4-12-16,15 0-14 0,-15 0-8 15,22 6-13-15,-13-3-1 0,1 4-5 0,-3 1 1 16,1-1 21-16,-3 3 29 16,-3 2 17-16,1-3 14 0,-3 3 6 0,-3 2 3 15,-1-1 10-15,3-1 7 0,-5 0 13 16,2-1 12-16,4-2-1 0,-2-2-212 0,1 0-3 15,1-7 0-15,-4 9 0 0,4-9 0 16,0 7 0-16,0-7 0 0,0 0 0 0,9 9 0 16,-9-9 0-16,13 4 0 0,-3-1 0 15,1-2 0-15,-1 1 0 0,2 2 0 0,-3-2 0 16,3 3 0-16,-3-2 0 16,4 1 0-16,-5-3 0 0,3 4 0 0,0-3 0 15,2 2 0-15,-8-3-331 0,-5-1-251 0,13 2-125 16,-13-2-164-16,0 0 63 0,16-2 85 15,-16 2-695-15,3-5-869 0</inkml:trace>
  <inkml:trace contextRef="#ctx0" brushRef="#br0" timeOffset="169906.86">10299 7781 3939 0,'0'0'27'0,"0"0"35"16,0 0 45-16,0 0 29 15,13-3 10-15,-13 3-3 0,0 0 0 0,0 0-5 0,20 10 1 16,-14-8-11-16,0 4-10 16,-1 1-9-16,-1 2-8 0,0-1-11 0,-1 3-5 15,-3-1-8-15,0-1-11 0,0 2-15 16,-1-2-38-16,-3 2-47 0,-2-3-69 16,5-3-104-16,-5 0-116 0,-1-1-133 0,7-4-170 15,0 0-8-15,0 0 53 0,-12-9-390 16,10-2-448-16</inkml:trace>
  <inkml:trace contextRef="#ctx0" brushRef="#br0" timeOffset="170273.65">10443 7465 2918 0,'-2'-4'198'0,"2"4"39"0,-4-9 28 0,4 9-4 15,0-8-17-15,0 8-16 0,6-12-15 16,-3 8-19-16,7-2-16 0,-2 1-14 15,1 2-19-15,-9 3-14 0,20-2-11 0,-20 2-10 16,18 5-5-16,-6 2-13 0,-5 1-7 16,3 4-4-16,-7-1 7 0,4 5 1 0,-3 1 15 15,-4 2 2-15,-2-1 6 0,-3 5 13 16,1-3 5-16,1 2 2 0,-3-4 9 0,4-5 8 16,0 1 6-16,1-4 2 0,-1 1 0 15,0-3-15-15,2 2-8 0,0-4-17 0,0-6-7 16,2 13-36-16,1-6-74 15,-1 0 0-15,2 1 0 0,0-1 0 0,-1-1 0 16,1 1 0-16,1 0 0 0,-2 0 0 16,-1-1 0-16,2 0 0 0,-4-6 0 0,5 13 0 15,-3-8 0-15,-2-5 0 0,4 9 0 16,-4-9 0-16,0 0 0 0,-4 10 0 0,4-10 0 16,-9 4 0-16,9-4-239 0,-12 1-363 15,12-1-201-15,-13-7-82 0,9 1 82 16,1-3-850-16,1-3-1089 0</inkml:trace>
  <inkml:trace contextRef="#ctx0" brushRef="#br0" timeOffset="170606.74">10683 7328 4331 0,'-6'-3'-13'0,"6"3"77"0,-12-4 51 15,12 4 36-15,-7-5 24 0,7 5 13 16,-6-3 3-16,6 3-2 0,0 0-10 0,-1-5-12 15,1 5-11-15,0 0-14 0,0 0-6 16,12-11-21-16,1 10-12 0,-2-1-12 16,-11 2-8-16,23 0-4 0,-9 3 3 15,2 4 7-15,1 3 4 0,-2 4 12 0,0 10 11 16,1 3 6-16,-5 4 0 0,-1 3 5 16,-2 0-5-16,-7 1-6 0,3 2-10 15,-2 2-11-15,-2-1-9 0,0-8-7 0,0-4-6 16,-2 0-57-16,0-3-16 0,0-2 0 15,2-1 0-15,-1-5 0 0,1-1 0 0,-2-2 0 16,0-1 0-16,0 0 0 0,0-4 0 16,-2 0 0-16,-2-3-176 0,2 2-130 0,-3-3-99 15,7-3-126-15,-11 2-170 16,11-2-137-16,0 0 85 0,-7-15-771 0,7 6-969 16</inkml:trace>
  <inkml:trace contextRef="#ctx0" brushRef="#br0" timeOffset="170842.16">11102 7590 4606 0,'0'0'201'16,"-12"4"63"-16,12-4 49 0,0 0 35 0,0 0 15 16,0 0-5-16,0 0-39 0,0 0-25 15,0 0-22-15,25-20-33 0,-7 11-28 16,0 0-24-16,2-1-30 0,-3 3-98 15,2-1-59-15,-4 1 0 0,2 3 0 0,1-1-137 16,-6 1-127-16,2 1-88 0,-3 2-87 16,-11 1-61-16,13 3-66 0,-6 0-114 15,-5 3-58-15,-2-6 44 0,-4 17-606 0,-1-7-757 16</inkml:trace>
  <inkml:trace contextRef="#ctx0" brushRef="#br0" timeOffset="171008.74">11207 7706 3380 0,'-13'14'19'15,"-1"-5"98"-15,7 2 64 0,-3-5 55 16,2 0 46-16,4-3 46 0,4-3 34 0,-9 9 21 15,9-9 3-15,-6 5-14 0,6-5-34 16,0 0-29-16,0 0-27 0,0 0-30 0,0 0-29 16,25-4-46-16,-10 0-71 15,1-2-72-15,-1 0-114 0,4-3-121 0,0 1-153 16,9-4-191-16,-7-1-244 0,1 5-28 16,-2-1 89-16,1 2-719 0,1-2-895 0</inkml:trace>
  <inkml:trace contextRef="#ctx0" brushRef="#br0" timeOffset="171291.36">11746 7389 4371 0,'-11'-10'171'16,"1"5"44"-16,4-3 33 0,1 4 10 0,1-1-16 15,4 5-23-15,-3-3-25 0,3 3-29 16,0 0-10-16,0 0 3 0,0 0-7 15,11 20-8-15,-2-3-8 0,1 12 2 0,3 0 7 16,-4 8 9-16,-1 1 3 0,-4-1 2 16,2 4-8-16,-3-3-14 0,-1-1-10 0,0 1-14 15,-2-9-18-15,2-4-94 0,-2-6 0 16,2 5 0-16,0-7 0 0,-2-3 0 0,1-1 0 16,-1-4-17-16,3 0-225 0,1-4-128 15,2-3-153-15,-6-2-176 0,0 0-154 0,24-13 65 16,-12 3 87-16,9-7-659 15,-1-5-814-15</inkml:trace>
  <inkml:trace contextRef="#ctx0" brushRef="#br0" timeOffset="171623.74">12240 7386 4043 0,'0'0'107'0,"-6"-3"29"16,6 3 22-16,0 0 50 0,0 0 49 0,0 0 36 15,-18 26 23-15,13-7 17 0,-2-1 11 16,-6 14-15-16,-5 0-1 0,5 4-1 16,-1-3-4-16,1-1-1 0,1 2-18 15,3-5-241-15,5-6-63 0,1 0 0 0,1-8 0 16,2-1 0-16,2-2 0 0,0 1 0 16,-1-1 0-16,5-2 0 0,1-3 0 0,3-3 0 15,2-1 0-15,-3-3 0 0,1 0 0 16,-10 0 0-16,18 0 0 0,-6-3 0 0,-12 3 0 15,13-5 0-15,-7 1 0 0,-1-1 0 16,-5 5 0-16,3-9 0 0,-6 3 0 0,3 6 0 16,-11-11 0-16,-2 8 0 15,1 0 0-15,-6 3 0 0,0 0 0 0,-5 4 0 16,1 0 0-16,-3 1 0 0,2-1-194 16,0 2-818-16,3 0 83 0,0 2-1131 0,6-2-1472 0</inkml:trace>
  <inkml:trace contextRef="#ctx0" brushRef="#br0" timeOffset="174273.41">10456 5178 5232 0,'1'-7'-271'0,"2"1"73"0,1-2 59 0,-2 0 55 0,0 0 58 0,-1-1 41 0,1 1 36 16,0-2 32-16,-2 5 30 0,0-3 12 0,0 8 1 15,-2-9 0-15,2 9-6 16,0 0-14-16,0 0 12 0,0 0 26 0,-26 24 10 16,9 2 21-16,-1 3 15 0,-3 11 6 0,4 3-19 15,-2 3-13-15,4-1-11 0,1 1 13 16,3-9-18-16,3 2-11 0,2-4-14 15,1-2-13-15,1-9-8 0,2-2-10 0,1-5-10 16,-1-3-8-16,0-2-9 0,0-4-8 16,2 1-4-16,-2-1-5 0,2-8-6 15,-2 11-48-15,2-11-83 0,0 0-88 0,0 0-79 16,0 0-74-16,0 0-94 16,-4-31-86-16,8 10-108 0,4-13-165 0,5-2 44 0,2-8 77 15,2-6-547-15,6 1-673 0</inkml:trace>
  <inkml:trace contextRef="#ctx0" brushRef="#br0" timeOffset="174489.54">10530 4983 3115 0,'4'-17'-27'0,"-4"1"67"16,0 4 47-16,0 2 52 0,0 1 32 15,0 3 14-15,0 6 0 0,-2-11-11 16,2 11-14-16,0 0 23 0,0 0 21 0,0 0 21 16,13 23-23-16,-1-6 17 0,3 10-10 15,3 6-3-15,3 6-16 0,5 0-19 0,-5 5-17 16,0-1-14-16,-1-2-11 0,5 1-11 15,-1-3-16-15,-3-1-16 0,-5-7-2 0,0-4-12 16,-3 1-8-16,-3-5-22 0,-2-6-63 16,-5-5-65-16,1 0-62 0,0-1-68 0,-4-3-95 15,2-4-95-15,-2-4-106 16,-6 8-153-16,6-8-37 0,0 0 65 0,0 0-494 16,0 0-599-16</inkml:trace>
  <inkml:trace contextRef="#ctx0" brushRef="#br0" timeOffset="174689.53">10437 5358 3350 0,'-23'2'133'15,"5"-1"53"-15,6-1 36 0,-1 0 20 0,13 0 22 16,-16 2 20-16,16-2 29 0,0 0 9 16,-15-3-21-16,15 3-33 0,0 0-26 15,19-14-25-15,0 4-25 0,13-2-30 16,4-2-99-16,2 2-81 0,3 0-107 0,-5 2-128 15,4-2-147-15,-3 5-162 0,4-4-192 16,-1 5 52-16,0-5 76 0,-3 1-504 16,-7 2-597-16</inkml:trace>
  <inkml:trace contextRef="#ctx0" brushRef="#br0" timeOffset="175025.78">11022 4870 3358 0,'0'-11'93'0,"2"5"26"0,-2 6 20 16,3-6 8-16,-3 6 3 0,0 0 16 16,0 0 28-16,0 0 24 0,6 25 22 15,-8-5 24-15,2 7 41 0,-4 11-6 16,-3 3 3-16,2 12 3 0,-5-1-21 16,0-1 5-16,5-11-20 0,1-3 0 0,0 1-10 15,2-11-16-15,2-1-8 0,0-7-191 16,4 0-44-16,-2-1 0 0,5-4 0 0,1 3 0 15,6-2 0-15,-2-5 0 0,6 0 0 16,0-4 0-16,6-1 0 0,-1 1 0 0,0-4 0 16,-5 0 0-16,5-4 0 15,0 2 0-15,2-4 0 0,-1-2 0 0,1 3 0 16,-2-3 0-16,-1 0 0 0,-2-4 0 16,-2-2 0-16,-1 3-614 0,-8-3-98 0,2-3-137 15,-2 1 19-15,-6 1 74 0,-3-3-751 16,0 3-952-16</inkml:trace>
  <inkml:trace contextRef="#ctx0" brushRef="#br0" timeOffset="175239.17">11047 4896 4406 0,'-8'-8'42'15,"2"2"35"-15,4-2 31 0,-2 4 24 0,4 4 18 0,4-9 16 16,3 3 16-16,-4 1-8 15,5 2-10-15,1-3-17 0,7 1-14 0,-2-1-6 16,8-3-23-16,-5 4-11 0,4 0-12 16,-4 1-57-16,-4 2-74 0,6 0-72 0,-6 0-89 15,1 0-108-15,-3 2-104 0,-11 0-153 16,18 2-128-16,-13 0 73 0,1 1-483 0,-6-3-582 16</inkml:trace>
  <inkml:trace contextRef="#ctx0" brushRef="#br0" timeOffset="175640.73">11283 4952 3313 0,'-14'-10'129'0,"14"10"46"0,-3-7 14 16,3 7 6-16,-4-5 0 0,4 5 1 0,0 0-1 15,0 0-1-15,0 0-18 0,0 0-16 16,0 0-17-16,32 12-12 0,-19-4-12 0,9 11-6 15,-7-5-17-15,-2-2-8 0,-4 3-9 16,2 2-7-16,-8 4-4 0,1-1-6 16,-8 4-8-16,-10 10-5 0,-6 11-2 0,-7-3-3 15,-5-1-6-15,3-6 0 16,4-9 21-16,2-5 56 0,10-8 43 0,1-2 4 16,3-5-11-16,4-6-19 0,5 0-15 15,0 0-8-15,0 0-6 0,0 0-6 0,0 0-11 16,-6-17-9-16,6 17-6 0,17-10-11 15,-3 7-2-15,0-1-8 0,4 3-3 0,0-1-5 16,4 2-4-16,-3 0-5 0,4 0-5 16,-3 2-4-16,0-1-8 0,-1 1-16 0,-2 1 0 15,0 1 0-15,-2 0 0 0,-1 0 0 16,-3 0-123-16,-2-1-77 0,3 2-88 0,-6 0-123 16,1-5-157-16,-1 4-198 0,-6-4-50 15,12 4 85-15,-12-4-727 0,0 0-908 16</inkml:trace>
  <inkml:trace contextRef="#ctx0" brushRef="#br0" timeOffset="175922.1">11723 5348 4414 0,'-11'-3'183'0,"11"3"39"0,-16-2 15 0,16 2-15 0,0 0-23 0,-11-4 0 0,11 4-20 0,0 0-4 0,0 0-18 0,0 0-4 16,0 0-17-16,18 17-14 0,-11-7-10 15,1-1-15-15,-1 1-11 0,0 2-6 0,2 2-9 16,-7-1-10-16,-1-1-3 0,1 0-8 16,-2 1-31-16,2-3-48 0,-2 1-63 0,0-5-52 15,0 2-73-15,0-8-110 0,0 0-116 16,0 0-134-16,0 0-179 0,0 0 56 0,-11-21 77 15,11 7-508-15,0-3-598 0</inkml:trace>
  <inkml:trace contextRef="#ctx0" brushRef="#br0" timeOffset="176324.29">11900 4989 2985 0,'2'-8'77'0,"0"1"71"0,-2 0 47 0,2 0 26 16,4-1 7-16,-2-2 8 0,5 5 2 15,3-4-10-15,1 0-22 0,-2 3-12 0,5 0-20 16,-1 5-19-16,1-1-13 0,-2 0-13 16,4 6-18-16,-1 1-4 0,-2 0-11 0,-4 4-9 15,0 1-15-15,2 1-3 0,-8 2-5 16,-3 3-5-16,-2 4-6 0,-9 10-1 16,-2-1-5-16,-1 2 7 0,-6-4 27 0,7-5 14 15,2-7 4-15,-2-1 4 0,6-2 21 16,-1-3 21-16,5-1 17 0,-1-4 17 15,2-4-1-15,-2 13-9 0,2-13-7 16,7 12-13-16,2-8-31 0,2 2-118 0,-2 0 0 16,2-1 0-16,1 1 0 0,-1 0 0 15,1 4 0-15,-3 0 0 0,2 0 0 0,0 1 0 16,-6 2 0-16,3 1 0 16,-7 0 0-16,3-2 0 0,-2 0 0 0,-2 2 0 0,0-5 0 15,-2 3 0-15,0-6 0 0,0 2 0 16,2-3 0-16,0-5 0 0,-5 7 0 0,5-7-537 15,0 0-179-15,0 0-197 0,-18-18 80 16,16 4 83-16,2-5-761 0,2-17-956 16</inkml:trace>
  <inkml:trace contextRef="#ctx0" brushRef="#br0" timeOffset="176607.56">12232 4778 4172 0,'-23'-3'22'0,"16"1"63"16,7 2 46-16,-18 0 31 0,18 0 20 15,-11-2 5-15,11 2 26 0,0 0 25 0,0 0-11 16,0 0-11-16,0 0-26 0,0 0-15 16,42 0-13-16,-25 4-21 0,4 3-13 0,6 7-15 15,-5 2-11-15,0 8-9 16,-8 1-3-16,2 6-7 0,-7 5 4 0,2 5 6 16,-11 2 14-16,0 1 0 0,-7 11 4 15,0-1-9-15,-1-11-9 0,5-1-6 0,-5-1-12 16,2-1-5-16,-2-5-11 0,3-2-5 15,-1-8-20-15,4-3-34 0,-1-7 0 16,-2-3 0-16,3-1 0 0,0-5 0 0,2-6-59 16,-1 9-238-16,1-9-179 0,0 0-199 15,0 0-203-15,5-24 62 0,3 4 89 0,5-11-723 16,10-6-899-16</inkml:trace>
  <inkml:trace contextRef="#ctx0" brushRef="#br0" timeOffset="176804.73">12686 5025 3853 0,'-16'2'133'16,"5"2"61"-16,2-3 47 0,9-1 23 15,-12 4 36-15,12-4 22 0,0 0-1 0,0 0-19 16,0 0-31-16,0 0-28 0,0 0-26 16,21-16-26-16,-5 11-24 0,-2-2-84 15,2 1-103-15,1 0-103 0,0-1-114 0,-4 4-147 16,-2 0-156-16,5-3-191 0,-3 6-9 15,-3-2 67-15,-10 2-570 0,20 2-704 16</inkml:trace>
  <inkml:trace contextRef="#ctx0" brushRef="#br0" timeOffset="176988.86">12636 5243 3813 0,'-17'7'229'0,"3"0"47"0,1-2 43 15,6-1 44-15,2-1 33 0,5-3 15 0,-9 4 19 16,9-4-4-16,0 0-51 0,0 0-38 15,0 0-35-15,0 0-36 0,33-16-25 0,-20 9-234 16,6-3-7-16,-2 1 0 16,2 1 0-16,-2-2 0 0,3 1-137 0,-4 1-316 15,4-2-165-15,-2 2-213 0,4-3-19 16,-5 3 84-16,2-1-777 0,-2-3-986 0</inkml:trace>
  <inkml:trace contextRef="#ctx0" brushRef="#br0" timeOffset="177257.3">13002 4623 4250 0,'-4'-12'-5'0,"4"4"54"0,-2 4 17 16,2 4-1-16,0-7-12 0,0 7 36 16,0 0 29-16,0 0 33 0,0 0 21 0,9 27 10 15,-4-8 16-15,1 3 18 0,-3 14 23 16,3 2-9-16,-4-1 3 0,-1 4-11 15,1 2-19-15,-4-2-18 0,2 3-19 16,0-5-13-16,-3 0-17 0,1-3-12 16,0-7-14-16,2-3-11 0,0-5-12 0,-2-4-9 15,2 1-11-15,-2-5-38 0,2-1-74 16,0-3-93-16,0-2-98 0,2-4-145 0,-2-3-159 16,0 0-177-16,0 0-102 15,23-13 72-15,-12 3-730 0,2-13-924 0</inkml:trace>
  <inkml:trace contextRef="#ctx0" brushRef="#br0" timeOffset="177621.69">13332 4542 4108 0,'-8'-7'10'0,"4"0"50"0,1 4 18 15,3 3-5-15,-4-5-7 0,4 5-12 16,0 0 31-16,0 0 37 0,-8 25 26 0,4-7 9 15,-1 15 8-15,-3 2 30 16,-2 13 25-16,1-9 18 0,-1 1-3 0,0-1 0 16,5 2-16-16,-3-3-20 0,3-1-14 15,1-8 7-15,4-4-4 0,0-4-5 0,2-1-4 16,4-3 0-16,-3-3-7 0,6-2-15 16,-2-5-68-16,4 1-89 0,-2-8 0 0,5 2 0 15,-1-4 0-15,1-1 0 0,3-4 0 16,-4 2 0-16,0-2 0 0,-2-1 0 0,1-3 0 15,-6 1 0-15,1-2 0 0,-1 2 0 16,-1 0 0-16,-4 1 0 0,-1 1 0 0,-3 1 0 16,-6 0 0-16,-2 1 0 0,-3 2 0 15,-4 4 0-15,2-2 0 0,-4 2-52 0,2 0-614 16,4 2-243-16,-2-2 10 0,3 0 104 16,1 0-861-16,12 0-1094 0</inkml:trace>
  <inkml:trace contextRef="#ctx0" brushRef="#br0" timeOffset="178456.14">12276 5784 4818 0,'-36'2'-3'0,"5"-2"56"0,4 2 46 0,7-2 33 0,1 0 43 0,4 0 30 16,1 0 18-16,5 0 7 0,9 0-22 0,0 0-3 15,0 0-10-15,0 0-20 0,49-18-15 16,10 3-18-16,10 2-18 0,26-9-13 0,0-1-14 16,1 1-31-16,-26 3-78 0,-6 0-60 15,-5 0-40-15,-5 4-37 0,-6 0-25 16,-12 3-2-16,-11 3 11 0,-6 4 7 15,-6 0 12-15,-7 2 11 0,-2 1 10 0,-4 2 23 0,0 0 5 16,-36 12 11-16,-12 3 9 16,-13 4 10-16,-22 8 14 0,-9 1 26 0,2-1 36 15,6 0 32-15,18-8 36 0,5 1 20 16,7-3 4-16,18-5 11 0,4-2 8 0,11-1-7 16,5-4 0-16,7 0 32 0,5 0 12 15,6-1-8-15,-2-4-18 0,19 1-8 16,3-2-17-16,17-3-8 0,7-3-26 0,5-5-109 15,7 1-122-15,-8-3-150 0,0-1-182 16,-4-3-206-16,2-1-86 0,-12 1 78 0,-6 3-678 16,-1-2-835-16</inkml:trace>
  <inkml:trace contextRef="#ctx0" brushRef="#br0" timeOffset="189719.03">17406 8607 1716 0,'2'-8'231'0,"-2"8"-25"0,2-9 0 0,-2 5-6 0,0 4-3 0,0-12 12 0,0 6 1 15,0 6-6-15,2-11 11 0,-2 7 11 16,0 4 3-16,0-8 2 0,0 8-8 15,0-8-11-15,0 8-14 0,0 0-9 0,0 0-14 16,0 0-5-16,0 0 4 0,-16 25 4 16,7-1 1-16,-3 5 6 0,1 5 0 0,0 0-9 15,-3 2-17-15,3 1-2 0,-1-4-7 16,5 2-13-16,-3-2-15 0,1 0-12 0,1-8-8 16,2-8-14-16,1 5-5 15,-1-7-7-15,4 1-17 0,-1-4 4 0,-2-2-12 16,3 0-14-16,0-3-36 0,1 0-56 15,1-2-66-15,0-5-77 0,0 0-85 0,0 0-74 16,0 0-68-16,0 0-50 0,10-29-66 16,-3 8-90-16,-1 1-73 0,3-14 56 0,3 5-536 15,-5-5-649-15</inkml:trace>
  <inkml:trace contextRef="#ctx0" brushRef="#br0" timeOffset="189919.58">17368 8564 3189 0,'3'-17'-19'0,"-3"3"70"0,4 5 50 0,-4 0 44 0,2 4 16 16,1-1 7-16,-3 6-1 0,4-8-2 15,-4 8 34-15,0 0 26 0,0 0 14 0,0 0-10 16,26 24-17-16,-16-13-11 0,2 5-30 16,1 3-15-16,1 4-15 0,2 1-9 15,-1-5-13-15,1 6-16 0,-4-4-13 16,-1-6-12-16,2 0-5 0,-4-1-21 0,-2-2-51 16,1 0-60-16,0 0-63 0,-3-2-82 15,-3 1-94-15,2-3-108 0,-4 2-139 16,-2-5-170-16,-2 1 62 0,4-6 77 0,-5 7-435 15,5-7-485-15</inkml:trace>
  <inkml:trace contextRef="#ctx0" brushRef="#br0" timeOffset="190086.03">17387 8782 2747 0,'-14'3'131'0,"1"-3"59"16,4 0 28-16,9 0 14 0,-14 2 4 0,14-2 3 15,0 0-7-15,-11 0-16 0,11 0-15 16,0 0-26-16,0 0-16 0,0 0-17 0,0 0-30 15,0 0-62-15,23-10-77 0,-8 3-101 16,5-1-105-16,6-3-107 0,0-2-128 0,5-1-162 16,-3 0 50-16,1 2-398 0,-2-1-454 15</inkml:trace>
  <inkml:trace contextRef="#ctx0" brushRef="#br0" timeOffset="190403.58">17707 8356 2783 0,'0'-6'155'0,"0"6"65"0,0-8 31 16,0 8 2-16,0 0-4 0,2-7-15 0,-2 7 10 15,0 0 34-15,0 0 29 0,3 23 3 16,-3-3 1-16,0 4-5 0,3 10-5 0,-6 7 8 16,3 4-4-16,-1-3-14 0,-1 1-7 15,0-1-12-15,-2-5-7 0,6-1-16 0,0-5-235 16,0-5-14-16,1-3 0 0,2-3 0 15,2 1 0-15,-1-7 0 0,1-3 0 0,5-1 0 16,-1-2 0-16,3-4 0 16,1-2 0-16,1-4 0 0,2-2 0 0,4-2 0 15,-1 0 0-15,-3-3 0 0,4 1 0 16,-8-2 0-16,4 0 0 0,-2 1 0 0,0-3 0 16,-5 2-29-16,1 1-560 0,-4 1-77 15,-5 0-173-15,-1 0 3 0,0 2 77 0,-4-1-762 16,0 0-967-16</inkml:trace>
  <inkml:trace contextRef="#ctx0" brushRef="#br0" timeOffset="190635.51">17696 8311 4507 0,'-9'-10'94'0,"0"2"51"0,4 1 30 0,-1 3 22 16,6 4 31-16,-7-8 15 0,3 6-6 15,4 2-22-15,-2-8-18 0,2 8-19 0,8-7-19 16,-1 4-16-16,2 0-17 0,3-3-12 16,1 4-21-16,5-2-54 0,-4 0-64 0,6 1-79 15,-5 3-81-15,0-1-95 0,-2-2-96 16,3 1-93-16,-5 1-118 0,-11 1-142 16,18 1 68-16,-13 1-589 0,-5-2-710 15</inkml:trace>
  <inkml:trace contextRef="#ctx0" brushRef="#br0" timeOffset="191019.73">18112 8226 3485 0,'0'0'54'0,"0"0"38"0,-9-11 44 0,9 11 12 15,-7-5 19-15,1 3 18 16,6 2 9-16,0 0-8 0,-14-2-2 0,14 2-2 0,0 0 8 15,-22 14-2-15,14-6 10 0,-1 7 5 16,-1 2 12-16,-2 1-7 0,1 10-1 16,-2 1-2-16,1 0-9 0,9-3-6 15,-5-2-15-15,6 0-5 0,2-5-7 0,0 1-9 16,2-3-8-16,4 0-14 0,-1-2-8 16,4-2-13-16,-4-1-108 0,5-2-3 0,-1-3 0 15,-1-1 0-15,1-4 0 0,-1 0 0 16,-8-2 0-16,15 0 0 0,-15 0 0 0,0 0 0 15,19-10 0-15,-15 4 0 0,-4 6 0 16,1-11 0-16,-1 5 0 0,0 6 0 0,-1-10 0 16,1 10 0-16,-10-9 0 15,7 5 0-15,3 4 0 0,0 0 0 0,-20 0 0 16,20 0 0-16,-16 6 0 0,5-1-367 16,2 2-232-16,-4 0-201 0,8-1-67 0,-2-2 83 15,4 1-840-15,3-5-1062 0</inkml:trace>
  <inkml:trace contextRef="#ctx0" brushRef="#br0" timeOffset="191254.13">18146 8582 4575 0,'-23'-8'53'0,"23"8"76"0,-11 0 46 16,11 0 33-16,0 0 13 15,-14-4-2-15,14 4-18 0,0 0-16 0,0 0-18 16,0 0-14-16,0 0-18 0,-11 14-4 15,12-8-17-15,-1 5-11 0,0 1-11 0,0 0-7 16,0-1-9-16,0 3-11 0,-1 0-4 16,-1 0-29-16,-4 1-41 0,3-3-57 0,0 0-62 15,-3-2-56-15,2-1-77 0,3-4-100 16,-5 0-87-16,6-5-108 0,-7 4-146 0,7-4 29 16,0 0 67-16,0 0-478 15,-10-21-554-15</inkml:trace>
  <inkml:trace contextRef="#ctx0" brushRef="#br0" timeOffset="191751.17">18313 8239 2823 0,'0'0'20'0,"0"0"55"0,0 0 47 0,0 0 24 0,0 0 29 0,0 0 30 0,0 0 27 0,-19 15 11 0,11-3 7 0,3 4 6 16,-5-1 8-16,3 3-2 0,0-1-7 16,4 0 6-16,-3-2-12 0,4 2-13 0,2 0-14 15,0-3-13-15,2 1-8 0,2 2-17 16,0-3-9-16,2 0-14 0,0-5-11 0,-1 1-8 16,1-4-20-16,-1 1-11 15,4-3-14-15,-2 2-10 0,-7-6-10 0,15 1-5 16,-15-1-6-16,0 0-25 0,0 0-41 15,25-7 0-15,-25 7 0 0,5-7 0 0,-5 7 0 0,4-8 0 16,-4 8 0-16,0-11 0 16,0 11 0-16,-6-10-42 0,5 5-122 0,1 5-50 15,-10-7-60-15,7 4-100 0,3 3-112 16,-11-6-146-16,11 6-182 0,-11-5 63 0,11 5 78 16,-9-3-608-16,9 3-741 15</inkml:trace>
  <inkml:trace contextRef="#ctx0" brushRef="#br0" timeOffset="192068.65">18352 8035 3764 0,'-7'-9'80'0,"4"3"42"16,-1 4 29-16,4 2 7 0,-4-5 8 15,4 5-8-15,0 0-11 0,0 0-11 16,0 0-14-16,0 0-10 0,15-7-11 0,-5 7-14 15,-10 0-1-15,32 9-13 0,-15-4-9 16,2 7-3-16,3 8 6 0,-4 1 2 0,0 2 10 16,-5-2 10-16,-5 0 14 0,1 9 2 15,-1-4 6-15,-5-4 22 0,4 11 11 16,-3-6 3-16,-3 0-4 0,1-2-3 16,2 1-16-16,-4-2-7 0,2-4-16 0,-2-1-9 15,2-3-7-15,-2 1-10 0,0-4-14 16,0-1-53-16,0-1-66 0,-2-3-74 0,4 0-79 15,-2-2-113-15,0-6-131 0,0 0-135 16,0 0-207-16,0 0 58 0,0 0 88 0,21-23-582 16,-14 3-694-16</inkml:trace>
  <inkml:trace contextRef="#ctx0" brushRef="#br0" timeOffset="192268.68">18827 8036 3339 0,'-11'-4'109'0,"2"1"76"16,1 0 48-16,8 3 26 0,-11-4 17 0,11 4 17 16,0 0-6-16,-8-4-18 0,8 4-21 15,0 0-26-15,0 0-28 0,11-11-24 0,-1 7-20 16,-2-2-82-16,5-1-82 0,0 0-89 16,1 1-105-16,-1 1-115 0,-1 1-102 15,-1 0-136-15,-4 2-125 0,-7 2 53 16,16 6-506-16,-12 0-607 0</inkml:trace>
  <inkml:trace contextRef="#ctx0" brushRef="#br0" timeOffset="192469.45">18740 8282 3335 0,'-11'9'173'0,"3"-1"72"0,3-1 42 16,0-4 47-16,1 1 53 0,4-4 25 16,0 0 23-16,0 0 10 0,0 0-2 0,0 0-44 15,0 0-35-15,0 0-37 0,45-16-38 16,-30 9-25-16,2-1-212 0,-2 0-52 15,-1 2 0-15,-3-1 0 0,0 3 0 0,-1 1 0 16,-3 0 0-16,3-1-39 0,-4 2-366 16,-6 2-108-16,0 0-122 0,13-2-186 15,-13 2 15-15,0 0 76 0,0 0-713 0,0 0-892 16</inkml:trace>
  <inkml:trace contextRef="#ctx0" brushRef="#br0" timeOffset="194067.63">19141 7911 3908 0,'0'0'-14'0,"0"0"88"0,0 0 66 0,0 0 51 0,0 0 38 0,0 0 35 15,-29-12 30-15,29 12 16 0,-8-3 6 16,8 3 0-16,-8-4-7 0,8 4-19 0,0 0-21 16,-3-11-21-16,3 4-26 0,0 7-21 15,9-24-18-15,1 7-20 0,9-2-13 0,2 0-22 16,0-1-128-16,-3 6 0 15,0 6 0-15,-3 0 0 0,1 3 0 0,-2 3 0 16,0 4 0-16,3 2 0 0,0 5 0 16,-2 5 0-16,5 7 0 0,-8 3 0 0,1 3 0 15,-6 4 0-15,-7 2 0 0,-4 4 0 16,-3 6 0-16,-5 3 0 0,-5 3 0 0,0-3 0 16,0-16 0-16,1 1 0 0,7-10 0 15,2-4 0-15,0-3 0 0,3-2 0 0,1-4 0 16,1 1 0-16,0-1 0 0,2-8 0 15,6 6 0-15,-6-6 0 0,15 2 0 0,0-4 0 16,5 0 0-16,-2-2 0 16,7 2 0-16,2-2 0 0,-2 2 0 0,0 0 0 15,1 0 0-15,-3 2 0 0,-2-1 0 0,-4 0 0 16,0 1 0-16,-1 0 0 0,-5-3 0 16,0 3 0-16,-11 0 0 0,17 0 0 15,-17 0 0-15,16 0 0 0,-16 0 0 0,11-1 0 16,-11 1 0-16,9-2 0 0,-9 2 0 15,11-3 0-15,-11 3 0 0,5-6 0 0,-1 0 0 16,1-1 0-16,1-2-525 0,-1 2-483 16,4-1-1256-16,-2 1-1666 0</inkml:trace>
  <inkml:trace contextRef="#ctx0" brushRef="#br0" timeOffset="197599.15">20726 7668 5819 0,'4'-11'-241'0,"-1"3"88"0,-1-2 90 0,-2 3 62 0,4-2 56 0,-4 4 53 0,2-2 43 0,-2 7 41 16,0-8 15-16,0 8 10 0,-2-7-5 16,2 7-7-16,0 0 13 0,-7 18 4 15,-1 0-11-15,-6 11-5 0,1 3-12 16,1 4-4-16,-1 2-4 0,1 7-130 0,-1-7-56 16,4-1 0-16,2-1 0 0,0 1 0 15,4-11 0-15,-3-1 0 0,4-7 0 0,0 0 0 16,2-4 0-16,-1-2 0 0,1-2 0 15,0 0 0-15,0-1 0 0,0-9 0 0,1 6 0 16,-1-6 0-16,0 0-59 0,0 0-416 16,6-20-44-16,-2 5-50 0,-1-8-30 0,4-9-54 15,-2 0-44-15,3-3 12 0,-5-1-653 16,5-2-795-16</inkml:trace>
  <inkml:trace contextRef="#ctx0" brushRef="#br0" timeOffset="197783.57">20683 7711 3395 0,'5'-21'-87'15,"1"5"80"-15,-3 2 75 0,-1 3 52 0,0 2 33 16,0 1 21-16,0 4 14 0,-2 4 26 15,5-7 49-15,-5 7 27 0,0 0-2 0,0 0-5 16,34 18-16-16,-18-7-18 0,5 10-21 16,0-1-24-16,2 4-13 0,-2-3-23 15,-1 4-13-15,4-5-20 0,-3 3-19 0,-5 0-12 16,7-4-56-16,-7-4-63 0,-1-2-71 16,-1 0-71-16,-3-3-75 0,-4-3-96 0,4 0-74 15,-8-3-106-15,3-1-161 0,-6-3-40 16,0 0 61-16,0 0-527 0,0 0-639 15</inkml:trace>
  <inkml:trace contextRef="#ctx0" brushRef="#br0" timeOffset="197968.5">20789 7882 3202 0,'-21'3'133'0,"-1"1"67"0,8-1 53 16,1-1 36-16,1 0 19 0,12-2 18 0,-17 1 0 15,17-1-9-15,-14 2-18 0,14-2-24 16,0 0-32-16,0 0-22 0,0 0-41 0,0 0-63 15,0 0-98-15,31-24-126 0,-12 16-142 16,12-5-161-16,-1 2-176 0,2-1-170 0,1 0 55 16,-3 0 83-16,1-2-498 15,-3 3-585-15</inkml:trace>
  <inkml:trace contextRef="#ctx0" brushRef="#br0" timeOffset="198282.84">21092 7549 3321 0,'0'-11'104'0,"2"2"41"0,-2 1 14 0,3 2 15 16,-1 1 14-16,-2 5 16 0,9-6 10 0,-9 6-1 15,0 0 9-15,24 20 0 16,-11 4-1-16,0 5 1 0,-2 8 16 0,-2 1 15 16,-2 13 8-16,-1-8 6 0,-4 1-12 15,-1 4-1-15,-4-4 1 0,1-1-6 0,-2-4 2 16,2 0-8-16,2-10-187 0,-2-8-56 15,4-1 0-15,-2-5 0 0,0 0 0 0,0-3 0 16,2-2 0-16,4-3 0 0,-1 0 0 16,5-3 0-16,-10-4 0 0,23 1 0 0,-10-2 0 15,2-4 0-15,3 0 0 0,-2 1 0 16,4-3 0-16,-1-3 0 0,0 1 0 0,-2-1 0 16,0 0 0-16,-3 1-290 0,-1-1-393 15,1-4-109-15,-5 4-76 0,0-1 76 0,-1 0-829 16,0-4-1060-16</inkml:trace>
  <inkml:trace contextRef="#ctx0" brushRef="#br0" timeOffset="198483.8">21196 7637 4194 0,'-16'-10'-66'0,"-2"-1"90"0,3 1 64 15,3 1 42-15,3-1 28 0,2 0 19 0,-2 1 11 16,6-1-9-16,1 0-17 0,0 0-12 15,6-1-17-15,1-1-13 0,7 0-9 0,1-1-19 16,7 5-38-16,-1 0-73 0,1-1-87 16,5 5-121-16,0 0-129 0,-4 4-144 15,2 0-184-15,1 4 45 0,1 0 70 16,6 5-381-16,-8 1-430 0</inkml:trace>
  <inkml:trace contextRef="#ctx0" brushRef="#br0" timeOffset="198782.59">21603 7633 2933 0,'-14'2'214'0,"3"-2"52"15,2 0 46-15,9 0 24 0,0 0 34 16,-22-2 6-16,22 2-3 0,-7-1-26 16,7 1-36-16,0 0-27 0,0-11-31 0,0 11-19 0,13-10-25 15,-6 7-25-15,5-2-15 16,1 1-20-16,1 2-11 0,-14 2-15 0,22 2-13 15,-10 2-10-15,-1 1-5 0,0 3-4 16,0 3 1-16,-4 2-1 0,0 1-60 0,1 6-31 16,-4-4 0-16,-2 3 0 0,4 1 0 15,-4 0 0-15,-1-2 0 0,-1 1 0 0,2 2 0 16,-2-3 0-16,2 1 0 0,0-2 0 16,-2-3 0-16,2 0 0 0,0 0-155 0,-1-3-306 15,1-4-132-15,0-1-194 0,-2-6-60 16,9 5 77-16,-9-5-787 0,0 0-1000 15</inkml:trace>
  <inkml:trace contextRef="#ctx0" brushRef="#br0" timeOffset="198984.29">21749 7790 4453 0,'-13'0'125'16,"13"0"73"-16,-22 3 59 0,22-3 32 15,-14 2 28-15,14-2 21 0,-14 0-6 0,14 0-18 16,0 0-27-16,-13 1-26 0,13-1-25 15,0 0-18-15,0 0-22 0,0 0-45 0,0 0-84 16,0 0-117-16,0 0-122 16,40-1-137-16,-23-4-165 0,2 5-177 0,0-6-193 0,4 3 50 15,-2 0 94-15,2-1-676 16,-2 4-829-16</inkml:trace>
  <inkml:trace contextRef="#ctx0" brushRef="#br0" timeOffset="199216.32">22056 7814 4046 0,'-14'5'177'0,"3"-3"59"0,6 4 28 0,5-6-2 0,-12 5-10 15,6-4-4-15,6-1 5 0,0 0 2 16,-2 8-9-16,2-8-25 0,4 9-23 0,0-1-19 16,0 1-17-16,-1-1-11 0,2 2-17 15,-3 4-10-15,-2 1-17 0,0-2-11 0,0 3-11 16,-7-2 5-16,5 3-38 15,-3-1-57-15,-1-3-64 0,3-3-82 0,3-3-94 16,-4-5-133-16,4-2-136 0,0 0-149 16,0 0-135-16,0 0 57 0,5-31-713 0,5 12-902 15</inkml:trace>
  <inkml:trace contextRef="#ctx0" brushRef="#br0" timeOffset="199483.27">22204 7461 3819 0,'0'0'98'0,"-15"0"66"0,15 0 54 0,0 0 26 16,0 0 19-16,-23 3 19 0,23-3 33 0,0 0 4 16,-11 1 0-16,11-1-8 0,0 0-17 15,0 0-25-15,0 0-27 0,0 0-22 16,27 13-24-16,-16-10-21 0,3 0-18 16,-1 3-14-16,0 0-12 0,3 6-119 0,-2 1-12 15,-2 4 0-15,-1 3 0 0,0 7 0 16,-8-1 0-16,3-2 0 0,-3 1 0 0,-3-2 0 15,2 3 0-15,-2-3 0 0,2 0 0 16,-2-3 0-16,0 0 0 0,0-5 0 0,2 0 0 16,-2-2 0-16,2-3 0 15,-2-2 0-15,2-1-461 0,0-2-136 0,-2-5-139 16,0 0-119-16,0 0 61 0,0 0-821 16,0 0-1054-16</inkml:trace>
  <inkml:trace contextRef="#ctx0" brushRef="#br0" timeOffset="199667.27">22308 7740 4568 0,'0'0'86'0,"-14"0"64"0,14 0 36 0,0 0 18 16,-13-2 28-16,13 2 12 0,0 0 0 15,0 0-10-15,0 0-14 0,0 0-18 0,0 0-21 16,0 0-20-16,0 0-52 16,0 0-74-16,30-14-117 0,-12 8-123 0,0-1-157 15,13-7-170-15,-3-3-224 0,3 1 8 16,-1-3 83-16,-5-3-596 0,2 1-720 0</inkml:trace>
  <inkml:trace contextRef="#ctx0" brushRef="#br0" timeOffset="199967.45">22634 7225 3374 0,'-10'-5'66'0,"-1"2"66"0,-1 1 46 16,12 2 41-16,-15 0 26 0,15 0 29 15,0 0 23-15,-20 2-10 0,20-2 3 0,-3 4 8 16,3-4-32-16,0 0-21 15,17 21-15-15,-2-7-25 0,6 2-22 0,4 3-19 16,-2 3 14-16,-1 4 8 0,1 9 11 16,1 5 14-16,-3 3 7 0,-10-8 2 0,-2 4-192 15,0 0-28-15,-6 1 0 0,-1 0 0 16,0 1 0-16,-6 0 0 0,2 0 0 0,-2 0 0 16,-2-2 0-16,2-3 0 0,-1-2 0 15,-1-6 0-15,5-7 0 0,-3-3 0 0,-1-2 0 16,3-4 0-16,2-2 0 0,-1-2 0 15,-1-4 0-15,2-4 0 0,0 0 0 0,0 0 0 16,0 0 0-16,-4-27 0 16,4 9 0-16,2-3-575 0,0-2-410 0,-2 0 87 15,3-2-1052-15,-1 1-1369 0</inkml:trace>
  <inkml:trace contextRef="#ctx0" brushRef="#br0" timeOffset="200183.37">22978 7513 5778 0,'-7'-5'132'0,"3"0"69"0,4 5 14 0,0-11 14 15,8 7 21-15,-3-6 2 0,6 3-21 16,5 0-21-16,1-4-23 0,0 3-19 16,3-1-17-16,-2 5-20 0,0 0-75 0,-2-2-56 15,4 4-37-15,-5-1-149 0,4 0-122 16,-5 1-145-16,-1 2-152 0,-1 0-202 15,1 0-9-15,-13 0 88 0,19 2-718 0,-13-1-895 16</inkml:trace>
  <inkml:trace contextRef="#ctx0" brushRef="#br0" timeOffset="200350.69">23089 7671 4485 0,'-17'7'329'0,"2"0"60"0,1-2 37 15,5-2 38-15,1 1 51 0,0-1 0 0,8-3-14 0,-7 6-19 16,7-6-397-16,0 0-85 0,0 0 0 15,0 0 0-15,26 1 0 0,-11-2 0 0,5-5 0 16,-1 3 0-16,3-3 0 16,1 0 0-16,0-1 0 0,1 3 0 0,-2-4 0 15,-1 2-12-15,2 0-923 0,-5 1-24 16,0 1 102-16,0-1-989 0,-4 0-1272 0</inkml:trace>
  <inkml:trace contextRef="#ctx0" brushRef="#br0" timeOffset="200568.73">23489 7474 5494 0,'-14'1'141'0,"1"2"54"0,6-3 10 16,7 0 11-16,0 0 3 0,0 0-10 16,0 0-18-16,0 0-17 0,0 0-20 15,22-11-17-15,-4 8-25 0,-1 0-72 16,0 0-89-16,2 2-105 0,0-1-129 0,-2-1-170 15,3 0-196-15,-4 0-158 0,4-1 57 16,-4 0 101-16,8-2-607 0,-1-2-717 0</inkml:trace>
  <inkml:trace contextRef="#ctx0" brushRef="#br0" timeOffset="200951.35">23912 7215 3907 0,'-10'-11'273'0,"5"2"47"15,-1 0-1-15,4 1 2 0,6-3 8 16,0 3-3-16,3-2-9 0,7 2-13 0,1 3-22 16,8 1-28-16,0 0-8 0,0 4-25 15,-5 4-20-15,6 2-17 0,-5 5-14 0,-2 1-13 16,0 11-97-16,-6-3-60 0,-5 3 0 16,-6 0 0-16,0 5 0 0,-9 8 0 15,-3 0 0-15,0-1 0 0,1-3 0 16,0 0 0-16,-1-6 0 0,7-3 0 0,-1-6 0 0,2-5 0 15,1 0 0-15,3-2 0 16,0-1 0-16,3 0 0 0,5-2 0 0,3-2 0 16,6-2 0-16,5-2 0 0,5-1 0 15,2 0 0-15,4 0 0 0,7-1 0 0,-8 2 0 16,-3-2 0-16,0 1 0 0,-9 0 0 16,-1-3 0-16,-1 3 0 0,-3 0 0 0,-3-2 0 15,-1 2 0-15,-11 0 0 0,16-2 0 0,-7 2 0 16,-9 0 0-16,11-1 0 0,-11 1 0 15,9-4 0-15,-9 4 0 0,8-5 0 0,-8 5 0 16,2-9-379-16,2 6-645 0,-4 3 121 16,2-8-1098-16,-2 8-1419 0</inkml:trace>
  <inkml:trace contextRef="#ctx0" brushRef="#br0" timeOffset="208030.49">26374 6709 3285 0,'-13'0'16'0,"1"2"20"0,5 0 10 0,7-2-1 0,0 0-17 0,0 0-9 0,0 0 6 16,23-13 0-16,26 2 13 0,18-7 13 15,38-4 0-15,21 0-13 0,10-2-3 0,20 3-6 16,50-6 4-16,-36 8-8 0,53-3-1 15,-51 6-3-15,49-4-8 0,-53 4 3 0,-5 4 0 16,-3-1 0-16,-5 1-4 0,-16 0-7 16,-15-5 8-16,-21 3-5 0,-31 5-1 0,-11 1-1 15,-17 3 42-15,-7-1 19 16,-9 2-4-16,-7 0-2 0,-6-1-11 0,0 0-14 16,-1 1-44-16,-7-1-56 0,3 2-70 15,-5 0-78-15,-5 3-107 0,5-6-151 0,-5 6-83 16,0 0 52-16,0 0-195 0,0 0-190 15</inkml:trace>
  <inkml:trace contextRef="#ctx0" brushRef="#br0" timeOffset="209267.89">26420 6725 2207 0,'0'0'139'0,"0"0"-10"0,-4-7-8 0,4 7-8 0,0 0 4 0,-18 25 26 0,5-4 20 0,1 12 30 15,-6 15 14-15,1 3 12 0,2 6-1 16,5 1-8-16,-2 2-5 0,5-2-11 16,0-3-5-16,5-10 2 0,-2 0 5 15,2-5-8-15,0-4-12 0,2-8-15 0,0-6-3 16,0-5-6-16,0-2-15 0,0-2-5 15,0-3-17-15,0-1 10 0,0 0-2 16,0-9-10-16,4 8-15 0,-4-8-10 0,7 3-7 16,-7-3-12-16,18-2-13 0,-18 2-1 15,26-4-10-15,-9 1-5 0,3 1-1 0,-2 0-2 16,21-4-9-16,5 2-4 0,4 1-3 16,14-2-17-16,9-2-36 0,3 1-4 0,6-2-15 15,4 2-22-15,24 0 3 16,5-5 11-16,5-1 5 0,6 0 5 0,15 1 0 15,12-2 3-15,5-1 5 0,9-1-11 16,9-1-6-16,0 3-14 0,-1 2-6 0,-5 1-3 16,-12 0-5-16,-9 3 9 0,-12 2 8 15,-12-2 8-15,-12-2 4 0,-29 3 5 0,-8 0 4 16,-2-2 7-16,-11-3 2 0,-5 0 5 16,-3-1 1-16,-6 0 6 0,-6 3 1 0,9-5 5 15,-14 2-1-15,0 3 3 0,-4-1 1 16,-3 1 3-16,-8 6 2 0,-2-1 1 15,0 2 2-15,-1-1 1 0,-3 3 1 16,-3 0 3-16,2-3 3 0,1 3 1 0,-1 3 5 16,1-3 4-16,-1 0 3 0,0 0-1 15,2 3-1-15,-1-3 0 0,2 1-1 0,3-1 0 16,-2-1-1-16,2 1-1 0,-4-3 3 16,0 3 4-16,-1 0 15 0,-1 0 11 0,-3 0 13 15,-2-3 10-15,-9 3 14 0,16-1 16 16,-16 1 6-16,11-4 4 0,-5 0-13 0,0 1-10 15,-6 3-12-15,4-11-4 16,-4 2-13-16,-2-3 9 0,0-4-5 0,0-6-11 0,-5-14 12 16,6-4-22-16,-3-2-2 15,2-19-6-15,2 1-4 0,0-3-4 0,2 1 0 16,2 3-2-16,-3 3 0 0,4 13-4 16,-1 8 6-16,-2 5-9 0,-2 8 3 0,2 4-2 15,-4 4 7-15,2 2-11 0,0 0 1 16,-2 0-3-16,4 5-3 0,-6 0-2 0,2 1 1 15,2 6-1-15,-8-6 0 0,2 2 1 16,6 4-1-16,-9-2 2 0,9 2 0 0,0 0 0 16,0 0-1-16,-18 2 2 15,18-2-1-15,0 0-1 0,0 0 4 0,0 0 2 0,-14 0-6 16,14 0-1-16,0 0 5 0,-10 6 2 16,10-6-1-16,-8 4-2 0,8-4-1 0,-9 3-10 15,9-3 18-15,-16 3 0 0,5-2-4 16,-6 1-4-16,-7 2 2 0,-7-2 4 15,-17-2 16-15,-15 5 17 0,-3-4 6 16,-11 3 9-16,-1 0 8 0,-2-1 1 0,-2 0 2 16,2 2-8-16,6 0-3 0,1 0-3 15,11 1-7-15,12-4-6 0,1 4-8 0,4 0-33 16,8-3-63-16,8 2-94 0,6-2-122 16,4-1-170-16,6 2-252 0,0-4-153 0,1-2 79 15,0-2-774-15,-3-3-994 0</inkml:trace>
  <inkml:trace contextRef="#ctx0" brushRef="#br0" timeOffset="211265.11">28202 5885 4058 0,'-2'-14'-156'0,"0"2"54"0,0 3 55 0,0 2 40 0,2 1 39 0,-1-2 34 0,1 8 37 16,-4-8 21-16,4 3 24 16,0 5 14-16,0 0 6 0,-7-12 2 0,7 12 0 0,0 0-16 15,-1-8-8-15,1 8-21 16,0 0-2-16,-4-6-13 0,4 6-14 0,0 0-7 16,0 0-5-16,0 0 14 0,0 0 11 15,0 0 8-15,-11 31 9 0,7-10 9 16,0 13 26-16,3 4-3 0,-4 8 16 15,5 15 9-15,2 7-4 0,2 5-8 0,4 24-7 16,1 2-11-16,3 0-11 0,1 1-13 0,-2 1-12 16,1 0-58-16,1 1-59 15,1-1 0-15,-1-9 0 0,-4-14 0 0,-1-3 0 0,3-4 0 16,0-4 0-16,0-3 0 16,0-8 0-16,-4-8 0 0,1-11 0 0,0-4 0 15,-3-6 0-15,-1-6 0 0,0-7 0 16,-2 1 0-16,-1-5 0 0,1 0 0 0,0-1 0 15,1-3 0-15,-1 2 0 0,-2-8 0 16,2 10 0-16,-2-10 0 0,1 7 0 0,-1-7 0 16,2 8 0-16,-2-8 0 0,0 0 0 15,0 0 0-15,0 0 0 0,0 0 0 0,0 0 0 16,0 0 0-16,0 0 0 0,0 0 0 16,0 0 0-16,-10-22-660 0,5 13-330 0,-1 1 102 15,-5-3-1035-15,1-1-1343 0</inkml:trace>
  <inkml:trace contextRef="#ctx0" brushRef="#br0" timeOffset="213666.17">27241 7639 4961 0,'6'-2'-183'0,"-6"2"68"0,0 0 72 0,10-4 54 15,-10 4 41-15,0 0 38 0,0 0 30 0,0 0 31 16,0 0 24-16,0 0 17 0,0 0-1 16,0 0 3-16,0 0-1 0,0 0-11 0,3-6-6 15,-3 6-2-15,0 0-9 0,0 0-13 16,0 0-15-16,0 0-10 0,0 0-12 0,0 0-11 15,0 0-13-15,0 0-9 0,0 0 4 16,-36 20 6-16,13 3 6 0,-9 6 7 0,-2 4 12 16,-4 6 2-16,1 0-39 0,-1 1-80 15,6 0 0-15,5-2 0 0,8-6 0 0,6-2 0 16,1 0 0-16,9-10 0 16,3 1 0-16,2-4 0 0,5-5 0 0,2 6 0 15,7-5 0-15,1-3 0 0,4-2 0 16,2-1 0-16,0-7 0 0,3 0 0 0,1-2 0 15,-1-1 0-15,-1-2 0 0,0-2 0 16,-3 2 0-16,-6 0 0 0,0 0 0 0,-5-2 0 16,-4 0 0-16,1-3 0 15,-4 3 0-15,-4-2 0 0,0 0 0 0,-1-3 0 0,-4 3 0 16,-1-3 0-16,-1 2 0 16,0 3 0-16,-4 1 0 0,0 3 0 0,4 0 0 15,-3 3 0-15,10 0 0 0,-19 0 0 0,5 3 0 16,5 0-609-16,2 1-209 0,1-2-91 15,6-2 87-15,-12 7-890 0,12-7-1145 0</inkml:trace>
  <inkml:trace contextRef="#ctx0" brushRef="#br0" timeOffset="-214364.76">29267 7412 4444 0,'-7'3'-169'0,"7"-3"54"0,0 0 56 0,0 0 51 0,-14 7 54 15,14-7 42-15,-10 2 31 0,10-2 34 16,0 0 18-16,-9 4 12 0,9-4 14 0,0 0 7 16,0 0 6-16,-12 4-3 0,12-4-1 15,0 0-3-15,0 0 1 0,0 0-12 16,0 0-6-16,0 0-15 0,0 0-15 0,46-17-12 15,-15 5-17-15,1 0-10 0,1 0-14 16,-3 3-4-16,-3 1-10 0,-6 2-8 0,-6 0-8 16,-1 3-13-16,-3 3-2 15,-11 0 11-15,19 7 21 0,-10 0 2 0,-3 6-92 16,0 4 0-16,-5 7 0 0,-1 5 0 16,0 8 0-16,-1 2 0 0,-3-1 0 0,-2 1 0 15,3-1 0-15,-3-2 0 0,2 0 0 16,0-7 0-16,0-4 0 0,0-4 0 0,4-1 0 15,-1-3 0-15,1-4 0 0,-2 1 0 16,0-2 0-16,2-3 0 0,0 1 0 0,0-4 0 16,0 1 0-16,0-7 0 0,0 12 0 15,0-12 0-15,0 0 0 0,0 0 0 0,0 0-173 16,0 0-590-16,0 0-177 16,0 0 72-16,0 0 80 0,0 0-797 0,-2-25-1025 15</inkml:trace>
  <inkml:trace contextRef="#ctx0" brushRef="#br0" timeOffset="-214134.12">29450 7740 4751 0,'0'0'168'0,"-15"2"64"0,15-2 56 16,0 0 45-16,-16 2 43 0,16-2 44 16,0 0 23-16,0 0-12 0,0 0-19 15,0 0-75-15,0 0-337 0,0 0 0 0,45-18 0 16,-15 10 0-16,-1 1 0 0,5-1 0 15,-5 2 0-15,-7 2 0 0,-5 1 0 16,5-1 0-16,-8 3 0 0,2-3 0 0,-3 4 0 16,-2-1 0-16,-1 1-288 0,-10 0-416 15,0 0-178-15,11 3 19 0,-11-3 91 16,0 0-820-16,0 0-1034 0</inkml:trace>
  <inkml:trace contextRef="#ctx0" brushRef="#br0" timeOffset="-212466.1">27194 6892 4093 0,'0'0'-151'0,"-6"4"61"0,6-4 62 0,-6 6 59 0,6-6 49 0,0 0 43 15,-8 2 29-15,8-2 28 0,-5 3 18 16,5-3 19-16,0 0 17 0,0 0 27 0,0 0 9 15,0 0 11-15,-18 2-10 0,18-2-16 16,0 0-12-16,0 0-14 0,-14-7-15 0,8 1-17 16,6 6-16-16,-7-12-20 0,4 6-15 15,-1-2-14-15,2-1-12 0,0 1-14 0,2 8-21 16,2-16-85-16,2 8 0 0,-2-1 0 16,4 3 0-16,2-1 0 0,1 0 0 0,1 2 0 15,3 3 0-15,0 0 0 0,6 4 0 16,3 4 0-16,-2 0 0 0,9 9 0 0,-6-1 0 15,-2 5 0-15,-6 0 0 16,-5-1 0-16,-5 1 0 0,-3 6 0 0,-4 9 0 0,-5 2 0 16,-5 2 0-16,-6 1 0 15,0-8 0-15,0-5 0 0,6-1 0 0,0-7 0 16,0-7 0-16,7-1 0 0,-2-8 0 16,1-2 0-16,6 0 0 0,0 0 0 0,0 0 0 15,-8-18 0-15,8 10 0 0,0 8 0 16,3-15 0-16,4 11 0 0,-2-3 0 0,5 4 0 15,-1-1 0-15,5 2 0 0,0 0 0 16,6 4 0-16,3 1 0 0,2 3 0 0,-1 1 0 16,6 3 0-16,1 2 0 0,-6-3 0 15,-4-1 0-15,-1-2 0 0,-4 3 0 0,0-2 0 16,-1-2 0-16,-2 1 0 16,0-1 0-16,3-1 0 0,-3-2-127 0,0-2-627 15,3-2-195-15,-2 0 67 0,4-4 106 16,3-1-824-16,0 1-1039 0</inkml:trace>
  <inkml:trace contextRef="#ctx0" brushRef="#br0" timeOffset="-211865.13">28806 6788 4320 0,'0'0'-45'0,"-7"-5"56"0,5 0 45 0,2 5 28 0,5-14 34 15,3 6 30-15,1-1 19 0,1-1-3 0,3 0-9 16,3 4-17-16,-2 1-9 0,0 3-9 15,1 4-1-15,3 3-10 0,-2 4-11 0,2 3-1 16,-3 2 15-16,-1 1 14 0,-5 4 21 16,-4 5 10-16,-3 1 12 0,-9 11-8 15,-8 10 2-15,-6 6-13 0,-4-5-8 16,-2-6 2-16,-2-3 20 0,11-11 15 0,-2-4 20 16,9-7-9-16,1-3-190 0,3-5 0 15,-1-4 0-15,8-4 0 0,0 0 0 0,0 0 0 16,0 0 0-16,8-29 0 0,3 17 0 15,6-1 0-15,1 3 0 0,0-1 0 16,6 2 0-16,-5 3 0 0,1 5 0 0,2-1 0 16,-1 2 0-16,1 2 0 0,1 2 0 15,-2 1 0-15,2 1 0 0,8 4 0 0,-7-2 0 16,-5 1 0-16,1-1 0 0,-5 0-483 16,0 0-333-16,-2 0-107 0,-2 0 88 0,-1 1-911 15,0-3-1178-15</inkml:trace>
  <inkml:trace contextRef="#ctx0" brushRef="#br0" timeOffset="-210951.8">29462 5653 4529 0,'-16'7'-149'0,"3"-4"79"0,3 0 82 0,1-1 49 0,9-2 36 0,-11 6 24 0,11-6 28 16,-10 6 45-16,10-6 50 15,0 0 15-15,0 0-5 0,0 0-17 0,21 9-27 16,-2-11-19-16,7 0-20 0,15-1-19 16,0-1-19-16,2-2-62 0,-2-3-70 0,-1 2-77 15,-1 2-77-15,-11 0-92 0,-2 2-116 16,-6-1-95-16,-1 4-122 0,-8 2-177 15,-1 0 65-15,-9 4-519 0,-1 1-671 0</inkml:trace>
  <inkml:trace contextRef="#ctx0" brushRef="#br0" timeOffset="-210785.33">29543 5886 3242 0,'-15'10'86'0,"2"-3"71"0,3-2 44 0,3 1 26 16,1-3 23-16,6-3 30 0,-12 5 23 0,12-5 30 15,-7 5 5-15,7-5-23 0,0 0-30 16,0 0-32-16,0 0-27 0,0 0-24 15,36-10-67-15,-15 3-102 0,17-3-105 16,12-4-102-16,3 0-124 0,2-4-139 0,2 4-152 16,3-5-186-16,-3-2 64 0,2 0-585 15,-5 1-754-15</inkml:trace>
  <inkml:trace contextRef="#ctx0" brushRef="#br0" timeOffset="-210482.71">30361 5535 3444 0,'-8'-10'6'16,"8"10"58"-16,-13-4 49 0,13 4 40 15,0 0 45-15,-35 14 48 0,22 0 48 0,-10 6 41 16,2 4 17-16,3 1 1 0,0 3-9 16,7 0-22-16,4-5-23 0,5 0-38 15,2-2-20-15,3-1-21 0,7 1-20 16,3 1-17-16,8-1-19 0,2-4-15 0,2-7-20 16,-3-5-14-16,5 0-109 0,0-5-6 15,-1-3 0-15,1-2 0 0,7 0 0 0,-1-6 0 16,-10 1 0-16,-2 0 0 0,-6 0 0 15,-1-4 0-15,-5-3 0 0,-3 1 0 0,-5-4 0 16,-4-3 0-16,-7-11 0 0,-5 1 0 16,-4 2 0-16,-4 4 0 0,-4 5 0 15,-1 5 0-15,-6 6 0 0,-4 6 0 0,5 7 0 16,-7 1-286-16,-2 6-206 16,0 1-156-16,4 1-273 0,4 0 77 0,7-4 89 15,5 0-689-15,8-2-893 0</inkml:trace>
  <inkml:trace contextRef="#ctx0" brushRef="#br0" timeOffset="-208119.39">18829 4855 4096 0,'0'-10'-83'0,"0"1"64"0,2-2 49 0,-2 2 26 0,0 0 35 0,2 1 27 0,-2 1 31 15,0 7 19-15,-2-10-11 0,2 10-8 0,-2-9-19 16,2 9-10-16,0 0-4 0,0 0 20 16,0 0 3-16,-13 39 8 0,8-15-3 0,-3 7 21 15,-4 2-6-15,5 4-8 0,2 0-8 16,-4-1-19-16,7-2-6 0,1-3-9 15,-1-7-13-15,0-2-13 0,2-2-3 16,0-4-10-16,-2-2-7 0,0-1-39 0,2-1-32 16,0-2-45-16,-2-3-41 0,2 1-60 15,0-8-84-15,-3 4-100 0,3-4-92 16,0 0-78-16,-11-16-69 0,11 1-118 0,-1-4 21 16,-1-7-503-16,2-2-642 0</inkml:trace>
  <inkml:trace contextRef="#ctx0" brushRef="#br0" timeOffset="-207934.24">18777 4737 3131 0,'2'-15'32'0,"-2"5"64"0,0 3 25 16,0 0-9-16,0 7-2 0,0 0 60 16,0 0 41-16,0 0 34 0,0 0 13 15,25 24-4-15,-7-3-10 0,1 2 9 16,3 2-17-16,5-4-11 0,0 5-33 0,5 3-17 16,-3-8-19-16,7 4-18 0,-5-5-8 15,-5 1-20-15,-1-4-34 0,-2 0-68 16,-6-3-66-16,1-4-71 0,-7-2-79 0,-1-3-92 15,-3 2-93-15,-1 0-112 0,-3-2-191 16,-3-5 3-16,0 7 75 0,0-7-431 0,0 0-521 16</inkml:trace>
  <inkml:trace contextRef="#ctx0" brushRef="#br0" timeOffset="-207751.47">18902 5008 2901 0,'-23'5'134'0,"6"-3"67"0,4 1 46 16,2-1 15-16,11-2 16 0,-18 4 16 0,18-4 28 15,-13 1-5-15,13-1-19 0,0 0-28 16,0 0-26-16,0 0-21 0,0 0-26 16,0 0-23-16,0 0-23 0,24-12-85 0,-4 9-98 15,3-4-110-15,7-3-143 0,4 0-169 16,-1 0-208-16,-5-1-97 0,3-1 81 0,-12 2-535 16,0 0-677-16</inkml:trace>
  <inkml:trace contextRef="#ctx0" brushRef="#br0" timeOffset="-207452.29">19188 4571 3644 0,'2'-12'149'0,"-1"0"35"0,-1 6 13 16,4-1 3-16,-4 7 6 0,12-8 11 16,-12 8 16-16,0 0 30 0,31 19-9 0,-15 3 17 15,4 7 7-15,-4 13 5 0,2 1 4 16,-2 1 7-16,-3 4-2 0,-2 0 1 0,-1-8-8 15,-3 1-21-15,1-3-167 0,2-3-97 16,-3 0 0-16,2-4 0 0,2-4 0 0,0-4 0 16,0-7 0-16,-2-2 0 0,1-1 0 15,7-4 0-15,-2-2 0 0,2-3 0 16,1-5 0-16,3-2 0 0,3-4 0 16,4-2 0-16,-3-1 0 0,4-3 0 0,-6 3 0 15,-3 0 0-15,-4-1 0 0,-2-1-403 16,-5 0-384-16,2 2-161 0,-3-2 85 0,-2-2-902 15,-4 2-1196-15</inkml:trace>
  <inkml:trace contextRef="#ctx0" brushRef="#br0" timeOffset="-207250.51">19281 4584 5241 0,'-15'0'140'0,"3"-4"41"0,5 2 35 16,7 2 11-16,-11-4 23 15,11 4 1-15,-9-4-9 0,9 4-24 0,0 0-16 16,0 0-27-16,14-17-21 0,5 6-47 16,0 1-87-16,10-2-113 0,1-1-102 0,5 5-99 15,1 0-137-15,-1 2-162 0,-1-1-255 16,-4 4 68-16,-7 3 95 0,-6 0-575 16,1 2-721-16</inkml:trace>
  <inkml:trace contextRef="#ctx0" brushRef="#br0" timeOffset="-206885.14">19725 4466 3370 0,'0'0'105'0,"0"-13"70"0,0 13 35 16,-1-10-14-16,1 10-20 0,0 0-14 16,-2-8-12-16,2 8-11 0,0 0 8 0,0 0 26 15,0 0 11-15,-14 40 11 0,5-8 0 16,-1 6 8-16,-3 10 5 0,2 1 1 15,-2 0-8-15,6-9-5 0,0-1-9 0,-1 0-12 16,5-5-13-16,0-6-8 0,3-3-9 16,5-4-14-16,-4-3-11 0,5-1-5 0,1-3-8 15,2-5-11-15,4 0-9 16,1-2-5-16,4-3-46 0,-2-3-36 0,2-2 0 16,0-1 0-16,-4 0 0 0,-3-1 0 15,3-1 0-15,-3-1 0 0,0 0 0 0,-2-2 0 16,-6 0 0-16,1-1 0 0,-4-2 0 15,-2 5 0-15,0-4 0 0,1 2 0 0,-7-1 0 16,3 2 0-16,-5 1 0 0,-3 2 0 16,1 0 0-16,-1 3-118 0,-1 0-141 0,14 0-87 15,-26 0-112-15,16 0-142 16,1 0-188-16,9 0-28 0,0 0 83 0,-18 0-652 0,18 0-839 16</inkml:trace>
  <inkml:trace contextRef="#ctx0" brushRef="#br0" timeOffset="-206619.37">20101 4806 4207 0,'0'0'202'0,"0"0"16"16,-15 0-2-16,15 0-20 0,0 0-25 0,0 0-17 15,-10 3-11-15,10-3-13 0,1 11-11 16,-1-11-11-16,7 18-10 0,-2-6-1 0,-1 1-11 15,0 2-10-15,0-1-8 16,-3 1-4-16,-1-1-8 0,0 2-8 0,0 1 1 16,-3-5 0-16,-3 1-45 0,2-3-29 15,1 1-39-15,-6-3-52 0,6-3-65 16,-3-1-86-16,6-4-102 0,0 0-123 0,-15-10-183 16,14-1-18-16,-4-2 77 0,3-4-425 15,2-3-515-15</inkml:trace>
  <inkml:trace contextRef="#ctx0" brushRef="#br0" timeOffset="-206236.2">20297 4365 2951 0,'10'-13'62'16,"-5"0"64"-16,-1 6 35 0,-1 0 33 0,-1 1 18 15,-2 6 0-15,5-6-6 0,-5 6 30 16,0 0 41-16,0 0 8 0,4 23 12 0,-4-5 7 15,-6 7 9-15,1 13 3 0,-4 1-4 16,2 2-7-16,-2 9-16 0,-2-11-12 0,4 0-20 16,2 0-21-16,1-7-23 15,-1-4-63-15,5-6-150 0,0-2 0 0,5-3 0 0,2 3 0 16,1-7 0-16,1-3 0 16,5 0 0-16,-1-5 0 0,2-3 0 0,0 0 0 15,3-2 0-15,-4-2 0 0,0 0 0 16,-1 2 0-16,-1-3 0 0,-1-1 0 0,-1-2 0 15,0-1 0-15,-7 0 0 0,-1-1 0 16,-2-1 0-16,-2-1 0 0,-3 0 0 0,-3-1 0 16,-3 1 0-16,-2 3 0 0,-7-1 0 15,1 1 0-15,0 2 0 0,0 1 0 16,-1 1 0-16,6 1 0 0,-2 0 0 0,1 1 0 16,3-1-398-16,1 0-415 0,0-1-145 15,6-2 96-15,-2-2-893 0,5-2-1186 0</inkml:trace>
  <inkml:trace contextRef="#ctx0" brushRef="#br0" timeOffset="-205886.27">20321 4253 5143 0,'-11'-11'62'0,"6"5"38"15,-3-1 27-15,7 2 9 0,1 5-8 16,-5-11-17-16,5 11-8 0,8-16-8 0,1 8 1 15,4-1-22-15,3 4-5 16,2 1-4-16,-4 4 1 0,10 6 8 0,4 6 14 0,3 3 18 16,-5 6 20-16,-2 4 17 15,3 13 35-15,-2 2 6 0,-2 3 5 0,-3 3-7 0,-2 0-5 16,0 2-5-16,-4-2-10 16,-3-7-127-16,-6 0-35 0,3-3 0 0,-3-1 0 15,1-4 0-15,-3-2 0 0,4-8 0 16,-3-1 0-16,-4-1 0 0,1-4 0 0,-1-1 0 15,2 1 0-15,-2-5 0 0,-2 0 0 16,1 0 0-16,-1-1 0 0,-4-5 0 16,1 4 0-16,-2-6 0 0,7-2-432 0,0 0-211 15,-15-7-146-15,12-5-97 0,-2-4 84 16,1-2-776-16,4-3-1019 0</inkml:trace>
  <inkml:trace contextRef="#ctx0" brushRef="#br0" timeOffset="-205701.39">20802 4514 4685 0,'0'0'114'0,"0"0"35"0,2-7 42 16,-2 7 58-16,0 0 38 0,0 0 8 0,0 0-11 15,1-8-30-15,-1 8-21 0,14-7-25 16,-4 4-18-16,2-1-24 0,1-1-40 16,-1 0-58-16,0 1-93 0,1-1-88 0,3 5-87 15,-1-5-94-15,1 0-117 0,-4 2-142 16,2 1-181-16,-3-1-41 0,-1 3 85 0,-10 0-570 15,0 0-720-15</inkml:trace>
  <inkml:trace contextRef="#ctx0" brushRef="#br0" timeOffset="-205518.52">20848 4671 3348 0,'-18'17'136'16,"4"-5"92"-16,0 0 45 0,5-4 33 16,-1-1 53-16,4 0 40 0,-2-2 23 15,3-1 13-15,-1 2-7 0,6-6-14 0,-3 11-34 16,3-11-35-16,0 0-33 0,0 0-29 15,13 8-160-15,-1-8-123 0,2-2 0 0,4 2 0 16,4-5 0-16,1-2 0 16,10-4-133-16,-1 0-349 0,-4-1-202 0,-3-5-253 15,6 2 88-15,-6-2 94 0,-5-2-725 16,0 5-927-16</inkml:trace>
  <inkml:trace contextRef="#ctx0" brushRef="#br0" timeOffset="-204901.26">21505 4249 3860 0,'0'0'-26'0,"-15"-4"90"0,15 4 58 0,-16-4 43 0,16 4 43 0,-9-8 37 0,4 4 27 0,5 4-14 0,-8-8-4 0,6 3-17 16,2 5-18-16,2-14-12 0,4 7-18 16,1-1-18-16,0 3-13 0,7-2-21 0,-3 3-18 15,3 3-11-15,1 1-9 0,3 5-9 16,2 3-7-16,-3 4-11 0,8 4-1 15,-4 2 4-15,-6 6 5 0,0 3 22 0,-5 2 9 16,-8 4 8-16,-2 8-4 0,-7 0-8 16,-9 6-7-16,1-4-100 0,0-7 0 15,2-4 0-15,1-7 0 0,1-4 0 16,3-7 0-16,5-2 0 0,-2-4 0 0,1-2 0 16,4-6 0-16,-2 6 0 0,2-6 0 15,0 0 0-15,0 0 0 0,38-22 0 0,-16 12 0 16,2-4 0-16,7-1 0 0,-1 2 0 15,-1-1 0-15,3 0 0 0,4 5 0 0,0-1 0 16,3-1 0-16,-1 4 0 0,-2 2 0 16,2-1-985-16,-7 0 5 0,-7 2 112 15,3 2-954-15,-5 1-1250 0</inkml:trace>
  <inkml:trace contextRef="#ctx0" brushRef="#br0" timeOffset="-197721.75">24673 9823 1541 0,'2'-10'341'0,"-1"1"-55"0,-1 1-34 0,0-2-11 0,0 3-1 16,-1 0 7-16,1-2-7 0,-2 3-4 0,0-4 17 15,2 3 7-15,0 7-8 0,-6-12-14 16,6 12-20-16,-3-8-27 0,3 8 1 16,0 0 28-16,0 0 13 0,-18 25 7 15,11-3 12-15,-5 10 2 0,2 4-12 0,-3 10-6 16,3-5-7-16,1 7-6 0,2-7-9 15,2-3-14-15,1-3-15 0,2-6-16 0,2-7-103 16,0-3-66-16,0 2 0 0,0-4 0 16,-1-3 0-16,1-1 0 0,0-1 0 0,0-2 0 15,0 0 0-15,0-5 0 0,0-5 0 16,-2 12 0-16,2-12 0 0,0 10 0 0,0-10 0 16,0 0 0-16,0 0-156 15,0 0-387-15,0 0-96 0,-6-27-135 0,6 15-81 0,4-8 88 16,-4-4-749-16,5-10-961 15</inkml:trace>
  <inkml:trace contextRef="#ctx0" brushRef="#br0" timeOffset="-197487.38">24705 9747 4046 0,'6'-9'-61'0,"-5"2"52"16,1 2 39-16,2-1 27 0,-4 6 22 16,4-6 11-16,-4 6 68 0,0 0 34 0,0 0 28 15,17 18 9-15,-8-7 4 0,3 6 2 16,7 5 1-16,-2 6-9 0,2-1-14 0,0 2-36 15,3 0-5-15,3 7-27 16,-5-7-11-16,-1 2-14 0,1-6-15 0,-4 2-7 0,0-7-15 16,-7-2-39-16,2-5-53 0,0-1-68 15,-4 0-52-15,-2-3-60 0,1-3-50 16,-2 0-100-16,-3-3-103 0,-1-3-117 16,0 0-200-16,0 0 67 0,0 0 72 0,0 0-468 15,0 0-559-15</inkml:trace>
  <inkml:trace contextRef="#ctx0" brushRef="#br0" timeOffset="-197305.74">24709 10075 3017 0,'-16'4'146'0,"5"-2"60"15,2-1 40-15,9-1 25 0,-14 2 28 16,14-2 5-16,0 0 21 0,0 0-11 0,-15 0-41 16,15 0-29-16,0 0-14 0,0 0-25 15,0 0-17-15,0 0-22 0,0 0-37 16,47-9-76-16,-26 3-86 0,4 4-100 15,0-2-126-15,0 1-140 0,-1-1-156 0,1 3-203 16,-4-1 59-16,3 2 78 0,-6 0-454 16,0 0-545-16</inkml:trace>
  <inkml:trace contextRef="#ctx0" brushRef="#br0" timeOffset="-196821.96">25243 9745 3140 0,'-3'-7'41'0,"1"0"55"16,-2 0 44-16,4 7 45 0,-1-10 29 16,1 10 16-16,0-5 1 0,0 5-14 0,-4-6-24 15,4 6-24-15,0 0 14 0,0 0 35 16,0 0 9-16,4 35 12 0,-3-13 17 16,5 12 0-16,-1 5 0 0,-4 3 5 0,5 2 12 15,-1 9-8-15,1 1-5 0,-2-11-17 16,-1-1-15-16,4-1-58 0,-2-1-170 0,3-5 0 15,-3-2 0-15,4-7 0 0,-6-5 0 16,3-4 0-16,-1-3 0 0,-1 0 0 0,0-3 0 16,1-2 0-16,2 0 0 0,0-4 0 15,2-4 0-15,4 1 0 0,-1-4 0 0,1 1 0 16,5-3 0-16,-1-3 0 16,-4 1 0-16,5 0 0 0,-3-2 0 0,-1 1 0 15,-1-1 0-15,-1 0-371 0,-1 0-220 16,-4-1-114-16,-1 1-183 0,-3-2 81 0,1 4 94 15,-4-3-687-15,0-1-852 0</inkml:trace>
  <inkml:trace contextRef="#ctx0" brushRef="#br0" timeOffset="-196605.49">25209 9830 4208 0,'-14'-7'147'0,"3"2"43"0,0-2 30 15,10 4 13-15,-5-2 7 0,2 0-7 0,4 5-16 0,0-12-15 16,6 5-23-16,3-3-24 0,1 1-11 16,7-2-15-16,2 2-13 0,3 0-7 15,6-2-34-15,-4 2-47 0,-4 3-52 16,-3 2-59-16,0 0-51 0,-3 1-57 0,-3 2-71 16,0 1-66-16,-11 0-84 0,17 4-146 15,-11-2-159-15,-6-2 75 0,4 12-540 0,-6-5-646 16</inkml:trace>
  <inkml:trace contextRef="#ctx0" brushRef="#br0" timeOffset="-196087.92">25779 9881 3518 0,'-7'-3'112'0,"-2"-2"49"16,0 0 32-16,6-1 26 0,-3 0 18 16,4-3 7-16,2 2 8 0,2-3-1 15,4-1-17-15,-3 0-12 0,10-1-14 0,-1-2-20 16,2 1-16-16,3 5-22 0,-1 2-12 15,-2 2-14-15,4 0-7 0,-3 4-24 0,0 2-5 16,0 2-6-16,1 0-1 0,-5 4 3 16,-1 2 6-16,-1 1 10 0,-3 2 1 0,-4 3-8 15,-4 8-3-15,-5 8-15 0,-5 3-18 16,-3-2-9-16,-1 0 0 0,-1-4-11 0,5-8 5 16,5-3 3-16,2-7 35 0,1-1 35 15,-2-2-113-15,4-5-2 0,2-3 0 0,0 0 0 16,0 0 0-16,0 0 0 0,0 0 0 15,0 0 0-15,0 0 0 0,23-17 0 16,-15 15 0-16,1 0 0 0,-9 2 0 16,23 0 0-16,-8 2 0 0,1 0 0 0,-1 0 0 15,2 4 0-15,-2 0 0 0,2-3 0 16,0 2 0-16,-1 0 0 0,-2-1 0 0,-1-1 0 16,-2 4 0-16,-2-4 0 0,-1 1 0 15,-2-1 0-15,1 1 0 0,-7-4-389 0,12 1-402 16,-12-1-148-16,0 0 93 15,0 0-931-15,15-7-1208 0</inkml:trace>
  <inkml:trace contextRef="#ctx0" brushRef="#br0" timeOffset="-195237.34">26604 9919 4461 0,'0'0'-157'0,"0"0"63"0,0 0 51 0,0 0 57 0,0 0 60 0,0 0 45 0,0 0 40 0,18-13 26 15,-18 13 18-15,0 0 10 0,0 0-11 16,2-6-5-16,-2 6 1 0,0 0-15 16,0 0-11-16,0 0-11 0,0 0-15 15,2-5-15-15,-2 5-14 0,0 0-15 0,0 0-14 16,0 0-11-16,0 0-2 0,0 0-8 15,0 0-3-15,0 0-7 0,0 0-3 0,0 0-6 16,0 0-4-16,0 0-5 0,0 0 3 16,0 0-6-16,2-7 9 0,-2 7-3 15,0 0 1-15,0 0 5 0,0 0-7 0,0 0 0 16,3-7 1-16,-3 7-5 0,0 0-5 16,0 0-3-16,0 0-12 0,0 0-6 15,0 0 4-15,0 0-10 0,18 11 3 0,-13-5 0 16,5 6-1-16,-2-1 1 0,-1 1 4 15,1 0 9-15,-3 1 9 0,2 3-2 16,-4-1 4-16,-3 1 2 0,0 1-1 0,0-1-4 16,-6 1 2-16,-1 2-8 0,-5-3-18 15,2 0-53-15,-3-1-65 0,0-1-93 0,-2-2-114 16,-2-3-149-16,1-3-181 0,2 0-214 16,0-3 76-16,3-1 77 0,11-2-657 0,-16 0-822 15</inkml:trace>
  <inkml:trace contextRef="#ctx0" brushRef="#br0" timeOffset="-192770.84">27176 9515 3590 0,'6'-4'-16'0,"-6"4"77"0,5-3 55 0,-5 3 44 0,0 0 30 16,1-7 23-16,-1 7 16 0,0 0 15 16,0 0-5-16,0 0-2 0,0 0 3 15,0 0 7-15,0 0 8 0,-25 24 5 0,8-2 9 16,-2 4 0-16,0 5-8 0,0 0-2 15,2 2-11-15,-1 0-24 0,5 2-11 0,1-2-30 16,1-1-183-16,6-6 0 0,3-6 0 16,-2 1 0-16,4-4 0 0,4 0 0 15,0-2 0-15,1-1 0 0,3-2 0 0,4-2 0 16,-1-1 0-16,1-3 0 0,1-6 0 16,-2 2 0-16,1-2 0 0,1-2 0 15,2-1 0-15,-4 0 0 0,0-3 0 0,2 1 0 16,-6-1 0-16,-2-3 0 0,1 0 0 15,-6 1 0-15,2-1 0 0,-2-3 0 0,-2 4 0 16,-2-1 0-16,2-3 0 0,-3 4 0 16,-1 1 0-16,-1 0 0 0,-1 0-3 0,-2 2-507 15,3 3-106-15,0-1-163 0,-2 0-83 16,9 3 93-16,-9-8-813 0,9 8-1024 0</inkml:trace>
  <inkml:trace contextRef="#ctx0" brushRef="#br0" timeOffset="-192439.07">27268 9124 4256 0,'-6'-4'-28'16,"3"2"67"-16,3 2 31 0,-6-7 15 0,6 7 31 16,0 0 28-16,0 0 7 0,0 0-7 15,0 0-13-15,27 13-18 0,-11-9-10 0,9 4-8 16,10 5-12-16,-5 3-6 0,0 5-7 15,-5 0 9-15,6 16 35 0,-4-2 37 0,-2 8 34 16,-5 3 8-16,-2 2 28 0,-7 5 8 16,1-4 8-16,-5-8-11 0,-1-2-11 15,-1 2-16-15,-1-1-14 0,0-5-15 16,-2 2-32-16,2-9-138 0,-2-6 0 0,0-4 0 16,0 0 0-16,-2-5 0 0,0 1 0 15,-2-2 0-15,0 0 0 0,0 0 0 0,-5-2 0 16,0-3 0-16,0 2 0 0,-1-2-382 15,-1-1-192-15,1-4-210 0,0 0-98 0,8-2 98 16,0 0-843-16,0 0-1067 0</inkml:trace>
  <inkml:trace contextRef="#ctx0" brushRef="#br0" timeOffset="-191721.01">24703 13029 4590 0,'-30'-6'-20'0,"-3"-1"6"0,-1 0 6 0,7 0 12 0,2 3 28 0,6 1 31 15,2 0 44-15,2-1 32 0,2 1 6 0,1 1-10 16,3-1-16-16,1 1-13 0,8 2-9 16,0 0-14-16,27-14-4 0,24 3-9 0,24-5-9 15,37-6-6-15,25-5-7 0,65-14-16 16,23-2-51-16,8-4-57 0,18 2-40 16,16-4-31-16,13 1-38 0,10-3-29 15,3 5 0-15,4 0 0 0,-8 5 16 0,-11 3 17 16,-18 2 22-16,-18 4 16 0,-20 0 25 15,-60 15 38-15,-12-3 34 0,-11 3 34 16,-11 1 35-16,-11 1 21 0,-13 7 9 0,-28-1 6 16,-3 0 1-16,-11 4-6 0,-1 0 0 15,-15 2-6-15,0-3-4 0,-5 1-13 0,-5 2 0 16,-2-2-8-16,-10 2-18 0,-5 2-34 16,1-5-38-16,-6 2-50 0,-2 2-65 0,-2-1-106 15,-5 1-111-15,-5 2-173 0,0 0 44 16,0 0-203-16,0 0-222 0</inkml:trace>
  <inkml:trace contextRef="#ctx0" brushRef="#br0" timeOffset="-190373.19">24709 13180 2442 0,'0'-10'206'0,"-4"-1"-23"0,0 3-7 0,3 2-4 0,-3 0-5 0,4 6 6 0,-12-10 2 16,4 7-5-16,8 3-18 0,-14 0-16 15,2 7-12-15,-1 5-10 0,-3 2-11 16,-1 11-4-16,3 4 5 0,3 2 14 16,3 1 4-16,1 6 1 0,3-4-5 0,4-5-4 15,2-2 2-15,-2 10-6 0,3-10-4 16,-1-2-6-16,5-3-10 0,-2-3-6 0,1-1-7 16,-2-2-9-16,-3-1-2 0,3-2-13 15,0-4-3-15,-2 2-5 0,0-4 2 0,0-1-7 16,0 3-9-16,4-1 1 0,-3 1 2 15,3 0 1-15,1-1-2 0,5 3 3 16,5-3 11-16,2 2 3 0,12 1 0 0,7-5-6 16,8 2-3-16,13-1-4 0,9-7 1 15,15-3-5-15,3-1-3 0,33-6-5 16,6-5-7-16,8 1-7 0,-2-2-43 16,3-1-32-16,8-4 1 0,7 4 11 0,9 1 6 15,55-11 1-15,-47 10 6 0,3 5-1 16,5-3-9-16,-2-1-8 0,-1 3-4 0,-1-1 2 15,-10-2 2-15,-8 5 0 0,-7 2 1 16,-9-2 4-16,-7 2 1 0,-3-3 4 0,-10-2 6 16,-3-3 5-16,-7 2 2 0,0 1 6 15,-8-4 2-15,-4-1 4 0,-19 3-1 0,-1 1 3 16,-4 0 17-16,0-1 15 0,-3 1 14 16,0 3 11-16,-2-7 4 0,-6 2-6 15,5 3-7-15,3-4 3 0,-3 4-5 16,6 1-4-16,-4-2-4 0,6 3-2 0,-1 0-4 15,2 5-3-15,-3 3-8 0,-2 0-7 16,-4 2 2-16,-13 0 0 0,0-2-2 0,-7 6-1 16,-5 2 0-16,-11-2 2 0,-2-1 2 15,-5-1 4-15,1 0 5 0,-4 0 5 0,0-1 3 16,-4-1 5-16,0 0 9 0,1 0 10 16,1 0 9-16,-5 2 7 0,1-3-1 0,-3 2-5 15,-9 1-5-15,13 0-7 0,-13 0-1 16,12-2-3-16,-12 2 0 0,0 0-4 15,13-2-6-15,-13 2 9 0,8-2-8 0,-8 2 10 16,0 0 5-16,0 0 15 0,0 0 21 16,11-3 22-16,-11 3-5 0,2-10-12 15,-2-1-7-15,0-2-6 0,-2-6-11 16,1-7-2-16,-3-13-15 0,-2 3-23 0,0-19-14 16,-2-2-7-16,5-6-11 0,1-2-12 15,-4-4-3-15,1 0-4 0,0 6 3 0,3 3 5 16,-1 16-2-16,1 6 8 0,-2 4 7 15,2 7 1-15,0 8 1 0,2 1 6 0,-1 5-3 16,2 3 0-16,-2-3 7 0,-1 4-8 16,2 2-4-16,-2-1 7 0,2 1-4 15,0 7 0-15,-2-10 4 0,2 3-4 16,0 7-3-16,-2-7 2 0,2 7-1 0,0 0 6 16,-6-3 0-16,6 3 0 0,0 0 5 15,0 0-3-15,0 0 3 0,-21 3 1 0,21-3-1 16,-19 4 9-16,4-3-5 0,-6 1 2 15,-8 1 0-15,-17-1 0 0,-19 3 0 0,-7 0-1 16,-4 0 1-16,-7 4 1 0,-3-2 2 16,2 1 0-16,1 5-6 0,11 1 3 0,6-1-9 15,5 3-67-15,5 3-116 0,8-2-168 16,12-3-214-16,6-2-246 0,7-2 66 16,4-7 85-16,5 1-556 0,2-6-684 15</inkml:trace>
  <inkml:trace contextRef="#ctx0" brushRef="#br0" timeOffset="-187440.38">25234 13087 3420 0,'0'0'28'0,"-11"-3"30"0,11 3 38 0,-7-3 39 0,7 3 22 0,-10-2 22 0,10 2 18 16,0 0 8-16,-11-4 8 0,11 4 1 15,0 0 2-15,0 0 0 0,-10-4 1 16,10 4 0-16,0 0-4 0,0 0-2 0,17-16-31 16,-1 9-16-16,4 0-10 0,11-5-23 15,-7 6-13-15,0-1-10 0,-1 0-14 0,-3 5-13 16,-1 0-6-16,-1 2-14 0,-1 4-3 15,0 1-6-15,-2 2-3 0,-1 3-3 16,-3 5-1-16,0 1 1 0,-3 3-4 16,0 0 1-16,-5 3 0 0,-1-1 2 0,2-2-2 15,-4-1-4-15,2 1-3 0,0 0-4 16,-2-5-5-16,0 0 2 0,1-1-7 0,-1-1-2 16,0 0-4-16,3-3-4 0,-3 1-2 15,0-1-24-15,2-1-43 0,0-1-58 0,-2 1-72 16,2-1-77-16,0-2-107 0,-1 1-103 15,-1-6-127-15,2 6-184 0,-2-6 6 0,0 0 81 16,0 0-584-16,0 0-740 0</inkml:trace>
  <inkml:trace contextRef="#ctx0" brushRef="#br0" timeOffset="-187206.23">25383 13307 3811 0,'-15'4'76'0,"3"-1"33"0,5-1 42 15,7-2 44-15,-11 1 51 0,11-1 56 16,0 0 11-16,0 0-22 0,0 0-25 0,0 0-25 16,16-15-20-16,11 1-26 0,6 1-20 15,1-3-19-15,5 1-16 0,-3 3-43 0,0 0-45 16,-2 0-56-16,-7 3-53 0,-6 4-45 16,-6 2-45-16,-1 0-44 0,-3 1-41 0,-4 0-28 15,-7 2-29-15,0 0-49 0,0 0-79 16,0 0-111-16,0 0-164 0,2 9 64 15,-2-9-444-15,0 0-544 0</inkml:trace>
  <inkml:trace contextRef="#ctx0" brushRef="#br0" timeOffset="-185639.16">26029 12866 2798 0,'0'0'-23'0,"-2"-9"31"0,0 3 26 0,2 6 23 0,-4-14 28 0,3 7 32 16,1 7 46-16,-2-12 27 0,0 6 23 0,-2-2 9 16,4 8 6-16,-2-8-1 15,2 8 4-15,-3-9-9 0,3 9-4 0,-2-8-7 16,2 8 2-16,0 0-39 0,0-8-19 15,0 8-24-15,0 0-13 0,0 0 13 16,0 0 36-16,11 23 4 0,-6-3 6 0,9 13 8 16,1 11-7-16,3 2-2 0,-4 5-2 15,6-1-4-15,-4 1 2 0,2-3-13 0,-3 1-14 16,2-5-7-16,-1-1-82 0,-5-9-56 16,-2-3 0-16,3-2 0 0,-4-9 0 0,-3-3 0 15,1-3 0-15,-2-2 0 0,-3-3 0 16,6 2 0-16,-3-4 0 0,-3 0 0 0,-1-7 0 15,6 12 0-15,-6-12 0 16,2 4 0-16,-2-4 0 0,0 0 0 0,0 0 0 16,0 0 0-16,0 0 0 0,0 0-301 15,0 0-386-15,4-21-190 0,-6 13 2 0,2 0 81 16,2-2-790-16,-2 3-1025 0</inkml:trace>
  <inkml:trace contextRef="#ctx0" brushRef="#br0" timeOffset="-184908.27">26689 12913 4296 0,'5'-5'-50'0,"-5"5"44"0,0 0 36 0,0 0 31 0,0 0 47 0,0 0 35 0,0 0 24 0,0 0 8 0,8-5 0 16,-8 5-13-16,0 0 0 0,0 0-9 16,0 0 1-16,0 0-8 0,0 0-1 15,4-10-1-15,-4 10-28 0,6-5-17 0,-6 5-7 0,1-6-9 16,-1 6-3-16,0 0-5 15,4-10 4-15,-4 10-10 0,-4-13-5 0,4 13-7 16,-9-16-5-16,4 6-17 0,-7-1 1 16,2-1-1-16,-7 0-6 0,0 1-2 0,0-1-7 15,-5 4 21-15,8 3-13 0,-8 3-2 16,4 2-7-16,-1 3 3 0,-3 3-7 0,6 2-2 16,-2 4 8-16,5 0 0 0,3 5 4 15,3-5 6-15,5 5 5 0,2 0 1 0,3 1 8 16,8 1 9-16,0-3 3 15,3-1 2-15,8 2 4 0,-1-5-4 0,-3-5-3 0,6-2-4 16,-3-2-3-16,0-3 5 16,-1-3-1-16,2 1-11 0,1-3-42 0,-7 2 0 15,2-2 0-15,-5 0 0 0,-1 1 0 16,-3 1 0-16,0-1 0 0,-9 4 0 0,14-5 0 16,-14 5 0-16,9-3 0 0,-9 3 0 15,0 0 0-15,6 15 0 0,-4-6 0 0,-2 4 0 16,2 1 0-16,-1 3 0 0,-1 2 0 15,5 3 0-15,-1 0 0 0,0 2 0 16,-1-1 0-16,1-2 0 0,0 3 0 0,-1-5 0 16,1-1 0-16,-2-3 0 0,1 1 0 15,-3-2 0-15,0-2 0 0,0 0 0 0,-3 1 0 16,-1 1 0-16,-1 0 0 16,-1 1 0-16,-1 0 0 0,-5 1 0 0,1-1 0 15,1-3 0-15,2 0 0 0,-1-1 0 16,0-3 0-16,-2 2 0 0,6-4 0 0,-4 0 0 15,-1-3 0-15,4 1 0 0,-1 0 0 16,-3 0 0-16,10-4 0 0,-17-2-432 0,7-6-589 16,-1 3 94-16,-1-4 98 0,1-8-865 15,-10-4-1130-15</inkml:trace>
  <inkml:trace contextRef="#ctx0" brushRef="#br0" timeOffset="-184373.45">25145 12436 4841 0,'-8'-12'-75'0,"1"0"59"0,1 2 41 0,5-2 37 0,-1 2 29 0,-1-4 18 15,1 2 14-15,4 0-3 0,3-2-7 16,-4 4-8-16,7-3-11 0,-3 1-9 0,6 2-8 16,-2 3-6-16,2 3-11 0,0 2 5 15,3 2 3-15,1 6-3 0,-2 0 2 16,4 8 6-16,1 7 18 0,-4 4 12 16,-5-1 7-16,-4-2 18 0,-1 2 10 0,-2-2 4 15,0 1-2-15,-1-3 1 0,-1-5-9 16,0 1-9-16,0-3-9 0,0 1-8 0,2-4-6 15,-2-4-5-15,4 3-4 0,1-5-10 16,2 2-8-16,2-2-13 0,5-2-60 0,3-4 0 16,2 0 0-16,3-4-2 0,15-4-199 15,-1 1-102-15,0-5-141 0,11-3-143 0,-11-1-193 16,-4 1-64-16,-2-2 92 16,-3 0-703-16,-5 0-904 0</inkml:trace>
  <inkml:trace contextRef="#ctx0" brushRef="#br0" timeOffset="-183974.48">26151 12010 4015 0,'4'-14'-61'0,"0"1"9"0,2 2 6 15,1 3 10-15,0-5 29 0,4 5 22 16,2 0 12-16,-1 2-11 0,1 2 5 0,1 2 1 15,2 2 0-15,2 4 9 0,-6 2 8 0,6 4 16 16,-5 1 10-16,-2 3 9 16,-3 1 17-16,-4 3 12 0,-4-1 11 0,-2 2 2 15,-1 1 2-15,-6 3 13 0,2-3 5 16,-1-1 0-16,-1-2 1 0,5-2-12 0,-2-3-10 16,0 2-6-16,3-4-9 0,1 3-4 15,2-5-7-15,2 0-8 0,1 1-4 0,7-1-7 16,2 2-7-16,3-1-8 0,2 3-5 15,3-4-8-15,0 0-3 0,-3 3-2 0,-2-3-10 16,-1-2 0-16,-5 6 0 0,0-7 13 16,-3 5 3-16,-4 0 6 0,-2-1 5 0,-6 1-11 15,-1 4-4-15,-6 1-6 0,-3-3 3 16,3 2-12-16,-6-4-27 0,1 0-52 16,4 2-81-16,1-5-113 0,3 0-167 15,0-2-181-15,3 0-197 0,0 0 80 0,7-5 85 16,0 9-486-16,0-9-585 0</inkml:trace>
  <inkml:trace contextRef="#ctx0" brushRef="#br0" timeOffset="-183374.25">27527 12508 3247 0,'-7'-17'74'0,"0"3"37"0,2 2 31 0,-1 2 43 0,5 1 34 0,-3-1 31 0,0 2 37 15,2 1 22-15,1 0-17 0,1 7-24 16,-5-12-33-16,5 12-29 0,-4-5-19 0,4 5 20 15,0 0 30-15,7 24 4 0,-4-2 7 16,8 16 17-16,2 16 14 0,5 4 5 16,-1 3 1-16,2 6-152 0,0 20-133 15,0-19 0-15,-2 0 0 0,5-3 0 0,-8-3 0 0,6-3 0 16,-5-5 0-16,0-6 0 16,-4-11 0-16,1-4 0 0,-2-6 0 0,-3-4 0 15,-1-6 0-15,-3-5 0 0,2-2 0 16,-1-1 0-16,-3-3 0 0,1 2 0 0,-2-8 0 15,6 10 0-15,-6-10 0 0,0 0 0 16,5 0 0-16,-5 0 0 0,0 0 0 0,0 0 0 16,12-14 0-16,-10 10 0 0,-2 4 0 15,4-7 0-15,-4 7 0 0,2-10 0 0,0 5 0 16,-2 5-210-16,-2-9-833 0,2 9 102 16,-4-10-1098-16,4 10-1455 0</inkml:trace>
  <inkml:trace contextRef="#ctx0" brushRef="#br0" timeOffset="-182241.72">28069 12857 5898 0,'-10'2'-29'0,"10"-2"60"0,-10 5 63 0,10-5 74 0,0 0 57 0,0 0 44 0,0 0 32 0,-5 2-1 0,5-2-16 16,0 0-35-16,0 0-27 0,0 0-43 16,34-19-179-16,-19 11 0 0,2 2 0 15,6-3 0-15,8-3 0 0,-6 4 0 0,-5 0 0 16,1 1 0-16,1 1-429 0,0-2-205 16,-1 2-216-16,0-3-33 0,6-5 95 0,-7 4-779 15,0 3-1009-15</inkml:trace>
  <inkml:trace contextRef="#ctx0" brushRef="#br0" timeOffset="-181892.08">28532 12657 4076 0,'-16'-8'29'0,"16"8"57"0,-6-5 22 0,6 5 7 16,-2-10-1-16,2 10-2 0,2-12 2 16,-2 12-5-16,4-9-9 0,0 4-13 15,-4 5-13-15,14-7-4 0,-14 7-9 0,12-2-9 16,-12 2 1-16,14 6-5 0,-6 2-5 15,1 1-4-15,-1 3-2 0,-2 5 8 0,-2-2 8 16,-3 1 12-16,-1 2 10 16,0 1 11-16,2 0 17 0,-2 0 4 0,-2-1 27 15,2-1 18-15,2 1 4 0,0-1-6 16,0 1-8-16,2-1-16 0,-3-3-10 0,3 3-12 0,3-2-9 16,-4 0-8-16,1 1-9 15,0-2-6-15,-1 1-4 0,-1 0-12 0,2-3-1 16,-4 2-8-16,0-2-1 0,0 1 0 15,-4 1-10-15,-1 0-1 0,-3-1-3 0,3 1-6 16,-5-3-33-16,-3-3-45 0,-1 2-56 16,1-4-84-16,0-2-113 0,1-2-157 0,-1-3-188 15,1-4-199-15,1-1 71 0,0-11 81 16,-1 3-602-16,1-4-758 0</inkml:trace>
  <inkml:trace contextRef="#ctx0" brushRef="#br0" timeOffset="-180909.36">27712 11826 3381 0,'-4'-7'-56'0,"4"7"37"0,0-9 54 0,0 9 41 0,-1-6 40 0,1 6 16 15,0 0 15-15,-2-7-8 0,2 7 11 0,0 0 56 16,0 0 24-16,0 0 3 16,2 26 8-16,-1-11 34 0,3 2 0 0,0 0-8 15,1 4-15-15,3-3-1 0,0 4-23 16,1-5-3-16,2-3-18 0,1 2-15 0,-1-3-16 16,3-3-14-16,-3-2-14 0,7-1-13 15,-3-3-12-15,-1-1-11 0,0-6-14 0,4 0-44 16,-3 0-54-16,0-5 0 0,2-1 0 15,-1-3 0-15,-3-2 0 0,1 1 0 16,-3-4 0-16,-4-1 0 0,0 1 0 0,0 2 0 16,-2 2 0-16,-3 4 0 0,2-2 0 15,0 4 0-15,-2 2 0 0,-2 5 0 16,0 0 0-16,0 0 0 0,0 0 0 16,1 24 0-16,-1-10 0 0,4 6 0 0,0 3 0 15,4 8 0-15,1 2 0 0,2-4 0 16,1 0 0-16,1-2 0 0,5-1 0 0,-3-2 0 15,-3-5 0-15,-1-4 0 0,-2-2 0 16,-1-4 0-16,0 1 0 0,-1 1-296 0,-1-4-192 16,-1-1-127-16,2 1-195 0,-4-3-38 15,-3-4 84-15,4 6-722 0,-4-6-934 0</inkml:trace>
  <inkml:trace contextRef="#ctx0" brushRef="#br0" timeOffset="-179942.53">29019 12371 4002 0,'0'0'-30'0,"0"0"56"0,0 0 36 0,0 0 34 0,0-20 31 0,0 20 27 16,0 0 36-16,-1-9 29 0,1 9 27 15,0 0-12-15,-4-8 10 0,4 8-13 0,0 0-17 16,0 0-25-16,0-9-30 0,0 9-17 16,0 0-4-16,0 0 17 0,4 30 3 15,-3-3 0-15,7 12 3 0,2 12 10 0,-1 10 12 16,4-1 8-16,-3 2 5 0,1 7-21 15,0-2-175-15,1 0 0 0,0-2 0 0,0-3 0 16,-3-7 0-16,2-6 0 0,-6-10 0 16,6-5 0-16,-6-10 0 0,-1-5 0 0,0-4 0 15,-3-3 0-15,3-2 0 0,-2 1 0 16,3-5 0-16,-4 1 0 0,1 0 0 0,-2-7 0 16,0 0 0-16,0 0 0 15,8 5 0-15,-8-5 0 0,0 0 0 0,0 0 0 16,0 0 0-16,0 0 0 0,1 4 0 15,-1-4 0-15,0 0-593 0,0 0-419 0,0 0 96 16,0 0-1012-16,-12 5-1350 0</inkml:trace>
  <inkml:trace contextRef="#ctx0" brushRef="#br0" timeOffset="-174894.16">29322 12733 4192 0,'0'0'243'0,"-11"0"-23"0,11 0 3 0,0 0-8 0,0 0 4 0,0 0 7 0,0 0 5 0,-17-2 17 15,17 2-14-15,0 0-3 0,0 0-16 16,0 0-16-16,0 0-18 0,0 0-18 16,46-12-17-16,-24 7-17 0,9-7-12 0,1 2-11 15,0-2-13-15,1-2-3 0,0 2-26 16,-3 0-19-16,-7 4-23 0,-2-1-26 0,-5 2-11 15,-4 2-33-15,-1 0-37 0,0 2-38 16,-4-1-33-16,2-1-46 0,-1 2-55 0,-8 3-69 16,8-2-102-16,-8 2-93 0,0 0-127 15,4-5-106-15,-4 5 60 0,0 0-595 0,7-7-749 16</inkml:trace>
  <inkml:trace contextRef="#ctx0" brushRef="#br0" timeOffset="-174626.75">29751 12383 3871 0,'0'0'119'0,"-11"-1"20"15,11 1 13-15,0 0 20 16,0 0 27-16,0 0 30 0,-12 10 34 0,14-2 20 0,0 4-13 16,-1 4-21-16,6 4-23 0,-1 3-17 15,1 7-22-15,0-1-20 0,0-1-12 16,-2-6-14-16,-1 1-19 0,0-1-11 15,-1-1-10-15,3-1-11 0,-2-1-6 0,-2-4-14 0,2 1-5 16,-2-3-12-16,-2-2-47 0,2-3-67 16,0-1-66-16,0 1-64 0,-1-2-87 15,-1-6-108-15,2 6-125 0,-2-6-167 16,0 0-93-16,0 0 51 0,0 0-644 0,4-25-818 16</inkml:trace>
  <inkml:trace contextRef="#ctx0" brushRef="#br0" timeOffset="-174160.26">29711 11246 3770 0,'6'-10'-6'0,"-2"5"45"16,-3 0 36-16,-1 5 24 0,2-7 25 16,-2 7 27-16,0 0 21 0,0 0 9 15,0 0-6-15,0 0-16 0,0 0-16 0,-14-5-10 16,14 5-7-16,-29 17 9 0,2 2 12 16,-2 3 6-16,-3 7 3 0,2 2 8 0,5-5-11 15,3-1-13-15,4 2-15 16,4-2 11-16,5-3 8 0,3-5 1 0,4 1-1 15,2-3-1-15,6 1-10 0,3 1-12 16,9 7-10-16,9-4-10 0,3 0-11 0,8 3-10 16,-8-3-8-16,5-3-8 0,-5 4-11 15,-1-1-2-15,-2-3-10 0,-4 3-4 0,-7-5-26 16,-2-1-11-16,-6-2 0 0,-3 2 0 16,-1-2 0-16,-4-2 0 0,-4 2 0 0,-3 0 0 15,-7 3 0-15,-3-2 0 0,0-4 0 16,-7 2 0-16,-1 2 0 0,-2-7 0 0,6-1 0 15,1 1 0-15,5-5 0 16,4 0 0-16,-1 1 0 0,5-2-258 0,7 0-248 0,-14 0-189 16,14 0-203-16,0 0 76 15,-4 8 93-15,4-8-728 0,16 18-905 0</inkml:trace>
  <inkml:trace contextRef="#ctx0" brushRef="#br0" timeOffset="-173043.91">30599 12186 3958 0,'-11'0'-72'0,"11"0"23"0,-14 1 31 0,14-1 39 0,0 0 54 0,-11 0 38 16,11 0 39-16,0 0 28 0,0 0-7 15,0 0-12-15,0 0-21 0,0 0-10 0,29-15-16 16,3 5-15-16,6-1-7 0,16 0-9 16,5 0-8-16,5 1-10 0,5 2-4 15,2-3-9-15,-1 4-7 0,4-1-24 16,-5 1-9-16,0 0-8 0,-7 0 0 0,-1-2-3 16,-3 1-1-16,-13 3 1 0,-1-3 1 15,-4 0 0-15,-8 0 0 0,-5 2-1 0,6-1 4 16,-7 1 0-16,-3 0 0 15,0 0 6-15,-2 0 6 0,-4 4 2 0,-2-1-1 0,1-1-2 16,-1 2 0-16,-3 0-1 0,-1 0-5 16,-11 2 0-16,23 2 1 0,-14 2 0 15,4 3 4-15,-1 7 1 0,-1 1 3 16,1 11 5-16,-1 4 3 0,-2 4 8 0,0 4 5 16,-2 2 4-16,1 2 14 0,-3 12 8 15,2-4 11-15,2 3 5 0,-6-11 11 0,1-1 11 16,0 1 4-16,-2-3-2 0,0-2 7 15,-1-8 4-15,1-4-4 0,0-2-10 0,0-5-5 16,-2-1-12-16,0-3-6 0,3-2-7 16,-3-2-7-16,0 0-8 0,2-1-2 0,-2 0-10 15,0-3 0-15,0 1-6 0,1 0-5 16,-1 0 1-16,0-7-8 0,2 10-1 0,-2-10-2 16,2 9-1-16,-2-9-4 0,0 6 0 15,0-6-2-15,2 6 1 0,-2-6-5 16,2 8-3-16,-2-8 1 0,0 0-3 15,0 0-1-15,-2 7-1 0,2-7-7 0,0 0 0 16,0 0 0-16,-4 5 0 0,4-5 0 16,0 0 0-16,-5 5 0 0,5-5 0 0,-12 4 0 15,2 0 0-15,-3-2 0 0,-4 0 0 16,-4 1 0-16,-19 2 0 0,-3-1 0 0,-4 1 0 16,-17 5 0-16,-7 2 0 0,-3-1 0 15,-3 3 0-15,1 0 0 0,1 3 0 0,7 0 0 16,3 2 0-16,8 0 0 0,3-4 0 15,6-1 0-15,13-2 0 0,3 0 0 16,2 0 0-16,5-2 0 0,3-3 0 16,4 1 0-16,0-2 0 0,3-1 0 0,2 1 0 15,2-4 0-15,-1 4 0 0,2-2 0 16,3-2 0-16,7-2 0 0,-14 6 0 0,14-6 0 16,-9 4 0-16,9-4 0 0,0 0 0 15,-7 2 0-15,7-2 0 0,0 0 0 16,0 0 0-16,0 0 0 0,0 0 0 0,0 0 0 15,0 0 0-15,0 0 0 0,11-20 0 16,-4 14-694-16,1-2-268 0,0 1 64 16,-1 2 102-16,0-2-850 0,-1 2-1085 15</inkml:trace>
  <inkml:trace contextRef="#ctx0" brushRef="#br0" timeOffset="-171944.38">31060 12409 4535 0,'-7'-14'-30'0,"3"9"42"0,4 5 53 0,-4-8 28 0,4 8 25 15,4-14 29-15,2 7 22 0,1 0 13 0,3-1-2 0,3-3-13 16,3 1-18-16,2 3-10 0,4 0-20 0,-6 1-9 16,5 6-12-16,-1-2-8 0,-4 4-7 15,4 4 6-15,-4 3 15 0,0 3 0 0,-3 3 19 16,-5 4 28-16,-4 3 18 0,-8 4 16 15,-8 8 17-15,-1 1 19 0,-6 3 9 0,2-9-43 16,0-3-187-16,4-6 0 0,3-5 0 16,2-1 0-16,3-5 0 0,1 1 0 15,1-3 0-15,-1-1 0 0,4 1 0 16,0-7 0-16,5 12 0 0,3-6 0 0,6-1 0 16,4-2 0-16,1-1 0 0,5 1 0 15,0-3 0-15,-1 0 0 0,5 0 0 0,-1-2 0 16,0 1 0-16,0-3 0 0,-3 1 0 15,1-2-582-15,-4 0-266 0,-5-1-58 0,-2 3 82 16,-3-2-887-16,-2-1-1145 0</inkml:trace>
  <inkml:trace contextRef="#ctx0" brushRef="#br0" timeOffset="-171308.63">31257 10943 4453 0,'0'-7'-150'0,"-4"-1"42"0,4 8 26 0,-4-6 30 0,4 6 19 16,-8-5 31-16,8 5 38 0,0 0 43 0,-23 0 32 15,10 9 39-15,-10 9 19 0,-4 7 20 16,-3 10 7-16,-1 5 11 0,1 1 16 16,-1 2 6-16,1 3 7 0,3 1-1 15,1-1-8-15,7 0-2 0,8-7-18 0,1-1-9 16,2-2-10-16,4 1-15 0,4-7-11 15,4-4-8-15,2 5-5 0,4-2-13 0,3-3-13 16,3-4-12-16,6-3-59 16,3-3-52-16,-2-6 0 0,0-3 0 0,1-3 0 0,-3-2 0 15,0-4 0-15,0 2 0 0,-2-3 0 16,-3-4 0-16,-1 1 0 0,-6-7 0 0,-3-1 0 16,-2-3 0-16,-8-1 0 0,-2-5 0 15,-9-6 0-15,-3 4 0 0,2 2 0 16,-7 4 0-16,1 5 0 0,6 7 0 15,-4 6 0-15,4 5 0 0,-5 4-269 0,-4 9-438 16,0 7-249-16,6 2 98 0,4 3 92 16,3 0-810-16,9 5-1019 0</inkml:trace>
  <inkml:trace contextRef="#ctx0" brushRef="#br0" timeOffset="-167129.2">2083 6839 2398 0,'-20'-13'1'0,"3"1"58"0,4 0 11 0,6 0-6 0,-2-7-24 0,14-7-9 16,11-25-5-16,24-16-8 0,21-11 5 15,19-12-10-15,44-37 7 0,16 2-4 16,2 0 1-16,7-6-2 0,5 3-5 16,-2 9 3-16,-5 10-4 0,-13 13-1 15,-40 35-2-15,-8 1-3 0,-18 14 4 0,-21 16-3 16,-18 9-5-16,-10 11-4 0,-12 6 0 15,-8 8-1-15,1-4 5 0,-47 32-4 0,-5 4 3 16,-30 20 1-16,-15 6 1 0,-16 9 2 16,-38 21 2-16,-10-1 19 0,-3-3 6 15,12-11 18-15,35-21 13 0,18-8 14 0,8-9 19 16,25-14 11-16,17-4 0 0,15-11-9 16,11-8-11-16,14-8-13 0,11-2 0 15,11-9-11-15,26-20-3 0,34-19-6 16,21-9-2-16,46-27-9 0,21 3-13 0,-1-1-11 15,1 4-23-15,0 12-24 0,-39 24-6 16,-12 9-6-16,-12 9-18 0,-30 16-9 16,-22 13-2-16,-20 6 9 0,-12 8 6 0,-16 5 8 15,-17 14 4-15,-19 16 8 0,-31 19 7 16,-19 3 2-16,-5 2 21 0,-17 1 15 0,-43 20 13 16,1-10 27-16,41-23 14 0,3-9 37 15,8-14 11-15,34-10 5 0,10-9 8 0,20-7-12 16,17-12-10-16,11-5-12 15,12-12-7-15,28-20-9 0,33-23-15 0,17-3-1 16,15-7-21-16,45-18-23 0,3 4-24 16,-31 29-28-16,-4 4-48 0,-8 13-44 15,-15 10-57-15,-28 20-36 0,-22 7-28 0,-17 6-62 16,-13 5-169-16,-7 5-63 0,-11 4 56 16,-17 5-126-16,-10 8-114 0</inkml:trace>
  <inkml:trace contextRef="#ctx0" brushRef="#br0" timeOffset="-163828.95">28695 11085 1773 0,'0'0'567'0,"-7"-7"-159"0,7 7-61 15,-4-7-54-15,4 7-40 0,-4-4-27 0,4 4-11 0,0 0-11 0,-7-3 3 16,7 3 3-16,0 0-4 15,-8-4-12-15,8 4-19 0,0 0-10 0,-6-6-13 0,6 6-14 16,0 0-5-16,0 0-14 0,0 0-8 16,0 0-10-16,0 0-8 0,0 0-17 15,0 0 13-15,0 0 29 0,0 0-5 16,-5 19 2-16,6-11 18 0,1 4 8 0,2 5 12 16,0-1 4-16,-3 3 3 0,3 4-6 15,1-1-11-15,-1 2-2 0,-3-2-9 0,5 2-56 16,-1 9-76-16,-1-5 0 0,0-7 0 15,0 4 0-15,0-3 0 0,2 11 0 0,-3-8 0 16,3-3 0-16,-1 2 0 0,-1-2 0 16,1 2 0-16,-2-1 0 0,-1 1 0 15,6-4 0-15,-5 3 0 0,1-2 0 16,0 1 0-16,0-5 0 0,-2-1 0 0,2 1 0 16,0 0 0-16,-1-1 0 0,1 0 0 15,0-2 0-15,-1 1 0 0,1-1 0 0,1-2 0 16,-2 2 0-16,3-3 0 0,-2 3 0 15,-1 1 0-15,1 1 0 0,0-2 0 0,0 1 0 16,0 3 0-16,-2-7 0 0,2 3 0 16,-3 1 0-16,-1-2 0 0,2 1 0 0,2-2 0 15,-2 3 0-15,0-4 0 0,1 2 0 16,-1-1 0-16,3-2 0 0,-3 0 0 0,1 1 0 16,-3-1 0-16,4-1 0 0,0 1 0 15,-1-2 0-15,-3-1 0 0,2 2 0 0,4-3 0 16,-4 2 0-16,2 0 0 15,-4-1 0-15,4 1 0 0,-2-1 0 0,0 2 0 16,0-1 0-16,-1 1 0 0,3 1 0 16,-2 0 0-16,0-1 0 0,0 1 0 0,-1 0 0 15,1 1 0-15,5 1 0 0,-5-1 0 16,0-1 0-16,-1 0 0 0,3 2 0 0,-2-3 0 16,2 1 0-16,-3 0 0 0,3 1 0 15,-2-3 0-15,0 2 0 0,3-1 0 0,-4-1 0 16,3 1 0-16,-2-1 0 0,2 4 0 15,-3-5 0-15,5 3 0 0,-2 2 0 0,-3-2 0 16,3-3 0-16,1 5 0 0,-1-2 0 16,-3 1 0-16,3-1 0 0,0 2 0 15,-2-3 0-15,-1 3 0 0,1-1 0 16,2-1 0-16,-2 2 0 0,-2 0 0 0,2-3 0 16,0 3 0-16,0 1 0 0,0-1 0 15,2-2 0-15,-2 1 0 0,0-1 0 0,1 0 0 16,-1 1 0-16,2-1 0 0,-1 0 0 15,1 0 0-15,-1 1 0 0,1-3 0 0,-2 3 0 16,1-1 0-16,1 1 0 0,0 1 0 16,-3-2 0-16,3 1 0 0,0-1 0 15,0 5 0-15,0-1 0 0,-2-2 0 16,2-2 0-16,-1 1 0 0,-1 0 0 0,2 1 0 16,0-2 0-16,-3 2 0 0,3 0 0 15,1 0 0-15,-3 0 0 0,-1 0 0 0,3-2 0 16,-2 2 0-16,2 1 0 0,-4-4 0 15,3 3 0-15,-3-3 0 0,4 1 0 0,-2 0 0 16,-2-1 0-16,2 1 0 0,1 0 0 16,-2 0 0-16,3-2 0 0,-2 3 0 15,0-1 0-15,1 0 0 0,-1 1 0 0,2-1 0 16,-2 2 0-16,2-2 0 0,-3-1 0 16,3 4 0-16,1-1 0 0,-2 0 0 15,1 0 0-15,0-2 0 0,-2 2 0 0,1 0 0 16,-1 0 0-16,2 0 0 0,1 1 0 15,-4 0 0-15,3 1 0 0,0 1 0 0,-1 1 0 16,1 1 0-16,-2-1 0 0,2 1 0 16,-1 0 0-16,2-2 0 0,-3 2 0 15,2 1 0-15,-3-1 0 0,3-2 0 0,0 0 0 16,-2-1 0-16,-1-2 0 0,1 0 0 16,2 0 0-16,-2 0 0 0,0 0 0 0,1-2 0 15,-2 0 0-15,1-1 0 0,0 1 0 16,0 2 0-16,0-3 0 0,0-1 0 15,-1 4 0-15,1-3 0 0,0 2 0 0,0-2 0 16,2 2 0-16,-3 1 0 0,1-1 0 16,0 1 0-16,3-2 0 0,-3 2 0 15,0-2 0-15,-1 2 0 0,3-2 0 0,0 0 0 16,-2-1 0-16,-1 1 0 0,3 2 0 16,-2-5 0-16,0 0 0 0,0 2 0 0,1-3 0 15,-2 1 0-15,-1 2 0 0,4-4 0 16,-4-5 0-16,4 14 0 0,-2-6 0 0,-1 1 0 15,-1 1 0-15,2 0 0 0,0 2 0 16,0-1 0-16,0-1 0 0,0 1 0 0,-1 1 0 16,-1-4 0-16,2 1 0 15,0-3 0-15,1 2 0 0,-1-2 0 0,0 0 0 16,0-1 0-16,-2-5 0 0,1 12 0 16,-1-7 0-16,0-5 0 0,4 10 0 0,-2-5 0 15,0 2 0-15,0-2 0 0,-2-5 0 16,1 12 0-16,1-5 0 0,-2-7 0 0,2 12 0 15,-2-12 0-15,2 8 0 0,-2-8 0 16,4 7 0-16,-4-7 0 0,2 7 0 0,-2-7 0 16,0 0 0-16,0 0 0 0,0 0 0 15,2 9 0-15,-2-9 0 0,0 0 0 0,0 0 0 16,0 0 0-16,0 0 0 16,4 3 0-16,-4-3 0 0,0 0 0 0,0 0 0 0,0 0 0 15,0 0 0-15,0 0 0 16,0 0 0-16,0 0 0 0,-27-17 0 0,18 8-1041 15,-5-4 78-15,-1-1-1141 0,-4-7-1515 16</inkml:trace>
  <inkml:trace contextRef="#ctx0" brushRef="#br0" timeOffset="-160280.43">28358 13607 5320 0,'-2'-10'-273'0,"2"10"54"0,0 0 46 0,0-7 32 16,0 7 33-16,0 0 36 0,0-7 15 16,0 7 20-16,0 0 5 0,0 0 41 0,0 0 18 15,0 0 20-15,0 0 0 16,14 22 1-16,-9-11 1 0,-1-1 10 0,4 2 3 15,-3 2-2-15,3 0-4 0,2-3-4 16,-3 3-5-16,0-1-2 0,2-1-9 0,-4 0 0 16,1-3-5-16,-2 0-4 0,-1-2 0 15,1-1 0-15,-2 0 0 0,-2-6 1 0,4 11 4 16,-4-11 3-16,0 10 20 0,0-10 9 16,-4 10 7-16,-4-3 4 0,3-1 3 15,-6 2 3-15,-5-2-5 0,-2 3 2 0,-6-1 2 16,-6 4-7-16,-4-3 2 0,-3 1-13 0,-3 1 2 15,-3-1-8-15,-11 0-2 0,2 2-3 16,-1-1-7-16,2 3-4 0,7-7-5 16,2 5-18-16,1-4 8 0,-2 1 5 15,5-3 9-15,0 0-5 0,4 4 7 16,-1-3 7-16,6-3 14 0,3 2 2 0,2-2-9 16,-1 2 2-16,0-2-4 0,0 1-6 15,4 0 1-15,0-3 0 0,2 1-8 0,-2 0-1 16,4-3-4-16,-3 7-5 0,4-5-4 15,-2 2 0-15,2-1-7 0,4 0 1 0,-1 1-1 16,-3-1-6-16,-1 1 2 16,3 0 0-16,0 2-5 0,-2-3 2 0,3 2 2 0,0-1-6 15,1 1 0-15,3-1-2 16,0-3 12-16,-2 2 7 0,11-3 0 0,-12 7 3 16,4-5 2-16,8-2 0 0,0 0 4 15,-16 5-5-15,16-5 3 0,-9 4-3 0,9-4-10 16,0 0 5-16,0 0-10 0,-10 3 4 15,10-3-3-15,0 0-2 0,0 0-2 0,-9 5 4 16,9-5-6-16,0 0-2 0,0 0 3 16,0 0 1-16,-8 4-2 0,8-4-1 0,0 0-2 15,0 0 0-15,0 0 2 0,0 0 1 16,-1 5-4-16,1-5-1 0,0 0 4 16,0 0-4-16,0 0 1 0,0 0 3 15,0 0-5-15,0 0 4 0,0 0-3 0,0 0-4 16,0 0 2-16,0 0-1 0,0 0-2 15,0 0-11-15,0 0-29 0,0 0-53 0,-11 1-61 16,11-1-65-16,0 0-101 0,0 0-126 16,0 0-168-16,0 0-217 0,0 0 60 15,0 0 88-15,0-15-577 0,0 15-720 0</inkml:trace>
  <inkml:trace contextRef="#ctx0" brushRef="#br0" timeOffset="-157380.81">26710 14766 3225 0,'0'0'-69'0,"0"0"50"0,0 0 38 0,-4-7 51 0,4 7 44 16,-2-7 36-16,2 7 33 0,2-10 41 0,-2 10 24 15,2-10 32-15,-2 10 14 16,2-9 26-16,-2 9-15 0,0 0-20 0,0-8-10 16,0 8 11-16,0 0 25 0,0 0-11 15,13 31-10-15,-7-9-22 0,3 12-22 0,1 3-17 16,-1 4-25-16,1-2-51 0,-3 0-153 15,3-3 0-15,0 0 0 0,-1-3 0 0,-2-4 0 16,1-5 0-16,-2-5 0 0,0-5 0 16,-2-5 0-16,-1 3 0 0,1-4 0 0,0-2 0 15,-3-3-341-15,-1-3-234 0,0 0-129 16,14-12-191-16,-8-2 58 0,1 0 99 0,5-17-657 16,-1 1-847-16</inkml:trace>
  <inkml:trace contextRef="#ctx0" brushRef="#br0" timeOffset="-157014.81">27016 14711 3606 0,'0'-17'7'0,"4"5"49"0,-2 1 25 0,0 2 22 16,0-2 24-16,1 5 27 0,2-3 19 15,-1 1 0-15,1 0-12 0,1 4-14 0,-6 4-18 16,16-5-9-16,-16 5-7 16,16 2 1-16,-16-2-6 0,21 5 3 0,-11 6-1 0,-1 0 2 15,-3 0 4-15,0 5 18 0,-2 1 28 16,-4 2 8-16,1 0-8 0,-1 0 0 15,-1 1-17-15,1 2-13 0,0-1-5 16,1-2-19-16,-1-1-3 0,2-1-2 16,4 0 0-16,-3-2-9 0,4-1 2 0,0 0-15 15,3-3-10-15,-1 1-2 0,3-1-13 16,1-4-5-16,3 6-6 0,-4-3-1 0,0-4-8 16,1 4-2-16,-2-1-6 0,1-3-2 15,-4 1 0-15,1 2-26 0,-2-2 0 0,-2 1 0 16,-3 2 0-16,-2-1 0 0,0-1 0 15,-6 4 0-15,0-3 0 0,-1 1 0 0,-6 0 0 16,-1-2 0-16,-1-2 0 0,-1-3 0 16,3 0 0-16,-2-3 0 0,0-3-247 15,-3-1-244-15,2-5-116 0,-2-1-157 16,-5-9-97-16,5 5 72 0,-4-5-718 0,6 5-954 16</inkml:trace>
  <inkml:trace contextRef="#ctx0" brushRef="#br0" timeOffset="-156614.75">26687 14458 4358 0,'-25'10'-24'0,"-2"4"43"0,-4 8 47 0,-6 11 48 0,2 8 47 0,3 5 52 15,0 4 46-15,5 10 22 0,-4 18 9 0,17-8 10 16,3-2 4-16,15 2 5 15,6 2-13-15,12 12-17 0,14-6-20 0,2-7-28 16,9-3-18-16,6-12-23 0,8-6-117 16,-5-19-73-16,3-4 0 0,4-5 0 0,1-7 0 15,5-8 0-15,0-5 0 0,-3-7 0 16,1-9 0-16,-1-5 0 0,-6-8 0 0,-5-4 0 16,-1-3 0-16,-5-7 0 15,-7-2 0-15,-2-2-82 0,-10-5 8 0,-3-4 28 16,-8-3 16-16,-6-4 8 0,-7-2 27 15,-8-2 2-15,-5-3 1 0,-9 0 6 0,-15-19-7 0,1 10-1 16,-2 23-3-16,-4 3 3 16,-6 14-3-16,-6 8-6 0,-6 10-1 0,-2 12 0 15,4 10-40-15,-9 6-97 0,0 11-94 16,6 1-114-16,5 5-149 0,7 3-210 0,5 0-148 16,4 2 92-16,11-7-729 0,9-6-940 15</inkml:trace>
  <inkml:trace contextRef="#ctx0" brushRef="#br0" timeOffset="-155381.12">29867 13626 3867 0,'-11'0'-120'0,"1"0"40"15,10 0 25-15,0 0 29 0,-18-1 25 0,18 1 35 0,0 0 32 16,0 0 32-16,-18 0 18 0,18 0 10 0,0 0 5 16,0 0 3-16,0 0 4 0,0 0 4 15,0 0-4-15,0 0 1 0,0 0 12 0,0 0 14 16,0 0 8-16,0 0 2 0,0 0-23 15,67-6-9-15,-23-1-15 0,-1 2-13 0,18-2-10 16,0-5-13-16,0 7-2 0,2-3-16 16,-4 1-9-16,-11 2-7 0,1 1-4 15,-2-1-6-15,-4 3-1 0,-1-1-10 16,-2 0 3-16,-7-1-6 0,-7 2-6 0,3 1 2 16,-4-4-1-16,2 3-5 0,-5-1-4 15,3-4-3-15,2 3-2 0,-2-3 3 16,-2 4-5-16,1 0 3 0,1-2-4 0,-2 1 4 15,-4 1-1-15,-2 1-3 0,0-1 4 16,-2 1-5-16,-1 0-2 0,-1 0-1 0,-13 2 0 16,19-2-11-16,-10 1-26 0,-9 1-59 15,13 0-71-15,-13 0-86 0,0 0-102 0,12 1-109 16,-12-1-145-16,0 0-167 16,0 0 73-16,0 0-570 0,0 0-725 0</inkml:trace>
  <inkml:trace contextRef="#ctx0" brushRef="#br0" timeOffset="-155097.89">30965 13311 3378 0,'0'0'17'0,"-15"-2"23"0,15 2 26 16,0 0 22-16,0 0 33 0,0 0 24 15,0 0 21-15,0 0 9 0,22 16-2 0,-11-12-6 16,-2 7-6-16,2-1-12 0,1 5-7 15,1 1-13-15,3 7-13 0,-7 1-1 16,0-5-15-16,3 8-4 0,-6-1 2 16,-5-6 12-16,3 2 6 0,-2-3-6 0,-6 3-1 15,1 0-9-15,-5 2-15 0,-4 2-10 16,-3 0-9-16,0-3-13 0,-4-1-58 16,3-5-89-16,2-5-115 0,-2 0-126 0,3-7-211 15,-3-1-232-15,3-4 74 0,3 0 77 16,10 0-451-16,-15 0-548 0</inkml:trace>
  <inkml:trace contextRef="#ctx0" brushRef="#br0" timeOffset="-154548.7">30302 14055 3028 0,'-11'0'222'0,"1"2"29"16,4 0 6-16,6-2 9 0,0 0 21 15,-13 5 36-15,13-5 11 0,0 0 10 16,0 0-23-16,0 0-27 0,0 0-33 0,0 0-25 16,0 0-25-16,15-19-21 15,-5 14-21-15,-1 3-18 0,-9 2-16 0,18-4-9 16,-18 4-12-16,18 8 1 0,-8-4 4 15,1 5 5-15,0 1 9 0,2 4 4 0,-2 3-94 16,-2 0-43-16,5 7 0 0,-1 4 0 16,-1-3 0-16,1 2 0 0,-2 1 0 0,-1-5 0 15,-1-4 0-15,-2 3 0 0,4-3 0 16,-4-2 0-16,0-3 0 0,-1 1 0 16,-1-3 0-16,2-2 0 0,-3-1 0 15,-1 1 0-15,1-3 0 0,-2 0 0 0,0-2 0 16,-2-5 0-16,2 10 0 0,-2-10 0 15,0 10 0-15,-4-3 0 0,-3 0 0 0,-6 2 0 16,6-1 0-16,-2-3 0 0,0 2 0 16,0-2 0-16,4-1 0 0,5-4 0 15,-9 6 0-15,9-6 0 0,-8 5 0 0,8-5 0 16,0 0 0-16,0 0 0 0,0 0 0 16,0 0 0-16,38-9 0 0,-23 3 0 0,1 1 0 15,-4 0 0-15,6-2 0 0,-3 2 0 16,0 0 0-16,-5 0 0 0,5 0 0 0,-2-1 0 15,1 4 0-15,-5-4 0 0,3 3-174 16,0-4-725-16,-5 2-73 0,-3 1 97 0,1-1-918 16,-5 5-1221-16</inkml:trace>
  <inkml:trace contextRef="#ctx0" brushRef="#br0" timeOffset="-151632.67">28510 15124 4931 0,'4'-15'-8'0,"-2"3"33"0,0 4 40 0,-2 2 36 0,0 6 35 0,4-10 39 0,-4 10 23 0,0 0 45 16,0 0 75-16,0 0 34 0,17 22 16 15,-3 5-12-15,1 5-15 0,0 2-2 0,4 7-88 16,4 6-251-16,-2-6 0 0,1 2 0 16,1-5 0-16,-3-10 0 0,-2 0 0 15,2-2 0-15,-1-4 0 0,-2-5 0 16,-3-3 0-16,-1-2 0 0,-1-5 0 0,0 0 0 15,0-4 0-15,1-4 0 0,2-3 0 16,3-6 0-16,7-7 0 0,-5-6 0 16,-1-4 0-16,3-4 0 0,-6-2 0 0,2 0 0 15,-3 4 0-15,-1 0 0 0,-3 11 0 16,-4 2 0-16,-1 4 0 0,0 2 0 0,0 3 0 16,-1 4 0-16,-5 3 0 15,0 0 0-15,21 18 0 0,-10-1 0 0,1 0 0 16,3 12 0-16,3 1 0 0,-2 2 0 15,7 7 0-15,-3-10 0 0,-2 0 0 0,2-4 0 0,-6-1 0 16,0-7 0-16,-3-3 0 16,-3-2 0-16,0-4 0 0,0 1 0 0,-5-4 0 15,3-1 0-15,-6-4 0 0,0 0-143 16,0 0-849-16,14-19 34 0,-12 5 100 0,-2-5-924 16,1-6-1212-16</inkml:trace>
  <inkml:trace contextRef="#ctx0" brushRef="#br0" timeOffset="-151465.66">29469 15092 5114 0,'0'0'-94'0,"-2"-9"34"15,2 9 38-15,0 0 50 0,0 0 33 0,6 23 25 16,-2-7 3-16,-1 3-11 0,5 15-10 16,0-2-17-16,-1 2-49 0,6 2-79 0,-2-1-85 15,-2-1-84-15,2-1-104 0,-1-4-139 16,-3-5-156-16,-1-3 46 0,0-6-365 15,-5-3-441-15</inkml:trace>
  <inkml:trace contextRef="#ctx0" brushRef="#br0" timeOffset="-151115.64">28230 15274 3090 0,'-5'-7'274'0,"-1"3"-9"0,6 4-7 0,-4-6-8 15,4 6-16-15,0 0 16 16,0 0 67-16,0 0 34 0,14 27-6 0,0 2-17 15,8 12-29-15,3 5-22 0,0-5-23 0,-1 6-20 16,4-2-24-16,1-2-17 0,-2-4-20 16,-1-2-20-16,3-3-26 0,-10-8-55 15,2-1-73-15,-6-6-96 0,-2-5-103 0,3 0-113 16,-7-3-147-16,2-2-173 0,-2-2-237 16,-4-5 70-16,-5-2 94 0,8 0-612 15,-8 0-774-15</inkml:trace>
  <inkml:trace contextRef="#ctx0" brushRef="#br0" timeOffset="-150699.75">28274 14727 4097 0,'-63'19'205'16,"-9"22"-22"-16,2 13 6 0,7 14 38 15,6 7 53-15,9 6 50 0,8 9 34 0,9 9 19 16,12 1 4-16,13 4-13 16,16-1 5-16,15 2-32 0,19 4-10 0,10-3-228 15,16 0-109-15,30 23 0 0,-14-41 0 0,11-9 0 16,11-8 0-16,3-9 0 0,9-13 0 0,2-12 0 16,-2-14 0-16,1-11 0 15,-3-9 0-15,-7-19 0 0,-7-8 0 0,-7-14 0 0,-9-10 0 16,-11-12-270-16,-11-11-186 15,-5-6 15-15,-11-16 40 0,-8-8 40 0,-10-9 44 16,-9-16 49-16,-5-10 54 0,-11-7 51 16,-10-4 61-16,-14-6 38 0,-9-44 40 0,-20 12 21 15,-16 6 20-15,-13 11 5 0,-19 28-8 16,-16 18 2-16,13 52-1 0,-16 18 3 16,-7 30 5-16,-10 27-1 0,5 29 3 15,-33 43-7-15,16 21-37 0,11 15-67 0,17 6-92 16,31-22-125-16,11 5-184 0,6 3-184 15,7-10 68-15,9-4-400 0,10-9-480 0</inkml:trace>
  <inkml:trace contextRef="#ctx0" brushRef="#br0" timeOffset="-148316.77">12636 4309 2939 0,'-4'8'40'0,"0"0"32"0,1 1 16 0,1-1 19 0,0 0 14 15,2-8 16-15,4 14 28 0,1-10 15 16,6-1 7-16,3-3-10 0,9-4-15 0,13-6-19 16,16-8-11-16,-3-2-15 0,3-3-12 15,-2-3-13-15,-1-1-15 0,-5-2-31 0,-1 4-35 16,-12 4-37-16,-2 2-31 16,-6 2-28-16,-7 5-35 0,-4 2-32 0,-2 3-30 15,-7 4-20-15,-3 3 2 0,0 0 5 16,0 0 10-16,-21 25 16 0,1-2 19 15,-3 2 17-15,-2 1 16 0,-8 4 8 0,1 2 34 16,7-9 38-16,7 0 32 0,0-5 29 16,7-7 22-16,3-2 5 0,0 0 16 0,6-4 40 15,1-2 44-15,1-3 13 0,0 0 2 16,0 0-10-16,0 0-12 0,34-23-18 0,-11 5-12 16,0-2-10-16,6 1-13 15,-4-4-8-15,2 0-25 0,-2 1-42 0,0 3-54 16,-2-3-67-16,-6 9-69 0,-1 4-76 15,-5-1-101-15,-4 4-162 0,1 5-69 16,-8 1 58-16,0 0-167 0,10 14-184 0</inkml:trace>
  <inkml:trace contextRef="#ctx0" brushRef="#br0" timeOffset="-144849.59">24711 2989 2308 0,'0'0'320'0,"0"0"30"0,-15 23-16 0,3-5-5 0,-5 12 28 0,-4 13 21 15,0 3 13-15,0 3 0 0,-2 1-12 16,6 1-23-16,0-1-31 0,5-1-28 0,1-2-31 16,4-8-25-16,-2 0-26 0,6-3-22 15,-3-3-18-15,0-5-30 0,5-6-52 0,-1-7-59 16,0-1-79-16,0-1-61 0,0-4-55 15,2-2-70-15,0-7-76 0,0 0-62 16,0 0-38-16,0 0-14 0,17-28-6 16,-8-1 8-16,3-7 29 0,1-12 34 0,1-6 54 15,-1-5 67-15,-4-3 66 0,3 4 65 16,-3 5 71-16,1 14 74 0,-8 5 85 16,2 9 37-16,-2 5 26 0,0 4 11 0,0 4 0 15,-1 5 22-15,-1 7 50 0,8-2 39 16,-8 2 9-16,14 20-4 0,-1 5-10 0,2 4-19 15,4 4-16-15,6 6-31 0,2 1-20 16,1-2-21-16,3 1-21 0,3-2-18 0,-4-2-16 16,3-3-16-16,-7-7-46 15,-1-4-56-15,-2-3-70 0,-8-3-72 0,0-4-58 16,-5-2-37-16,-1-4-24 0,-1 3-30 16,-5-4-36-16,-3-4-3 0,0 0 16 0,0 0 28 15,0 0 26-15,9-16 30 0,-15 6 28 16,0-2 31-16,-7-3 43 0,-8-8 52 15,-2 3 38-15,-3 0 36 0,-5 2 29 0,-2 2 22 16,-5 3 15-16,-4 2 3 0,0 4 1 16,-1 3-2-16,-6 1-4 0,4 3-6 0,6 0-8 15,6 0-11-15,8 0-8 0,4 4-38 16,3-3-43-16,6 1-51 0,0 2-54 0,2-3-82 16,5 4-98-16,5-5-116 15,0 0-208-15,-10 0-23 0,10 0 68 0,0 0-331 16,0 0-401-16</inkml:trace>
  <inkml:trace contextRef="#ctx0" brushRef="#br0" timeOffset="-144550.96">25206 3071 2622 0,'0'0'217'0,"2"-5"59"0,-2 5 13 0,0 0 11 0,0 0 43 0,0 22 18 0,-4-3 20 0,-2 13 7 15,3 4-3-15,-7 3-9 0,2 13-7 16,3-9-16-16,1 1-10 0,-2 1-7 16,6-1-7-16,-2-1-15 0,4-5-105 15,4-2-209-15,-1-2 0 0,7-3 0 0,0-5 0 16,-1-5 0-16,1-5 0 0,-1-2 0 16,-2-5 0-16,7 0 0 0,-3-4 0 15,0-2 0-15,2-3 0 0,1 0 0 0,1-3 0 16,0 0 0-16,1-2 0 0,-2-4 0 15,4-3-52-15,-6-2-657 0,6-8-184 0,-9 1-27 16,-1 4 99-16,-6-2-810 16,-4 1-1070-16</inkml:trace>
  <inkml:trace contextRef="#ctx0" brushRef="#br0" timeOffset="-144383.24">25112 3052 4900 0,'-16'-12'183'0,"4"2"51"15,4-1 44-15,1 4 33 0,1 1 8 16,5 1-15-16,-1-4-28 0,2 2-30 16,3-3-29-16,7-2-23 0,13-5-57 0,5 2-86 15,7 1-128-15,4 3-134 0,3 3-152 0,6 2-192 16,-5 2-257-16,4 0-13 16,-1 5 92-16,-6 2-653 0,-1-1-838 0</inkml:trace>
  <inkml:trace contextRef="#ctx0" brushRef="#br0" timeOffset="-144016.22">25637 3139 4217 0,'-8'-7'214'0,"2"0"29"0,4-1 11 16,2 8 28-16,0-14 18 15,4 7 11-15,2 2 2 0,-6 5-14 0,12-12-22 0,-5 9-24 16,2-1-23-16,-9 4-24 15,25 4-18-15,-9 4-4 0,-1 6-7 0,1 12 6 16,-4 1-123-16,-4 7-60 0,-6 2 0 0,-2-5 0 16,-4 6 0-16,-2 0 0 0,3-3 0 15,-1-6 0-15,0-6 0 0,4-2 0 16,-1-5 0-16,1-4 0 0,-2 1 0 16,2-1 0-16,2-5 0 0,-1 1 0 0,-1-7 0 15,11 8 0-15,-1-8 0 0,-10 0 0 16,25 0 0-16,-12-2 0 0,-13 2 0 0,24 0 0 15,-10-2 0-15,-3 2 0 16,1-2 0-16,-12 2 0 0,21 4 0 0,-9-2 0 0,-1-2 0 16,3 2 0-16,-3 1 0 15,0-3-852-15,5-3-129 0,-3 1 80 0,4-2-955 16,0 0-1281-16</inkml:trace>
  <inkml:trace contextRef="#ctx0" brushRef="#br0" timeOffset="-143751.45">26131 3432 5429 0,'0'0'74'0,"0"0"60"0,0 0 18 15,0 0 41-15,0 0 36 0,0 0 24 16,0 0 16-16,0 0-10 0,0-8-11 0,0 8-20 16,18 0-20-16,-18 0-15 0,23 8-10 15,-14-1-44-15,3 5-139 0,-1 2 0 16,-2 4 0-16,-6-1 0 0,1 1 0 15,-2 6 0-15,-2-2 0 0,-4 1 0 0,1 2 0 16,-8 5 0-16,0-2 0 0,-4-3 0 16,0-3 0-16,1-1 0 0,1-7 0 15,-5-3 0-15,7-3 0 0,-1 0 0 0,-1-4-586 16,2-3-248-16,11-1-106 0,-14-9 103 16,11 1-861-16,3-4-1134 0</inkml:trace>
  <inkml:trace contextRef="#ctx0" brushRef="#br0" timeOffset="-143350.2">26373 3081 4958 0,'3'-9'38'16,"3"-1"37"-16,-3 3 26 0,8 2 32 16,-4 0 31-16,2 0 28 0,2 2 22 15,3 1 7-15,3 0-15 0,0 4-20 0,1 0-21 16,-1 3-14-16,2 3-18 15,-2 4-11-15,-2 2-10 0,8 8-11 0,-6 2-3 0,-8-2-10 16,0 1 0-16,-8-2 13 0,3 3-3 16,-4-2 1-16,-2 0-2 0,0 0-3 0,2-5-4 15,-1 0-24-15,1-5-66 16,-2 1 0-16,2-3 0 0,0 0 0 0,0-1 0 16,0-1 0-16,0 2 0 0,2-3 0 15,-2 2 0-15,1 0 0 0,-1-1 0 0,2 5 0 16,0-1 0-16,0 2 0 0,0 1 0 15,0 2 0-15,-2 1 0 0,0-1 0 16,-2 2 0-16,0-1 0 0,-2 0 0 0,2-1 0 16,-1 0 0-16,-1-3 0 15,-1 1 0-15,0-1 0 0,-1-3 0 0,1-3 0 0,-1-2 0 16,3-2 0-16,-6 0 0 16,9-4 0-16,0 0 0 0,0 0-91 0,-20-14-865 15,15-1-18-15,3-2 105 0,4-7-934 16,5-12-1231-16</inkml:trace>
  <inkml:trace contextRef="#ctx0" brushRef="#br0" timeOffset="-143051.36">26864 2862 5300 0,'-7'-6'79'0,"7"6"48"0,-6-5 27 0,6 5 37 0,0 0 34 0,0 0 17 0,0 0 11 0,26-4-11 0,-8 6-25 15,3 4-22-15,9 4-19 0,4 3-16 16,4 9-11-16,2 7-14 0,-3 1-15 16,-5 6-9-16,-8 7-8 0,-1 3-91 15,-9 6-12-15,-4 0 0 0,-5 1 0 0,-5-6 0 16,-4 10 0-16,-1-1 0 0,-2-2 0 16,-6-3 0-16,4-1 0 0,0-11 0 0,-1-3 0 15,-1-1 0-15,-3-2 0 0,1-7 0 16,-3 1 0-16,3-8 0 0,0-5 0 0,-1 1 0 15,-2-7 0-15,6-2 0 0,0-2 0 16,1-5-609-16,9 1-375 0,-3-21 63 0,10-1 103 16,11-20-835-16,11-3-1089 15</inkml:trace>
  <inkml:trace contextRef="#ctx0" brushRef="#br0" timeOffset="-142867.89">27520 3312 4824 0,'-12'4'195'0,"12"-4"86"0,-7 3 33 0,7-3 53 16,0 0 47-16,0 0 28 16,0 0-23-16,0 0-39 0,0 0-39 0,26-12-127 0,-3 6-214 15,12-7 0-15,-3 3 0 0,-2 2 0 16,-3 2 0-16,-5 2-54 0,2 0-513 16,-5 2-219-16,-1 0-151 0,-2 4 97 15,-1-2-863-15,-1 6-1137 0</inkml:trace>
  <inkml:trace contextRef="#ctx0" brushRef="#br0" timeOffset="-142667.97">27587 3626 5138 0,'-18'11'254'15,"1"-1"55"-15,7-2 73 0,5-4 83 0,-5-1 57 16,5 1 27-16,5-4-42 0,-10 5-442 16,10-5-65-16,0 0 0 0,0 0 0 0,0 0 0 15,34-11 0-15,-17 6 0 0,3-3 0 16,0 2 0-16,0-2 0 0,-3 5 0 0,0-3 0 15,-3 5 0-15,-1 1 0 0,-1-2 0 16,-3 1-261-16,-9 1-734 0,15 3 36 16,-15-3 111-16,9 5-896 0,-9-5-1176 15</inkml:trace>
  <inkml:trace contextRef="#ctx0" brushRef="#br0" timeOffset="-142033.24">28392 2995 4896 0,'0'-8'42'0,"2"2"73"0,-2 6 37 0,2-9 15 0,-2 9 7 0,0 0 10 0,0-8-5 15,0 8 41-15,0 0 64 0,0 0 21 0,10 40 0 16,-6-14-26-16,-3 13-21 0,-2 2-20 16,1 4-19-16,-2-2-45 0,0-2-174 0,0 0 0 15,-3-4 0-15,2 1 0 0,-5-4 0 16,5-6 0-16,-1-6 0 0,-2-2 0 0,5-4 0 15,-3-3 0-15,-1 1 0 0,3-2 0 16,2-3 0-16,0-3-372 0,0-6-229 0,0 0-132 16,0 0-156-16,25-8 65 15,2-7-799-15,6-3-1062 0</inkml:trace>
  <inkml:trace contextRef="#ctx0" brushRef="#br0" timeOffset="-141734.42">28867 3138 4188 0,'2'-13'8'16,"1"8"88"-16,-3-2 51 0,0 7 33 15,0 0 48-15,0 0 66 0,0 0 39 0,0 0 22 16,-36 23 7-16,15 0-12 0,1 2-15 16,-1 5-18-16,-2 6-11 0,3-4-10 0,5-1-31 15,1 1-134-15,0-3-131 0,5 0 0 16,5-7 0-16,2-1 0 0,2-4 0 16,4-1 0-16,-1-4 0 0,8-1 0 0,0-1 0 15,3-4 0-15,1-1 0 0,1-1 0 16,0-4 0-16,-4 2 0 0,3-4 0 15,-1 0 0-15,-3 0 0 0,1-1 0 16,-3-3 0-16,1 2 0 0,-2-1 0 0,-2-2 0 16,-3-3 0-16,1 5 0 0,-4-3 0 15,0 1 0-15,0 7 0 0,-11-12 0 0,3 7 0 16,-4-1 0-16,1 3 0 0,1-3 0 16,-1 4-448-16,-5-2-271 0,5 4-232 0,-2 0 87 15,13 0 85-15,-25 2-728 0,12 2-952 16</inkml:trace>
  <inkml:trace contextRef="#ctx0" brushRef="#br0" timeOffset="-140249.27">29854 3012 4390 0,'6'-8'2'0,"0"-2"0"0,-3-1-1 16,3 1 2-16,-2 0 5 0,-1-1 7 0,-1 0 22 0,3 0 7 15,-3-2 10-15,-1 4-2 0,5-1 1 0,-4 0-9 16,-2 0 6-16,2 1-3 15,-2-1-1-15,-4 0-3 0,0 3-6 16,-3-3-2-16,-3 0 1 0,-5-2-8 0,-4 2 0 16,-8-2-4-16,-11 0-4 0,-14-4-1 15,-5 3 1-15,-8 1-4 0,-5 0-1 0,-9-1-2 16,-21 0-3-16,16 3 0 0,-23-4 3 16,0 1 2-16,21 5 9 0,-16-5 3 0,20 3 7 15,-17-5 7-15,23 3 8 0,-1 0 11 16,3-2 3-16,1 1 6 0,1-3 3 15,-1 1 1-15,5 1-4 0,-2 4-9 16,-5 0 3-16,-3 3-12 0,2-2-2 16,-2 4-7-16,1 2-2 0,3-1-6 0,1 1 2 15,1 2-5-15,0 1-3 0,-4 0-2 16,-7 1-8-16,2 1 3 0,-7-2 2 0,-1 3-8 16,-1 1 5-16,-23 1 1 0,2 2 4 15,4 1-1-15,-3 1 7 0,27-2 5 0,-1-1 7 16,4 0-1-16,0 0-1 0,0 0 7 15,3-1-15-15,5-2 5 0,6-1 9 16,1-2 12-16,2-2 9 0,15 0 3 0,3-1-7 16,3 0-4-16,-2-1-11 15,0 2-4-15,-1-1-6 0,-2 3 5 0,0 0-5 16,-3 3-4-16,-7 3-8 0,0-1 2 16,-1 3 3-16,0 2-13 0,1 2 2 0,-2 1 2 15,-2 1-3-15,0-3-1 0,4 3-3 16,-1 0 1-16,3 0-1 0,3-2 1 0,11 0 3 15,-9 2-11-15,10-1 4 0,0 1-1 16,-6 1-3-16,8 1-1 0,4-3 2 16,2 3 2-16,1-1-5 0,3 1 2 15,-1-1-1-15,2 1-7 0,2 1 0 16,0 1 5-16,9-3-6 0,-6 7 3 0,9-5-2 16,0 0 7-16,1-2-3 0,0 3-1 0,3 0 2 15,2 1-28-15,-1 2 12 0,2-1-3 16,0 3 4-16,1-3 5 0,-1 2-2 15,5 0 0-15,-1 1 3 0,0-3 4 0,2 1-5 16,2 3-3-16,1 2 6 0,3 7 3 16,-1 2-6-16,13 1 7 0,3 7-3 0,3 0 10 15,9 2-9-15,2-2 4 0,4 0-1 16,17 10 7-16,5-5 2 0,5 1-7 16,5-5 2-16,3-1-4 0,-2 1 6 0,0-3-4 15,2 1-1-15,-4-3 4 0,3 0-3 16,1-3 11-16,-13-6 3 0,12 7 2 15,6-3-5-15,-14-10 0 0,5 0-4 16,18 3 4-16,1-3-5 0,6-5 2 0,-14-5-5 16,19 3 2-16,2-1-2 0,6-7 8 15,1 3-6-15,-1-6-2 0,1 1-2 0,-17-3 1 16,22-1 3-16,-1 0-6 0,-23-1 1 16,-7-2-1-16,5-2 5 0,-4 1-5 0,3-6 2 15,-2-2-3-15,15-5 4 0,-18 8-7 16,2-5 1-16,0 3-1 0,21-8-3 0,-4 3 4 15,-17 3-2-15,-3-1 7 0,-1 1-5 16,3-1-1-16,-4 1-2 0,1 2 2 0,-1-1 1 16,-1-2 4-16,-4 6 0 15,-3-7 6-15,-3 4 8 0,-3-4 3 0,-3 2 1 16,3-2-24-16,-4 1 0 0,3-2 0 16,-3 2 0-16,0-2 0 0,2-1 0 0,-1 0 0 15,-1 1 0-15,-1 0 0 0,-1-1 0 16,-14 8 0-16,9-4 0 0,-17 2 0 15,3 0 0-15,-7-1 0 0,-5 5 0 0,-7-4 0 16,2 3 0-16,-3-2 0 0,-5 2 0 16,4-5 0-16,-2 2 0 0,0-4 0 0,0 0 0 15,-1-2 0-15,5-7 0 16,-3 1 0-16,4-3 0 0,-6 0 0 0,2-1 0 16,-3-5 0-16,-2 2 0 0,2 0 0 15,-3-4 0-15,1 0 0 0,-5 0 0 0,3-3 0 0,-3-1 0 16,-3 2 0-16,-1-2 0 15,1-1 0-15,-7 7 0 0,-5-9 0 0,0 3 0 0,-6-1 0 16,-10-6 0-16,-6 6 0 16,-9 4 0-16,-6 0 0 0,-7 3 0 0,-4 8 0 15,-6 1 0-15,4 9 0 0,10 4 0 16,8 3 0-16,6 3-760 0,8 2-238 0,7 1 95 16,-1 0 100-16,1 1-805 0,5 2-1047 15</inkml:trace>
  <inkml:trace contextRef="#ctx0" brushRef="#br0" timeOffset="-112375.52">16621 3171 2174 0,'-4'-8'308'0,"4"8"-30"0,-6-4-11 0,6 4-23 0,-4-8-26 0,4 8-24 0,-1-7-24 16,1 7-13-16,-4-5 5 0,4 5-1 0,-2-7-2 15,2 7-7-15,0 0-10 0,-2-7-14 16,2 7-19-16,0 0-10 0,0 0-13 15,0 0-9-15,0 0-11 0,0 0 5 0,8 19 0 16,-3-4-1-16,5-1-9 16,-2 7-4-16,5 6 2 0,2 0 8 0,0 2-1 15,6-2-2-15,1 0 0 0,-2 1-1 16,5-3-7-16,5 7-2 0,5-3-8 0,-5-1-7 16,-1-3-4-16,-2-2-1 0,-1-2-4 15,-1 1-2-15,0 1 7 0,1-4 8 0,3 1 10 16,-4-3-3-16,1 0-1 0,5-3 3 15,-1 0 0-15,5-3-10 0,-5-3 7 16,4 1-6-16,0-4 5 0,-2-1-7 0,-4-2-25 16,10 1-1-16,-3-1-3 15,-7 0 1-15,10-2-1 0,-4 2 9 0,-1-2 10 16,4-2 10-16,-1-2 13 0,1 4 5 16,1-5 14-16,0 4 3 0,1-4-6 0,-1-1 9 15,0 2-2-15,1-5-1 0,-2 2 8 16,1-2 2-16,-2-1-7 0,0 2 3 0,-1-3-3 15,-2 3 2-15,-7-1-49 0,2-3-32 16,-5 4 0-16,-1-1 0 0,-4-1 0 0,2-2 0 16,5-4 0-16,-4-2 0 0,1-4 0 15,-3 3 0-15,1-8 0 0,-2 1 0 16,7-11 0-16,-7 4 0 0,4-7 0 0,1-3 0 16,-2-3 0-16,4 0 0 0,-3 3 0 15,1 2 0-15,2 0 0 0,-5 11 0 16,-4 1 0-16,0 3 0 0,-1-1 0 15,-6 9 0-15,1 2 0 0,0 2 0 0,-7 2 0 16,6 0 0-16,-4-1 0 0,2 3 0 16,-3-1 0-16,2 3 0 0,-3 0 0 0,1 2 0 15,1-1 0-15,-3 1 0 0,-1 0 0 16,-1 6 0-16,4-6 0 0,-4 6 0 0,6-7 0 16,-6 7 0-16,1-5 0 0,-1 5 0 15,0 0 0-15,4-7 0 0,-4 7 0 0,0 0 0 16,2-7 0-16,-2 7 0 0,0 0 0 15,2-7 0-15,-2 7 0 0,0 0 0 16,0 0 0-16,4-5 0 0,-4 5 0 0,0 0 0 16,0 0 0-16,0 0 0 0,0 0 0 15,0 0 0-15,0 0 0 0,0 0 0 16,0 0 0-16,-36 17 0 0,9 0 0 0,-4 2 0 16,-7 5 0-16,-1-2 0 0,6-2 0 15,3-4 0-15,1 2 0 0,10-7 0 0,2-2 0 16,3 0 0-16,5-4 0 0,2-1 0 15,-2 2 0-15,4-2 0 0,-1-2 0 0,6-2 0 16,0 0 0-16,0 0 0 0,0 0 0 16,0 0 0-16,23-29 0 0,-2 12 0 0,4-3 0 15,0 3 0-15,0 1 0 16,-4 4 0-16,-3 5 0 0,2 5 0 0,-6 2 0 16,6 2 0-16,-4 3 0 0,4 7 0 15,3 5 0-15,-5 1 0 0,-2 0 0 0,-3-3 0 16,-1 2 0-16,-1 2 0 0,-2 1 0 15,2-2 0-15,-4 0 0 0,2 0 0 16,0-5 0-16,-6 3 0 0,5-2 0 0,-7-5 0 16,3 3 0-16,0-4 0 0,0-2 0 15,-3-1 0-15,-1 2 0 0,5-1 0 0,-5-6 0 16,4 9-635-16,-4-9-222 16,0 0-82-16,0 0 95 0,-16 0-828 0,16 0-1108 15</inkml:trace>
  <inkml:trace contextRef="#ctx0" brushRef="#br0" timeOffset="-111725.7">16509 3078 4102 0,'0'0'-278'0,"-12"-2"64"0,12 2 52 0,0 0 33 0,-10-2 33 0,10 2 34 0,0 0 30 0,0 0 26 15,0 0 26-15,0 0 52 16,0 0 34-16,0 0 53 0,0 0 19 0,0 0 17 15,45 10 3-15,-19-7 3 0,14 3-9 16,6-1-9-16,2 0-10 0,11 1-8 0,0-2-18 16,-7 7-14-16,-7-5-14 0,-4 0-12 15,-4 0-16-15,-11-2-8 0,-3 1-16 16,-3-1-37-16,-6 0-37 0,0-1-47 0,-4 0-50 16,-1 1-67-16,-3-2-67 0,-4 4-77 15,-2-6-118-15,0 0-183 0,-14 8-45 0,5-5 70 16,-7 1-277-16,2 0-352 0</inkml:trace>
  <inkml:trace contextRef="#ctx0" brushRef="#br0" timeOffset="-111425.81">16611 3110 2305 0,'0'0'50'15,"-13"0"34"-15,13 0 40 0,-15 6 18 0,3 2 11 16,-11 10 23-16,0-1 16 16,-3 1 23-16,0 3 8 0,-1-2 7 0,0 3-2 15,6-1-8-15,-2-1-9 0,6-3-13 16,3-1-13-16,5-1-8 0,2-2-14 0,-3-4-16 16,2 3-6-16,4-3-13 0,1-2-14 15,-1-1-12-15,0-1-9 0,4-5-6 0,-5 11-8 16,5-11-32-16,-9 7-49 0,9-7-72 15,0 0-110-15,0 0-137 0,-9 2-150 16,9-2-210-16,0 0-45 0,0 0 84 0,0 0-417 16,0 0-531-16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0T03:26:59.6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87 41 7737 0 0,'-6'3'1732'0'0,"-18"9"242"0"0,-7 2 3391 0 0,6-3 5540 0 0,39-10-6063 0 0,65 1-4630 0 0,-23-6-212 0 0,58-4 0 0 0,151-31 0 0 0,-232 34 7 0 0,-27 3-4 0 0,45-23-196 0 0,-48 25-954 0 0,-3 5-3373 0 0,0-2 3451 0 0,-1-1-1 0 0,1 1 1 0 0,0 0 0 0 0,-1-1 0 0 0,0 1 0 0 0,0 0-1 0 0,1-1 1 0 0,-1 1 0 0 0,-1-1 0 0 0,1 0-1 0 0,0 1 1 0 0,-1-1 0 0 0,-2 4 0 0 0,-4 4-9023 0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0T03:27:00.1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82 148 18958 0 0,'-7'-2'567'0'0,"0"-1"0"0"0,1-1-1 0 0,-1 1 1 0 0,1-1 0 0 0,0 0 0 0 0,-1-1 0 0 0,2 0 0 0 0,-1 0 0 0 0,1 0 0 0 0,-1 0-1 0 0,-5-9 1 0 0,11 13-444 0 0,-1 0-1 0 0,1 0 1 0 0,0-1-1 0 0,-1 1 1 0 0,1 0-1 0 0,0-1 1 0 0,0 1-1 0 0,0 0 0 0 0,0-1 1 0 0,0 1-1 0 0,0 0 1 0 0,0-1-1 0 0,0 1 1 0 0,1 0-1 0 0,-1-1 1 0 0,0 1-1 0 0,1 0 0 0 0,-1 0 1 0 0,1-1-1 0 0,0 1 1 0 0,-1 0-1 0 0,2-2 1 0 0,20-24 1074 0 0,-16 23-1075 0 0,1 0-1 0 0,0 0 1 0 0,-1 1 0 0 0,1 0-1 0 0,0 0 1 0 0,1 1-1 0 0,-1 0 1 0 0,0 0 0 0 0,1 1-1 0 0,-1 0 1 0 0,1 0-1 0 0,-1 1 1 0 0,1-1 0 0 0,-1 2-1 0 0,1-1 1 0 0,-1 1 0 0 0,1 0-1 0 0,-1 1 1 0 0,0 0-1 0 0,1 0 1 0 0,-1 0 0 0 0,0 1-1 0 0,9 5 1 0 0,-6-3-117 0 0,0 0-1 0 0,-1 0 1 0 0,1 1-1 0 0,-1 0 1 0 0,0 1 0 0 0,-1 0-1 0 0,0 0 1 0 0,0 1 0 0 0,0 0-1 0 0,-1 0 1 0 0,0 1-1 0 0,-1 0 1 0 0,0 0 0 0 0,0 1-1 0 0,6 14 1 0 0,-9-12-5 0 0,0 0 0 0 0,0 1 0 0 0,-2-1 0 0 0,1 1 0 0 0,-1 0 0 0 0,-1 0 0 0 0,-1-1 0 0 0,1 1 0 0 0,-2 0 0 0 0,0-1 0 0 0,0 1 0 0 0,-8 21 0 0 0,-2-3 0 0 0,0 0 0 0 0,-2-1 0 0 0,-30 48 0 0 0,-62 78 0 0 0,56-86 0 0 0,40-48 0 0 0,10-21 0 0 0,0 0 0 0 0,-1 0 0 0 0,1 0 0 0 0,0 0 0 0 0,0 0 0 0 0,0 0 0 0 0,0 0 0 0 0,0 0 0 0 0,0 0 0 0 0,1 0 0 0 0,-1 0 0 0 0,0 0 0 0 0,0 0 0 0 0,1 0 0 0 0,-1 0 0 0 0,1-1 0 0 0,-1 1 0 0 0,1 0 0 0 0,-1 0 0 0 0,1 0 0 0 0,-1 0 0 0 0,1-1 0 0 0,0 1 0 0 0,-1 0 0 0 0,1-1 0 0 0,0 1 0 0 0,0 0 0 0 0,0-1 0 0 0,-1 1 0 0 0,1-1 0 0 0,0 1 0 0 0,1-1 0 0 0,28 11 0 0 0,-28-11 0 0 0,55 10 0 0 0,1-2 0 0 0,83 0 0 0 0,-73-6 0 0 0,-37 1 0 0 0,69 1 0 0 0,-80-4 0 0 0,0 2 0 0 0,-2-1-401 0 0,-13-2-826 0 0,0 0 1 0 0,0-1 0 0 0,0 1 0 0 0,0-1 0 0 0,0 0-1 0 0,0 0 1 0 0,-1 0 0 0 0,1-1 0 0 0,-1 0 0 0 0,5-3-1 0 0,7-4-5492 0 0,8-2-3583 0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0T03:27:01.2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407 0 16722 0 0,'-60'10'-1146'0'0,"-102"17"1687"0"0,7 10 4208 0 0,126-27-2117 0 0,29-10-2563 0 0,0 0 1 0 0,0 0 0 0 0,0 0-1 0 0,0 0 1 0 0,0 0 0 0 0,0 0 0 0 0,0 1-1 0 0,0-1 1 0 0,0 0 0 0 0,0 0-1 0 0,0 0 1 0 0,0 0 0 0 0,0 0-1 0 0,0 0 1 0 0,0 0 0 0 0,1 0-1 0 0,-1 0 1 0 0,0 0 0 0 0,0 0-1 0 0,0 1 1 0 0,0-1 0 0 0,0 0-1 0 0,0 0 1 0 0,0 0 0 0 0,0 0 0 0 0,0 0-1 0 0,0 0 1 0 0,0 0 0 0 0,-1 0-1 0 0,1 0 1 0 0,0 0 0 0 0,0 1-1 0 0,0-1 1 0 0,0 0 0 0 0,0 0-1 0 0,0 0 1 0 0,0 0 0 0 0,0 0-1 0 0,0 0 1 0 0,0 0 0 0 0,0 0 0 0 0,0 0-1 0 0,41-4 3831 0 0,-23 2-4693 0 0,185-4 3217 0 0,-78 6-1682 0 0,-100 0-742 0 0,0-1 0 0 0,40-17 0 0 0,-32 8 0 0 0,-15 5 0 0 0,1-1 0 0 0,-11 3 0 0 0,-10 0 0 0 0,-41 0 0 0 0,4 7 0 0 0,16-1 0 0 0,146-11 0 0 0,-38 4 0 0 0,-47 4 0 0 0,-26 6 0 0 0,-5-2 0 0 0,-3-2 0 0 0,-1 0 0 0 0,0 0 0 0 0,1 0 0 0 0,-1 0 0 0 0,0 0 0 0 0,0 1 0 0 0,0 0 0 0 0,-1-1 0 0 0,1 1 0 0 0,-1 0 0 0 0,1 0 0 0 0,-1 0 0 0 0,0 0 0 0 0,0 1 0 0 0,-1-1 0 0 0,1 1 0 0 0,0-1 0 0 0,-1 1 0 0 0,0 0 0 0 0,0-1 0 0 0,0 1 0 0 0,-1 0 0 0 0,1 0 0 0 0,-1-1 0 0 0,0 8 0 0 0,0 10 0 0 0,-1-1 0 0 0,-1 1 0 0 0,-6 30 0 0 0,5-35 0 0 0,-82 327 0 0 0,31-146 0 0 0,46-160 0 0 0,-4 45 0 0 0,12-68 0 0 0,0-13 0 0 0,0-1 0 0 0,0 0 0 0 0,0 1 0 0 0,1-1 0 0 0,-1 0 0 0 0,0 0 0 0 0,0 1 0 0 0,1-1 0 0 0,-1 0 0 0 0,0 0 0 0 0,0 1 0 0 0,1-1 0 0 0,-1 0 0 0 0,0 0 0 0 0,1 0 0 0 0,-1 0 0 0 0,0 1 0 0 0,1-1 0 0 0,-1 0 0 0 0,0 0 0 0 0,1 0 0 0 0,-1 0 0 0 0,0 0 0 0 0,1 0 0 0 0,-1 0 0 0 0,0 0 0 0 0,1 0 0 0 0,-1 0 0 0 0,1 0 0 0 0,-1 0 0 0 0,0 0 0 0 0,1 0 0 0 0,-1-1 0 0 0,0 1 0 0 0,1 0 0 0 0,-1 0 0 0 0,4-2-78 0 0,-1 0 1 0 0,0-1-1 0 0,0 1 1 0 0,0 0-1 0 0,-1-1 1 0 0,1 0-1 0 0,-1 0 1 0 0,1 0-1 0 0,1-3 1 0 0,15-22-7034 0 0,-9 13-2995 0 0,-3 2-2813 0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0T03:27:01.5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129 109 20758 0 0,'-68'4'1441'0'0,"11"-2"6037"0"0,54-2-4761 0 0,19-2-2371 0 0,250-50-317 0 0,2 0-31 0 0,-250 48 2 0 0,1 0-171 0 0,-14 3-870 0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0T03:27:02.3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61 138 16021 0 0,'-61'26'13026'0'0,"72"-27"-11976"0"0,386-60 1602 0 0,-197 25-2634 0 0,-196 36-449 0 0,1-1-1 0 0,-1 0 1 0 0,0 0-1 0 0,1 0 1 0 0,-1-1 0 0 0,0 0-1 0 0,0 0 1 0 0,8-4-1 0 0,8-18-10835 0 0,-13 11 5370 0 0,0 0-3967 0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0T03:27:02.7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65 16738 0 0,'34'-57'4257'0'0,"-32"56"-3564"0"0,7-2 330 0 0,-9 2-964 0 0,1 1 0 0 0,0 0 0 0 0,0-1 1 0 0,-1 1-1 0 0,1 0 0 0 0,0-1 0 0 0,0 1 0 0 0,-1 0 0 0 0,1 0 1 0 0,0 0-1 0 0,0-1 0 0 0,0 1 0 0 0,-1 0 0 0 0,1 0 0 0 0,0 0 0 0 0,0 1 1 0 0,0-1-1 0 0,-1 0 0 0 0,1 0 0 0 0,0 0 0 0 0,0 0 0 0 0,-1 1 1 0 0,1-1-1 0 0,0 0 0 0 0,0 1 0 0 0,0 0 0 0 0,8 1 112 0 0,0 1-1 0 0,1 0 1 0 0,-2 1 0 0 0,1 0-1 0 0,0 0 1 0 0,-1 1-1 0 0,0 0 1 0 0,0 1-1 0 0,0 0 1 0 0,-1 0 0 0 0,0 0-1 0 0,0 1 1 0 0,0 0-1 0 0,-1 1 1 0 0,0-1 0 0 0,-1 1-1 0 0,0 0 1 0 0,0 1-1 0 0,0-1 1 0 0,-1 1-1 0 0,-1 0 1 0 0,1 0 0 0 0,-1 0-1 0 0,-1 0 1 0 0,0 1-1 0 0,2 16 1 0 0,-4-10 209 0 0,0 1 1 0 0,-2 0-1 0 0,0-1 1 0 0,-1 1-1 0 0,0-1 1 0 0,-7 18-1 0 0,6-21-272 0 0,0 0 0 0 0,0 1 1 0 0,2-1-1 0 0,-1 1 0 0 0,2 0 0 0 0,0-1 0 0 0,0 1 1 0 0,2 0-1 0 0,-1 0 0 0 0,4 15 0 0 0,-1-21-108 0 0,1 0 0 0 0,-1 0 0 0 0,1 0 0 0 0,1-1 0 0 0,-1 0 0 0 0,1 0 0 0 0,0 0 0 0 0,1 0 0 0 0,9 8 0 0 0,69 55 0 0 0,-44-38 0 0 0,-32-25 0 0 0,8 6 0 0 0,-1 0 0 0 0,-1 1 0 0 0,0 0 0 0 0,13 19 0 0 0,-23-28 0 0 0,-1-1 0 0 0,0 2 0 0 0,0-1 0 0 0,-1 0 0 0 0,0 0 0 0 0,0 1 0 0 0,0 0 0 0 0,0-1 0 0 0,-1 1 0 0 0,0 0 0 0 0,0 0 0 0 0,-1-1 0 0 0,0 1 0 0 0,0 0 0 0 0,0 0 0 0 0,0 0 0 0 0,-1 0 0 0 0,-2 9 0 0 0,-3 1 0 0 0,-1 1 0 0 0,0-2 0 0 0,0 1 0 0 0,-2-1 0 0 0,0 0 0 0 0,-1-1 0 0 0,0 0 0 0 0,-1-1 0 0 0,-1 0 0 0 0,0-1 0 0 0,0 0 0 0 0,-16 11 0 0 0,6-6 0 0 0,0-1 0 0 0,-1-2 0 0 0,0 0 0 0 0,-1-1 0 0 0,0-1 0 0 0,-1-2 0 0 0,-29 9 0 0 0,48-16 0 0 0,-25-1 0 0 0,29-1-30 0 0,-1-1 0 0 0,1 0 0 0 0,0-1 0 0 0,-1 1 0 0 0,1 0 1 0 0,0-1-1 0 0,-1 1 0 0 0,1-1 0 0 0,0 1 0 0 0,0-1 0 0 0,0 0 0 0 0,-4-2 0 0 0,5 3-63 0 0,1-1 0 0 0,0 1 1 0 0,-1-1-1 0 0,1 1 0 0 0,-1-1 0 0 0,1 0 0 0 0,-1 1 0 0 0,1-1 1 0 0,0 1-1 0 0,0-1 0 0 0,-1 0 0 0 0,1 1 0 0 0,0-1 0 0 0,0 0 1 0 0,0 1-1 0 0,-1-1 0 0 0,1 0 0 0 0,0 1 0 0 0,0-1 0 0 0,0 0 1 0 0,0 1-1 0 0,0-1 0 0 0,0 0 0 0 0,1 1 0 0 0,-1-1 0 0 0,0 0 1 0 0,2-3-787 0 0,0 0 0 0 0,0 0 0 0 0,0 0 0 0 0,0 0 0 0 0,1 0 0 0 0,0 1 0 0 0,5-6 0 0 0,-6 6-155 0 0,15-15-6820 0 0,7-4-4242 0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0T03:27:04.2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374 158 19086 0 0,'22'-4'-1815'0'0,"-5"1"7843"0"0,-10 4-6121 0 0,-5-1 886 0 0,1 0 0 0 0,-1 0-1 0 0,1-1 1 0 0,-1 1 0 0 0,1 0 0 0 0,-1-1 0 0 0,1 0 0 0 0,-1 1 0 0 0,1-1 0 0 0,-1 0-1 0 0,4-2 1 0 0,3-7-746 0 0,-5-5-47 0 0,-4 11 0 0 0,0-1 0 0 0,-1 1 0 0 0,1-1 0 0 0,-1 1 0 0 0,0-1 0 0 0,0 1 0 0 0,0 0 0 0 0,-1-1 0 0 0,1 1 0 0 0,-1 0 0 0 0,0 0 0 0 0,0 0 0 0 0,-1 0 0 0 0,1 1 0 0 0,-1-1 0 0 0,0 0 0 0 0,0 1 0 0 0,0 0 0 0 0,0 0 0 0 0,-1 0 0 0 0,1 0 0 0 0,-1 0 0 0 0,0 1 0 0 0,1-1 0 0 0,-7-1 0 0 0,8 2 0 0 0,-4-1 0 0 0,0 0 0 0 0,-1 1 0 0 0,1-1 0 0 0,-1 1 0 0 0,1 0 0 0 0,-1 1 0 0 0,-11-2 0 0 0,-13 3 0 0 0,16 2 0 0 0,0 0 0 0 0,0 1 0 0 0,1 1 0 0 0,-1 0 0 0 0,1 1 0 0 0,0 1 0 0 0,0 0 0 0 0,1 1 0 0 0,0 0 0 0 0,0 1 0 0 0,0 1 0 0 0,1 0 0 0 0,-18 17 0 0 0,20-17 0 0 0,1 1 0 0 0,1 0 0 0 0,0 0 0 0 0,0 1 0 0 0,1-1 0 0 0,0 2 0 0 0,0-1 0 0 0,2 1 0 0 0,-1 0 0 0 0,2 0 0 0 0,-1 1 0 0 0,2-1 0 0 0,0 1 0 0 0,0 0 0 0 0,1 0 0 0 0,0 19 0 0 0,2-25 0 0 0,1 0 0 0 0,-1 0 0 0 0,2 0 0 0 0,-1 0 0 0 0,1-1 0 0 0,0 1 0 0 0,0 0 0 0 0,1-1 0 0 0,0 1 0 0 0,0-1 0 0 0,1 0 0 0 0,-1 0 0 0 0,1 0 0 0 0,1 0 0 0 0,-1-1 0 0 0,1 1 0 0 0,0-1 0 0 0,0-1 0 0 0,1 1 0 0 0,-1-1 0 0 0,1 0 0 0 0,0 0 0 0 0,0 0 0 0 0,0-1 0 0 0,1 0 0 0 0,6 2 0 0 0,2 1 0 0 0,-1-1 0 0 0,2 0 0 0 0,-1-2 0 0 0,0 0 0 0 0,1 0 0 0 0,-1-2 0 0 0,1 0 0 0 0,0 0 0 0 0,-1-2 0 0 0,29-3 0 0 0,-13-3 0 0 0,1-1 0 0 0,-1-2 0 0 0,-1-1 0 0 0,39-19 0 0 0,-54 28 0 0 0,-13 2 0 0 0,-1 1 0 0 0,1 0 0 0 0,-1 1 0 0 0,1-1 0 0 0,-1 0 0 0 0,0 0 0 0 0,1 0 0 0 0,-1 1 0 0 0,0-1 0 0 0,0 1 0 0 0,0-1 0 0 0,0 1 0 0 0,0-1 0 0 0,0 1 0 0 0,0 0 0 0 0,-1-1 0 0 0,1 1 0 0 0,-1 0 0 0 0,1 0 0 0 0,-1 0 0 0 0,0-1 0 0 0,1 4 0 0 0,2 51 0 0 0,-3-37 0 0 0,38 322 0 0 0,-19-208 0 0 0,-18-122 0 0 0,1-1 0 0 0,-2 0 0 0 0,1 1 0 0 0,-2-1 0 0 0,-2 20 0 0 0,2-25 0 0 0,-1 0 0 0 0,1 0 0 0 0,-1 0 0 0 0,-1 0 0 0 0,1 0 0 0 0,0-1 0 0 0,-1 1 0 0 0,0-1 0 0 0,0 0 0 0 0,-1 0 0 0 0,1 0 0 0 0,-1 0 0 0 0,0 0 0 0 0,-4 2 0 0 0,-22 17 0 0 0,-2-3 0 0 0,0 0 0 0 0,-1-2 0 0 0,0-2 0 0 0,-39 13 0 0 0,-122 61 0 0 0,176-80 0 0 0,3-4 0 0 0,5-2 0 0 0,-4-2-335 0 0,11-2-1664 0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0T03:27:08.2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93 9 22414 0 0,'-2'-8'9885'0'0,"-11"9"-9819"0"0,-7-2-3627 0 0,-9 0-7432 0 0,0 13-4962 0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0T03:27:08.9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125 101 16133 0 0,'-3'1'-464'0'0,"-68"12"1537"0"0,69-13-327 0 0,-3 1 114 0 0,-38 7 9349 0 0,57-9-9403 0 0,278-27 2042 0 0,113-10-2292 0 0,-378 36-556 0 0,-2-1 0 0 0,-8 1-81 0 0,-14 1-413 0 0,5-1-5387 0 0,-5-6-1319 0 0,-1-8 4263 0 0,3 5-2569 0 0,6-1-3306 0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0T03:27:09.4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83 9 16550 0 0,'0'0'1227'0'0,"-10"0"-285"0"0,-6 0-450 0 0,10 1-78 0 0,1-1 0 0 0,-1-1 0 0 0,0 1-1 0 0,1-1 1 0 0,-1 0 0 0 0,1 0 0 0 0,-10-3 0 0 0,12 3 2370 0 0,31 28 4806 0 0,-1 6-7633 0 0,-2 1 0 0 0,29 51 0 0 0,-33-39 43 0 0,-1 1 0 0 0,-3 1 0 0 0,14 62 0 0 0,17 152 0 0 0,-44-240 0 0 0,-1-6 0 0 0,-1-1 0 0 0,0 1 0 0 0,-2 0 0 0 0,0 19 0 0 0,0-31 0 0 0,-1 0 0 0 0,0-1 0 0 0,1 1 0 0 0,-1 0 0 0 0,0-1 0 0 0,-1 1 0 0 0,1 0 0 0 0,-1-1 0 0 0,0 0 0 0 0,1 1 0 0 0,-1-1 0 0 0,-1 0 0 0 0,1 0 0 0 0,0 0 0 0 0,-1 0 0 0 0,0 0 0 0 0,1-1 0 0 0,-1 1 0 0 0,0-1 0 0 0,-1 0 0 0 0,1 0 0 0 0,-5 3 0 0 0,-18 6 0 0 0,-55 16 0 0 0,-8 2 0 0 0,185-35 0 0 0,73-18 0 0 0,108-18 0 0 0,-262 39 0 0 0,0 0-74 0 0,-12 3-917 0 0,-3-13-5951 0 0,9 0-4767 0 0,-2 4 514 0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0T03:27:10.4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82 156 20290 0 0,'-1'-1'-12'0'0,"-7"0"222"0"0,1 0 1 0 0,-1-1 0 0 0,0 0 0 0 0,0-1 0 0 0,1 0-1 0 0,-1 0 1 0 0,-8-6 0 0 0,15 8-94 0 0,0 1 0 0 0,0-1-1 0 0,0 0 1 0 0,1 0 0 0 0,-1 0 0 0 0,0 0-1 0 0,1 0 1 0 0,-1 0 0 0 0,0 0 0 0 0,1 0-1 0 0,-1 0 1 0 0,1 0 0 0 0,0 0 0 0 0,-1 0 0 0 0,1 0-1 0 0,0-1 1 0 0,0 1 0 0 0,-1 0 0 0 0,1 0-1 0 0,0 0 1 0 0,0 0 0 0 0,0-1 0 0 0,1 1-1 0 0,-1 0 1 0 0,0 0 0 0 0,0 0 0 0 0,1 0 0 0 0,-1 0-1 0 0,0-1 1 0 0,1 1 0 0 0,-1 0 0 0 0,1 0-1 0 0,0-1 1 0 0,23-29 1284 0 0,-14 24-1163 0 0,0-1 0 0 0,0 2 0 0 0,1 0 0 0 0,0 0-1 0 0,0 1 1 0 0,1 0 0 0 0,-1 1 0 0 0,1 0 0 0 0,0 1 0 0 0,0 0 0 0 0,0 1-1 0 0,1 0 1 0 0,-1 1 0 0 0,0 1 0 0 0,1 0 0 0 0,-1 0 0 0 0,14 3 0 0 0,-18-1-201 0 0,-1-1 0 0 0,0 1 0 0 0,0 0 0 0 0,0 0 0 0 0,-1 1 0 0 0,1 0 0 0 0,-1 0 1 0 0,1 1-1 0 0,-1-1 0 0 0,0 1 0 0 0,0 1 0 0 0,-1-1 0 0 0,1 1 0 0 0,-1 0 0 0 0,0 0 0 0 0,0 1 0 0 0,-1 0 1 0 0,0 0-1 0 0,0 0 0 0 0,0 0 0 0 0,0 0 0 0 0,-1 1 0 0 0,0-1 0 0 0,-1 1 0 0 0,0 0 0 0 0,0 0 1 0 0,0 0-1 0 0,-1 0 0 0 0,1 0 0 0 0,-1 9 0 0 0,-1-1-37 0 0,0-1 0 0 0,-1 0 0 0 0,0 0 0 0 0,-1 1 0 0 0,-1-1 0 0 0,0 0 0 0 0,-1-1 0 0 0,0 1 0 0 0,-9 18 0 0 0,-9 11 0 0 0,-39 60 0 0 0,-9 17 0 0 0,69-117 0 0 0,0-1 0 0 0,0 1 0 0 0,0-1 0 0 0,0 1 0 0 0,0 0 0 0 0,0-1 0 0 0,1 1 0 0 0,-1 0 0 0 0,1 0 0 0 0,0-1 0 0 0,0 1 0 0 0,0 0 0 0 0,0 0 0 0 0,0-1 0 0 0,1 1 0 0 0,-1 0 0 0 0,1 0 0 0 0,-1-1 0 0 0,1 1 0 0 0,0-1 0 0 0,0 1 0 0 0,1-1 0 0 0,-1 1 0 0 0,0-1 0 0 0,1 1 0 0 0,0-1 0 0 0,-1 0 0 0 0,1 0 0 0 0,0 0 0 0 0,0 0 0 0 0,0 0 0 0 0,0 0 0 0 0,0-1 0 0 0,1 1 0 0 0,-1-1 0 0 0,1 1 0 0 0,-1-1 0 0 0,1 0 0 0 0,-1 0 0 0 0,5 1 0 0 0,11 5 0 0 0,1-1 0 0 0,0-1 0 0 0,0-1 0 0 0,29 2 0 0 0,-37-4 0 0 0,402 15 0 0 0,-407-17 0 0 0,14-1 0 0 0,8 0 0 0 0,-5 1 0 0 0,5-7 564 0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0T03:27:16.7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65 1 3296 0 0,'-4'6'1235'0'0,"1"0"0"0"0,-1-1 0 0 0,1 1 0 0 0,-2-1-1 0 0,1 0 1 0 0,-10 9 0 0 0,-12 18 4857 0 0,25-30-4816 0 0,1-1-1081 0 0,0 0 0 0 0,1 0 1 0 0,-1 1-1 0 0,1-1 1 0 0,0 0-1 0 0,-1 0 0 0 0,1 0 1 0 0,0 0-1 0 0,0 0 0 0 0,-1 0 1 0 0,1 0-1 0 0,0 0 0 0 0,0 0 1 0 0,0 0-1 0 0,0 0 0 0 0,0-1 1 0 0,0 1-1 0 0,1 0 0 0 0,-1-1 1 0 0,0 1-1 0 0,0-1 0 0 0,0 1 1 0 0,1-1-1 0 0,-1 0 1 0 0,0 1-1 0 0,1-1 0 0 0,-1 0 1 0 0,0 0-1 0 0,0 0 0 0 0,1 0 1 0 0,0 0-1 0 0,55 1 1122 0 0,-43-1-714 0 0,282-13 3262 0 0,-100 0-2442 0 0,-175 12-1423 0 0,1-1-178 0 0,-5 0-4098 0 0,-4-7-10027 0 0,-10 3 10563 0 0,0 2 3374 0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20T03:27:17.1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5 135 16077 0 0,'-2'-3'221'0'0,"2"-1"0"0"0,-1 1-1 0 0,0-1 1 0 0,1 0-1 0 0,-1 1 1 0 0,1-1-1 0 0,0 0 1 0 0,0 0-1 0 0,1 1 1 0 0,-1-1-1 0 0,1 0 1 0 0,-1 1-1 0 0,1-1 1 0 0,1 1-1 0 0,0-4 1 0 0,1 3-58 0 0,0 1 1 0 0,0-1 0 0 0,0 1 0 0 0,0 0-1 0 0,0 0 1 0 0,1 1 0 0 0,-1-1-1 0 0,1 1 1 0 0,0 0 0 0 0,-1 0 0 0 0,1 0-1 0 0,6-2 1 0 0,7-3 123 0 0,0 0 1 0 0,1 2-1 0 0,0 0 1 0 0,0 1-1 0 0,0 0 1 0 0,0 2-1 0 0,1 0 1 0 0,-1 1-1 0 0,35 3 1 0 0,-47-2-181 0 0,0 1 1 0 0,-1 0 0 0 0,1 0-1 0 0,-1 0 1 0 0,0 1 0 0 0,1-1-1 0 0,-1 1 1 0 0,0 1-1 0 0,0-1 1 0 0,0 1 0 0 0,0 0-1 0 0,-1 0 1 0 0,1 0 0 0 0,-1 0-1 0 0,0 1 1 0 0,0 0 0 0 0,0 0-1 0 0,0 0 1 0 0,-1 0-1 0 0,1 1 1 0 0,-1-1 0 0 0,0 1-1 0 0,0 0 1 0 0,-1 0 0 0 0,0 0-1 0 0,0 0 1 0 0,0 0 0 0 0,0 1-1 0 0,-1-1 1 0 0,0 1-1 0 0,0-1 1 0 0,0 1 0 0 0,-1-1-1 0 0,0 1 1 0 0,0-1 0 0 0,-1 11-1 0 0,-1 2 214 0 0,-1-1 0 0 0,0 1 0 0 0,-1-1-1 0 0,-1 0 1 0 0,-1 0 0 0 0,0-1 0 0 0,-15 27-1 0 0,-74 105 1224 0 0,3-5-1478 0 0,90-140-66 0 0,0 0 0 0 0,1 0 0 0 0,-1 0 0 0 0,1 0 0 0 0,-1 0 0 0 0,1 1 0 0 0,0-1 0 0 0,0 0 0 0 0,1 1 0 0 0,-1-1 0 0 0,1 0 0 0 0,-1 1 0 0 0,1-1 0 0 0,0 1 0 0 0,0-1 0 0 0,1 1 0 0 0,-1-1 0 0 0,1 1 0 0 0,0-1 0 0 0,1 4 0 0 0,0-3 0 0 0,1-1 0 0 0,0 0 0 0 0,-1 0 0 0 0,1-1 0 0 0,0 1 0 0 0,0 0 0 0 0,1-1 0 0 0,-1 0 0 0 0,0 0 0 0 0,1 0 0 0 0,-1 0 0 0 0,1 0 0 0 0,0-1 0 0 0,0 0 0 0 0,-1 0 0 0 0,1 0 0 0 0,8 1 0 0 0,34 6 0 0 0,0-2 0 0 0,88 1 0 0 0,99-18 0 0 0,-175 7 0 0 0,22-3 0 0 0,88-8 0 0 0,-147 13 0 0 0,-7-3 0 0 0,-12 2 0 0 0,-11 0 0 0 0,0 3-432 0 0,0 0 0 0 0,-1 1 1 0 0,1 0-1 0 0,0 1 0 0 0,0-1 0 0 0,0 2 1 0 0,-12 4-1 0 0,-11 6-4706 0 0,0 6-3332 0 0,-11 10-5379 0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9-20T03:27:31.73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6431 505 1299 0,'-2'-15'319'0,"2"8"-35"0,0 7-48 15,-1-10-14-15,1 10-48 0,-2-10-7 0,2 10-2 16,0-10-8-16,0 10 1 0,0 0-15 15,-2-9-13-15,2 9-14 0,0 0 23 0,0 0 23 16,0 0-15-16,5 27 18 0,-3-10 5 16,-2 7-12-16,2 2-9 15,0 1-1-15,0 10-5 0,2-4-11 0,-3 4-6 0,3-1 26 16,-2-7 18-16,-2-5-11 16,2-2-17-16,2 1-9 0,-4-1-13 0,4-4-16 15,-2-1-4-15,0-3-14 0,2-5-9 16,-3 3-8-16,-1-4-1 0,2-1-3 15,0 1-13-15,-2-8-38 0,2 8-59 0,-2-8-72 16,0 0-100-16,0 0-97 0,0 0-95 16,12-26-126-16,-5 9-245 0,3 2 62 0,2-1 74 15,0 3-356-15,8-8-477 0</inkml:trace>
  <inkml:trace contextRef="#ctx0" brushRef="#br0" timeOffset="499.94">9187 437 3068 0,'-6'-7'185'0,"6"7"27"0,-6-7-8 0,6 7-15 0,-2-8-21 15,2 8-19-15,0 0-16 0,8-12-13 0,0 10-16 16,-8 2-9-16,20-2-13 0,-2 6-6 16,-1 1-8-16,0 5-8 0,8 7-3 15,-6 6-5-15,-6 0 5 0,-3 3 14 0,-9-3 16 16,-1 0 3-16,0 4 14 16,-5-4 11-16,1 0 15 0,2-7 3 0,-1 0 8 15,1-4 7-15,0-1 13 0,4-1-18 16,-2-2 8-16,0-1-16 0,5 0 5 15,3 0-7-15,6-4-5 0,4-1-20 0,9-4-7 16,15-1-62-16,0-7-116 0,13-1-134 16,-1-3-139-16,7 1-128 0,-5-1-185 0,-13 2-172 15,-5 4 74-15,-8 5-587 0,-7 3-802 16</inkml:trace>
  <inkml:trace contextRef="#ctx0" brushRef="#br0" timeOffset="1151.6">12442 644 3816 0,'2'-6'-100'0,"-2"6"26"0,5-15 15 0,3 9 5 0,0 0 12 0,3-2 7 0,2 5 12 15,6-3 7-15,-1 6 8 0,0 0 8 16,6 0 0-16,-5 2 7 0,3 4 7 15,1 1 23-15,-2 3 15 0,-6 0 21 0,-1 3 14 16,-3 3 24-16,-3-2 14 0,-4 3 5 16,0 4 6-16,-6-3-7 0,0 1-8 0,-1 4 4 15,0-3 0-15,-1-3-8 16,2-2-4-16,0-1-9 0,2-2-6 16,-2 0-12-16,4 1-6 0,0-2-7 0,4-1-6 15,-3 2-3-15,0 1-9 0,5-3-7 0,-5 1-4 16,3-1-4-16,-3 2-4 0,1-2-1 15,0-1-15-15,1 4-1 0,-5-1 2 16,-5 0-3-16,-1 2 2 0,-1 0-5 16,0-2 4-16,-5 0-8 0,0-4-1 0,0 1-25 15,-2-3-57-15,3-2-82 0,-1-2-114 16,12-2-125-16,-23-7-185 0,17 0-151 0,6-2 76 16,5-1-377-16,2-2-504 0</inkml:trace>
  <inkml:trace contextRef="#ctx0" brushRef="#br0" timeOffset="3813.66">22952 819 3286 0</inkml:trace>
  <inkml:trace contextRef="#ctx0" brushRef="#br0" timeOffset="4083.05">22965 801 3114 0,'0'-4'15'0,"0"4"37"0,6-5 18 0,-6 5 12 0,0 0-3 0,0 0-14 16,0 0 20-16,0 0 22 0,-18 15 37 0,-5 9 12 16,-7 10 2-16,-6 7 10 0,-6 1 8 15,4 1 3-15,0 1-11 0,0 3-3 16,5-7-6-16,7 3-12 0,2-2 0 16,12-12-9-16,2 0-8 0,8-4-6 15,2-6-6-15,4-2-7 0,4-3-12 0,4 0-12 16,6-4 0-16,1-2-12 0,2-3-10 15,0-5-16-15,0-3-14 0,3-2-5 0,-3 0-2 16,3 0-6-16,-12-2-2 0,2-2-4 16,-4-1-2-16,-7 0 0 0,1 0-2 15,-4-3-4-15,-4 1-2 0,-1-1-4 0,-4 3-2 16,-4 1 1-16,2 1 1 16,-1 6-5-16,-4 0-11 0,0 2-28 0,16 0-53 15,-32 4-55-15,15 1-72 0,3-1-91 0,7 2-93 16,-2 1-132-16,5-4-226 15,4-3 61-15,0 0 76 0,0 0-343 0,0 0-448 16</inkml:trace>
  <inkml:trace contextRef="#ctx0" brushRef="#br0" timeOffset="4583.05">25681 451 2737 0,'-8'-6'86'0,"8"6"91"0,-5-5 42 0,5 5 30 15,0 0 16-15,0 0 8 0,0 0-2 16,-5-6-6-16,5 6-23 0,0 0-27 0,0 0-20 15,0 0-13-15,16-7-21 0,-16 7-20 16,27 5-12-16,-15 0-14 0,8 3-10 16,1 10-10-16,-1 2-5 0,0 3-24 0,-5 2 2 15,-1 4-8-15,-5-1 11 0,0 1-12 16,-3-4-8-16,2-2-3 0,-3-1-1 16,-1 1-3-16,0-1-7 0,-1-3-11 15,0-2-54-15,1 2-74 0,-2-1-95 16,0-2-119-16,-1-2-119 0,-1-1-149 0,0-4-217 15,0 1 68-15,-1 0-489 0,-1-3-685 16</inkml:trace>
  <inkml:trace contextRef="#ctx0" brushRef="#br0" timeOffset="4750.66">25768 892 3251 0,'-14'-2'132'16,"14"2"98"-16,-16-2 66 0,16 2 44 0,-9-6 63 15,9 6 26-15,0 0 14 0,-11-1-1 16,11 1-20-16,0 0-40 0,0 0-57 0,0 0-29 15,0 0-34-15,49-6-65 16,-26 4-83-16,2 0-96 0,2 0-138 0,14-2-139 16,-11 4-172-16,-6-2-198 0,1-1-302 15,4 3 81-15,-11 3 98 0,-7 1-612 16,-4 0-818-16</inkml:trace>
  <inkml:trace contextRef="#ctx0" brushRef="#br0" timeOffset="5915.35">15807 3717 1398 0,'-3'-8'98'0,"3"8"-31"0,-10-6 5 0,10 6-16 15,-17 0 7-15,-1 7 15 0,-10 7 12 0,-14 10 13 16,-10 7 22-16,-20 20 18 0,-12 8 25 16,-5 7 19-16,-44 34 11 0,-9-2 7 15,1 4 13-15,-5 7 4 0,-5-3 3 16,5-4 2-16,0-3-8 0,7-4-12 16,33-23-16-16,-36 15-13 0,42-19-23 0,-4-3-8 15,9-3-5-15,10-5-3 0,7-9-7 16,7 0-18-16,16-14-8 0,3-2-9 0,5-3-9 15,3 0-11-15,-2-2-8 0,2-1-8 16,3 1-2-16,-4 0-4 0,7-6-19 0,6-3-11 16,1-1-24-16,5-1-33 0,6-4-43 15,6-4-44-15,2 1-63 0,0-4-66 0,9 1-60 16,-1-5-65-16,4-1-96 16,0 0-213-16,19-21 52 0,5-1 65 0,21-10-305 15,2-4-354-15</inkml:trace>
  <inkml:trace contextRef="#ctx0" brushRef="#br0" timeOffset="6515.68">15935 3864 2535 0,'-7'-9'9'0,"-4"0"31"0,6 0 24 0,-1 2 18 0,3-1 20 16,-5 0 11-16,5 2 25 0,-4 0 10 16,3 2 2-16,2-2-11 0,2 6-16 0,-1-8-18 15,1 8-7-15,0 0-8 0,0 0-7 16,48 16-9-16,-3 4 6 0,10 6 6 15,28 13-2-15,15 9 8 0,13 11 0 0,45 23-8 16,12 4-4-16,-2 3-12 0,7 4-2 16,0 2-2-16,-1-2-5 0,-1-6-6 15,-5-4-4-15,-6-6 4 0,-40-20 19 16,-9-5 8-16,-6 2-1 0,-14-10 6 0,-11-4 15 16,-22-10-2-16,-15-2-3 0,-12-9 13 15,-3-2 16-15,-5-5 11 0,-8-4 18 0,-1-1 13 16,-5-2 14-16,0 0 3 0,0 1-5 15,-4-2-5-15,-5-4-12 0,11 6-20 0,-11-6-17 16,9 4-10-16,-9-4-16 0,5 3-42 16,-5-3-65-16,0 0-116 0,0 0-132 15,0 0-165-15,0 0-189 0,11-13-270 0,-12 5 76 16,-1 0 93-16,0-3-643 0,-4 1-810 16</inkml:trace>
  <inkml:trace contextRef="#ctx0" brushRef="#br0" timeOffset="7447.88">8857 7406 2002 0,'-12'6'705'0,"5"-1"-233"0,1-2-90 15,3-1-57-15,3-2-47 0,-4 6-37 0,4-6-5 16,0 0-7-16,0 0-4 0,9 14-3 16,0-10-5-16,5 2-26 0,7-1-11 0,0-1-27 15,15 2-10-15,1 0-15 16,-3-1-10-16,-2-1-16 0,3 2-13 0,-9-4-52 16,-2 3-49-16,-8-4-58 0,4 3-62 15,-6-2-80-15,0-2-110 0,1-4-130 0,3-2-198 16,-6 0-84-16,0-5 90 0,1 1-528 15,-3 0-639-15</inkml:trace>
  <inkml:trace contextRef="#ctx0" brushRef="#br0" timeOffset="7847.89">9591 7213 3515 0,'5'-9'112'0,"-1"7"12"0,2-4-1 16,2 0-9-16,3 4-5 0,5-2-11 0,0-2-12 16,6 6-9-16,-1 0-8 0,3 0-5 15,5 4-8-15,-6 4-2 0,5 2-4 0,-1 5-2 16,-7 1 9-16,-8-3 10 0,-6 5 18 16,-1-1 19-16,-6 7 22 0,-9 8 22 0,-7 1 10 15,-3 5 20-15,-2-9 22 0,3-3 2 16,0-1 5-16,2-3 5 0,4-3-12 0,3-5-2 15,2-5-7-15,3 1-7 0,1-2-9 16,2 1-5-16,2-9-7 0,6 13-10 16,3-7-16-16,7 1-16 0,4-2-65 15,5-3-56-15,4 2 0 0,10-2 0 0,-10 0 0 16,0-2 0-16,-3 0 0 0,-4 2 0 16,-3-2 0-16,-2 0 0 0,-2 0 0 0,-2 0 0 15,-13 0 0-15,22 1 0 0,-22-1 0 16,13 0 0-16,-13 0-43 0,5 2-175 15,-5-2-63-15,0 0-84 0,0 0-110 0,0 0-126 16,0 0-216-16,0 0 22 0,0 0 103 16,0 0-636-16,0 0-784 0</inkml:trace>
  <inkml:trace contextRef="#ctx0" brushRef="#br0" timeOffset="8515.54">11786 6855 3527 0,'-19'4'-58'0,"4"-2"48"0,-2 0 62 16,3 2 55-16,-2-1 42 0,4-1 25 0,2 1 14 16,1 0 14-16,9-3 8 0,-16 2 3 15,16-2-4-15,-9 2-14 0,9-2 3 0,0 0-9 16,0 0-16-16,0 0-16 0,42 8-16 15,-19-8-15-15,6 0-13 0,-3 0-12 0,3 5-12 16,7 0-9-16,-2 2-4 16,-3 5-7-16,-5 2-4 0,-7 3-32 0,-7 4 21 15,-5 0 14-15,-1 12 12 0,-4-2 14 16,-8 6 23-16,1 2 12 0,-3 3 3 0,-4 8 3 16,7-9-2-16,-5-2-7 0,3 0-7 15,1 1-7-15,-2-3-8 0,4-4-84 0,3-5-20 16,-1-5 0-16,2-3 0 0,2-3 0 15,-1-4 0-15,-1 0 0 0,2-1 0 16,2-2 0-16,0-3 0 0,-1 0 0 0,2-2 0 16,2-3 0-16,-7-2-32 0,10 1-300 15,-10-1-95-15,0 0-77 0,15-9-78 0,-11 3-135 16,0-1-86-16,-4 7 74 16,2-10-654-16,-2 10-835 0</inkml:trace>
  <inkml:trace contextRef="#ctx0" brushRef="#br0" timeOffset="9347.74">13103 7173 3566 0,'-8'5'-2'0,"2"-1"62"15,1 0 54-15,5-4 43 0,-6 4 19 16,6-4 9-16,0 0 32 0,0 0 24 0,0 0 11 16,0 0 0-16,25 8-15 0,-12-8-25 15,3 0-23-15,2-2-12 0,4 1-14 0,3-4-25 16,0 3-33-16,0-4-72 0,12-1-80 15,-2 1-100-15,1-2-133 0,-2-1-131 0,-2-2-153 16,4 2-178-16,-4-3 71 16,-1 2-557-16,-6 3-690 0</inkml:trace>
  <inkml:trace contextRef="#ctx0" brushRef="#br0" timeOffset="9732.25">13616 6978 3254 0,'-5'-7'-8'0,"2"1"56"0,-1 1 56 15,4 5 17-15,-2-10 2 0,2 10-2 16,2-8-5-16,-2 8-6 0,12-6-14 0,-3 6-9 16,4 0-7-16,5 2-10 0,-2 4-8 15,4 0-2-15,-3 4-11 0,0 1-1 0,1 3-5 16,-6 4-1-16,-1 0 0 0,-4-1 8 16,-3 4 12-16,-2-1 14 0,-4 4 20 15,-2-3 17-15,0 1 17 0,-2-1 5 0,2-4 2 16,0-1 10-16,4-3 3 0,0 1-10 15,2-2 8-15,0-1-11 0,2 4-8 16,2-3 2-16,4 2-2 0,-3-1-20 0,5 1-4 16,-1 1-7-16,-2-3-8 0,3 0-6 15,-2 1 2-15,-3 2-1 0,0-1 2 0,4-1-1 16,-8 1 0-16,1 2 5 0,-2-5 6 16,-2 5 4-16,-4-3-3 0,-1 3-6 0,-8 1-6 15,2-1-12-15,-10 2-16 0,3-4-58 16,-2-2 0-16,1-4 0 0,0 1 0 15,2-5-48-15,0 2-204 0,3-6-136 0,1-3-156 16,-2-2-184-16,4-2-132 0,1-1 84 16,6-1-787-16,0 0-1005 0</inkml:trace>
  <inkml:trace contextRef="#ctx0" brushRef="#br0" timeOffset="10698.04">15035 7100 4268 0,'0'0'25'0,"0"0"68"15,0 0 58-15,0 0 38 0,0 0 9 0,0 0 27 16,16-3 35-16,-16 3 9 0,0 0 6 16,0 0-18-16,7-7-20 0,-7 7-21 0,8-9-19 15,-5 6-20-15,-3 3-18 0,12-12-15 16,-6 7-14-16,-1-2-13 0,-1-2-12 0,3 1-12 15,-6-4-8-15,3 0-10 0,-4-2-8 16,-2-1-7-16,-1-2-9 0,-6-2-4 0,0 2-26 16,-2-3-21-16,-5 5 0 0,3 3 0 15,-4 2 0-15,-3 1 0 0,0 7 0 0,1 0 0 16,-5 6 0-16,4-1 0 16,-1 7 0-16,1 0 0 0,2 4 0 0,4 1 0 15,1 1 0-15,8 1 0 0,1 1 0 16,1 1 0-16,10 2 0 0,-2-1 0 0,8 8 0 15,5-6 0-15,-2-1 0 0,6 0 0 16,-3-9 0-16,-2 1 0 0,0-3 0 0,-2-4 0 16,3 4 0-16,-6-3 0 0,2-3 0 15,-1 4 0-15,-1-3 0 0,-2 0 0 0,1 2 0 16,-3 3 0-16,-1 0 0 0,-1 3 0 16,-2 1 0-16,-3 0 0 0,-1 0 0 15,0 3 0-15,-7 2 0 0,1 2 0 16,-4-3 0-16,-1 8 0 0,-2-3 0 0,1-7 0 15,1 2 0-15,-1-3 0 0,-1 1 0 16,4-5 0-16,-1-1 0 0,1 0 0 0,1-4 0 16,1-1 0-16,-2 2 0 0,4-3 0 15,5-4 0-15,-13 7 0 0,9-6 0 0,4-1 0 16,-12 4 0-16,12-4 0 0,-11 2 0 16,11-2 0-16,-9 1 0 0,9-1 0 15,0 0 0-15,-14 0 0 0,14 0 0 0,0 0-89 16,0 0-944-16,-15-3 77 0,15 3 108 15,0 0-943-15,-6-4-1219 0</inkml:trace>
  <inkml:trace contextRef="#ctx0" brushRef="#br0" timeOffset="12430.99">17176 7198 5225 0,'-16'4'28'0,"3"-2"64"0,8 1 69 15,-4-3 65-15,9 0 43 0,0 0 20 0,0 0 20 16,0 0-20-16,0 0-13 16,0 0-25-16,35-5-24 0,-13 3-23 0,3-2-24 0,2 0-21 15,2 2-153-15,-1 2-6 0,1-2 0 16,0 0 0-16,-2 2-223 0,1-2-119 16,-2 0-124-16,-3 4-134 0,-2-2-180 15,1-3-49-15,-6 3 88 0,0 0-691 0,-1-3-882 16</inkml:trace>
  <inkml:trace contextRef="#ctx0" brushRef="#br0" timeOffset="12680.26">17712 6875 4013 0,'0'-8'80'16,"-1"2"65"-16,1 6 47 0,-2-8 13 16,2 8-2-16,0 0 8 0,0 0 56 15,0 0 30-15,0 0 3 0,17 31-18 0,-8-11-22 16,5 14-23-16,-1 12-35 0,3 1-19 15,-1-6-20-15,-3-1-17 0,1-3-10 16,-2 0-14-16,-1-2-13 0,-3 0-9 0,3-4-13 16,-5-5-8-16,2-6-9 0,-6-3-8 15,3-1-22-15,-2-3-40 0,0-2 0 0,2-1-24 16,-3-1-93-16,-1-3-75 0,2 1-86 16,-2-7-148-16,0 7-148 0,0-7-222 0,0 0-28 15,0 0 96-15,0 0-711 16,0 0-890-16</inkml:trace>
  <inkml:trace contextRef="#ctx0" brushRef="#br0" timeOffset="13430.04">19834 6915 3611 0,'-10'-6'-213'0,"10"6"38"0,-5-5 49 0,5 5 43 16,-6-4 46-16,6 4 39 0,0 0 39 0,-2-10 42 15,2 10 44-15,-1-6 23 0,1 6 17 16,0-6 19-16,0 6 10 0,7-13 4 0,-2 9 2 15,7-5-6-15,1 0-5 16,6 2-13-16,2 0-11 0,2 2-22 0,0 1-10 16,-1 4-11-16,3 2-9 0,-1 5 7 15,-3 3 10-15,-1 6-1 0,-2 1 10 0,-9 1 6 16,-5 3 9-16,-3 1 19 0,-8 10 5 16,-4 2 16-16,-5 0 10 0,-6 10 11 0,5-14 5 15,-5-1 4-15,6-4 9 0,2-5-112 16,3-9-123-16,3 1 0 0,2-5 0 0,0 3 0 15,4-2 0-15,2-3 0 16,0-5 0-16,16 8 0 0,4-6 0 0,5-2 0 0,20-2 0 16,2-1 0-16,1 0 0 0,9-6 0 15,-12 3 0-15,4 2 0 0,-10 0 0 16,1 1 0-16,-10 0 0 0,-5-1 0 16,-5 3 0-16,-4-3-142 0,0 1-507 0,-1-2-109 15,-1 1-137-15,-3-4 76 0,1 1-857 16,-3-3-1112-16</inkml:trace>
  <inkml:trace contextRef="#ctx0" brushRef="#br0" timeOffset="13849.18">21949 6868 4659 0,'-13'2'-11'0,"3"-2"61"0,1 2 65 0,9-2 46 0,-9 2 38 15,9-2 47-15,0 0 40 0,0 0 14 0,0 0-15 16,0 0-21-16,0 0-19 0,0 0-21 16,25-15-20-16,9 5-19 0,0 4-22 15,6-1-15-15,-1-1-16 0,4 0-23 0,-5-2-49 16,0 3-58-16,-6-1-72 0,-2-2-95 15,-3 3-105-15,-6-2-141 0,1-1-147 16,2-6-214-16,-1 0-50 0,-2-2 85 0,0-2-699 16,1-4-885-16</inkml:trace>
  <inkml:trace contextRef="#ctx0" brushRef="#br0" timeOffset="14197.46">22632 6387 4344 0,'0'0'172'0,"0"-12"24"0,4 7-7 0,3-2 1 16,2 4 6-16,3-1 11 0,1 4-8 16,5 4-14-16,0 2-6 0,9 10-17 0,-2 4-8 15,0 7-14-15,2 10-6 0,-11 4 7 16,0-5 6-16,-9 1 7 0,-7 3 10 16,-1 0 18-16,-10 8 12 0,-5-2 0 15,-6-3 26-15,2-4-72 0,3-10-148 0,2-4 0 16,5-4 0-16,0-3 0 0,7-7 0 15,-1-2 0-15,4 0 0 0,4 0 0 0,1-5 0 16,6 0 0-16,9-2 0 0,3-2 0 16,4-2 0-16,14-2 0 0,-1 0 0 0,1-1 0 15,-2-1 0-15,-3 3 0 0,0-2 0 16,-5 1 0-16,-6 2 0 0,-8-2 0 0,-2 4 0 16,1-2 0-16,-3 2 0 0,-4 0 0 15,-9 0 0-15,14 4 0 0,-14-4 0 0,2 6 0 16,-2-6-862-16,0 0-118 0,-13 12 102 15,3-7-983-15,-1 0-1285 0</inkml:trace>
  <inkml:trace contextRef="#ctx0" brushRef="#br0" timeOffset="15179.89">19409 4229 5338 0,'0'0'-77'16,"-4"-4"53"-16,4 4 20 0,0 0 44 0,0 0 51 15,-17 20 43-15,7-1 49 0,-6 10 42 16,-4 3 18-16,-5 7 1 0,7 0-6 0,-4 0-15 15,-1 2-11-15,3-3-14 0,2-6-15 16,4-3-14-16,-2-6-20 0,7-3-13 16,0-5-10-16,4-3-10 0,-1-2-68 0,3-1-48 15,1-3 0-15,2-6 0 0,0 0 0 0,0 0 0 16,0 0 0-16,0 0 0 16,15-52 0-16,-2 17 0 0,6-10 0 0,-2-3 0 15,7 0 0-15,-4 4 0 0,-1 4 0 16,-5 11 0-16,-3 9 0 0,-2 4 0 0,0 6 0 15,-4 2 0-15,3 4 0 0,-8 4 0 16,14 8 0-16,-1 2 0 0,-1 3 0 16,4 8 0-16,3 6 0 0,0 0 0 0,0 1 0 15,4 2 0-15,-2-1 0 0,0-1 0 16,-1-1 0-16,2 0 0 0,-5-6 0 0,0-5 0 16,-7-3 0-16,-3-3 0 15,1-2 0-15,-3 1 0 0,1-4 0 0,-3 0 0 16,-3-5 0-16,3 6 0 0,-3-6 0 15,0 0 0-15,-23 6 0 0,7-6 0 0,-4-2 0 16,-5 0 0-16,-13-1 0 0,1-2 0 16,0 0 0-16,2 0 0 0,9 0 0 0,2 3 0 15,4-2 0-15,4-2 0 0,0 4 0 16,0-2 0-16,5 0 0 0,-1 1 0 0,3-4-65 16,0 0-650-16,1-3-247 0,5 1 54 15,3-5 105-15,7-4-808 0,8-8-1052 16</inkml:trace>
  <inkml:trace contextRef="#ctx0" brushRef="#br0" timeOffset="15447.18">19887 4149 4763 0,'0'0'78'0,"4"-7"13"0,-4 7 16 0,0 0 71 0,0 0 78 0,0 29 31 15,-2-9 28-15,-2 14 15 0,-1 4 5 16,-1 2 4-16,3 3-7 0,-6 0-4 0,0 9-19 15,3-11-166-15,-1 1-143 0,1-5 0 16,0-2 0-16,4-6 0 0,0-6 0 16,2-4 0-16,2-3 0 0,2-1 0 0,0-1 0 15,4-2 0-15,1-4 0 0,9-4 0 16,0-3 0-16,7-4 0 0,9-7 0 16,2-2 0-16,5-2 0 0,-5-1 0 0,0-1 0 15,-4-1 0-15,3 2 0 0,-9 1-567 16,-1-4-418-16,-3 5 55 0,-8 3 111 15,-3 0-844-15,-2-1-1100 0</inkml:trace>
  <inkml:trace contextRef="#ctx0" brushRef="#br0" timeOffset="15647.98">19821 4182 4985 0,'-22'-9'204'0,"8"2"78"16,0 3 53-16,5-4 16 0,1 2-13 15,4-1-36-15,3 0-29 0,1 7-30 16,14-21-27-16,2 11-21 0,15-4-30 0,5 4-82 16,13-4-107-16,-5 4-133 0,11 1-125 15,3 2-145-15,-11 0-159 0,3 5-206 0,-5-3-43 16,-1 1 97-16,-6 2-667 0,-6 2-857 16</inkml:trace>
  <inkml:trace contextRef="#ctx0" brushRef="#br0" timeOffset="15997.2">20602 4032 4258 0,'0'0'216'16,"-2"-11"43"-16,2 11 32 0,-3-8-10 0,3 8 9 16,-5-6-10-16,5 6-9 0,0 0 8 15,0 0 16-15,-18 21 4 0,7-7-17 0,-7 15 1 16,-1 0-10-16,-5 12-17 0,6-2-178 15,2-5-78-15,5-1 0 0,2 0 0 0,2 0 0 16,6-7 0-16,2-5 0 16,6 2 0-16,0-6 0 0,4-3 0 0,5 1 0 15,1-7 0-15,2-2 0 0,1-1 0 16,-2-4 0-16,1-2 0 0,0-4 0 0,-2 3 0 16,-4-4 0-16,1 2 0 0,-1-3 0 15,-3 0 0-15,-2-2 0 0,-5 1 0 0,1-1 0 16,0 1 0-16,-6-4 0 0,0 5 0 15,0-3 0-15,-1 1 0 0,-3 2 0 0,-1 1 0 16,-2 2 0-16,2 4 0 0,7 0 0 16,-25 2 0-16,10 4 0 0,-2 3-621 15,-3 1-396-15,7-3 108 0,0 2-1010 0,7-3-1342 16</inkml:trace>
  <inkml:trace contextRef="#ctx0" brushRef="#br0" timeOffset="16246.94">20914 4386 5593 0,'18'-3'40'0,"-18"3"39"16,0 0 11-16,0 0 32 0,9 5 42 15,-9-5 38-15,8 10 14 0,-5-2-4 0,5 6-15 16,-4 1-17-16,0 3-13 0,-2 0-13 16,0 2-18-16,-2 3-8 0,-6 4-14 15,-2 2-14-15,-1 1-8 0,-2-5-10 0,-1-2-9 16,0-5-23-16,1-3-50 0,-1-1 0 15,1-4-35-15,-1-3-93 0,3-2-82 0,2-4-94 16,-3-1-132-16,10 0-148 16,-13-12-191-16,7 1-52 0,2-7 91 0,6-4-678 15,0-3-864-15</inkml:trace>
  <inkml:trace contextRef="#ctx0" brushRef="#br0" timeOffset="16629.93">21433 3878 3773 0,'2'-7'15'16,"-1"0"84"-16,-1 7 48 0,2-8 34 16,-2 8 10-16,0 0 2 0,0 0 13 0,0 0 45 15,0 0 34-15,-13 24 10 0,-1 3 0 16,-4 4 9-16,-5 9 5 0,-2 5 0 0,2 0-1 15,1 1-7-15,2 0-13 0,3-2-25 16,6-7-85-16,1-4-178 0,5 0 0 0,3-10 0 16,-1 1 0-16,8-7 0 0,-1-2 0 15,1-1 0-15,4-2 0 0,3-4 0 0,3-1 0 16,3-3 0-16,-2-3 0 0,6-2 0 16,-6-3 0-16,4-1 0 0,-3 0 0 15,0-2 0-15,-3 0 0 0,-3-3 0 16,-4 1 0-16,1-4 0 0,-6 2 0 0,-2-1 0 15,0 0 0-15,-2 1 0 0,-6-5 0 16,4 3 0-16,-5 3 0 0,6 2 0 16,-8 1 0-16,4 2 0 0,0 2 0 0,-3 3 0 15,10 0-229-15,-19 4-755 0,12 0 28 16,-2-1 108-16,9-3-912 0,0 0-1190 0</inkml:trace>
  <inkml:trace contextRef="#ctx0" brushRef="#br0" timeOffset="16946.25">21700 3897 5110 0,'0'-10'21'0,"2"1"52"0,-2 9 34 15,-2-10 21-15,2 10 4 0,0-8-1 0,0 8-3 16,0 0 9-16,0 0 32 0,0 0-24 16,0 0-1-16,27 22-16 0,-15-11-7 0,4 3 2 15,1 10 3-15,0 0 4 0,0 2 6 16,-3 6 15-16,-3 1 10 0,-4 5 18 0,0 0 18 15,-5 3-8-15,-2-2-64 0,-2 4-125 16,-5-2 0-16,-6 7 0 0,2 1 0 0,-4-5 0 16,2-8 0-16,-7-3 0 15,7-1 0-15,-2-5 0 0,0-2 0 0,3-6 0 0,1-5 0 16,3-2 0-16,0-4 0 16,1-1 0-16,-1-5 0 0,5 1 0 0,3-3 0 15,0 0-259-15,-12-15-373 0,12 2-149 16,1-4-122-16,6-3 95 0,0-3-827 15,6-2-1074-15</inkml:trace>
  <inkml:trace contextRef="#ctx0" brushRef="#br0" timeOffset="17162.77">22191 4266 4920 0,'0'0'226'0,"0"0"89"0,0 0 39 15,0 0 22-15,0 0 13 0,0 0 1 0,-5-11-10 16,5 11-38-16,23-13-45 0,-8 7-95 16,6-2-202-16,7-6 0 0,5 2 0 0,-3 2 0 15,3 0 0-15,-7 3 0 0,-1 0-222 16,-3 3-291-16,0 0-138 0,-5 0-159 16,-4 4-51-16,-4 2 96 0,0 0-721 0,-9-2-933 15</inkml:trace>
  <inkml:trace contextRef="#ctx0" brushRef="#br0" timeOffset="17312.02">22394 4332 4113 0,'-24'14'44'0,"7"-1"74"0,2-4 54 0,1 0 64 0,1-2 61 16,6 0 31-16,0-3 37 15,-2 1 27-15,4 0 15 0,5-5-7 0,-10 5-24 16,10-5-36-16,0 0-38 0,0 0-49 16,0 0-205-16,0 0-48 0,46-14 0 0,-14 2-226 15,0-1-246-15,5-4-212 0,9-7-228 16,-7 1 69-16,4 0 95 0,-2-6-717 15,-3 0-912-15</inkml:trace>
  <inkml:trace contextRef="#ctx0" brushRef="#br0" timeOffset="17612.68">23013 3988 4381 0,'-10'-7'219'16,"10"7"74"-16,-5-7 25 0,5 7 20 15,-5-8 7-15,5 8-4 0,0 0-10 0,8-11-25 16,4 11-21-16,-12 0-17 0,26 4-24 15,-6 4-22-15,-4 5-13 0,7 7-118 0,-8 5-91 16,-1 7 0-16,-7 2 0 0,-5 2 0 16,-2 3 0-16,-5 1 0 0,-3-3 0 0,-4 4 0 15,5-6 0-15,-4 0 0 0,1-5 0 16,2-8 0-16,3-1 0 0,1-7 0 0,2-2 0 16,2-2 0-16,6-2 0 15,-1-1 0-15,5-3 0 0,3-3 0 0,0-1 0 16,7-3 0-16,3-2 0 0,-3-2 0 15,5 0 0-15,-2 2 0 0,0-3 0 0,-1 2 0 16,0 1 0-16,-5 0-938 0,-6 2-33 16,-1 1-1165-16,-6-1-1546 0</inkml:trace>
  <inkml:trace contextRef="#ctx0" brushRef="#br0" timeOffset="19078.88">11683 8332 1297 0,'25'-17'213'0,"-3"-1"-2"15,-2 3 11-15,-6 3 27 0,-5 2 9 16,-3 1-9-16,-5 3-45 0,-1 6-27 16,0 0 17-16,-25 0 22 0,-22 17 11 0,-14 12 18 15,-26 24 11-15,-17 13 13 0,-38 28 11 16,-7 11 1-16,0 1 3 0,-5 7-6 0,4-3-1 15,4-2-8-15,12-3-12 0,32-26-10 16,9-2-13-16,1-5-12 0,11-2-15 0,6-8-19 16,10-9-11-16,15-13-14 0,11-8-12 15,6-3-15-15,8-9-83 0,6-4-53 0,4-3 0 16,4-3 0-16,1-2 0 16,3 0 0-16,-1-4 0 0,1 3 0 0,2-1 0 15,2-3 0-15,3-3-36 0,-6 7-253 16,6-7-46-16,0 0-59 0,7 8-68 0,-7-8-73 15,37-8-151-15,-1-6-103 0,12-7 86 16,7-4-645-16,24-18-802 0</inkml:trace>
  <inkml:trace contextRef="#ctx0" brushRef="#br0" timeOffset="19480.7">12047 8189 3832 0,'-17'-10'-31'0,"0"1"20"0,1 2 30 15,0 2 26-15,2 0 26 0,5 2 21 0,0-1 19 16,-2 1 6-16,4-1-4 0,7 4-8 16,-7-1 1-16,7 1 33 0,0 0 26 0,26 37 12 15,10-1-1-15,24 15-10 0,13 11-11 16,17 4-17-16,15 7-12 0,38 19-11 15,-4-3-17-15,1 1-10 0,-29-22-5 16,34 29 5-16,-32-33 26 0,-1-1 10 0,-3-4 22 16,-6 0 7-16,-14-7 3 0,-10-6-8 15,-28-10-4-15,-5-6-1 0,-8 1-6 0,-14-10-4 16,0-2-4-16,-10-4-9 0,0-4 5 0,-5-2-9 16,-1 1-96-16,0-6-20 0,0 4 0 15,-5-4 0-15,1 1 0 0,1-1 0 16,2 0 0-16,-7-4 0 0,9 4 0 15,-9-4 0-15,6 3 0 0,-6-3 0 0,0 0-291 16,0 0-258-16,0 0-202 0,0 0-153 16,0 0 102-16,0 0-862 0,0 0-1102 0</inkml:trace>
  <inkml:trace contextRef="#ctx0" brushRef="#br0" timeOffset="22246.49">8215 10643 4952 0,'-12'5'99'16,"5"-1"32"-16,1-1 30 0,6-3 10 15,-5 5 6-15,5-5 10 0,0 0 15 0,0 0 9 16,0 0 3-16,0 0-16 16,41-16-20-16,-10 4-20 0,3-1-12 0,0-3-15 0,0 3-17 15,2-1-11-15,-4 0-12 16,-2 3-21-16,-6 2-30 0,-6 2-54 0,-1 1-46 0,-5 1-54 15,-3 0-45-15,1 4-47 16,-1-3-51-16,-9 4-64 0,11-2-82 0,-11 2-103 16,0 0-132-16,0 0-110 0,0 0 67 15,0 0-553-15,0 0-695 0</inkml:trace>
  <inkml:trace contextRef="#ctx0" brushRef="#br0" timeOffset="22645.98">8705 10355 3555 0,'0'0'114'0,"4"-9"45"0,-3 3 14 0,-1 6 7 15,6-12-6-15,0 10-16 16,-6 2-16-16,12-6-8 0,-5 6-9 0,-7 0-8 0,23 6-10 16,-10 4-12-16,3 2-4 15,-3 3-1-15,1 9 5 0,-5 6 14 0,-6-1 12 16,-4 5 12-16,-7 4 5 0,-4-1 23 15,-4 9 22-15,-6-7 24 0,8-5 18 0,-2-9 8 16,7-3 11-16,-2-6 1 0,6-4 21 16,-1-1 32-16,3-4-179 0,-1-1-119 0,2-3 0 15,2-3 0-15,0 0 0 0,0 0 0 16,27-1 0-16,-7-6 0 0,5 1 0 16,9 0 0-16,2 1 0 0,1-2 0 0,-6 5 0 15,-3-1 0-15,-2 3 0 0,3 0 0 16,-6 1 0-16,-2 1 0 0,1 0 0 15,-4 3 0-15,0-3 0 0,-7 1 0 0,0-1 0 16,-1 0 0-16,-3 0 0 0,2-1 0 16,-9-1 0-16,14 3 0 0,-14-3 0 0,10 3 0 15,-10-3 0-15,0 0 0 0,0 0-476 16,1-9-279-16,-1 9-172 0,4-14 81 16,0 3 91-16,2 0-752 0,5-7-954 0</inkml:trace>
  <inkml:trace contextRef="#ctx0" brushRef="#br0" timeOffset="23044.02">9865 10183 4476 0,'-19'0'84'0,"6"-2"48"0,2-1 41 0,1 1 27 0,10 2 10 0,-11-3 1 16,11 3-9-16,-10-4 1 0,10 4-13 16,0 0-19-16,0 0-20 0,15-17-10 0,6 9-11 15,8-4-19-15,5 1-9 0,2 0-14 0,-7 5-13 16,0 6-7-16,-8 0 3 16,1 6-7-16,8 7 18 0,-8 1 7 0,-3 6 18 15,0 4 13-15,-6 2 4 0,0 2 5 16,-1-1 3-16,-2 2 1 0,-7-3-111 0,7 5-22 15,-5-5 0-15,3-6 0 0,-4 3 0 16,3-3 0-16,-1 0 0 0,2-1 0 0,-2-3 0 16,-1-3 0-16,1 0 0 0,-1-4 0 15,-1 3 0-15,3-4 0 0,-4-2 0 0,-1 1 0 16,2 1-113-16,-2-6-309 16,-2-2-119-16,0 0-131 0,0 8-203 0,0-8 73 0,0 0 85 15,0 0-660-15,0 0-831 16</inkml:trace>
  <inkml:trace contextRef="#ctx0" brushRef="#br0" timeOffset="23278.47">10141 10454 4037 0,'-16'3'175'0,"0"-1"62"0,5 1 57 16,11-3 49-16,-17 2 41 0,17-2 35 0,-10 3 6 16,10-3 20-16,0 0-11 0,-14 1-20 15,14-1-21-15,0 0-202 0,0 0-191 0,29-9 0 16,3-1 0-16,7 0 0 0,8-4 0 15,-7 2 0-15,3 2 0 0,-7-3 0 16,-6 4 0-16,-5 0 0 0,-7 4 0 16,0 1 0-16,-7 1 0 0,1-2 0 0,-3 5 0 15,-3-2 0-15,-6 2-135 0,0 0-355 16,0 0-96-16,0 0-128 0,0 0-149 0,0 0 87 16,0 0-798-16,0 0-1015 0</inkml:trace>
  <inkml:trace contextRef="#ctx0" brushRef="#br0" timeOffset="23877.82">12543 10221 4732 0,'-10'5'165'0,"7"-2"74"0,3-3 51 0,-9 4 6 0,9-4 3 0,0 0 12 15,0 0 7-15,0 0-17 0,0 0-44 0,47-4-25 16,-23 1-21-16,12-4-25 0,2 0-13 15,1 1-52-15,-1-2-61 0,0 0-75 16,-4 1-97-16,2 0-102 0,-4-1-110 0,-3-1-135 16,3-1-140-16,2-2-166 0,-7-2-47 0,-2 4 80 15,-3 1-683-15,-3-1-865 16</inkml:trace>
  <inkml:trace contextRef="#ctx0" brushRef="#br0" timeOffset="24277.44">13088 9958 3841 0,'0'0'-3'0,"-10"-5"49"16,10 5 16-16,-1-8 7 0,1 8 16 0,3-10 7 16,6 4-1-16,2 1 0 0,3 0-5 15,2 0-9-15,1 1-7 0,0 4-6 0,0 0-5 16,2 0-3-16,-2 2-9 0,2 3 8 16,-1 4 5-16,-3 4 21 0,-1-1 15 15,-3 5 16-15,-6-3 22 0,-3 5 16 16,0 0 12-16,-6 4 26 0,2-3 11 0,-5 3 9 15,1-1 8-15,5-5-7 0,-6 0-13 16,5-2-8-16,0-1-9 0,2 0-13 0,0-2-9 16,2 1-13-16,4-1-13 0,0 2-12 15,4-1-10-15,-1-2-10 0,1 1-99 0,5 1 0 16,-1-1 0-16,-3 1 0 0,0-3 0 16,1 2 0-16,-5 2 0 0,2-3 0 0,0 4 0 15,-6 0 0-15,-3-1 0 0,0 5 0 16,-1-2 0-16,-10 2 0 0,2 0 0 0,-7 4 0 15,0 1 0-15,-7-7 0 0,3-1 0 16,7-3 0-16,-6-3 0 0,6-6 0 16,0 2 0-16,1-6 0 0,-1-2 0 15,3-2 0-15,-3-2-56 0,6-2-639 0,-9-38-294 16,14 29 112-16,8 1 82 16,-3 2-830-16,9 3-1065 0</inkml:trace>
  <inkml:trace contextRef="#ctx0" brushRef="#br0" timeOffset="25145.67">14498 9939 4544 0,'0'0'64'0,"0"0"60"0,0 0 45 0,0 0 25 15,8 4 31-15,-8-4 21 0,0 0 23 0,0 0 16 16,0 0-8-16,0 0-12 0,0 0-22 16,0 0-15-16,0 0-19 0,13 2-17 0,-13-2-15 15,0 0-17-15,19-6-14 0,-19 6-13 16,13-4-92-16,-13 4-41 0,16-6 0 16,-11 3 0-16,3-1 0 0,-3-1 0 0,4-2 0 15,-6-1 0-15,3-2 0 0,-4-1 0 16,-1-2 0-16,-1-3 0 0,-3 1 0 15,-1-1 0-15,-1-1 0 0,-4 2 0 16,0 1 0-16,0 2 0 0,-7 2 0 0,1 2 0 16,0 3 0-16,-4 5 0 0,1 0 0 15,-5 5 0-15,3 5 0 0,1 0 0 0,-1 0 0 16,5 1 0-16,3 6 0 0,1-5 0 16,6 3 0-16,1 1 0 0,2-1 0 0,4-1 0 15,4 1 0-15,-1-1 0 0,7-1 0 16,3 1 0-16,1-6 0 0,-1 0 0 0,-2-2 0 15,4-3 0-15,-1-1 0 0,-2 0 0 16,0-2 0-16,-1-2 0 0,-2 2 0 0,-11 0 0 16,22-2 0-16,-22 2 0 0,14 0 0 15,-14 0 0-15,12 0 0 0,-12 0 0 16,11 8 0-16,-4-2 0 0,0 5 0 0,1 5 0 16,-3 3 0-16,5 3 0 0,2 5 0 15,-1 2 0-15,3-2 0 0,-3 3 0 0,1-3 0 16,-1 1 0-16,-4-7 0 0,0-1 0 15,0-5 0-15,-2 1 0 0,-3-3 0 0,2-3 0 16,0 3 0-16,-4-3 0 0,-4 0 0 16,-2 0 0-16,-1 3 0 0,-9 4 0 0,-7 3 0 15,-4-1 0-15,-3 1 0 0,-1-1 0 16,-3-3 0-16,4-3 0 0,1 1 0 0,13-5 0 16,-2-3 0-16,5 2 0 15,3-4 0-15,1 0 0 0,-1-1 0 0,3-1 0 0,7-2 0 16,-12 5 0-16,8-2 0 15,4-3 0-15,-9 6 0 0,9-6 0 0,-8 4 0 0,8-4 0 16,-8 2 0-16,8-2 0 16,0 0 0-16,-5 4 0 0,5-4 0 0,0 0 0 15,-2 7 0-15,2-7 0 0,-2 6 0 16,2-6-19-16,-4 10-1035 0,3-6 106 0,-10 4-1150 16,2-1-1510-16</inkml:trace>
  <inkml:trace contextRef="#ctx0" brushRef="#br0" timeOffset="25930.46">9214 11952 2327 0,'0'0'178'0,"-18"2"-1"0,1 10 19 0,-9 13 29 15,-11 14-9-15,-16 17-5 0,-8 9-16 16,0 13-12-16,-6 4 2 0,-1 4 1 0,1-7 0 15,6-4 4-15,4-6 4 0,9-6 4 16,14-17-11-16,5-3-14 0,11-14-14 16,-2-1-15-16,5-4-11 0,1-7-15 0,7-3-10 15,2-2-10-15,-4-3-7 0,5-3-14 16,-1 1-21-16,1-3-38 0,1-1-62 16,3-3-74-16,0 0-74 0,0 0-90 0,-16-8-89 15,10-4-103-15,4-2-158 0,-1-3-51 16,3-4 73-16,0-5-412 0,0-1-495 0</inkml:trace>
  <inkml:trace contextRef="#ctx0" brushRef="#br0" timeOffset="26243.85">9010 12012 2807 0,'13'-4'59'0,"-3"4"8"0,-10 0 39 0,20 4 45 16,0 6 32-16,6 8 11 15,12 5 11-15,7 4 12 0,5 4 6 0,0 3-3 16,19 11-8-16,-7 5-16 0,5-1-17 16,-6 7-20-16,-2 1-13 0,0 2-11 0,-3-3-13 15,-13-9-3-15,0-3 8 0,-6-3 22 16,-8-2 4-16,2-1 12 0,-5-3 21 16,-4-10-7-16,-4 1 5 0,-2-7-17 0,-5-2-18 15,1-1-11-15,-5-4-16 0,3-5-12 16,-5 1-8-16,2-1-21 0,-4 0-37 15,3-4-51-15,-6-3-91 0,5 4-90 0,-5-4-95 16,0 0-103-16,0 0-116 0,0 0-133 16,0 0-169-16,0 0 79 0,0 0-679 15,0 0-856-15</inkml:trace>
  <inkml:trace contextRef="#ctx0" brushRef="#br0" timeOffset="26711.52">7157 13972 3764 0,'-12'3'85'0,"12"-3"56"0,-11 2 25 0,11-2 19 0,0 0 18 0,-7 4 18 0,7-4-12 0,0 0 2 15,0 0 0-15,0 0 5 0,0 0-12 16,38-6-21-16,-6-3-15 0,2 1-11 16,7 2-25-16,2-3-17 0,-1 3-24 0,2-2-20 15,-6 2-60-15,-2-1-67 16,-7 3-73-16,-6 1-102 0,-5 1-100 0,-6 1-88 15,-2 2-123-15,-10-1-210 0,10 2 62 16,-10-2 77-16,0 0-401 0,0 0-489 0</inkml:trace>
  <inkml:trace contextRef="#ctx0" brushRef="#br0" timeOffset="27078.35">7687 13759 2775 0,'3'-8'137'0,"4"2"47"15,-1-2 20-15,-5 4 5 0,7-1 4 0,-3 1 4 16,1-2-8-16,4 4-12 16,-10 2-16-16,17 0-3 0,-17 0-4 0,25 8-9 15,-10 2-13-15,0 2 15 0,-4 4-7 16,-1 2 19-16,-2 2 25 0,-6 3 0 0,-2 5 20 0,-6 8 20 16,1 0 9-16,-6-1 8 15,4 0 7-15,1-10-3 0,1-5-7 0,-1-3 3 16,4-3-213-16,1-3-48 0,-2 0 0 15,7-1 0-15,2-2 0 0,1 1 0 0,6-2 0 16,3-2 0-16,7-1 0 0,2-2 0 16,1-1 0-16,4-1 0 0,1-1 0 15,10-3 0-15,-4-1 0 0,-8 3 0 0,-2 0 0 16,-9-1 0-16,2 1 0 0,-5 1 0 16,-2 1 0-16,-2-2 0 0,-2 2 0 0,-9 0 0 15,15-2 0-15,-15 2 0 16,0 0 0-16,13 2 0 0,-13-2-559 0,0 0-308 15,0 0-72-15,12 2 109 0,-12-2-869 16,0 0-1134-16</inkml:trace>
  <inkml:trace contextRef="#ctx0" brushRef="#br0" timeOffset="27543.69">9812 13296 4663 0,'-17'2'10'0,"1"0"33"0,3 0 38 0,3 0 44 16,10-2 53-16,-13 3 38 0,13-3 30 0,0 0 11 16,-13 0 9-16,13 0-7 15,0 0-5-15,0 0-22 0,0 0-22 0,49-10-18 16,-11 5-21-16,7 0-19 0,-6 3-15 0,6 2-16 16,-7 3-11-16,-1 6-14 0,-2 3-4 15,-9 5-12-15,-1 5-80 0,-3 5 0 0,-10 6 0 16,0 2 0-16,-6 2 0 0,-2 1 0 15,-2 2 0-15,-2-1 0 0,0-7 0 16,0-3 0-16,1-3 0 0,-1 0 0 16,0-2 0-16,2-1 0 0,2-1 0 0,-2-7 0 15,2 0 0-15,-3-1 0 0,3-3 0 16,-1-3 0-16,1-3-119 0,-3-1-497 0,-1-4-162 16,0 0-132-16,0 0 82 0,0 0-852 15,15-17-1116-15</inkml:trace>
  <inkml:trace contextRef="#ctx0" brushRef="#br0" timeOffset="27778.58">9951 13701 5009 0,'-17'3'129'0,"2"-1"46"0,5 0 82 16,-1 0 65-16,11-2 36 0,-11 4 29 16,11-4 18-16,0 0-21 0,0 0-3 0,0 0-21 15,0 0-336-15,0 0-24 0,62-19 0 16,-15 3 0-16,9 3 0 0,-3-5 0 15,5-1 0-15,-3 1 0 0,-2-1 0 0,-5 0 0 16,-10 5 0-16,-6 2 0 0,-7 4 0 16,-6 3 0-16,-6 0 0 0,-2 1 0 15,0 1-307-15,-6 1-183 0,-5 2-79 0,0 0-103 16,0 0-187-16,0 0 76 0,0 0 86 16,0 0-600-16,0 0-756 0</inkml:trace>
  <inkml:trace contextRef="#ctx0" brushRef="#br0" timeOffset="28430.32">13545 11405 3697 0,'0'-12'-16'0,"-2"0"4"0,-2 6 3 0,-3 4 12 16,7 2 15-16,-21 16 55 0,-6 11 49 0,-4 12 44 15,-6 10 30-15,-11 19 23 0,-1 6 21 16,-5 8 21-16,2 2-10 0,5 2 9 0,1-4 11 15,6-1-4-15,4-4-5 16,9-17-15-16,1-2-8 0,4-4-13 0,2-5-23 16,4-6-12-16,3-11-23 0,3-1-19 15,3-9-16-15,-1-3-9 0,5-4-15 0,-4-6-12 16,5 2-61-16,-1-2-36 0,-1-3 0 16,2-2-48-16,2-4-174 0,0 0-117 0,0 0-120 15,-3-19-137-15,4 1-165 0,1-5-68 16,7-14 95-16,5-7-696 0,3-2-879 15</inkml:trace>
  <inkml:trace contextRef="#ctx0" brushRef="#br0" timeOffset="28742.66">13355 11480 3810 0,'1'-11'85'0,"-1"1"35"15,0 5-2-15,2-1-4 0,-2 6 4 0,0 0 49 16,0 0 31-16,34 24 21 15,-9 1 16-15,15 9 9 0,6 6-3 0,19 11-12 16,2 3-11-16,-3 0-17 0,6-1-21 16,-6 2-11-16,-3 3-12 0,6-2-11 0,-3 2 26 15,1-7 14-15,0-1 6 0,-14-11 1 16,-3-5 0-16,-2-3-1 0,-5-1-98 16,-7-11-94-16,-10 0 0 0,1-3 0 0,-8-2 0 15,-4-5 0-15,-1-3 0 0,-5 0 0 16,3-1 0-16,-7-2 0 0,5-1 0 15,-8-2 0-15,0 0 0 0,15-4 0 16,-15 4 0-16,10-5 0 0,-10 5-98 0,3-7-546 0,-3 7-203 16,0 0-61-16,0 0 98 15,-18-8-851-15,18 8-1098 0</inkml:trace>
  <inkml:trace contextRef="#ctx0" brushRef="#br0" timeOffset="29126.59">12521 13197 4946 0,'-9'6'102'0,"0"-4"24"0,9-2 21 0,-8 4 33 16,8-4 59-16,0 0 35 0,0 0 7 15,0 0-11-15,0 0-23 0,0 0-25 0,0 0-24 16,35-12-19-16,-12 6-19 15,9-3-32-15,2-1-45 0,2 4-72 0,-2-3-97 16,2-1-127-16,-5 2-144 0,-4 2-176 16,-4 2-193-16,-5-3-103 0,0 3 85 0,-7 2-720 15,-1 0-913-15</inkml:trace>
  <inkml:trace contextRef="#ctx0" brushRef="#br0" timeOffset="29547.08">12859 13071 4149 0,'-1'-8'47'0,"1"3"22"0,0-5 8 16,1 2 15-16,3-3 9 15,4 1 3-15,-1 0-3 0,5-1-4 0,3 3-6 16,0 1-9-16,0 2-5 0,5 0-10 16,-4 3-2-16,0 2-5 0,-1 2-7 0,-1 1 0 15,-2 3-3-15,-1 2 8 0,-4 4 19 16,-3 3 14-16,-8 1 12 0,0 3 6 0,-4 4 13 15,-5 6 22-15,-3 0 16 16,2-3 16-16,3-5 10 0,0-4-10 0,6-3-11 16,-1 0-10-16,4-2 2 0,2-3 7 15,2 1-1-15,6 0-6 0,1-3-14 0,5 2-11 16,5-3-14-16,5 0-118 0,10 0 0 16,3 1 0-16,-1-2 0 0,-3 4 0 15,-5-1 0-15,-5-3 0 0,-2 2 0 0,-4 2 0 16,0 1 0-16,-3-1 0 0,-5 3 0 15,-2 0 0-15,0 3 0 0,-5-1 0 0,-4 3 0 16,-3 1 0-16,-4 1 0 0,-6 5 0 16,-2-1 0-16,-10 0 0 0,4-3 0 0,1-4 0 15,0-2 0-15,3-5 0 16,4-3 0-16,-1 0 0 0,5-4 0 0,-1-2 0 16,-1 0 0-16,13 0 0 0,-14-7-293 15,8 4-587-15,3-4-72 0,3 1 107 0,0 6-931 0,9-18-1205 16</inkml:trace>
  <inkml:trace contextRef="#ctx0" brushRef="#br0" timeOffset="30360.19">14635 12765 4866 0,'0'0'30'0,"0"0"36"16,0 0 36-16,0 0 40 0,0 0 41 0,0 0 45 15,0 0 33-15,0 0 22 16,0 0 1-16,0 0-9 0,0 0-19 0,20 0-19 16,-20 0-20-16,5-5-18 0,-5 5-20 15,0 0-16-15,11-6-17 0,-11 6-72 0,8-6-74 16,-8 6 0-16,10-8 0 0,-7 4 0 15,-3 4 0-15,4-14 0 0,-4 6 0 0,0-2 0 16,-2-4 0-16,0-3 0 0,-5-2 0 16,1-1 0-16,-6 4 0 0,3 1 0 0,-5 1 0 15,1 1 0-15,-1 9 0 16,-6 0 0-16,4 4 0 0,-4 2 0 0,-3 4 0 16,-6 7 0-16,4 3 0 0,9-3 0 0,2 3 0 15,3 1 0-15,5 0 0 0,5-2 0 16,2 2 0-16,3 4 0 0,3-4 0 15,5 2 0-15,7-1 0 0,4 1 0 0,-3-5 0 16,0-4 0-16,-1-1 0 0,1-2 0 16,-4-2 0-16,-1 1 0 0,-1-4 0 15,-1 4 0-15,-6-2 0 0,3-3 0 0,0 5 0 16,-1 0 0-16,-3 4 0 0,2 3 0 16,-3 2 0-16,1 0 0 0,-3 6 0 0,2 1 0 15,-1 0 0-15,-2 4 0 0,-1-2 0 16,-2 1 0-16,1 1 0 0,0-1 0 15,-4-2 0-15,-1-1 0 0,2-1 0 0,-3 0 0 16,1 0 0-16,-5-4 0 0,0 0 0 16,-1-2 0-16,0 1 0 0,-5-5 0 15,1 3 0-15,0-3 0 0,-5-1 0 0,6-2 0 16,-2-1 0-16,3 0 0 0,0 0 0 16,3-2 0-16,1-1 0 0,-1 0 0 0,2 0 0 15,2-2 0-15,6-2 0 0,-12 6 0 16,6-6 0-16,0 4 0 0,6-4 0 0,-12 6 0 15,7-4 0-15,5-2 0 0,-10 5 0 16,4-5-832-16,-1 4-150 0,-1 0 99 0,8-4-985 16,-12 9-1294-16</inkml:trace>
  <inkml:trace contextRef="#ctx0" brushRef="#br0" timeOffset="31159.19">8741 14797 4863 0,'9'-14'-199'0,"-5"6"62"16,2 1 21-16,-6 4 16 0,0 3 37 0,0 0 55 15,-19 14 51-15,-4 9 36 0,-11 14 38 16,-6 11 32-16,-15 24 26 0,-8 6 23 0,-6 9 18 16,-6 0-1-16,2 2 16 15,-2-3 6-15,6-9 7 0,7-4-1 0,2-8-5 16,7-8-5-16,19-17-12 0,1-6-13 15,10-8-17-15,3-4-17 0,6-7-19 16,3-3-17-16,1-1-11 0,2-3-16 0,3-1-103 16,-1-2-8-16,5 0 0 0,1-5 0 15,-9 7 0-15,9-7-125 0,0 0-208 0,0 0-126 16,0 0-132-16,0 0-157 0,12-32-112 16,3 8 89-16,4-2-693 0,4-10-912 0</inkml:trace>
  <inkml:trace contextRef="#ctx0" brushRef="#br0" timeOffset="31494.16">8628 14950 4386 0,'0'-14'131'16,"2"4"1"-16,-2 5-11 0,2 0-13 15,-2 5 5-15,19 0 30 0,-19 0 22 0,52 17 8 16,-1 2-17-16,4 3-2 0,6 5-10 15,20 8-1-15,1 2-17 0,1-1 8 16,8 4 29-16,3 3 27 0,2-2-2 0,-1 2 0 16,6-2 12-16,-8-1-1 0,-3-2-2 15,-12-4-5-15,-22-8-15 0,-6-1-15 0,-10-5-156 16,-8-2-6-16,-5-3 0 16,-7-5 0-16,-5 1 0 0,-4-4 0 0,-1-3 0 15,-3 1 0-15,1-1 0 0,-8-4 0 16,11 5 0-16,-11-5 0 0,0 0 0 0,12 0 0 15,-12 0 0-15,0 0 0 0,0 0 0 16,6-9 0-16,-6 9 0 0,0 0 0 0,0 0-105 16,0 0-523-16,0 0-135 0,0 0-169 15,0 0 85-15,-29-1-825 0,29 1-1108 16</inkml:trace>
  <inkml:trace contextRef="#ctx0" brushRef="#br0" timeOffset="34629.11">8032 15780 4853 0,'-10'8'-31'0,"1"1"8"16,3-4-5-16,3-2 7 0,3-3 21 0,-9 6 56 16,9-6 42-16,0 0 34 0,0 0 19 15,0 0-18-15,0 0-14 0,0 0-12 0,14-29-8 16,3 1-12-16,2-1-18 0,6-10-17 15,0-5-19-15,-5-3-16 0,-4-1-9 16,-3-5-9-16,-9-3-3 0,-6 11 0 16,-7-12-3-16,-9 4 2 0,-6 3-2 15,-6 9 17-15,-3 7-3 0,3 17 0 0,-1 8 1 16,-1 12 0-16,-7 9 10 0,-8 13 7 16,1 10 5-16,4 6 2 0,0 7 17 0,11 2-5 15,7 2 8-15,5-3 6 0,10-1 1 16,5-10 2-16,10-2-3 0,5-6 9 0,8 0 5 15,6-5 4-15,6-8-3 0,6-5-5 16,5-2-4-16,6-8-5 0,11-8-4 16,6-4-9-16,-2-7 1 0,-1-8-27 0,-2-1-20 15,-5-6-16-15,-8-2-12 16,-3-2-6-16,-8-3-1 0,-5 2-2 0,-10-5 4 0,-12 5 2 16,-5 0 2-16,-8 2 3 0,-5 1 2 15,-7 5 6-15,-5 3 2 0,-3 5 0 16,1 11 1-16,-2 9 7 0,-2 4 7 0,-9 8 10 15,-3 9 9-15,4 6 4 0,2 5 20 16,13-4-5-16,4 6-5 0,9-1 6 16,9-5 4-16,3 2 0 0,11-3-7 15,7-1 6-15,9-6-7 0,6-9 1 0,7-6-2 16,3-5-5-16,12-9-6 0,1-5 0 16,-4-8-22-16,0-4-4 0,-6-2-3 0,-3-8-7 15,-5 0-4-15,-7-3-2 16,-6-4 3-16,-6-5 1 0,-6 2-10 0,-11-5 1 15,-5 9 0-15,-4 1 3 0,-4-1 6 16,-6 5-3-16,-2 6 2 0,-8 4 2 0,4 10 2 0,-5 10 1 16,2 10 7-16,-12 8 11 15,-5 15 25-15,4 12-7 0,4 8 27 0,3 8-10 16,7 2 10-16,8 1-9 0,8 2 3 16,9 1-6-16,6-4 0 0,9-2-3 15,9-7-6-15,3-6 2 0,9-6 1 0,6-5-2 16,4-7-3-16,9-9-4 0,1-3-6 15,-11-12-33-15,11-3-14 0,-2-7-8 0,-5-4 6 16,-9-4 5-16,1-7 1 0,-11-2 0 16,-5-4-11-16,-1-5-7 0,-6-3 9 15,-7-4 5-15,-4-3-3 0,-4 7 8 16,-4 4 9-16,-3 10 3 0,-1 5 3 0,-1 7-5 16,-1 4 2-16,-4 8 13 0,6 3 17 15,-23 20 18-15,6 9 12 0,-4 12 14 0,5 8 1 16,5 4 1-16,4 4-9 0,3 0-3 15,6-10-6-15,6 4-4 0,6 3-5 16,13-8 4-16,7-3 1 0,9-5-1 0,4-8-1 16,6-5-8-16,7-8-3 0,-1-9 1 15,4-6-10-15,-1-5-22 0,-2-8-12 0,-7 2-2 16,-4-7 0-16,-12 3 15 0,-6 1-6 16,-9-1 5-16,-5 3 8 0,-6 4 7 15,1-2 8-15,-6 2 0 0,-2 2-1 16,-4 4-2-16,0 0 0 0,0 0-1 0,0 0-2 15,0 0-5-15,0 0-2 0,0 0 4 16,-42 6-15-16,30 0-68 0,3 0-79 0,0 0-100 16,-4-1-147-16,6 3-189 0,-4-2-276 15,1-2 25-15,1 2 87 0,-1 0-643 16,2-1-847-16</inkml:trace>
  <inkml:trace contextRef="#ctx0" brushRef="#br0" timeOffset="38357.74">7792 13307 3785 0,'2'-5'-56'0,"-2"5"41"0,4-10 27 0,-4 10 38 15,2-9 19-15,-1 4 33 0,-1 5 8 16,-1-9 9-16,1 9 2 0,-6-6 0 0,6 6-10 16,-14-9-6-16,5 6-11 0,2-1 4 15,7 4 0-15,-22-3 3 0,5-1 0 16,0 4-8-16,-4 0-4 0,-6 2-2 0,-9 3-15 16,-2 2 0-16,-2 2-7 0,-2 1 2 15,-9 4 2-15,-1 3-4 0,-3 5-5 0,-1 0-5 16,3 2-5-16,-2 8 3 0,4-3 7 15,-1 0-3-15,1 2 3 0,3-1-2 16,5 1 2-16,0 2-1 0,0-1-3 0,6-1 2 16,1 2-6-16,5-2-4 0,4 1-2 15,7-2 1-15,1-1-2 0,4 3 23 16,1 2-2-16,5-3 2 0,3 6 0 16,0-4-4-16,6 3-1 0,5 1 4 0,-2-3-3 15,6 0-9-15,4 2 0 0,5 3-5 16,-1-4 3-16,7 4-6 0,5-1 1 0,0-2 2 15,-1 2-9-15,3-4-1 0,-1-1-1 16,1-1-4-16,3-3 3 0,0-2 3 0,-2-4-2 16,6 1 6-16,-8-5 5 0,2-1 1 15,4-2 4-15,-1-3 0 0,-1-2-8 0,0 0-47 16,3-3 0-16,-1-3 0 0,2 0 0 16,-6-4 0-16,12 0 0 0,0-2 0 0,-1 0 0 15,3-4 0-15,-2 2 0 16,2-2 0-16,-1 0 0 0,2-2 0 0,-4 1 0 15,1 0 0-15,-4-3 0 0,-2 2 0 16,1-4 0-16,-3 2 0 0,-4-3 0 0,2-2 0 16,-1-1 0-16,-3-3 0 0,-3 1 0 15,2 0 0-15,-5-2 0 0,1-3 0 16,-2 1 0-16,-2-1 0 0,0 0 0 0,-1 0 0 16,-2-2 0-16,1 0 0 0,-6-2 0 15,0-1 0-15,-1 0 0 0,-1 4 0 0,-5 2 0 16,2-12 0-16,1 1 0 15,-3 1 0-15,-2-3 0 0,-1 1 0 0,-3 4 0 16,0-8 0-16,-2 0 0 0,-3 1 0 16,-2-3 0-16,-9-11 0 0,-3-3 0 0,-4-3 0 15,-3 2 0-15,-7-1 0 0,-12-12 0 16,-5 3 0-16,-2 9 0 0,7 11 0 0,-5 7 0 16,-3 1 0-16,-10 8 0 0,0 10 0 15,-2 7 0-15,-3 4 0 0,-3 11 0 0,-3 8 0 16,2 1 0-16,-14 16 0 0,0 2 0 15,9 5 0-15,21-2 0 0,2 0 0 0,6 1-547 16,5 2-82-16,9-3-129 16,0-2-123-16,10-9 86 0,5 0-763 0,10-5-1001 15</inkml:trace>
  <inkml:trace contextRef="#ctx0" brushRef="#br0" timeOffset="39840.79">10391 13026 4122 0,'5'-10'-136'0,"-2"3"42"0,-1 0 46 0,-2-2 39 15,2 4 42-15,-2 5 28 0,0-12 20 0,0 12 27 16,-2-10 14-16,0 7 8 16,2 3 5-16,-3-9 2 0,3 9-1 0,-5-8-10 15,-1 4-11-15,6 4-9 0,-11-5-5 16,1 2-4-16,1-1-8 0,-4 2 0 0,-1-1 2 16,-1 3 0-16,-4-3-2 0,-1 3-2 15,-2 0-3-15,-3 0-2 0,-3 1-2 16,-1 1 5-16,-9 3-2 0,0-1-3 0,0 1-5 15,-2 0-3-15,2 2-11 0,1 0 1 16,1-1-11-16,-2 3-1 0,2 0-11 16,2 2-6-16,2 3 3 0,-3-2-10 15,2 0 4-15,5 3-9 0,-2 1-2 0,3-1 0 16,0 1 1-16,1 5-6 0,2-2-5 16,-1 1 1-16,3 3 2 0,-1 2-1 0,2-1-3 15,4 2-4-15,-4-1 1 0,5 1-1 16,2 1-1-16,0-1 1 0,1 3 2 0,5 1-5 15,-4 1-1-15,7-6 3 0,-1 8 1 16,5-6 2-16,-1 1 1 0,2 10-3 0,2-1 0 16,-1 5-1-16,3-5 6 15,3 2-1-15,0 3 9 0,0-3 0 0,4 0 2 0,-1-3 4 16,3-2 0-16,0 0 1 0,3-2 3 16,4-3-3-16,-4 0-2 0,5-1-5 0,4-4 7 15,-1 1 2-15,5-4-2 16,8 3 0-16,3 1-3 0,1-4-7 0,5-2 5 15,3-1-1-15,3-1-3 0,5-4-2 16,-1-2 6-16,5-2-10 0,2-1-1 0,-1-6 6 16,3-2-2-16,-11-1-2 0,9-2 0 15,-4-5 11-15,-2-1 6 0,2-7 4 16,-4-1 2-16,-2-1 0 0,3-7-4 0,-5 0 9 16,-2-6 12-16,1-2 10 0,0-3 5 15,-7 0 1-15,-3 2 4 0,-1-4-1 0,-3 0-69 16,-2 1 0-16,-5-3 0 15,0 1 0-15,-5-2 0 0,-3 1 0 0,-4-3 0 16,-6 4 0-16,0-1 0 0,-6-3 0 16,-5 1 0-16,-2-7 0 0,-8-5 0 0,-5-4 0 15,-8-3 0-15,-15-11 0 0,-8 1 0 16,-8 6 0-16,-7 2 0 0,-9 10 0 0,-4 10 0 16,-4 8 0-16,11 19 0 0,-5 9 0 15,-1 9 0-15,1 11 0 0,-3 5 0 0,-8 16 0 16,10 4-27-16,14-6-382 0,8 7-110 15,3-4-110-15,7 5-218 0,2-5 20 0,8 0 86 16,9-6-685-16,3-2-876 0</inkml:trace>
  <inkml:trace contextRef="#ctx0" brushRef="#br0" timeOffset="44422">6955 9101 3924 0,'-4'-8'-27'0,"-3"0"57"0,3 0 51 16,3 3 36-16,1 5 26 0,-11-4 15 15,11 4 4-15,0 0 3 0,0 0 19 16,0 0 15-16,-23 17 29 0,16 0 1 0,-2 13 1 15,-2 5-4-15,0 1-11 0,6 1-14 16,-3 4-17-16,5 2-19 0,1-2-19 0,-3 0-10 16,5-4-12-16,-2 0-16 0,2-8-10 15,0-6-10-15,0-3-10 0,-1-3-6 16,1-3-11-16,1 0-7 0,-2-1-27 0,1-4-27 16,0-2-34-16,0-2-58 0,0-5-67 15,0 0-50-15,0 0-43 0,0 0-41 16,1-45-24-16,1 9-8 0,3-5 15 15,0-13 26-15,1-10 24 0,0 0 32 0,-5 1 22 16,3 2 39-16,-2 15 53 0,3 5 58 16,-5 10 53-16,1 6 56 0,-2 6 29 0,1 0 21 15,0 5 11-15,0 1-2 0,0 6 5 16,1 2 36-16,-1 5 30 0,0 0 20 0,0 0 1 16,24 25-1-16,-4 1-2 0,1 2-3 15,4 7-10-15,7-1-13 0,-1 0-15 0,1-1-15 16,2-1-15-16,-3 1-12 0,1-4-14 15,-7-6-8-15,-5 1-14 0,0-3-4 16,-4-4-17-16,-5-3-24 0,-2-2-35 16,-2-1-27-16,2-1-42 0,-6-3-38 0,1 2-35 15,1-6-35-15,-5 3-41 0,0-6-36 16,0 0-32-16,0 0-11 0,0 0 10 16,0 0 22-16,0 0 24 0,-12-25 27 0,6 12 32 15,0 1 39-15,-6-2 53 0,1 1 55 16,-1 1 50-16,-1 3 36 0,-6-1 31 0,-2 4 30 15,-1 0 14-15,-5 3 3 0,-2 3-10 16,-9 1-11-16,-1 5-6 0,0 0-5 0,1 3-16 16,-3-1-6-16,7 4-8 0,4-3-10 15,7-1-14-15,0 1-33 0,4-2-43 0,4 0-56 16,-1-1-77-16,4 0-87 16,-1 0-92-16,2-1-100 0,0-2-194 0,1 1-21 15,3-2 73-15,-1 1-404 0,8-3-464 16</inkml:trace>
  <inkml:trace contextRef="#ctx0" brushRef="#br0" timeOffset="44774.5">7321 8909 3184 0,'-2'-10'276'0,"2"1"34"16,0 9 26-16,-4-12-1 0,4 12-14 15,0-6-27-15,0 6-18 0,0 0 5 16,0 0 29-16,0 0 12 0,13 37-16 16,-4-4-17-16,-2 4-24 0,6 13-7 0,-3 2-1 15,-1-1-16-15,2 1-11 0,-4-11-130 16,4 7-100-16,-4-7 0 0,5-4 0 0,-2-3 0 16,-1-3 0-16,-2-7 0 15,2-4 0-15,-4-6 0 0,3-2 0 0,-3 0 0 0,5-2 0 16,0-3 0-16,-1-7 0 15,1 3 0-15,-10-3 0 0,24-3 0 0,-7-3 0 0,-4 0 0 16,1-1 0-16,-1-3 0 16,3 4 0-16,-7-2 0 0,5-1 0 0,-3 1 0 15,-4-2-194-15,-3 1-437 0,0 1-115 16,-4-4-149-16,0 2 79 0,-6-3-854 0,1-1-1105 16</inkml:trace>
  <inkml:trace contextRef="#ctx0" brushRef="#br0" timeOffset="44955.66">7281 8928 4327 0,'-19'-3'-17'0,"4"1"86"0,3 0 49 15,3 0 48-15,9 2 33 0,-11-4 25 0,11 4 18 16,0 0 3-16,-16-2-11 16,16 2-20-16,0 0-18 0,-2-7-19 0,2 7-21 15,11-10-22-15,3 3-68 0,-1 0-78 16,8-1-90-16,1 2-103 0,-6 1-134 0,7-1-137 15,0 4-164-15,1 0-100 0,-6 2 86 16,3-2-564-16,0 6-682 0</inkml:trace>
  <inkml:trace contextRef="#ctx0" brushRef="#br0" timeOffset="45307.42">7509 8919 3519 0,'0'0'136'0,"-14"0"59"0,14 0 36 0,0 0 17 15,-11 2 2-15,11-2 0 0,0 0-12 16,-11 2-24-16,11-2-19 0,0 0-2 16,0 0 1-16,0 0-8 0,16 15-11 0,-7-6-9 15,-1 5-18-15,4 1-12 0,3 11 9 16,-3 1 6-16,-3 2 1 0,-2 0 0 0,-1-2 12 16,-3-4 10-16,-1 1 14 0,1-1 8 15,-3-6-1-15,2-3-195 0,-2-1 0 0,2-1 0 16,0-3 0-16,-1-1 0 0,-1-1 0 15,2-2 0-15,2 0 0 0,-4-5 0 16,15 2 0-16,-3-4 0 0,-12 2 0 0,27-5 0 16,-15 2 0-16,2-2 0 0,1 0 0 15,-1 1 0-15,-1 1 0 0,-2-2 0 16,1 3 0-16,-1-2 0 0,-2 3 0 0,0-1 0 16,-9 2-491-16,14-3-224 0,-8-1-199 15,-6 4 60-15,8-3 103 0,-8 3-768 0,8-4-964 16</inkml:trace>
  <inkml:trace contextRef="#ctx0" brushRef="#br0" timeOffset="45555.59">7893 9165 4221 0,'0'0'91'0,"0"0"50"0,0 0 33 0,0 0 9 15,0 0 21-15,0 0 33 0,0 0 26 16,0 0 9-16,25 4-6 0,-25-4-16 0,15 9-18 15,-7-1-18-15,1 2-15 0,0 0-16 16,-1 2-19-16,-2 0-16 0,0 2-13 0,-3 1-13 16,-1 2-14-16,-2-3-10 0,-2 3-16 15,1-2-24-15,-3 2-27 0,-2-3-45 0,-2-2-62 16,4-4-65-16,-1 1-81 0,-1-4-99 16,-1-1-117-16,7-4-123 0,0 0-145 0,-20-10-89 15,15 1 78-15,-1-5-672 16,0-3-843-16</inkml:trace>
  <inkml:trace contextRef="#ctx0" brushRef="#br0" timeOffset="45922.91">7929 8863 3883 0,'-8'-6'83'0,"8"6"56"0,-11-2 40 16,11 2 31-16,0 0 30 0,-10-4 18 15,10 4 20-15,0 0 12 0,0 0 0 0,-9-7-18 16,9 7-29-16,0 0-20 0,0 0-22 15,18-13-19-15,-6 6-24 0,3 1-18 0,-1 4-10 16,-1 1-15-16,3 0-15 16,-16 1-10-16,28 4-4 0,-13 6-6 0,-1-3 4 15,-1 9 14-15,-1-1 13 0,-3 5-83 16,-3 1-28-16,-3 2 0 0,-1 3 0 0,-2-1 0 16,2 1 0-16,-2-6 0 0,-2 1 0 15,4-1 0-15,-2-6 0 0,0 3 0 0,0-5 0 16,2-1 0-16,2 1 0 0,0-3 0 15,4-1 0-15,-1-2 0 0,2 0 0 0,3-2 0 16,-1-2 0-16,1 1 0 0,1-1 0 16,-13-2 0-16,22 0 0 0,-9-2 0 15,0-1 0-15,0 1 0 0,-2-4 0 16,1 2 0-16,1-6 0 0,-2 3 0 0,-2-2 0 16,-2-6-368-16,1 1-639 0,-5-1 85 15,2-2 101-15,-3-2-904 0,-4-1-1159 16</inkml:trace>
  <inkml:trace contextRef="#ctx0" brushRef="#br0" timeOffset="46207.44">8146 8642 4504 0,'-13'-2'-3'0,"13"2"86"0,0 0 59 16,-16-4 48-16,16 4 26 0,0 0 0 16,-7-4-4-16,7 4 2 0,0 0 11 0,0 0 0 15,0 0-8-15,0 0-13 0,55 10-13 16,-26 2-16-16,3 3-6 0,-5 6 0 15,0 3 0-15,3 6 0 0,-5 8 8 16,-2 0 5-16,-4 5-37 0,0 3-145 0,-2 2 0 16,-3-2 0-16,1 1 0 0,-6-10 0 15,1 0 0-15,-1-4 0 0,2-1 0 16,0-6 0-16,-8-6 0 0,1-3 0 0,1-3 0 16,-3-4 0-16,2 0 0 0,-2-1 0 15,0-4 0-15,-2-5 0 0,0 0 0 0,0 0-208 16,0 0-563-16,4-27-179 0,-4 10 83 15,2-11 97-15,2-11-803 0,1-3-1015 16</inkml:trace>
  <inkml:trace contextRef="#ctx0" brushRef="#br0" timeOffset="46424.46">8678 8802 4731 0,'0'0'188'15,"0"0"64"-15,0 0 44 0,0 0 34 0,0 0 25 16,0 0 9-16,-32 12 17 0,32-12 10 15,0 0 3-15,0 0-29 0,0 0-221 0,0 0-144 16,0 0 0-16,45-10 0 0,-31 5 0 16,4 0 0-16,-2-2 0 0,1 2 0 15,-2-2 0-15,-2 2 0 0,3 0-144 16,-1-2-487-16,-3 5-119 0,-3-3-143 0,-2 4 79 16,-7 1-873-16,0 0-1121 0</inkml:trace>
  <inkml:trace contextRef="#ctx0" brushRef="#br0" timeOffset="46621.67">8734 9000 4802 0,'-11'12'150'0,"4"-3"85"16,1-4 67-16,-1 2 48 0,3-2 46 15,4-5 55-15,-10 6 21 0,10-6 5 0,-7 4-15 16,7-4-368-16,0 0-94 0,0 0 0 16,0 0 0-16,28-4 0 0,-13 1 0 0,1-4 0 15,2 2 0-15,-4-2 0 0,2 2 0 16,-1 2 0-16,1-3 0 0,-5 3 0 15,0 0 0-15,-3 1 0 0,-1 0 0 0,-7 2 0 16,13-1 0-16,-13 1 0 0,0 0-513 16,0 0-269-16,0 0-142 0,0 0 91 15,0 0-915-15,-9 17-1179 0</inkml:trace>
  <inkml:trace contextRef="#ctx0" brushRef="#br0" timeOffset="48621.15">9128 8599 4641 0,'-14'2'-81'0,"3"0"77"15,-1 1 62-15,1 0 52 0,5 1 43 0,6-4 37 16,-15 2 27-16,15-2 25 16,-10 3 10-16,10-3 7 0,0 0 0 0,0 0-3 15,-12 2-15-15,12-2-12 0,0 0-13 16,0 0-14-16,0 0-15 0,0 0-19 0,36-14-17 15,-22 11-18-15,4-1-21 0,0 0-112 16,-4 4 0-16,4 4 0 0,0 4 0 0,0 5 0 16,2 7 0-16,1 4 0 0,-5 4 0 15,-1 2 0-15,-3 4 0 0,-3-1 0 16,0 0 0-16,-3 2 0 0,0-2 0 0,-2 0 0 16,0-7 0-16,0-2 0 0,-3-5 0 15,1-1 0-15,0-1 0 0,0 0 0 16,2-5 0-16,-4 0 0 0,1-3 0 0,-1 1 0 15,2-3 0-15,0 0 0 0,1 0 0 16,-3-7 0-16,4 3 0 0,-4-3 0 0,0 0 0 16,7-12-583-16,-5-2-232 0,-2 1-87 15,2-1 78-15,-2-3-899 0,-2 3-1157 16</inkml:trace>
  <inkml:trace contextRef="#ctx0" brushRef="#br0" timeOffset="48805.68">9293 8950 4543 0,'-16'4'1'0,"16"-4"98"0,-18 2 76 16,18-2 75-16,-13 1 67 0,13-1 48 0,-14 2 33 15,14-2 16-15,-9 2 26 0,9-2 0 0,0 0-13 16,-12 0-105-16,12 0-322 16,0 0 0-16,0 0 0 0,0 0 0 0,0 0 0 15,33-14 0-15,-16 7 0 0,4-1 0 16,6-5 0-16,-3 3 0 0,-3 2 0 0,1-1 0 16,-6 1 0-16,0 2 0 0,-1-3 0 15,0 5-476-15,-5-4-383 0,0 4-63 0,-5 0 97 16,-5 4-913-16,6-4-1169 0</inkml:trace>
  <inkml:trace contextRef="#ctx0" brushRef="#br0" timeOffset="51087.46">14241 8714 4408 0,'-4'-7'-84'0,"0"2"86"16,2-1 40-16,2 6 35 0,-7-4 3 15,7 4 26-15,0 0 33 0,-14 13 18 16,9 3 15-16,-6 1 6 0,-3 12-2 0,1 1-2 15,1 4-10-15,-1 1-3 0,-3 0-17 0,9-4-4 16,-3 1-18-16,5-6-5 16,-2-9-18-16,6 0-7 0,-1-7-5 0,-2 2 4 15,2-2 20-15,2-4 24 0,-2 0 25 16,2-6 5-16,0 0-10 0,0 0-11 0,0 0-15 16,-2-22-14-16,2 5-10 0,2-7-13 15,0-2-56-15,2-15-36 0,1 2 0 0,0 1 0 16,1 1 0-16,-3 4 0 0,1 7 0 15,1 9 0-15,-1 1 0 0,-2 5 0 0,0 2 0 16,3 4 0-16,-2 1 0 0,-3 4 0 16,0 0 0-16,24 9 0 0,-10 0 0 15,6 2 0-15,2 5 0 0,4 1 0 16,-1 0 0-16,2 0 0 0,2 0 0 0,-2 0 0 16,-1-5 0-16,-5 0 0 0,-6-1 0 15,-2-5 0-15,-1 2 0 0,-2-4 0 0,-3 2 0 16,0 0 0-16,-2-3 0 0,1-1 0 15,-6-2 0-15,7 8 0 0,-7-8 0 0,0 0 0 16,0 0 0-16,0 0 0 0,-19 7 0 16,6-7 0-16,-5 3 0 0,0 3 0 0,-4-3 0 15,-1-1 0-15,-2 6 0 0,3-4 0 16,1 1 0-16,0 2 0 0,0-2 0 0,7 1 0 16,0 0 0-16,-2-1 0 0,7 0 0 15,0 0 0-15,-2 0 0 0,4-1 0 0,1-1 0 16,6-3-289-16,-7 5-440 15,7-5-191-15,0 0 49 0,0 0 103 0,0 0-801 16,34-20-1012-16</inkml:trace>
  <inkml:trace contextRef="#ctx0" brushRef="#br0" timeOffset="51358.51">14678 8632 4677 0,'-3'-9'142'0,"1"4"58"0,2 5 38 0,-6-11 18 0,6 11 8 15,-1-6-1-15,1 6-2 16,0 0 49-16,0 0 21 0,0 0 11 0,1 41-3 0,1-18 1 16,0 2-112-16,5 11-228 15,-2 0 0-15,3-1 0 0,1 1 0 0,-1-1 0 16,3-2 0-16,0-2 0 0,1 0 0 16,-1-6 0-16,0-5 0 0,1-4 0 0,-2-2 0 15,1-4 0-15,1-2 0 0,-3 0 0 16,0-4 0-16,1-2 0 0,-10-2 0 0,25-2 0 15,-10-4 0-15,-1-3 0 0,1-1 0 16,1-4 0-16,-4-1 0 0,6-7-8 16,-3 3-963-16,-6 0 6 0,1 1 111 0,-2 3-980 15,-5 0-1261-15</inkml:trace>
  <inkml:trace contextRef="#ctx0" brushRef="#br0" timeOffset="51572.66">14594 8630 5419 0,'-24'-5'117'0,"9"0"74"0,2 0 48 0,4 3 38 16,0-4 12-16,9 6 3 0,-7-12-17 15,9 6-14-15,1-5-25 0,9 1-26 0,12-7-27 16,6 1-24-16,2-1-116 16,14-2-43-16,-10 7 0 0,1 0-155 0,-5 2-101 15,-6 5-84-15,-7 2-85 0,-1 3-55 16,-5 1-46-16,-6 1-56 0,1 3-101 0,-4-2-32 15,0 6 78-15,-8 0-517 0,-1 2-620 16</inkml:trace>
  <inkml:trace contextRef="#ctx0" brushRef="#br0" timeOffset="53155.41">15024 8625 2996 0,'0'0'-2'15,"0"0"57"-15,0 0 43 0,0 0 39 16,0 0 21-16,0 0 23 0,0 0 19 16,0 0 19-16,0 0 8 0,0 0 5 0,0 0 0 15,0 0 4-15,0 0 4 0,0 0 6 16,0 0-5-16,0 0 5 0,0 0 9 0,0 0 5 15,0 0 4-15,0 0 0 0,0 0-12 16,0 0 5-16,0 0-4 0,0 0 6 0,0 0-74 16,0 0-185-16,0 0 0 15,-14 0 0-15,14 0 0 0,0 0 0 0,0 0 0 16,-5 7 0-16,5-7 0 0,-2 15 0 16,2-3 0-16,2 0 0 0,-1 2 0 0,1 1 0 15,3 0 0-15,1 1 0 0,-1-3 0 16,2-1 0-16,4 0 0 0,-4-1 0 0,4-3 0 15,0 2 0-15,-1-6 0 0,1-1 0 16,0-1 0-16,-11-2 0 0,18 0 0 0,-18 0 0 16,25-9 0-16,-16 3 0 0,1-3 0 15,1-3 0-15,1 0 0 0,-6 0 0 0,1-2 0 16,-1 1 0-16,-1 1 0 16,1 3 0-16,-2 1 0 0,0 1 0 0,-2 2 0 0,-2 5 0 15,0 0 0-15,0 0 0 16,0 0 0-16,9 14 0 0,-7-4 0 0,0 3 0 15,0 1 0-15,2 1 0 0,-3 4 0 16,3-1 0-16,1 3 0 0,0-1 0 0,-1-3 0 16,0 1 0-16,-1-1 0 0,-1-5 0 15,2 3 0-15,0-3 0 0,0-2 0 0,-2-1 0 16,0-1 0-16,4-4-748 0,-3 2-210 16,3-4 80-16,-6-2 94 0,14 2-856 0,-14-2-1079 15</inkml:trace>
  <inkml:trace contextRef="#ctx0" brushRef="#br0" timeOffset="53370.53">15453 8874 4563 0,'3'-6'78'0,"-3"6"63"0,0 0 49 0,0 0 32 0,0 0 47 15,0 0 30-15,0 0 15 0,0 0 1 0,0 0-7 16,0 0-15-16,-3 24-6 0,3-15-28 16,0-1-22-16,0 6-23 0,0-2-23 0,-4 5-180 15,2 0-11-15,-2 2 0 0,1 0 0 16,-6-2 0-16,2 2 0 0,0-2 0 0,-3-4 0 15,0-1 0-15,1-3 0 0,3-2-12 16,-2-4-403-16,3-1-95 0,5-2-84 0,0 0-92 16,-17-9-135-16,13-3 65 0,2 0-739 15,2-5-943-15</inkml:trace>
  <inkml:trace contextRef="#ctx0" brushRef="#br0" timeOffset="53736.09">15479 8649 3886 0,'2'-5'27'0,"-2"-3"94"0,0 4 47 15,0 4 28-15,0 0 14 0,0 0 16 16,0 0 40-16,0 0 28 0,0 0 12 0,0 0-3 16,0 0-16-16,0 0-12 0,11 20-33 15,-7-11-22-15,4-1-23 0,-4-1-18 0,4 2-18 16,-3-2-16-16,3-1-7 0,0-1-16 16,-3-1-9-16,5-3-10 0,0 1-97 0,-10-2-6 15,16-2 0-15,-4-3 0 0,-1 2 0 16,-1-2 0-16,-5 0 0 0,5 0 0 15,-2 1 0-15,-8 4 0 0,11-7 0 16,-5 6 0-16,-6 1 0 0,8-6 0 0,-8 6 0 16,0 0 0-16,0 0 0 0,0 0 0 15,14 9 0-15,-10-2 0 0,-1 2 0 0,3 1 0 16,-5 0 0-16,3 2 0 0,2-2 0 16,-5 2 0-16,5-2 0 0,-2 2 0 0,0-1 0 15,4 1 0-15,-5-4 0 0,5 1 0 16,-5-2 0-16,-1-2 0 0,5 3 0 15,-4-5 0-15,-3-3 0 0,6 8 0 16,-6-8-11-16,6 0-784 0,-6 0-172 0,0 0 91 16,0 0 92-16,9-11-834 0,-7 3-1058 15</inkml:trace>
  <inkml:trace contextRef="#ctx0" brushRef="#br0" timeOffset="54004.16">15758 8415 4770 0,'-8'-10'85'0,"4"3"59"0,1-1 31 15,3 8 24-15,-7-7 38 0,7 7 4 0,-2-7-16 16,2 7-9-16,0 0-6 0,0 0 3 16,0 0-4-16,0 0-14 0,0 0-18 0,47 14-15 15,-33-2-14-15,10 5-15 16,-1 2-4-16,-5 3-2 0,3 3 2 0,-3 1-62 16,0 6-67-16,-4-3 0 0,-1 2 0 15,-3 4 0-15,1 0 0 0,-5 0 0 0,-1 1 0 16,-1 1 0-16,3-3 0 0,-5-5 0 15,-1-5 0-15,-1-6 0 0,0 2 0 0,0-5 0 16,0-1 0-16,2-2 0 0,-2-2 0 16,0-1 0-16,-2-2 0 0,2-7 0 0,-3 6 0 15,3-6-635-15,0 0-234 16,0 0-39-16,-14-15 99 0,17 5-881 0,8-8-1126 0</inkml:trace>
  <inkml:trace contextRef="#ctx0" brushRef="#br0" timeOffset="54221.37">16292 8560 4928 0,'0'0'165'0,"0"0"61"0,0 0 37 15,0 0 30-15,0 0 23 0,0 0 15 16,0 0 7-16,0 0 2 0,0 0-20 0,0 0-20 16,0 0-32-16,0 0-165 15,0 0-103-15,25-7 0 0,-14 3 0 0,3 0 0 16,2-1 0-16,-1 2-134 0,1-3-360 15,-4 1-149-15,4 1-169 0,-5 0-43 0,-2 1 104 16,2 3-780-16,-11 0-976 0</inkml:trace>
  <inkml:trace contextRef="#ctx0" brushRef="#br0" timeOffset="54372.54">16342 8654 4342 0,'-11'10'121'16,"2"-3"82"-16,1 0 50 0,0-4 53 15,5 1 31-15,3-4 29 0,-10 7 8 0,10-7-2 16,-8 6-4-16,8-6-22 0,-2 7-29 15,2-7-36-15,0 0-76 0,10 12-205 16,-6-7 0-16,3-1 0 0,-1-3 0 0,4 3-54 16,-10-4-455-16,19 0-223 0,-5-4-190 15,0 1 95-15,2-2 81 0,1 0-751 16,2-4-943-16</inkml:trace>
  <inkml:trace contextRef="#ctx0" brushRef="#br0" timeOffset="55053.16">16739 8365 3970 0,'0'0'-51'0,"0"0"94"0,0 0 73 0,0 0 51 15,0 0 45-15,0 0 38 16,15 14 36-16,-15-14 14 0,0 0 19 0,4 9 0 15,-4-9-12-15,6 5-21 0,-6-5-18 16,0 0-22-16,5 3-16 0,-5-3-23 0,0 0-15 16,0 0-21-16,20-1-15 0,-20 1-17 15,11-5-81-15,-11 5-58 0,12-11 0 0,-9 5 0 16,3-2 0-16,-2-1 0 0,-3-2 0 16,1-2 0-16,-4 2 0 0,1-3 0 15,-1 2 0-15,-6 0 0 0,1 1 0 16,-1 0 0-16,-3 3 0 0,1 2 0 0,-2 4 0 15,12 2 0-15,-22 4 0 0,12 1 0 16,-3 1 0-16,1 2 0 0,3 0 0 0,0 5 0 16,1-1 0-16,2 0 0 0,0-1 0 15,2 1 0-15,4-1 0 0,0-1 0 0,2-2 0 16,2 1 0-16,2 0 0 0,0-4 0 16,1 0 0-16,4-3 0 0,3 1 0 0,-4-3 0 15,1 0 0-15,-11 0 0 0,17 2 0 16,-8 0 0-16,-9-2 0 0,0 0 0 0,18 1 0 15,-12 3 0-15,-6-4 0 0,9 14 0 16,-6-3 0-16,2 1 0 0,-1 5 0 0,-2 3 0 16,0 1 0-16,-1 3 0 15,1-1 0-15,2 2 0 0,-2-2 0 0,0-2 0 16,-2-3 0-16,0 2 0 0,1-3 0 16,-1-2 0-16,0-1 0 0,0-2 0 0,-1 0 0 15,-1-2 0-15,-2 0 0 0,0 2 0 16,-1-3 0-16,-4 1 0 0,-2 0 0 0,0 0 0 15,-3-3 0-15,0 3 0 0,0-4 0 16,1 0 0-16,4-1 0 0,-3-1 0 0,2 0 0 16,1 1 0-16,-1-2 0 0,4-1 0 15,-3 2 0-15,9-4 0 0,-14 7 0 0,7-6 0 16,7-1 0-16,-15 5 0 0,11-3 0 16,-6 4 0-16,7-4 0 0,-7 2 0 0,5 0-134 15,-2 1-905-15,4 0 114 16,-3 2-1147-16,2 1-1485 0</inkml:trace>
  <inkml:trace contextRef="#ctx0" brushRef="#br0" timeOffset="58586.44">7450 8997 700 0,'0'0'197'0,"0"0"-45"0,0 0-16 0,0 0-20 15,0 0-20-15,0 0-9 0,3 6 0 0,-3-6-3 16,0 0 17-16,0 0-1 0,0 0 3 15,0 0 12-15,0 0 7 0,0 0 6 16,0 0 6-16,0 0 6 0,0 0 10 16,0 0 5-16,0 0 7 0,0 0-3 0,0 0 0 15,0 0-5-15,0 0 2 0,0 0-3 16,0 0-1-16,0 0-8 0,0 0-7 0,0 0-14 16,0 0-4-16,0 0-10 0,0 0-9 15,0 0-11-15,0 0-6 0,0 0-7 0,0 0-3 16,0 0 4-16,0 0 2 15,0 0-2-15,0 0-1 0,0 0 3 0,0 0-5 16,0 0-3-16,0 0-5 0,0 0 1 0,0 0-3 16,0 0-3-16,0 0-5 0,0 0-2 15,0 0-2-15,0 0-7 0,0 0-4 16,0 0 4-16,0 0 0 0,0 0 4 0,0 0 9 16,0 0 1-16,0 0-5 0,0 0 7 15,0 0-8-15,0 0 0 0,9-18-9 16,-9 18-1-16,0 0-3 0,0 0 0 0,0 0 5 15,4-7-8-15,-4 7-9 0,0 0 0 16,0 0-3-16,7-9 5 0,-7 9-2 0,0 0-7 16,6-5 1-16,-6 5 3 15,8-5-10-15,-8 5-3 0,10-9 9 0,-7 6-2 16,5-2 0-16,-8 5-5 0,10-10 4 16,-10 10 3-16,9-4 4 0,-9 4 5 0,7-3-9 15,-7 3 1-15,0 0-9 0,11-7-2 16,-11 7 2-16,0 0 2 0,7-3-4 0,-7 3 2 15,0 0-6-15,0 0 10 0,11-2-10 16,-11 2-2-16,0 0 8 0,0 0-10 0,0 0 4 16,0 0 4-16,19 5-9 0,-19-5 2 15,0 0 2-15,10 7 4 0,-10-7-8 0,5 5 5 16,-5-5-7-16,6 6 1 16,-6-6 3-16,6 8 2 0,-6-8-3 0,2 10-4 15,-2-10 5-15,4 9 5 0,-4-9 2 16,3 6-18-16,-3-6-2 0,4 9-5 0,-4-9-1 15,2 10 12-15,-2-10 6 0,0 7-7 16,0-7-1-16,2 8-3 0,-2-8 10 0,0 9-8 16,0-9-7-16,0 0 5 0,2 14 11 15,-2-14-3-15,-2 8 11 0,2-8-9 16,-2 12 4-16,2-5-8 0,0-7 2 0,-2 12-2 16,0-5 13-16,0 0-9 0,2-7-1 15,-3 15-1-15,-1-8 3 0,2-2-1 16,2-5-7-16,-2 12 9 0,1-6-1 0,1-6 1 15,-5 10 7-15,5-10-9 0,-4 10 3 0,2-5-1 16,2-5 5-16,-1 8 4 16,1-8 9-16,-6 12 0 0,4-7-8 0,-2-1 0 15,4-4 5-15,-1 11 2 0,-3-4-6 16,2-2-5-16,-1 1-3 0,0 0 5 0,-1-1-1 16,2 2-1-16,2-7-1 0,-4 12-4 15,2-9 4-15,-1 1 1 0,3-4 6 0,-4 12-1 16,2-5 21-16,0-1-9 0,1 1 2 15,-4-2-6-15,3 2-1 0,-2 0-2 0,4-7 1 16,-1 12-5-16,-3-7-2 0,2 0 1 16,2-5 1-16,-2 7-5 0,2-7 4 0,-2 7 13 15,2-7 16-15,0 0 8 0,-2 5 7 16,2-5-31-16,0 0-28 0,0 0 0 16,0 0 0-16,0 0 0 0,0 0 0 15,0 0 0-15,31-7 0 0,-18 2 0 0,3 0 0 16,-3 0 0-16,2-2 0 0,2 2 0 15,0 0 0-15,-2 0 0 0,1-2 0 0,-1 1 0 16,-1 5 0-16,-3-3 0 0,0 1 0 16,-11 3 0-16,17-3 0 0,-8-1 0 0,-9 4 0 15,14-3 0-15,-6-1 0 0,-8 4 0 16,9-3 0-16,-9 3 0 0,0 0 0 16,12-4 0-16,-12 4 0 0,0 0 0 15,0 0 0-15,9-6 0 0,-9 6 0 0,0 0 0 16,0 0 0-16,0 0 0 0,0 0 0 15,0 0-370-15,0 0-655 16,0 0 104-16,0 0 99 0,0 0-897 0,0 0-1151 16</inkml:trace>
  <inkml:trace contextRef="#ctx0" brushRef="#br0" timeOffset="59820.81">13831 15124 3058 0,'-10'0'135'0,"10"0"4"0,-16-2 20 0,16 2 1 0,0 0-15 0,-20 0-6 16,20 0 11-16,0 0 3 0,0 0-15 16,-13-4-6-16,13 4-16 0,0 0 0 0,0 0 12 15,36-6 6-15,6 0-2 0,17-3-6 16,14 1-10-16,31-4-23 0,15-4-12 0,14-4-3 16,10-2-3-16,11-4-16 15,52-9-6-15,6 1-4 0,8 1-3 0,10 0-3 16,-2 1-11-16,-1 1-4 0,-1 2-4 0,-5 0-2 15,-55 9 3-15,-4-1-4 0,-11 2-2 16,-10 1 3-16,-15 4-4 0,-19-1-3 16,-35 7-4-16,-11 2 0 0,-18 1-3 15,-4-2 2-15,-10 4 0 0,-9 1 3 0,-4 0 4 16,-1 0-5-16,-5 2 3 0,1-4-7 16,-4 4-2-16,5-2 0 0,-12 2 0 0,15 0-50 15,-15 0-41-15,11 2-45 0,-11-2-93 16,7 6-128-16,-7-6-160 0,0 8-230 0,0-8 58 15,-11 11 75-15,0-1-391 0,-3-3-474 16</inkml:trace>
  <inkml:trace contextRef="#ctx0" brushRef="#br0" timeOffset="61055.33">13770 15373 2789 0,'8'-13'8'0,"-5"1"38"15,1 4 14-15,2 2-6 0,-4 1-8 16,-2 5-6-16,0 0 1 0,0 0 31 0,0 0 22 16,3 22 11-16,-3 2 11 15,3 3 15-15,1 12 16 0,-1 3 7 0,3 1 4 16,-1 0 5-16,8 5-1 0,-2 1 13 16,-2-13-17-16,3 3-12 0,-3-2-7 0,0-3-4 15,3-1 0-15,-2-4-10 0,-5-7-9 16,2-3-1-16,-2-5-11 0,-1-2-5 15,0-1 4-15,-3-1 10 0,3-2-18 0,0-1 8 16,-2-1-21-16,-2-6-3 0,3 12-11 16,1-9-7-16,-4-3-2 0,12 5 7 0,1-4-5 15,1 1-14-15,4-4-7 0,21-4-2 16,14-6-3-16,8-3-1 0,5-2-12 16,28-4-19-16,9-1-30 0,6-3-28 15,6 4-24-15,4-3-4 0,4 4 4 0,3 0 13 16,10 1 9-16,1 0 5 0,4 0 5 15,4 2 4-15,-2 2 5 0,-8-2 6 16,-4 2 0-16,-7 1 7 0,-4 0 3 0,-11 2 4 16,-8-3-3-16,-24 5 7 0,-5 0-2 15,-8 0 4-15,-1 1 2 0,-6 0 0 0,-12 2 2 16,-2 2 3-16,-5-5 3 0,5 2 3 16,-6-1 7-16,5 1-3 0,10-4 2 0,1-1-1 15,1 2 6-15,-1 0-7 0,2 3 2 16,-11 1 0-16,-4 0-3 0,-4 1 1 0,-5 2-1 15,-6 0 0-15,-6 1 2 16,-1 0-4-16,-4 0 2 0,-1 0 2 0,-1 1 19 16,1 1 11-16,-2-2 3 0,-11 3-1 15,22-3-5-15,-15 2-1 0,-7 1-5 16,17-3-4-16,-7 1 0 0,-10 2-3 0,17 0-5 16,-17 0 2-16,19-2-2 0,-19 2 0 15,14 0 0-15,-14 0-3 0,0 0-4 0,14 0 0 16,-14 0 0-16,0 0-3 0,0 0 1 15,18 0 0-15,-18 0 2 0,0 0-4 0,0 0-1 16,0 0 0-16,17 0 0 0,-17 0 3 16,0 0 13-16,0 0 4 0,0 0 7 15,12-2 13-15,-12 2 13 0,0 0 21 16,0 0 16-16,0 0 17 0,0 0 18 0,0 0 17 16,11-4 5-16,-11 4-16 0,0-12-15 15,0 5-12-15,-2-7-10 0,-2-3-8 16,-3-16-26-16,-3-2-6 0,-5-18-41 0,-3-1-16 15,3-7 0-15,-2-4 0 0,0 4 0 16,2 2 0-16,2 2 0 0,-1 6 0 0,5 12 0 16,-3 6 0-16,2 2 0 0,3 9 0 15,1 5 0-15,3 2 0 0,-5 6 0 0,4 1 0 16,-4 4-112-16,-1 2-58 16,9 2-47-16,0 0-56 0,-27 9-81 0,20-2-99 0,-2 0-106 15,4 1-192-15,-1 1-37 16,1 1 82-16,-1 0-589 0,3 0-754 0</inkml:trace>
  <inkml:trace contextRef="#ctx0" brushRef="#br0" timeOffset="62755.87">14058 14578 3445 0,'0'0'-45'0,"0"0"51"0,0 0 50 16,0 0 33-16,0 0 8 0,0 0 23 15,0 0 15-15,-13-10 20 0,13 10 11 16,-2-13 6-16,2 5-3 0,2-2-13 0,0-1-16 15,1-1-10-15,1-2-13 0,3-1-10 16,4 1-14-16,-4 2-5 0,2 1-14 0,5 2-7 16,-1 0-7-16,-2 6-5 0,1-1-7 15,-12 4-7-15,29 7-2 0,-18 2-4 0,3 4-3 16,-7 5-1-16,-1 2-3 16,-3 4 1-16,-3 1-5 0,-5 6 6 0,-3 3 8 15,-2-2 4-15,1-1 8 0,2-9 2 0,-2-3 4 16,6-4-4-16,-3-1 2 15,2-3 15-15,2-2 21 0,1-1 4 0,-1-2 15 16,2-6 16-16,2 12 22 0,-2-12 4 16,11 7-9-16,1-5-7 0,1-2-16 0,6 0-12 15,1-2-9-15,7-1-8 0,2 2-13 16,-2-2-10-16,-1 0-6 0,1 0-7 0,-2 1-3 16,-5 0-8-16,-2 0-14 0,-3 1-29 15,-1-1 0-15,-5 2 0 0,-9 0 0 0,17-2 0 16,-7 2 0-16,-10 0 0 15,11 0 0-15,-11 0 0 0,0 0 0 0,0 0 0 16,0 0 0-16,8 4-107 0,-8-4-86 16,0 0-69-16,0 0-87 0,-2 10-114 0,2-10-137 15,0 0-256-15,-2 10 52 0,2-10 84 16,4 7-585-16,-4-7-763 0</inkml:trace>
  <inkml:trace contextRef="#ctx0" brushRef="#br0" timeOffset="63520.46">15394 14262 3807 0,'-10'-7'17'0,"7"0"36"15,-4 2 4-15,3-1 15 0,4 6 23 16,2-14 20-16,0 7 12 0,6 0 7 15,-2-2-2-15,3 4-6 0,5-2-6 16,1 1 4-16,2 2-10 0,-2-1-12 0,6 3-6 16,-1 1-7-16,0 1-10 0,1 0-4 15,1 1-15-15,-8 1 0 0,4 2-4 0,-5-1-7 16,-1 0-1-16,-3 4 5 0,-1 3 14 16,-5-2 7-16,1 1 3 0,-4 5 3 15,-4 0 1-15,1 1-14 0,-5 3-2 0,-1-1 5 16,2-3-10-16,2-1 0 15,-1-2-3-15,5-2-12 0,-3-1-5 0,0-1-5 0,2 1 0 16,2-8-6-16,2 15 1 0,0-6 3 16,4 0 7-16,-3 3-7 0,6-2-8 15,2 2-4-15,0 4 6 0,0-1-15 16,1-1 2-16,-3 1-4 0,2 1 5 0,-1-1 1 16,-6 1-2-16,0-1 0 0,-2-1 5 15,-4 0-9-15,-4-1 17 0,1 3-18 0,-4-3-2 16,0 1 4-16,0-2-8 0,-3-3 7 15,1 1 1-15,0-3 1 0,-1-1-4 16,1-5-19-16,0 0-11 0,11-1-19 0,-24-2-11 16,12-1-28-16,3 1-25 0,9 2-45 15,-15-5-82-15,11 4-113 0,4 1-122 0,-8-7-151 16,8 7-157-16,0 0 75 16,11-11-536-16,-2 5-699 0</inkml:trace>
  <inkml:trace contextRef="#ctx0" brushRef="#br0" timeOffset="64234.89">16724 14082 3772 0,'-9'-11'155'0,"0"2"12"0,6 2 8 0,-1-1 3 15,0 4 14-15,2-1 6 0,2 5 0 0,-3-8-20 16,3 8-20-16,-4-4-15 16,4 4-13-16,0 0-15 0,-2-8-8 0,2 8-7 15,0 0 2-15,0 0 10 0,0 0 6 16,2-10 17-16,-2 10 2 0,4-7-11 0,-1 3-12 16,-1-4-15-16,6 2-5 0,-5-2-11 15,1-3-8-15,3 2-9 0,-2 0-5 0,-1-2-6 16,-1 5-7-16,3-4 0 0,-2 3-9 15,-3 1-3-15,4 0-1 0,-1 0-3 0,-2 0-6 16,-2 6 3-16,5-8-7 0,-5 8-1 16,2-7-3-16,-2 7 6 0,2-5-11 15,-2 5 2-15,0 0-5 0,2-7 0 16,-2 7 0-16,0 0-9 0,2-7 3 0,-2 7-4 16,0 0 7-16,0 0-11 0,0 0 11 15,1-7-2-15,-1 7 1 0,0 0-2 0,0 0 1 16,0 0-1-16,0 0 2 0,0 0 1 15,0 0-6-15,0 0 1 0,0 0-2 0,0 0-1 16,0 0 4-16,0 0 4 0,0 0 18 16,-5 29 11-16,1-11 7 0,2 5 10 15,2 3 7-15,2 2-2 0,0 8-2 0,2-1-39 16,1-1-17-16,6-3 0 0,-2-2 0 16,4-4 0-16,-1-4 0 0,-1-8 0 0,3 1 0 15,0-2 0-15,6-4 0 16,-4-4 0-16,4-4 0 0,-1-2 0 0,5-3 0 15,9-7 0-15,-5 0 0 0,1-3 0 16,-2-2 0-16,-6-1 0 0,-5 5 0 0,-2-1 0 16,-4 2 0-16,0 2 0 0,-5 1 0 15,3 3 0-15,-5-2 0 0,-3 8 0 0,0 0 0 16,0 0 0-16,0 0 0 0,6 23 0 16,-8-11 0-16,2 5 0 0,0 2 0 0,0 0 0 15,2 5 0-15,2-1 0 0,-3 1 0 16,4-3 0-16,1 4 0 0,-3-3 0 0,-1-2 0 15,0-2 0-15,2 0 0 16,-2-1-120-16,-2 1-406 0,-2-1-176 0,-4 0-224 16,1 3 78-16,-6-1 82 0,0 8-698 15,-3 2-911-15</inkml:trace>
  <inkml:trace contextRef="#ctx0" brushRef="#br0" timeOffset="65653.61">15954 14088 3813 0,'-12'-26'-134'0,"3"6"59"16,2 2 52-16,-2 1 37 0,2 3 31 0,1 0 26 15,-1-1 26-15,3 1 26 0,-4 1 5 16,4 1 13-16,2-1 1 0,-1 3 1 16,-1 2-2-16,2-3-1 0,0 4-2 0,1-1-9 15,1 8-16-15,-2-10-9 16,2 10-10-16,-5-11-16 0,5 11-4 0,0 0-10 15,0 0 6-15,0 0 13 0,0 0 12 16,12 31 9-16,-6-9 8 0,1 13 15 0,1 1 29 16,3 11 5-16,2 7 17 0,5-1 5 15,0 5-2-15,-2 7 3 0,11 16-3 0,-6-16-1 16,6 20-1-16,3-2-9 0,-6 2-2 16,3 0-49-16,-2 4-119 0,-2-1 0 0,0-3 0 15,-8-13 0-15,6 16 0 0,-8-17 0 16,1 0 0-16,-1-2 0 0,-4-1 0 15,2-2 0-15,0 0 0 0,0-6 0 16,1 1 0-16,-1-6 0 0,5 5 0 0,-4-4 0 16,2-2 0-16,1-5 0 0,6-3 0 15,-6 1 0-15,3-3 0 0,-5 0 0 0,0-8 0 16,0 0 0-16,1 3 0 0,-3-4 0 16,-1 2 0-16,0-3 0 0,-1 0 0 0,-2-8 0 15,-1-4 0-15,0-1 0 0,-2-1 0 16,2-3 0-16,-5-4 0 0,5 1 0 0,-2-2 0 15,-2-3 0-15,-1-1 0 0,1 2 0 16,3-4 0-16,-3 2 0 0,0-3 0 16,-2-5 0-16,1 10 0 0,-1-8 0 15,0-2 0-15,2 12 0 0,0-9 0 0,-2-3 0 16,2 10 0-16,-2-10 0 0,2 7 0 0,-2-7 0 16,3 7 0-16,-3-7 0 0,0 5 0 15,0-5 0-15,0 0 0 0,0 0 0 16,2 8 0-16,-2-8 0 0,0 0 0 0,0 0 0 15,0 0 0-15,2 6 0 0,-2-6 0 16,0 0 0-16,0 0 0 0,0 0 0 16,0 0 0-16,-2 8 0 0,2-8 0 0,0 0 0 15,0 0 0-15,0 0 0 0,0 0 0 16,0 0 0-16,0 0 0 0,0 0 0 0,0 0 0 16,0 0 0-16,0 0 0 0,0 0 0 15,0 0 0-15,0 0 0 0,0 0 0 16,0 0 0-16,0 0 0 0,-2 7 0 0,2-7 0 15,0 0 0-15,0 0 0 0,0 0 0 16,0 0 0-16,0 0 0 0,0 0 0 0,0 0 0 16,0 0 0-16,0 0 0 0,0 0 0 15,0 0 0-15,0 0 0 0,-11-15 0 16,8 1 0-16,-19-22 0 0,13 28-256 16,-3 6-766-16,12 2-1329 0,0 0-1747 15</inkml:trace>
  <inkml:trace contextRef="#ctx0" brushRef="#br0" timeOffset="68500.39">15399 15263 2296 0,'-7'4'366'0,"-1"1"-83"0,8-5-77 16,-14 4-35-16,14-4-14 0,-11 3 16 15,11-3-2-15,0 0-12 0,-7 4-7 0,7-4-9 16,0 0-10-16,0 0-4 0,0 0 9 16,0 0 7-16,0 0 0 0,18 8-2 0,-18-8-8 15,24 0-15-15,-11 0-6 16,-13 0-8-16,28-1-10 0,-14 1-7 0,-3-2-2 16,-11 2 6-16,21 0-10 0,-11-2-4 15,-10 2-9-15,13-2-5 0,-13 2-6 16,13 0-8-16,-13 0-7 0,0 0-7 0,16-1-1 15,-16 1-12-15,0 0-26 0,0 0-33 16,0 0-43-16,17 0-64 0,-17 0-78 0,0 0-92 16,5 1-99-16,-5-1-146 0,0 0-178 15,9 7 70-15,-9-7-471 0,1 7-605 0</inkml:trace>
  <inkml:trace contextRef="#ctx0" brushRef="#br0" timeOffset="68933.58">15736 15161 3004 0,'-3'-6'40'0,"3"6"20"0,-6-6 11 0,6 6 0 16,-2-8-4-16,2 8-5 0,0-6 10 15,0 6-8-15,8-6-12 0,-8 6 0 16,12-3-4-16,-12 3-10 0,14 0 1 15,-4 0-5-15,-10 0-1 0,15 6-7 16,-5-1 13-16,-2-1 9 0,-3 6 18 0,-1-3 17 16,-2 3 19-16,-2-2 11 0,0 4 13 15,-4 4 9-15,2-2 6 0,-3 1 0 0,0-1-8 16,3-2-6-16,-1-2-14 0,-1 0-8 16,4 1-3-16,0-3-4 0,0 1 1 0,4-1-3 15,-1 2-1-15,4-3-8 0,-2 3-8 16,7-1-10-16,-3 2-5 0,1-2-2 15,-1 3-11-15,0-2-1 0,3-1-7 0,-4 1-5 16,-1 2 4-16,-1-4 7 0,-2 1 10 16,-2 3 2-16,-2-2-3 0,-2 0 1 15,1 1-3-15,-8 0-11 0,0 1-4 16,0-1-3-16,-3-1-11 0,-1-4-37 0,-3 1-46 16,3-1-73-16,1-3-107 0,-1-1-140 15,-2-2-172-15,5 0-226 0,-3 0 32 0,-1-2 85 16,14 2-481-16,-20 0-605 0</inkml:trace>
  <inkml:trace contextRef="#ctx0" brushRef="#br0" timeOffset="69470.6">14452 15395 3346 0,'-16'0'28'0,"16"0"33"0,-14-2 30 0,14 2 26 0,-10-4 29 16,10 4 13-16,0 0 8 0,0 0-8 15,-12-3-14-15,12 3-12 0,0 0-13 16,0 0-14-16,0 0-8 0,0 0-11 0,33-7-7 15,-18 8-9-15,-15-1-7 0,35 3-3 16,-12 3-8-16,-2 0-5 0,-3 3-4 16,0 3 0-16,-1 1 7 0,2 7 8 15,-6-1 9-15,-3 0 7 0,-1-1 7 0,-1 3 2 16,-5 1-1-16,1-1-7 0,3 0-5 16,-5-3-7-16,-1 1-6 0,1 0-7 0,0-3-3 15,2-1-10-15,-4-1-5 0,2-1-6 16,-1-1-35-16,1-1-46 0,0-3-65 15,-2-2-92-15,4 4-109 0,0-3-103 0,-2-4-155 16,4 1-156-16,-6-4 74 0,5 5-459 16,-5-5-587-16</inkml:trace>
  <inkml:trace contextRef="#ctx0" brushRef="#br0" timeOffset="69683.27">14624 15689 3311 0,'-16'-3'177'0,"16"3"34"0,0 0 15 0,-13-3 29 16,13 3 26-16,0 0 35 0,0 0 5 16,0 0-17-16,-7-4-29 0,7 4-25 15,0 0-25-15,26-13-28 0,-7 3-22 0,4 2-53 16,10-3-78-16,-1-1-80 0,0-1-98 16,4-1-117-16,0 0-140 0,0 0-170 15,-4 1-233-15,-2-1 72 0,-8 5 84 0,-4 1-438 16,-1 1-547-16</inkml:trace>
  <inkml:trace contextRef="#ctx0" brushRef="#br0" timeOffset="73414.77">16960 15007 2830 0,'0'6'-73'0,"0"-6"43"16,0 0 38-16,0 0 40 0,0 0 45 15,15 4 42-15,-15-4 26 0,0 0 29 16,0 0 17-16,0 0 15 0,0 0 7 16,0 0 0-16,0 0 0 0,0 0-2 15,20-2-5-15,-20 2-7 0,0 0-19 0,0 0-12 16,0 0 9-16,0 0-33 0,0 0-13 15,0 0-6-15,0 0-16 0,0 0-10 0,0 0-14 16,0 0-7-16,7-8-2 0,-7 8-13 16,0 0 4-16,0 0 17 0,0 0 9 15,0 0-2-15,0 0-14 0,-6-16-9 0,6 16-10 16,-9-14-3-16,3 9-16 0,-2-4-3 16,3 3-7-16,-4 1-7 0,0 0-3 15,0-1-7-15,2 3-5 0,-5-1-4 0,12 4-3 16,-21-1-4-16,21 1-2 0,-27 8 0 15,15-1-8-15,1 3 2 0,0 1 3 16,-1 3-2-16,3 1 2 0,2 4 1 0,1-2 5 16,4-1 0-16,-1 0-4 0,3-2 5 15,3 1 4-15,3-1 8 0,-1 1 9 0,3-4 9 16,-1-2 11-16,5 0 10 0,-3-4-32 16,1-1-33-16,2-2 0 0,-12-2 0 0,18 0 0 15,-18 0 0-15,21-6 0 0,-11 2 0 16,-4 1 0-16,1-3 0 0,-7 6 0 0,12-7 0 15,-9 4 0-15,-3 3 0 16,10-6 0-16,-10 6 0 0,0 0 0 0,0 0 0 16,8 12 0-16,-6-4 0 0,-1 5 0 15,-1 3 0-15,2 1 0 0,2 4 0 0,2 1 0 16,-2-1 0-16,2 3 0 0,-1-4 0 16,3 2 0-16,-5-1 0 0,4-5 0 0,-3-1 0 15,-3-3 0-15,3-1 0 0,-2 1 0 16,0-4 0-16,0-2 0 0,-2 1 0 15,0-7 0-15,-2 14 0 0,-2-7 0 0,-1 0 0 16,-6 0 0-16,4 0 0 16,0-2 0-16,-3-1 0 0,2 2 0 0,-1-1 0 0,0 0 0 15,-2 0 0-15,0-1 0 16,0 0 0-16,1 2 0 0,1-1 0 0,0 1-44 16,-2-3-829-16,0 0-119 0,2 1 109 15,1-1-953-15,-3 2-1263 0</inkml:trace>
  <inkml:trace contextRef="#ctx0" brushRef="#br0" timeOffset="75115.06">15738 15995 4556 0,'0'0'-243'0,"7"-6"59"0,-7 6 40 0,0 0 35 0,3-3 30 16,-3 3 27-16,0 0 22 15,0 0 16-15,6-5 6 0,-6 5 16 0,0 0 45 16,0 0 10-16,0 0 9 0,0 0 6 16,17 10-6-16,-13-6 2 0,2 1-6 0,-3 1 8 15,3 0-2-15,-2-2-4 0,-1 2 0 16,2-1-1-16,-1 0 3 0,-4-5 5 0,1 9 5 15,1-3 8-15,-2-6 3 0,-2 11 1 16,2-4-1-16,-3 0-1 0,-4 1-7 16,0-1-5-16,-4 1-6 0,-3 1-7 0,-5 0-8 15,-2 1 0-15,-7 3 4 16,-7-2-1-16,-1-1 0 0,-1 0 0 0,-6 2 1 16,-7 0-6-16,1 3-3 0,-1-2-3 15,-1 1-9-15,2 1 5 0,-1-1 0 0,3 1 4 16,4-5-4-16,3 3-3 0,2-1-5 15,1 1-5-15,-2-1-1 0,3 2-5 0,2 0-1 16,-1-2-2-16,-1 1 0 0,8-2-7 16,-3 0 0-16,8 0-3 0,6-3 4 0,-4-1-11 15,4 2 7-15,2-3-3 0,-1 0-1 16,3 0-2-16,1 0 3 0,1-3-3 0,2 2 8 16,1-2 1-16,-2 1-1 15,5 0-5-15,5-4 2 0,-14 5-2 0,14-5-1 16,-7 3-2-16,7-3-3 0,-6 4-6 0,6-4-11 15,0 0-35-15,-9 2-47 0,9-2-60 16,0 0-84-16,-9 4-96 0,9-4-96 16,0 0-102-16,0 0-207 0,0 0 34 15,0 0 72-15,0 0-380 0,0 0-487 0</inkml:trace>
  <inkml:trace contextRef="#ctx0" brushRef="#br0" timeOffset="75481.6">14698 16332 2858 0,'4'-12'51'0,"-3"2"45"0,-1 3 30 0,2 2 13 0,-2 5 15 0,3-11 12 0,-3 11 7 16,0 0-5-16,2-8-9 0,-2 8-9 0,0 0-16 16,0 0-6-16,0 0 18 0,0 0 14 15,0 0 2-15,-16 26 3 0,11-13 8 16,-5 6 10-16,-2 0-9 0,3 2 6 15,0-3 2-15,1 1-2 0,-2 0 0 0,7-4-12 16,-3-1-9-16,2 3-13 0,-2-6-12 0,4 1-10 16,0-3-11-16,2 3-3 0,2-4 11 15,5 2 1-15,-2-2-6 0,4 1-10 0,2-1-11 16,5-2-12-16,5 1-7 16,0 0-8-16,0-2-6 0,0-1-61 0,0-1-1 15,-2-2 0-15,0 3 0 0,-6-4 0 16,-2 2-20-16,1 0-116 0,-12-2-48 0,17 3-52 15,-10-1-68-15,-7-2-68 0,7 6-75 16,-7-6-103-16,-2 6-176 0,2-6-78 16,-4 13 93-16,3-6-548 0,-4 0-719 0</inkml:trace>
  <inkml:trace contextRef="#ctx0" brushRef="#br0" timeOffset="76848.88">15392 16682 3086 0,'0'0'-204'0,"0"0"57"0,-4-7 53 0,4 7 42 16,0 0 35-16,0 0 32 16,0 0 33-16,0 0 24 0,0 0 30 0,-4-7 3 15,4 7 28-15,0 0 6 0,0 0 23 16,0 0 13-16,-2-10-1 0,2 10 7 0,0 0 4 16,0 0-1-16,-1-9 4 0,1 9-4 15,0 0-3-15,0 0-10 0,0 0 1 0,-2-6-19 16,2 6-18-16,0 0-9 15,0 0-13-15,0 0-10 0,0 0-13 0,0 0-7 16,0 0-8-16,0 0-4 0,0 0-5 16,-2-11-4-16,2 11 0 0,0 0 2 15,0 0-1-15,0 0-1 0,0 0-8 0,0 0-2 16,0 0-8-16,0 0-6 0,0 0-4 16,0 0-1-16,0 0-7 0,0 0-3 0,0 0-1 15,0 0-6-15,0 0 5 0,0 0-8 16,0 0 3-16,0 0-7 0,0 0 3 0,0 0 1 15,0 0-2-15,0 0 5 0,0 0-8 16,0 0 4-16,0 0-1 0,0 0-3 16,0 0-1-16,0 0-4 0,0 0 1 15,0 0-1-15,0 0 3 0,0 0 0 16,0 0-5-16,0 0 6 0,0 0-6 0,0 0 9 16,0 0-2-16,0 0-1 0,0 0-2 15,0 0 2-15,0 0 5 0,0 0 0 0,0 0 6 16,0 0 6-16,0 0 11 0,0 0 3 15,0 0-13-15,0 0-10 0,0 0-5 0,0 0-9 16,0 0-2-16,0 0 2 0,0 0 2 16,0 0 2-16,0 0 5 0,4 33 7 0,-3-21-4 15,1 3 14-15,0 2 14 0,2 0 18 16,0-1-1-16,-3 1 0 0,3-3-6 16,2-3-3-16,-4 1-2 0,0 0-2 15,0-4-1-15,4 0 2 0,-4-1-2 16,-1-1 3-16,3 0-4 0,-4-6-3 0,9 11-2 15,0-11-3-15,-9 0-3 0,14 4-2 16,-14-4-3-16,18 0-4 0,-18 0 0 0,18-2-16 16,-7 0-7-16,-11 2 0 0,16-5 0 15,-6 1 0-15,-4-1 0 0,1 0 0 0,1-3 0 16,-3 0 0-16,2 0 0 0,-4-1 0 16,1-3 0-16,2 1 0 0,-5-1 0 15,1 2 0-15,0 3 0 0,0 1 0 0,2-2 0 16,-4 8 0-16,3-10 0 0,-3 10 0 15,1-10 0-15,-1 10 0 0,0 0 0 16,0 0 0-16,0 0 0 0,0 0 0 16,15 20 0-16,-9-8 0 0,-3 2 0 0,6 3 0 15,-4 0 0-15,3 3 0 0,-3 1 0 16,4-4 0-16,-4 1 0 0,1-3 0 0,-3-1 0 16,3-3 0-16,-3-1 0 0,1-2 0 15,-1 1 0-15,1-2 0 0,-1 0 0 0,-3-7 0 16,0 8 0-16,0-8 0 0,0 0-230 15,0 0-162-15,0 0-135 0,0 0-185 0,-14 2-185 16,14-2 88-16,0 0-764 0,0 0-1014 16</inkml:trace>
  <inkml:trace contextRef="#ctx0" brushRef="#br0" timeOffset="77249.24">15311 16494 4017 0,'-13'2'-122'0,"1"6"35"0,-1 3 28 16,-3 11 27-16,0 7 37 0,3 3 54 0,1 14 32 16,1 5 26-16,6 3 16 0,3 3 15 15,2-1 4-15,7 2 3 0,4 0-2 16,7-3-6-16,0-1 2 0,9-4-11 15,2-4-5-15,1-5-11 0,2-4-8 0,7-6-6 16,3-7 1-16,-4-9-11 0,2-8-4 16,6-7-13-16,9-7-8 0,1-9-1 0,1-7-11 15,-5-6-8-15,0-5-4 0,-4-2 7 16,-6-3-6-16,-10-4-11 0,-3-3 1 16,-8 0-6-16,-10-1-5 0,-5 2 3 0,-10 1-8 15,-7-15-4-15,-9 0 1 0,-14-18-7 16,-7 2-12-16,-9 3-21 0,-2 10-15 0,11 21-6 15,-4 10-11-15,0 12-17 16,5 16-31-16,-2 8-43 0,-4 14-57 0,-3 8-63 0,1 8-79 16,8 5-100-16,0 3-213 15,2 6-49-15,8-5 82 0,1 3-406 0,13-15-500 16</inkml:trace>
  <inkml:trace contextRef="#ctx0" brushRef="#br0" timeOffset="77981.1">16896 16034 2810 0,'0'0'19'0,"-10"-5"27"0,10 5 21 16,-12-5 27-16,12 5 11 0,-7-6 29 0,7 6 25 16,0 0 8-16,-12-3 11 0,12 3-5 15,0 0-1-15,-5-5 3 0,5 5 7 0,0 0 7 16,0 0 2-16,0 0 3 0,0-9-12 15,0 9-4-15,12-6-12 0,10-3-12 16,16-2-22-16,15-2-12 0,8-1-11 0,7-1-12 16,11 1-4-16,22-2-16 15,-23 4-8-15,3 0-18 0,-6 0-20 0,-4 2-6 0,0 0-7 16,-10-1 0-16,-14 6-1 16,-5-2-2-16,-6 2 1 0,-9-1 3 0,-7 4 0 15,-2 0 14-15,-2-2-1 0,-3 3-1 16,-6-1-6-16,-7 2-6 0,19-1 1 0,-19 1-18 15,13-4-37-15,-13 4-68 0,11-2-87 16,-11 2-126-16,9 0-163 0,-9 0-225 16,0 0-64-16,7-5 97 0,-7 5-539 0,8-3-673 15</inkml:trace>
  <inkml:trace contextRef="#ctx0" brushRef="#br0" timeOffset="78233.12">17961 15615 3278 0,'-10'-2'87'0,"10"2"41"16,0 0 21-16,-13-2-7 0,13 2-7 15,0 0 23-15,0 0 18 0,0 0 1 0,0 0-11 16,28 18-14-16,-15-7-16 0,1 1-12 16,1 2-11-16,-1-1-10 0,-3 3-12 15,-4 1 1-15,2-2 8 0,-9-1 2 0,0 3-6 16,-7 0-13-16,0 2-7 0,-8 6-13 15,-4-1-14-15,-3-2-52 0,-3-1-73 16,1-4-107-16,0 3-122 0,-7-3-157 0,2-3-276 16,1 2 61-16,-3-3 70 0,3 2-388 15,1-1-471-15</inkml:trace>
  <inkml:trace contextRef="#ctx0" brushRef="#br0" timeOffset="79217.08">17153 16502 2699 0,'0'0'27'0,"0"0"40"0,15 9 39 0,-15-9 35 0,0 0 23 0,0 0 27 16,0 0 19-16,0 0 12 0,0 0 4 0,0 0-4 16,0 0-12-16,0 0-12 0,0 0-13 15,0 0-12-15,0 0-6 0,0 0-21 0,0 0-10 16,0 0-18-16,19-7-10 0,-19 7-8 15,3-6-12-15,-3 6-5 0,0 0-6 16,4-10-6-16,-4 10 1 0,5-9-5 0,-3 3-6 16,-2 6-10-16,1-16-16 15,-1 7-7-15,2-3 1 0,-2 0-6 0,0 0-3 16,-2 1 1-16,1-3-2 0,-1 2 1 16,-3 0 7-16,1 0 9 0,3 2-1 0,-5-1 6 15,2 3-12-15,-5 1-1 0,1 2-5 16,-3 3-2-16,11 2-1 0,-33 8 3 0,14 1 7 15,-10 9 4-15,5 2 5 0,1 4 8 16,4-2 1-16,2 2 0 0,7-4-1 16,3 0 5-16,3-5 3 0,2 3 10 0,2-5 3 15,4 1 13-15,-1-2 14 16,3-3 3-16,4 3 1 0,-1-4-1 0,4-3-9 16,1-1-5-16,3-4-10 0,-1 0-5 15,0-2-62-15,2-3-7 0,1-5 0 0,-4 6 0 16,1-4 0-16,-3 0 0 0,-2 3 0 15,-1 1 0-15,-3-2 0 0,1 2 0 0,-8 4 0 16,13-4 0-16,-13 4 0 0,0 0 0 16,0 0 0-16,17 12 0 0,-11-2 0 0,0 1 0 15,1 3 0-15,1 3 0 0,-1 1 0 16,3 1 0-16,3 6 0 0,-2-2 0 16,0-5 0-16,-2-1 0 0,-2 0 0 0,3 1 0 15,-2-7 0-15,-5 1 0 16,1 0 0-16,0-5 0 0,-2 0 0 0,0 2 0 15,0-1 0-15,-2-8 0 0,-6 16 0 16,-2-3 0-16,-3-1 0 0,-4 1 0 0,-8 6 0 16,0-5 0-16,-2 4 0 0,8-7 0 15,2 1 0-15,3-5 0 0,1-1 0 0,4 1 0 16,-4-4 0-16,6 3 0 0,5-6 0 16,-9 7 0-16,9-7 0 0,-9 3 0 0,9-3 0 15,-9 3 0-15,9-3 0 0,-5 4 0 16,5-4 0-16,0 0 0 0,0 0 0 0,0 0 0 15,0 0-836-15,0 0-164 0,0 0 92 16,0 0-944-16,0 0-1279 0</inkml:trace>
  <inkml:trace contextRef="#ctx0" brushRef="#br0" timeOffset="82163.28">17065 17577 4886 0,'-8'9'115'0,"5"-5"75"0,-3 1 45 0,6-5 16 15,-8 6-9-15,8-6 11 16,0 0 13-16,-6 3-2 0,6-3-14 0,0 0-21 16,0 0-28-16,23-12-22 0,1 4-18 15,6-4-31-15,8 1-50 0,2-4-70 16,-3 1-107-16,0 1-128 0,-1-1-123 0,0 2-122 16,-7-2-110-16,-6 7-135 0,-6 1-109 15,-7 0 84-15,-4 6-601 0,-6 0-797 0</inkml:trace>
  <inkml:trace contextRef="#ctx0" brushRef="#br0" timeOffset="82330.16">17276 17592 3637 0,'-13'10'12'0,"0"-1"80"0,1 1 60 15,3-1 47-15,1-3 51 0,1 0 42 0,-3 0 26 16,7-2 1-16,3-4-12 0,-11 8-25 16,11-8-30-16,-7 5-22 0,7-5-24 0,0 0-23 15,16 8-44-15,-16-8-80 0,27-2-120 16,-2-2-153-16,8-3-152 0,-3-5-178 15,5 0-285-15,1-1 62 0,-3-3 86 0,8-1-498 16,2-5-645-16</inkml:trace>
  <inkml:trace contextRef="#ctx0" brushRef="#br0" timeOffset="82530.87">17812 17172 3675 0,'-5'-3'257'16,"5"3"15"-16,0 0-6 0,0 0 33 0,0 0 10 15,0 0-7-15,-2 29-20 0,6-8-23 16,-1 2-27-16,6 10-27 0,1 3-20 16,2-2-22-16,1 0-34 0,-1 1-46 15,1-4-70-15,-4-4-65 0,1-4-75 0,-3-3-81 16,-1-3-78-16,-1-3-89 0,4-2-71 0,-6-4-109 16,1-2-133-16,2-3-7 15,-6-3-495-15,0 0-655 0</inkml:trace>
  <inkml:trace contextRef="#ctx0" brushRef="#br0" timeOffset="82879.92">18051 17207 3406 0,'-2'-12'105'0,"2"5"49"0,0 0 26 15,0 7 12-15,0-9 5 0,0 9 2 0,0 0-12 16,0 0-18-16,-3-8-18 0,3 8-10 16,0 0-14-16,0 0-9 0,0 0-13 15,19 19-12-15,-9-9-4 0,0 2-9 0,-3 0-2 16,0 1 1-16,6 5 10 0,-4-1 10 15,-2 2 20-15,2-2 5 0,3 1 17 16,-2-1 3-16,2 1 8 0,-3-1-4 0,4-1-1 16,-3-1-14-16,3 1-8 0,3-1-9 15,-3 1-13-15,-1-1-11 0,2-1-9 16,-3 1-5-16,1 0-3 0,-4-3 6 16,-1 2 9-16,-1-2 9 0,0 3 4 0,-4-3-103 15,2 1 0-15,-4-2 0 0,0-1 0 16,-4 2 0-16,-1-1 0 0,-2-1 0 0,2-2 0 15,-7 5 0-15,2-3 0 0,-1 0 0 16,0 0 0-16,-5 1 0 0,0-1-81 16,-2-2-401-16,2 3-145 0,-2-2-188 15,0 0-77-15,4-4 94 0,0-4-731 0,5-1-974 16</inkml:trace>
  <inkml:trace contextRef="#ctx0" brushRef="#br0" timeOffset="83230.73">17730 16866 4453 0,'-31'8'-1'0,"5"5"46"15,-8 18 38-15,-1 14 57 0,3 7 49 16,7 12 46-16,-4 23 36 0,10 3 15 0,8 6 1 16,11-17-5-16,5-2-11 15,15 17-15-15,10-5-10 0,8-11-21 0,7-10-23 0,5-9-18 16,-2-19-18-16,6-5-18 15,5-7-13-15,4-9-47 0,3-9-88 0,-1-8 0 16,3-12 0-16,2-8 0 0,7-18 0 16,-5-5 0-16,-2-9 0 0,-4-5 0 0,-3-6 0 15,-6-7 0-15,-11-4-13 0,-4 1-54 16,-6 1 7-16,-11 12 21 0,-8-4 16 16,-5-2 13-16,-9-1-1 0,-10-2 7 15,-9-1-3-15,-10-13-1 0,-14 4-12 0,-6 5-23 16,-9 14-25-16,5 17-29 0,-5 16-35 0,-10 8-49 15,-7 12-59-15,-3 8-70 16,1 12-85-16,-12 14-100 0,4 4-165 0,6 10-132 16,7 5 79-16,4 4-581 0,10 6-751 15</inkml:trace>
  <inkml:trace contextRef="#ctx0" brushRef="#br0" timeOffset="85615.93">10814 8156 2099 0,'-2'-6'305'0,"2"-1"-49"0,0 7-11 15,-2-14-7-15,2 9-16 0,0 5-7 0,-1-10-19 16,1 10-21-16,-2-7-7 0,2 7-19 16,0 0 5-16,0 0 15 0,0 0 16 0,-11 29-2 15,4-9 0-15,0 11 2 16,-1 0-6-16,-1 2-6 0,3-1-12 0,-4 0-11 15,7-7-23-15,-1-4 4 0,0 3 0 16,2-7-19-16,1-4-12 0,-4-1-8 0,3 0-11 16,0-3 0-16,2 0-5 0,-2-1-14 15,2-3 6-15,0-5-4 0,-1 9-9 0,1-9-6 16,0 0-25-16,0 0-26 0,0 0-36 16,0 0-27-16,-8-28-32 0,8 15-33 0,2-6-30 15,0-4-17-15,2 0 0 0,-3-1 19 16,3-1 12-16,3 4 13 0,-6 0 19 0,3 3 13 15,-2 5 25-15,2-1 22 0,-2 2 32 16,-1 1 26-16,1 1 26 0,0 0 21 16,0 2 19-16,0-1 5 0,0 2 3 15,-2 0-3-15,1 0-11 0,-1 7 4 0,0 0 21 16,12-5 6-16,-12 5-1 0,0 0 5 16,29 9-6-16,-16-2-1 0,1 1 3 0,4 3-8 15,0 2-5-15,3 3-9 0,-1-3-9 16,-4-1-5-16,-3-3-4 0,-1 3-1 15,-1-3-9-15,-2-3 2 0,2 4-9 0,-6-7 11 16,3 1 31-16,-5 2 17 0,3-2 21 16,-3 2 20-16,-3-6 13 0,5 6 1 0,-5-6-115 15,0 0-37-15,-16 8 0 16,5-5 0-16,-3 1 0 0,-2-2 0 0,-2 2 0 0,0 0 0 16,-2 0 0-16,-3 1 0 15,5-2 0-15,0 1 0 0,4-2 0 0,2 1 0 16,-3 0 0-16,3 0 0 0,2-1 0 15,3 0 0-15,7-2 0 0,-16 5 0 0,11-3 0 16,5-2-260-16,-9 1-185 0,9-1-100 16,0 0-106-16,0 0-185 0,-12-6 47 0,12 6 82 15,1-9-639-15,5 1-802 0</inkml:trace>
  <inkml:trace contextRef="#ctx0" brushRef="#br0" timeOffset="86063.65">11127 7983 3539 0,'0'0'-25'0,"4"-9"58"0,-4 9 46 0,0-8 29 0,0 8 27 0,0-6 21 15,0 6 19-15,0 0 18 0,0-9-3 16,0 9-6-16,0 0-14 0,0-6-14 0,0 6-24 16,0 0-13-16,0 0-10 15,0 0 31-15,0 0 27 0,0 0-14 0,5 35 21 16,-1-12 5-16,-2 0 20 0,0 3-3 16,2 10 3-16,-3 1-5 0,5 1 2 0,-1-2-6 15,0-2-10-15,1-1-15 0,-1 0-14 16,1-8-11-16,0-2-25 0,0-3-115 0,-1-1 0 15,3-3 0-15,-5-3 0 0,1-1 0 16,3-1 0-16,-4-1 0 0,1-2 0 0,1-1 0 16,1 0 0-16,0-2 0 0,0 1 0 15,1-5 0-15,-1 3 0 0,-6-4 0 0,7 3 0 16,-7-3 0-16,12 2 0 16,-12-2 0-16,6 2 0 0,-6-2 0 0,0 0-271 15,0 0-242-15,0 0-127 0,15-6-169 16,-15 6-24-16,-2-8 90 0,2 8-747 0,-8-18-938 15</inkml:trace>
  <inkml:trace contextRef="#ctx0" brushRef="#br0" timeOffset="86347.49">11063 8050 4148 0,'-11'-3'60'0,"4"0"51"0,7 3 50 0,-12-4 30 0,12 4 23 16,-11-8 16-16,11 8 7 16,-6-4 7-16,6 4-18 0,-3-8-32 0,3 8-15 15,3-11-25-15,1 2-11 0,5-1-16 16,3 2-24-16,1-4-3 0,7 2-26 0,-6-1-34 16,-2 2-29-16,1 2-25 0,-2 1-27 15,0 0-32-15,-2 3-25 0,-2 1-25 0,-7 2-18 16,10-2-22-16,-10 2-30 0,0 0-41 15,0 0-70-15,0 0-61 0,0 0-82 0,-10 18-152 16,1-11-61-16,2-3 75 0,-5 2-404 16,2-1-465-16</inkml:trace>
  <inkml:trace contextRef="#ctx0" brushRef="#br0" timeOffset="88612.42">11184 7970 2494 0,'0'0'-77'0,"-13"2"43"0,13-2 26 16,-10 2 28-16,10-2 33 0,-10 3 24 15,10-3 15-15,0 0 21 0,-9 1 11 0,9-1 6 16,0 0 6-16,0 0-3 0,0 0-2 16,0 0-6-16,0 0 4 0,0 0-9 15,0 0-2-15,0 0-10 0,19-16-8 16,-9 11-9-16,-1 2-10 0,3-2-11 0,-1 1-4 16,-2-1-9-16,1 2-2 0,0-1-5 15,-10 4-4-15,13-5-5 0,-9 4 2 0,-4 1 1 16,9-4 2-16,-9 4 5 0,0 0 1 15,8-4 1-15,-8 4-1 0,0 0-3 0,0 0-6 16,0 0-6-16,0 0-1 0,0 0-3 16,0 0-4-16,0 0-1 0,0 0-4 0,-34 13-4 15,19-8-1-15,1-2-4 16,-1 2 2-16,0 1-5 0,-3-3 3 0,3 3-3 16,4-4 5-16,-1 2-3 0,1-2-1 15,2 2-3-15,0-2 2 0,9-2 3 0,-12 6 1 16,4-4 6-16,8-2-1 0,-10 4 5 15,10-4 4-15,-6 0 2 0,6 0 4 16,0 0 2-16,-13 3-5 0,13-3-1 0,0 0 1 16,0 0-2-16,0 0 0 0,-10 1 4 15,10-1-5-15,0 0 2 0,0 0 0 0,0 0-5 16,0 0 2-16,-9 3-6 0,9-3 0 16,0 0-7-16,0 0 1 0,0 0 4 15,0 0 7-15,0 0 1 0,0 0 4 16,0 0 3-16,0 0-1 0,0 0 2 0,0 0 4 15,0 0-1-15,0 0 4 0,0 0-8 16,0 0 0-16,0 0-3 0,0 0-3 0,0 0 2 16,0 0-3-16,0 0-2 0,0 0-8 15,0 0 4-15,0 0-4 0,0 0-6 0,0 0-2 16,0 0 1-16,0 0-4 0,0 0 0 16,0 0 3-16,0 0-9 0,0 0 1 0,0 0 1 15,0 0-4-15,0 0-5 0,0 0 0 16,0 0 5-16,-11 6 1 0,11-6 4 0,6 12 7 15,-5-3-3-15,3 7 5 0,0 3 3 16,-1 4 6-16,1-1 12 0,4 9 1 16,-2-1-8-16,1-4-2 0,3 3 8 15,-4-5-11-15,0-3-1 0,-1 0 3 0,-1-4 0 16,1-1-6-16,-1-3-11 0,3-1 8 16,-6 0 0-16,3-3-2 0,-2-1 0 15,2-1 4-15,-2 2 0 0,-2-9 4 0,3 11-4 16,-1-5 5-16,-2-6-2 0,2 10 1 15,-2-10-1-15,4 7 0 0,-4-7-9 0,1 6 4 16,-1-6-3-16,0 0 3 16,3 7 0-16,-3-7-3 0,0 0 5 0,0 0 10 0,0 0 0 15,4 7 0-15,-4-7 3 0,0 0-8 16,0 0 4-16,0 0-3 0,0 0-10 16,5 7-3-16,-5-7 5 0,0 0-3 15,10 5-1-15,-10-5 3 0,14 6-7 0,-7-5-5 16,0 1-5-16,4-1 10 0,1 1 0 15,1 0-3-15,-1-2-2 0,1 0 7 0,-2 2-2 16,1-2 0-16,-12 0 4 0,20 1 1 16,-13-1-7-16,-7 0 26 0,13 0 11 0,-13 0 14 15,9 0 9-15,-9 0 8 0,12 2-12 16,-12-2-62-16,0 0 0 0,11 2 0 0,-11-2 0 16,0 0 0-16,0 0 0 15,11 1 0-15,-11-1 0 0,0 0 0 0,0 0 0 16,0 0 0-16,0 0 0 0,0 0 0 15,13-1 0-15,-13 1 0 0,0 0 0 0,0 0 0 16,0 0-84-16,0 0-292 0,0 0-129 16,0 0-162-16,0 0-213 0,-8-12 76 0,8 12 83 15,0 0-692-15,0 0-864 0</inkml:trace>
  <inkml:trace contextRef="#ctx0" brushRef="#br0" timeOffset="90294.39">11447 8110 3576 0,'0'0'-106'0,"0"0"68"0,-2 21 50 16,2-21 64-16,0 0 38 0,-2 5 34 0,2-5 31 16,0 0 28-16,0 0 18 0,0 0 16 15,0 0 0-15,0 0 3 0,0 0-2 0,0 0-17 16,0 0-28-16,0 0-14 16,0 0-33-16,0 0-22 0,2-21-11 0,4 16-12 15,-6 5-14-15,7-8-6 0,-1 4-4 16,2 1-14-16,-8 3-9 0,13-5-9 0,-13 5-3 15,17 3-6-15,-6 0-12 0,0 4 16 16,-4-2-11-16,0 4-3 0,-1-1 4 0,-1 5 10 16,2-1 7-16,-5-1 14 0,0 1 8 15,-4 2 13-15,0-2 17 0,0 0 10 0,-3 0 9 16,4-2 9-16,1 0 8 0,-4-2-27 16,2-2-112-16,2-6 0 0,0 11 0 15,0-11 0-15,-2 10 0 0,2-10 0 0,0 8 0 16,0-8 0-16,0 0 0 0,4 7 0 0,-4-7 0 15,0 0 0-15,10 4 0 16,-10-4 0-16,0 0 0 0,19 0 0 0,-19 0 0 16,0 0 0-16,21-2 0 0,-21 2 0 15,13-5 0-15,-13 5 0 0,10 0 0 0,-10 0 0 16,0 0 0-16,11 0 0 0,-11 0 0 16,0 0 0-16,7 5-594 0,-7-5-154 0,2 8-171 15,-2-8 90-15,2 6 92 0,-2-6-747 16,0 0-932-16</inkml:trace>
  <inkml:trace contextRef="#ctx0" brushRef="#br0" timeOffset="90579.25">11750 8274 4148 0,'0'0'72'0,"0"0"44"0,0 0 35 0,0 0 16 15,0 0 6-15,0 0-5 0,0 0-8 0,0 0-9 16,0 0 25-16,0 0 6 0,0 0-14 15,11 12-9-15,-3-5-13 0,-2 3-5 0,-1 0 2 16,-1 1 8-16,3 3-5 0,-4-2-2 16,1 3 0-16,-4-1-8 0,0 2-11 0,0-3-12 15,-2 4-10-15,0-1-5 0,-2 0-15 16,0-3-5-16,0-1-10 0,1 0-5 16,-3-4-27-16,0 1-32 0,0-2-51 15,0-3-47-15,-1 0-71 0,2-2-74 0,5-2-98 16,-18-2-110-16,11-2-114 0,-3 0-164 15,2-3-48-15,2-2 84 0,1 1-616 0,3 0-762 16</inkml:trace>
  <inkml:trace contextRef="#ctx0" brushRef="#br0" timeOffset="91078.57">11952 8069 3591 0,'0'0'49'0,"0"-8"49"0,0 8 35 15,0-6 10-15,0 6 13 0,0 0-1 0,0-8 0 16,0 8-5-16,0 0-11 0,0 0-3 16,0 0 17-16,0 0-1 0,0 0-8 0,0 0 0 15,4 31-4-15,0-21-10 0,-3 2-9 16,3 0-9-16,2 0-3 0,-3-3-11 0,2 2 0 15,1-1-10-15,-1-1 0 0,1-2 6 16,1 0 8-16,1-2 4 0,-2-1 2 0,-6-4-8 16,16 0-12-16,-16 0-9 0,18-9-18 15,-7 2 9-15,1-3-9 0,-1 0-1 0,-2-4-9 16,5-3-3-16,-6 1-6 16,-3 3-1-16,4-2 11 0,-4 5 17 0,-1 2 8 15,0 1 0-15,-1 4-8 0,-1-2-8 16,-2 5-7-16,0 0 2 0,0 0 11 0,0 0-51 15,9 13-16-15,-9-1 0 0,3 2 0 16,1 1 0-16,0 3 0 0,-1 1 0 0,3 2 0 16,-1 2 0-16,4-3 0 0,-2-1 0 15,0 2 0-15,1-5 0 0,0-1 0 0,-1-1 0 16,-1-3 0-16,1-1 0 16,-3 0 0-16,3-3 0 0,-4-1 0 0,-1 0 0 15,4 0 0-15,-5 0 0 0,-1-6 0 16,6 5 0-16,-6-5-278 0,0 0-369 0,0 0-214 15,0 0-15-15,0 0 90 0,0 0-827 16,0 0-1053-16</inkml:trace>
  <inkml:trace contextRef="#ctx0" brushRef="#br0" timeOffset="91427.46">12338 7908 4775 0,'0'0'93'0,"0"0"41"0,-11-2 22 0,11 2 22 0,0 0 12 16,0 0-4-16,0 0-11 0,0 0-9 16,0 0 0-16,0 0-7 0,0 0-13 15,0 0-17-15,42-4-10 0,-21 4-17 16,2 0-12-16,0 1-7 0,-1 2-8 0,3 2 7 16,-3 3 12-16,4 8 27 0,-1 5 32 15,-4 1 14-15,-4 6 26 0,-2 2 32 0,-1 5-191 16,-5-2-34-16,-1 6 0 0,0 0 0 15,-3 2 0-15,1-2 0 0,0 2 0 0,-5 0 0 16,1-6 0-16,0 1 0 16,3-7 0-16,-5-5 0 0,0-5 0 0,0-2 0 15,0-1 0-15,0-5 0 0,0 3 0 0,-5-4 0 16,1-1 0-16,3-1 0 0,-7-2 0 16,-1 0 0-16,1-6 0 0,8 0 0 15,-19-8-270-15,9-4-756 0,4-1 97 0,-1-3 102 16,5 1-921-16,0-3-1179 0</inkml:trace>
  <inkml:trace contextRef="#ctx0" brushRef="#br0" timeOffset="91730.41">12962 8129 4806 0,'0'0'33'15,"0"0"72"-15,0 0 56 0,0 0 63 16,-16-4 39-16,16 4 29 0,0 0 19 0,0 0 14 16,0 0-20-16,-7-4-16 0,7 4-13 15,0 0-42-15,0 0-19 0,19-17-26 0,-9 15-26 16,0-4-163-16,-1 3 0 15,4-2 0-15,-1 0 0 0,3 1-177 0,-1-2-173 0,-3 2-130 16,2 0-128-16,-1 0-159 16,-5 4-50-16,-7 0 90 0,0 0-724 0,9 8-899 15</inkml:trace>
  <inkml:trace contextRef="#ctx0" brushRef="#br0" timeOffset="91927.74">12966 8256 4263 0,'-10'10'171'0,"0"-4"58"0,7-2 41 0,-3 0 38 15,6-4 35-15,-5 6 24 0,5-6 4 0,0 0-7 16,-8 5-23-16,8-5-22 0,0 0-24 16,0 0-31-16,0 0-22 0,31-1-198 15,-31 1-44-15,36-4 0 0,-17-4 0 16,3 4 0-16,-1 0 0 0,4-2-210 0,-1 2-238 16,-2-2-104-16,-3 1-107 0,2 1-183 15,-4-4 56-15,-3 4 83 0,-3 3-654 0,-2-3-813 16</inkml:trace>
  <inkml:trace contextRef="#ctx0" brushRef="#br0" timeOffset="92228.22">13358 7993 4132 0,'0'0'207'0,"-3"-7"29"16,3 7 31-16,0 0 8 0,-8-6 16 0,8 6-7 15,0 0 9-15,0 0 34 0,0 0-1 16,0 0-13-16,6 26-20 0,-3-12-23 0,3 6-27 16,0 1-27-16,0 3-19 15,0-2-176-15,-3 2-21 0,5-4 0 0,-5 1 0 0,3-1 0 16,0 2 0-16,-4-8 0 15,6 3 0-15,-7-6 0 0,5 1-91 0,-2-4-327 16,-1-1-120-16,2-1-132 0,-5-6-208 16,7 1 83-16,-7-1 87 0,15-8-684 0,-5-2-845 15</inkml:trace>
  <inkml:trace contextRef="#ctx0" brushRef="#br0" timeOffset="92610.4">13581 7983 4113 0,'0'0'183'0,"0"0"44"15,-7-6 33-15,7 6 21 0,0 0-1 16,0 0 5-16,0 0 4 0,0 0-1 0,0 0-22 16,0 0-26-16,13-7-25 15,-13 7-22-15,0 0-20 0,26 7-15 0,-16-2-12 0,2-1-24 16,0 5-11-16,-5-1-12 16,2 4-6-16,0-1-10 0,-4 5-5 0,1-3-70 15,-5 3-8-15,1 1 0 0,0-1 0 16,-2 2 0-16,0-1 0 0,0 0 0 0,2 0 0 15,0-3 0-15,0 2 0 0,0-4 0 16,1 1 0-16,3 2 0 0,0-4 0 0,2-1 0 16,-1 2 0-16,2-2 0 0,3-1 0 15,-1 2 0-15,0-2 0 0,-2 4 0 0,-2-3 0 16,2 2 0-16,0-1 0 16,-4 1 0-16,-1 0 0 0,-2-1 0 0,0 1 0 15,-6 2 0-15,0 0 0 0,-5 3 0 16,-3-3 0-16,-5 0 0 0,2-2 0 0,-12 1 0 15,7-3 0-15,-2 0 0 0,7-5 0 16,-4-3 0-16,3 4 0 0,-37-8-630 16,38 0-346-16,6-2 91 0,9 4-1053 15,-14-5-1360-15</inkml:trace>
  <inkml:trace contextRef="#ctx0" brushRef="#br0" timeOffset="94129.18">9838 5363 5583 0,'0'0'-42'0,"-7"-7"31"0,7 7 15 16,0 0 0-16,0 0 32 0,0 0 56 0,-16 35 49 15,5 2 23-15,-6 14 9 0,-2 8 12 16,0-1-2-16,0 4-7 0,-2 0-9 0,5-3-14 16,-2-5-12-16,0 1-12 0,5-6-13 15,1-12-11-15,3-7-8 0,6-6-15 0,-3-4-3 16,2-7-2-16,1-3-3 15,3-2 8-15,0-3-8 0,0-5-8 0,0 0-5 0,0 0-61 16,5-31 0-16,-3 2 0 0,2-11 0 16,-1-19 0-16,3-6 0 0,-1-9 0 0,-1 3 0 15,4 1 0-15,-2 6 0 16,1 8 0-16,-1 17 0 0,0 6 0 0,-2 8 0 16,2 10 0-16,-1 5 0 0,3 6 0 15,0 2 0-15,-8 2 0 0,24 10 0 0,5 3 0 16,-1 3 0-16,6 1 0 0,9 9 0 15,2-3 0-15,3 0 0 0,1 1 0 0,1-4 0 16,-4-1 0-16,-1-2 0 0,-8-5 0 16,-9-2 0-16,-5-1 0 0,-5-4 0 15,-7 3 0-15,-2-6 0 0,1 3 0 0,0-1 0 16,-10-4 0-16,7 6 0 0,-7-6 0 16,0 0 0-16,-13 12 0 0,-3-8 0 15,-2 3 0-15,-15 1 0 0,-2-1 0 16,-1 0 0-16,4 2 0 0,5-5 0 0,2 2 0 15,1-2 0-15,7 0 0 0,-3-1 0 16,2-2 0-16,2 1 0 0,3-2 0 0,-3 0 0 16,5 0 0-16,-3-3 0 0,0-4 0 15,3-3-142-15,0-3-749 0,2-3-76 0,6-5 102 16,-1-2-946-16,8-1-1240 0</inkml:trace>
  <inkml:trace contextRef="#ctx0" brushRef="#br0" timeOffset="94393.62">10294 5039 5252 0,'4'-10'-4'0,"-3"3"33"0,-1 2 9 0,0 5 5 0,0 0 72 0,0 0 80 16,13 22 39-16,-10 0 33 0,5 12 22 0,-1 7 9 16,3 9 4-16,1 6-3 0,0 0-5 15,3 0-8-15,1-1-32 0,2-3-254 0,3-4 0 16,-2-3 0-16,5-6 0 0,-1-8 0 15,-2-6 0-15,1 0 0 0,1-7 0 0,0-1 0 16,-5-5 0-16,3-5 0 0,-6-5 0 16,2-2 0-16,-1-4 0 0,4-4 0 0,0-3 0 15,2-9 0-15,-2-1 0 0,-4-6 0 16,1 2-405-16,-5-3-449 0,-4 6-91 16,-5 3 103-16,-2 2-908 0,-2 0-1181 15</inkml:trace>
  <inkml:trace contextRef="#ctx0" brushRef="#br0" timeOffset="94610.41">10288 5111 5272 0,'-21'-2'211'0,"5"2"77"0,2-2 14 16,4-1-2-16,3-2-26 0,3-2-28 15,2-2-29-15,6 0-20 0,5-7-25 16,16-6-20-16,11-6-52 0,11 1-84 0,-2-2-119 15,5 5-123-15,-1 0-112 0,2 4-135 16,-1 1-148-16,-3-1-220 0,-7 13 71 0,-3-3 91 16,-11 8-578-16,-7 1-718 0</inkml:trace>
  <inkml:trace contextRef="#ctx0" brushRef="#br0" timeOffset="97894.09">11447 5066 1665 0,'0'0'-11'0,"0"0"16"0,-7 0 10 0,7 0 20 0,0 0 28 0,0 0 31 0,0 0 26 15,0 0 31-15,0 0 25 0,0 0 29 0,0 0 26 16,0 0 17-16,14 11 18 0,-14-11 10 16,10 10 11-16,-4-2 9 0,0 1 7 0,-1-1 31 15,1 5-1-15,-5 0-6 0,4-1-2 16,1 3-12-16,-5 2-16 0,-1-3-24 15,0 3-29-15,-1-1-21 0,-3 0-24 0,0 1-18 16,0-1-22-16,-2-1-14 0,1-1-14 16,-5-1-36-16,2-1-43 0,1 1-56 0,-3-5-79 15,3 0-97-15,0-1-98 0,-2-1-128 16,2-6-132-16,7 0-150 0,0 0-139 16,-18-11 74-16,15 1-709 0,-1-2-911 15</inkml:trace>
  <inkml:trace contextRef="#ctx0" brushRef="#br0" timeOffset="98378.13">11596 4884 4394 0,'0'-10'146'15,"0"3"22"-15,0 7 13 0,0 0 19 16,0-8 11-16,0 8 1 0,0 0 11 16,0 0 30-16,0 0-1 0,0 0-16 0,0 0-14 15,0 0-20-15,0 0-20 0,0 0-16 16,0 0-14-16,7 25-11 0,-1-21-18 15,-6-4-10-15,12 4-5 0,-12-4-9 16,14 2-11-16,-14-2-8 0,25-8-41 0,-14 4-39 16,1-4 0-16,1-1 0 0,1-6 0 15,-3 3 0-15,-2-2 0 0,4-3 0 0,-8 2 0 16,2 1 0-16,2 2 0 0,-6 2 0 16,3 2 0-16,-4 1 0 0,2 0 0 15,-4 7 0-15,0 0 0 0,0 0 0 0,0 0 0 16,9 17 0-16,-6-2 0 0,-3 1 0 15,7 7 0-15,-1-2 0 0,1 10 0 16,2 0 0-16,-1-6 0 0,5 2 0 0,-3-7 0 16,0-3 0-16,-1 1 0 0,2-3 0 15,-1-3 0-15,-2 0 0 0,-3-4 0 16,4 1 0-16,-2-2 0 0,-2 1 0 0,-1-6 0 16,4 0 0-16,-8-2 0 0,7 2 0 15,-7-2 0-15,8 3 0 0,-8-3 0 0,9 2 0 16,-9-2 0-16,0 0 0 0,4 6 0 15,-2 0 0-15,2 0 0 0,-2 3 0 0,-2 1 0 16,0 2 0-16,0 3 0 0,0-2 0 16,0 0 0-16,0-1-361 0,0-1-339 0,0-2-138 15,0 0-33-15,-2-4 89 16,2-5-796-16,-4 6-1019 0</inkml:trace>
  <inkml:trace contextRef="#ctx0" brushRef="#br0" timeOffset="98859.11">10833 5196 4110 0,'-12'0'-79'0,"12"0"74"0,-9-6 60 0,9 6 44 0,-5-6 22 0,1 1 16 0,4 5 17 0,0-8 13 0,0 8 14 16,7-14 10-16,-3 10 11 0,3-4-5 0,-7 8-10 15,18-4-2-15,-7 1 4 16,-11 3 8-16,27 7 10 0,-10 3 8 0,-2 2 4 0,3 11 5 16,-5-2 10-16,-3 6 3 15,-5-1 5-15,-1-2 2 0,-2 1-163 0,-4-1-81 16,0 2 0-16,0-2 0 0,1-2 0 16,-1-3 0-16,2-3 0 0,0-5 0 0,0 4 0 15,3-6 0-15,3-2 0 0,1-1 0 16,5-2 0-16,3-6 0 0,6-4 0 15,6-5 0-15,6-7 0 0,-1 5 0 16,-2-7 0-16,6 3 0 0,-3 0 0 0,-1 3-251 16,0-3-760-16,1 2 72 0,-5 1 105 0,-3 4-920 15,-2 1-1184-15</inkml:trace>
  <inkml:trace contextRef="#ctx0" brushRef="#br0" timeOffset="99344.9">11931 4535 4521 0,'0'0'-46'0,"-7"-5"79"0,7 5 53 15,-11-6 39-15,11 6 39 0,-7-6 47 0,7 6 51 16,-6-6-13-16,6 6-2 0,-1-10-21 16,1 10-31-16,3-13-22 0,8 2-20 0,3-1-13 15,3 0-18-15,4 1-14 0,0 5-9 16,3 1-14-16,-8 5-6 0,5 3-9 0,4 10 11 16,2 9 14-16,-3 12 24 0,-1 7 31 15,-3 4 29-15,-6 1 26 0,2 6-145 0,-3-1-60 16,1 1 0-16,1-2 0 15,0-1 0-15,0 1 0 0,1-1 0 0,1-2 0 0,0 0 0 16,2-4 0-16,-6-10 0 16,2 0 0-16,-1-6 0 0,-5-4 0 0,-1-5 0 15,-2-4 0-15,0-2 0 0,-3 0 0 16,-1-3 0-16,2-1 0 0,-4-1 0 0,0-2 0 16,0-5 0-16,-7 10 0 0,-4-4 0 15,0-1 0-15,-2-2 0 0,-2 2 0 0,-4-1 0 16,0-3 0-16,-1-1 0 0,6 0 0 15,-6-5 0-15,4-3-155 0,-2-3-647 16,0-11-158-16,7 2 81 0,-2-9 96 0,12 3-786 16,-4-1-1010-16</inkml:trace>
  <inkml:trace contextRef="#ctx0" brushRef="#br0" timeOffset="99560.25">12555 4737 4512 0,'0'0'355'0,"0"0"-1"0,0 0-21 0,0 0-24 0,16-1-30 0,-8-6-22 0,0 2-35 15,3-2-25-15,5 0-24 0,-3 0-50 16,4-3-77-16,-2 1-74 0,3 0-82 16,-4 2-82-16,0-1-96 0,1 3-102 15,1 0-104-15,-7 0-115 0,2 2-137 0,-4 1 57 16,-7 2-540-16,0 0-692 0</inkml:trace>
  <inkml:trace contextRef="#ctx0" brushRef="#br0" timeOffset="99709.07">12630 4796 3471 0,'-19'20'107'0,"2"-4"67"0,3-1 59 0,3-1 57 15,0-4 45-15,3 1 50 0,1-5 31 16,-1 2 15-16,4-2 1 0,3-1 3 16,1-5-34-16,0 0-31 0,11 9-37 0,-11-9-33 15,19 0-222-15,-19 0-78 0,32-9 0 16,-13 4 0-16,11-7 0 0,-5-2 0 15,2-3-321-15,0 1-295 0,2-2-237 16,-3-2-34-16,-2 0 94 0,-6 1-813 0,3-4-1045 16</inkml:trace>
  <inkml:trace contextRef="#ctx0" brushRef="#br0" timeOffset="100159.14">13210 4282 4892 0,'-10'-10'254'0,"7"4"75"0,1 1 23 0,2 5-2 0,-4-6-2 0,4 6-17 0,0 0-6 0,0 0-5 0,0 0 22 0,0 0 6 16,0 0-348-16,20 35 0 15,-8-8 0-15,3 2 0 0,-1 2 0 0,1 2 0 16,-2 3 0-16,1-2 0 0,-3 0 0 16,1-3 0-16,-3 0 0 0,-2-6 0 0,2-3 0 15,-6-3 0-15,1-4 0 0,2-1 0 16,-3-2 0-16,1-2 0 0,2-3-480 0,-5-4-301 16,-1-3-143-16,0 0 69 0,14-14-897 15,-6 0-1183-15</inkml:trace>
  <inkml:trace contextRef="#ctx0" brushRef="#br0" timeOffset="100526.13">13526 4284 4707 0,'2'-14'-4'0,"-2"3"75"0,2 2 52 16,-2 4 30-16,0 5 37 15,2-9 20-15,-2 9 12 0,0-8-10 0,0 8 5 16,0 0 4-16,0 0-5 0,13-2-14 16,-13 2-14-16,0 0-14 0,21 17-7 0,-12-5-5 15,-3 3-4-15,2 3-3 0,-2 1-1 16,-1 4 5-16,-1 2-25 0,0-1-134 15,-1 0 0-15,-3-2 0 0,5 2 0 0,1-2 0 16,-1-1 0-16,4-1 0 0,2 0 0 16,3 3 0-16,2-7 0 0,4 3 0 15,0-4 0-15,-4-3 0 0,2 2 0 16,1-3 0-16,-4 2 0 0,3-1 0 0,-5 0 0 0,1 2 0 16,-5-4 0-16,-2 0 0 15,0 2 0-15,-2-1 0 0,-3-4 0 0,-2 4 0 16,-5 1 0-16,2-3 0 0,-7 3 0 15,-2 0 0-15,-8 0 0 0,-9 2 0 0,-1-1 0 16,-1-2 0-16,-3-3 0 0,6 0 0 16,5-3 0-16,-4-3 0 0,5 2 0 0,-1-2 0 15,1 0 0-15,6 0 0 0,-4-2 0 16,4 0-690-16,5 0-307 0,-1 0 107 0,12 0-1019 16,-18 0-1332-16</inkml:trace>
  <inkml:trace contextRef="#ctx0" brushRef="#br0" timeOffset="104824.67">20775 8892 2667 0,'-2'-6'293'0,"2"6"-113"0,-2-6-50 0,2 6-38 0,0 0-22 0,-3-8 4 16,3 8 10-16,-4-6-8 0,4 6-1 0,0 0-9 16,-6-6-2-16,6 6-9 0,0 0-7 15,0 0-13-15,-1-5 0 0,1 5-1 0,0 0-7 16,0 0-1-16,0 0-5 16,0 0 3-16,0 0-5 0,-6-6-3 0,6 6-3 15,0 0 8-15,0 0 3 0,0 0 10 0,0 0 5 16,0 0 6-16,0 0 2 0,0 0 8 15,0 0 6-15,0 0 7 0,0 0 9 16,0 0 9-16,0 0 3 0,0 0 9 0,0 0 4 16,-7-4 4-16,7 4 2 0,0 0-4 15,0 0 1-15,0 0-4 0,0 0-6 16,0 0-11-16,0 0-5 0,0 0-7 0,0 0-7 16,0 0-8-16,0 0-6 0,0 0-5 15,0 0 0-15,0 0-8 0,0 0-5 0,0 0-3 16,0 0-3-16,0 0-3 0,0 0-5 15,0 0-2-15,0 0-2 0,0 0-2 0,0 0 2 16,0 0-12-16,0 0 2 16,0 0 2-16,0 0-4 0,0 0 4 0,0 0-3 15,0 0-1-15,0 0 1 0,0 0-7 16,0 0-9-16,0 0-8 0,0 0-15 0,0 0-12 16,0 0-18-16,0 0-18 0,0 0-20 15,0 0-23-15,0 0-14 0,0 0-42 0,0 0-51 16,0 0-64-16,0 0-67 15,-3-5-112-15,3 5-180 0,0 0 62 0,0 0-433 0,2-9-502 16</inkml:trace>
  <inkml:trace contextRef="#ctx0" brushRef="#br0" timeOffset="106640.53">13858 3846 2666 0,'2'-7'-51'0,"-2"7"34"0,-5-10 35 0,3 4 15 0,2 6 14 16,-7-13 8-16,2 5 18 0,-5 2 16 15,-2-2 14-15,1-1 9 0,-6 1 1 0,-4-1-8 16,-2 2-7-16,-9-2 2 0,0 1-7 16,-3 0 3-16,-2 5-3 0,3 0-4 15,7 1 4-15,-5 2-8 0,-8 0-6 0,-1 3-3 16,2 2-5-16,-4 4-6 0,-9 2-4 15,10 1-3-15,-9 3-1 0,2 4-8 0,2-2 1 16,-1 4 2-16,1 1 0 16,8 4 0-16,-4 4 2 0,5 1-4 0,2 6 4 15,4-4-3-15,1 9 2 0,10 1-1 16,-2 1-3-16,6 5 0 0,3 1-7 0,7 1-2 16,2 3 0-16,1 3-2 0,6 0-5 15,1-1 4-15,7 0-1 0,4 2 1 16,-2-4-1-16,6 1-2 0,0 1 2 0,4-2-3 15,-1-3-4-15,1 1-11 0,1-2 0 16,2-1 0-16,0-3 4 0,0-1 21 0,1-5 10 16,-1-3 5-16,0-2 10 15,-2-6 4-15,9 0 36 0,2 0 3 0,-7-10 1 16,7-1-3-16,2-1-13 0,5-8-5 0,14 1-5 16,0-3-4-16,6-2-11 0,4-7-7 15,2-1-8-15,1-2-1 0,3-4-8 16,-9-6-3-16,3 3-11 0,3-2 2 0,-6-6-1 15,-2-1-5-15,-8-1 1 0,2-3-2 16,-6-5-4-16,-3-1 15 0,-1-2 14 16,-6-2 11-16,-2-3 6 0,-3-1 6 0,-5-2 15 15,-1-4 2-15,-6-3 7 0,2-6-4 16,-8-2-1-16,-2-6-94 0,-3-4-1 0,-8-4 0 16,-4-3 0-16,-8-23 0 0,-6 0 0 15,-9 3 0-15,-10 6 0 0,-9 7 0 0,-3 7 0 16,-8 8 0-16,-8 11 0 0,-6 9 0 15,-9 11 0-15,9 12 0 0,-9 10 0 16,-3 6 0-16,-5 10 0 0,-20 6 0 16,9 11 0-16,6 5-94 0,9 3-224 0,17-1-94 15,8 2-105-15,1 4-122 0,9 0-211 16,3-2 49-16,2-3 89 0,15-6-597 0,3-3-766 16</inkml:trace>
  <inkml:trace contextRef="#ctx0" brushRef="#br0" timeOffset="107758.64">23278 3446 3693 0,'-23'-10'-122'0,"-1"-1"29"0,-1 8 15 0,-2-2 14 0,-2 4 18 0,-13 2 30 0,-2 4 28 0,-7 7 28 16,-5 5 34-16,3 7 17 0,-4 9 20 16,-12 15 13-16,2 9 13 0,3 6 10 15,6 3 8-15,7 10 11 0,4 8 15 0,11 7-6 16,1 1 7-16,16 3-5 0,6 1-1 16,10-17-8-16,10-2-12 0,11 15-14 15,11-11-13-15,12-3-13 0,2-7-8 0,10-7 2 16,5-8-2-16,-11-14-11 0,6-4-8 15,5-6-10-15,-1-6-16 0,4-6-18 16,-2-6-7-16,0-6 10 0,-10-6-5 0,3-5-3 16,5-8-7-16,4-4 0 0,0-9-5 15,-2-2 1-15,11-13 1 0,-1-7-4 0,-5-5-3 16,-6-10 2-16,-5-2 11 0,-5-6 16 16,-8-7 17-16,-8-1 4 0,-1-12 7 0,-12-4-3 15,-8-4-5-15,-5-2-8 0,-13-2-10 16,-13 6-9-16,-6 9 0 0,-14 13-16 0,-14 12-2 15,-11 15-9-15,-8 11-5 16,0 16-4-16,-7 10-25 0,-6 9-27 0,-20 10-70 16,-1 14-86-16,4 5-107 0,5 7-138 15,7 3-151-15,3-2-255 0,12 2 67 16,23-6 83-16,4-8-573 0,4 2-732 0</inkml:trace>
  <inkml:trace contextRef="#ctx0" brushRef="#br0" timeOffset="109374.45">21225 8993 2038 0,'0'-10'260'0,"-4"6"-25"0,4 4-7 0,-4-12 0 0,4 8 3 15,-3-2-3-15,3 6-6 0,-4-13-8 0,2 9 5 16,0-4 1-16,-2 4 2 0,2-3 2 15,2 7 0-15,-4-8-4 0,4 8-3 16,-3-10-23-16,3 10-27 0,0 0-2 16,0 0 20-16,-17 20 12 0,1 7 4 0,0 16 2 15,-9 3 7-15,-6 14-1 0,-10 13-6 16,0 4-8-16,1 3-19 0,0-1-13 0,7-3-17 16,6-20-15-16,5-3-115 0,7-5-16 15,3-10 0-15,2-3 0 0,5-6 0 0,-1-5 0 16,3-7 0-16,1-5 0 0,0-2 0 15,0-1 0-15,4-6 0 0,-2-3 0 0,0 0 0 16,0 0 0-16,0 0-26 0,11-20-350 16,-6 1-71-16,7-11-71 0,0-5-55 15,1-11-54-15,2-1-114 0,3-5 18 16,-2 1-692-16,-2 2-866 0</inkml:trace>
  <inkml:trace contextRef="#ctx0" brushRef="#br0" timeOffset="109623.4">21112 8874 3757 0,'10'-17'-31'0,"-4"0"73"0,-2 5 69 0,-3 4 42 16,3 2 27-16,-2-2 15 0,0 3 6 16,-2 5-4-16,0 0 52 0,0 0 37 15,14 17 1-15,-7 4 6 0,2 14 17 0,5 12-17 16,1 6-8-16,1 2-9 0,0 3-17 16,4-1-34-16,1 2-14 0,-3-3-33 0,5-5-20 15,-3 1-82-15,-2-6-76 0,0-1 0 16,-5-12 0-16,1-1 0 0,-3-3 0 15,-4-7 0-15,2-5 0 0,-6-3-23 0,3-2-194 16,-3-2-47-16,-1-1-72 0,-2-1-87 16,0-4-82-16,0-4-98 0,-5 5-153 15,5-5 13-15,0 0 83 0,-22-12-585 0,15 2-707 16</inkml:trace>
  <inkml:trace contextRef="#ctx0" brushRef="#br0" timeOffset="109808.66">21157 9434 3303 0,'-24'-2'97'0,"6"2"81"15,-1 0 61-15,-1-1 41 0,5 1 53 16,0 1 37-16,-2-1 25 0,17 0 1 16,-23 0-24-16,23 0-29 0,-18-1-33 15,18 1-34-15,0 0-26 0,0 0-25 0,0 0-20 16,0 0-19-16,0 0-23 0,47-11-61 16,-11 5-67-16,1 3-94 0,4-3-118 0,1 0-128 15,-4 1-145-15,0 0-146 0,-2 1-193 16,0-2-12-16,-9 2 84 0,-4 2-699 0,-4 1-868 15</inkml:trace>
  <inkml:trace contextRef="#ctx0" brushRef="#br0" timeOffset="110158.45">21944 8853 4307 0,'-10'-16'201'15,"-2"5"59"-15,5 0 23 0,1 4-11 16,3 0-6-16,-2 3-26 0,5 4-22 0,0 0 25 16,0 0 39-16,-7 18 15 0,7 2-1 15,-4 19 1-15,2 5 14 0,-1 16 8 0,-1 1-220 16,-4 2-99-16,4 2 0 16,2-2 0-16,0 0 0 0,6-3 0 0,0-3 0 15,2-4 0-15,1-13 0 0,1-4 0 16,6-4 0-16,-1-5 0 0,-1-6 0 0,-1-4 0 15,0-3 0-15,1-4 0 0,3-2 0 16,-2-6 0-16,2 0 0 0,1-4 0 0,0 0 0 16,4-8 0-16,-4 2 0 0,2-3 0 15,-1-1 0-15,-2-1 0 0,-4-3 0 0,3 1 0 16,-4-4 0-16,-3-1-157 0,-1-1-630 16,-2-3-163-16,-4-1 86 0,-2 0 90 0,0-13-811 15,-4 6-1025-15</inkml:trace>
  <inkml:trace contextRef="#ctx0" brushRef="#br0" timeOffset="110373">21833 8773 4711 0,'-13'-17'121'16,"3"5"63"-16,0 2 37 0,5 2 38 16,-1 1 24-16,5 2 0 0,-3-2-10 0,4 7-23 15,2-11-22-15,3 7-22 0,10-2-24 16,4 1-12-16,16-3-24 0,2 2-36 0,2 4-52 15,5 1-66-15,-5-2-76 16,-3 3-59-16,-9 0-51 0,2 0-63 0,-10 3-79 0,1-3-65 16,-6 1-42-16,-6 1-57 15,-2 2-125-15,-6-4-72 0,0 7 65 0,0-7-513 16,-23 17-611-16</inkml:trace>
  <inkml:trace contextRef="#ctx0" brushRef="#br0" timeOffset="111259.74">22548 9022 3448 0,'-10'-5'142'0,"0"2"56"0,3-3 48 0,0 0 22 0,-2-1 30 0,4-2 30 0,-1 1 10 15,3-1 3-15,-1-1-5 0,4 1-16 16,0 1-23-16,2-4-24 0,1 1-26 0,5 1-23 16,4 2-25-16,1 1-18 0,2-1-20 15,-2 6-15-15,9 2-14 0,-6 2-64 0,4 2-68 16,5 12 0-16,-9-1 0 16,5 6 0-16,-8 3 0 0,-2 2 0 0,-8 6 0 15,-5 0 0-15,-8 3 0 0,-1 2 0 16,-6 4 0-16,-6 1 0 0,6-11 0 0,0-2 0 15,2-5 0-15,3-5 0 0,2-6 0 16,7-1 0-16,-1-3 0 0,0-1 0 0,2-2 0 16,2-6 0-16,10 6 0 0,2-4 0 15,2-2 0-15,10 0 0 0,2-2 0 0,14-4 0 16,0 0 0-16,2 1 0 0,-2 0 0 16,-2 0 0-16,-8 3 0 0,-7-1 0 0,1 0 0 15,-12 3 0-15,2-2 0 0,-1 0 0 16,-3 2 0-16,-10 0 0 0,17 0 0 0,-17 0 0 15,16 0 0-15,-16 0 0 0,9 2 0 16,-9-2 0-16,6 4 0 0,-6-4 0 16,0 0 0-16,0 8 0 0,0-8 0 0,-2 8 0 15,2-8 0-15,-8 9 0 0,8-9-721 16,-5 8-256-16,-2-8 107 0,7 0-1042 0,0 0-1335 16</inkml:trace>
  <inkml:trace contextRef="#ctx0" brushRef="#br0" timeOffset="112573.64">22652 9087 4812 0,'0'12'-219'0,"0"0"73"0,0 1 79 0,2-1 75 0,0-3 54 0,-2 3 43 0,2 0 39 16,0-3 26-16,0 2 18 0,-2-2 19 15,2-4 1-15,2 5 5 0,0-4-6 16,-3 2-13-16,1-3-4 0,4 0-12 16,-6-5-13-16,14 3-18 0,-14-3-10 0,14-2-17 15,-4-1-10-15,0-4-11 0,1-3-11 16,-4 1-6-16,4-4-11 0,-8-1-6 0,1-5-6 15,-6 0-7-15,-2-1-9 16,-6-2-7-16,-3-3-1 0,0 6-7 0,-2 7-9 0,2 5-4 16,-5 6 0-16,3-1-3 0,-8 10-1 15,-2 8 1-15,0 6-3 0,4 4-3 16,6 2 3-16,4 3-1 0,7-4-4 16,4-3 6-16,2 2 0 0,8 6 0 0,3-4-4 15,4-3 4-15,4-3 2 0,5-3 0 16,5-4 2-16,4-7-1 0,-5-4 0 0,1-4 1 15,7-4 1-15,-2-7 0 0,-4-1 1 16,-1-2-3-16,-3-6 4 0,-8-1 11 0,-9 1 5 16,-6-2-14-16,-5-1-19 0,-2-4 0 15,-7-6 0-15,-10-8 0 0,-2 2 0 0,-3 1 0 16,-5 4 0-16,-2 3 0 0,5 10 0 16,-3 6 0-16,4 7-75 0,0 4-105 0,5 4-70 15,-2 7-80-15,-1 1-100 0,-2 10-113 16,11-2-167-16,2 0-86 0,4-2 75 15,6-4-693-15,4-2-864 0</inkml:trace>
  <inkml:trace contextRef="#ctx0" brushRef="#br0" timeOffset="114389.41">22536 8090 3740 0,'-13'0'-90'0,"13"0"59"0,-16 3 57 0,16-3 62 0,-16-3 46 0,6 1 41 15,10 2 38-15,-14-2 24 0,14 2 20 0,-9-5 9 16,9 5 0-16,-7-6-16 15,7 6-29-15,-5-6-22 0,5 6-26 0,5-12-19 16,-1 5-9-16,-1 2-17 0,5 0-17 16,1 0-8-16,-1 2-6 0,-8 3-16 0,20-3-9 15,-20 3-9-15,25 6-3 0,-15 1-9 16,2 1 5-16,-3 3 1 0,-2 2 9 0,-2 3 15 16,-3-2 6-16,-4 6 18 0,-5 0 15 15,-4 9 6-15,-2-3 7 0,-4 1 14 16,-1 0-123-16,5-8-24 0,2-5 0 15,3-1 0-15,1-1 0 0,1-3 0 0,2-3 0 16,1 0 0-16,1 0 0 0,2-6 0 0,5 6 0 16,6-5 0-16,-11-1 0 0,36-1 0 15,3-3 0-15,-1-1 0 0,2 2 0 16,0-3 0-16,-2 1 0 0,-7 2 0 0,-6 0 0 16,-7 1 0-16,2 2 0 0,-6-2 0 15,-1 2 0-15,-2-2 0 0,-11 2 0 0,17 0 0 16,-17 0 0-16,15 0 0 0,-15 0 0 15,12 0 0-15,-12 0 0 0,7 4 0 0,-7-4 0 16,0 0 0-16,2 5-233 0,-2-5-329 16,0 0-98-16,0 0-186 0,0 0 18 15,0 0 88-15,9 2-730 0,-9-2-918 16</inkml:trace>
  <inkml:trace contextRef="#ctx0" brushRef="#br0" timeOffset="115388.44">24282 7838 3840 0,'0'0'-90'0,"-18"-2"76"0,18 2 74 0,-7-4 48 0,7 4 37 16,-9-5 16-16,7-1 16 0,2 6 15 0,-4-9 5 15,8 1 1-15,0 2-6 16,-1-2-13-16,6 2-10 0,4 0-11 0,-1-1-17 15,2 1-12-15,-1 5-10 0,5-2-13 16,-5 3-11-16,1 3-9 0,2 0-12 0,4 3-3 16,-7 0-5-16,-2 3-7 0,1-1 0 15,-3 4 8-15,-4 0 2 0,1 1 7 0,-3 2 3 16,-6 2-9-16,-3 1-2 0,-1 5 0 16,-6 3 6-16,-3-2 11 0,5-3 3 0,6-7 0 15,-4 1-4-15,4-6-5 0,-1 0-4 16,6-1-4-16,-3-2-2 0,-1 1-7 0,4-2-3 15,0-5 9-15,7 11 6 16,1-8-33-16,6 2-41 0,0 0 0 0,2 0 0 16,1 2 0-16,4 0 0 0,-3-2 0 15,4 4 0-15,-7-2 0 0,-2 1 0 0,1 1 0 16,-3-1 0-16,-2 4 0 0,-3-3 0 16,-1 1 0-16,-5 2 0 0,-5 0 0 0,-1 2 0 15,-3-2 0-15,-5 3 0 0,1-1 0 16,-3-1 0-16,-4-1 0 0,3 0 0 0,-10 1 0 15,5-3 0-15,4-4 0 0,4-1 0 16,0-4 0-16,5 1 0 0,9-2 0 0,-22-5 0 16,17-2 0-16,-1-1-17 15,4 0-540-15,4-1-144 0,4-3-229 0,3-6 97 16,5 1 90-16,4-6-757 0,7 3-946 0</inkml:trace>
  <inkml:trace contextRef="#ctx0" brushRef="#br0" timeOffset="116172.53">25951 7703 4014 0,'0'-13'-56'0,"0"4"60"0,0 2 64 0,0-1 23 15,0 3 24-15,0 5 23 0,0-11 21 0,0 11 11 0,0-10 2 16,0 10 2-16,0-7-3 0,0 7 0 16,0 0 7-16,2-12 11 0,-2 12 11 0,0-3 2 15,0 3 9-15,0 0 5 0,0-8 3 16,0 8 3-16,0 0 4 0,0 0 2 0,0 0-18 15,-2-13-19-15,2 13-18 16,0-7-38-16,0 7-135 0,0 0 0 0,-2-11 0 16,2 11 0-16,2-7 0 0,-2 7 0 15,0 0 0-15,0 0 0 0,-2-11 0 0,2 11 0 16,0 0 0-16,0 0 0 0,2-7 0 16,-2 7 0-16,0 0 0 0,0 0 0 0,0 0 0 15,0 0 0-15,0-8 0 0,0 8 0 16,0 0 0-16,0 0 0 0,0 0 0 15,0 0 0-15,-7 33 0 0,5-15 0 0,0 5 0 16,-1 2 0-16,2 0 0 0,-1 12 0 16,2-6 0-16,2-4 0 0,-1-2 0 15,2 10 0-15,6-4 0 0,-3-6 0 0,1-3 0 16,2-6 0-16,-2 4 0 0,4-3 0 16,3-1 0-16,-1-8 0 0,0-2 0 0,3-2 0 15,-4-3 0-15,6-1 0 0,0-1 0 16,-2-6 0-16,6 1 0 0,2-10 0 0,-3 2 0 15,-5 0 0-15,5-5 0 0,-5-1 0 16,-5 5 0-16,1 1 0 0,0 2 0 0,-5 2 0 16,1 0 0-16,-2 2 0 0,-3 4 0 15,-3 4 0-15,8-1 0 0,-8 1 0 0,0 0 0 16,2 21 0-16,-4-8 0 0,4 5 0 16,-2 2 0-16,2 6 0 0,-2 10 0 0,1-7 0 15,2 8 0-15,3-4 0 16,1-1 0-16,1-7 0 0,-1-4 0 0,-1-2 0 15,2-2 0-15,-5-2 0 0,5-1 0 16,-4-4 0-16,2 0 0 0,-2-1 0 0,-2-2 0 16,-1-2 0-16,3 1 0 0,-4-6 0 15,6 4 0-15,-6-4 0 0,0 0 0 0,0 0 0 16,0 0 0-16,0 0 0 0,14-12 0 16,-14 12 0-16,0-9-559 0,0 9-440 0,-5-10 105 15,-1 5-1058-15,6 5-1371 0</inkml:trace>
  <inkml:trace contextRef="#ctx0" brushRef="#br0" timeOffset="116922.11">27727 7412 4861 0,'14'-5'-263'0,"-3"1"69"0,1 0 81 0,-5-2 75 0,1 2 80 0,-5 0 57 0,3-2 51 16,0 1 32-16,-6 5 25 0,4-10 14 0,-4 10 9 16,2-10-4-16,-2 10-12 0,0-9-20 15,0 9-14-15,0 0-13 0,-16-3-12 0,16 3-6 16,-27 8-1-16,9 2-7 15,-11 4-5-15,3 7-13 0,-3 1-10 0,-3 10-11 0,8-6-13 16,6-1-7-16,0-1-7 0,11-3-12 16,3-5 2-16,4 0-7 0,8 3-2 15,3-4-6-15,10 7-4 0,4-3-3 16,5 0-3-16,3 0-6 0,5 6-3 0,-6-8-5 16,-2 0-25-16,-3-5-1 0,-2 6 0 15,-5-4 0-15,-9 0 0 0,-2 0 0 0,-4 3 0 16,-3-5 0-16,-4 3 0 0,-3 3 0 15,-4 2 0-15,-11 4 0 0,4-4 0 0,-7 1 0 16,-1-3 0-16,1-1 0 0,-1-2 0 16,1-5 0-16,4-2 0 0,0 0 0 15,4-5 0-15,2-1 0 0,1-2 0 16,-1-2 0-16,1-1 0 0,3-1 0 0,-1-4 0 16,7 2 0-16,-3-2 0 0,1 1-258 15,5-4-475-15,5 1-213 0,-1-2 89 0,3-2 84 16,6 1-800-16,3-1-1014 0</inkml:trace>
  <inkml:trace contextRef="#ctx0" brushRef="#br0" timeOffset="117322.09">29128 7304 4671 0,'-8'-7'87'0,"-5"4"35"0,13 3 21 0,-19 2 38 0,4 4 44 0,-4 5 40 0,-8 11 19 0,-4 11 2 16,1 6 2-16,-1 3-4 0,3 5-1 0,1 0-3 16,5-1-11-16,4 0-1 0,9-10-38 15,2 2-205-15,4-3-25 0,6-8 0 0,4 4 0 16,8-4 0-16,4-3 0 0,8-5 0 15,2-4 0-15,3-5 0 0,-5-3 0 16,-1-1 0-16,-5-6 0 0,0 0 0 0,-6 0 0 16,1-2 0-16,-4 0 0 0,0-1 0 15,0-4 0-15,-7 0 0 0,-1 0 0 16,-4-1 0-16,-2-3 0 0,-4-2 0 0,-3 2 0 16,-7-3 0-16,4 3 0 0,-8 0 0 15,2 1 0-15,0 3 0 0,-1 2 0 0,0 2 0 16,0-1 0-16,0 4-69 15,4-1-958-15,0 1 80 0,5 0 107 0,10 0-965 0,0 0-1234 16</inkml:trace>
  <inkml:trace contextRef="#ctx0" brushRef="#br0" timeOffset="117922.22">30014 7848 5289 0,'-10'-2'24'0,"10"2"41"0,-13-2 24 0,13 2 0 0,0 0-5 0,0 0 9 0,0 0 11 16,0 0-17-16,0 0-12 0,44-13-3 15,-5 7-7-15,0 2-7 0,5 2-5 0,-4 0-10 16,-7 0-3-16,-7 2 7 0,-3 2-7 16,-2 1 13-16,0 4 30 0,-6 4 25 0,-1 4 27 15,-3 4 29-15,-8 3 17 0,8 11 21 16,-8 6 21-16,-1 4 11 0,-4 1 6 15,6 5-89-15,-6 9-151 0,4 5 0 0,0 0 0 16,2 3 0-16,1-1 0 0,-1-1 0 16,2 0 0-16,4-3 0 0,1-2 0 15,-1-3 0-15,-1-4 0 0,-2-11 0 0,3-2 0 16,-2-2 0-16,-1-4 0 0,-3-6 0 16,-4-4 0-16,0-4 0 0,-2 4 0 15,-3-2 0-15,-6-1 0 0,-5 3 0 0,-9-1 0 16,-9 5 0-16,-8-4 0 0,-6-5 0 15,-4-1 0-15,-2 0 0 0,-2-5 0 0,3 3 0 16,13-5 0-16,5-1 0 0,9-2 0 16,5 0 0-16,3-4 0 0,7 2 0 15,0-2 0-15,-1-1 0 0,5 1 0 0,7-3 0 16,-13 4 0-16,13-4 0 0,-8 2 0 16,8-2 0-16,0 0 0 0,0 0 0 0,0 0 0 15,0 0-392-15,0 0-626 0,24-16 118 16,-24 16-1100-16,12-6-1417 0</inkml:trace>
  <inkml:trace contextRef="#ctx0" brushRef="#br0" timeOffset="123789.35">22538 9114 3413 0,'-17'-3'325'0,"-1"2"-45"0,4-1-35 0,-2 0-4 0,3 0-5 0,-1 2 2 0,5-3-3 15,9 3-10-15,-17-2 7 0,7 2-8 0,10 0-8 16,-9-5-8-16,9 5-12 0,-6-3-8 16,6 3-10-16,0 0-19 0,25-19-9 0,6 5-18 15,3 0-12-15,6 1-12 0,6-3-14 16,-8 4-8-16,0 1-9 0,-2-2-5 0,-10 7-11 16,-2-1-3-16,-10 0-13 0,4 4-1 15,-7-3-4-15,-1 5-11 0,-1-4 7 16,1 5-36-16,-10 0 0 0,15 0 0 15,-15 0 0-15,8 10 0 0,-5 0 0 0,-3 4 0 16,2 8 0-16,0 4 0 0,0 13 0 16,0 2 0-16,-2 6 0 0,2-1 0 0,1 16 0 15,-2-2 0-15,3 0 0 0,0-1 0 16,-1-3 0-16,1-10 0 0,0-2 0 0,-4-3 0 16,2 0 0-16,-1-4 0 0,-1-6 0 15,0-6 0-15,0 0 0 0,0-7 0 0,-1 1 0 16,1 0 0-16,0-5 0 15,0-1 0-15,0 1 0 0,0 0 0 0,0-1 0 0,0-1 0 16,-2 1 0-16,2-1 0 16,-2-3 0-16,2 0 0 0,0 0 0 0,-2-1 0 15,2-1 0-15,-2 1 0 0,2-8 0 16,-2 8 0-16,2-8 0 0,0 0 0 0,-1 6 0 16,1-6 0-16,0 0 0 0,0 0-193 15,-11-17-815-15,6 10 76 0,1-2 95 0,2-1-939 16,-1-2-1205-16</inkml:trace>
  <inkml:trace contextRef="#ctx0" brushRef="#br0" timeOffset="124172.15">22662 9540 4874 0,'-17'-7'-11'0,"-3"2"56"0,4 2 51 0,-2-1 38 0,2 1 47 16,-4 0 52-16,3 1 36 0,4 0 23 0,-2-1 12 15,3 1 2-15,12 2-1 0,-17-2-5 16,9-1-11-16,8 3-16 0,-9-2-11 0,9 2-223 16,0 0-39-16,25-13 0 15,9 1 0-15,18-1 0 0,9-1 0 0,7 1 0 16,2-3 0-16,1 1 0 0,0-1 0 15,-9 6 0-15,-6 1 0 0,-17-1 0 0,-4 3 0 0,-9 2 0 16,-4 2 0-16,-8-1 0 16,-1 1 0-16,-2 0 0 0,-4-1 0 0,-7 4 0 15,8-2 0-15,-8 2 0 0,0 0 0 16,0 0 0-16,0 0 0 0,0 0 0 0,-33 6 0 16,16 0 0-16,-2 3 0 0,1-1-589 15,-6 1-271-15,1-1-36 0,5 0 72 0,0-4-884 16,3 2-1142-16</inkml:trace>
  <inkml:trace contextRef="#ctx0" brushRef="#br0" timeOffset="124620.11">22589 9157 5068 0,'-34'-2'102'15,"7"0"44"-15,4 2 24 0,7-2 38 0,-2 0 30 16,5 0 22-16,1 0-7 0,5 1-26 16,7 1-11-16,0 0-30 0,2-8-18 15,13 3-15-15,16-6-19 0,7 1-12 16,15-1-12-16,5-3-13 0,-1-1-7 0,-3 3-10 16,4 0 5-16,-18 4-9 0,-9 6-74 15,-7-3-2-15,-7 5 0 0,-4 2 0 0,3 3 0 16,-7 5 0-16,1 2 0 0,-6 7 0 15,-2 4 0-15,-6 14 0 0,0 6 0 0,-4 12 0 16,1 3 0-16,-2 0 0 0,-2 3 0 16,8-1 0-16,-3 1 0 0,4-1 0 0,2-12 0 15,0 8 0-15,4-11 0 0,0 0 0 16,-1-6 0-16,4 1 0 0,-2-8 0 0,-1-6 0 16,2-4 0-16,-3-5 0 0,1-1 0 15,0-4 0-15,-2 0 0 0,0-3 0 16,0-1 0-16,2 1 0 0,-4-4 0 0,0-5 0 15,2 4 0-15,-2-4 0 0,0 0 0 0,0 0 0 16,0 0 0-16,0 0-396 0,0 0-278 16,-10-22-151-16,6 15-23 0,0-1 72 15,1-2-813-15,-3 2-1030 0</inkml:trace>
  <inkml:trace contextRef="#ctx0" brushRef="#br0" timeOffset="124987.74">22713 9486 4605 0,'-30'0'98'0,"-1"-2"47"0,3 4 32 0,-1-2 15 0,0 0 54 0,7 0 65 16,3 0 21-16,1 0 11 0,7 0-10 0,11 0-16 15,-21 0-24-15,21 0-23 0,-4-8-19 16,4 8-24-16,43-21-176 0,7 7-51 15,15-1 0-15,29-5 0 0,9-1 0 0,-1 4 0 16,-19 5 0-16,-7 2 0 0,-4 1 0 16,-11 3 0-16,-15-1 0 0,-8 3 0 15,-11-1 0-15,-5 3 0 0,-4 1 0 0,-5-1 0 16,-1 0 0-16,-3 0 0 0,-1 1 0 16,-8 1 0-16,13-2 0 0,-13 2 0 0,0 0 0 15,11 0 0-15,-11 0 0 0,0 0 0 16,0 0 0-16,0 0 0 0,0 0 0 0,0 0 0 15,0 0 0-15,8 3 0 0,-8-3 0 16,0 0 0-16,0 0 0 0,0 0-209 0,0 0-799 16,0 0 71-16,-19 14 99 0,14-12-930 15,5-2-1199-15</inkml:trace>
  <inkml:trace contextRef="#ctx0" brushRef="#br0" timeOffset="126454.78">23943 9535 4715 0,'-14'4'-73'0,"3"-3"86"0,0 1 58 0,2-2 52 0,9 0 43 0,-12 2 30 0,12-2 37 15,0 0 15-15,0 0 10 0,0 0-10 16,-10-7-17-16,10 7-14 0,15-9-21 0,3 4-18 15,0-3-13-15,14-1-21 0,-5 2-8 16,-4 2-20-16,0-3-9 0,0 4-16 0,0 0-6 16,-6 0-11-16,-4 4-7 15,3-2-7-15,-5-1-10 0,-4 3-6 0,4-2-12 16,-11 2-32-16,14-2 0 0,-14 2 0 16,14-2 0-16,-14 2 0 0,0 0 0 0,17-3-10 15,-13 0-123-15,-4 3-76 0,10-2-81 16,-10 2-108-16,7-8-105 0,-3 1-127 0,-1 1-192 15,3 0 65-15,0-4 90 0,2 3-616 16,3-3-742-16</inkml:trace>
  <inkml:trace contextRef="#ctx0" brushRef="#br0" timeOffset="126887.74">24590 9060 3872 0,'-1'-9'155'0,"-1"1"50"0,0 1 27 15,-2 0 11-15,4 2-6 0,0 5 6 16,0-9-19-16,0 9-19 0,8-7-23 0,-8 7-17 16,15-3-16-16,-5 3-14 0,-10 0-15 15,23 3-3-15,-12 1-18 0,0 1-2 0,1 4 0 16,-1 1 11-16,-4 2 4 16,0 2 8-16,-5 1 12 0,-2 5 19 0,-5 1 14 0,-2 10 9 15,-4-2 12-15,-3 2-15 0,1-2-76 16,2-1-95-16,0-8 0 0,4-1 0 0,3-3 0 15,1-2 0-15,3-3 0 0,0 1 0 16,3 0 0-16,5 0 0 0,1 0 0 0,5 2 0 16,1 0 0-16,0 0 0 15,9 3 0-15,-2 2 0 0,-1-1 0 0,-5-2 0 16,-5-3 0-16,0 5 0 0,-3-5 0 16,-2 3 0-16,-5 1 0 0,-1-2 0 0,-1 1 0 15,-5 5 0-15,-4-5 0 0,-1 3 0 16,-7 5 0-16,0-4 0 0,-3 0 0 0,1-9 0 15,5 1 0-15,-4-4 0 0,4-1 0 16,-1-4 0-16,2-1 0 0,-2 0 0 0,3-4 0 16,13 2 0-16,-19-3 0 15,8-2 0-15,3 3 0 0,4-4-461 0,-2 2-544 16,2-2 101-16,4 6-1076 0,2-13-1397 16</inkml:trace>
  <inkml:trace contextRef="#ctx0" brushRef="#br0" timeOffset="127786.71">26216 8956 5202 0,'0'0'-104'0,"10"-6"77"0,-10 6 64 0,0 0 51 0,5-1 36 15,-5 1 32-15,0 0 21 0,0 0 21 0,0 0 6 16,18-2 4-16,-18 2-3 0,0 0 0 16,0 0-3-16,13-3-4 0,-13 3-11 0,0 0-13 15,0 0-13-15,0 0-12 16,15 0-12-16,-15 0-10 0,0 0-14 0,0 0-43 16,0 0-70-16,10-2 0 0,-10 2 0 15,1-10 0-15,-1 10 0 0,4-13 0 0,-6 1 0 16,0 1 0-16,2-1 0 0,-1-3 0 15,-3 3 0-15,0 0 0 0,1 2 0 0,-4 1 0 16,2-1 0-16,-7 4 0 0,0 2 0 16,1 2 0-16,-8 4 0 0,1 2 0 0,-6 2 0 15,5 4 0-15,1 1 0 0,-6 7 0 16,10-4 0-16,0 3 0 0,5 0 0 0,3-5 0 16,1 5 0-16,3-2 0 0,2-1 0 15,5-1 0-15,-1 3 0 0,3-1 0 16,2-3 0-16,5 2 0 0,-3-6 0 15,7 3 0-15,-1-3 0 0,-2 2 0 0,2-1 0 0,-1-1 0 16,-3 1 0-16,0 1 0 16,0 6 0-16,0-2 0 0,-3 1 0 0,2 3 0 15,-2 1 0-15,-7 1 0 0,1-3 0 16,-2 4 0-16,-2-2 0 0,-2 1 0 0,-2 1 0 16,-4 1 0-16,3-2 0 0,-5-1 0 15,-4 7 0-15,-2-3 0 0,0-3 0 0,-2-1 0 16,-2-5 0-16,4-3 0 15,0 0 0-15,-4-2 0 0,9-3 0 0,0-2 0 16,-3-1 0-16,7-1 0 0,-2 0 0 16,9-2 0-16,-16 0 0 0,16 0 0 0,-11 0 0 15,11 0 0-15,-12-4 0 0,12 4 0 16,-11-3 0-16,11 3 0 0,-6-4 0 0,6 4 0 16,0 0 0-16,0-10 0 0,0 10-683 15,10-10-305-15,-1 4 111 0,5 0-1042 0,0-1-1341 16</inkml:trace>
  <inkml:trace contextRef="#ctx0" brushRef="#br0" timeOffset="128385.43">27441 9010 5334 0,'-21'2'6'0,"6"-2"69"0,2 2 76 0,1-2 76 0,12 0 40 0,-15-2 34 0,15 2 20 16,0 0 3-16,-13 0-18 0,13 0-17 0,0 0-31 16,0 0-27-16,0 0-130 0,0 0-101 15,23-10 0-15,-6 6 0 0,-2 1 0 0,4 0 0 16,0-1 0-16,-1 1 0 0,-4 3 0 15,0-4 0-15,-1 2 0 0,-4 2 0 16,4 0 0-16,-13 0 0 0,14-1-36 16,-14 1-261-16,12 0-63 0,-12 0-74 0,11 0-79 15,-11 0-92-15,0 0-168 0,0 0 18 16,11-2 78-16,-11 2-595 0,13-7-733 0</inkml:trace>
  <inkml:trace contextRef="#ctx0" brushRef="#br0" timeOffset="128738.98">27861 8756 3732 0,'-9'-8'136'0,"0"-1"60"15,6 4 50-15,-3 0 39 0,6 5 46 16,-5-8 15-16,5 8-1 0,-6-7-20 16,6 7-31-16,0 0-29 0,0 0-29 0,0 0-2 15,0 0 16-15,0 0 2 0,11 22-7 16,-4-2-12-16,6 6-31 0,-1 7-164 15,-2 1-38-15,0 3 0 0,-1 0 0 0,-2 3 0 16,4 0 0-16,-4 1 0 0,-1 0 0 16,1 0 0-16,-3-4 0 0,1-2 0 0,2-8 0 15,-5-3 0-15,-1-2 0 0,3-3 0 16,-2-4 0-16,0-1 0 0,0-2 0 16,-1 0 0-16,1-2 0 0,0-1 0 0,-2-3 0 15,2 1 0-15,-2-1 0 0,0-6 0 16,0 10 0-16,0-10 0 0,2 8 0 0,-2-8 0 15,-2 7 0-15,2-7 0 0,0 8 0 16,0-8 0-16,0 0 0 0,0 0 0 16,-6 4 0-16,6-4 0 0,0 0-280 0,0 0-737 15,-18-12 89-15,13 7-1101 0,5 5-1444 16</inkml:trace>
  <inkml:trace contextRef="#ctx0" brushRef="#br0" timeOffset="129835.56">29027 8767 5198 0,'-8'-4'-117'0,"1"1"67"0,-1-1 50 0,-2-2 58 0,-1-1 54 0,4 2 47 0,-3-1 47 15,2 0 59-15,1-1 30 0,2 2 19 0,-2-2-2 0,1 2-6 16,6 5-25-16,-1-12-22 15,1 12-20-15,1-12-28 0,7 5-68 0,2 0-143 16,5 2 0-16,2 3 0 0,2 1 0 16,2 2 0-16,0 3 0 0,2 4 0 0,5 8 0 15,-7 2 0-15,1 6 0 0,-8 2 0 16,-3 3 0-16,-11 0 0 0,-7 4 0 0,-6 3 0 16,-8 11 0-16,-6-7 0 15,-1 0 0-15,-2-4 0 0,9-9 0 0,-1 0 0 0,10-10 0 16,-1-3 0-16,6-2 0 0,2-1 0 15,1-2 0-15,2 0 0 0,4-4 0 0,7 5 0 16,2-5 0-16,7 0 0 0,5-1 0 16,4-1 0-16,1-1 0 0,3-2 0 15,-3 0 0-15,3 0 0 0,-2 0 0 16,-4-2 0-16,-3 2 0 0,-1 0 0 0,-5-2 0 16,-2 2 0-16,-1 0 0 0,-1 0 0 15,-12 0 0-15,19 0 0 0,-12-1 0 0,-7 1 0 16,14-2 0-16,-14 2 0 0,0 0 0 15,0 0 0-15,0 0 0 0,0 0 0 0,0 0-546 16,0 0-459-16,0 0-1253 0,0 0-1660 16</inkml:trace>
  <inkml:trace contextRef="#ctx0" brushRef="#br0" timeOffset="131285.47">22847 8257 6304 0,'0'0'-287'0,"0"5"43"0,0-5 38 0,0 0 24 0,0 0 38 0,0 0 35 0,4 6 42 0,-4-6 20 16,0 0 9-16,0 0 2 0,0 0 1 0,0 0 3 16,0 0-4-16,0 0-42 15,0 0-35-15,0 0-47 0,0 0-50 0,0 0-51 16,16 0-85-16,-16 0-256 0,0 0 36 16,0 6 72-16,0-6-190 0,0 0-179 0</inkml:trace>
  <inkml:trace contextRef="#ctx0" brushRef="#br0" timeOffset="131601.63">24838 7906 2159 0,'2'5'103'0,"-2"0"-10"16,0-5-7-16,0 0-11 0,-6 9-7 15,6-9-8-15,0 0-8 0,-3 6-2 0,3-6-9 16,0 0-4-16,-2 6-4 15,2-6-11-15,0 0-27 0,4 10-44 0,-3-6-56 16,-1-4-84-16,10 6-170 0,-10-6-111 16,12 3-109-16,-12-3-80 0</inkml:trace>
  <inkml:trace contextRef="#ctx0" brushRef="#br0" timeOffset="131902.22">26572 7982 1866 0,'0'0'155'0,"-13"0"-13"0,13 0-12 0,0 0-9 16,-16-5-5-16,16 5-6 0,-7-3-6 15,7 3-13-15,-5-4-10 0,5 4-31 16,-8-6-45-16,8 6-62 0,0 0-84 0,0 0-133 16,-4-4-220-16,4 4 44 0,0 0-79 15,4-11-33-15</inkml:trace>
  <inkml:trace contextRef="#ctx0" brushRef="#br0" timeOffset="132221.2">27732 7746 1536 0,'0'0'99'0,"0"0"-8"0,-14 0 0 16,14 0 7-16,0 0 1 0,0 0 1 16,-13 0 4-16,13 0-1 0,0 0-1 15,0 0-16-15,0 0-9 0,0 0-11 0,0 0-6 16,-14-1-22-16,14 1-32 0,0 0-36 15,0 0-42-15,0 0-65 0,0 0-100 0,0 0-233 16,0 0-146-16,0 0-114 16</inkml:trace>
  <inkml:trace contextRef="#ctx0" brushRef="#br0" timeOffset="132401.04">29079 7706 2027 0,'-12'1'200'0,"12"-1"-19"0,-15-1-12 0,15 1-23 15,0 0-17-15,-15-3-25 16,15 3-43-16,0 0-60 0,-8 0-82 0,8 0-93 16,0 0-159-16,0 0-156 0,0 0-171 15,-10 4-157-15</inkml:trace>
  <inkml:trace contextRef="#ctx0" brushRef="#br0" timeOffset="133569.45">26990 6958 1971 0,'3'-20'64'0,"3"3"30"0,-1 0 25 0,-2 3 20 0,3-2 27 0,-3 1 31 0,-1 1 25 0,2 1 4 0,-2-2 6 15,-2 5-3-15,2 0-4 0,-2 1-15 16,0 0-16-16,0 2-16 0,0 1-18 16,0 6-20-16,-2-10-13 0,2 10-19 0,0-7-12 15,0 7-9-15,0 0-6 0,0 0-4 16,0 0 0-16,0 0 0 0,-8 30 4 0,7-12 0 15,-1 5 15-15,-2 14 23 0,0 8 5 16,-2 11 11-16,0 4 3 0,1 5 3 16,3 4 4-16,-2 4-3 0,4 1 5 0,4 5-7 15,0 0-4-15,3-3-10 0,7 18-8 0,-7-18-5 16,4-1-16-16,3-3-20 0,-1-3-1 16,1-2-12-16,-1 0-6 0,-1-5-9 15,-3-2-3-15,0-3-9 0,2-3 1 16,-4 0-1-16,-3-13 0 0,-2 0-6 0,-2-2-2 15,0 1 4-15,0-8-29 0,-2 3-4 16,0-6 0-16,0-1 0 0,2-3 0 0,-2 1 0 16,2 1 0-16,0 2 0 0,-2 7 0 15,2-5 0-15,0-4 0 0,0 8 0 0,0-4 0 16,0 7 0-16,0-7 0 0,0-2 0 16,0 7 0-16,0-4 0 0,-1 7 0 0,1-8 0 15,-5 4 0-15,3 3 0 0,0-1 0 16,-2 1 0-16,3 1 0 0,-1 2 0 15,-2-3 0-15,2 2 0 0,0 0 0 0,-1 1 0 16,1-4 0-16,0 3 0 0,-3-5 0 16,4 2 0-16,-1-2 0 0,2-2 0 15,-2 4 0-15,-2-2 0 0,0 5 0 0,3-1 0 16,-3 2 0-16,0-1 0 0,1 1 0 16,1 0 0-16,-3 2 0 0,3-2 0 0,0 2 0 15,0-2 0-15,2 1 0 0,2-1 0 16,0 2 0-16,0-1 0 0,3-1 0 0,0-2 0 15,1 3 0-15,-3-3 0 0,5-2 0 16,-3 4 0-16,2-4 0 0,-2-1 0 0,-3 0 0 16,4-6 0-16,-4-7 0 15,-2 1 0-15,1-5 0 0,-1 0 0 0,2-5 0 16,-2-2 0-16,2-1 0 0,0 1 0 16,0-1 0-16,-2-2 0 0,0-2 0 0,0-7 0 15,3 13 0-15,-1-8 0 0,-2-5 0 16,0 11 0-16,0-11 0 0,1 8 0 0,-1-8 0 15,0 0 0-15,0 9 0 0,0-9 0 16,0 0 0-16,0 8 0 0,0-8 0 0,0 0 0 16,0 9 0-16,0-9 0 15,0 0 0-15,0 0 0 0,0 0 0 0,0 0 0 0,0 0 0 16,0 0 0-16,0 0 0 16,0 0 0-16,0 0 0 0,0 0 0 0,0 0 0 0,-1-27 0 15,1 10 0-15,-2-1 0 16,4-7 0-16,-2-4-341 0,-5-10-680 0,3 0-1301 15,-4 1-1721-15</inkml:trace>
  <inkml:trace contextRef="#ctx0" brushRef="#br0" timeOffset="137333.49">25984 9866 1017 0,'0'0'239'0,"0"0"-57"0,0 0-40 0,0 0-20 0,0 0-10 16,0 0-14-16,0 0-14 0,11-4-15 15,-11 4-2-15,0 0-16 0,0 0-6 16,0 0-2-16,0 0-3 0,0 0 2 15,2 11 3-15,-2-11 2 0,-4 10 6 0,2-1 5 0,-2-1 1 16,2 2 18-16,-5 4 14 16,0-2 14-16,-7 5 10 0,-9 6 16 0,-6-2 5 15,-7 6 8-15,-4-3 7 0,-8 0 1 16,-2-4 2-16,-4-1-1 0,-5-2-1 0,-4 1 0 16,-4-3-7-16,-2-3-6 0,3 1-6 15,1-1-9-15,-2 0-7 0,3-1-8 0,3 1-6 16,4-4-10-16,-3 4-10 15,7-3-5-15,9-1-8 0,2 0-5 0,2 0 3 16,2 0 1-16,6-1-1 0,5-1-5 0,6-2-4 16,1 2-3-16,4-3-5 0,0 3-4 15,3-4-7-15,2 2-3 0,-1 0-7 16,5-2 6-16,-1 0-8 0,8-2-3 0,-14 4-2 16,9-2-2-16,5-2 2 0,-9 4-8 15,9-4 0-15,0 0-3 0,-12 2-27 0,12-2-41 16,0 0-50-16,-8 3-73 0,8-3-90 15,0 0-99-15,-7 5-117 0,7-5-205 16,-6 3 22-16,6-3 76 0,0 0-410 0,0 0-477 16</inkml:trace>
  <inkml:trace contextRef="#ctx0" brushRef="#br0" timeOffset="137666.25">24625 10247 2853 0,'0'0'41'0,"0"0"15"0,-4-8 9 0,4 8 0 0,-4-4-7 0,4 4 6 15,0 0 17-15,0 0 28 0,-21 8 6 0,10 2 17 16,-7 2 11-16,-7 9 9 0,1 0 7 16,-1 4 11-16,2 0 4 0,0 0 3 0,5 1-6 15,-2-1-6-15,6-2-11 16,0-4-9-16,6-4-5 0,3-1-3 0,-1 0 11 15,3-3 10-15,6 2 5 0,3-4 4 16,3 2-11-16,0-1-21 0,11 0-6 0,-1-1-16 16,1-3-13-16,5 2-7 0,0-3-29 15,-2 0-43-15,1-1-45 0,-1 0-47 0,1-1-55 16,-7 3-67-16,-2-4-88 0,-1 2-86 16,-3-2-85-16,-2 1-99 0,-2-2-172 15,-7-1 49-15,11 6-520 0,-11-6-659 0</inkml:trace>
  <inkml:trace contextRef="#ctx0" brushRef="#br0" timeOffset="140665.79">24420 11339 3701 0,'-5'-9'207'0,"1"4"0"0,1 1-13 0,3 4-15 0,-4-8-22 0,4 8 4 0,0 0 46 0,0 0 27 0,-8 24 8 16,5-7-16-16,-2 5-19 0,1 1-17 15,3 0-11-15,-1 3-14 0,2-2-16 16,2-2-16-16,-2-1-3 0,0 0-18 0,0 0-13 16,0-5-10-16,0 4-17 0,0-7-47 15,-2 2-53-15,2-3-64 0,0-3-72 0,2 0-87 16,-2 0-105-16,1-5-133 0,-1-4-161 16,0 0-120-16,0 0 78 0,20-17-591 0,-9 0-743 15</inkml:trace>
  <inkml:trace contextRef="#ctx0" brushRef="#br0" timeOffset="140984.26">24691 11268 3353 0,'10'-8'23'0,"-2"1"44"0,-3 2 29 0,-1 0 26 15,0 0 11-15,-4 5 8 0,10-7 5 16,-5 4 1-16,5 1-9 0,-10 2-11 0,21 3-15 16,-10 1-8-16,5 2-11 0,-3 6-8 15,0 2-8-15,-1 3-1 0,-1 9 5 0,-3 1 5 16,-4-6 7-16,-3 4 9 0,-2 1 5 15,1 2 9-15,0 0 7 0,-2-3 6 0,4-2 8 16,-1 2-2-16,5-3 14 0,-2-1 0 16,-1 0-5-16,3-4-3 0,0-1-15 15,2 2-9-15,-3-1-16 0,3-2-4 16,-2 1-12-16,0-3-7 0,-3 3-7 0,-1-2-7 16,0-1-7-16,-2 3-4 0,-4 1-4 15,3 0-4-15,-10 1 1 0,4 2-9 0,-10 2-7 16,-2-1-12-16,-4-1-27 0,1-1-37 15,-1-9-46-15,1-1-56 0,-1-3-76 0,3-6-118 16,-5-4-123-16,-11-7-132 0,2-6-186 16,-9-8 23-16,7-5 89 0,0-2-577 0,4-6-709 15</inkml:trace>
  <inkml:trace contextRef="#ctx0" brushRef="#br0" timeOffset="141382.81">24417 10886 3282 0,'-21'4'51'16,"6"3"51"-16,-12 11 45 0,-13 11 38 15,1 8 22-15,-4 11 23 0,-10 16 26 0,0 11 23 16,3 8 4-16,0 6-2 0,5 7-13 16,5-3-16-16,10 5-6 0,6-3-5 0,9 2-4 15,15-22-16-15,6 1-13 0,16 8-17 16,12-5-19-16,13-8-13 0,6-11-13 15,14-7-14-15,5-9-13 0,10-12-14 16,11-8-10-16,-14-13-21 0,4-10-52 0,3-6-22 16,18-12 0-16,-2-7 0 0,-3-12-36 15,-8-6-12-15,-1-11 4 0,-8-7-1 0,-8-6 8 16,-8-9 5-16,-12-4 5 0,-8-11 1 16,-11-6 8-16,-12-7 7 0,-16-3-6 0,-11-3 1 15,-17-5 6-15,-13 0 0 0,-11 9 2 16,-13 5-1-16,-4 17-5 0,-13 11 4 0,-1 14-4 15,-12 19-6-15,-5 14 5 0,14 19-15 16,-3 10-34-16,-15 15-39 0,4 11-61 0,9 16-70 16,2 8-99-16,6 10-116 15,9 4-152-15,14 2-213 0,13-3 73 0,15-13 90 16,10-1-553-16,12-11-668 0</inkml:trace>
  <inkml:trace contextRef="#ctx0" brushRef="#br0" timeOffset="142433.03">27634 10159 3418 0,'-13'0'14'0,"2"2"9"0,-1-1 37 0,12-1 39 0,-19 0 32 0,11 2 27 16,8-2 25-16,0 0 17 0,0 0 6 0,-19 0 8 16,19 0-6-16,0 0 2 15,0 0-8-15,0 0-14 0,0 0-18 0,47-12-14 16,11 4-19-16,17-3-16 0,29-3-12 16,18 5-10-16,17-2-15 0,12 4-13 0,11 4-10 15,11 3-10-15,2 1-4 0,0 8-6 16,-3 0-4-16,-12 1-7 0,-17 0-6 0,-10-3-6 15,-14 0 2-15,-35-3 0 0,-14-1-3 16,-7 0-2-16,-19-1-2 0,-12 0 6 16,-3-1-3-16,-11-1 13 0,0 2 9 15,-1-2 12-15,-3 0 13 0,-3-2 0 0,-11 2-2 16,17 0-6-16,-17 0-8 0,15 0-8 16,-15 0-20-16,12 2-53 0,-12-2-59 0,9 2-85 15,-9-2-102-15,6 5-131 0,-6-5-158 16,0 0-234-16,3 5 51 0,-3-5 92 15,0 0-556-15,0 0-678 0</inkml:trace>
  <inkml:trace contextRef="#ctx0" brushRef="#br0" timeOffset="142698.29">30237 9868 3654 0,'-13'-6'91'0,"13"6"16"0,-10-3 6 15,10 3 43-15,0 0 34 0,0 0 17 0,6 19 9 0,2-5-9 16,3 4-3-16,5 7-24 16,-2 4-13-16,4 4-8 0,-5-2-19 0,-1 6-9 15,-3-1-10-15,-5-2-24 0,-4 2 6 16,-6 3-14-16,-8-6 6 0,-6 10-23 16,-9-3-3-16,-3-1-10 0,-9-5 3 0,4-3-49 15,-3-5-47-15,2-2-66 0,5-6-102 16,-2-2-133-16,3-3-149 0,5-7-214 15,5-3-34-15,3-4 77 0,1-5-523 16,0-1-642-16</inkml:trace>
  <inkml:trace contextRef="#ctx0" brushRef="#br0" timeOffset="146348.28">28227 10751 3112 0,'0'0'-29'0,"0"0"22"0,0 0 14 0,0 0 32 0,0 0 32 16,0 0 34-16,0 0 29 0,0 0 16 15,0 0 24-15,0 0 10 0,0 0 5 16,0 0 9-16,0 0 4 0,0 0 7 0,0 0 0 16,0 0 0-16,0 0 10 0,0 0 6 15,0 0-14-15,0 0-17 0,0 0-8 0,0 0-22 16,0 0-14-16,0 0-20 0,0 0-20 16,0 0-10-16,0 0 9 0,0 0 6 0,0 0 14 15,2 30 8-15,-4-11 12 0,2 5 3 16,0 13 1-16,-4 1 7 0,4 3-1 15,0 0-76-15,0 0-83 0,2-2 0 16,0-2 0-16,0 0 0 0,-1-8 0 0,1-7 0 16,2 2 0-16,-2-6 0 0,-2-2 0 15,2-2 0-15,-2-3 0 0,0 1 0 0,1-1 0 16,-1-3 0-16,0-2 0 0,0-6 0 16,0 12 0-16,0-12 0 0,0 11 0 0,0-11 0 15,0 8 0-15,0-8 0 0,0 7 0 16,0-7 0-16,0 6 0 0,0-6 0 0,0 0 0 15,0 6 0-15,0-6 0 0,0 0 0 16,-5 8 0-16,5-8-811 0,-11 0-181 0,11 0 114 16,0 0-996-16,-27 0-1298 15</inkml:trace>
  <inkml:trace contextRef="#ctx0" brushRef="#br0" timeOffset="147714.03">25288 12494 5085 0,'0'0'-100'0,"-4"-5"19"0,4 5 10 0,0 0 2 0,0 0 23 16,0 0 48-16,0 0 35 0,-14 23 27 16,9-5 20-16,-6 12 9 0,0 1 5 15,-3 0-1-15,1 1 4 0,1 4 8 0,-3-2-1 16,1-1-5-16,5-1-12 0,0 0-5 16,0-6-10-16,6-7-5 0,-3 3-7 15,4-5-2-15,1 1-4 0,2-1-1 0,1 1 0 16,4-1 4-16,4 0-7 0,-1 0 2 15,12 3-7-15,3-1-4 0,5-5 3 0,3-4-6 16,11-3-5-16,16 1-2 0,9-8-7 16,13 0-4-16,8-4-5 0,27-4-1 0,0 2-4 15,3-3-15-15,-7 1-3 16,-20 2 1-16,-6 1 2 0,1 0-3 0,-4 5 0 0,3 0 8 16,-1-2-7-16,-5 2 6 15,-4 2 9-15,-1 2 8 0,-9-3 16 0,-12-2 25 16,-5-1 22-16,-3 0 17 0,-1 2 12 15,-4 4 9-15,2-4 3 0,-11-2 3 0,-1 4 0 16,-1-2-8-16,1 0-9 0,-1 0-7 16,3 1-9-16,6-4-7 0,-3 5-85 0,-11-1-2 15,6-1 0-15,-3 2 0 0,-1 1 0 16,0-1 0-16,-7 2 0 0,-2-2 0 0,1-1 0 16,-6 2 0-16,3-3 0 15,-5 2 0-15,1 0 0 0,-3-1 0 0,1 1 0 0,-10-2 0 16,13 0 0-16,-13 0 0 15,0 0 0-15,17-11 0 0,-10-2 0 0,-4-3 0 16,3-5 0-16,-3-14 0 0,5-6 0 16,-3-11 0-16,4-6 0 0,-2-3 0 0,0-3 0 15,1 5 0-15,-2 5 0 0,0 11 0 16,-2 7 0-16,-3 7 0 0,1 7 0 0,-2 5 0 16,0 1 0-16,2 4 0 0,-2 2 0 15,-2 1 0-15,0 3 0 0,2 6 0 0,-7-5-113 16,7 5-466-16,0 0-143 0,-23 10-176 15,14-2 51-15,-5 6 102 0,1 0-713 16,-1-1-907-16</inkml:trace>
  <inkml:trace contextRef="#ctx0" brushRef="#br0" timeOffset="148613.99">25803 14040 3831 0,'1'-14'-19'0,"1"-2"49"0,0 5 28 0,0-1 43 0,0 4 33 16,-2 1 30-16,0 3 22 0,0 4 0 16,-2-13-5-16,2 13-20 0,0 0-15 0,0 0 46 15,0 0 28-15,0 29 16 0,-4-3-11 16,2 11-6-16,-1 2 3 0,1 2-5 0,-4 2-5 16,6-1-12-16,-2-2-11 0,2 1-15 15,0-4-19-15,0-5-10 0,0-6-18 16,0-6-15-16,0-1-9 0,0-4-19 15,0 0-84-15,0-4 0 0,0 0 0 0,0-2 0 16,0 0 0-16,0-4 0 0,0-5-264 16,0 0-196-16,0 0-161 0,0 0-171 0,12-31-72 15,-1 4 92-15,4-2-731 0,7-2-948 16</inkml:trace>
  <inkml:trace contextRef="#ctx0" brushRef="#br0" timeOffset="148984.98">26301 13946 4358 0,'0'0'99'0,"0"0"26"16,0 0 43-16,0 0 43 0,0 0 73 16,-36 16 29-16,22-3 15 0,-4 11 5 15,0 1-11-15,0 1-19 0,0 0-21 0,4 1-21 16,0-1-24-16,3-4-19 0,3-3-16 16,7-2-55-16,-3 0-147 0,4-2 0 0,2-1 0 15,1 1 0-15,5-1 0 0,1-1 0 16,3-4 0-16,1-2 0 0,5 1 0 0,-4-6 0 15,8 1 0-15,-3-6 0 0,3-1 0 16,-1-2 0-16,2-1 0 0,-6 2 0 0,1 1 0 16,-7-1 0-16,3 3 0 15,-3 0 0-15,-4-2 0 0,-7 4 0 0,14 0 0 16,-14 0 0-16,13 13 0 0,-10-5 0 16,2 4 0-16,-1 4 0 0,0 2 0 0,-3 3 0 15,5 1 0-15,-1 0 0 0,-3 2 0 16,4 2 0-16,-1-4 0 0,-4 0 0 0,1-2 0 15,0-2 0-15,0 1 0 0,0-2 0 16,-2-3 0-16,0 1 0 0,0-2 0 0,-4-1-690 16,0-2-208-16,1-2-14 0,-2-2 90 15,-2-4-834-15,7-2-1093 0</inkml:trace>
  <inkml:trace contextRef="#ctx0" brushRef="#br0" timeOffset="149351.6">25932 13704 4837 0,'-61'4'12'16,"-7"10"56"-16,-20 19 63 0,0 12 46 0,-2 9 82 15,4 18 48-15,3 14 28 0,-16 39 3 16,30-17-10-16,10 6-13 0,10 4-11 0,14 0 4 16,15 4 5-16,16-6-154 15,15-8-159-15,18-5 0 0,16-6 0 0,19-10 0 0,11-14 0 16,15-9 0-16,14-13 0 15,7-13 0-15,8-14 0 0,-7-14 0 0,5-15 0 16,0-12 0-16,-4-12 0 0,-4-13 0 16,-9-5 0-16,-3-11 0 0,-7-7 0 0,-10-11 0 15,-9-7 0-15,-12-4 0 0,-9-12 0 16,-14-8 0-16,-11-4 0 0,-16-8 0 0,-15-4 0 16,-13-4 0-16,-15 5 0 0,-11 10 0 15,-15 11 0-15,-13 19 0 0,-8 21 0 0,-10 18 0 16,-13 22 0-16,-9 20 0 0,-4 20 0 15,-3 13 0-15,2 16 0 0,3 17 0 0,-26 29 0 16,44-11-491-16,-20 34-396 0,36-25-43 16,3 4 95-16,4 3-882 0,6-3-1150 15</inkml:trace>
  <inkml:trace contextRef="#ctx0" brushRef="#br0" timeOffset="150264.66">24621 15870 4475 0,'-4'-9'-1'0,"2"1"57"0,2 8 15 0,-3-10-1 0,3 10-3 0,0 0 35 0,0 0 50 0,-23 40 35 16,1 2 33-16,4 4 17 0,-5 10 2 15,0 4 2-15,1 1-2 0,0 2-6 16,5-4-12-16,2 0-16 0,-1-5-18 16,3-1-21-16,5-15-15 0,2-1-16 0,1-5-13 15,-1-6-14-15,5-8-12 0,-1-2-7 16,2-6-10-16,0 1-35 0,0-3-44 0,-2-3 0 15,2-5 0-15,0 0 0 0,0 0 0 16,0 0-15-16,5-36-90 0,-1 1-37 16,0-7-28-16,1-11-9 0,4 0 2 15,-2 0 16-15,-1 12 19 0,-1 4 13 0,1 4 14 16,0 8 24-16,0 7 22 0,-5 2 22 0,5 3 21 16,-2 5 33-16,3 0 31 15,1 1 47-15,5 3 24 0,-2 1 19 0,11 3 19 16,3 3 8-16,11 4 11 0,0 4 1 15,12 4-9-15,0 5-12 0,-1-1-12 0,-1 2-14 0,-1 1-112 16,-5-1-8-16,-8-4 0 16,-3 0 0-16,-6-1 0 0,-5-4 0 0,-5-4 0 15,-1 1 0-15,-5-2 0 0,0-2 0 16,-5 0 0-16,-2-5 0 0,0 0 0 0,-13 14 0 16,-4-9 0-16,-6-2 0 0,-17-1 0 15,-5-2 0-15,-3-2 0 0,-2 0 0 0,1-1 0 16,3 1 0-16,2-3 0 15,6 3 0-15,12 1 0 0,2-1 0 0,5 0 0 16,4 0 0-16,3 1 0 0,12 1 0 16,-18-2 0-16,9 0 0 0,9 2 0 0,-11-1 0 15,11 1-540-15,0 0-323 0,0 0-86 16,0 0 98-16,0 0-845 0,23-9-1132 16</inkml:trace>
  <inkml:trace contextRef="#ctx0" brushRef="#br0" timeOffset="150580.97">25148 15983 5048 0,'0'-10'121'0,"3"3"25"0,-3 1 21 0,0 6 27 0,0 0 2 0,0 0 64 0,0 0 44 15,0 0 25-15,-10 41 12 0,6-5 6 0,-3 5-1 16,1 14-4-16,0 2-292 0,0-1-50 15,6 3 0-15,-1-5 0 0,2-9 0 0,5-2 0 16,10 5 0-16,-9-10 0 0,5-5 0 16,5-1 0-16,-2-3 0 0,6-7 0 0,0-1 0 15,-2-6 0-15,0-5 0 16,0-3 0-16,4-3 0 0,0-3 0 0,1-2 0 0,5-3 0 16,7-1 0-16,3 0 0 15,-5 0 0-15,-5-2 0 0,-7 2 0 0,-3 0 0 0,-1 1 0 16,-9-1 0-16,2 2 0 15,-2-2 0-15,-4-1 0 0,-3 2-568 0,-2 4-433 16,-6-14 57-16,-2 5-987 0,-5-1-1352 16</inkml:trace>
  <inkml:trace contextRef="#ctx0" brushRef="#br0" timeOffset="150799.75">25220 15920 5705 0,'-16'-8'122'0,"3"2"86"0,4 2 67 16,0 2 42-16,9 2 39 0,-11-5 38 0,11 5-3 16,-7-5-19-16,7 5-321 0,0 0-51 15,-4-7 0-15,4 7 0 0,21-11 0 0,2 6 0 16,9-5 0-16,2 0 0 0,0 1 0 16,2-1 0-16,0 5 0 0,-4-5 0 0,-5 6-87 15,-7 0-760-15,-4 1-147 0,-5 2 108 16,-6 1-943-16,-5 0-1255 0</inkml:trace>
  <inkml:trace contextRef="#ctx0" brushRef="#br0" timeOffset="151532.57">24379 16104 5158 0,'-4'-7'-169'0,"2"-2"36"0,2 9 42 0,0-10 29 0,0 10 6 0,0-8 23 0,0 8 7 0,0 0 18 16,0 0 47-16,0 0 44 0,0 0 26 16,13 29 17-16,-9-5 16 0,-1 15 13 15,-3 5 13-15,-3 2 12 0,-3-3 14 16,5 3 4-16,-3-2-5 0,-2-5-12 0,1-1-7 15,3-9-16-15,-2-5-13 0,1-4-11 16,3-1-14-16,-1-4-11 0,1-1-6 0,-2-2-17 16,2-4-9-16,0 1-6 0,0-3-6 15,0-6-29-15,-2 12-58 0,2-12-73 16,0 0-87-16,0 0-86 0,0 0-84 0,4-23-78 16,-3 5-79-16,2-1-112 0,-1-5-159 15,0-3 75-15,0-10-541 0,5 3-706 16</inkml:trace>
  <inkml:trace contextRef="#ctx0" brushRef="#br0" timeOffset="151781.21">24480 16036 3304 0,'4'-18'-40'0,"2"4"50"0,-3 5 37 0,-1 0 32 16,0 2 6-16,0 1 8 0,-2 6 21 16,7-7 50-16,-7 7 40 0,0 0 19 0,36 21 11 15,-13-2-9-15,2 5 17 0,11 9 19 16,0 1-12-16,2 2-8 0,1 0-27 15,3 1-25-15,-2-2-21 0,0-1-21 0,-2-2-11 16,-4-5-11-16,-7-7-15 0,-4 1-9 16,-2-4-15-16,-4-3-30 0,-5-4-50 15,-5-2-48-15,1-2-46 0,-3 0-62 0,4 0-79 16,-6-1-83-16,-3-5-113 0,4 3-123 16,-4-3-197-16,0 0 27 0,0 0 73 15,0 0-434-15,-27 3-549 0</inkml:trace>
  <inkml:trace contextRef="#ctx0" brushRef="#br0" timeOffset="152013.59">24615 16416 3286 0,'-23'2'158'0,"7"-1"32"15,2 1 42-15,3-2 41 0,11 0 38 16,-18 2 20-16,18-2 2 0,0 0-19 0,-15-4-31 15,15 4-29-15,0 0-27 0,0 0-24 16,0 0-18-16,36-22-23 0,-3 10-61 0,1-1-88 16,12-5-91-16,-4 8-91 0,-3-2-113 15,2 4-103-15,-3-1-118 0,-4 4-177 0,-5 0-54 16,-6 3 74-16,-7-1-485 0,0 3-611 16</inkml:trace>
  <inkml:trace contextRef="#ctx0" brushRef="#br0" timeOffset="153646.76">25955 16166 3133 0,'0'0'46'0,"0"0"41"0,0 0 30 0,0 0 31 0,0 0 37 0,0 0 36 0,-29-7 28 16,29 7 24-16,0 0 22 0,0 0 7 15,-5-7-17-15,5 7-27 0,0-11-20 0,0 11-34 16,5-15-16-16,3 5-21 0,0 0-17 16,5 1-16-16,0 0-19 0,1 3-10 15,1-1-12-15,2 2-9 0,3 3-8 16,-2 2-4-16,0 2-11 0,-2 3-7 16,2 5-4-16,-4 4-1 0,4 8 11 0,-9 0 17 15,-3 2 21-15,-6 3 29 0,-6 6 26 16,-1 4 28-16,-11 7-125 0,5-11-56 0,-1 1 0 15,-4-5 0-15,5-3 0 0,3-8 0 16,3-1 0-16,3-5 0 0,-2-3 0 0,6-1 0 16,-1 0 0-16,1-8 0 15,11 13 0-15,0-8 0 0,4-1 0 0,9-1 0 0,-1-1 0 16,6 0 0-16,0-4 0 16,8-2 0-16,-3 3 0 0,2-3 0 0,-6 1 0 15,-5-1 0-15,-6 2 0 0,-2 2 0 16,-6-3 0-16,3 3 0 0,-3-2 0 0,-11 2 0 15,22-2 0-15,-22 2 0 0,11-2 0 16,-11 2 0-16,0 0 0 0,17 0 0 0,-17 0 0 16,10 0 0-16,-10 0 0 0,0 0 0 15,0 0 0-15,7 4 0 0,-7-4 0 0,0 0 0 16,0 0-611-16,0 0-404 0,0 0 94 16,0 0-998-16,0 0-1342 0</inkml:trace>
  <inkml:trace contextRef="#ctx0" brushRef="#br0" timeOffset="154262.6">26792 16469 5444 0,'0'0'-133'0,"0"0"51"0,0 0 28 0,-16 0 25 0,16 0 26 0,0 0 55 0,0 10 37 0,0-10 25 0,6 11 10 0,-4-3 2 16,-1 2 2-16,4 5 7 0,-3-1 9 15,-4 3 12-15,-3-1-17 0,2 5-9 0,-5 1-14 16,-4 6-9-16,-4-1-13 15,-1-1-9-15,0-2-8 0,-5-2-10 0,6-1-47 0,0-3-46 16,1-7-39-16,5-1-42 16,-1 1-58-16,2-6-80 0,-1-2-93 0,10-3-101 15,-15-5-129-15,7-3-171 0,4-7 40 16,4-2-544-16,3-7-705 0</inkml:trace>
  <inkml:trace contextRef="#ctx0" brushRef="#br0" timeOffset="154632.71">27354 15903 3540 0,'2'-8'105'0,"-1"3"10"0,-1 5 8 16,0 0 34-16,0 0 44 0,0 0 49 0,0 0 35 16,-26 22 18-16,5 3 3 15,0 4-3-15,-8 8-5 0,1 1-8 0,-5 4-8 16,3 1-7-16,-1 0-10 0,6-1-17 15,7 1-15-15,0-11-23 0,7 2-12 0,3-3-21 16,4-4-150-16,2-4-27 0,2-5 0 16,6 5 0-16,2-4 0 0,2-1 0 0,3-3 0 15,2-1 0-15,5-5 0 16,-4-2 0-16,7-2 0 0,-4-1 0 0,-2-2 0 0,1 0 0 16,-3-4 0-16,-1 0 0 0,-1-2 0 15,-1-1 0-15,-1 0 0 0,-2-1 0 0,-4 1 0 16,-1-3 0-16,-2 2 0 15,-2 6 0-15,-2-15 0 0,-3 9 0 0,-1-2 0 16,-1 4 0-16,-4-2 0 0,4 3 0 16,-4-2 0-16,-1 3 0 0,5-1 0 0,-3 1-76 15,3-2-529-15,-1 1-157 0,0-4-168 16,6 0 75-16,1-3-833 0,1 0-1123 16</inkml:trace>
  <inkml:trace contextRef="#ctx0" brushRef="#br0" timeOffset="154964.39">27441 15744 4647 0,'-7'-12'8'16,"2"0"44"-16,-4 4 45 0,5 2 41 0,4 0 27 16,0 6 22-16,-3-9-13 0,3 9 3 15,0 0-6-15,16-11-12 0,-4 10 2 0,12 2-9 16,2 2-13-16,10 7-14 0,4 3-6 15,3 6-1-15,-4 7 10 0,-3 1 8 0,-1 7 8 16,-9 6 6-16,-3 2 13 0,-4 5 2 16,-5 3 5-16,-7 3 5 0,-1 0-4 15,-4-7-171-15,-2 1 0 0,-2 0 0 16,-2-3 0-16,0-1 0 0,1-1 0 0,-3-4 0 16,2 0 0-16,0-1 0 0,-2-10 0 15,2-6 0-15,1 0 0 0,1-3 0 0,-2-6 0 16,2-1 0-16,1-1 0 0,-3-4 0 15,-1-3 0-15,5-3-462 0,0 0-174 16,-9-25-204-16,5 8-57 0,4-12 97 0,0-12-750 16,8 2-992-16</inkml:trace>
  <inkml:trace contextRef="#ctx0" brushRef="#br0" timeOffset="155179.49">28472 16075 4834 0,'0'0'351'0,"-26"-5"31"16,26 5 26-16,-8-4 13 0,8 4 8 15,0 0-22-15,0 0-40 0,-2-13-45 16,12 5-52-16,5-1-270 0,9-7 0 0,5 2 0 16,1-1 0-16,1-1 0 0,1 1-147 15,1 1-326-15,-3 2-151 0,-5 3-192 0,-5 7-66 16,-8-1 94-16,-1 6-729 0,-11-3-963 15</inkml:trace>
  <inkml:trace contextRef="#ctx0" brushRef="#br0" timeOffset="155395.32">28478 16196 4335 0,'-18'12'115'16,"0"-3"72"-16,5-1 75 0,1-4 80 16,5 2 55-16,1-4 45 0,6-2 23 0,-12 5-19 15,12-5-5-15,0 0-15 0,0 0-93 16,0 0-333-16,0 0 0 0,32 4 0 0,-7-8 0 15,0 4 0-15,4-2 0 0,0-1 0 16,-3 1 0-16,-1-2 0 0,-1 2 0 0,-2-2 0 16,-3 4 0-16,-6-2 0 0,1-1 0 15,-1 3 0-15,-4-1 0 0,-9 1-369 0,16 0-299 16,-16 0-176-16,0 0-44 16,5-4 74-16,-5 4-753 0,0 0-1010 0</inkml:trace>
  <inkml:trace contextRef="#ctx0" brushRef="#br0" timeOffset="156062.37">29353 15841 4268 0,'-2'-13'-30'0,"-2"4"39"0,4 1 34 0,-1-1 41 0,-1 1 49 0,2 8 40 0,0-14 36 0,0 4 60 16,0 10 12-16,2-11 14 16,-2 11-2-16,0-12-9 0,0 12-8 0,0-9-12 15,0 9-17-15,0 0-18 0,0 0 30 16,0 0 38-16,0 0 11 0,9 28-308 15,-6-6 0-15,5 9 0 0,2 5 0 0,-3 0 0 16,1 2 0-16,2-1 0 0,-1-2 0 16,0 1 0-16,1-3 0 0,-4-8 0 0,0-2 0 15,-3-5 0-15,1-2 0 16,-2-1 0-16,2-1 0 0,-3-1 0 0,1-3 0 0,0-3 0 16,1 2 0-16,-1-2 0 15,-2-1 0-15,0-6 0 0,2 7 0 0,-2-7 0 0,0 0-539 16,0 0-477-16,0 0 83 15,1-21 106-15,7 10-831 0,1-7-1096 0</inkml:trace>
  <inkml:trace contextRef="#ctx0" brushRef="#br0" timeOffset="156445.47">29854 15704 4935 0,'4'-9'111'15,"0"1"28"-15,0 4 23 0,-4 4 46 16,0 0 73-16,0 0 73 0,0 0 30 15,0 0 9-15,-6 29-10 0,2-11-18 0,2 3-18 16,0 3-218-16,0 0-129 0,4 0 0 16,0 10 0-16,4-7 0 0,0-5 0 15,1 1 0-15,4 4 0 0,1-6 0 0,1-5 0 16,3-3 0-16,0-3 0 0,0-2 0 16,4-5 0-16,-2-1 0 0,3-2 0 0,12-9 0 15,-1-3 0-15,0-1 0 0,1-9 0 16,-3 3 0-16,1-2 0 0,-5 1 0 15,-4 7 0-15,-8 3 0 0,-2 1 0 0,-1 2 0 16,-1 2 0-16,-5 3 0 0,-5 2 0 16,0 0 0-16,10 17 0 0,-8-5 0 15,0 5 0-15,-2 1 0 0,0 3 0 16,0-2 0-16,0 3 0 0,-2 3 0 0,2 1 0 16,-2-2 0-16,2-5 0 0,0 1 0 15,0-3 0-15,0-1 0 0,0-3 0 0,0 1 0 16,0-4 0-16,0-1-627 0,0 0-315 15,-1-2 11-15,-1-3 99 0,2-4-821 0,0 0-1089 16</inkml:trace>
  <inkml:trace contextRef="#ctx0" brushRef="#br0" timeOffset="156845.2">29553 15120 4861 0,'-61'13'40'0,"-6"12"49"0,-23 26 61 0,4 16 84 0,1 14 54 0,7 7 39 0,11 7 27 16,6 11 8-16,13 6 13 0,12 4-6 15,13 5-12-15,16 7-17 0,12-5-295 0,15-3-45 16,16-2 0-16,14-7 0 0,11-11 0 16,14-11 0-16,6-7 0 0,14-12 0 15,4-12 0-15,2-8 0 0,0-11 0 0,-4-14 0 16,-15-13 0-16,1-9 0 0,-2-6 0 15,17-13 0-15,-10-9 0 0,5-12 0 16,-12-10 0-16,-2-9 0 0,-9-11 0 16,0-11 0-16,-6-9 0 0,-8-8 0 0,-2-11 0 15,-8-3 0-15,-10-2 0 0,-7 1 0 16,-13 6 0-16,-7-2 0 0,-18 7 0 0,-9 7 0 16,-16 6 0-16,-16 14 0 0,-15 12 0 15,-13 14 0-15,-18 10 0 0,-8 16 0 0,-9 18 0 16,-5 13 0-16,-4 15 0 0,2 8 0 15,4 11 0-15,4 6-217 0,7 8-452 0,8-1-239 16,9 4 9-16,14-4 98 0,13-3-796 16,18-13-1039-16</inkml:trace>
  <inkml:trace contextRef="#ctx0" brushRef="#br0" timeOffset="157113.23">29394 17447 5303 0,'-9'7'564'0,"4"-2"-56"0,1-4-35 0,4-1-15 0,0 0-26 0,0 0-34 0,40-8-343 15,-6-4-55-15,14-5 0 0,3 2 0 16,0 1 0-16,1-1 0 0,2 1 0 0,-7-1 0 15,-9 3 0-15,-6 2 0 16,-1 1 0-16,-8-1 0 0,-6 5-275 0,-2 2-256 16,-3-1-86-16,-6 1-162 0,-6 3-75 15,0 0 72-15,0 0-699 0,0 0-927 0</inkml:trace>
  <inkml:trace contextRef="#ctx0" brushRef="#br0" timeOffset="158860.72">16678 2900 1372 0,'2'-8'258'0,"-2"8"-44"0,0 0-32 0,0 0-35 0,0-12-5 0,0 12-7 0,0-9 0 16,0 9-1-16,2-9 25 0,-2 9 11 15,0 0 7-15,0-11-4 0,0 11-2 16,0 0-3-16,-6-7-11 0,6 7-5 0,0 0 4 16,-15 18 0-16,6-2-2 0,-9 12 13 15,1 3 0-15,-4 12 12 0,6 0-15 0,2-7-8 16,-1 1-18-16,5-1-17 0,-2-1-9 16,2-2-14-16,6-8-6 0,1-4-11 15,-2-3-7-15,4 0-10 0,-2-5-13 0,2 1-31 16,-2-4-24-16,2 1-28 0,2-3-30 15,0-1-34-15,2-2-50 0,-4-5-73 0,0 0-66 16,0 0-59-16,28-19-44 0,-12-3-26 16,3-7-12-16,2-10 3 0,-4-4 38 0,2-6-626 15</inkml:trace>
  <inkml:trace contextRef="#ctx0" brushRef="#br0" timeOffset="159044.43">16692 2987 2573 0,'12'-50'-75'0,"-1"13"55"0,-4 8 65 0,-1 5 59 16,-3 7 52-16,-1 2 32 0,2 3 12 15,-1 0 6-15,-3 3-14 0,0 6-8 0,0 3 57 16,0 0 31-16,0 0 6 0,36 19-11 15,-22-4-19-15,6 10-13 0,0 0-14 16,5 10-2-16,2 1-21 0,-6-7-19 0,2 7-20 16,1 0-15-16,-3-7-15 15,-1-4-22-15,-3 2-70 0,-2-4-45 0,-2-6-48 0,-3-2-63 16,0-2-73-16,-5-1-83 0,2-3-84 16,-3-6-101-16,1 2-142 0,-5-5-127 15,0 0 64-15,0 0-431 0,0 0-566 0</inkml:trace>
  <inkml:trace contextRef="#ctx0" brushRef="#br0" timeOffset="159194.49">16745 3175 3279 0,'-17'4'121'0,"-1"-1"17"0,5 0 21 15,2 0 31-15,11-3 15 0,-16 3 7 16,16-3-3-16,-9 1-8 0,9-1-18 0,0 0-18 16,0 0-18-16,0 0-14 0,0 0-14 15,0 0-38-15,0 0-65 0,0 0-86 16,59-7-123-16,-23-3-138 0,0-6-173 15,12-4-209-15,-1-2 59 0,0-2-398 16,-4-2-525-16</inkml:trace>
  <inkml:trace contextRef="#ctx0" brushRef="#br0" timeOffset="159463.1">17248 2590 3068 0,'-4'-8'118'0,"-2"2"41"15,5 1 19-15,1 5 24 0,-8-10 12 16,8 10 1-16,0 0-7 0,0 0 28 15,0 0 79-15,-12 17 11 0,9 6-16 0,1 11-3 16,-4 6-6-16,4 6-12 0,-3 10-9 16,0-1-9-16,1 3-12 0,1 2-16 15,3-13-15-15,0-1-18 0,2-1-8 16,-1-3-150-16,3-5-52 0,4-4 0 0,2-4 0 16,-5-8 0-16,4-1 0 0,0-5 0 15,-2-3 0-15,2-2 0 0,2-4 0 0,0-3 0 16,0-3 0-16,4-2 0 0,0-6 0 15,3-4 0-15,3-10 0 0,-4-4-197 0,-2-3-488 16,-2-4-164-16,-7 0-73 0,0 7 94 16,-6 1-774-16,0 1-1042 0</inkml:trace>
  <inkml:trace contextRef="#ctx0" brushRef="#br0" timeOffset="159666.07">17149 2728 4175 0,'-16'-2'18'0,"3"2"78"15,13 0 37-15,-23-2 27 0,23 2 37 16,-15-1 50-16,7-3 31 0,8 4 0 0,-9-3-16 16,9 3-21-16,-6-7-35 0,6 7-25 15,15-17-43-15,10 0-67 0,4 0-94 0,1-1-98 16,2 3-104-16,3 3-104 0,-5 4-118 16,5-1-157-16,-9 1-162 0,-5 2 70 15,-5 4-484-15,-5 2-646 0</inkml:trace>
  <inkml:trace contextRef="#ctx0" brushRef="#br0" timeOffset="159946.09">17362 2737 3439 0,'0'0'3'16,"0"0"8"-16,0 0 24 0,0 0 36 16,23 0 28-16,-23 0 20 0,17-2 16 0,-17 2 9 15,21 5 11-15,-10 0 10 0,3 3 3 16,-1 6 21-16,1 1 29 0,-3 4 40 0,-4 4 16 15,-5 0 21-15,-2 1-6 0,-2 13 12 16,-1-2 5-16,-5-3 5 0,1-5-6 0,3-5-14 16,-2-1-12-16,2-6-24 15,2 1-179-15,0-5-76 0,2-2 0 0,0 0 0 16,0-1 0-16,4-3 0 0,-4-5 0 16,20 6 0-16,-8-10 0 0,12 0 0 0,6-5 0 15,2-7 0-15,3 3 0 0,-1-3 0 16,3-3-432-16,-7 2-309 0,3 0-224 0,-5 0 88 15,-8 2 91-15,-4 8-707 0,-7 0-940 16</inkml:trace>
  <inkml:trace contextRef="#ctx0" brushRef="#br0" timeOffset="160197.29">17848 2929 4085 0,'0'0'13'0,"0"0"47"0,0 0 12 15,0 0 10-15,0 0 19 0,0 0 39 0,0 0 62 16,-27 17 51-16,27-17 31 15,11 12 3-15,-2-2-13 0,-2 2-18 0,2 2-17 16,3 1-17-16,0 2-17 0,-5 2-14 16,1 2-16-16,0 0-14 0,-5 1-14 15,-3-6-14-15,2 1-15 0,-4 3-8 0,2-3-11 16,-7 2-16-16,0-4-36 0,-4 1-43 16,2-4-63-16,-5-1-75 0,1-3-81 0,4-4-93 15,3-2-108-15,6-2-115 0,-13-10-106 16,9-5-178-16,2-9 51 0,8-11 76 0,5-17-494 15,6 0-648-15</inkml:trace>
  <inkml:trace contextRef="#ctx0" brushRef="#br0" timeOffset="160511.28">18096 2582 3431 0,'2'-11'137'16,"-4"3"48"-16,2 8 32 0,0-8 32 0,0 8 14 16,0 0-12-16,-6-8-7 0,6 8 8 15,0 0 18-15,-15 24 21 0,-2 5 3 0,-4 10-13 16,-1 2-10-16,-2 2-7 0,1 1-12 15,6 1-17-15,0 2-19 0,10-12-24 0,-2 1-16 16,9-3-12-16,9 1-108 0,4 2-56 16,4-7 0-16,9-3 0 0,9 2 0 0,-2-12 0 15,-3-2 0-15,2-4 0 0,-5-3 0 16,-7-3 0-16,0 0 0 0,-7-4 0 16,1 4 0-16,-3-2 0 0,-11-2 0 15,0 0 0-15,17-6 0 0,-17 6 0 0,0-12 0 16,0 12 0-16,-12-13 0 0,1 6 0 15,-5 0 0-15,-4-1 0 0,4 2 0 16,0 4 0-16,-4-1 0 0,1 3 0 0,1 0 0 16,-2 4 0-16,2-1-237 0,0 1-355 15,5-3-110-15,1-4-199 0,5-2 54 16,1-3 91-16,4-5-658 0,6-9-864 16</inkml:trace>
  <inkml:trace contextRef="#ctx0" brushRef="#br0" timeOffset="160777.57">18199 2611 3759 0,'-3'-11'78'0,"2"1"73"16,-1 4 41-16,2 6 15 0,-2-8 29 16,2 8 17-16,0-9 9 0,0 9-20 0,0 0-23 15,5-8-15-15,-5 8 0 0,24 2 14 16,-3 6-5-16,9 3-11 0,3 7-16 0,5 7-9 16,-1 4 9-16,-3 6 8 0,-4 2 12 15,1 3 5-15,-9 3 0 0,-3 3-31 0,-6 1-180 16,-3 7 0-16,-8-7 0 15,-2-1 0-15,-2 0 0 0,-1 8 0 0,-4-13 0 16,2 0 0-16,-1-6 0 0,1 0 0 16,-1-10 0-16,1-4 0 0,2-6 0 0,1 1 0 15,-4-4 0-15,6-4 0 0,-2-3 0 16,2-5 0-16,0 0-674 0,0 0-298 0,-5-23 48 16,7-2 98-16,0-15-805 0,7-13-1069 15</inkml:trace>
  <inkml:trace contextRef="#ctx0" brushRef="#br0" timeOffset="160944.5">18765 2905 4948 0,'0'0'257'0,"0"0"25"0,0 0 34 15,0 0 30-15,0 0 17 0,0 0 3 0,0 0-13 16,0 0-38-16,0 0-23 16,0 0-34-16,17-5-163 0,-2 3-95 0,4-2 0 15,3 0 0-15,2 2 0 0,-1-4 0 16,4 2-17-16,-2-1-430 0,-1 3-161 0,0-2-212 15,0 0-79-15,-9 4 92 0,-4 0-755 16,-3 2-1005-16</inkml:trace>
  <inkml:trace contextRef="#ctx0" brushRef="#br0" timeOffset="161112.1">18845 3053 4584 0,'-18'11'119'0,"7"-1"57"16,2-3 54-16,1-4 47 0,0 1 41 15,1 1 26-15,7-5 5 0,-7 5-15 0,7-5-31 16,-9 3-24-16,9-3-26 0,0 0-22 15,0 0-27-15,25 4-35 0,-5-6-148 16,2-1-21-16,11-6-33 0,5-1-212 16,-2 0-131-16,14-4-170 0,-1-3-195 0,-10 3-153 15,-5 0 94-15,-4-1-750 0,1-1-992 16</inkml:trace>
  <inkml:trace contextRef="#ctx0" brushRef="#br0" timeOffset="161694.22">19451 2512 4236 0,'0'0'35'0,"-4"-9"76"0,4 9 36 0,0 0 28 16,0 0 53-16,0 0 81 0,0 0 36 16,-12 19 7-16,9-3 1 0,1 5-4 0,-4 14-16 15,3 2-22-15,1 4-22 0,-2-1-18 16,1 1-27-16,1 2-141 0,2 0-103 15,2-4 0-15,-2 0 0 0,5-4 0 0,0 1 0 16,-1-8 0-16,0-4 0 0,1-7 0 16,1 2 0-16,0-7 0 0,0-2 0 15,1-3 0-15,4-3-102 0,0-6-119 16,-11 2 11-16,26-11 17 0,-9-1 23 0,2-8 18 16,3-6 26-16,-4 0 30 0,0-5 36 15,2-7 36-15,-2 5 39 0,-4-1 49 0,0 5 52 16,-3 9 59-16,-1 5 21 0,-6 3 23 15,2 1 7-15,-4 4-6 0,-2 1-97 0,0 6-123 16,0 0 0-16,0 0 0 0,0 0 0 16,5 25 0-16,-7-11 0 0,2 3 0 0,0 4 0 15,0-3 0-15,2 1 0 0,2 4 0 16,-1-2 0-16,2-1 0 0,2-4 0 16,-1-3 0-16,1 1 0 0,1-2 0 15,0-2 0-15,1-3 0 0,1-2 0 0,-4-3 0 0,3 2 0 16,-9-4 0-16,22-2 0 15,-22 2 0-15,14 0 0 0,-14 0 0 0,13 2 0 16,-13-2 0-16,12 3 0 0,-4 0 0 16,-8-3 0-16,12 9 0 0,-7-2 0 0,3 0 0 15,-5 3 0-15,3 1 0 0,-1-2 0 16,0 2 0-16,-1-1 0 0,-1 3 0 0,1-4 0 16,0-1 0-16,-1 4 0 15,-3-4 0-15,2-2 0 0,4 3 0 0,-3-3 0 0,-1 0-99 16,-2-6-689-16,0 8-180 15,0-8 58-15,-9 6 105 0,9-6-767 0,-11 4-1013 16</inkml:trace>
  <inkml:trace contextRef="#ctx0" brushRef="#br0" timeOffset="162213.32">19532 2481 4366 0,'-24'-5'12'0,"3"1"14"0,2 2 23 0,4-1 15 0,-1 2-2 0,3-3-9 16,-1 2-8-16,14 2-10 0,-24 2-36 16,12 0-40-16,0 4-36 0,-6 5-35 15,3 1-32-15,-6 10-34 0,1 4-29 16,4 2-11-16,-2-5 7 0,7-1 18 0,4-5 18 16,-2-4 20-16,4-1 29 0,1-2 54 15,1-1 61-15,-3-1 64 0,2-2 52 16,4-6 31-16,-10 8 40 0,10-8 23 0,-5 7 17 15,-1-5-6-15,6-2-15 0,-5 10-20 16,-3-2-2-16,2 5-1 0,-2 5 17 0,-1 11 29 16,2 4 4-16,-2 6 18 15,8 5 18-15,2 15-1 0,8 0-20 0,4-1-11 0,12-2-20 16,5-3-19-16,6-4-19 0,6-6-12 16,6-6-15-16,3-4-15 0,2-9-10 15,3-6-11-15,4-6-8 0,0-4-8 16,-10-10-10-16,9-5-7 0,0-5-7 15,-5-4-3-15,2-4-11 0,1-6-28 0,-3-1-23 16,-1-9 0-16,-6 0 0 0,-2-7 0 16,-8-3 0-16,-1-5 0 0,-9-6 0 0,-2-7 0 15,-10-4 0-15,-8-6 0 0,-14-3 0 16,-11-19 0-16,-15 1 0 0,-13 6 0 0,-11 14 0 16,-10 14 0-16,-10 20 0 0,4 27 0 15,-10 14 0-15,-23 14 0 0,-3 21 0 0,1 11-4 16,8 13-362-16,12 7-128 15,5 5-163-15,19-3-230 0,8 1 35 0,28-18 82 16,8-3-645-16,15-13-867 0</inkml:trace>
  <inkml:trace contextRef="#ctx0" brushRef="#br0" timeOffset="162765.12">19604 2827 3730 0,'-2'-12'12'0,"2"0"62"0,0 4 43 0,2-1 31 0,-2 2 38 16,0 7 32-16,1-10 50 0,-1 10 26 0,0-9 1 16,0 9-1-16,0 0-8 0,0-8-16 15,0 8-22-15,0 0-22 0,0 0-19 16,0 0 3-16,0 0 21 0,0 0 7 16,-1 37-11-16,1-16-18 0,0 5-9 0,1 9-197 0,1 4-3 15,0-3 0-15,5 3 0 16,-3-3 0-16,6 0 0 0,-2-5 0 0,3-2 0 15,-6-7 0-15,6-5 0 0,0-2 0 16,1-1 0-16,-1-5 0 0,3-3 0 0,2 0 0 16,5-4 0-16,-2-4 0 0,0-4 0 15,10-10 0-15,-2-3 0 0,-5-2 0 0,-1-3 0 16,0-1 0-16,1-6 0 0,-6 0 0 16,4-1 0-16,-6 1 0 0,0 4 0 0,-3 7 0 15,-3 5 0-15,-5 5 0 0,4 0 0 16,-3 2 0-16,-1 6 0 0,-3 2 0 15,0 0 0-15,6 22 0 0,-6-3 0 0,2 20 0 16,1 5 0-16,-1 14 0 0,4 0 0 16,-2 4 0-16,0-1 0 0,0-1 0 15,1-1 0-15,1-1 0 0,-1-3 0 16,0-10 0-16,1-4 0 0,-8-3-1073 0,2-9 103 16,-4-6-1121-16,-1-6-1502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9-20T03:42:50.36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4615 3007 556 0,'-11'5'263'15,"11"-5"-68"-15,-8 2-38 0,8-2-8 16,-8 4-1-16,8-4-5 0,0 0-2 0,-13 1-1 16,13-1 8-16,0 0 5 0,-10 4 5 15,10-4 1-15,0 0-13 0,0 0-7 16,0 0-30-16,0 0 8 0,-13 1-20 0,13-1-7 15,0 0-5-15,0 0-5 0,0 0-14 16,0 0 8-16,0 0 7 0,0 0 5 0,0 0 6 16,0 0-1-16,23 9 3 0,-23-9-2 15,29 2 1-15,-14-2-4 0,6 0-1 16,4 0-1-16,2 0-1 0,3 0 6 16,8-2-8-16,-2 2-2 0,4-2-5 15,2 1-5-15,-4-1-7 0,-4 0-9 0,-7 2-1 16,2 0-10-16,-8 0 1 0,1-2-7 15,-1 2-7-15,1 2 0 0,-2-2-5 0,3 0-3 16,-5 2-1-16,0-2 0 0,2 0-1 16,-6 2 3-16,8-2 14 0,-3 0 13 0,-1-2 5 15,4 0-8-15,-3 0-2 0,-2-1-4 16,4 1-1-16,-2 1-6 0,0-3-2 16,0 2-5-16,1 2-3 0,-4-3-5 0,2 1-4 15,-5 1-3-15,3 1-2 16,-4-2 0-16,-12 2 3 0,29 0-6 0,-16 0 1 15,-13 0-2-15,21 2-1 0,-10-2 1 16,-11 0 5-16,22 1-7 0,-13-1 2 0,-9 0-3 16,19 2 0-16,-8-2 2 0,-11 0-3 15,22 3-3-15,-12-3 3 0,-10 0-1 16,20 0 3-16,-8 0 1 0,-12 0-7 0,24 0 2 16,-12 0 0-16,1 0 1 0,3 0-4 15,-1 0 2-15,-2 0-1 0,-13 0 0 0,29 0-2 16,-16 0 4-16,5 0 6 0,-4 0-4 15,6 0-7-15,-2-3 5 0,3 1 1 16,4 1-3-16,-1 1 0 0,-1-2 1 16,-1 2-5-16,1-2 8 0,-5 2-9 15,4-1 7-15,-7 1-6 0,0 0 4 0,1 0-2 16,-16 0 3-16,27-2-2 0,-15 2 3 16,1 0-2-16,1-2 4 0,1 2-2 0,4-2-2 15,1 1-3-15,2-4 5 0,5 3-5 16,0 0 2-16,-1-2 0 0,1 0 1 15,-2 4-4-15,0-2 4 0,1 0 0 0,-5 4-2 16,0-2 1-16,-6 0 0 0,1 0 1 16,1 0-3-16,-4 0 1 0,-13 0 7 0,25 0-1 15,-12 0-3-15,1 0 1 16,1 0 3-16,4-3-3 0,0 1-3 0,6-2 4 16,3 1-4-16,-1-1 0 0,0 1 0 15,2 1 0-15,-3-2-4 0,3 4 0 16,-5-2 5-16,-1 2-1 0,0-2-3 0,0 2 6 15,-4 0-1-15,2 0 0 0,0 0 2 16,1 0-2-16,0 0 0 0,5-2 1 0,-1 1 2 16,-1-3-1-16,13 0 1 0,0-1-3 15,0 2 0-15,-6-1 0 0,5-2-1 16,-8 6-2-16,-5-3-1 0,-5 3-1 0,-1 0 3 16,-2 3 0-16,-2-3-1 15,7 0 1-15,-7 2-1 0,-2 0 0 0,2-2 2 0,-1 2 4 16,1 0-3-16,-1 0 2 15,0-2 0-15,-13 0-1 0,29 2 1 0,-16-2-1 16,4-2 2-16,2 2 1 0,1-2 0 16,0 0-1-16,1 2 0 0,4-2-2 0,0-2-1 15,-1 4 0-15,1-3 1 0,2 3 1 16,-2-3-4-16,2 3 1 0,0-1-1 16,-5 1 1-16,-1-2-2 0,2 2 6 0,0 0-5 15,-1-2 4-15,0 1-2 0,1 1 1 16,-2-3-1-16,1 3 3 0,-1-2-4 0,6 2-1 15,-6-2 1-15,2 2 2 16,-4-2-1-16,4 0 2 0,-3 2 0 0,4-2-3 16,-3 2 0-16,0-2 2 0,-1 2 1 15,3-2-3-15,1 4-3 0,-6-2 2 16,3 0-3-16,1 0 3 0,-2 0 1 0,1 2-1 16,0-2 0-16,2 0 4 0,3-2-3 15,5 2 3-15,9-2-2 0,2-1 3 0,1 0-2 16,-4-1-1-16,1 1 1 0,3-1-4 15,-6 4 1-15,-2-2-1 0,-9 0 2 16,3 2-3-16,0 0 2 0,-3 0 0 0,0 0 4 16,1 2-4-16,-6 0 0 0,2-2 0 15,-4 0 1-15,2 0 2 0,0 2 0 0,0-2-2 16,-2 0 5-16,6 0-4 16,2-2 1-16,3 2-2 0,10-2 4 0,-2 0-8 15,3 0 5-15,-4-1-3 0,-8 0 3 16,0 3-1-16,-6 0-4 0,-3 0 8 15,1 3-8-15,3-3 2 0,-6 1 0 0,1 1 0 16,-1 0 2-16,0 2-1 0,0-4 1 16,0 2 0-16,2-2 6 0,1 3-1 0,-1-1 0 15,2-2-3-15,1 2 0 0,4 0 1 16,1-2 0-16,1 0 6 0,1 0-6 0,-2 0-2 16,2 0-1-16,-1 0-1 15,0 0 4-15,-1 0-3 0,3 0 2 16,-1 0-3-16,-1 0 2 0,2 0 8 0,-3-2-7 15,4 2 3-15,9-2 0 0,-7 0 0 16,-5 2-4-16,0-1 0 0,-4 1-1 0,2 0 0 16,0-2 4-16,0 0-1 0,0 2 1 15,-6 0-2-15,-1 0 1 0,3 0-2 0,0 0 3 16,-3-2 8-16,-4 2-9 0,0 0-3 16,-3-2 0-16,3 2 3 0,-16 0-2 15,24 0 3-15,-24 0 1 0,19 0 0 0,-10 0-2 16,-9 0 0-16,25 2 8 15,-7-2-5-15,2 0 0 0,9 0 3 0,13-2-6 16,0 0 1-16,4 0-2 0,-1 2 4 16,3-1-2-16,0 1 0 0,0 0-1 0,-3 0-1 15,1 0-3-15,1 0 7 0,-1 0-6 16,-2 1 1-16,-2-1 0 0,-6 0-1 16,4 0 1-16,-6 0 3 0,-5 0 0 0,1-1 10 15,-1 1-8-15,0 0-4 0,-3-3-1 16,1 3-3-16,-2-3 0 0,-3 3 1 0,-2 0 2 15,-5 0-3-15,0 0-1 0,1-1-1 16,-16 1 4-16,22 1-4 0,-22-1 1 0,20 0 3 16,-20 0-2-16,17 0 2 15,-17 0 6-15,17 0 2 0,-17 0-5 0,14 0 1 16,-14 0 0-16,16 3 0 0,-16-3 0 0,23 0-3 16,-8-3 2-16,4 3 1 15,8-1-2-15,2 1-1 0,1-2-1 0,10 0 1 16,-6 2-1-16,-1-2 4 0,-3 2-4 15,13 0-1-15,-4-2 5 0,1 1-4 0,4-1 7 16,-4 2-3-16,0-2 13 0,-5 2 11 16,-6 0 12-16,-9 0 10 0,1-3 16 15,0 3 25-15,-6 0 15 0,1 0 3 0,-1-1 4 16,-1 1-5-16,-14 0-2 0,20 0-8 16,-20 0-4-16,19 0-6 0,-19 0-2 0,20-2-10 15,-20 2-9-15,13 0-7 16,-13 0-4-16,13 0 2 0,-13 0-13 0,0 0 3 15,13-2 0-15,-13 2-2 0,0 0-1 16,0 0-22-16,13 0-23 0,-13 0 0 16,0 0 0-16,0 0 0 0,0 0 0 0,12-4 0 15,-12 4 0-15,0 0 0 0,0 0 0 16,0 0-142-16,0 0-248 0,0 0-191 0,-30-5-323 16,5 2 11-16,-15-1 90 0,-4 3-720 15,-6 1-968-15</inkml:trace>
  <inkml:trace contextRef="#ctx0" brushRef="#br0" timeOffset="2067.86">13993 2958 555 0,'0'0'169'0,"0"0"-23"0,-11 5-10 0,11-5-5 15,0 0-10-15,0 0-6 0,-8 3-3 16,8-3-5-16,0 0 2 0,0 0 6 16,-10 4-4-16,10-4 4 0,0 0 6 15,0 0-2-15,-11 3 1 0,11-3-1 0,0 0-1 16,0 0-4-16,-10 4 17 0,10-4-6 16,0 0 0-16,0 0 8 0,0 0-9 0,0 0-1 15,-11 0 0-15,11 0 4 0,0 0-9 16,0 0-7-16,0 0-2 0,0 0-7 15,0 0-11-15,0 0-9 0,0 0-10 16,0 0-7-16,0 0-8 0,-5 6-5 16,5-6-8-16,0 0 5 0,0 0-12 0,0 0 4 15,0 0-1-15,0 0 8 0,0 0 0 16,0 0-1-16,24 9 0 0,-12-9-5 0,0 2-4 16,8-1-6-16,-1-1-3 0,2 0 0 15,-2 2-6-15,4-2 1 0,-1 0 3 16,-1 2-8-16,3-2 0 0,-5 0-1 0,1-2 0 15,-4 2-1-15,2-2 9 0,-2 2 8 16,-5-1 3-16,-11 1 8 0,23 1 6 0,-23-1 3 16,18-1 4-16,-18 1-4 0,15 0 0 15,-15 0 0-15,0 0-2 0,15 0 0 16,-15 0-3-16,0 0-5 0,0 0-8 16,10 3-2-16,-10-3-4 0,0 0-4 15,0 0 3-15,0 0-4 0,-29 12-5 0,16-9 0 16,-4 3-4-16,-7 0-1 0,1 1 2 15,-9 2-1-15,-2-2 0 0,1-1 7 0,3 0 9 16,5-3 7-16,1 1 9 0,1 1 7 16,4-4 12-16,-3 3 5 0,6-1 8 0,-4-1 10 15,7-2 11-15,-1 1-8 0,14-1-1 16,-18 0-5-16,18 0-8 0,-16 5-5 16,16-5-6-16,0 0-4 0,-13-3-6 0,13 3-5 15,0 0-4-15,0 0-7 16,0 0-3-16,56-5-3 0,-29 2-7 0,9-2-4 0,1 1-3 15,1-1 0-15,0 2-7 16,-7 1 2-16,-6-2-6 0,-6 4 6 0,1-1-9 16,-8-1-3-16,-1 0-1 0,-11 2 1 15,20 0-2-15,-20 0 1 0,13 0 3 0,-13 0-5 16,0 0 5-16,0 0-1 0,8 4 2 16,-8-4-1-16,0 0 2 0,0 0-6 15,0 0 1-15,0 0-1 0,0 0 1 0,0 0-3 16,0 0 1-16,0 0-27 0,0 0-45 15,0 0-60-15,0 0-82 0,0 0-94 0,0 0-109 16,0 0-145-16,0 0-202 0,0 0-59 16,0 0 78-16,-12-17-607 0,16 6-806 15</inkml:trace>
  <inkml:trace contextRef="#ctx0" brushRef="#br0" timeOffset="2749.46">15058 2995 3487 0,'0'0'-95'0,"-23"0"46"0,14 2 47 0,9-2 28 0,-21 0 30 16,21 0 32-16,-23 2 22 0,13-2 20 15,10 0 18-15,-20 2 6 0,10-2-3 16,10 0-4-16,-17 1-12 0,17-1-11 0,-12 2-12 16,12-2-8-16,0 0-9 0,-13 2-5 15,13-2 3-15,0 0 7 0,0 0 10 0,0 0 19 16,0 0-10-16,42 8-11 15,-14-6-11-15,15-4-5 0,8 0-12 16,18-1-8-16,3 0-7 0,6-1-6 0,4 1-11 16,6-2-13-16,23-1-13 0,-2 3-3 15,8 3-5-15,-1-2 3 0,3 0-5 0,1-2 3 16,-6 2 0-16,2-1-5 0,-29 1 2 16,3 0-3-16,-6-2 2 0,-5 3-1 0,-9 1-3 15,-7-4-2-15,-15 3 0 0,-9 1 4 16,-4-2 0-16,-9 2 1 0,-4-2 11 0,-6 2 1 15,2-2 4-15,-3 2 1 0,-3-2-4 16,-12 2 3-16,18 0-5 0,-18 0 2 16,20 0-10-16,-20 0-1 0,12 0-3 0,-12 0-5 15,0 0-41-15,0 0-41 16,18 0-58-16,-18 0-86 0,0 0-82 0,11 0-104 16,-11 0-186-16,4-4-142 0,-4 4 43 15,0 0-480-15,0 0-638 0</inkml:trace>
  <inkml:trace contextRef="#ctx0" brushRef="#br0" timeOffset="4033.27">15108 1874 3039 0,'0'0'-74'0,"0"0"54"0,6-10 41 0,-6 10 33 16,0 0 31-16,0 0 36 0,3-5 25 15,-3 5 21-15,0 0 6 0,0 0 6 16,2-9-2-16,-2 9-10 0,0 0-11 16,0 0-12-16,0 0-19 0,0 0-15 0,0 0-15 15,0 0-8-15,0 0-5 0,0 0 1 16,0 0-2-16,2 27-1 0,-2-16-1 16,-2-1 3-16,2 0 1 0,-2 0 3 0,4-1 6 15,-4 1 3-15,2-1-7 0,0-9 20 16,0 13 5-16,0-13 19 0,0 9-2 15,0-9 23-15,2 8 6 0,-2-8 5 16,0 0 1-16,6 6-11 0,-6-6-18 16,0 0-12-16,0 0-8 0,0 0-13 0,15-19-9 15,-11 12-15-15,0-2-3 0,0 3-10 16,-1-1-3-16,-3 7-11 0,6-12-3 0,-2 7-7 16,-4 5-12-16,2-7-30 0,-2 7 0 15,0 0 0-15,6-7 0 0,-6 7 0 0,0 0 0 16,0 0 0-16,0 0 0 0,0 0 0 15,7 21 0-15,-1-11 0 0,-4 0 0 16,1 1 0-16,0 2 0 0,3-1 0 0,-3 4 0 16,3-3 0-16,-3-1 0 0,-1 1 0 15,0-3 0-15,0 2 0 0,2-5 0 0,-1 3 0 16,-3-2 0-16,1 0 0 0,-1 1 0 16,0-9 0-16,-4 20 0 0,-2-10 0 15,1 1 0-15,-3 2 0 0,-1-1 0 16,-1 1 0-16,-1-2 0 0,-3 0 0 15,1-2 0-15,2-2 0 0,-1 0 0 0,-1 1 0 16,6-3 0-16,-5 1 0 0,2-3 0 16,3 2 0-16,7-5 0 0,-14 6 0 0,14-6 0 15,-11 4 0-15,11-4 0 0,-7 4 0 16,7-4 0-16,-9 4 0 0,9-4 0 0,0 0 0 16,0 0 0-16,0 0 0 15,0 0 0-15,43 0 0 0,-15-4 0 0,12 0 0 16,5 0 0-16,0 0 0 0,-2 2 0 15,3-1 0-15,-6-1 0 0,-2 1 0 16,-9 1 0-16,-6 2 0 0,-6 0 0 0,-2-2 0 16,-4 2 0-16,1-1 0 0,-3 1 0 15,-9 0 0-15,16-2 0 0,-16 2 0 0,0 0 0 16,13 2 0-16,-13-2 0 0,0 0 0 16,0 0 0-16,0 0 0 0,0 0 0 0,0 0 0 15,0 0 0-15,0 0-297 0,0 0-664 16,0 0 0-16,0 0 87 0,0 0-860 0,-15-21-1166 15</inkml:trace>
  <inkml:trace contextRef="#ctx0" brushRef="#br0" timeOffset="4932.17">16575 1990 4361 0,'0'0'-220'0,"-4"4"63"0,4-4 60 0,-5 3 46 16,5-3 48-16,0 0 45 0,0 0 38 0,0 0 38 15,-10 5 23-15,10-5 19 0,0 0 17 16,0 0 14-16,0 0 24 0,0 0 17 0,0 0 10 16,0 0 18-16,0 0 12 0,0 0 1 15,0 0 2-15,0 0-27 0,0 0-29 0,0 0-21 16,-9-18-24-16,9 10-15 0,0 8-15 15,0-15-14-15,1 7-10 16,-1-1-12-16,0 0-4 0,0 9-28 0,4-13-76 16,-4 6 0-16,0 7 0 0,6-10 0 15,-6 10 0-15,2-7 0 0,-2 7 0 0,10-3 0 16,-10 3 0-16,0 0 0 0,26 10 0 16,-13-3 0-16,7 3 0 0,-5 3 0 0,0-1 0 15,6 9 0-15,-6-5 0 0,-4-1 0 16,1 0 0-16,-1 2 0 0,-5-4 0 15,-1-3 0-15,2-1 0 0,-1 1 0 0,-3-2 0 16,3-2 0-16,-3 1 0 0,-3-7 0 16,11 8 0-16,-8-4 0 0,-3-4 0 15,0 0 0-15,0 0 0 0,19-19 0 16,-11 3 0-16,7-9 0 0,2-2 0 0,-2 4 0 0,-1 3 0 16,-3 7 0-16,-3 3 0 15,0 1 0-15,-3 0 0 0,3 2 0 0,-3 6 0 16,-5 1 0-16,22 1 0 0,-9 5 0 15,2 2 0-15,4 3 0 0,-4-1 0 16,2 0 0-16,-1 1 0 0,-1 1 0 0,-3-3 0 16,0-1 0-16,-1-4 0 0,-4 4 0 15,2-4 0-15,0 1 0 0,-2-5 0 16,-7 0 0-16,15 2 0 0,-15-2 0 0,27-13 0 16,-12-1 0-16,7-5 0 0,0-8 0 0,-1-4 0 15,-1-10 0-15,2-9 0 16,-5-2 0-16,-2 7 0 0,-6 10 0 0,-1 11 0 15,-6 10 0-15,-14-25-403 16,3 35-643-16,9 4 118 0,-25 13-1049 16,10-1-1396-16</inkml:trace>
  <inkml:trace contextRef="#ctx0" brushRef="#br0" timeOffset="10430.86">15517 3628 5183 0,'0'0'-205'0,"0"0"66"16,0 0 38-16,0 0 26 0,0 0 13 0,-13-7 4 16,13 7 6-16,0 0 7 0,0 0 0 15,0 0 6-15,0 0 7 0,0 0 8 16,24 20 1-16,-13-9 7 0,3 11 9 16,6 4 2-16,-3 1 13 0,2 5 21 15,-2 0 14-15,0-3 2 0,4 15 12 0,-1-1 6 16,-4 5-5-16,4-7-3 0,-7-3-5 15,2 7 25-15,-2-11-5 0,-1 2-9 0,-2 0-5 16,-5-1 9-16,1 0-1 0,-5-6-4 16,-1-4 10-16,0 2-6 0,-3-3-4 0,-5 7-2 15,-1 0-1-15,-3-4-7 0,1-5 1 16,4-2-5-16,-4-4-2 0,-1 2-7 16,0-5-2-16,2-1-2 0,1-1-2 15,0-2-2-15,0-5-4 0,-2 0-3 16,4 0-10-16,7-4-52 0,-16 0-61 0,16 0-94 15,-14-6-111-15,5 1-113 0,4-1-187 0,-1-4-66 16,4 0 57-16,0-1-366 0,4-2-458 16</inkml:trace>
  <inkml:trace contextRef="#ctx0" brushRef="#br0" timeOffset="10681.05">16015 3924 2987 0,'0'0'148'0,"-1"-11"29"0,1 11-11 0,0 0-11 15,0 0-16-15,0 0-10 0,0 0 0 16,0 0 2-16,0 0-11 0,1 34-10 16,-1-15-10-16,2 2-11 0,4 2-7 0,-4 3-6 15,1 9-10-15,-1-6-4 0,4 5-5 16,-8-6-31-16,2-5-77 0,-6 1-83 0,4-5-90 15,1-2-104-15,-5-1-113 0,2-6-171 16,3-1 34-16,-2-5-300 0,3-4-361 0</inkml:trace>
  <inkml:trace contextRef="#ctx0" brushRef="#br0" timeOffset="11030.96">16009 3916 2363 0,'-6'-16'48'0,"4"7"48"0,2-2 21 16,-1 4 2-16,-1 0 4 0,2 7-3 15,2-8-18-15,-2 8-8 0,0 0 1 0,14-7-11 16,-14 7-2-16,22 4-9 0,-7 1-6 16,4 5-1-16,-2 2-17 0,6 3 2 15,0 4-7-15,-9-2 17 0,-5 0-8 0,-2-3-13 16,1 6 3-16,-4-3-3 16,0 3-1-16,-2-2 28 0,-2 0 5 0,0-4-1 0,0 3-4 15,0-5-4-15,2 2-7 16,1 1 15-16,-1-2 0 0,2-1-5 0,0 0 1 15,0 4-10-15,2-3-2 0,1-1-6 16,0 1-4-16,-3 0-3 0,4-1-5 0,-6 0 5 16,6 2-1-16,-7-1 2 0,-1-1 1 15,0-3 0-15,-1 3-6 0,-3 1 1 16,-2-1-8-16,1-2 2 0,-3 2-5 0,-4-5-3 16,1 5-3-16,-1-6-5 0,-2 3-54 15,0-4-80-15,1-2-102 0,-3-3-141 0,5-1-188 16,0-4-123-16,1-4 57 0,2 1-375 15,7-4-464-15</inkml:trace>
  <inkml:trace contextRef="#ctx0" brushRef="#br0" timeOffset="11548.86">16550 4084 2731 0,'8'5'-28'0,"-4"4"60"0,2 1 23 16,-4-1 21-16,-1 1 14 0,1 2 26 0,0 2 10 15,-4 1 23-15,2-1 7 0,-2 3-9 16,1 0-13-16,-5 0-8 0,0 5-18 0,-4-3-8 16,-4 7-10-16,-4-1-4 0,3-8-9 15,1-2-7-15,5-5-6 0,-5-2-6 16,5-2-5-16,2-4-10 0,7-2-7 0,-14-12-1 16,8-2-7-16,4-5-3 15,2-6-1-15,6-8-4 0,2 2 8 0,2 2 7 16,-7 6 3-16,6 4 10 0,-2 7 3 15,0 0 1-15,3 1 10 0,1 2 3 0,1 2 7 16,1 0 3-16,0 0 9 0,2 2 0 16,1 0 0-16,2-2-5 0,4-1-3 0,-3 1 1 15,1-3-9-15,7-2-3 0,-2-5-6 16,-5 3-8-16,-6 2 9 0,0-4 5 16,-3 3-3-16,-2-3 0 0,-5 2-9 0,1 2-3 15,-3 2-10-15,-2 1 12 0,0 9-21 16,-7-10-1-16,7 10 1 0,0 0-6 0,0 0-3 15,-38 19 11-15,29-9-11 16,0 0-5-16,0 2 1 0,6 1-5 0,-3-1 5 16,6-1 5-16,2-1 5 0,2 2 5 15,1-3-1-15,6 9-5 0,-2-7 13 0,-2 1-20 16,5 4 1-16,-3-4 2 0,-1-1-6 16,-3-1-1-16,4 1 6 0,-6 0-4 0,-1-1-13 15,2-2 12-15,-2 1-10 0,-4 1-5 16,-2-1-51-16,1-1-82 0,-8 1-103 15,6-2-149-15,-4-2-219 0,-4-1-206 0,2-4 59 16,11 0 99-16,-19-7-550 16,8-2-665-16</inkml:trace>
  <inkml:trace contextRef="#ctx0" brushRef="#br0" timeOffset="12096.85">16935 4001 3291 0,'-3'9'-31'0,"-1"-3"29"0,2-3 18 0,2-3 3 0,-2 6-2 16,2-6 6-16,0 0 12 0,0 0 5 0,10 5 10 15,-10-5-4-15,0 0-7 0,30-11-3 16,-15 5-7-16,2 2 0 0,-4-2-5 0,3-1-2 15,-5 1-12-15,1 0-16 0,-3 2-12 16,-1 0-30-16,-3 0-25 0,-5 4-32 16,0 0-33-16,0 0-44 0,0 0-63 0,0 0-113 15,-26 0-142-15,9 4 31 16,1-2-59-16,1 1-31 0</inkml:trace>
  <inkml:trace contextRef="#ctx0" brushRef="#br0" timeOffset="12397.04">16333 4650 1851 0,'-30'14'246'0,"1"-3"36"0,8-2 21 16,4-2 9-16,5-2 6 0,5-1 19 0,-1-2 16 15,8-2 7-15,0 0-7 0,0 0-12 16,46-27-33-16,2 6-27 0,13-3-30 0,23-7-25 16,3 2-21-16,3 1-27 0,0 4-18 15,-26 5-19-15,-1 0-24 0,-6 2-25 16,-8 3-47-16,-10 4-60 0,-3-2-52 0,-9 5-47 16,-5 0-41-16,-1 0-56 0,-7 1-72 15,-1 1-77-15,0-4-78 0,-3 2-105 16,-6-1-173-16,2 1 36 0,-6 2-503 0,0 5-648 15</inkml:trace>
  <inkml:trace contextRef="#ctx0" brushRef="#br0" timeOffset="15763.92">10130 4301 2973 0,'-8'10'-158'0,"-1"-2"35"0,1 1 37 16,-1-3 32-16,1 2 21 0,1-2 19 0,-1 1 19 16,3 0 21-16,-4-2 15 15,6-1 7-15,-3 0 17 0,6-4 14 0,0 0 12 16,-7 8 12-16,7-8 7 0,0 0 0 15,0 0-1-15,0 0-12 0,0 0-1 0,0 0-16 16,0 0-5-16,0 0-14 0,26-21-5 16,-14 16-2-16,-1-2-2 0,-1-1-5 0,-3 4-6 15,2-2-10-15,-5 4 1 0,-4 2-4 16,10-7-8-16,-10 7 2 0,9-4-2 16,-9 4-5-16,0 0-7 0,0 0 8 0,0 0-11 15,0 0 7-15,12 11-3 16,-12-11 2-16,2 9-1 0,-2-9-8 0,0 7 10 15,0-7-5-15,2 8-4 0,-2-8-1 16,0 0 8-16,2 8-7 0,-2-8 8 0,0 0-8 16,0 0-3-16,0 9 9 0,0-9 1 15,0 0-10-15,0 0 8 0,0 0-10 0,0 0 9 16,-10 6-3-16,10-6 1 0,0 0-2 16,0 0-2-16,0 0-1 0,-17-2 1 15,17 2 5-15,0 0-4 0,0 0 0 0,0 0 6 16,-19-1-8-16,19 1 6 0,0 0-1 15,-15 1 0-15,15-1-1 0,-10 4 1 16,10-4 1-16,-7 5-5 0,7-5-5 16,-12 5 11-16,12-5-7 0,0 0 4 0,-10 6 8 15,10-6 17-15,0 0 14 0,0 0 1 16,0 0 5-16,0 0 1 0,0 0-2 0,0 0-4 16,23-16-3-16,-1 5-11 0,4-2-2 15,5-3-1-15,-1 2-6 0,5-2 1 16,-5 0-2-16,1 3 0 0,-5-1-4 0,-4 3-3 15,-4 1-3-15,-5 6 3 0,1-6 0 16,-5 5-3-16,3 0 1 0,-5 2 2 0,-1-1-4 16,-6 4 1-16,11-8-2 0,-4 4-8 15,-7 4 5-15,5-5-2 0,-5 5-1 0,8-5 1 16,-8 5-5-16,0 0-18 16,0 0-44-16,9-3-38 0,-9 3-61 0,0 0-86 15,0 0-117-15,3 15-268 0,0-10 35 16,-3-5 68-16,0 0-246 0,4 9-265 15</inkml:trace>
  <inkml:trace contextRef="#ctx0" brushRef="#br0" timeOffset="16198.68">11609 4084 2266 0,'-12'9'24'0,"1"-4"19"0,3 0 19 0,4-2 4 0,4-3 15 16,-11 4 25-16,11-4 30 16,0 0 20-16,-5 4 14 0,5-4 2 0,0 0-11 0,0 0-18 15,38-23-13-15,-10 7-14 16,12-5-14-16,4-1-8 0,2 0-14 0,-2 2-3 16,-1-3-8-16,-7 6-10 0,-1 4-2 15,-9 1-13-15,-3 1 1 0,-7 4-14 0,-5 2-4 16,0 2-3-16,-2-1-1 0,-9 4-15 15,0 0-39-15,0 0-48 0,0 0-61 16,5 12-80-16,-5-12-109 0,-14 14-198 0,7-7-61 16,1-2 67-16,-1-1-206 0,7-4-219 15</inkml:trace>
  <inkml:trace contextRef="#ctx0" brushRef="#br0" timeOffset="16583.71">12991 3918 1923 0,'-10'10'2'0,"2"-3"19"16,3 0 18-16,-1 0 5 0,2-1 1 15,4-6 25-15,-5 5 33 0,5-5 41 0,-4 10 52 16,4-10 39-16,0 0 34 0,0 0 16 16,20 4-8-16,-20-4-24 0,52-14-26 15,-14 7-19-15,5-5-21 0,-6-3-20 0,3 3-16 16,-4 0-14-16,-4-1-16 0,-1 1-12 15,-6 3-10-15,-6 1-11 0,-6 3-9 16,3-1-15-16,-5 0-45 0,-2 2-64 16,1 0-64-16,-2 0-97 0,-3 2-115 0,-5 2-155 15,9-6-215-15,-9 6 50 0,0 0 79 16,0 0-292-16,0 0-339 0</inkml:trace>
  <inkml:trace contextRef="#ctx0" brushRef="#br0" timeOffset="20946.68">15384 5496 2439 0,'0'0'35'0,"-2"-10"51"16,2 10 49-16,0-7 46 0,0 7 14 0,-1-6-1 15,1 6-15-15,0 0-13 0,0 0-12 16,0 0-15-16,0 0 33 0,0 0 2 16,0 0-16-16,5 35 13 0,3-14-13 15,-5 2-13-15,5 11-13 0,-2-2-7 0,2-1-12 16,-5-2 7-16,3-8-5 0,-3 0-6 15,-1 1 3-15,0-5 0 0,3-1-9 0,-5-5 12 16,2 2 24-16,-2-3 19 0,0-3 22 16,0-7 9-16,-2 9-16 0,2-9-18 0,0 0-18 15,0 0-13-15,-20-23-13 0,15 5-12 16,-3-16-9-16,-2-1-16 0,5-8-5 0,-3-12-13 16,8-3-1-16,0-1-11 0,4 3-4 15,3 3-5-15,-3 11-4 0,4 3-8 16,4 2-8-16,-1 2-12 0,1 3-45 15,1 5-45-15,2 3-50 0,4 7-53 0,-4 5-52 16,0 4-81-16,5 2-91 0,-6 3-96 16,4 5-126-16,0 3-145 0,-6 5 61 15,1 7-625-15,-2-1-801 0</inkml:trace>
  <inkml:trace contextRef="#ctx0" brushRef="#br0" timeOffset="21128.12">15399 5552 3732 0,'-13'7'-9'0,"1"-4"52"0,7 1 33 16,-5-1 13-16,10-3 24 0,-7 4 16 16,7-4 1-16,0 0-5 0,0 0-12 15,0 0-9-15,0 0-9 0,0 0-11 0,32-9-11 16,-9 2-10-16,10-1-66 0,-1-3-103 16,6 1-110-16,0-2-132 0,0-2-169 15,-1 0-94-15,-5 1 43 0,-1-3-313 0,-7 3-365 16</inkml:trace>
  <inkml:trace contextRef="#ctx0" brushRef="#br0" timeOffset="21362.71">15761 5179 2599 0,'-3'-6'93'0,"-3"-2"49"0,2 2 16 0,4 6-3 16,-2-5-8-16,2 5-12 0,0 0-13 15,0 0 28-15,0 0 34 0,-3 23-4 16,6-6-16-16,3 5-16 0,1 12-16 0,5 0-14 15,0 4-7-15,0 6-13 0,0-6-9 16,5 7-10-16,-1-10-3 0,-5 0-11 0,-2-2-6 16,1-2-8-16,-1-7-8 0,-3-4-41 15,1-4-48-15,-4-3-66 0,1-3-63 0,1 2-59 16,-3-6-66-16,2-3-87 0,-4-3-128 16,0 0-64-16,0 0 32 0,23-13-271 0,-14-3-305 15</inkml:trace>
  <inkml:trace contextRef="#ctx0" brushRef="#br0" timeOffset="21663.66">16028 5391 2425 0,'0'-6'93'0,"0"6"20"16,-2-7 11-16,2 7-2 0,0 0 37 0,0 0 35 15,0 0 18-15,0 0 18 0,-11 21 1 16,11-11 3-16,-1 5-12 0,2-1-18 0,-1 1-4 16,0 2-19-16,4-1-18 0,3 2-12 15,1-3-13-15,-1 3-9 0,5-8-14 0,1-3-7 16,5 1-13-16,-4-3-5 0,6-5-7 15,-5 0-6-15,2-3-14 0,3-1-3 16,-2-2-7-16,0-1-5 0,-4 0-10 16,0-2 4-16,-3-1 9 0,-3 0-13 0,0-2 4 15,-2 1 6-15,-3 0 0 0,-3-1-2 16,-2-3-15-16,-1 1 2 0,-3 2-4 0,0-3-7 16,-4 3 5-16,3 2-11 0,0 3 0 15,-3 5-9-15,-2-1-21 0,12 3-55 16,-24 7-66-16,4 6-81 0,-4 6-119 0,1 1-150 15,4-1-223-15,6-5-25 0,3-2 73 16,6-7-529-16,4-1-654 0</inkml:trace>
  <inkml:trace contextRef="#ctx0" brushRef="#br0" timeOffset="22013.72">16473 5320 3520 0,'0'0'77'0,"-23"-8"35"15,23 8 17-15,-18 1 16 0,18-1 24 0,-20 7 25 16,8 2 4-16,2-1 5 0,1 3-6 16,3 2-10-16,0 1-11 0,2 2-12 0,3 0-18 15,2-3-7-15,5 3-9 0,2-3 13 16,2-1-11-16,2 0-12 0,10-1-14 16,-1-7-9-16,1 0-10 0,-1-4-13 15,3 0-5-15,0-6-5 0,1 2-11 0,-2-3-5 0,-2-1-1 16,-4-2-4-16,-2 1-9 15,-4-1-1-15,1-4-2 0,-4 4 7 0,-5-3-8 16,-1-3-1-16,-2 3-8 0,-4-6-2 16,1-2-8-16,-5 2 1 0,-4 2-4 0,3 0 0 15,-4 4-7-15,1 4-1 0,-1 2-21 16,-2 3-47-16,0 4-51 0,-3 4-59 16,0 3-85-16,-2 2-96 0,5 1-100 0,2-2-148 15,3-1-131-15,0-2 43 0,8-1-576 16,2-4-731-16</inkml:trace>
  <inkml:trace contextRef="#ctx0" brushRef="#br0" timeOffset="22411.86">17021 5428 3421 0,'-10'10'39'0,"3"-4"43"0,-2 0 22 15,1-1 2-15,2-1 17 0,0-2 23 16,6-2 6-16,-7 4-10 0,7-4-11 15,0 0-9-15,0 0-19 0,0 0-10 0,0 0-12 16,15-23-10-16,-7 11-7 0,-1-2-4 16,3-5-11-16,-7 0-4 0,4-3-4 0,-4-3 0 15,-3-1-10-15,-1 0 2 0,-8-7-1 16,4 0 4-16,-5 10 14 0,3 0-2 16,1 5 4-16,-2 5 3 0,3-2-5 15,-3 3-4-15,5 4 0 0,-4 2-1 0,3 2 3 16,4 4-10-16,-7-4-2 0,7 4-4 15,0 0-3-15,0 0 4 0,0 0-3 0,0 0-1 16,19-9 1-16,-8 8-3 0,-11 1-5 16,35 3 20-16,-16 2 17 0,4 2-6 0,3 10 3 15,1-1 3-15,-2 2 0 0,-4 4-8 16,0-1-8-16,0 6 0 0,-4-2-9 16,2 3 0-16,-2-3-10 0,-4-6 15 0,-1 0-90 15,1 5-62-15,-1-5-67 16,-3-6-86-16,1-1-90 0,-2-2-83 0,-3-4-118 15,3-1-133-15,-5-2 41 0,-3-3-504 16,10 3-619-16</inkml:trace>
  <inkml:trace contextRef="#ctx0" brushRef="#br0" timeOffset="22693.51">17768 5428 3526 0,'-19'6'174'16,"-2"-2"18"-16,-11 7-13 0,-8 3 24 0,-14 5 32 16,-5 5 34-16,-5 1 45 0,-22 6 12 15,-2 2-12-15,-3 1-21 0,-5 0-19 16,-1 2-9-16,0 1-15 0,-12 2-9 0,-2 0-26 16,-5 4-24-16,4-4-19 0,3 4-17 15,12-4-14-15,11 0-13 0,25-12-14 0,10-1-94 16,5-4-20-16,12-6 0 0,7-3 0 15,6-3 0-15,6-3-50 0,5-2-261 0,7-1-136 16,3-4-132-16,0 0-148 0,0 0-113 16,0 0 76-16,42-5-757 0,-22-2-967 15</inkml:trace>
  <inkml:trace contextRef="#ctx0" brushRef="#br0" timeOffset="26028.31">7369 5939 1662 0,'-12'2'112'0,"3"0"-15"16,9-2 19-16,-15 2 11 0,15-2 0 0,-12 1-1 15,12-1-5-15,0 0 3 0,-15 3 7 16,15-3 6-16,0 0-2 0,-16 0-5 0,16 0-5 16,0 0-7-16,-9 2-17 0,9-2-3 15,0 0-4-15,0 0-6 0,0 0 10 16,0 0 5-16,0 0 4 0,0 0 4 0,46 7-15 16,-6-10-3-16,23-3-12 0,7-6-1 15,5 2-8-15,-1 3-6 0,5-3-7 0,-6 2-7 16,-1 1-6-16,-4 0-4 15,-9 2-5-15,-14 0-6 0,-3 3-1 0,-12-2-1 16,-5 3-7-16,-5-1 2 0,-6 2-1 16,0-2 11-16,-14 2 14 0,22 0 16 0,-22 0 9 15,14-1 4-15,-14 1-6 0,11-2-10 16,-11 2-2-16,0 0-4 0,0 0-9 0,12-4-8 16,-12 4-11-16,0 0-55 0,0 0-89 15,10-3-113-15,-10 3-139 0,5-3-216 16,-5 3-93-16,0 0 54 0,0 0-428 15,0 0-525-15</inkml:trace>
  <inkml:trace contextRef="#ctx0" brushRef="#br0" timeOffset="27977.32">7973 6890 3002 0,'-14'0'-73'0,"1"2"13"0,0 1 13 0,1-2 18 15,1 3 6-15,-1-2 23 0,3-1 17 16,9-1 18-16,-17 4 9 0,7-4-4 16,1 0-1-16,9 0-5 0,-14 2-2 0,14-2-3 15,-9 4 0-15,9-4 2 0,0 0-2 16,-14 6 9-16,14-6-3 0,0 0 5 0,-2 8 4 15,2-8 10-15,0 0-1 0,16 9 6 16,-3-5 4-16,6 0-11 0,8-2-1 0,17-2-7 16,7-2-7-16,18-4-3 0,0-1 1 15,3-3-10-15,0 2 1 0,1-3 3 16,-5 1-5-16,-1 2-5 0,-2-2 1 0,-10 1-8 16,-12 5 4-16,-6 0 0 15,-8 0 0-15,-7 0 11 0,-1 4 11 0,-7-4 12 0,-1 2 5 16,0 0 18-16,-3 0 8 15,-10 2 4-15,17-3 2 0,-17 3-6 0,12-2-8 16,-12 2-4-16,11-2-9 0,-11 2-3 16,0 0-11-16,11-3-4 0,-11 3-6 0,0 0-27 15,10-3-68-15,-10 3-90 0,0 0-108 16,0 0-134-16,6-4-248 0,-6 4 36 0,0 0 80 16,0 0-266-16,0 0-277 0</inkml:trace>
  <inkml:trace contextRef="#ctx0" brushRef="#br0" timeOffset="28994.7">10251 6820 2070 0,'-13'4'-28'0,"4"0"20"0,2 0 20 0,1-4 34 16,6 0 31-16,-14 2 21 0,14-2 6 16,0 0 17-16,0 0 10 0,-21 0 13 0,21 0 9 15,0 0 12-15,-13-2-4 16,13 2 5-16,0 0-1 0,-13-4-5 0,13 4-1 0,0 0-6 16,0 0-6-16,-10-4-12 15,10 4-5-15,0 0-9 0,0 0-9 0,0 0-12 16,0 0-8-16,48-2-8 0,-3 0-7 15,16-4-9-15,6-1-9 0,8 2-5 16,1 0-3-16,2-1-5 0,1 0-4 0,-4 0-7 16,-3 4-3-16,-4-3 1 0,-7 2-9 15,-12 1 2-15,-5 1-3 0,-4-1-5 0,-8 0 6 16,-7 1 13-16,-4 1 13 0,-2 0 17 16,-3-2 16-16,-3 2 15 0,0-2 17 0,-13 2 25 15,17-1 6-15,-17 1 6 16,18-2-13-16,-18 2-13 0,14-4-17 0,-7 3-9 15,-7 1-8-15,11-4-7 0,-11 4-9 16,9-3-7-16,-9 3-9 0,0 0-9 0,12-4-2 16,-12 4-9-16,0 0-4 0,9-3-5 15,-9 3-7-15,0 0-65 0,0 0-80 0,0 0-87 16,8-5-114-16,-8 5-149 0,0 0-205 16,0 0-140-16,0 0 82 0,0 0-684 15,0 0-868-15</inkml:trace>
  <inkml:trace contextRef="#ctx0" brushRef="#br0" timeOffset="29961.18">13042 6738 3807 0,'-14'4'-107'0,"5"1"34"0,0-2 36 0,1 1 23 0,0-2 20 0,8-2 29 0,-13 3 30 15,13-3 21-15,-8 3 16 0,8-3 2 16,0 0-1-16,-5 4-8 0,5-4-10 15,0 0-7-15,0 0-5 0,71-5-4 0,-10-2-6 16,7-4-10-16,11 3-2 0,29-6-7 16,-4 1-3-16,1 1-5 0,-22 3-3 0,-8 1-2 15,-3 0-7-15,-6 2 0 0,-7 1-4 16,-14 3 4-16,-7-2-8 0,-7 3 2 16,-6-2-1-16,-8 3 11 0,-4-1 35 15,1 0 28-15,-3 1 15 0,-11 0 16 0,17-2 2 16,-17 2 0-16,14 0-11 0,-14 0-11 15,0 0-16-15,13-4-4 0,-13 4-11 0,0 0-12 16,12-2-50-16,-12 2-84 0,0 0-116 16,7-4-149-16,-7 4-174 0,5-4-199 0,-5 4 28 15,2-7 87-15,-2 7-435 0,0 0-506 16</inkml:trace>
  <inkml:trace contextRef="#ctx0" brushRef="#br0" timeOffset="30992.36">11847 7846 2688 0,'-13'2'-45'0,"7"0"19"0,6-2 28 0,-19 0 24 15,12 0 14-15,7 0 30 0,-20 3 21 16,11-3 31-16,9 0 26 0,-18 0 27 16,9 1 12-16,9-1 4 0,-16 0-1 15,16 0-7-15,0 0-5 0,-12 0-12 0,12 0-16 16,0 0-15-16,0 0-13 0,-13 0-11 15,13 0-12-15,0 0-9 0,0 0-10 0,0 0-8 16,50 4-6-16,-3-6-5 0,15-1-5 16,12 0-5-16,7-3-8 0,7 0-1 15,24-7-8-15,-2 5 1 0,1-2-5 16,-1-1-5-16,-1-4-2 0,-2-2-1 0,1-2 2 16,-2 0-5-16,-8-1-6 0,-1-1 4 15,-23 6-1-15,3 1-3 0,-5-3-2 0,-3 3 0 16,-8 3 2-16,-2 1-2 0,-13 3 2 15,-5 0-3-15,2 0-3 0,-11 3-3 0,-7 4 3 16,0-4 1-16,-7 3-2 0,4-1 1 16,-8 0 1-16,2 0-1 0,-5 1-5 0,3-1 3 15,-5 2-1-15,-9 0-3 0,20-2 3 16,-13 0-3-16,-7 2 1 0,15-1 0 16,-15 1 0-16,12 0-2 0,-12 0 1 0,11 0 2 15,-11 0-2-15,9-2 2 0,-9 2-3 16,10-2 5-16,-10 2 20 0,0 0 21 15,12-3 9-15,-12 3 10 0,0 0 12 16,0 0 3-16,0 0 2 0,0 0-4 0,12-3-9 16,-12 3-2-16,0 0-2 0,0 0-7 15,0 0-10-15,0 0-6 0,0 0-11 0,0 0-41 16,0 0-93-16,0 0-118 0,0 0-163 16,0 0-182-16,-25-5-214 0,25 5 55 0,-23 0 84 15,23 0-533-15,-31 4-640 0</inkml:trace>
  <inkml:trace contextRef="#ctx0" brushRef="#br0" timeOffset="33826.26">8293 8777 3005 0,'-8'2'-154'0,"1"1"30"0,7-3 29 15,-14 3 21-15,14-3 35 0,-13 4 23 16,13-4 26-16,-12 2 21 0,12-2 14 16,-11 2 5-16,11-2 3 0,-7 1 1 15,7-1-6-15,0 0-3 0,-8 3-2 0,8-3-8 16,0 0-2-16,0 0 1 0,0 0-6 16,0 0 4-16,0 0-3 0,0 0 9 0,0 0 12 15,0 0 0-15,31 7-6 0,-13-7-1 16,9-2 20-16,11 1 5 0,6-3-10 0,17-2-4 15,0-3-5-15,10-1 0 0,3-2-6 16,0 0-1-16,0 0-8 0,-1 0-1 0,-3 3-3 16,-7 1-6-16,-4 1-4 0,-16 2 1 15,-3 2 0-15,-14 1-2 0,-4-2-2 16,-2 4-2-16,-6-3 4 0,-1 3-2 0,-2-2 19 16,-1 2 10-16,-10 0 7 15,17-2 5-15,-9 1 3 0,-8 1-5 0,11-2-6 16,-11 2-6-16,9-3-8 0,-9 3-1 15,10-2-7-15,-10 2-3 0,0 0-5 0,0 0-14 16,15-4-73-16,-15 4-76 0,0 0-83 16,8-2-119-16,-8 2-250 0,0 0 25 0,0 0 73 15,0 0-219-15,0 0-209 0</inkml:trace>
  <inkml:trace contextRef="#ctx0" brushRef="#br0" timeOffset="34508.48">11280 8603 2177 0,'-22'8'45'0,"3"-4"-8"0,4 2 0 0,3-2 8 0,3-1 29 15,-2 1 21-15,4-4 19 0,7 0 17 16,-12 4 10-16,4 0 7 0,8-4-6 0,-7 4-6 16,7-4 2-16,0 6 4 0,0-6 1 15,16 7-1-15,7-3-15 0,13-1-9 0,14-2-11 16,19-1-8-16,6-4-13 0,6 0-1 16,3-3-12-16,22-1-8 0,0-6-4 0,-24 4-8 15,-5 1-6-15,0 1-1 16,-9-1-7-16,-3 1-3 0,-17 2-3 0,-5 2-7 15,-5 0 0-15,-13-2 0 0,-2 3-3 16,-8 2 1-16,-1-2-5 0,-1 1 23 0,-3 2 8 16,-1-4 1-16,-1 2-7 0,-1-2-5 15,-7 4-7-15,14-5-2 0,-8 2-7 0,-6 3 1 16,7-4-10-16,-7 4-52 0,7-2-67 16,-7 2-107-16,9-5-113 0,-9 5-147 0,5-4-182 15,-5 4 37-15,8-4 84 0,-8 4-317 16,0 0-335-16</inkml:trace>
  <inkml:trace contextRef="#ctx0" brushRef="#br0" timeOffset="35010.43">14387 8618 2464 0,'-12'7'50'0,"0"0"3"0,2-1 6 0,5-2 11 0,-2-1 13 16,7-3 14-16,-7 5 12 0,7-5 16 0,-4 6 23 16,4-6 10-16,0 0 9 0,18 3-11 15,-2-1-12-15,13-2-17 0,17-4-12 16,17-1-9-16,5 0-14 0,4 0-5 15,-2-2-14-15,-2 2-4 0,-1 2-3 0,-6-1-9 16,-15 1-4-16,-5-2-7 0,-3 5-4 16,-7-2-2-16,-10 0-7 0,-2 0-1 0,-6 2-2 15,0-2-3-15,-3 1-2 0,0-2-4 16,-10 3-4-16,15 0-6 0,-15 0-34 0,10-2-72 16,-10 2-109-16,5-2-108 0,-5 2-168 15,0 0-149-15,4-7 55 0,-4 7-356 0,0 0-411 16</inkml:trace>
  <inkml:trace contextRef="#ctx0" brushRef="#br0" timeOffset="35876.35">15039 9535 2642 0,'-8'5'-6'0,"1"-1"4"16,7-4 8-16,-5 5 13 0,5-5 10 0,-11 5 14 15,11-5 13-15,-3 5 17 0,3-5 14 16,0 0 53-16,0 0 23 0,17 9 11 16,4-9-8-16,25-6-12 0,20-2-17 15,13-2-11-15,25-6-15 0,16-4-9 0,0-2-10 16,2 5-9-16,-5-5-6 0,-6 3-9 15,-13 5-11-15,-22 5 0 0,-7-2-6 0,-9 4-6 16,-19 2-7-16,-5 2-2 0,-5-1-3 16,-12 2-1-16,-1-1-1 0,-4 1 1 0,-3 2 2 15,0-3 5-15,-11 3-3 0,14-5-6 16,-8 1-3-16,-6 4-17 0,8-8-72 0,-4 3-117 16,-4 5-117-16,4-4-145 0,-4 4-216 15,0 0 60-15,0 0 77 0,0 0-288 16,0 0-296-16</inkml:trace>
  <inkml:trace contextRef="#ctx0" brushRef="#br0" timeOffset="37926.16">24478 6082 1405 0,'-24'-12'211'0,"-5"-1"-50"16,-1 2-40-16,-7 1-30 0,1-2-13 0,-4 3 2 16,-2 1-2-16,-2-2-2 15,-1 5 5-15,-3 1-10 0,0 2 8 0,-3 2 1 16,-10 3-8-16,0 7-6 0,2 0 15 16,-4 5-3-16,2 5 18 0,0 3 15 0,-2 9 5 15,-10 11 6-15,7 1 9 0,-1 6 9 16,4 4-1-16,8-2 8 0,-1 8-5 0,20-8-3 15,2 1 6-15,6 1 3 0,3 5-2 16,5 0 6-16,7 2-14 0,10 1-7 0,4 1 7 16,11 1-12-16,11-2-15 15,15 8-8-15,11-5-11 0,16-5-8 0,15-10-5 16,10-7-7-16,11-6-10 0,8-6-5 16,6-7-7-16,5-9-4 0,0-2-3 0,-3-9-7 15,-26-4 0-15,20-3-4 0,-27-6-5 16,-4-4-3-16,11-9 0 0,-7-7-3 0,-21 1-5 15,11-15 4-15,-5-6-4 0,-4-3 1 16,-4-6-1-16,-6-6-8 0,-2-2 1 0,-3-9 1 16,-9-3-3-16,-5-6 8 0,-12-4-5 15,-9-3-2-15,-9 12-7 0,-8-2 5 16,-16-22 0-16,-6 3-3 0,-13 8-2 0,-6 11-5 16,-12 12 3-16,-12 14-2 0,-13 16-1 15,-8 15 2-15,7 16-3 0,-7 9-12 0,-23 11-35 16,-1 9-44-16,7 10-60 15,4 4-86-15,13 6-94 0,4 2-111 0,12-3-197 16,21-11-63-16,9-6 87 0,13-6-451 16,6-5-542-16</inkml:trace>
  <inkml:trace contextRef="#ctx0" brushRef="#br0" timeOffset="39241.04">24275 6624 3211 0,'-7'-13'99'0,"3"6"22"16,2 1 3-16,1 3-8 0,1 3 9 16,0 0 27-16,0 0 38 0,-15 18 20 0,7-4 15 15,2 7 11-15,0-2-4 0,3 6 9 16,1-1-14-16,0 2-20 0,4-1-1 15,-2 1-14-15,4 1-20 0,-3-6-20 0,5 3-15 16,-2-1-18-16,2-2-9 0,2-1-17 16,-5-5-10-16,5-1-11 0,-3-1-37 0,2-5-81 15,-4 2-92-15,1-5-101 0,2-2-141 16,-6-3-130-16,12-1-189 0,-12 1-49 0,20-14 79 16,-15 2-575-16,8-4-706 15</inkml:trace>
  <inkml:trace contextRef="#ctx0" brushRef="#br0" timeOffset="40009.23">24508 6691 3452 0,'0'0'10'0,"0"0"40"0,0 0 40 0,0 0 13 15,-2 11 21-15,2-11 21 0,0 0 17 16,0 0 4-16,-7 12-2 0,7-12-3 0,0 0-13 16,2 9-10-16,-2-9-9 0,7 7-13 15,2-5-13-15,-9-2-9 0,18 0-8 16,-4-2-10-16,-1 0-8 0,1 1-5 0,-3-3-7 15,-4 2-6-15,3-1-2 0,-4-1-6 16,-6 4-4-16,11-3-6 0,-11 3-8 16,0 0-2-16,0 0-2 0,0 0 1 15,0 0-4-15,-36 16 0 0,18-6-4 0,4 2 1 16,-2-2 6-16,1 3 2 0,6 0 3 16,1-1 8-16,2-2-4 0,2 3 15 0,4-4 2 15,0 1 3-15,6-3 6 0,-1 2-4 16,6-1-8-16,3-3 2 0,6-3-9 0,0 0-5 15,7-4 5-15,0-1-7 0,-2-3-3 16,7 0-7-16,-5-3-3 0,-10 0 3 16,0 1-2-16,-3-1-6 0,-1 1 3 15,-6-2-4-15,-1 1-7 0,-2-1 2 0,0-1 3 16,-4 1-6-16,-2 2 1 0,-3-3 0 16,5 5 2-16,0 6-7 0,-1-12 4 0,1 12 0 15,0-7-3-15,0 7 3 0,0 0 4 16,0 0 5-16,0 0-4 0,0 0 14 0,12 27-6 15,-9-16 5-15,7 0-6 0,0 1 2 16,1 0-4-16,2-1 2 0,4 1 1 16,0-6-4-16,0 2-2 0,1-4 3 0,-7 0 4 15,-2-3 2-15,-9-1 0 0,18 0 3 16,-18 0 5-16,9-9 1 0,-7 1 0 0,0-2-2 16,-4-1 3-16,-4-5-9 15,3-3 1-15,-8-10-3 0,0-4-4 0,0-4-3 16,4-4-4-16,1-1 2 0,4 3-6 15,2 8 6-15,2 9-2 0,-2 3-4 0,0 4 2 16,0 4-5-16,1 3 4 0,4 2 2 16,-5 6-5-16,9-2 4 0,-9 2 3 0,23 16-4 15,-12-2 9-15,11 5-9 0,-4 3 5 16,2 2-5-16,-1 1-3 0,-2-2 5 0,-4-5-3 16,-1-1-3-16,-3-5 4 0,-3 0-3 15,2-5-2-15,-5 3-2 0,-1-4-8 0,0 0-3 16,-2-6-2-16,0 0 1 15,-18 5-2-15,9-5-1 0,9 0-1 0,-28-7-16 16,9-3-5-16,2-2-10 0,-7-9-4 16,8 1-5-16,2-7 2 0,7 4 1 0,3 6-7 15,4-1 2-15,4 4 4 0,1 3-4 16,4 0-36-16,3 4-48 0,1 2-77 16,7 2-112-16,1 1-117 0,6 1-192 0,3 1-70 15,14 0 65-15,1 0-505 0,5-2-620 16</inkml:trace>
  <inkml:trace contextRef="#ctx0" brushRef="#br0" timeOffset="40592.53">30009 5361 3311 0,'-45'-25'-41'0,"2"6"29"16,-5 0 12-16,-6 7 6 0,-3 5 19 0,-8 7 30 15,-7 7 19-15,-21 17 29 0,-2 14 16 16,-5 15 18-16,7 13 32 0,8 14 23 0,6 9 20 16,13 13 22-16,10 14 7 0,6 10 16 15,18 5 24-15,14 1 6 0,11 0 2 16,16-9-12-16,11 3-22 0,15-12-20 15,16-3-19-15,13-14-23 0,17-10-17 0,12-8-19 16,14-13-17-16,9-12-5 0,10-11-11 16,13-15-16-16,0-11-16 0,2-14-8 15,-2-13-24-15,-2-12-60 0,-1-19 0 0,-9-5 0 16,-7-9 0-16,-9-13 0 0,-8-9 0 16,-13-14 0-16,10-34 0 0,-29 21 0 0,-13-12 0 15,-13-7 0-15,-9-3 0 0,-17-5 0 16,-13-3 0-16,-23 5 0 0,-13 6 0 15,-16 10 0-15,-10 10 0 0,-14 16 0 16,-12 16 0-16,-12 11 0 0,-14 17 0 0,-20 14 0 16,-13 11 0-16,-7 16-48 0,-3 12-158 15,1 11-89-15,1 9-130 0,6 8-138 0,8 11-189 16,3 4-105-16,12-2 100 0,13-1-701 16,8-1-908-16</inkml:trace>
  <inkml:trace contextRef="#ctx0" brushRef="#br0" timeOffset="41308.87">29177 6485 4342 0,'-14'0'90'0,"-2"0"50"0,5-2 10 0,11 2 15 0,-16-4 16 0,12 1 15 15,-1-1-8-15,5 4-37 0,-4-11-11 16,6 6-18-16,4-4-11 0,-1-3-10 0,7 0-11 16,-1-2-6-16,2-1-8 0,1 0-10 15,4-11-10-15,-2 3-3 0,-8 2-3 0,0 3-8 16,-4-1-3-16,-6 2-2 0,-2-1-6 16,-2 1-10-16,-4 0 6 0,-1 2-2 0,-3 5-13 15,1 1 8-15,0 2-1 16,-2 2 5-16,1 4 0 0,3 1-3 0,11 0 5 15,-21 3 2-15,21-3-2 0,-15 5 14 16,15-5-6-16,-8 3-1 0,8-3-4 16,0 0 4-16,0 0-5 0,0 0-3 0,48-17-1 15,-16 7-4-15,2-2 3 0,-2 0-6 16,-1 2 6-16,-6 0-10 0,-8 6-5 0,-2 1-3 16,-5-1 1-16,1 4 6 0,-11 0-8 15,22 6 5-15,-13-1 22 0,0 5 8 0,-1 2 34 16,2 1-2-16,-3 1 13 15,0 0 0-15,4 3-9 0,-2-2-5 0,0 2 6 0,3-3-6 16,-3-2 4-16,1-1-2 0,2-1-60 16,-1-4-12-16,2-1 0 0,0-3 0 0,7-2 0 15,2-5 0-15,9-5 0 16,-1-6 0-16,0-1 0 0,-1-5 0 0,-2 2 0 16,0-2 0-16,-4 1 0 0,-7 6 0 15,-4 4 0-15,-2 2 0 0,-1 3 0 0,-3 1 0 16,0 5 0-16,-6 0 0 15,0 0 0-15,9 20 0 0,-7-1 0 0,2 3 0 16,-1 14 0-16,4 0 0 0,0 3 0 0,3 1 0 16,3 7 0-16,0-1 0 0,5-2 0 15,0-3 0-15,-2-8 0 0,-1-4 0 16,-6-5 0-16,-1-7 0 0,-4-1 0 16,0-1 0-16,-4-3 0 0,-4 1 0 0,-8 2 0 15,-16 2 0-15,-18 2 0 0,-11-4 0 16,-11-6 0-16,-7-2 0 0,-1-6 0 0,-4-2 0 15,8-3 0-15,1-3 0 0,6-5-733 16,8-3-256-16,2-5 117 0,5-4-1031 0,7 3-1327 16</inkml:trace>
  <inkml:trace contextRef="#ctx0" brushRef="#br0" timeOffset="42574.12">6277 6829 1449 0,'0'0'385'0,"-4"24"-167"0,4-18-19 16,-3 2-19-16,0 0-7 0,1 5-2 16,2-1 15-16,-2 1 8 0,2-1 10 15,0 1 13-15,0-1 0 0,2 1 5 0,0-1-6 16,3 0-21-16,0-2-1 16,2-3 0-16,3-3 3 0,5-3-18 0,9-6-16 0,23-12-17 15,10-8-10-15,23-16-18 16,8-6-7-16,7-5-17 0,2-4-5 0,-4 1-14 15,-3 2-7-15,-10 4 3 0,-25 15-14 16,-7 5-3-16,-10 5-10 0,-9 7-4 0,-8 3 42 16,-5 4 30-16,-4 3 37 0,-4 0 15 15,1 4 17-15,-1-2 9 0,-4 2 1 0,3-1 1 16,-7 4-14-16,8-3-12 0,-8 3-36 16,7-6-130-16,-7 6 0 0,7-3 0 15,-7 3 0-15,5-3 0 0,-5 3 0 16,0 0 0-16,8-2 0 0,-8 2 0 0,0 0 0 15,5-6 0-15,-5 6 0 0,0 0 0 0,0 0 0 16,4-6 0-16,-4 6-342 16,0 0-145-16,5-5-159 0,-5 5-246 0,0 0 58 0,-13-9 107 15,13 9-723-15,-21-9-899 16</inkml:trace>
  <inkml:trace contextRef="#ctx0" brushRef="#br0" timeOffset="43508.56">6005 8944 3986 0,'-13'-8'-64'0,"6"4"37"0,-2 0 26 0,3 3 22 16,6 1 17-16,-8-4 13 16,8 4-9-16,0 0 16 0,0 0 20 0,0 0 17 15,-9 13 13-15,9-5 2 0,0 7-7 16,3-3 6-16,1 3-4 0,0-1-5 0,6 3 1 15,-1-1 4-15,7-3-3 0,-1-1 3 16,6-2 1-16,2-6 0 0,15-8-12 0,14-8-6 16,9-13-6-16,20-18-8 0,9-7-7 15,7-6-6-15,1-11-6 0,4-5-8 0,2-2-1 16,2 0-5-16,-6 5 2 0,-6 8-5 16,-12 6-9-16,-10 6-1 0,-20 20-1 15,-9 0 0-15,-11 15 17 0,-7-3 44 16,-7 6 25-16,-3 3 19 0,-3 0 27 15,-3 2 8-15,-2 2 6 0,2 1 6 0,-9 3-9 16,9-7-16-16,-2 4-13 0,-7 3-16 16,6-6-11-16,-6 6-66 0,0 0-48 0,10-5 0 15,-10 5 0-15,0 0 0 0,9-3 0 16,-9 3 0-16,0 0 0 0,2-5 0 0,-2 5-176 16,0 0-281-16,0 0-214 0,-2-9-238 15,2 9 65-15,0 0 105 0,-13-7-756 0,13 7-941 16</inkml:trace>
  <inkml:trace contextRef="#ctx0" brushRef="#br0" timeOffset="44656.17">6334 10687 3843 0,'-8'9'-118'15,"2"1"31"-15,1 1 27 0,1 0 21 0,2 0 22 16,2-1 30-16,0 2 21 15,0-2 37-15,2 0 27 0,2-1 16 0,3-1 31 16,5-2 18-16,1-5 15 0,7-2-3 16,14-7-10-16,15-10-28 0,3-8-9 0,1-4-17 15,3-5-7-15,10-12-9 0,-1 1-10 16,-15 10-10-16,-5 5-8 0,-3 1-5 0,-11 8-9 16,-2 3-6-16,-9 3-4 0,-3 4-7 15,-6 2-3-15,2 5-56 0,-8-2-53 0,1 2-81 16,-3 2-113-16,-3 3-119 0,8-6-222 15,-8 6-58-15,0 0 70 16,0 0-408-16,0 0-482 0</inkml:trace>
  <inkml:trace contextRef="#ctx0" brushRef="#br0" timeOffset="44956.68">6673 11093 3154 0,'-17'14'227'0,"4"-2"19"16,6-3-3-16,-4-2 9 0,6-3 4 0,3-1 18 16,2-3 7-16,0 0-4 0,0 0-12 15,0 0-24-15,21-20-25 0,8-2-16 0,12-7-22 16,15-3-17-16,14-8-18 16,-11 8-15-16,-2 4-10 0,-3-2-14 0,-7 3-9 15,-15 10-15-15,1 3-9 0,-12 2-7 0,-2 2-14 16,-6 5 1-16,-1-3-4 0,-4 4-23 15,-3 2-41-15,1-3-49 0,-6 5-56 16,7-5-79-16,-7 5-109 0,0 0-119 16,0-7-132-16,0 7-237 0,0 0 60 0,0 0 82 15,0 0-551-15,0 0-670 0</inkml:trace>
  <inkml:trace contextRef="#ctx0" brushRef="#br0" timeOffset="47441.86">24332 5564 3328 0,'-3'-17'-34'15,"1"3"49"-15,0 2 63 0,4 0 33 0,-2 3 14 16,2 3-3-16,-2 6-12 0,0-10-12 16,0 10 34-16,0 0 57 0,0 0 21 15,8 22 8-15,-4-5-12 0,5 14-26 0,0 1-12 16,4 0-17-16,-2-1-12 0,1 0-11 16,-1-2-19-16,0 0-11 0,-5-6-5 15,3-5-12-15,-3-1-7 0,-2-4-8 16,-1-1-8-16,-1-2-13 0,0 1-65 0,0-3-78 15,3-1-93-15,-4-2-113 0,-1-5-146 16,0 0-223-16,0 0-22 0,0 0 73 0,0 0-482 16,12-19-573-16</inkml:trace>
  <inkml:trace contextRef="#ctx0" brushRef="#br0" timeOffset="47907.35">24518 5248 3347 0,'-25'-10'140'0,"2"1"26"15,4 3 10-15,0-4 25 0,4 6 44 0,2-3 32 16,-1 1 39-16,3 2 6 0,2 0-15 16,9 4-25-16,-14-6-30 0,14 6-31 0,-2-7-19 15,2 7-19-15,30-14-23 0,22 0-18 16,17 3-11-16,32-7-16 0,11 3-10 0,18-1-16 16,16 3-2-16,19-3-14 0,59 0-10 15,3 1-8-15,3 5-42 0,7-2-16 0,-1 0-30 16,-6 2-8-16,-54 1-1 0,-6 2 4 15,-7-1 3-15,-10-1 3 0,-12 1 7 0,-15-1-2 16,-13 1 2-16,-38 2 4 16,-6 0 0-16,-10 0 9 0,-17 3 2 0,-6-1 0 15,-5 0-1-15,-12 2 5 0,-2 0 3 0,-3 2 0 16,-1-2-1-16,-4 0 6 0,-9 2-9 16,18-2 3-16,-18 2-1 0,11 0 1 15,-11 0-2-15,13 8 2 0,-5 0 35 0,-4 7 12 16,-3 10-1-16,-1 14 30 0,0 5-6 15,-5 14 21-15,-1 4 9 0,1 2 4 16,-4 1 19-16,8 0 1 0,1-1 6 0,0-2-77 16,0-4-49-16,1-14 0 0,1-4 0 15,1-4 0-15,1-7 0 0,-4-9 0 0,2-3 0 16,-1-2 0-16,-1-1 0 0,0-4 0 16,0-1 0-16,0-1 0 0,0-8 0 0,-1 6 0 15,1-6 0-15,0 0 0 0,0 0 0 16,0 0-455-16,-11-18-367 0,8 9-111 0,-6-3 96 15,-7-3-912-15,-8-7-1182 16</inkml:trace>
  <inkml:trace contextRef="#ctx0" brushRef="#br0" timeOffset="49604.68">25354 9931 1824 0,'-20'2'454'16,"1"0"-162"-16,-1-1-45 0,6 2 10 0,-4-3-8 16,1 2 7-16,2 2-3 0,0-2-4 15,1-1 20-15,1 1 12 0,3-1-4 16,1 1-14-16,9-2-19 0,-13 0-10 0,13 0-13 16,-10 3-14-16,10-3-14 0,0 0-20 15,0 0-17-15,0 0-17 0,30-9-13 0,-3 1-15 16,9 0-9-16,6 1-11 0,0 0-19 15,1 2 8-15,-6 3-15 0,-4 2-6 0,-8 0-6 16,1 4-5-16,-3 3-1 0,3 8-8 16,-3 5-6-16,1 6 0 0,-10 6 2 0,6 10-1 15,-5 6 16-15,-3 4 0 0,-1 2 23 16,1 6 17-16,-1 4 15 0,4 3-48 16,6 0-57-16,2-2 0 0,7 16 0 0,3-6 0 15,-6-17 0-15,-1 0 0 0,3-2 0 16,-5-3 0-16,1-9 0 0,-8-13 0 15,-2 2 0-15,-1-8 0 0,-5-5 0 0,1-6 0 16,-4-2 0-16,-2-3 0 0,-2-1 0 16,-2-2 0-16,0-6 0 0,-11 6 0 0,-3 0 0 15,-9-2 0-15,-14 0 0 0,-2 2 0 16,-7-1 0-16,-12 3 0 0,13 0 0 0,-1 0 0 16,2-1 0-16,5 1 0 0,2-1 0 15,10 0 0-15,5-4 0 0,2 3 0 0,7-5 0 16,1 3 0-16,0-3 0 0,2 1 0 15,2 0 0-15,8-2 0 0,-17 3 0 0,17-3 0 16,-14 0 0-16,14 0 0 0,-11 1 0 16,11-1 0-16,-9 0 0 0,9 0 0 15,0 0 0-15,-17-2 0 0,13-4-286 16,0 1-735-16,2-5 94 0,2 2-1099 0,0-6-1441 16</inkml:trace>
  <inkml:trace contextRef="#ctx0" brushRef="#br0" timeOffset="50125.65">25130 10140 5805 0,'-21'-15'-123'0,"2"3"53"0,5 3 67 0,5 3 43 16,2-2 29-16,-2 0 27 0,4 0 22 0,-1 1 7 16,6-3-18-16,0 2-15 0,6-1-3 15,8-5-9-15,10-1-19 0,6 1-1 0,7 2-8 16,7 3-3-16,-1 3-7 16,1 1 2-16,2 8-5 0,5 10-6 0,-1 7 1 0,-4 7-5 15,-4 10 23-15,-4 6 24 16,-6 3 13-16,1 6 20 0,-7 4 15 0,1 2 17 15,2 1 12-15,0 1 2 0,5 11 11 16,-8-13-3-16,0 2-68 0,6-1-95 0,-8-2 0 16,3-3 0-16,-3-1 0 0,0-7 0 15,-4 1 0-15,-3-2 0 0,-4-12 0 0,-1-3 0 16,-2-6 0-16,-3-2 0 0,-2-1 0 16,-2-1 0-16,-4-2 0 0,-1-1 0 0,-9 3 0 15,-1 7 0-15,-10-4 0 0,-4 0 0 16,-11 3 0-16,-6-2 0 0,-1-4 0 0,-2-1 0 15,9-6 0-15,1 1 0 0,8-4 0 16,6 0 0-16,2-6 0 0,6 1 0 0,1-1 0 16,4-1 0-16,1 0 0 15,8-3 0-15,-19 0 0 0,19 0 0 0,-17-3 0 16,9 2 0-16,8 1 0 0,-11-8 0 16,3 5 0-16,3-1 0 0,-1-2-473 0,0 2-509 15,-3-4 70-15,3 3 102 0,-2-2-895 16,1 2-1140-16</inkml:trace>
  <inkml:trace contextRef="#ctx0" brushRef="#br0" timeOffset="53056.65">8577 12416 4185 0,'-8'3'-295'0,"3"-1"47"0,-5-1 32 16,10-1 32-16,-14 4 33 0,14-4 21 15,-16 2 33-15,16-2 27 0,-14 0 18 16,14 0 21-16,-13 0 8 0,13 0 19 0,0 0 5 15,-14 0 10-15,14 0 3 0,0 0 5 16,0 0 5-16,-13 0 2 0,13 0-3 0,0 0 2 16,0 0 1-16,0 0 6 15,0 0 4-15,34-11 0 0,-9 6-2 0,13-2-3 16,20-3-2-16,2-2 4 0,9-2-8 16,6 2-3-16,4-1 2 0,19-3-4 0,-17 5-1 15,-2-1-3-15,-5 0 1 0,-3-1-4 16,-5 5-2-16,-8 0 0 0,-15 4 4 0,0-4-7 15,-7 3 0-15,-8 3-4 0,-7-2 4 16,-6 2-3-16,-2 2 2 0,1-4 26 16,-3 4 12-16,-11 0 8 0,20-2 3 0,-20 2 5 15,13-3 4-15,-13 3-2 0,12-1 1 16,-12 1-8-16,0 0-3 0,13-2-10 0,-13 2 16 16,0 0-3-16,13-4-8 0,-13 4-5 15,10-1-2-15,-10 1-1 0,0 0-16 0,11-1 7 16,-11 1 1-16,0 0 10 15,7-6 13-15,-7 6 7 0,0 0 13 0,0 0 2 16,8-5 2-16,-8 5-3 0,0 0-11 16,0 0-6-16,0 0-2 0,6-5-3 0,-6 5-10 15,0 0-5-15,0 0-5 0,0 0-4 16,0 0-7-16,0 0 3 0,0 0-2 16,0 0-2-16,5-7 1 0,-5 7-8 0,0 0 3 15,0 0-3-15,0 0 0 0,0 0 1 16,0 0-4-16,0 0-1 0,0 0-2 0,0 0-1 15,0 0-12-15,0 0-67 0,0 0-113 16,0 0-151-16,0 0-202 0,0 0-156 0,0 0 80 16,-36 10-384-16,23-3-473 0</inkml:trace>
  <inkml:trace contextRef="#ctx0" brushRef="#br0" timeOffset="54886.97">16497 12276 2572 0,'-13'6'-52'16,"2"-3"22"-16,0 1 10 0,6 0 19 16,5-4 15-16,-7 3 16 0,7-3 24 15,0 0 24-15,0 0 16 0,0 0 7 16,39-11 0-16,-3 2-17 0,9-1-6 0,14-2-8 16,2 1-8-16,3-2-4 0,-3 1-6 15,-2 2-5-15,-1 0-3 0,-19 3-1 0,-1 0-8 16,-5 2 25-16,-10 2 17 0,-6 2 6 15,2-3 10-15,-5 0 20 0,-3 2 19 0,-4-1 4 16,3 1 10-16,-10 2-3 0,15-2-5 16,-15 2-15-16,10-3-12 0,-10 3-9 0,11 0-7 15,-11 0-12-15,8-4-9 0,-8 4-11 16,0 0-6-16,9-1-31 0,-9 1-75 16,0 0-113-16,8-2-127 0,-8 2-137 0,0 0-258 15,6-7 43-15,-6 7 81 16,0 0-310-16,0 0-354 0</inkml:trace>
  <inkml:trace contextRef="#ctx0" brushRef="#br0" timeOffset="57987.24">18799 12446 2215 0,'5'-5'-46'16,"0"2"33"-16,-5 3 26 0,7-7 19 0,-7 7 19 16,4-9 27-16,-2 6 20 0,-2 3-3 15,0-10 15-15,0 10 7 0,-6-11-14 16,-3 5-5-16,-1 0-13 0,-7 2-5 15,-4-3-4-15,-6 1-5 0,-11 1 13 0,-6 0-4 16,-3 1-5-16,-16 3-7 0,-1-2-3 16,-8 3-11-16,0-3-4 0,0 3 7 15,3 0 29-15,2 3 5 0,16-3 8 0,2 0-3 16,-1 0-3-16,3 0-11 0,-1 3-6 16,0-2-6-16,2 3-7 0,-4 0-7 0,3-3-6 15,-2 4-4-15,-1-1-2 0,-10 1-5 0,-1 0-2 16,5 0-6-16,-3 4-5 0,-2 1-1 15,-2-1-3-15,2 3-2 0,4-2-3 0,5 0-2 16,13 0 0-16,0 1-2 16,3-3-4-16,2 2 3 0,1 1-5 0,3-1 1 15,5 0 0-15,3-3 0 0,0 3 11 16,1 0-1-16,2-1-2 0,-7 5-1 16,-3 0 1-16,2 1-4 0,4 1 3 0,4-3-3 15,2-2-1-15,3 1 0 0,3-2-3 16,2 2 0-16,1 0 12 0,0 0 6 0,5 4 7 15,1-3 14-15,2 1 0 0,4 3 8 16,1 3 4-16,5 9-1 0,5-4 18 0,3 1-2 16,-2-1-8-16,5 0-3 0,4 4-5 15,0-4-5-15,8 4-5 0,-1 0-3 16,4 0-5-16,6-4-1 0,0-2-9 0,3 4-1 16,3-5-1-16,3-1-3 0,5-1 3 15,5-3-5-15,1 0-5 0,11-1-1 16,-1-3 0-16,9-2 3 0,-2-3-6 0,7-1-1 15,6-4 0-15,3-3-3 0,-4-1-1 16,24-5-1-16,-29 0-2 0,18-4 3 0,-20-3 2 16,15-2-6-16,-20 1-4 0,-9-3 9 15,-1-1-5-15,-6-1 1 0,-6-5-4 16,-4 1 5-16,-5-3-3 0,-7 2 1 0,0-2 0 16,-7-1-2-16,-7 5-1 0,-3-2 2 15,-3 0 0-15,-5-2 0 0,-7 3 1 0,-3-1-5 16,-6 3 0-16,-6-16-2 0,-8 3 1 15,-11-9 1-15,-9 2-1 0,-5 2-2 16,-10 5 1-16,-9-1-1 0,-16 2 1 16,5 7-18-16,-1 9-27 0,-9 4-35 0,-1 8-44 15,2 5-51-15,-4 5-71 0,7 8-72 16,0 4-76-16,4 1-90 0,-2 3-211 0,5-1 32 16,0 5 96-16,-20 2-343 0,0 4-393 15</inkml:trace>
  <inkml:trace contextRef="#ctx0" brushRef="#br0" timeOffset="59869.38">10950 14125 2252 0,'-6'4'-143'0,"6"-4"21"16,-12 3 34-16,12-3 15 0,-9 2 23 16,9-2 23-16,-5 3 26 0,5-3 17 0,0 0 25 15,-13 4 13-15,13-4 14 0,0 0 5 16,-7 3 7-16,7-3-3 0,0 0-4 0,0 0-4 15,0 0-4-15,-5 3-4 0,5-3-5 16,0 0-8-16,0 0-3 0,0 0-5 0,0 0-3 16,0 0-5-16,0 0 10 0,0 0 4 15,14 5-2-15,-14-5-1 0,29-8 2 16,1-4 0-16,5-3-7 0,5-6 2 16,4-4 0-16,-2 0-7 0,2 7-2 0,-14 0-2 15,1 5-6-15,-5-1 5 0,-2 3-4 16,-12 3-11-16,1 2 5 0,-1 0 0 15,-2 2 30-15,-3-1 5 0,1 3 3 0,-4 0 5 16,-4 2 1-16,9-8-11 0,-3 6-6 16,-6 2-6-16,8-4 0 0,-8 4-4 15,8-4-3-15,-8 4-5 0,0 0-9 0,12-2-9 16,-12 2-67-16,0 0-78 0,20 2-119 0,-20-2-174 16,16 2-141-16,-5-2 56 0,-11 0-131 15,0 0-142-15</inkml:trace>
  <inkml:trace contextRef="#ctx0" brushRef="#br0" timeOffset="60522.33">13563 14008 1945 0,'-8'8'56'0,"2"-2"9"0,-2 0-2 15,5 2 5-15,-3-2 10 0,2-3 27 0,4-3 36 16,-2 6 41-16,2-6 21 0,0 0 10 16,19 0-11-16,0-6-11 0,17-5-17 15,2-2-11-15,14-7-18 0,2 0-12 16,-2 1-14-16,0 0 4 0,-2 2-1 0,-14 3-17 15,0 2-6-15,-4 4-10 0,-9 1-6 16,-3 0-10-16,-5 4-2 0,-3-1 17 16,-3 1 2-16,-2 0 4 0,-7 3 1 0,20-4-10 15,-20 4 1-15,11-3-14 0,-11 3-6 16,7-4-8-16,-7 4-8 0,0 0-12 0,14-5-19 16,-14 5-68-16,7-3-83 15,-3-1-116-15,-4 4-128 0,18-8-185 0,-11 4-155 0,-2 1 82 16,-5 3-433-16,13-4-538 0</inkml:trace>
  <inkml:trace contextRef="#ctx0" brushRef="#br0" timeOffset="61503.33">18431 13955 2751 0,'-5'5'-24'0,"-3"3"14"16,3-1 16-16,-4-1 17 0,4 0 7 15,-1 2 12-15,1-2 26 0,-1 0 17 0,2-1 24 16,2-1 20-16,2-4 19 0,-2 10 11 16,2-10 6-16,5 8 2 0,6-4-2 0,2-2-10 15,2-2-12-15,7-6-14 0,17 2-13 16,3-5-9-16,10-5-6 0,-1-2-16 16,0 0-5-16,1-1-9 0,0 2-10 0,-15 3-2 15,1 0-3-15,-2 2-11 0,-3 1-1 16,-10 1-4-16,-4 4-5 0,-2-1-3 15,-5 4 28-15,-1-3 6 0,-4 1 2 16,3 1-3-16,-10 2-5 0,12-2-4 0,-12 2-7 16,11 0-6-16,-11 0-4 0,10-5 8 15,-10 5-16-15,7-1-8 0,-7 1-3 0,9-4-2 16,-9 4-56-16,0 0-70 0,12-3-105 16,-12 3-117-16,6-4-149 0,-6 4-233 15,0 0 35-15,9-5 87 0,-9 5-386 0,9-7-454 16</inkml:trace>
  <inkml:trace contextRef="#ctx0" brushRef="#br0" timeOffset="62186.39">21385 14030 2871 0,'-6'6'6'0,"2"3"6"0,1-3 4 16,3-2 4-16,0-4 29 0,0 0 57 15,3 9 60-15,-3-9 24 0,20-5 4 16,-4 5-12-16,8-9-5 0,10 2-15 16,2-3-14-16,14-5-17 0,-14 5 10 0,3 1-5 15,-2-3-8-15,-1 2-7 0,-1 3-6 16,-5-3-1-16,-5 2-4 0,-4 2-5 16,-2 1-9-16,-2 1 2 0,-6 0-3 0,3 0-7 15,-3 1-6-15,0 0-11 0,1-1-8 16,-2-3-7-16,-3 6-8 0,-7 1 1 0,14-7-14 15,-9 3-55-15,-5 4-84 0,12-3-118 16,-12 3-136-16,8-1-143 0,-8 1-219 0,0 0 36 16,0 0 82-16,0 0-408 0,0 0-486 15</inkml:trace>
  <inkml:trace contextRef="#ctx0" brushRef="#br0" timeOffset="64070.25">19851 14180 2779 0,'2'-7'-49'0,"-2"7"19"0,0 0 19 15,0-8 8-15,0 8 15 0,0 0 23 16,-2-9 26-16,2 9 20 0,-4-9 9 0,4 9 9 16,-3-6-1-16,3 6-4 0,-9-5-13 15,9 5 0-15,-11-7-8 0,2 5 6 16,9 2 5-16,-25-2-3 0,9 2-4 0,-4 2-8 16,-5 1-5-16,-2-1 4 0,-10 2 4 15,-1 1 0-15,-1-2-8 0,1 0 11 16,-2 1-2-16,1-3-8 0,0 1-2 15,1 0-6-15,-5 0 11 0,11-1-2 0,-10 1-8 0,5-2 2 16,1 0 4-16,-5 2 1 16,5-2-7-16,-8-2-1 0,4 0-6 0,-2 2-4 15,2-1-5-15,-2-1-1 0,8 2-8 16,3 0 1-16,1 0-7 0,-1 0 2 0,1 2-3 16,1-1-7-16,1 1 1 0,1 0 0 15,-2 1-2-15,3 2 0 0,1-1-2 0,0-1-4 16,2 1 2-16,5-1-3 15,-5 0-2-15,0 3 1 0,1-5-1 0,0 1-3 16,3 1 0-16,-2-3 0 0,-3 0-2 0,4 0 0 16,-1 2 3-16,-8 0-3 0,2 2 0 15,1-3-1-15,-10 4 1 0,5-2-3 16,4 3-1-16,1-3 4 0,-9 4-4 16,9 1 1-16,3-4-2 0,0-1 1 0,8 3 0 15,0-2-1-15,-1-2 3 0,5 0-2 16,2 2 3-16,-3 0-3 0,3-2 2 0,-3 2-8 15,2-1 7-15,-1 1-1 0,0 0 0 16,-3 4 0-16,-1-3 2 0,3 4-1 0,-4-2-4 16,0 5 3-16,0-4 0 15,-4 3 0-15,3 1-1 0,-9 3 1 0,-8 0 3 16,14-1-2-16,1-4-2 0,0 0-2 16,0 1 4-16,-1-3 1 0,7 1 0 0,-8-1 1 15,6-1-3-15,0 4 0 0,0-5-2 16,-3 3 2-16,6-1 1 0,-2 0-3 15,3 0 1-15,-2-1-2 0,4 2-2 0,2-2 1 16,1 1 3-16,-2 0 1 0,2 1 1 16,3 2 4-16,-1 1-1 0,2-2-1 0,0 2 2 15,2 1 4-15,0 1-5 0,2 3 0 16,4-1 3-16,-3 1-2 0,1 0 2 0,5 2-4 16,-4 1 2-16,2-1-1 0,1-1 3 15,-2 0 2-15,4 1 4 0,-5-6 0 0,4 5 3 16,3-3 3-16,-2 1 0 15,1-3 2-15,3 1 2 0,-2 0 5 0,2-3-4 0,1 2-1 16,1-1 1-16,0-2-1 16,2 1-1-16,0-1-2 0,4-2-1 0,-3 1-2 15,4 0 3-15,1-2-3 0,11 1-3 16,0-3-1-16,-1 3 4 0,0-2-2 16,4-1-1-16,0-2-2 0,0 2 0 0,2-3 1 15,0 2-2-15,2-4 0 0,-2 1-3 16,3 2 2-16,0-2-4 0,-1 0 0 0,-2 1 0 15,-2 2 2-15,6-2-4 16,-12-1-2-16,-4 2 6 0,9 0-5 0,-7 0 1 0,-1-1-2 16,-3-1 1-16,1 1 2 15,4-1-3-15,-3 1 3 0,1-2 20 0,11-2 13 16,0 1-4-16,4-1-10 0,0-3 2 16,1 1-1-16,3 0-1 0,13-4-3 0,-13 6 7 15,-2-4-11-15,-3 2 2 0,2 2 0 16,-4-1-6-16,-9 0 4 0,-7 2-4 0,2-1 1 15,2 0-4-15,-11 0 0 0,4 2-1 16,-1-2-1-16,-5 1 3 0,7 1-6 16,2-4-4-16,-3 3 4 0,2-1 11 0,2-2-12 15,1 3-1-15,11-3 0 16,3-1 3-16,-3 2-1 0,1-1-4 0,-3 2 3 0,0-2 2 16,-11 2-4-16,6 0 13 15,-4 0-10-15,-1 1 0 0,1-1-1 0,-2-2-5 16,0 1 5-16,2 0 11 0,-3-1-13 15,3 2-5-15,-2-4 19 0,9-1-10 0,-7 0-8 16,-2 2 1-16,-2 0-2 0,-3 1 4 16,-1-1-2-16,3 0 1 0,-4 0-1 0,3 1-4 15,-1 1 5-15,-2-4 2 0,4 0 2 16,-1 0-7-16,1-1 4 0,-3-2 1 0,14-1 2 16,-6-3-3-16,-1 1 0 0,-3 1-1 15,-2 4 3-15,-4-3-4 0,0 1 5 16,0-1 3-16,-4 0 0 0,1 2 17 0,-1 0 11 15,1-1 3-15,-5 2-2 16,2-3 6-16,1 2-7 0,-2-1-4 0,2 1-3 16,-3-2 7-16,0 0 18 0,-3 1 8 15,2-2 10-15,-1 2 3 0,-5-4 2 0,-2 0 3 16,-2-4-7-16,-3-4-8 0,-11-9-7 16,-9-6-5-16,-4-1-11 0,-7 4-2 0,-3 3-5 15,-7 4 3-15,-2 5-9 0,-1 4-4 16,0 5-7-16,12 3-14 0,2 0-22 0,7 6-58 15,8-1-70-15,-2 3-71 16,7 2-82-16,0-2-112 0,-5 4-133 0,4 0-213 16,-4 0-56-16,-3-2 87 0,-2 2-627 15,-1-1-808-15</inkml:trace>
  <inkml:trace contextRef="#ctx0" brushRef="#br0" timeOffset="64619.19">13130 14890 3379 0,'-16'3'-207'0,"4"-1"58"0,-1 0 28 0,2-2 21 0,2 2 15 15,9-2 23-15,-14 1 22 0,14-1 10 16,-11 1 9-16,11-1 1 0,0 0 3 16,-12 3 1-16,12-3 1 0,0 0 2 15,0 0 1-15,-7 3 3 0,7-3 2 0,0 0 2 16,0 0-1-16,0 0-30 0,30 6-67 16,-8-6-92-16,14-4-233 0,5-6-144 0,15 1-74 15</inkml:trace>
  <inkml:trace contextRef="#ctx0" brushRef="#br0" timeOffset="64853.43">15169 14611 1760 0,'-2'5'70'0,"0"3"-8"0,1-2-4 15,1 2-4-15,-3-3-7 0,3-5-2 0,-4 10 32 16,4-10 1-16,-2 6-6 0,2-6-8 16,-2 8-5-16,2-8-7 0,-1 7-5 0,1-7-3 15,-2 5-13-15,2-5-47 0,-4 7-83 16,4-7-96-16,-7 5-259 0,7-5-178 16,-11 3-128-16</inkml:trace>
  <inkml:trace contextRef="#ctx0" brushRef="#br0" timeOffset="65085.18">13053 14883 1792 0,'-25'4'-60'0,"7"2"9"0,4 0 1 16,3-4 2-16,4 4-20 0,0-2-14 15,7-4-2-15,-3 5-8 0,3-5-47 16,0 0-242-16,0 0 108 0</inkml:trace>
  <inkml:trace contextRef="#ctx0" brushRef="#br0" timeOffset="67768.32">18860 16467 1514 0,'-4'6'375'0,"4"-6"-40"0,0 0-26 15,0 6-16-15,0-6-5 0,0 0 3 0,21-14 18 16,-10-1 9-16,14-9-22 0,0 0-36 16,6-5-23-16,1-1-20 0,2-1-23 15,-9 8-14-15,2 0-30 0,2-1-29 16,-7 2-9-16,-1 4-31 0,-1 0-77 16,-8 7-84-16,2-1-93 0,-4 3-95 0,1 0-93 0,-5 2-135 15,2-1-189-15,-5 4 31 16,-3 4 91-16,0 0-323 0,0 0-368 0</inkml:trace>
  <inkml:trace contextRef="#ctx0" brushRef="#br0" timeOffset="67936.14">19091 16474 2813 0,'-8'10'235'0,"5"0"25"0,-2-2 29 16,3-2 23-16,2-6 56 0,-2 5 33 0,2-5 14 16,0 0-11-16,0 0-26 15,0 0-38-15,0 0-36 0,0 0-34 0,0 0-28 0,41-25-22 16,-15 4-29-16,1 1-74 15,1-3-105-15,-1 0-133 0,2-1-130 0,-4 0-117 16,0 0-128-16,0 0-183 0,-7 0-144 16,0 1 77-16,-11 2-644 0,-1 1-843 15</inkml:trace>
  <inkml:trace contextRef="#ctx0" brushRef="#br0" timeOffset="68169.2">19202 15950 4291 0,'0'0'255'0,"-16"0"27"0,16 0 28 16,0 0-19-16,0 0-16 16,0 0-24-16,0 0-11 0,0 0-19 0,0 0-13 0,43-4-17 15,-16 10-19-15,7 4-16 16,3 3-14-16,-1 5-13 0,4 4-17 0,-9-1-5 16,-7 4-9-16,-2 2-11 0,-7 4-6 15,-3 3-9-15,-7 3-9 0,-5 2-9 0,-2-2-20 16,-3 2-69-16,-7-1-112 0,-1-3-112 15,-3-4-128-15,1-4-165 0,-2-2-210 0,2-12-106 16,3-5 89-16,1-2-695 0,2-4-921 16</inkml:trace>
  <inkml:trace contextRef="#ctx0" brushRef="#br0" timeOffset="70416.63">21372 15801 3874 0,'0'0'-128'16,"0"0"22"-16,0 0 9 0,0 0 10 0,0 0 16 15,-18-11 19-15,18 11 30 16,0 0 32-16,0 0 10 0,0 0 6 0,0 0 9 15,7-10 16-15,-7 10 30 0,3-7 35 0,-3 7 30 16,6-7 33-16,-6 7 18 0,5-5 22 16,-5 5 19-16,4-7 11 0,-4 7 27 15,6-9-1-15,-6 9 6 0,4-10 2 16,-2 4-5-16,-2 6-5 0,2-11-8 0,-2 11-4 16,2-10-6-16,-2 10-14 0,-2-8-15 15,2 8-9-15,0 0-35 0,0 0-182 0,-2-13 0 16,2 13 0-16,0 0 0 0,0 0 0 15,0 0 0-15,0 0 0 0,0 0 0 0,-2 33 0 16,4-21 0-16,0 5 0 16,2 0 0-16,-2 1 0 0,1 3 0 0,1-2 0 15,-2 5 0-15,1 0 0 0,-1-2 0 16,0-1 0-16,1-2 0 0,-1-1 0 0,-2-4 0 16,0-1 0-16,2-1 0 0,-2-2 0 15,0-1 0-15,0-3 0 0,0 3 0 0,0-9 0 16,0 12 0-16,0-12 0 0,2 10 0 15,-2-10 0-15,1 7 0 0,-1-7 0 16,0 0 0-16,0 0 0 0,0 0 0 0,27-10 0 16,-16-2 0-16,7-2 0 0,-5 0 0 15,10-7 0-15,-5 4 0 0,4 3 0 0,-9 3 0 16,6-1 0-16,-3 2 0 0,-2 3 0 16,0 1 0-16,1 2 0 0,3 0 0 15,-6 2 0-15,2 1 0 0,-14 1 0 16,22 0 0-16,-8 3 0 0,-3-1 0 0,2 1 0 15,-4 0 0-15,0 3 0 0,-4 1 0 16,6-1 0-16,-4 2 0 0,0 0 0 0,-1 3 0 16,0-1 0-16,-2-1 0 0,0 3 0 15,-2 0 0-15,0-3 0 0,-1 3 0 0,-1-3 0 16,-1 2 0-16,-1-2 0 16,0 0 0-16,2-9 0 0,-2 14 0 0,2-14 0 0,2 8 0 15,-4-4 0-15,2-4 0 16,0 0 0-16,0 0 0 0,0 0 0 0,0 0-236 0,0 0-818 15,-18-14 104-15,15 6-1074 0,-3-3-1439 16</inkml:trace>
  <inkml:trace contextRef="#ctx0" brushRef="#br0" timeOffset="70885.7">21293 15912 5987 0,'0'0'82'0,"-15"-1"44"0,15 1 53 0,-7-6-1 16,7 6 12-16,6-11 22 0,-1 1 9 0,11-2-13 16,8-3-20-16,6-1-19 0,1 3-17 15,1 3-15-15,3-1-15 0,-4 6-82 0,-4 5-40 16,-2 0 0-16,0 5 0 0,8 7 0 15,-8 5 0-15,-2 0 0 0,-7 11 0 16,-4 4 0-16,-2 3 0 0,-9 4 0 0,-2 1 0 16,-9 3 0-16,-2 6 0 0,-1-2 0 15,2-9 0-15,-1-5 0 0,3 0 0 16,4-8 0-16,-4-8 0 0,6 0 0 16,1-7 0-16,0 2 0 0,2-2 0 0,0-1 0 15,5-2 0-15,2-2 0 0,2 0 0 16,2-4 0-16,5-1 0 0,2-1 0 0,5-4 0 15,2 0 0-15,10-6 0 0,1 3 0 16,-2-3 0-16,-2 0 0 0,-5 4 0 0,-6 0 0 16,0 0 0-16,0 0 0 0,-6 2 0 15,0 0 0-15,-3 2 0 0,1-3 0 0,-3 0 0 16,1 4 0-16,-5-2 0 0,0-1 0 16,-3-1 0-16,-3 6 0 0,5-6-39 15,-5 6-1045-15,0 0 116 0,0 0-1106 16,0 0-1488-16</inkml:trace>
  <inkml:trace contextRef="#ctx0" brushRef="#br0" timeOffset="71135.34">22272 16246 6244 0,'0'0'222'0,"0"0"6"0,0 0 16 0,0 0-4 0,0 0 13 0,0 0 20 0,0 0 17 16,0 0-93-16,0 0-197 15,0 24 0-15,9-7 0 0,-2 3 0 0,3 0 0 0,-4 4 0 16,-1 8 0-16,-3-3 0 16,-4-3 0-16,-1 9 0 0,-5-2 0 0,-4-2 0 15,-1-2 0-15,3-6 0 0,3-5 0 16,-4-3 0-16,1-5 0 0,0-1 0 0,5-7 0 16,-3-2-256-16,8 0-496 0,-21-16-184 15,6-8 54-15,2-7 94 0,0-4-769 0,2-2-999 16</inkml:trace>
  <inkml:trace contextRef="#ctx0" brushRef="#br0" timeOffset="71533.96">22553 15673 4842 0,'-9'-10'250'16,"3"-1"-18"-16,4-1-10 0,2 1-22 0,4 1-5 15,6-2-33-15,1 1-9 0,3 3-22 16,0 2-10-16,4 1-16 0,-1 4-3 0,0 4-18 16,4 4-11-16,5 6-2 0,-3 8-2 15,0 5-18-15,-6 1 3 0,-3 0-5 0,-7 8-2 16,-1 0 20-16,-8 4 20 0,0 2 35 16,-2-3 25-16,-1 1 20 0,-1-3 9 0,3 1 2 15,-4-3-144-15,7-7-34 16,-2-5 0-16,2-3 0 0,2 0 0 0,0-4 0 0,3 1 0 15,-2-2 0-15,5-3 0 16,-3 3 0-16,3-3 0 0,2 0 0 0,-3 1 0 16,2-2 0-16,2-1 0 0,-2 1 0 15,-2 2 0-15,1-4 0 0,-4 1 0 0,2-1 0 16,-2-1 0-16,-3 2 0 0,-1-1 0 16,0 1 0-16,0-9 0 0,-3 13 0 0,-3-6 0 15,0-4 0-15,-2-1 0 16,8-2 0-16,0 0 0 0,-27-17 0 0,16 1 0 15,6-2-784-15,-2-5-210 0,-2-11-1187 16,9-3-1587-16</inkml:trace>
  <inkml:trace contextRef="#ctx0" brushRef="#br0" timeOffset="71801.14">22869 15386 5971 0,'-2'-17'169'0,"2"2"27"0,2 3 7 16,7 0 10-16,0 1 7 0,6-1-11 15,11-1-15-15,9 3-18 0,-7 8-18 0,15 3-14 16,-2 10-13-16,9 10-5 0,-3 12-45 16,-2 10-81-16,-7 7 0 0,1 20 0 15,-2 2 0-15,-3 3 0 0,-11-11 0 16,0 19 0-16,-6-14 0 0,-6-1 0 0,-1 2 0 16,-8-4 0-16,-6 1 0 0,-6-1 0 15,-4-3 0-15,-8-3 0 0,-4-2 0 16,-5-3 0-16,-1-7 0 0,-4-2 0 0,-10-6 0 15,4-8 0-15,1-6 0 0,-8-6 0 16,15-11-1026-16,-6-5 43 0,-4-10 118 0,-9-4-943 16,-7-5-1237-16</inkml:trace>
  <inkml:trace contextRef="#ctx0" brushRef="#br0" timeOffset="72083.3">20865 15734 5314 0,'0'0'14'0,"0"0"26"0,-10 19 35 16,14-2 19-16,3 3 22 0,5 13 21 15,12 9 21-15,-2-1 13 0,4 3 3 0,5 1-14 16,3 1-14-16,2-5-15 15,5 1-7-15,-3-1-19 0,1-4-10 0,2-2-16 0,-5-3-86 16,-4 2-104-16,-8-7-127 16,-6 1-142-16,-8 2-185 0,-4-4-242 0,-6 0 37 15,-12 7 86-15,-10 7-531 0,-9 1-677 16</inkml:trace>
  <inkml:trace contextRef="#ctx0" brushRef="#br0" timeOffset="72550.36">19832 17503 3787 0,'-10'21'216'0,"3"-4"4"0,0-2 4 16,-2-1 21-16,4-6 31 0,1 1 31 0,0-2-2 16,3-2-25-16,1-5-22 0,-9 5-32 15,9-5-23-15,0 0-20 0,-2-22-21 16,1 3-20-16,-1-18-20 0,-2-6-26 0,-1-16-26 15,-7-6-51-15,0-7-19 0,-2-24-4 16,-2-1 6-16,-3-2 2 0,6 3-7 0,3 21 5 16,5 12 3-16,1 17 5 0,1 8-4 15,1 12-2-15,7 9 6 0,3 7 4 0,-1 10 19 16,-7 0 23-16,43 22 11 0,-2 2-9 16,4 5 15-16,7 3-2 0,3 2-9 15,14 12-3-15,-1-8-6 0,-5-8-4 0,-2-2-8 16,3-6 0-16,-10-2-8 15,0-4-1-15,-15-4-2 0,-6-2 0 0,-8-2-18 16,-10-2-12-16,-2 0 0 0,-2 0 0 16,-8-3 0-16,-3-3 0 0,0 0 0 0,-21 12 0 15,-2-4 0-15,-13 0 0 0,-6 0 0 16,-9 2 0-16,1 5 0 0,8-5 0 0,2-1 0 16,3 3 0-16,12-8 0 0,1 2 0 15,9-1 0-15,4-5 0 0,1 2 0 0,0-2 0 16,10 0 0-16,0 0 0 0,-13-2-171 15,13 2-562-15,0-9-221 0,2 1 48 16,-2 8 103-16,8-19-770 0,-7 9-1014 16</inkml:trace>
  <inkml:trace contextRef="#ctx0" brushRef="#br0" timeOffset="77183.14">8070 10580 3930 0,'4'-6'-228'0,"-4"6"40"0,0 0 30 16,0-9 23-16,0 9 29 0,4-5 30 0,-4 5 28 16,1-7 22-16,-1 7 15 0,2-6 17 15,-2 6 9-15,0 0 16 0,2-5 7 16,-2 5 14-16,0 0 6 0,0 0-2 16,0 0-4-16,0 0 3 0,0 0-11 0,0 0 1 15,0 0-7-15,0 0 0 0,0 0 3 16,-30 9 10-16,19-2 4 0,-7 7-11 0,0 4 18 15,-6 3-1-15,1 0-1 0,0 2-14 16,5-3 3-16,-3 3 12 0,6-6-9 0,1-2 1 16,3 1-10-16,2-4 0 0,-2-1-5 15,6-2 3-15,-1 0-8 0,1 0-1 16,0-5 0-16,1 1 8 0,4-5 2 0,-7 9 2 16,7-9-5-16,0 0-3 0,0 0-4 15,0 0-4-15,0 0-1 0,0 0-6 16,-7-24 5-16,7 12-7 0,2-5-2 15,-1-5 3-15,3-4-5 0,2-10-4 0,-3 2 1 16,4 0 1-16,-2 1-9 0,3 0 5 16,-3 9 1-16,1 3-1 0,0 3-10 0,-2 2 6 15,2 1-5-15,-5 5 0 0,5-1 3 16,-2 4-2-16,-4 7 3 0,8-1-4 0,-8 1 4 16,15 13-3-16,-6 3 2 0,8 6-3 15,3 4 6-15,-2 3-3 0,9 5 8 16,2 3-6-16,-1-2 2 0,3 0 2 0,-1-3 1 15,1-1-6-15,-6-7 1 0,-2-3 2 16,-3 1-3-16,-2-9 2 0,-5-1-3 16,-1-3 6-16,-5-1 8 0,2-2 27 15,-3-2 24-15,2-2-3 0,-8-2-10 0,0 0-2 16,0 0-5-16,13-12-7 0,-13 2-3 16,-2 0-6-16,0-2 1 0,-5-2-5 0,-1-6-3 15,-1 1-4-15,-3 2-3 0,0 1 0 16,0-1-2-16,0 7-1 0,-1-2-3 0,0 4-4 15,-3 2 0-15,1 3-1 0,-1 1 0 16,-2 4 0-16,-5 1-2 0,-2 3-1 0,-6 4-2 16,-3 2 3-16,7 0-2 0,-5 1-1 15,11-4 2-15,2 0-6 0,-2-1 2 16,7-1 3-16,1 0 2 0,4-4 0 16,-3 1 42-16,12-4 1 0,-11 1 2 15,11-1-8-15,0 0-6 0,0 0-7 0,0 0 3 16,9-20-3-16,3 11-4 0,3 2 0 15,4-1-3-15,5 1-5 0,6-1-1 0,6-1-1 16,0 4 0-16,-2 1-2 0,-3-1-4 16,-6 4 2-16,-7-1 0 0,3 0-2 0,-5 1 1 15,-3 1-4-15,1-2-4 0,-14 2 8 16,18-2-6-16,-7 2 1 0,-11 0-2 0,14-2 1 16,-14 2-4-16,0 0 6 0,13-1-7 15,-13 1 0-15,0 0 1 0,0 0-3 16,0 0 0-16,5-9-3 0,-5 9-1 15,0 0-13-15,-7-12-16 0,7 7-16 16,0-5-5-16,-1-2 1 0,1 0 7 0,1-3 3 16,-1-2 3-16,2-1 6 0,0-1 1 15,1 3 6-15,-1-1 3 0,-2 3 4 0,0 5 0 16,0 0-1-16,0 0 5 0,0 9-1 16,-5-4 5-16,5 4 4 0,-15 14-6 0,-4 10 14 15,0 6 13-15,-4 7 9 0,0 2 1 16,3 5-2-16,1 0 7 0,-1 1 10 0,5 0-5 15,3-8 0-15,1-1-3 16,0 1-2-16,1-2-4 0,-1-4-2 0,5-7 1 16,-1-3-2-16,1-6-3 0,2-1 1 15,-2-2 12-15,4-2 13 0,-1-2 11 16,-1-2-1-16,4-6-8 0,0 0-3 0,0 0 11 16,0 0-5-16,-17-17-6 0,9-1 1 15,3-4-6-15,-6-9-9 0,2-1-4 0,0-1 1 16,2 1-3-16,-4 3-1 0,4 4 0 15,1 7-6-15,-1 4-2 0,2 0 0 0,2 4 0 16,-3 1-1-16,4 5-8 0,2 4 5 16,0 0-1-16,0 0 0 0,0 0-5 0,0 0 7 15,0 0-3-15,0 0 2 0,0 0 1 16,13 26 1-16,1-21 7 0,1 1-2 16,2-3-4-16,3 0 7 0,2-1-9 15,-1-2 5-15,4-2-3 0,0-3-1 0,-3-3 1 16,1 0-7-16,-5-3 4 0,0 0-1 15,-4-5 3-15,-4 0-5 0,-3 3 1 16,-1 1 4-16,-4 1-8 0,-2 4 1 0,-2-3-5 16,0 5 3-16,2 5-1 0,-11-5 3 15,11 5-4-15,-17 2-4 0,17-2 5 0,-16 5 0 16,9-2-2-16,1 1 6 0,2 2-1 16,4-6-4-16,-8 7 1 0,8-7 2 0,-2 5-4 15,2-5 1-15,0 0 2 0,10 6 5 16,-10-6-6-16,0 0 2 0,21-4 2 15,-12-1 2-15,1 2-6 0,-2-3 4 16,-3 1-1-16,1 2-2 0,-6 3-6 0,6-7 4 16,-6 7-2-16,0 0-4 0,0 0 3 15,-28 9 2-15,6-1-1 0,-4 8 0 0,-1 1 3 16,0 0 2-16,3 1-4 0,3 0 0 16,5-5 1-16,5 1-1 0,4-3 3 15,-4-2-4-15,8 0 1 0,-1 0 4 0,4-3-2 16,0-6 5-16,4 11-4 0,-4-11 0 15,15 6-3-15,-5-6 5 0,-10 0-5 16,25-4 2-16,-14 1 1 0,-1-3 0 16,-1 0 2-16,-2-1-7 0,-1 0-3 0,-2-1-2 15,-1 3-1-15,-3 5-1 0,-9-12 1 16,2 7 2-16,-1 2 0 0,-4-1 0 0,12 4 1 16,-24-1 3-16,14 1 2 0,10 0-3 15,-18 0 0-15,18 0-4 0,-18 1 1 0,13 1-17 16,5-2-21-16,0 0-40 0,-10 2-40 15,10-2-59-15,0 0-69 0,0 0-78 0,0 0-66 16,0 0-75-16,0 0-150 0,0 0-28 16,0 0 60-16,29-9-359 0,-23 6-429 15</inkml:trace>
  <inkml:trace contextRef="#ctx0" brushRef="#br0" timeOffset="77615.84">8140 10522 2533 0,'-9'-20'-75'0,"0"1"16"0,-1 4 30 15,1-1 19-15,-5 4 4 0,-1 0 10 0,-1 5-4 16,0 4 0-16,-8 3 17 15,-12 9 11-15,-10 10 11 0,1 8 13 0,-5 7 7 16,3 6 7-16,-8 10 8 0,-1 8 1 16,18-10 7-16,4-2-7 0,5 2-7 0,12-2 8 15,4 3-2-15,11-11-4 0,9-1-6 16,8-3-6-16,16 0-4 0,11-2-3 0,7-6-1 16,10-5-6-16,13-5-2 0,3-4-7 15,4-7 2-15,-2-4-13 0,-2-7 3 16,-5-4-4-16,-10-4 3 0,-9-7 0 0,-9 0 4 15,-14-3-9-15,-8-3-6 16,-11-2 1-16,-7 1-5 0,-9-10-6 0,-17-10 3 0,-8 1-4 16,-8-3-1-16,-15-10 1 15,-2 9-9-15,9 13-6 0,-1 7-28 0,-3 6-36 16,0 9-40-16,0 5-60 0,5 9-85 16,6 2-170-16,0 5-96 0,7 3 53 0,-2 2-133 15,5 4-106-15</inkml:trace>
  <inkml:trace contextRef="#ctx0" brushRef="#br0" timeOffset="84532.55">8280 6067 1408 0,'0'0'234'0,"0"0"-50"16,0 0-22-16,0 0-5 0,0 0-14 0,0 0-1 15,0 0-6-15,0 0 0 0,0 0 12 16,0 0-3-16,0 0-4 0,0 0-3 0,0 0-3 16,0 0-10-16,0 0-12 15,0 0-8-15,-7 6 21 0,7-6 3 0,0 0 2 0,3 12-1 16,-3-12-1-16,2 14-10 0,0-7-9 16,0 1-3-16,0 3-1 0,-1-3-7 0,3 1 1 15,2-2-1-15,-1 1 0 16,4 1 10-16,-4-6 7 0,4 0-1 0,3-1-6 15,3-2-8-15,5-3-9 0,2-6-8 16,13-1-4-16,1-2 10 0,7-7-14 16,5 4-2-16,1-6-13 0,-3 3 1 0,-6 5-9 15,-4 1-10-15,1 2 0 0,-3-1-2 16,-3 3-8-16,-6 2-7 0,-7 2-3 0,0 0-1 16,-2 0 0-16,-2 4-1 0,-3-3-4 15,3 2-3-15,-3-2 2 0,0 1-2 0,1 0-4 16,-12 2 30-16,17-4 13 15,-7 2 19-15,-10 2 10 0,17 0 8 0,-17 0 8 16,12-3 5-16,-12 3 1 0,9-1 1 16,-9 1-1-16,0 0-7 0,0 0-5 0,13-4-8 15,-13 4-5-15,0 0-7 0,0 0-6 16,0 0-19-16,0 0-47 0,0 0 0 0,0 0 0 16,0 0 0-16,0 0 0 0,0 0 0 15,0 0-158-15,0 0-129 0,0 0-139 0,0 0-146 16,0 0-225-16,0 0-56 15,0 0 99-15,-34-2-723 0,34 2-926 0</inkml:trace>
  <inkml:trace contextRef="#ctx0" brushRef="#br0" timeOffset="85130.48">10543 5949 4271 0,'-9'9'-43'0,"4"-1"36"0,-3 1 26 16,6-2 34-16,2 2 42 0,0-9 46 0,10 16 33 16,-3-12 26-16,11 4 14 0,0-3 15 15,12-5-19-15,15 0-17 0,18-7-22 0,3-7-14 16,6-1-12-16,-1-5-16 0,0 3-14 15,-9-2-11-15,-1 3-14 0,-13 0-10 0,-10 5-11 16,-11 5-3-16,-7-1-9 0,-4 3-5 16,-5 1-5-16,-1 3-1 0,-10 0-11 15,10 3-2-15,-10-3 3 0,1 9-6 16,-1-9-10-16,-1 7-24 0,1-7-79 16,0 0-100-16,-4 10-149 0,4-10-182 0,-4 5-272 15,4-5-3-15,0 0 91 0,0 0-609 16,0 0-764-16</inkml:trace>
  <inkml:trace contextRef="#ctx0" brushRef="#br0" timeOffset="86079.63">8345 7991 3647 0,'0'0'-21'15,"-6"-5"15"-15,6 5 32 0,-4-6 38 16,4 6 27-16,-6-6 23 0,6 6 15 0,-6-4 11 15,6 4 2-15,-5-4-7 0,5 4-8 16,0 0 0-16,0 0-4 0,0 0-1 0,0 0-5 16,0 0 2-16,0 0-11 0,0 0 0 15,0 0-2-15,0 0-4 0,0 0-4 0,0 0-1 16,0 0 5-16,0 0 0 16,0 0 0-16,23 16-6 0,-16-12 1 0,1 1 12 15,2 1 9-15,3 0-5 0,4 0 7 16,5 0-12-16,5-6-6 0,16 0-6 0,4-6-23 15,14-4-5-15,2-6-12 0,1-3-7 16,2 0 0-16,-1-8-10 0,-3 1-7 16,-1-1 12-16,-5-2-16 0,-3 5-1 0,-5-2 1 15,-7 4-4-15,-9 4-5 0,-7 4 0 16,-1 2-1-16,-12 5 21 0,2 0 0 0,-4 1-2 16,-3 1 0-16,-1 3-8 0,0-2-1 15,1 1-4-15,-7 3 1 0,10-3-9 0,-10 3 2 16,5-5-7-16,-5 5-9 15,0 0 6-15,14-1-1 0,-14 1 3 0,0 0-28 16,0 0-69-16,0 0-73 0,0 0-84 0,0 0-121 16,0 0-149-16,0 0-227 0,0 0-94 15,6 8 98-15,-6-8-719 0,0 0-906 16</inkml:trace>
  <inkml:trace contextRef="#ctx0" brushRef="#br0" timeOffset="86630.81">11424 7856 4333 0,'-24'14'62'0,"4"-1"23"0,5 0 8 0,4-5 17 16,1 3 28-16,7-5 47 0,3 1 49 0,0-7 49 16,13 7 27-16,6-7-10 0,21-7-24 15,15-6-27-15,10-8-24 0,19-6-24 0,-1-7-21 16,-17 9-17-16,-4-2-16 0,-4-2-15 15,-7 6-16-15,-7 3-11 0,-12 4-8 16,-3 4-13-16,-9 2-7 0,-4 1-71 16,-5 4-6-16,-1 0 0 0,-2 2 0 0,-5-1 0 15,3 2 0-15,-6 2 0 0,5-6 0 16,-5 6-105-16,0 0-242 0,0 0-161 16,0 0-195-16,0 0-185 0,0 0 81 0,0 0 91 15,0 0-684-15,0 0-853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9-20T03:44:27.79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21210 1088 667 0,'0'0'320'15,"4"-24"-60"-15,-4 24-41 0,0 0-9 16,-2-8 3-16,2 8-1 0,0 0-7 0,-6-12 10 15,5 7 24-15,1 5 13 16,-3-7 2-16,3 7-8 0,0 0-22 0,-6-7-24 16,6 7-23-16,0 0 13 0,0 0 13 15,-15 24 0-15,3 5-21 0,-2 8-14 16,-6 7-11-16,6 3-18 0,-6 3-7 0,2-1-17 16,0-3-7-16,2-2 8 0,5-9-6 15,4-6-7-15,0-7-13 0,2-3 11 0,1-5 13 16,0-5 28-16,3-1 11 0,1-4 26 15,0-4 4-15,0 0-20 0,0 0-17 16,0 0-16-16,14-33-13 0,-3 6-11 0,1-12-16 16,8-4-9-16,-1-3-7 0,0 0-10 15,2 1-9-15,-2 7-6 0,0 6-7 0,-5 6-7 16,-3 8-3-16,-4 4-26 0,3 3-6 16,0 7 0-16,-3 2 0 15,-7 2 0-15,21 2 0 0,-4 2 0 0,0 7 0 16,-2 1 0-16,5-1 0 0,-5 3 0 15,0 1 0-15,-1-1 0 0,-1 1 0 0,-6-5 0 16,4 0 0-16,-4 0 0 0,-3-1 0 16,-3-2 0-16,1 2 0 0,-4-1 0 15,1-1 0-15,-10 3 0 0,-2-3 0 0,-1 2 0 16,-8-1 0-16,-1 1 0 0,0-6 0 16,1 2 0-16,-1-1 0 0,2-1 0 0,2-3 0 15,4 2 0-15,0 0 0 16,-1-4 0-16,16 2 0 0,-21 2 0 0,21-2 0 15,-17-2 0-15,17 2 0 0,-14-4-422 16,12 1-229-16,2 3-231 0,0-10-26 16,11 3 107-16,2-5-739 0,13-6-983 0</inkml:trace>
  <inkml:trace contextRef="#ctx0" brushRef="#br0" timeOffset="298.76">22395 797 4566 0,'-13'-2'164'0,"13"2"-4"0,0 0-14 0,0 0-13 16,0 0-2-16,-15 26 64 0,13-1 66 16,-2 0-24-16,2 14-21 0,1 6 7 0,1 13-16 15,1 0-20-15,1 1-14 0,0-3-11 16,5-3-3-16,1 1-12 0,-1-5-13 15,3-9-15-15,1-3-8 0,2-2-16 0,-2-4-6 16,1-4-14-16,2-6-8 0,-3-7-33 16,-3-3-34-16,0-5 0 0,1 0-41 0,1-6-162 15,-10 0-104-15,26-10-120 16,-6-2-135-16,3-10-209 0,-3-6-87 0,7-7 87 16,-4-7-675-16,-2-3-895 0</inkml:trace>
  <inkml:trace contextRef="#ctx0" brushRef="#br0" timeOffset="484.29">22388 945 4375 0,'-27'-7'183'0,"8"0"40"16,1 2 44-16,5 0 58 0,4 1 22 0,-1-1-12 0,4-1-22 16,6 6-31-16,-5-10-28 0,9 2-37 15,9-5-69-15,18-7-101 16,20-4-153-16,10-5-208 0,30 3-203 0,201-78-415 15,-193 78 109-15,-2 3 98 16,5 3-601-16,7 17-783 0</inkml:trace>
  <inkml:trace contextRef="#ctx0" brushRef="#br0" timeOffset="882.81">26018 567 3461 0,'5'-10'49'0,"1"1"91"0,0 2 54 16,0 2 12-16,-2-1-5 0,-4 6-19 15,9-6-19-15,-9 6-15 0,0 0-7 0,0 0 1 16,23 16 7-16,-7 9-9 0,6 10-9 15,6 5 21-15,3 4-7 0,1 6-12 16,-3-3 14-16,-2 6-8 0,-1-6 21 0,-1 3-3 16,-6 0-5-16,-3 1-5 0,-2-3-10 15,-3-11 3-15,-6 1 8 0,-1 1-1 0,-6-10 6 16,0-2 0-16,-5 7-3 16,-9-1-9-16,-2-3 10 0,-6-1-59 15,-8 0-92-15,-7-4 0 0,-2-1 0 0,-11-1 0 16,-1-6 0-16,-8-1 0 0,0-3 0 15,2-1 0-15,15-6 0 0,1-4 0 0,5-4 0 16,4-1-304-16,10-2-335 0,-4-10-269 16,3-5-10-16,9 3 112 0,5 1-764 0,0-1-1012 15</inkml:trace>
  <inkml:trace contextRef="#ctx0" brushRef="#br0" timeOffset="1465.82">22977 510 4636 0,'-4'-4'85'0,"-2"-3"41"0,6 7 27 0,-4-7 16 16,4 7-6-16,0 0-20 0,-4-7-11 15,4 7-17-15,0 0 15 0,0 0 24 0,-4 21-2 16,2-3-10-16,2 3-8 0,0 5 3 16,-3-1-3-16,3 2-16 0,-4 8-9 0,0 1-16 15,2-7-5-15,2-5-6 0,0 0-13 16,-1-2-7-16,2-3-9 0,-1-1-10 16,2-2-69-16,0-3-86 0,2-5-95 0,-2 0-104 15,1-3-97-15,5-4-110 16,-8-1-198-16,23-6-70 0,-7-4 78 0,-2-4-527 15,11-7-696-15</inkml:trace>
  <inkml:trace contextRef="#ctx0" brushRef="#br0" timeOffset="2167.04">24106 418 3673 0,'0'0'115'0,"-11"-5"-13"0,11 5-9 16,0 0-15-16,0 0 7 0,0 0 23 16,-17 19 17-16,13-6 9 0,-2 8-4 0,5 3 1 15,-1 2-9-15,0 1-10 0,4-1-12 16,1 11-10-16,-1-8-7 0,6 3-11 15,-3-1-4-15,2-7-5 0,-4-4-10 0,1-4-6 16,0-3-4-16,-2-1-4 0,0-2-3 16,-2-1 1-16,0-2-1 0,0-7-5 0,0 12 0 15,0-12-1-15,-10 5-4 0,10-5-3 16,-23-4-2-16,7-1-1 0,-6-1-3 16,-6-6 0-16,-5-2 1 0,1 2 14 15,3 0 24-15,4 3 24 0,6 2 9 16,2 1 16-16,2 1 3 0,4 3 8 0,-1-3-7 15,4 3-9-15,8 2-8 0,-9-5-10 16,9 5-11-16,-6-5-2 0,6 5 2 16,0 0-12-16,23-12 1 0,12 0-5 0,14-3 11 15,8-5-9-15,0 5-3 0,2-3-9 16,-1 1-4-16,-17 7-4 0,-3 0-6 0,-9 4-5 16,-8-1 0-16,-3 3-5 15,-6 2 1-15,-2 0-5 0,-10 2-1 0,15 0 0 16,-15 0-4-16,11 2 0 0,-11-2 5 0,6 14-4 15,-3-3-1-15,1-1 0 16,-3 1-6-16,1 3 7 0,2 0 4 0,1 0 5 16,3 0 8-16,4-2-5 0,3 3 8 15,0-5 1-15,4 0-3 0,4-1-2 0,2-6-2 16,0 1-19-16,-7-2-8 0,3-4 0 16,-3 2 0-16,-3-2 0 0,-1 0 0 15,-1-4 0-15,-6-1 0 0,-1-3 0 0,-4-1 0 16,-2-2 0-16,-2-4 0 0,-6-3 0 15,-1 2 0-15,-2-2 0 0,-1 4 0 0,-1 3 0 16,-1 3 0-16,1 2 0 16,1 4-103-16,1 2-240 0,-2 4-106 0,-1 3-109 15,3 4-216-15,4-2-107 0,-2-1 83 16,8 2-659-16,1-8-907 0</inkml:trace>
  <inkml:trace contextRef="#ctx0" brushRef="#br0" timeOffset="2567.82">25035 389 4291 0,'2'-8'185'0,"0"4"39"0,-2 4 8 0,1-7 5 15,-1 7-7-15,0 0-20 0,0 0-16 0,0 0-33 16,0 0-9-16,0 0 13 16,8 19-16-16,-8-5-17 0,2 6-10 0,-1 2-12 0,1 4-14 15,2 9 7-15,1-1-17 16,0-1-44-16,3-8-71 0,-3-4-52 0,2-2-37 15,2-5-28-15,-4-1-28 0,3-2 1 16,1-3 3-16,-1-3 9 0,3-3 8 16,-11-2 21-16,22-6 11 0,-11 2 20 0,1-5 25 15,1-1 53-15,1-3 57 0,-2 2 43 16,0-1 43-16,-2 1 34 0,-5 2 28 0,3 3 9 16,-5 0-3-16,-3 6-12 0,6-6-16 15,-6 6-18-15,0 0-10 16,4-6-16-16,-4 6-11 0,0 0-9 0,0 0-8 0,0 0-12 15,0 0-4-15,15 14 4 16,-7-10-6-16,-8-4 0 0,14 6-3 0,-14-6-5 16,9 3-4-16,-9-3-6 0,9 2-5 15,-9-2-7-15,0 0-10 0,0 0-25 16,0 0-48-16,0 0-95 0,0 0-119 0,-25-25-139 16,3 8-142-16,-7-1-231 0,2-3-125 15,1 5 85-15,-5-3-655 0,4 4-913 0</inkml:trace>
  <inkml:trace contextRef="#ctx0" brushRef="#br0" timeOffset="4182.67">26595 2179 3688 0,'0'0'-97'0,"-11"5"77"0,11-5 65 0,0 0 48 0,0 0 51 16,0 0 42-16,0 0 25 0,0 0 11 15,0 0 11-15,-16-10-2 16,16 10-11-16,0 0-12 0,18-17-28 0,-11 10-18 15,6 2-18-15,3-2-13 0,0 0-13 16,0 2-6-16,4 2-17 0,0 1-8 0,-1 4-9 16,1-2-2-16,-4 5-12 0,8 0-5 15,-5 3 9-15,-2 1-9 0,-2 5-12 0,-4 1 2 16,-5-1 10-16,-1 3 8 0,-5 3 8 16,-3 3 7-16,-5 8 3 0,-4 2 5 15,-2-4 13-15,-1 0 6 0,1-3 12 16,3-6 5-16,4-6 2 0,0-1 7 15,3-4-17-15,2 0-118 0,1-3 0 0,1-6 0 16,3 12 0-16,6-5 0 0,2 3 0 16,3-6 0-16,8 6 0 0,5 2 0 0,-1 2 0 15,-3-4 0-15,1 4 0 0,1 1 0 16,-3-1 0-16,-8-1 0 0,0-1 0 0,-4 0 0 16,-3 3 0-16,-1-1 0 0,-2-2 0 15,-4 1 0-15,-4 1 0 0,-2-1 0 16,-5 5 0-16,-10 0 0 0,-3 1 0 0,-5 0 0 15,0-4 0-15,-1-3 0 16,-2-1 0-16,5-5 0 0,4 0 0 0,1-4 0 0,4-2 0 16,-2-2 0-16,6-4 0 15,0 0 0-15,1-5 0 0,1 3 0 0,3-4 0 16,1 0 0-16,3-3 0 0,2 4 0 16,3-3-422-16,5-1-617 0,2-1 107 0,2 0-1040 15,11-6-1390-15</inkml:trace>
  <inkml:trace contextRef="#ctx0" brushRef="#br0" timeOffset="4851.64">28598 2019 5911 0,'-15'-14'146'0,"5"5"5"0,3 1 0 0,-1 4 15 0,5-2-1 0,3 6-4 16,0 0 61-16,0 0 28 0,-18 27-19 16,13-3-20-16,3 10-16 0,-2 9-20 0,6 3-119 15,2-2-56-15,1 9 0 0,2-2 0 16,4-3 0-16,-4-7 0 0,-1-2 0 16,-5-5 0-16,5 0 0 0,-4-8 0 0,0-4 0 15,-4-5 0-15,2-2 0 0,-2-3 0 0,-2 0 0 16,2-7 0-16,1 1 0 15,1-6 0-15,-11 0 0 0,11 0 0 0,-25-17 0 16,5-4 0-16,2-3 0 0,-4 1 0 16,-1-2 0-16,3 1 0 0,1 4 0 0,3 4 0 15,5 5 0-15,0 0 0 0,2 4 0 16,2 1 0-16,3 1 0 0,-1 1 0 16,5 4 0-16,-6-8 0 0,6 8 0 0,0 0 0 15,0 0 0-15,0 0 0 0,22-6 0 16,2 0 0-16,12 0 0 0,8-2 0 0,7-4 0 15,4-1 0-15,2 4 0 0,-12-3 0 16,-5 6 0-16,-6 0 0 0,-6 2 0 0,-6 1 0 16,-6 1 0-16,0 2 0 15,-5 2 0-15,-2 1 0 0,1 3 0 0,-2 1 0 16,1 6 0-16,-2-4 0 0,0 6 0 16,-2 2 0-16,6 0 0 0,0 0 0 0,0 0 0 15,5-1 0-15,2 2 0 0,1-4 0 16,2-4 0-16,0-3 0 0,2-2 0 0,2-3 0 15,-3-2 0-15,3-3 0 0,0-4 0 16,-2 0 0-16,4-7 0 0,-7-5 0 16,-4 4 0-16,-1-10 0 0,-5-5 0 15,-8 3 0-15,-4-12 0 0,-4 2 0 0,-8-1 0 16,2 4 0-16,-10-5 0 0,3 12 0 16,-3 1 0-16,-3 5 0 0,-2 3 0 0,4 9 0 15,0 4 0-15,3 2 0 0,0 6 0 16,3 0 0-16,-2 6 0 0,8-1 0 15,3-2-749-15,4 2-268 0,2-1-1168 0,2-7-1591 16</inkml:trace>
  <inkml:trace contextRef="#ctx0" brushRef="#br0" timeOffset="5165.6">29959 1927 6635 0,'-23'-9'256'0,"4"4"8"0,5 0 11 0,5 0 12 0,2 1 25 16,0 1-150-16,7 3-162 0,0 0 0 15,0 0 0-15,0 0 0 0,35-5 0 0,-9 10 0 16,10 4 0-16,-7 3 0 0,3 3 0 16,-5 6 0-16,0 2 0 0,0 10 0 0,-10-2 0 15,2 12 0-15,-7-7 0 0,-3 4 0 16,-2-1 0-16,0 2 0 0,-3-2 0 15,-3 0 0-15,3-2 0 0,0 1 0 0,0-11 0 16,-1-3 0-16,1-3 0 0,-2-4 0 16,0-2 0-16,0-1 0 0,2-2 0 15,0-4 0-15,-2 0-592 0,-2-4-428 16,0-4 91-16,-8 9-992 0,0-7-1344 0</inkml:trace>
  <inkml:trace contextRef="#ctx0" brushRef="#br0" timeOffset="5314.43">29953 2517 5339 0,'-23'-9'34'0,"4"4"87"0,4 0 95 15,3-2 73-15,1 2 64 0,4-2 33 16,-1 0 8-16,4 2-34 0,4 5-40 0,2-14-33 16,8 4-195-16,3 0-92 15,6 0 0-15,10-4 0 0,5 2 0 0,4 0 0 16,13-2 0-16,1 1 0 0,1 1 0 16,4 0-417-16,-3-1-528 0,-1 1-6 0,-2-5 97 15,-10 7-855-15,6-9-1142 0</inkml:trace>
  <inkml:trace contextRef="#ctx0" brushRef="#br0" timeOffset="5664.09">30710 1651 5162 0,'-18'-17'222'0,"7"5"30"0,3 3-9 15,1 1-5-15,3 2-18 16,4 6-29-16,-4-10-15 0,4 10-13 0,0 0-20 15,20 0-10-15,0 9-16 0,12 6-6 16,13 13-12-16,-6 2-7 0,6 6 5 0,-6 5 10 16,-6 7 21-16,-8 6 19 0,-7 6-1 15,-6 0-142-15,-4 8-4 0,-5 0 0 16,3 8 0-16,-2 3 0 0,4 23 0 0,3-5 0 16,0-2 0-16,1-23 0 0,-3-2 0 15,1-5 0-15,-2-7 0 0,-4 0 0 0,-3-17 0 16,-4 0 0-16,-7-4 0 0,2-4 0 15,-5-6 0-15,-6-5 0 0,-2-3 0 0,-5-4 0 16,-9-1 0-16,-3-5 0 16,-4-6 0-16,-2-6 0 0,4-6 0 0,-8-5 0 15,3-6 0-15,1-2 0 0,2-2-41 16,-3 0-1039-16,-7-5 113 0,-7-1-1109 0,-24-4-1487 16</inkml:trace>
  <inkml:trace contextRef="#ctx0" brushRef="#br0" timeOffset="6197.92">25852 2285 5756 0,'-1'-22'-40'0,"1"6"40"0,0 4 0 0,0 4 0 16,0 3 1-16,0 5 32 0,0 0 115 0,9 31 80 15,-5 8 23-15,1 21 23 0,-1 12 23 16,-2 7-5-16,-2 2 0 0,1 1-10 15,2 18-4-15,5-24-179 0,-1-1-99 16,4-4 0-16,3-4 0 0,3-6 0 16,2-8 0-16,-1-5 0 0,2-7 0 0,-4-11 0 15,-2-4 0-15,4-9 0 0,-5-5 0 16,-1-5 0-16,1-4 0 0,-2-4 0 0,6-4 0 16,-4-1 0-16,9-14-472 0,-3-7-428 15,-2-8-29-15,-2-14 81 0,-5-5-867 0,-3-9-1148 16</inkml:trace>
  <inkml:trace contextRef="#ctx0" brushRef="#br0" timeOffset="6383.72">25837 2301 5140 0,'-23'-5'167'0,"6"1"52"16,5 0 26-16,5 0 14 0,1-2-13 0,6 6-26 15,4-15-27-15,11-1-19 16,18-1-14-16,14-7-20 0,14 4-16 0,12 3-75 15,18-7-157-15,10 9-173 0,2 4-181 16,-19 4-298-16,21-1-84 0,-24 4 93 0,1 1-654 16,-8 3-856-16</inkml:trace>
  <inkml:trace contextRef="#ctx0" brushRef="#br0" timeOffset="6797.65">26482 3667 4142 0,'-43'0'57'0,"2"3"11"0,5-3-3 16,11 1 40-16,3-1 63 0,8 0 24 0,14 0 19 16,0 0 15-16,45-16-34 0,29-1-16 15,56-5-19-15,26-1-20 0,81-10-15 16,29 2-10-16,20-7-9 0,19 3-22 0,15-3 4 15,2 1-20-15,-13 3-25 0,-12-4-62 16,-26-1-73-16,-31-1-74 0,-39 1-86 0,-65 13-71 16,-26 0-45-16,-20 0-19 15,-35 8 11-15,-24 2 11 0,-18 3 2 0,-13 0-92 0,-15 2-123 16,-21-1 35-16,-29 0-195 16,-17 6-232-16</inkml:trace>
  <inkml:trace contextRef="#ctx0" brushRef="#br0" timeOffset="7015.79">26944 3513 2435 0,'-202'46'246'16,"59"-12"69"-16,15-1 9 0,18-2-30 16,25-4-27-16,37-10-20 0,28-2-7 0,27-7 20 15,29-2 35-15,43-6-3 0,59-8 7 16,35-5-7-16,86-8-25 0,29-8-22 0,19 1-27 16,15 1-24-16,15-4-17 15,-7 1-16-15,-10 1-27 0,-19 3-13 0,-17 0-18 16,-35 2-71-16,-79 4-83 0,-21 3-66 15,-25 5-47-15,-47 1-32 0,-7 3-32 0,-27-2-41 16,-9 5-48-16,-12-3-63 0,-15 3-86 16,-9 1-118-16,2 4-133 0,-34-7 62 15,-11 7-472-15,-9 0-596 0</inkml:trace>
  <inkml:trace contextRef="#ctx0" brushRef="#br0" timeOffset="8797.17">19407 3116 3118 0,'0'0'-5'0,"-27"-3"49"0,20 6 33 0,7-3 21 16,-15 0 21-16,15 0 17 0,0 0 15 15,0 0-3-15,-18 0 1 0,18 0 4 16,0 0 1-16,0 0-7 0,0 0 4 15,0 0-9-15,0 0-12 0,46-13-12 16,-22 10-14-16,3-1-8 0,10 1-12 0,-1-1-9 16,-3 3-5-16,-8 0-7 0,-5-2-4 15,-3 3-10-15,-2 0-2 0,1 0-3 0,-3 0-6 16,-13 0-1-16,17-2 1 0,-17 2-1 16,15-1 14-16,-15 1 1 0,0 0 3 15,0 0 4-15,0 0-5 0,0 0-1 0,0 0 4 16,0 0-2-16,-49 6-1 0,24-4-2 15,-2 2-1-15,-9 4 3 0,2 0 9 16,7-4 14-16,4-1 5 0,9-2-2 16,0 0 2-16,3 3-5 0,0-2-5 0,11-2 0 15,-9 3-6-15,9-3-9 0,0 0 2 16,0 0-9-16,0 0-1 0,45-3-10 0,-25 3-5 16,1-2-4-16,0 2-8 0,0-2-15 15,-4 0 2-15,0 1-8 0,-3 1 4 16,-14 0 1-16,19 0-3 0,-19 0-6 0,11 0 3 15,-11 0 1-15,0 0 7 0,0 0-4 16,0 0 8-16,0 0-4 0,0 0-6 0,0 0-4 16,-32 10-2-16,23-7-53 0,-2-3-58 15,11 0-61-15,-16 4-87 0,8-2-102 0,0 0-131 16,8-2-175-16,-9 4-149 16,9-4 83-16,-6 4-585 0,6-4-778 0</inkml:trace>
  <inkml:trace contextRef="#ctx0" brushRef="#br0" timeOffset="10049.81">20751 3136 3347 0,'0'0'-161'0,"-16"0"64"0,16 0 48 0,0 0 49 16,0 0 40-16,-15 0 42 0,15 0 37 0,-12 2 33 15,12-2 26-15,-16-2 16 16,16 2 11-16,-21 0 5 0,10 2 10 0,-5-4 8 0,1 4 3 16,-3-1 2-16,1 2 3 15,-2-3-3-15,-2 0-7 0,5 2-9 0,-4 1-12 16,4-3-16-16,4 4-5 0,0 0-17 16,0-3-9-16,3 2-11 0,9-3-10 0,-16 4-19 15,16-4-9-15,-5 4-12 0,5-4-8 16,0 0-6-16,0 0-9 0,46-2-9 15,-8-1-2-15,7-3-9 0,14 1-22 0,2 0-3 16,-2-2 1-16,-10 6-4 0,-10-1-3 16,-5 0-2-16,-9 2 0 0,-5-2-4 0,-4 2-8 15,-4-2-9-15,-1 2 0 0,-11 0 0 16,0 0 0-16,16 2 0 0,-16-2 0 0,0 0 0 16,-21 15 0-16,3-6 0 15,-4 0 0-15,-8 3 0 0,-3-1 0 0,3 1 0 16,-1-2 0-16,5-3 0 0,3 3 0 15,3-6 0-15,4 2 0 0,2-2 0 0,3 1 0 16,0-3 0-16,0 0 0 0,11-2 0 16,-11 6 0-16,11-6 0 0,0 0 0 0,0 0 0 15,0 0 0-15,0 0 0 0,0 0 0 16,42-8 0-16,-23 2 0 0,1 3 0 16,-2-1 0-16,2-1 0 0,-6 2 0 15,4-1 0-15,-5 0 0 0,1 2 0 16,-5-1 0-16,0 1 0 0,-9 2 0 0,16-4 0 0,-16 4 0 15,11-8 0-15,-11 8 0 16,7-4 0-16,-7 4 0 0,9-4 0 0,-9 4 0 16,0 0 0-16,0 0-20 0,1-7-226 15,-1 7-79-15,0 0-118 0,0 0-128 0,0 0-180 16,0 0-101-16,0 0 81 0,-23-1-662 16,23 1-882-16</inkml:trace>
  <inkml:trace contextRef="#ctx0" brushRef="#br0" timeOffset="13529.27">26889 3941 4160 0,'0'0'111'15,"-6"2"56"-15,6-2 24 0,0 0-1 16,0 0 14-16,0 0-7 0,0 0-11 15,0 0-21-15,0 0 0 0,0 0-8 16,13 10-12-16,-2-8-4 0,9 2-23 0,-1 3-6 0,2 1-15 16,0 2-8-16,4 5-31 0,0-1-9 15,-3 5-2-15,-6 1-3 0,-5-4 1 16,-1 4 6-16,-6 0 25 0,-3-1 12 16,-4 3 14-16,-1 2 8 0,-6 7 13 0,-1-2 7 15,2-1-5-15,-2-5 3 0,8-4-13 16,-3-3-8-16,2 1 1 0,3-3-18 15,1 0-90-15,1-1 0 0,1 1 0 0,4 0 0 16,-1-1 0-16,4 1 0 0,-4 0 0 16,3 0 0-16,-1-1 0 0,-1 1 0 0,0-1 0 15,0-1 0-15,-3 6 0 0,-1-5 0 16,0 1 0-16,-2 0 0 0,-4 1 0 0,2 2 0 16,-3-1 0-16,-3 1 0 15,-2 1 0-15,-1-4 0 0,-3 1 0 0,1-3 0 16,0-1 0-16,-2-2 0 0,1-2 0 15,-3-2 0-15,0-1 0 0,-2-4 0 0,4 0 0 16,-7 1 0-16,8-2 0 0,1-1 0 16,-3 0 0-16,5-1-282 0,-1-1-695 0,3-3 25 15,3 2 104-15,1-3-897 0,5-1-1178 16</inkml:trace>
  <inkml:trace contextRef="#ctx0" brushRef="#br0" timeOffset="14347.48">28286 4164 4450 0,'4'-10'-134'0,"-3"-1"85"0,3 5 77 0,-4 6 51 0,4-8 32 0,-4 8 25 16,2-5 18-16,-2 5 46 0,0 0 69 0,0 0 13 15,0 29 20-15,-2-11 4 0,2 10-12 16,-4 8-7-16,4 1-13 0,0 4-19 0,4-2-22 15,-1 0-20-15,6-1-21 16,-2-1-18-16,2-6-39 0,5-2-135 0,1 0 0 16,1-8 0-16,-1-4 0 0,-2-5 0 15,4-1 0-15,-1-6 0 0,0-1 0 0,0-6 0 16,3-2 0-16,0-2 0 0,0-6 0 16,5-5 0-16,-1 0 0 0,-1-3 0 15,-6 5 0-15,6-5 0 0,-9 5 0 0,0 5 0 16,-3 1 0-16,-5 2 0 0,2 4 0 15,-7 3 0-15,0 0 0 0,0 0 0 0,13 15 0 16,-12-2 0-16,1 3 0 0,2 7 0 16,-4 3 0-16,5 9 0 0,-4 0 0 0,5 0 0 15,-2-1 0-15,-2-5 0 0,1-5 0 16,1-2 0-16,0 2 0 0,-3-7 0 16,-1 1 0-16,4-5 0 0,-4 1 0 15,0-5 0-15,3-1 0 0,1-2 0 0,-3-2-489 16,-1-4-183-16,0 0-231 0,17-2 34 15,-17 2 102-15,23-12-760 0,2-5-973 0</inkml:trace>
  <inkml:trace contextRef="#ctx0" brushRef="#br0" timeOffset="14779.45">30267 4323 4535 0,'-7'-10'89'0,"3"4"32"0,1-1 4 0,3 7 16 0,-9-4 25 0,9 4 21 16,0 0 15-16,-14 0 15 0,14 0 1 16,-23 9-1-16,6 2-9 0,-1 1-7 0,-3 5-7 15,4 0-19-15,4-2-13 0,2 1-16 16,1 1-17-16,6-2-9 0,2 1-13 0,4-1-8 15,-1 2-8-15,8 2-12 16,0 0-8-16,9 5-5 0,-2 0-7 0,4 1-5 16,-2-4-42-16,2-1-12 0,-3 5 0 15,0-4 0-15,-2-4 0 0,-4-2 0 16,-1 0 0-16,-4-1 0 0,0 2 0 0,-4-4 0 16,-1-1 0-16,-2 1 0 0,-3 1 0 15,-4 0 0-15,-2-1 0 0,-3 3 0 0,0-4 0 16,-2-1 0-16,-5 0 0 0,2-3 0 15,0 1 0-15,1-6 0 0,0 2 0 0,1-6 0 16,4 0 0-16,-1-2 0 0,2-5-186 16,4-1-460-16,2-2-210 0,3 1-46 15,4-2 103-15,3-3-834 0,4 2-1072 0</inkml:trace>
  <inkml:trace contextRef="#ctx0" brushRef="#br0" timeOffset="15246.44">31516 4284 4693 0,'0'0'-27'0,"0"0"60"16,0 0 50-16,0 0 45 0,0 0 58 15,-29 12 72-15,14 3 27 0,-10 6 15 16,-2 4 7-16,-1 9-5 0,-5 0-8 0,3 1-10 16,5 2-13-16,0 0-13 0,8-4-18 15,2-4-22-15,6 0-140 0,1 1-78 0,4-6 0 16,4-3 0-16,2-3 0 0,4-2 0 15,-1 3 0-15,6-2 0 0,1-4 0 0,1 1 0 16,-1-4 0-16,1-1 0 16,-2-1 0-16,0-4 0 0,-6 4 0 0,3-6 0 15,-8-2 0-15,10 5 0 0,-10-5 0 16,0 0 0-16,0 0 0 0,0 0 0 16,9-17 0-16,-9 17 0 0,-6-12 0 0,6 4 0 15,0 8 0-15,-5-11 0 0,2 7 0 16,3 4 0-16,0 0 0 0,-7-8 0 0,7 8 0 15,-11 0-3-15,11 0-756 16,0 0-229-16,0 0 89 0,0 0 100 0,0 0-814 0,0 0-1053 16</inkml:trace>
  <inkml:trace contextRef="#ctx0" brushRef="#br0" timeOffset="15513.75">31966 4466 4779 0,'0'0'104'0,"-2"-12"53"15,2 12 33-15,0-6 44 0,0 6 30 0,0 0 10 16,2-9-4-16,-2 9-9 0,0 0 8 16,0 0 15-16,0 0 0 0,26 15-7 15,-15-1-19-15,1 1-23 0,5 11-184 0,-3 1-51 16,-3 4 0-16,-2 3 0 16,-2 1 0-16,0 0 0 0,-5-1 0 0,-2 3 0 15,2-8 0-15,-2-1 0 0,0-1 0 0,2 0 0 16,-2-4 0-16,0-3 0 0,0-3 0 15,0 1 0-15,1-7 0 0,-1 1-160 16,0-6-450-16,0-6-116 0,2 4-162 0,-2-4 52 16,0 0 79-16,0 0-676 0,6-26-884 15</inkml:trace>
  <inkml:trace contextRef="#ctx0" brushRef="#br0" timeOffset="15662.23">32009 4773 4128 0,'-19'-3'139'0,"6"3"70"15,3-2 46-15,10 2 50 0,-16 0 69 0,16 0 56 16,0 0 35-16,-12 3 2 0,12-3-22 15,0 0-42-15,0 0-35 0,0 0-165 0,39 9-203 16,-17-7 0-16,-1-4 0 16,0 2 0-16,1 0 0 0,5-2 0 0,0 1 0 15,0-1-527-15,-4 0-300 0,-7 2-116 16,-2 2 93-16,-4-2-865 0,-10 0-1150 16</inkml:trace>
  <inkml:trace contextRef="#ctx0" brushRef="#br0" timeOffset="16798.65">30481 4057 4378 0,'-11'-12'-193'0,"-1"-1"46"0,-1 6 34 16,-3-5 37-16,0 2 32 0,-6 0 32 15,4 1 28-15,-3 3 26 0,1 0 5 16,-3 1 25-16,6-2-3 0,2 4 10 0,0 1-6 16,1-3-5-16,3 2-11 0,11 3-4 15,-19 0-4-15,6 0 4 0,2 3-6 0,-1 2 3 16,-1 2 6-16,1 2 3 0,-5 4 1 16,-1-2 10-16,-2 7 4 0,3-1 3 15,-7-1 11-15,10 0 2 0,-2-4 6 16,7-3 2-16,-2-1-1 0,0 1-1 0,6-3 8 15,-1 0 3-15,-1 0 2 0,3 0 3 16,4-6 12-16,-10 8-2 0,10-8 2 16,-7 5-7-16,7-5-10 0,0 0-15 0,-9 4-11 15,9-4-3-15,-7 5-5 0,7-5-9 16,-7 8-12-16,1 0 3 0,1 0 4 0,-1 2-3 16,-2 2 2-16,0 2-2 0,-1 1 6 15,2 0 8-15,-3 4-3 0,0 0 12 0,1 0-4 16,-5 7 5-16,3 0-2 15,4-3-8-15,-5 5-3 0,3 0-4 0,-3 4 0 16,0-1 1-16,3 3 2 0,2 2-58 16,-2-1-8-16,2 1 0 0,2 0 0 0,1 0 0 15,0-2 0-15,-1 2 0 0,4-1 0 16,-3-4 0-16,4-4 0 0,-6 6 0 16,6-4 0-16,-1-6 0 0,2 3 0 0,-1-2 0 15,0 0 0-15,2 0 0 0,0-2 0 16,2 1 0-16,-1-2 0 0,4-1 0 15,-1 1 0-15,-1-4 0 0,2-1 0 16,2 4 0-16,0-3 0 0,-2-5 0 0,3-1 0 16,0 2 0-16,-1-3 0 0,0 0 0 15,1 0 0-15,0-1 0 0,1 0 0 0,-3-3 0 16,1 3 0-16,2-2 0 0,0 0 0 16,-2-2 0-16,-2 2 0 0,3-2 0 0,0 0 0 15,-1 0 0-15,0 0 0 0,-2-1 0 16,-7-4 0-16,12 6 0 0,-4-2 0 0,-8-4 0 15,10 5 0-15,-10-5 0 0,7 4 0 16,-7-4 0-16,0 0 0 0,10 4 0 16,-10-4 0-16,0 0 0 0,0 0 0 15,0 0 0-15,0 0 0 0,10-12 0 0,-13 4-515 16,-1-1-146-16,2-4-174 0,-9-6-33 16,4 0 92-16,-5-8-767 0,-1-4-986 15</inkml:trace>
  <inkml:trace contextRef="#ctx0" brushRef="#br0" timeOffset="20444.53">28711 3842 870 0,'-16'-5'400'0,"1"-2"-127"15,0 4-76-15,-2-1-45 0,-2 1-7 16,2 1-13-16,-6 2-5 0,-4 0-6 16,4 4 7-16,-2-1 7 0,-7 6 1 15,-2 3 1-15,-3 2 8 0,0 11-5 0,-4 3 6 16,-1 6 9-16,3 7 7 0,-2 7 8 16,-6 19 7-16,4 5 7 0,7 3 2 15,10 5 1-15,7-12 14 0,7 4-18 0,10 0-1 16,6-1-17-16,8 4-7 0,8 8-16 15,9-4-8-15,0-18-33 0,9 11-10 0,8-9-2 16,-7-18-16-16,8-4-2 0,2-3-12 16,2-8-3-16,3-5-4 0,3-8-5 15,2-5-5-15,2-7 3 0,6-10 0 16,-3-3-18-16,5-7-8 0,-4-7 6 0,15-12-3 16,-23 2-3-16,-1 0-6 0,-7-7 4 15,-3 1 14-15,-7-5 24 0,-3-6 8 0,-9 1 21 16,-2-10 9-16,-7-8-8 0,-9-4-2 15,-5-5-11-15,-15-26-7 0,-7 1-5 0,-11 4-11 16,-9 1-6-16,-10 10-7 0,-4 8-3 16,-7 13-8-16,-6 12-17 0,6 21-25 15,-4 2-36-15,-8 12-45 0,3 7-45 0,1 8-52 16,-1 9-54-16,0 5-73 0,4 9-82 16,4 6-90-16,10 2-159 0,-2 8-106 0,8-2 96 15,4 2-534-15,7 0-660 16</inkml:trace>
  <inkml:trace contextRef="#ctx0" brushRef="#br0" timeOffset="21444.37">29791 4270 3104 0,'0'0'-30'0,"-2"22"40"16,2-22 30-16,0 0 12 0,0 0 11 16,0 0 16-16,0 0 27 0,0 0 14 15,0 0 10-15,0 0 2 0,25-25-3 0,-18 13-7 16,2 0 1-16,-4-2-8 0,3-4 7 16,-3-1 2-16,1 0 6 0,-2 6 12 0,0-4 5 15,-2 6 0-15,-2-1-12 0,0 2-9 16,-2 0-15-16,-4 4-13 0,-2 1-10 0,8 5-5 15,-22 0-12-15,3 9-3 0,-6 5-1 16,0 4 4-16,-2 3 0 0,7-1 4 16,0 4-1-16,5 2-3 0,5-4 7 15,3-2-2-15,5-1-2 0,2-1-11 16,2-1-4-16,1 4-4 0,5-2 1 0,0-1-13 16,3-2 4-16,2-1 0 0,1-1-6 15,1-3-13-15,-1-3 9 0,-1-1-9 0,-3-2 0 16,-1-2 4-16,-2 1-7 0,-7-4 22 15,0 0 3-15,0 0 1 0,0 0 19 0,18-10-6 16,-18 10 1-16,-4-13-7 0,4 13 0 16,-8-10-13-16,8 10-4 0,-15-3-5 15,15 3-1-15,-21 5-8 0,8 0-1 16,-3 4 5-16,5-1-10 0,2 4 3 0,1 2 3 16,4 0 3-16,0 3 2 0,4-2-6 0,4 5 4 15,0 0-4-15,4-1-3 16,-1 1 4-16,3-1-6 0,-1-2 2 0,1-1-7 15,-3-1-3-15,-1-3-1 0,-1-2-9 16,2 1-3-16,-3-3 0 0,-3-1 0 0,1 2 0 16,2-2 0-16,-4-7 0 0,0 10 0 15,0-10 0-15,0 12 0 0,0-12-70 0,-6 10-114 16,3-5-92-16,-6 2-110 0,6-2-140 16,-5 2-178-16,-1-2-151 0,-1 0 87 15,-3 3-736-15,2-2-950 0</inkml:trace>
  <inkml:trace contextRef="#ctx0" brushRef="#br0" timeOffset="23011.1">28612 5616 4450 0,'-14'4'90'0,"5"-2"40"0,2 0 11 0,7-2 14 16,-13 3 27-16,13-3 30 0,0 0 10 0,0 0 22 15,0 0 6-15,25-11 4 0,10-2-14 16,13-1-23-16,4-1-21 0,11 0-23 16,3 1-17-16,-2 2-18 0,1-2-23 15,-4 4-33-15,-6 0-37 0,-17 1-35 0,-7 3-64 16,-10 4-40-16,-6-1-2 0,-3 3 8 15,-12 0 6-15,0 0 10 0,-10 11 10 0,-23 5 8 16,-16 1-1-16,-8 2 13 0,-8 1 9 16,-2 1 26-16,0-4 44 0,8-1 41 0,9-3 29 15,9-3 12-15,10 0 7 0,6-5 5 16,11 1 4-16,0-3-2 0,5 0 0 0,3 1-8 16,6-4-21-16,0 0-104 0,0 0 0 15,0 0 0-15,29 5 0 0,-6-6 0 16,5-1 0-16,14-4 0 0,1 3-22 15,5-4-234-15,8 0-61 0,-11-1-83 0,0-1-89 16,-8-1-97-16,1 0-130 0,-4 0-66 16,-1-3 78-16,-5 2-629 0,-6 0-789 15</inkml:trace>
  <inkml:trace contextRef="#ctx0" brushRef="#br0" timeOffset="27542.93">29346 5337 3862 0,'9'-5'3'0,"-9"5"45"0,0 0 30 16,5-5 11-16,-5 5 20 0,0 0 26 0,0 0 15 16,0 0 19-16,0 0 6 0,0 0 3 15,6-7-5-15,-6 7-12 0,0 0-6 16,0 0-10-16,0 0-4 0,0 0-10 16,0 0-9-16,0 0-7 0,0 0-7 0,0 0 26 15,0 0 9-15,0 0 10 0,14 21 0 16,-11-9-3-16,1 1-4 0,0 4-1 0,-2 3 0 15,-1 1-1-15,6 3-8 0,-5-2-10 16,0-4-1-16,-1 3-5 0,-1-5-5 16,0 2-106-16,2-4-9 0,-2 0 0 0,2-2 0 15,0-2 0-15,-2-1 0 0,0-1 0 16,0-1 0-16,0-7 0 0,2 14 0 16,-2-14 0-16,0 10 0 0,0-10 0 0,0 10 0 15,0-10 0-15,-2 12 0 0,2-12 0 0,-4 12 0 16,2-7 0-16,2-5 0 0,-3 11 0 15,1-7 0-15,2-4 0 0,-5 9 0 16,5-9 0-16,-2 7 0 0,2-7 0 16,0 0 0-16,-5 9 0 0,5-9 0 0,0 0 0 15,-11 4 0-15,11-4 0 0,-18 2 0 16,7 0 0-16,-3 0 0 0,1 0 0 0,-4-2 0 16,-2 2 0-16,-2 0 0 0,0 0 0 15,-3 1 0-15,-1-2 0 0,4 1 0 16,-1 0 0-16,2 0 0 0,-1 0 0 0,0-2 0 15,2 3 0-15,2-3 0 0,2 2 0 16,-5 0 0-16,3 0 0 0,2 0 0 16,-3 0 0-16,4 0 0 0,-6 0 0 15,4 2 0-15,-6-2 0 0,3 2 0 0,-1 1 0 16,-5-2 0-16,0 0 0 0,0 3 0 16,2 0 0-16,-1 0 0 0,-1-1 0 0,0-2 0 15,0 3 0-15,2-3 0 0,1 2 0 16,0-2 0-16,1 1 0 0,5-1 0 0,-2 1 0 15,0-3 0-15,0 3 0 16,0-2 0-16,2-1 0 0,-4 1 0 0,4 0 0 0,-6-2 0 16,1 3 0-16,1 0 0 15,-7-1 0-15,0 2 0 0,-1-3 0 0,-1 3 0 0,0-3 0 16,-8 3 0-16,-2-2 0 16,1 1 0-16,6-1 0 0,3 0 0 0,-2-1 0 0,3 1 0 15,-10 1 0-15,6 1 0 16,5-3 0-16,-2 3 0 0,-11-1 0 0,12 1 0 15,-10 1 0-15,1 0 0 0,5-2 0 16,5 1 0-16,-11-1 0 0,2 2 0 0,0 0 0 16,0 1 0-16,5-3 0 0,6 0 0 15,8-1 0-15,0 0 0 0,1 0 0 0,5-1 0 16,-2 1 0-16,1-2 0 0,12 0 0 16,-15 3 0-16,15-3 0 0,-13 2 0 0,13-2 0 15,-11 0 0-15,11 0 0 16,0 0 0-16,-14 3 0 0,14-3 0 0,0 0 0 0,0 0 0 15,-13 0 0-15,13 0 0 16,0 0 0-16,0 0 0 0,0 0 0 0,0 0 0 16,-10 0 0-16,10 0 0 0,0 0 0 15,0 0-45-15,0 0-766 0,0 0-153 0,0 0 88 16,23-13 90-16,-16 9-816 0,2 1-1041 16</inkml:trace>
  <inkml:trace contextRef="#ctx0" brushRef="#br0" timeOffset="28044.98">27393 5738 4043 0,'2'-8'-130'0,"-2"8"63"15,5-9 37-15,-5 9 25 0,4-6 21 0,-4 6 24 16,1-4 29-16,-1 4 26 0,0 0 17 15,0 0 8-15,0 0 5 0,-1-8-1 0,1 8 1 16,0 0 11-16,0 0 23 0,0 0 16 16,0 0 11-16,-22 18 4 0,11-7 0 15,-3 1-3-15,0 3 1 0,-8 5 5 16,-3 1-7-16,0 2-2 0,3-1-1 0,-3 2-2 0,0 0-5 16,4-1-4-16,1-3-4 15,4-5-13-15,5-3-1 0,1-3-15 0,2-1-2 16,3 0-22-16,-1-1-115 0,1-3 0 15,-2 1 0-15,7-5 0 0,-3 11 0 0,3-11 0 16,2 11 0-16,4-1 0 0,1 0 0 16,4 0 0-16,13 9 0 0,2-3 0 0,-1 2 0 15,6-2 0-15,-1-1 0 0,4 1 0 16,-5-3 0-16,2 1 0 0,-11-4 0 0,-1-3 0 16,-1 3 0-16,-5-3 0 0,0 0 0 15,-1 0 0-15,-3-2 0 0,-2 0 0 0,4 0 0 16,-6 0 0-16,1 1 0 15,-3-2 0-15,1 1 0 0,1 1 0 0,-2 0 0 0,-3-6 0 16,8 4 0-16,-8-4 0 16,3 8 0-16,-3-8 0 0,2 5 0 0,-2-5 0 15,6 4 0-15,-6-4 0 0,0 0-55 16,0 0-886-16,0 0-22 0,14-15 103 0,-9 5-967 16,3-3-1254-16</inkml:trace>
  <inkml:trace contextRef="#ctx0" brushRef="#br0" timeOffset="29026.52">29722 5564 4869 0,'6'-7'-102'0,"-6"7"70"0,0 0 33 0,2-5 42 16,-2 5 35-16,0 0 41 0,0 0 38 0,0 0 29 15,0 0 17-15,0 0-16 0,0-10-5 16,0 10-9-16,0 0-2 0,0 0 0 0,0 0 24 16,0 0 14-16,-9 36-6 0,5-19-2 15,-3 4-11-15,3 0-3 0,-5 0-11 0,4 1-10 16,-1-1-12-16,1-1-50 15,-2 3-104-15,0-4 0 0,1-3 0 0,3-1 0 16,-1 0 0-16,0-3 0 0,3 0 0 16,-1 0 0-16,0-3 0 0,2-1 0 0,0 1 0 15,0-1 0-15,2-1 0 0,1 2 0 16,1-2 0-16,2 1 0 0,1-1 0 0,5 0 0 16,1-2 0-16,5 0 0 0,4 0 0 15,4-1 0-15,19-1 0 0,0 0 0 0,7-3 0 16,12 0 0-16,5 2 0 0,-5-4 0 15,8 2 0-15,-6 2 0 0,-1 2 0 16,-1-3 0-16,6 3 0 0,-4 2 0 0,3-2 0 16,-3 4 0-16,3-2 0 0,-2 1 0 15,3-3 0-15,0 0 0 0,3 4 0 16,-1-4 0-16,0-2 0 0,3 0 0 0,-3-2 0 16,1 6 0-16,-2-8 0 0,-3 4 0 15,1-2 0-15,-4 3 0 0,-12-3 0 0,-4-3 0 16,3 3 0-16,-1-2 0 0,-3 0 0 15,-2 2 0-15,0-2 0 0,-3-2 0 0,1 0 0 16,0 0 0-16,-4 0 0 0,2 0 0 16,-10 4 0-16,-1-3 0 0,-4 3 0 0,-1-1 0 15,-3 1 0-15,-2 0 0 0,-6 0 0 16,0 0 0-16,-1 0 0 0,-3 0 0 16,-11 0 0-16,20 0 0 0,-20 0 0 15,16 0 0-15,-16 0 0 0,12 0 0 0,-12 0 0 16,9-2 0-16,-9 2 0 0,0 0 0 15,0 0 0-15,16-1 0 0,-16 1 0 0,0 0 0 16,0 0 0-16,0 0-295 0,0 0-301 16,0 0-110-16,0 0-159 0,0 0 41 15,0 0 82-15,-17-16-674 0,17 16-867 0</inkml:trace>
  <inkml:trace contextRef="#ctx0" brushRef="#br0" timeOffset="29277.11">32480 5829 3709 0,'-7'-4'-11'0,"7"4"70"16,0 0 39-16,-9-5 26 0,9 5 28 0,0 0 49 16,0 0 50-16,0 0 40 0,0 0 0 15,0 0-7-15,0 0-21 0,14 25-16 16,-8-16-23-16,-1 3-20 0,1 1-14 0,0 1-18 16,-4 3-20-16,0-2-10 0,-2 5-11 15,-4 1-9-15,-2 1-11 0,-7 3-11 0,-5 0-7 16,2-2-9-16,-5-2-10 0,0-3-9 15,4-4-10-15,1-3-40 0,3-3-58 0,0-1-67 16,-1-2-74-16,1-1-81 0,-1-3-76 16,3 1-81-16,2-2-82 0,-5 2-129 15,-1-4-150-15,2 2 71 0,-4-2-613 0,-1-1-782 16</inkml:trace>
  <inkml:trace contextRef="#ctx0" brushRef="#br0" timeOffset="32358.57">12144 6030 3555 0,'-11'0'-91'0,"11"0"40"16,-19 0 33-16,10 2 37 0,9-2 26 15,-20 0 33-15,11 0 24 0,9 0 21 16,-19 2 16-16,19-2 13 0,-15 2 7 0,15-2-1 15,-14 0 1-15,14 0-5 0,-9 0-3 16,9 0-4-16,0 0-2 0,0 0-1 16,0 0-7-16,0 0 4 0,0 0-10 0,25-12-3 15,-2 7-8-15,15-3-19 0,1 1-2 16,9 0-15-16,12-2-7 0,1-1-7 0,0 0-8 16,-7 2-6-16,-8 3-9 15,-2-1 1-15,-6 2-3 0,-7 0-11 0,-9 0-2 0,-3 3-6 16,-1-1 3-16,-5 0-2 0,-2-1-3 15,-1 3 1-15,-1-2 1 0,-9 2-7 16,13-3-3-16,-13 3 2 0,0 0-3 16,0 0-6-16,0 0-1 0,-25-4 0 0,1 4-1 15,-2 2-4-15,-16 3 7 0,0 2-4 16,-6 0 0-16,-9 3-2 0,4-1 0 16,6-1 3-16,6 2 2 0,3-4 6 0,4 1 16 15,11-3 13-15,3-2-4 0,6 2 8 16,1-2-3-16,2 2-1 0,11-4 0 0,-9 0 17 15,9 0 3-15,0 0 2 0,0 0-11 16,44-4-3-16,-8-2-4 0,6 1-6 16,3-1-1-16,3-2-8 0,-1 4-9 15,-4 0 1-15,-5 0-1 0,-8-1-9 0,-7 2 3 0,-6 1-7 16,-1-1-1-16,-3 3-7 16,-1-2-2-16,-3 0-5 0,-9 2-12 0,13 0-20 15,-13 0-25-15,0 0-44 0,0 0-44 16,0 0-64-16,0 0-82 0,-6 11-101 0,6-11-115 15,0 0-163-15,0 0-122 0,-11 6 82 16,11-6-620-16,0 0-790 0</inkml:trace>
  <inkml:trace contextRef="#ctx0" brushRef="#br0" timeOffset="32994.9">15673 6004 3491 0,'-11'0'-12'0,"2"3"49"0,9-3 57 16,0 0 54-16,-16 0 33 0,16 0 30 0,0 0 25 16,0 0 9-16,0 0-7 0,0 0 0 0,25-15-5 15,4 7-15-15,11-2-24 0,2-1-13 16,4 3-23-16,7-1-22 0,-8 2-13 15,-4 2-11-15,-9 3-15 0,-3 1-15 0,-7 1-6 16,-2 0-8-16,-5 1-13 0,-2 1 2 16,-2 1-3-16,-2 1-6 0,-9-4-7 15,1 10-2-15,-1-10-8 0,-12 12 2 0,3-5 3 16,-4 1-12-16,3-6 1 0,3 4 5 16,-1-3 1-16,8-3-8 0,-12 6-8 15,12-6 2-15,-3 4-8 0,3-4-17 16,0 0-50-16,0 0-56 0,23-8-77 0,-12 3-124 15,1-3-129-15,1 2-146 0,2-3-217 16,-2 1 76-16,3-2 76 0,-3 1-515 0,-2 0-636 16</inkml:trace>
  <inkml:trace contextRef="#ctx0" brushRef="#br0" timeOffset="34424.65">28684 5202 3436 0,'0'0'34'0,"-14"4"55"0,14-4 31 16,-11 2 6-16,11-2 5 0,0 0 19 15,0 0 24-15,0 0 16 0,-15 3 17 16,15-3 8-16,0 0 1 0,0 0-4 0,0 0-13 16,-8 2 7-16,8-2 11 0,0 0 5 15,0 0-2-15,-7 8-9 0,7-8-5 16,0 0-12-16,-2 7-17 0,2-7-13 0,0 0-15 15,0 0-14-15,-4 7-11 0,4-7-11 16,0 0-13-16,0 0-7 0,-4 7-10 0,4-7-11 16,0 0-66-16,0 0-6 0,0 0-52 15,0 0-148-15,0 0-111 0,0 0-141 0,0 0-157 16,0 0-239-16,0-23 25 0,-1 17 84 16,1 6-675-16,-4-13-865 0</inkml:trace>
  <inkml:trace contextRef="#ctx0" brushRef="#br0" timeOffset="36257.67">28413 3359 3504 0,'0'0'-203'0,"0"0"54"0,0 0 47 0,-5-6 43 15,5 6 31-15,0 0 33 0,0 0 33 16,0 0 22-16,-9-4 17 0,9 4 10 0,0 0 12 16,-5-7-4-16,5 7 11 0,0 0 4 15,0 0 5-15,0 0-1 0,-6-9 2 16,6 9 4-16,0 0 1 0,0 0-8 15,0 0-6-15,-1-7-12 0,1 7-12 16,0 0-6-16,0 0-18 0,0 0 2 0,0 0 31 16,-10 17 6-16,8-7 5 0,-3 3 21 15,2-1-8-15,-2 3 1 0,3 1 0 0,-2-1 4 16,4 3 1-16,-2-1-2 0,2-5-6 16,2 2-8-16,0 1-8 0,0-3-6 0,0-3 11 15,-1 1 6-15,6 0-6 0,-3-2-2 16,3-3-14-16,0-1-7 0,1-3-6 15,-8-1-15-15,21 0 1 0,-21 0-12 0,23-6-1 16,-8 1-3-16,-3-4-5 16,-1 5-3-16,-4-1-6 0,4 0-6 0,-4 1-9 15,-7 4-6-15,11-4-4 0,-11 4 1 16,0 0-2-16,0 0-1 0,0 0 5 0,2 17-5 16,-4-9 10-16,2-8-6 0,-6 21 5 15,6-9 1-15,-1 0-6 0,-1-2 0 0,2 2 2 16,-2-1 1-16,2-1-5 0,0-2-5 15,0 1-23-15,0-9-63 0,0 15-75 16,0-7-86-16,0-2-106 0,2-1-121 0,-2-5-160 16,-2 8-193-16,2-8 84 15,-7 10-615-15,-5-8-813 0</inkml:trace>
  <inkml:trace contextRef="#ctx0" brushRef="#br0" timeOffset="36858.8">27052 3738 3607 0,'-14'-8'-113'0,"-8"-1"45"0,1 5 40 0,-6 3 33 0,-12 4 28 16,-7 5 30-16,-13 7 38 15,4 8 28-15,-4 8 26 0,-10 16 34 0,0 12 10 16,4 9 10-16,4 4-24 0,14 0-6 16,7 3-9-16,18-11 4 0,6-1 1 0,14 0-10 15,8-1-14-15,13-4-12 0,11-2-14 16,17 2-7-16,16-5-9 0,14-11-16 0,9-7-4 15,5-8-8-15,5-8-7 0,-16-12-15 16,-1-7-19-16,2-9-7 0,-9-5-7 16,14-17 2-16,-11-5-19 0,-25 1-2 0,-3-11 3 15,-11 1 2-15,-10-9-6 0,-11-4-2 16,-8-10-8-16,-12 0 4 0,-8-1-3 16,-16-19-1-16,-7 7-2 0,-12 8-14 15,-2 7-11-15,-11 13-24 0,3 17-36 0,-4 9-59 16,-8 5-87-16,2 11-124 0,-2 5-171 15,-2 6-244-15,10 6 66 0,1 5 79 0,3 6-434 16,4 2-537-16</inkml:trace>
  <inkml:trace contextRef="#ctx0" brushRef="#br0" timeOffset="39040.74">12247 6767 2771 0,'-15'0'-85'0,"2"2"30"0,1 0 37 0,1-2 31 16,-3 1 34-16,1-1 25 16,-1 2 18-16,3-2 23 0,11 0 11 0,-19 0 15 15,19 0 1-15,-17 0-3 0,17 0-10 16,-14 3-4-16,14-3-6 0,0 0-1 0,0 0-1 16,0 0 7-16,0 0 17 15,0 0 0-15,58-10-4 0,3 2-12 0,15-2-18 0,32-7-2 16,5 1-13-16,5 2-12 0,4-3-8 15,2 3-6-15,-6 1-6 0,-7 1-6 16,-28 4-3-16,0 2-11 0,-10 5-2 0,-23-1-6 16,0 0 1-16,-10 2-6 15,-8 0-3-15,-7 0 0 0,-7 0-2 0,-1 0 0 16,-4 0 2-16,-1 0-5 0,-3 0 2 16,-9 0 0-16,17 0 8 0,-7-2 6 0,-10 2 3 15,12 0 3-15,-12 0-3 0,11-1-2 16,-11 1-7-16,0 0-2 0,0 0-7 0,14 0-1 15,-14 0-5-15,0 0-2 0,12 0 2 16,-12 0-8-16,0 0 2 0,0 0 4 0,0 0-2 16,12 1-7-16,-12-1 2 15,0 0 2-15,0 0-3 0,0 0 3 0,0 0-1 0,0 0-6 16,12 0 4-16,-12 0 2 16,0 0-1-16,0 0-1 0,0 0 1 0,0 0-4 15,0 0 0-15,5 4 0 0,-5-4 4 16,0 0-1-16,0 0-4 0,0 0 1 15,0 0 1-15,0 0 1 0,0 0-2 0,0 0 3 16,0 0-3-16,0 0 4 0,0 0-2 16,0 0 0-16,0 0 5 0,0 0-7 0,0 0 0 15,0 0 0-15,0 0 1 0,-4 7 0 16,4-7-3-16,0 0 2 0,0 0-2 0,4 8 5 16,-4-8-2-16,0 0-2 15,0 6 1-15,0-6 4 0,0 0-6 0,0 0 3 16,-2 12-1-16,2-12 2 0,-2 3-3 15,2-3 2-15,0 0-2 0,-4 8-5 0,4-8-9 16,0 0-9-16,-6 4-22 0,6-4-36 16,0 0-57-16,0 0-80 0,-11 2-93 0,11-2-90 15,0 0-136-15,-17-6-142 0,17 6 69 16,-19 2-419-16,9-2-504 0</inkml:trace>
  <inkml:trace contextRef="#ctx0" brushRef="#br0" timeOffset="39690.64">13549 6754 2821 0,'-17'2'-39'0,"3"-1"30"15,1 1 34-15,-1-4 32 0,3 2 33 0,11 0 38 16,-16 0 20-16,5 0 14 0,11 0 8 15,-12 0 7-15,12 0-10 0,0 0-15 0,-18 0-11 16,18 0-12-16,0 0-10 0,0 0-3 16,0 0-5-16,0 0-4 0,0 0 6 0,0 0-5 15,0 0-9-15,43 7-9 16,-20-5-6-16,4 1-11 0,18 0-7 0,-4-1-3 16,1 1-10-16,2-1-7 0,1-2-3 0,2 0-5 15,-4 0-5-15,3 2-3 0,1-2-1 16,3-2-2-16,2 2-3 0,-1 0-1 15,0-2-4-15,-2 2 3 0,-4-3-8 16,-3 3 3-16,-6-2-3 0,-9 2-5 0,-7 2 0 16,2-2-2-16,-3 3 1 0,-4-3-2 15,1 1-2-15,-3 0 2 0,-1 1-1 0,-1-2-1 16,-11 0-1-16,19 4 5 0,-12-3-1 16,4-1-2-16,2 2 0 0,-2 0 2 0,3-1-1 15,8-1-2-15,6-1 2 16,18 1-6-16,5 0 5 0,16 0-5 0,0-2 2 15,3 4-5-15,1-2 4 0,4 1-2 16,-2 3 18-16,2-4-3 0,-3 4 3 0,0-1-2 16,-2 0-5-16,-8 0 0 0,-13 1-2 15,-1-2 0-15,-8 1-2 0,-8-3 3 0,-5 3-1 16,-4-3 3-16,-3 0-5 0,-4 0 2 16,2 0 3-16,-1 0 17 0,-4 0 15 15,-13 0 4-15,27 0 8 0,-14 0-2 0,-13 0-2 16,21-3-4-16,-11 1-2 0,-10 2-7 15,19-1-2-15,-19 1-7 0,17-2 1 0,-17 2 2 16,12 0-8-16,-12 0 1 16,0 0-4-16,14-2 3 0,-14 2-6 0,0 0-5 15,0 0 0-15,13-2-3 0,-13 2-30 16,0 0-49-16,0 0-65 0,0 0-97 0,0 0-117 16,0 0-122-16,0 0-204 0,0 0-56 15,0 0 69-15,-45-1-535 0,32 4-660 0</inkml:trace>
  <inkml:trace contextRef="#ctx0" brushRef="#br0" timeOffset="42790.48">13538 7810 3402 0,'-20'0'-85'0,"5"0"19"15,1 2 29-15,3-2 22 0,11 0 26 16,-14 2 23-16,14-2 19 0,-12 0 20 0,12 0 17 15,0 0 18-15,0 0 13 16,0 0 11-16,0 0-8 0,62-6-9 0,7 1-15 0,9 0-6 16,6-3-10-16,29-1-14 15,3-1-1-15,-6 0-6 0,3-2-4 0,-5-1-11 16,1 3-3-16,-4-1-6 0,-29 3 1 16,-4 0-9-16,-11 2-4 0,-13 3 1 0,-10-2-2 15,-9 1-3-15,-6 3-3 0,-6-1 1 16,-2 1 0-16,-4-2 3 0,-1 3 0 0,0 0 6 15,-10 0-1-15,16-4-5 0,-9 2-2 16,-7 2-6-16,11-2-4 0,-11 2-35 0,0 0-54 16,13-2-75-16,-13 2-88 0,0 0-110 15,16-2-157-15,-13 1-111 0,-3 1 56 16,10-4-329-16,-10 4-374 0</inkml:trace>
  <inkml:trace contextRef="#ctx0" brushRef="#br0" timeOffset="43957.24">16995 7945 2489 0,'-20'0'4'0,"7"2"19"0,1 0 30 0,12-2 26 16,-15 0 32-16,15 0 23 0,-11-2 9 16,11 2 2-16,0 0 11 0,0 0-3 15,-12-2-5-15,12 2-14 0,0 0-11 0,0 0-16 16,40-6-7-16,-15 2-8 0,16 0-9 15,-2 0-14-15,1-2-5 0,1 3-7 0,-1 3-5 16,-8-2-10-16,-5 4-1 0,-2 1-8 16,-1 4 2-16,2 5-3 0,-1 5-2 0,-2 8 11 15,-6 2 0-15,1 4 14 16,-5 2 15-16,0 1 6 0,-3 3 3 0,2 1 4 16,-7 0-2-16,4 2 0 0,-5-3-2 15,3-2-3-15,-2 4-2 0,1-5-2 0,-4-6 4 16,-1-4 0-16,-1 0 3 0,2-6-2 15,-2-1 0-15,0 0 3 0,-2-1-1 0,1-1 7 16,-7 1 9-16,0-1 15 0,-3 1-18 16,-5-2 1-16,-8 3-9 0,-1-2 3 0,-4-1-17 15,1-4 7-15,5-1-23 0,1-3-11 16,8 0 2-16,1-1-20 0,-1-2-41 0,3 1-52 16,2-3-81-16,9-1-97 0,-16-3-128 15,10-2-129-15,3-2-183 0,1 0-60 0,-1-1 74 16,6-4-581-16,-1-2-715 15</inkml:trace>
  <inkml:trace contextRef="#ctx0" brushRef="#br0" timeOffset="44772.14">20674 7745 3333 0,'0'-13'60'0,"0"5"38"15,2 2 28-15,-2 1 14 0,0 5-6 0,0-10-18 16,0 10-7-16,0 0 41 0,0 0 45 16,-9 42 19-16,0-5 31 0,-7 19 19 15,0 3-8-15,1 5-12 0,3 1-5 16,-2-1-4-16,3 2-16 0,2-4-9 0,4-2-10 16,1-2-16-16,4-13-16 0,2-2-13 15,0-6-17-15,1-2-14 0,-1-7-12 0,5-7-7 16,-4-4-14-16,-1-1-7 0,4-2-12 15,-4-3-21-15,-1-1-45 0,3-2-52 0,-2-2-80 16,0-3-72-16,-2-3-76 0,0 0-86 16,0 0-92-16,0 0-85 0,16-17-138 15,-15 5-103-15,1-3 78 0,2 1-637 16,-2-7-793-16</inkml:trace>
  <inkml:trace contextRef="#ctx0" brushRef="#br0" timeOffset="45027.46">20644 7647 3937 0,'-13'-8'34'16,"1"0"32"-16,3 2 8 0,1-1-1 0,3 3-1 15,-2 1 0-15,3-2 0 16,4 5-8-16,-3-4-5 0,3 4-13 0,0 0-4 0,7-13-6 15,3 9-21-15,7-2-29 16,2 4-41-16,6-1-52 0,2 1-53 0,1 0-73 16,9-3-103-16,-7 1-175 0,-6 3-55 15,-1-1 60-15,-7 0-234 0,1 0-230 0</inkml:trace>
  <inkml:trace contextRef="#ctx0" brushRef="#br0" timeOffset="46273.36">20960 7664 2080 0,'-26'-2'101'0,"1"1"9"0,2 0 12 0,0 1 18 16,-2-3 22-16,4 3 13 0,0-1 15 16,6-1 10-16,2 0 7 0,0 2 0 0,1-2-6 15,12 2-8-15,-13-1-12 0,13 1-20 16,0 0-17-16,19-10-16 0,23-2-9 0,22 3-12 16,41-7-11-16,19-3-12 15,11 6-8-15,16-4-8 0,12 0-4 0,53-11-9 16,5 12-12-16,8-5-7 0,3-1-7 0,10-3-3 15,12 4-11-15,0-3-10 0,-3 5-7 16,0-8-6-16,-1 7-4 0,-8-6-7 16,-9 1-6-16,-15 1-1 0,-4-3 7 15,-55 11-7-15,-3-1 2 0,-4 2 4 16,-1 1 1-16,-11 1 2 0,-6 3 2 0,-10-1-1 16,-6 3 7-16,-10 1-2 0,-27 2 5 0,-5-2 7 15,-2 4 9-15,-7-4 9 0,-6 1 9 16,-2 0 7-16,-14 1 4 0,3-2 1 0,-1 2-3 15,-2-2-2-15,1 2-2 16,-3 0-7-16,4 0-3 0,-4-1 1 0,2 1-7 16,2 3 1-16,-4-1-1 0,-1 1 0 15,-2-1 5-15,3 1-2 0,-2 2 5 0,-7 0 8 16,-5 0 9-16,-2 0 1 0,-4 0 8 16,-1 0 1-16,-2 0-1 0,1 0-9 0,-5 0-4 15,4 4 0-15,-4-1-9 0,4 0-2 16,1 8 8-16,8 2 6 0,-2 5 6 0,7 9 8 15,2 4 17-15,-2 7 26 0,2 6 25 16,-2 9 4-16,9 21 12 0,-6 3 3 0,1 1 5 16,-5-3-4-16,-8-14-4 15,-2 2 2-15,-7-2-14 0,0 4-7 0,-7-3-8 0,1 0-9 16,-8-7-10-16,2-9-89 16,-8-1-4-16,2-4 0 0,-2-2 0 0,-2-3 0 0,1-3 0 15,-4-4 0-15,0-6 0 16,2-2 0-16,-8 4 0 0,1-5 0 0,-2 1 0 15,-8 1 0-15,-1-3 0 0,-3-2 0 16,-6-3 0-16,-12 4 0 0,-2-2 0 0,-7-4 0 16,-1-2 0-16,-4-2 0 0,-11-3 0 15,-4 1 0-15,-11-4 0 0,-33-1 0 16,-6 2 0-16,-11-6 0 0,-9 3 0 0,-13 3 0 16,-18-1 0-16,-57 6 0 0,-8 1 0 15,-1 3 0-15,-3-2 0 0,-5 3 0 16,4 5 0-16,6-1 0 0,7 1 0 0,4-1 0 15,58-5 0-15,0 2 0 0,-3-2 0 0,10 0 0 16,3 0 0-16,2-2 0 16,-5 2 0-16,8 2 0 0,0 1 0 0,2-1 0 15,-5 2 0-15,1-3 0 0,-4 3 0 16,-4 2 0-16,2-7 0 0,6 3 0 0,4-4 0 16,11 1 0-16,14-5 0 0,10-2 0 15,33-2 0-15,8-2 0 0,8-2 0 0,18 0 0 16,7-2 0-16,7 0 0 0,7-1 0 15,6 2 0-15,8 0 0 0,0 1 0 0,3-2 0 16,3 4 0-16,4-2 0 16,-5 0 0-16,1 0 0 0,-1 0 0 0,1-2 0 0,0 3 0 15,-3 0 0-15,1 1 0 16,-3-3 0-16,3 3 0 0,-1 0 0 0,3-1 0 16,11 1 0-16,-23 0 0 0,16 0 0 15,7 0 0-15,-17 0 0 0,17 0 0 0,-14 0 0 16,14 0 0-16,0 0 0 0,-13-2 0 15,13 2 0-15,0 0 0 0,-14 2-56 0,14-2-217 16,0 0-88-16,0 0-114 0,0 0-170 16,0 0-214-16,24-17 64 0,6-1 92 0,13-4-666 15,15-4-822-15</inkml:trace>
  <inkml:trace contextRef="#ctx0" brushRef="#br0" timeOffset="47022.68">23692 7027 3432 0,'-5'-16'-179'0,"-1"1"25"0,3 1 30 0,-3 3 32 0,2 2 38 0,3 0 27 15,-3-2 21-15,-1 0 29 0,3-1 30 0,2 0 25 16,-1-3 28-16,-1 1 29 0,2-3 9 16,0-1 29-16,-2 4 13 0,2 2 17 0,0-2 12 15,0 6 6-15,0-4-4 16,-2 3-13-16,0 2-15 0,0 1-17 0,2 6-20 16,0-11-19-16,0 11 2 0,0 0 34 15,0 0 23-15,0 45 10 0,0-1 13 0,6 20 12 16,-2 11-6-16,4 28 5 0,1 12-2 15,2 2 7-15,1 6-2 0,-1 6-2 0,2 1 4 16,-1 4-169-16,-1-3-62 0,3 4 0 16,-3-4 0-16,0-1 0 0,1-7 0 0,1-7 0 15,-3-4 0-15,2-9 0 0,-5-27 0 16,-1-3 0-16,-1-6 0 0,2-8 0 0,-6-16 0 16,3-2 0-16,0-12 0 0,-2-8 0 15,-1-2 0-15,-1-1 0 0,2-5 0 0,0-3 0 16,0-1 0-16,-2 0 0 15,2-4 0-15,-2-5 0 0,2 5 0 0,-2-5 0 0,0 0 0 16,0 0 0-16,0 0 0 16,0 0 0-16,2-22 0 0,-4 15-234 0,-2-5-795 15,-3 0 114-15,-3-5-1130 0,-9-9-1459 16</inkml:trace>
  <inkml:trace contextRef="#ctx0" brushRef="#br0" timeOffset="48055.19">21044 8018 5080 0,'0'0'-310'0,"-4"-5"59"16,4 5 53-16,-2-7 57 0,2 7 47 15,0 0 55-15,-2-9 47 0,2 9 50 0,0 0 37 16,0-7 28-16,0 7 10 0,0 0 4 15,0 0-10-15,0 0-12 0,0 0 20 0,0 0 25 16,0 0 10-16,-9 28-9 0,7-11-9 16,-4 5-5-16,0 0-6 0,3 2-5 0,-3 0-9 15,4 0-4-15,0 0-11 16,2-3-6-16,0-2-8 0,0-2-9 0,2-4-6 16,2 3 0-16,0-3 0 0,-3-1 11 15,3-5-3-15,6 1-7 0,-4-3-6 0,3-2-11 16,0-3-9-16,-9 0-4 0,22-6-6 15,-10-2-1-15,-1-1-5 0,2-5-9 0,-1-2-2 16,-1 0 6-16,-4 7-14 0,1-2 0 16,0 1-3-16,-3 3-7 0,1-2 0 0,-4 5-10 15,-2 4 3-15,0 0-2 0,0 0 8 16,0 21-7-16,-2-9-2 0,-2 5 4 0,1 5-1 16,1 2 3-16,0 1 9 0,-2 0-1 15,6 3 3-15,0-2 4 0,0-1-1 16,1-1 1-16,1 0 3 0,0-2 0 15,-1-8-3-15,-1 2 0 0,3-5-2 0,-3 2-4 16,1-3 9-16,-3-2-12 0,2-1 6 16,0-1-21-16,-2-6 0 0,6 4-57 0,-6-4-56 15,0 0-66-15,0 0-71 0,0 0-100 16,9-21-103-16,-7 8-103 0,1 1-139 0,-3-1-105 16,0-1 93-16,1 2-664 0,-1-2-825 15</inkml:trace>
  <inkml:trace contextRef="#ctx0" brushRef="#br0" timeOffset="48522.36">21852 8038 3765 0,'6'-9'-14'0,"-3"0"40"0,-3 4 41 0,0-1 41 16,0 6 23-16,-1-10 13 0,1 10 11 0,-6-8-1 16,2 6 1-16,4 2-1 0,-17 0 1 15,17 0-4-15,-27 8 2 0,10 1 4 16,-8 7-1-16,0 4 6 0,2-1-7 16,5 3 0-16,-2-2 2 0,9-1-27 0,1 0 5 0,7-2-7 15,1 0-4-15,5 0-9 16,4 2-5-16,6 7-6 0,4-3-11 0,7-1-8 15,-1-1-9-15,4-1-2 0,4-1-13 16,-3 0-9-16,-3-2-1 0,-6-2-9 0,-2-1 6 16,-6 0-18-16,1-2 5 0,-2 3 18 15,-7 0 11-15,-3-3 9 0,0 2 8 0,-1 1 2 16,-9 1 12-16,3-1-92 0,-9 1-3 16,3-5 0-16,-4 3 0 0,-1-4 0 0,3 1 0 15,-2-2 0-15,2-4 0 16,-1-1 0-16,7 1 0 0,0-2 0 0,-3 1 0 0,3-3 0 15,9-1 0-15,-15 0 0 16,15 0 0-16,-14-5 0 0,8 2-216 0,6 3-174 16,-5-11-106-16,1 5-113 0,6-3-189 15,2-1-15-15,-1 0 90 0,5-4-687 0,6 1-862 16</inkml:trace>
  <inkml:trace contextRef="#ctx0" brushRef="#br0" timeOffset="48972.67">22334 8247 3988 0,'-17'4'43'0,"-2"-1"56"0,4-1 70 0,4-1 59 15,0 2 51-15,2-2 41 0,9-1 18 16,0 0 16-16,-21 1-6 0,21-1-10 0,-9 2-17 16,9-2-28-16,0 0-28 0,0 0-32 15,0 0-19-15,0 0-23 0,0 0-21 0,0 0-170 16,38-7 0-16,-21 6 0 0,4-1 0 16,-2 1 0-16,0-1 0 0,3 0-205 0,-6 0-104 15,2 0-80-15,-5 0-77 16,1-1-82-16,-2-2-113 0,-2 2-127 0,0-4 64 0,-3 2-671 15,2 0-847-15</inkml:trace>
  <inkml:trace contextRef="#ctx0" brushRef="#br0" timeOffset="49471.07">22708 8049 3891 0,'-13'-2'14'0,"3"0"40"0,-2-1 56 15,3 1 49-15,9 2 40 0,-15-2 25 16,15 2 29-16,-12-2 4 0,12 2-11 0,-8-4-7 16,8 4-13-16,0 0-22 0,0 0-21 15,-4-6-17-15,4 6-22 0,14-6-9 0,-14 6-17 16,23-5-8-16,-12 3-17 0,4 2-16 16,-15 0-3-16,23 2-22 0,-11 3 11 0,-2 3-9 15,-1 4 1-15,-4 3-9 16,-5 4 11-16,0 2 24 0,-1 5 13 0,-5 6 15 15,-1 4 12-15,-3-2 6 0,0 0-3 16,3 0-92-16,-1-1-32 0,-2-1 0 0,7-9 0 16,-1-2 0-16,-2-4 0 0,4-2 0 15,2 1 0-15,-1-3 0 0,-1-2 0 0,2-1 0 16,0-1 0-16,0-3 0 0,0 1 0 16,0 0 0-16,0-7 0 0,3 7 0 0,-3-7 0 15,10 2 0-15,-10-2-54 0,0 0-438 16,15-12-98-16,-5 5-134 0,-7 0-141 15,5 0 81-15,-4 2-808 0,2-2-1034 16</inkml:trace>
  <inkml:trace contextRef="#ctx0" brushRef="#br0" timeOffset="52689.04">21545 8330 3891 0,'0'0'-279'0,"0"0"45"0,0 0 38 16,0 0 38-16,0 0 31 0,0 0 38 0,0 0 24 15,0 0 27-15,0 0 21 0,0 0 20 16,0 0 17-16,0 0 16 0,0 0 15 0,0 0 19 16,0 0 11-16,0 0 22 0,0 0 12 15,0 0 12-15,0 0 9 0,0 0 12 0,0 0 2 16,0 0 5-16,0 0 1 16,0 0 5-16,0 0 1 0,0 0 1 0,0 0 3 15,0 0-1-15,0 0-3 0,0 0-7 16,0 0-6-16,0 0-10 0,0 0-11 0,0 0-9 15,0 0-12-15,0 0-6 0,0 0-14 16,15-4-10-16,-15 4-5 0,10-2-8 0,-10 2-5 16,8-3-9-16,-8 3-5 0,0 0 0 15,9-3-5-15,-9 3 1 0,0 0-10 16,0 0-3-16,0 0 2 0,0 0-5 0,0 0-3 16,0 0-2-16,0 0 2 0,0 0-2 15,0 0 8-15,-38 2-1 0,31 1 11 0,7-3 2 16,0 0 11-16,-20 1 3 15,20-1 7-15,-11 4 7 0,11-4 4 0,0 0 4 16,0 0-1-16,-14 0 0 0,14 0-1 16,0 0-7-16,0 0-8 0,0 0-3 0,0 0-7 15,0 0-4-15,0 0-3 0,0 0-6 16,0 0-8-16,0 0-3 0,31-8-5 0,-31 8 0 16,0 0-5-16,14-5 4 0,-14 5-6 15,0 0-2-15,0 0 0 0,11 0-4 0,-11 0 2 16,0 0 3-16,0 0 0 15,0 0-5-15,0 0 3 0,0 0 0 0,0 0-2 16,0 0 0-16,0 0 4 0,-31 8 0 16,31-8-1-16,0 0 1 0,-11 1-7 0,11-1 1 15,0 0-6-15,0 0-23 0,-8 4-61 16,8-4-81-16,0 0-98 0,-6 4-132 0,6-4-155 16,0 0-225-16,0 0-47 0,0 0 86 15,0 0-719-15,0 0-903 0</inkml:trace>
  <inkml:trace contextRef="#ctx0" brushRef="#br0" timeOffset="53603.97">20789 8349 3857 0,'-20'1'-124'16,"6"5"33"-16,-2-4 39 0,1 1 37 15,3-3 34-15,1 3 37 0,4-2 31 0,7-1 12 16,-18 2 12-16,11 0 3 0,7-2 8 16,-9 0-2-16,9 0 1 0,0 0-6 0,0 0-12 15,0 0-10-15,0 0-10 0,0 0-8 16,0 0-8-16,30-12-5 0,-13 9-9 16,6-1-4-16,0-1-7 0,-1 0-2 0,-3 1-5 15,3 3-3-15,-8-2-5 0,0 1-3 16,-3 0-3-16,0 0-6 0,-11 2 2 15,12-2-2-15,-12 2-1 0,0 0-2 0,0 0 1 16,0 0-1-16,0 0 2 0,-32 8 4 16,22-8 4-16,-3 4 6 0,0-4 4 15,1 2 6-15,5 0 4 0,7-2 5 0,-18 2 3 16,18-2-1-16,-13 2-5 0,13-2-4 16,0 0-5-16,-9 1-5 0,9-1-8 0,0 0-24 15,0 0-38-15,0 0-51 0,0 0-70 16,0 0-99-16,0 0-123 0,0 0-171 0,29-13-128 15,-24 9 70-15,4-1-466 16,1 0-549-16</inkml:trace>
  <inkml:trace contextRef="#ctx0" brushRef="#br0" timeOffset="54970.11">23339 7814 2753 0,'9'-6'-79'0,"-9"6"42"0,4-4 39 0,-4 4 30 16,0 0 36-16,10-6 35 0,-10 6 32 15,3-3 27-15,-3 3 15 0,6-5 18 16,-6 5 11-16,0 0 6 0,0 0 4 0,4-6 5 16,-4 6-8-16,0 0-7 0,0 0-5 15,2-6-15-15,-2 6-6 0,0 0-16 16,0 0-15-16,0 0-17 0,0 0-20 0,0 0-9 15,0 0 1-15,0 0 6 0,0 0 5 16,-35 24 9-16,12-5-5 0,-2 4 7 0,-7 10 12 16,-2 6 8-16,-4 5 25 0,2 3-1 15,2-2-2-15,1 3-2 0,3 2-4 0,5 1-5 16,2-1-7-16,5 2-97 0,5-3-53 16,8-8 0-16,3-1 0 0,6 0 0 15,3-3 0-15,9-4 0 0,8 2 0 16,6-2 0-16,-3-12 0 0,5-1 0 0,1-5 0 15,2-4 0-15,-3-3 0 0,-3-4 0 16,-7-4 0-16,-3 0 0 0,-1-4 0 0,-3-1 0 16,-2-2 0-16,-1-3 0 0,-5-4 0 15,-3-4 0-15,-2 1 0 0,-4-4 0 0,-6-1 0 16,-5-5 0-16,0 2 0 0,-9 4 0 16,4 3 0-16,-2 7 0 0,-1 4 0 15,-1 2 0-15,-1 4 0 0,-6 1 0 0,4 3-440 16,0 0-436-16,3 2-38 0,3 2 88 15,1-1-920-15,7 0-1179 0</inkml:trace>
  <inkml:trace contextRef="#ctx0" brushRef="#br0" timeOffset="57802.5">24309 7753 4501 0,'0'0'-197'0,"0"0"50"0,-12-1 54 0,12 1 47 16,0 0 54-16,0 0 43 16,-19-3 40-16,19 3 32 0,0 0 13 0,-17 3 12 15,17-3 1-15,0 0 3 0,-19 3-6 16,19-3-6-16,0 0-1 0,-10 2-2 0,10-2-2 16,0 0 23-16,0 0 11 0,0 0-16 15,0 0-7-15,0 0-16 0,48 0-15 0,-23-5-10 16,2 2-10-16,7-4-10 0,-4 3-11 15,-3 1-10-15,-5 3-13 0,2 0 1 16,-5 3-7-16,-2 3-5 0,-4-1 0 16,-3 7 2-16,-1 8-11 0,-5 2 16 0,-4 2 2 15,-6 16 8-15,0-1-5 0,-3 4 13 16,-5 3 3-16,5-6 5 0,0-4 1 0,2 1-3 16,0-2 1-16,2-5 1 0,1-4-2 15,0-3 4-15,2-6-13 0,2-2-4 0,-2 1-5 16,4-3-50-16,-2-1-3 0,2 0 0 15,0-1 0-15,0-3 0 0,-2 1 0 0,2 0 0 16,0-3 0-16,-2-6 0 0,1 11 0 16,-1-11 0-16,0 10 0 0,0-10 0 0,0 7 0 15,0-7-76-15,0 0-169 16,0 0-92-16,0 0-103 0,0 0-106 0,0 0-156 16,14-17-120-16,-8 10 81 0,-1-2-715 15,5-1-906-15</inkml:trace>
  <inkml:trace contextRef="#ctx0" brushRef="#br0" timeOffset="58537.89">25392 7870 3888 0,'0'0'-54'0,"0"0"47"15,0 0 46-15,0 0 34 0,0 0 37 16,0 0 31-16,0 0 26 0,0 0 24 0,5-5 27 16,-5 5 18-16,0 0-1 0,0 0 1 15,0 0-13-15,13 0-13 0,-13 0-8 0,0 0-12 16,14-5-9-16,-14 5-14 15,9-4-13-15,-5 1-24 0,1 0-6 0,1-3-8 0,0 1-9 16,0-2-12-16,-2-1 2 16,-3-1-14-16,3-3-7 0,-2-1-8 0,-4-2-8 15,-2-2-6-15,1-3-2 0,-3 0-5 16,-2-1-9-16,-7-2-1 0,3 3-3 0,-3 6-1 16,6 5-4-16,-7-1 2 0,3 5-8 15,-2 3 1-15,2 4 3 0,-5 2-21 0,2 7-6 16,-4 1 0-16,3-1 0 0,-2 9 0 15,5-3 0-15,5 3 0 0,3-5 0 0,3 1 0 16,-1 0 0-16,2-3 0 0,2 0 0 16,6 1 0-16,-1-2 0 0,3-2 0 0,4-1 0 15,-1 0 0-15,0-3 0 16,1-2 0-16,-1-2 0 0,0 2 0 0,-1-2 0 16,-10-2 0-16,17 4 0 0,-17-4 0 15,14 3 0-15,-9 1 0 0,3 3 0 0,-5 1 0 16,8 6 0-16,-4 1 0 0,-2 6 0 15,3 1 0-15,-3 10 0 0,4-5 0 0,-7-2 0 16,3 8 0-16,-1-8 0 0,-2 0 0 16,-1-8 0-16,-2 3 0 0,1-3 0 0,0-3 0 15,-2 0 0-15,0-2 0 0,-2-1 0 16,2 2 0-16,-5-1 0 0,-3-3 0 0,-3-1 0 16,-1 0 0-16,-1-1 0 15,0-1 0-15,-2-4 0 0,3 2 0 0,-3-2 0 16,5 0 0-16,-2-2 0 0,1 0 0 15,1 0 0-15,12 0 0 0,-22 0 0 0,13-2 0 0,9 2 0 16,-16 0 0-16,16 0 0 16,-16 0 0-16,16 0 0 0,-13 0 0 0,13 0 0 15,0 0-566-15,-10-7-437 0,12 0 109 16,-2 7-1054-16,21-19-1368 0</inkml:trace>
  <inkml:trace contextRef="#ctx0" brushRef="#br0" timeOffset="59385.5">26095 7927 4841 0,'-11'4'-203'0,"11"-4"89"16,-7 1 75-16,7-1 75 0,-9 1 62 0,9-1 41 15,0 0 46-15,-14 4 39 0,14-4 32 16,0 0 11-16,0 0 13 0,0 0 3 0,0 0-7 15,-13 2-7-15,13-2-9 0,0 0-25 16,0 0-17-16,0 0-18 0,40-7-29 0,-25 6-10 16,4-2-16-16,0 0-142 15,-2 1-3-15,2 0 0 0,-3 0 0 0,-5 2 0 0,-11 0 0 16,19-3 0-16,-19 3 0 16,15-1 0-16,-15 1 0 0,14 0 0 0,-14 0 0 15,0 0 0-15,13-4 0 0,-13 4 0 16,0 0 0-16,13 0 0 0,-13 0 0 0,0 0 0 15,0 0 0-15,0 0-374 0,0 0-116 16,8 4-134-16,-8-4-215 0,0 0 26 0,0 0 80 16,0 0-736-16,0 0-916 0</inkml:trace>
  <inkml:trace contextRef="#ctx0" brushRef="#br0" timeOffset="60053.8">26681 7610 3852 0,'2'-7'-81'0,"-2"7"68"0,0-13 66 0,0 6 55 15,0 1 41-15,0 6 29 0,0-12 20 16,0 12 14-16,-2-7-3 0,2 7-8 16,0 0-17-16,-4-9-19 0,4 9 26 0,0 0 26 15,-17 21 1-15,-2 1 4 0,2 9 10 16,-8 7 3-16,0 1 2 0,1 5-3 0,-1 0-18 15,4 0-7-15,1 3-13 0,7-5 1 16,2-3-35-16,3-8-152 0,2-2-10 16,6-2 0-16,0-7 0 0,2 3 0 0,2-6 0 15,3 3 0-15,0-4 0 0,0-3 0 16,2-1 0-16,5-3 0 0,-3-1 0 0,1-6 0 16,1 1 0-16,-2-1 0 0,0-2 0 15,-11 0 0-15,16-5 0 0,-7 3 0 16,-2-6 0-16,-1-1 0 0,-5-1 0 0,-1-2 0 15,0-1 0-15,-1 2 0 0,-1-1 0 16,-2 2 0-16,-2 0 0 0,0 1 0 0,0 3 0 16,-3 2 0-16,2 2 0 0,7 2 0 15,-18-2 0-15,18 2 0 0,-15 6 0 16,9-1 0-16,0 0-419 0,3 0-202 0,3-5-185 16,0 8-68-16,0-8 93 0,15 4-814 15,-2-2-1036-15</inkml:trace>
  <inkml:trace contextRef="#ctx0" brushRef="#br0" timeOffset="60336.89">27207 8018 4794 0,'-17'-5'150'0,"1"-1"52"0,5 2 53 16,4 0 44-16,-1 0 38 0,8 4 19 16,-10-5-31-16,10 5-24 0,-5-4-33 0,5 4-28 15,0 0-23-15,11-12-27 0,1 10-21 16,-1-2-81-16,4 0-88 0,2 2 0 16,3 0 0-16,-4-2-43 0,6 4-195 15,-1-2-100-15,-1 0-129 0,2 1-133 0,-1-1-194 16,-3 0-20-16,2 0 85 0,-7 0-689 15,0-1-868-15</inkml:trace>
  <inkml:trace contextRef="#ctx0" brushRef="#br0" timeOffset="60736.13">27529 7703 4363 0,'-3'-6'266'0,"1"0"57"0,2 6 17 0,-9-8 9 0,9 8 0 16,0 0-13-16,-3-3-22 0,3 3 13 15,0 0-5-15,0 0-6 0,0 0-23 16,3 31-30-16,4-22-233 0,-3 6-30 16,3-4 0-16,-2 4 0 0,7 2 0 0,-2-5 0 15,-1 1 0-15,1-1 0 0,-1 0 0 16,1-6 0-16,-3 4 0 0,1-3 0 0,-2-3 0 16,-1 0 0-16,1-1 0 15,-6-3 0-15,14 4 0 0,-14-4 0 0,11-2 0 16,-11 2 0-16,0 0 0 0,13-7 0 15,-13 7 0-15,8-2 0 0,-8 2 0 0,0 0 0 0,0 0 0 16,9 11 0-16,-9-1 0 16,-1 7 0-16,1 5 0 0,-4 11 0 0,0 6 0 15,0 1 0-15,4 1 0 0,0 2 0 16,-1-2 0-16,1-2 0 0,1-3 0 0,1-5 0 16,-2-6 0-16,4-4 0 0,-2-1 0 15,-2-1 0-15,2-4 0 0,0-3 0 0,-2 0 0 16,0-3-79-16,-2-1-965 0,-2-3 101 15,-2 0 97-15,2 1-949 0,4-6-1225 0</inkml:trace>
  <inkml:trace contextRef="#ctx0" brushRef="#br0" timeOffset="63867.75">23380 9015 4525 0,'0'0'-215'0,"0"0"51"0,0 0 49 0,0 0 44 15,0 0 36-15,0 0 42 16,-25 0 33-16,25 0 26 0,-26 6 21 0,11-3 14 16,-3 0 8-16,2 3 8 0,-2-1 3 15,0 1 2-15,2 0 5 0,-1 0-1 0,1-2-3 16,5 1-4-16,-1-2 0 0,5 1 10 16,7-4 4-16,-15 5 5 0,15-5 5 0,-8 2 23 15,8-2-2-15,0 0-10 0,0 0-11 16,0 0-13-16,0 0-14 0,32-15-15 0,-9 7-9 15,8-2-6-15,-4 3-8 16,5-1-13-16,-5 1-3 0,-4 0-12 0,-5 0-1 0,2 5-9 16,-9-1-5-16,1 0-2 15,-5 1-8-15,2 0-4 0,-9 2 0 0,0 0-2 16,0 0-3-16,0 0 4 0,0 0 0 16,-22 17-5-16,7-11 2 0,-9 2-1 0,2-1 3 15,-1 0 5-15,2 0 12 0,0-1 7 16,2-2 10-16,5 0 15 0,3 0 8 0,0 0 11 15,5-1 6-15,-4-1-6 0,10-2-87 16,-5 4 0-16,5-4 0 0,0 0 0 0,0 0 0 16,0 0 0-16,0 0 0 0,32-8 0 15,-21 7 0-15,1-1 0 0,-1 0 0 0,-11 2 0 16,18 0 0-16,-11-3 0 0,-7 3 0 16,11-1 0-16,-11 1 0 0,0 0 0 15,14-2 0-15,-14 2 0 0,0 0 0 0,0 0 0 16,0 0 0-16,0 0 0 0,0 0 0 15,0 0 0-15,0 0-427 0,0 0-134 0,-28 6-130 16,16-2-180-16,-3 1 72 0,-1 3 88 16,-2-2-694-16,-2 2-857 0</inkml:trace>
  <inkml:trace contextRef="#ctx0" brushRef="#br0" timeOffset="65283.72">23066 8979 3461 0,'0'0'-231'0,"0"0"33"0,0 0 38 16,0 0 33-16,0 0 26 0,0 0 23 16,0 0 19-16,0 0 19 0,0 0 23 0,0 0 27 15,-12 16 24-15,12-16 17 0,-4 8 16 16,3-3 18-16,-5 4 14 0,0 3 18 15,-5 0 17-15,-1 5 10 0,-6 2 6 16,-1 3 4-16,-5-1 1 0,3-1 4 0,1-3-5 16,0 0 3-16,-5-1 0 0,7-3-1 15,0-3 4-15,2 0 3 0,-2 0 3 0,4-3 4 16,-4-3 4-16,0 2-5 0,2-2-7 16,-2-2 5-16,3-2 1 0,2 0-7 15,-4-4-8-15,-1 1-12 0,2-2-2 0,-4-2-10 16,5 0-9-16,-4-2 0 0,2 1-6 15,-2-2-5-15,3-1-2 0,2 5-4 0,-2-6-3 16,3 7-11-16,-1-3-8 0,1 2-5 0,6-2-2 16,-3 4-4-16,0-3 0 15,3-1-1-15,-1 2-5 0,2 0-5 0,1 1-6 16,1 0-4-16,-2 1-40 0,3 1-9 16,3 3 0-16,-9-8 0 0,9 8 0 0,-5-6 0 15,5 6 0-15,-6-4 0 0,6 4 0 16,-3-4 0-16,3 4 0 0,0 0 0 0,0 0 0 15,-10-5 0-15,10 5 0 0,0 0 0 16,0 0 0-16,0 0 0 0,-6-4-156 0,6 4-112 16,0 0-107-16,0 0-126 0,0 0-153 15,0 0-204-15,0 0 84 0,-20 9 87 0,20-9-646 16,-12 8-788-16</inkml:trace>
  <inkml:trace contextRef="#ctx0" brushRef="#br0" timeOffset="71282.78">22473 8967 760 0,'0'0'189'0,"0"0"-38"0,0 0-16 16,0 0-3-16,0 0-2 0,0 0 0 15,0 0-6-15,0 0 7 0,0 0 13 16,0 0 11-16,0 0 10 0,0 0 7 0,0 0 6 16,0 0 13-16,0 0 2 0,0 0-3 15,-13-6-7-15,13 6-7 0,0 0-16 0,0 0-6 16,0 0-12-16,0 0-9 0,0 0-11 16,0 0-13-16,0 0-10 0,0 0-13 0,0 0-12 15,0 0-4-15,0 0 6 16,-2 13 15-16,2-6 4 0,0-7 3 0,2 19-3 15,-2-5 0-15,-2-2 6 0,2 1-6 16,0 1-1-16,-2 1 0 0,1-1-2 0,-3 3-2 16,-1-2 1-16,0 2-2 0,-3-1 1 15,-1 2 3-15,-5-1 2 0,-1 7 10 0,-6-2-3 16,-2 0 5-16,-4 1 4 0,-7 4 10 16,-6-3 2-16,1-2-1 0,-6 0 3 0,-2-5 1 15,-1-3 4-15,8-3 0 0,-2-3-1 16,0 2 1-16,4-6 1 0,6 0-1 0,5-2-113 15,4 0-17-15,2-2 0 16,-1 0 0-16,1 0 0 0,-1-2 0 0,6 2 0 16,-4-2 0-16,7 0 0 0,-4-1 0 15,4 0 0-15,1 3 0 0,-1-2 0 0,1-2 0 16,1 2 0-16,11 2 0 0,-18-4 0 16,11 2 0-16,7 2 0 0,-15-3 0 0,15 3 0 15,-10-3 0-15,10 3 0 0,0 0 0 16,-17-2 0-16,17 2 0 0,0 0 0 0,-9-1 0 15,9 1 0-15,0 0 0 0,-10-2 0 16,10 2 0-16,0 0 0 0,0 0 0 0,0 0 0 16,0 0-439-16,0 0-301 15,-15 2-196-15,15-2 92 0,0 0 92 0,0 0-772 0,0 0-968 16</inkml:trace>
  <inkml:trace contextRef="#ctx0" brushRef="#br0" timeOffset="71634.42">21540 9297 3954 0,'-10'-5'-19'0,"10"5"50"16,-8-2 17-16,8 2 7 0,0 0-1 0,0 0 23 16,-19 3 38-16,13 4 27 0,1 1 15 15,-4 3 7-15,-2 3 11 0,2 1 8 16,-2 5 5-16,-5 3 6 0,0 2 10 15,-5-1-2-15,-1 3 4 0,2-4 3 0,-5 0-4 16,0-3-12-16,-2-1-8 0,2-2-9 16,0-3-5-16,1-5-8 0,1-3-6 0,0-2-15 15,2-2-8-15,-6-4-12 0,-7-5-13 16,0-5-14-16,0-2-95 0,1-3 0 0,5-3 0 16,3-1 0-16,-6-4 0 0,11 4 0 15,1-1 0-15,6 7 0 0,1 3 0 0,0 4 0 16,7-1 0-16,-2 1 0 0,4 2 0 15,-3 2-183-15,6 4-163 0,-2-8-87 0,2 8-103 16,11-5-159-16,0 2-142 16,3-2 78-16,8 1-738 0,3-2-944 0</inkml:trace>
  <inkml:trace contextRef="#ctx0" brushRef="#br0" timeOffset="73683.66">23414 7621 3871 0,'0'0'-102'0,"0"0"44"0,-3-10 47 16,3 10 33-16,-2-7 40 0,2 7 17 0,-4-10 27 16,2 5 16-16,2 5 18 0,-2-12 12 15,2 5 6-15,-1 0 8 0,1 7 4 0,-2-13 10 16,2 13 4-16,-2-9 5 0,-2 1-7 16,4 8 4-16,-4-12-5 0,0 6-11 0,-2 1-14 15,1-2-6-15,-3 0-10 16,0 1-8-16,-1-2-5 0,0 4-9 0,-1-3-3 15,-2 3-1-15,-1-2-8 0,1 3-7 16,1 0-15-16,-3 1-7 0,3-2-7 0,0 4-7 16,-3-3-7-16,2 2-21 0,-6 1-5 15,18 0-3-15,-22 4-5 0,10-1-5 16,-5 2 2-16,3-1-1 0,0 4-1 0,0 1-3 16,1 1 0-16,-3 0-2 0,1 3-4 15,1 0 9-15,1 1-9 0,2-2-1 0,-2 5-3 16,1-5 1-16,0 3 2 15,1 1-3-15,0-3 8 0,1 3-10 0,1-1 3 16,0 1 3-16,-2 0-8 0,4-3 1 16,0 1-2-16,-3 2 3 0,4 0-3 0,-1 0 9 15,1-2-8-15,1 1-1 0,-1 2 1 16,-1-4 12-16,4 3-12 0,-3-2 0 0,3 4 8 16,-3-3-2-16,2 1-3 0,-2 1-3 15,0-1 2-15,3 1 0 0,-1 0-3 0,-2 3 0 16,3-3-1-16,-1 4 4 0,-1-3 2 15,3-2-4-15,-1 1-1 0,1-2 2 16,-2 2 2-16,4-2-2 0,-2-1-1 0,2 0 1 16,0-1 2-16,-1 3 1 0,1-1-2 15,-2-1-1-15,0 0 0 0,0 1-1 16,0 1-1-16,0-1 5 0,2-1-3 0,0-3-1 16,0 5-1-16,-1-4 2 0,1 2 1 15,0-2 0-15,0-1 0 0,1 4 1 0,1-3-1 16,-4-1-1-16,4 3-1 0,-2-2 2 15,2-1-5-15,-2 2 6 0,2-1-2 0,-2 0-1 16,0 0 6-16,0 0-7 16,0 2 3-16,2 0-3 0,0-1 5 0,-2 1-4 0,1-1-1 15,-1 3 0-15,0-2 4 16,2 1-1-16,0-2-1 0,0-1-1 0,2 0 3 0,-3 0-2 16,1-1-1-16,3 3 7 0,-1-2-3 15,-2-2-3-15,-1 2 2 0,1-1-3 16,0-3 4-16,0 2-4 0,0 2 8 15,0-3-8-15,-1 1 0 0,-1 0 0 0,2 2 0 16,-2-5 0-16,2 3 0 0,0 0 0 16,0-1 0-16,0 1 0 0,1-2 0 0,-2 1 0 15,-1 0 0-15,2 0 0 0,2 2 0 16,-2-1 0-16,1 0 0 0,-1 0 0 0,2-1 0 16,0 1 0-16,-3 1 0 0,3 1 0 15,1 0 0-15,-3-2 0 0,1 2 0 0,-1-2 0 16,2 0 0-16,0 1 0 0,-1-1 0 15,3 0 0-15,0 0 0 0,4 2 0 16,-5-5 0-16,2 3 0 0,2 2 0 16,-2-3 0-16,2 3 0 0,-1-2 0 0,2-1 0 15,-3 1 0-15,1 0 0 0,-1-4 0 16,1 3 0-16,0-3 0 0,-1 0 0 0,1-1 0 16,0 2 0-16,-1-2 0 0,1 0 0 15,-3 0 0-15,-5-5 0 0,18 7 0 0,-9-4 0 16,1 1 0-16,1-1 0 0,0-1 0 15,0 1 0-15,-2-1 0 0,2 0 0 16,-1-1 0-16,-3 1 0 0,4 0 0 16,-11-2 0-16,22 2 0 0,-13-2 0 0,1 0 0 15,-10 0 0-15,20 0 0 0,-7 0 0 16,-2-2 0-16,1 2 0 0,1-4 0 0,-2 3 0 16,2-1 0-16,-1-1 0 0,-1 1 0 15,-1-1 0-15,-1-1 0 0,-9 4 0 0,18-4 0 16,-11 0 0-16,-7 4 0 0,15-2 0 15,-11-2 0-15,4 1 0 0,-3 0 0 0,-5 3 0 16,13-11 0-16,-4 5 0 0,-2 2 0 16,0-4 0-16,1 3 0 0,0-3 0 0,-1 2 0 15,1-2 0-15,-3 0 0 16,6 0 0-16,-4 1 0 0,-2-3 0 0,5 4 0 0,-6-1 0 16,4 0 0-16,-3-2 0 15,1 3 0-15,-1-3 0 0,4 3 0 0,-6-2 0 16,5-2 0-16,-5 2 0 0,3-1 0 15,-1-1 0-15,0-1 0 0,1 0 0 0,-3 0 0 16,5-1 0-16,-5-1 0 0,3-1 0 16,1-1 0-16,-4 2 0 0,3-3 0 0,-3 5 0 15,1-5 0-15,0 1 0 0,-1-1 0 16,0-1 0-16,1 0 0 0,-2 0 0 0,2 0 0 16,-4-2 0-16,1 0 0 0,-1-1 0 15,2-3 0-15,-2 5 0 0,4-4 0 0,-2-2 0 16,-2 5 0-16,2 0 0 15,-2-1 0-15,1 1 0 0,-1-3 0 0,0 3 0 16,0-1 0-16,-1-6 0 0,-1 2 0 16,-2-1 0-16,0-8 0 0,-1-1 0 0,-1 0 0 15,-2-1 0-15,1 1 0 0,-1 0 0 16,1 1 0-16,-2 1 0 0,6 6 0 0,-5 4 0 16,5 1 0-16,-3 1 0 0,0-1 0 15,2 1 0-15,-2 6 0 0,1-2 0 0,-1 0 0 16,1 3 0-16,-4-1 0 0,4 0 0 15,-2 2 0-15,-3 1 0 0,2 0 0 16,-3 1 0-16,2 0 0 0,-3 1 0 0,1 2 0 16,-1 2 0-16,-1 0 0 0,2 2 0 15,-3-1 0-15,3 1 0 0,3 1 0 0,8 2 0 16,-15-2 0-16,15 2 0 0,-12-1 0 16,12 1-514-16,0 0-419 0,-13 3 13 0,13-3 100 15,0 0-882-15,0 0-1136 0</inkml:trace>
  <inkml:trace contextRef="#ctx0" brushRef="#br0" timeOffset="75816.28">24531 7339 4376 0,'-5'-11'-216'0,"-4"1"38"0,0 3 38 16,2-1 35-16,-1 1 21 0,-1 0 30 15,3 0 40-15,-2 0 23 0,1 0 13 16,0 2 12-16,0 0-8 0,3 0 1 0,-1 1-1 15,5 4-2-15,-9-5-6 0,9 5 4 16,0 0 1-16,-16-2 8 0,16 2 10 16,-13 7 6-16,4 0 11 0,-3 4 7 0,1 1 5 15,-3 5 11-15,-5 7 1 16,0 3 5-16,-4 11 4 0,6-6-4 0,-6 9 0 0,2 4 0 16,-1 1 4-16,-1 1 4 0,-1 2 0 15,5-1 0-15,2 1-3 0,2-1 2 0,2 5-1 16,0 1-1-16,1 0 5 0,3 1 1 15,1 0 0-15,4-2-8 0,2-9 5 0,0 2-7 16,2 1-5-16,2-1-10 16,1 9-4-16,2-11 1 0,2 6 1 0,1-9 0 15,-1 0-11-15,9 5-4 0,-3-11-5 16,3 0-1-16,5 4-1 0,-3-8 2 0,5-2 8 16,2-4-3-16,0 0-7 0,3-2 3 15,1 0-11-15,-3-5-1 0,1-1-1 0,0-1 3 16,-6-3 1-16,1-5 10 0,-6-1 8 15,2-2 11-15,-3 0 2 0,0-1 5 0,0-4 4 16,-1 0 3-16,2-2-7 16,0-3-10-16,1-1-5 0,0-6-5 0,8-9-11 15,-3 0-2-15,5-13-6 0,0-3-6 16,-2-4-8-16,0-7-26 0,-3-7 0 0,-1-3 0 16,-3-8 0-16,-5-4 0 0,-2-7 0 15,-3-20 0-15,-4-4 0 0,-4-5 0 0,-6 1 0 16,-6 0 0-16,1 5 0 0,-4 12 0 15,-2 19 0-15,-2 4 0 0,-5 4-8 0,1 8-15 16,-6 5 1-16,-2 7-12 0,1 7-7 16,-6 5-25-16,-7 8-22 0,5 11-25 0,-1 4-27 15,-6 10-28-15,-8 8-35 16,-2 4-39-16,4 9-52 0,-1 5-62 0,7 5-55 0,0 6-78 16,9-4-130-16,4 1-111 15,3-1 81-15,10-6-540 0,6-2-653 0</inkml:trace>
  <inkml:trace contextRef="#ctx0" brushRef="#br0" timeOffset="76382.64">25353 7289 3247 0,'-11'-12'-67'0,"-1"2"18"0,0 3 22 0,-2 3 8 0,0 1 14 0,-3 3 24 0,-2 3 15 16,-12 9 19-16,-1 9 17 0,-4 11 21 0,-5 9 20 16,-2 21 13-16,-2 10 20 15,6 6 19-15,3 2 17 0,3 6 3 0,8 3 4 16,8 0-6-16,8-16-10 0,7 0-5 16,2-4-8-16,5 2-11 0,9-1-18 0,5-8-9 15,6-3-15-15,0-4-10 0,3-8-10 16,6-5-8-16,2-7-5 0,3-6-8 0,-5-11-5 15,4-4-3-15,0-7-5 0,7-7-7 16,-6-6 0-16,3-3-5 0,6-15 2 0,-5-3-11 16,2-6-2-16,-7-9-1 15,-4-6-1-15,-4-7-3 0,1-22 1 0,-16 10 3 16,-5-6-3-16,-9-6 0 0,-6-23-5 16,-13-1-3-16,-4 2-5 0,-8 8-1 0,-9 6-4 15,-3 14-2-15,-6 11 0 0,7 25-6 16,-9 5-8-16,-7 13-25 0,-3 15-26 0,-1 6-34 15,-1 10-46-15,-5 11-74 0,-14 15-90 16,4 8-94-16,7 5-165 0,-1 4-164 0,2 3 84 16,12-3-528-16,17-11-639 0</inkml:trace>
  <inkml:trace contextRef="#ctx0" brushRef="#br0" timeOffset="79015.28">24821 9087 3015 0,'6'-5'-71'16,"-6"5"55"-16,6-7 45 0,-6 7 55 0,1-5 52 15,-1 5 40-15,4-5 37 0,-4 5 34 16,2-5 35-16,-2 5 10 0,0 0 40 16,0 0 12-16,2-7 17 0,-2 7 6 15,0 0-6-15,0 0-5 0,0 0-9 0,2-9-25 16,-2 9-16-16,0 0-27 0,0 0-38 15,0 0-53-15,0 0-188 0,0 0 0 0,1 29 0 16,2-3 0-16,-3 1 0 0,0 14 0 16,0 1 0-16,2 3 0 0,0 1 0 0,0-2 0 15,1 3 0-15,3-6 0 0,-4-1 0 16,2-1 0-16,-3-11 0 0,1-5 0 0,-2-4 0 16,2-2 0-16,0-3 0 0,-2-2 0 15,3-1 0-15,-3-2 0 0,0 0 0 16,0-2 0-16,0-7 0 0,0 8 0 15,0-8 0-15,0 0 0 0,0 0 0 0,0 0 0 16,0 0 0-16,5-29 0 0,1 16-747 16,-1-6-225-16,5-2 86 0,3-6 100 0,4-2-846 15,2 2-1072-15</inkml:trace>
  <inkml:trace contextRef="#ctx0" brushRef="#br0" timeOffset="79347.31">25304 9151 4841 0,'3'-8'115'0,"-1"-1"59"15,0 3 28-15,-2 6 48 0,0-8 16 16,0 8 21-16,0 0 16 0,0 0 7 0,0 0-1 16,-29 24-9-16,14-1-14 0,0 2-8 15,-3 6-13-15,2 2-260 0,-5 8-5 0,8-9 0 16,-1 4 0-16,3-2 0 0,0 1 0 16,6 0 0-16,1-8 0 0,2-4 0 0,2-2 0 15,2 1 0-15,4-1 0 0,-3-2 0 16,6-4 0-16,-2-1 0 0,2-4 0 0,2 0 0 15,0-5 0-15,-4 3 0 0,3-4 0 16,-2-2 0-16,-1 0 0 0,-7-2 0 16,0 0 0-16,0 0 0 0,18-10 0 0,-17 4 0 15,-1 0 0-15,0 6 0 0,0-11 0 16,0 11 0-16,-6-12 0 0,0 7 0 0,3 2 0 16,-7-1 0-16,10 4 0 0,-19 0 0 15,19 0 0-15,-25 7 0 0,12 0 0 0,-3 0-707 16,-2 1-265-16,-1 4 88 0,2-4 96 15,1 0-858-15,7-4-1084 0</inkml:trace>
  <inkml:trace contextRef="#ctx0" brushRef="#br0" timeOffset="79731.77">25123 8998 4316 0,'-27'-6'26'0,"-2"4"42"0,1 2 20 16,-17 8 15-16,-9 9 20 0,-4 11 33 16,3 2 57-16,-13 23 18 0,9 7 35 0,1 8 11 15,14 5 0-15,8 8-6 0,16-15-7 16,7 0-9-16,13 0-16 0,8-2 2 0,11-3-23 16,12-6-12-16,7-4-16 0,21 2-27 15,-6-21-163-15,6-4 0 0,4-10 0 0,7-8 0 16,-3-8 0-16,2-8 0 0,-2-6 0 15,-2-9 0-15,-5-5 0 0,0-3 0 16,-5-5 0-16,-3-3 0 0,-9-6 0 0,-1-3 0 16,-14-4 0-16,-3-4 0 0,-5-2 0 15,-13-1 0-15,-9-5 0 0,-5-3 0 16,-13-2 0-16,-10-15 0 0,-8 9 0 0,-8 12 0 16,1 15 0-16,-9 12 0 0,-5 8 0 15,-8 7 0-15,-3 11 0 0,1 5 0 0,-1 7-341 16,0 7-265-16,4 4-166 0,-1 7-108 15,6 6 95-15,0-1-850 0,6 4-1073 0</inkml:trace>
  <inkml:trace contextRef="#ctx0" brushRef="#br0" timeOffset="81581.53">26142 8467 4327 0,'-19'1'-155'0,"3"3"44"0,2-3 46 0,0 1 48 16,1-2 39-16,3 0 35 0,10 0 31 15,-15 0 25-15,15 0 5 0,-9 2 7 16,9-2 5-16,0 0-6 0,0 0-15 0,0 0-9 16,0 0-9-16,50-7-9 0,-9 4-9 15,4-1-7-15,5 1-7 0,-1 1-7 0,-1 1-4 16,2 1-6-16,-5 0-8 0,-3 0-5 16,-10-1-12-16,-5 2-5 0,-6-1-7 15,-5 0-2-15,-1 0-4 0,-4-1-1 16,-11 1-3-16,16 0 5 0,-16 0 0 0,0 0 0 0,0 0 3 15,0 0-1-15,0 0 1 16,-52-6 0-16,23 2 4 0,2 2 2 0,-1 1 7 16,-3-1-3-16,6 0 6 0,3 2-1 15,3-1 0-15,6 1-3 0,1-2-2 0,3 2-2 16,9 0-8-16,-15 0 0 0,15 0-18 16,0 0-39-16,0 0-54 0,0 0-99 0,32-5-121 15,-10 3-160-15,15-3-186 0,7 0 52 16,11-4 68-16,6 2-356 0,6 0-392 0</inkml:trace>
  <inkml:trace contextRef="#ctx0" brushRef="#br0" timeOffset="82097.32">27087 8379 2531 0,'-27'9'-16'0,"3"-2"29"16,1-2 32-16,2 2 30 0,4-4 24 0,-1 2 24 15,5-1 29-15,1-1 15 0,5-1 7 16,0 1 6-16,7-3 0 0,-4 4-3 0,4-4-15 16,0 0-14-16,30 1-17 0,-4-2-12 15,17-3-14-15,4 2-9 0,14-4-13 0,3 1-9 16,-2-1-19-16,-1 0-19 0,-15 0-19 16,-2 3-18-16,-8 0-11 0,-7-1-5 15,-7 1-7-15,-8 3-2 0,-3-2 1 16,-11 2 4-16,0 0 3 0,0 0 3 0,0 0 6 15,0 0 3-15,-69 7 8 0,28-5 14 16,-3 1 17-16,4-1 14 0,7-1 16 0,9 1 5 16,2-2-2-16,8 2-8 0,0 0-4 15,3-2-7-15,1 1-3 0,10-1-5 16,-12 0-4-16,12 0-3 0,0 0-10 0,0 0-28 16,0 0-35-16,0 0-57 0,56 2-68 15,-33-4-80-15,-2 2-84 0,7-3-108 0,11-2-200 16,-2 0 54-16,-2-2 71 15,-7 2-276-15,-5 1-276 0</inkml:trace>
  <inkml:trace contextRef="#ctx0" brushRef="#br0" timeOffset="88133.92">23534 6505 2004 0,'4'-7'-36'0,"-4"7"16"15,0 0 25-15,0-8 20 0,0 8 16 0,0 0 19 16,0 0 21-16,-4-9 17 0,4 9 15 15,0 0 14-15,-1-5 0 0,1 5 4 0,0 0 3 16,0 0 4-16,0 0-7 16,1-9-1-16,-1 9-4 0,4-3 10 0,-4 3-4 0,0 0 10 15,10-5 3-15,-10 5 4 16,0 0 2-16,6-5 1 0,-6 5 3 0,0 0 1 16,0 0 4-16,0 0-1 0,0 0 0 15,2-9-8-15,-2 9-6 0,0 0-8 0,0 0-11 16,2-7-7-16,-2 7-11 0,0 0-7 15,0 0-8-15,0 0 2 0,1-9-5 0,-1 9-13 16,0 0 4-16,0 0-1 0,0 0-6 16,0 0-13-16,0 0-2 0,0 0 2 0,0 0-8 15,0 0-12-15,0 0-9 0,0 0-5 16,0 0-5-16,0 0 0 0,0 0 0 16,0 0-1-16,0 0-3 0,0 0-7 0,0 0 5 15,0 0 0-15,0 0-1 16,8 25-6-16,-5-17 2 0,0 4 2 0,1-1-6 15,0 2 1-15,-1 1-1 0,-3 3 1 16,2 0 0-16,2 0 3 0,-4 2-7 0,0 0 4 16,-2 0 5-16,2-1-6 0,-2 2-4 15,2-3 4-15,0-1 1 0,0-3 1 16,4 1-4-16,-4-2 4 0,2 0-4 16,0 0 7-16,-1-2-1 0,1 0-1 0,0-1 4 0,0-2-2 15,1 0 8-15,-3-7 0 16,2 11 2-16,0-4 3 0,-2-7 1 0,0 11 2 15,0-11-4-15,0 10-5 0,0-10 4 16,1 10 1-16,-1-10-6 0,2 9-5 0,-2-9 7 16,2 8-2-16,-2-8-5 0,4 9-1 15,-1-3-2-15,-3-6-2 0,6 12 4 0,-4-7-4 16,-2-5 0-16,3 8 0 0,2-4 0 16,-5-4 1-16,6 12 0 0,-4-6-3 0,-2-6 1 15,5 11 6-15,-3-5-7 0,0 1 2 16,-2-7 5-16,3 14 4 0,-1-7 19 15,3 0 8-15,-3 0-5 0,-2-7 0 0,3 12-3 16,-1-5-2-16,0-1-2 0,2 1-19 16,-2 2-2-16,1-2 9 0,-3-7-12 15,2 13-8-15,2-6 0 0,-4 0 0 0,2 2 0 16,0-3 0-16,-1 3 0 0,-1-1 0 16,0 0 0-16,0 1 0 0,3-2 0 15,-3 2 0-15,2 1 0 0,0-1 0 0,0 1 0 16,0-2 0-16,-1 4 0 0,1-3 0 15,0 1 0-15,2 1 0 0,0-3 0 0,-3 2 0 16,3 1 0-16,1-3 0 16,-2 2 0-16,-1 2 0 0,2-4 0 0,0 4 0 0,-2-3 0 15,-1 3 0-15,1-2 0 0,2 0 0 16,-2-1 0-16,0-1 0 0,-2 1 0 0,2-1 0 16,-2 1 0-16,2-1 0 15,2-1 0-15,-4 2 0 0,2 0 0 0,-2-1 0 16,2 0 0-16,-2 1 0 0,1-1 0 15,-1 4 0-15,0-1 0 0,0-1 0 0,2 3 0 16,-2-1 0-16,0-2 0 0,0 1 0 16,2-1 0-16,0 2 0 0,0 0 0 0,0-1 0 15,0 0 0-15,-1-1 0 0,1 0 0 16,0 0 0-16,3 1 0 0,-3-1 0 0,-1 0 0 16,3-1 0-16,0 1 0 0,-2 0 0 15,-1-1 0-15,1 3 0 0,0-1 0 16,2-3 0-16,0 4 0 0,-2-1 0 15,0-2 0-15,2 2 0 0,0-2 0 0,-3 0 0 16,1 2 0-16,2-2 0 0,-2-1 0 16,0-1 0-16,0 2 0 0,-1-3 0 0,-1-6 0 15,2 16 0-15,3-8 0 0,-5 1 0 16,2-2 0-16,0 1 0 0,-1 3 0 0,-1-1 0 16,0-2 0-16,2 3 0 0,2-3 0 15,-4 2 0-15,2-5 0 0,0 4 0 0,-2 0 0 16,1-1 0-16,1-1 0 0,-2 2 0 15,2 0 0-15,0-2 0 0,-2 2 0 16,2-4 0-16,-2 7 0 0,0-4 0 0,2 1 0 16,-2 3 0-16,0-2 0 0,2 1 0 15,0 1 0-15,-2 1 0 0,0-1 0 16,2-4 0-16,-2 1 0 0,2-1 0 0,0 1 0 16,-2-1 0-16,0 1 0 0,2-2 0 15,0 1 0-15,-2-8 0 0,0 14 0 16,0-5 0-16,1-2 0 0,-1-7 0 0,0 15 0 15,2-8 0-15,-2 1 0 0,0-1 0 16,2 2 0-16,-2-9 0 0,2 15 0 0,-2-8 0 16,2 0 0-16,-2 2 0 0,0-9 0 15,0 16 0-15,0-11 0 0,0 5 0 0,2-2 0 16,-2-2 0-16,0 3 0 16,0-1 0-16,1 2 0 0,-1-2 0 0,0-1 0 15,0 1 0-15,0 1 0 0,0 0 0 16,0-2 0-16,0 3 0 0,0 0 0 0,0-1 0 15,-1-1 0-15,1 3 0 0,0-5 0 16,0 6 0-16,0-5 0 0,0 2 0 0,1 0 0 16,-1-1 0-16,0 4 0 0,2-2 0 15,-2 1 0-15,2 0 0 0,0-1 0 0,1 2 0 16,-3-3 0-16,2 1 0 0,-2 2 0 16,2 1 0-16,-2-3 0 0,1 2 0 0,-1-1 0 15,0-1 0-15,2 0 0 16,-2-1 0-16,2 1 0 0,0 0 0 0,0-1 0 15,0-1 0-15,-1-1 0 0,-1 2 0 16,0-9 0-16,2 15 0 0,0-8 0 0,-2 0 0 16,0-7 0-16,2 13 0 0,0-6 0 15,-2 0 0-15,2 0 0 0,-2-7 0 0,1 16 0 16,-1-10 0-16,0 3 0 0,3-2 0 16,-3 2 0-16,2-2 0 0,-2 2 0 0,0 0 0 15,2-1 0-15,-2-8 0 0,2 17 0 16,-2-9 0-16,0-1 0 0,2 0 0 0,0 0 0 15,-2 3 0-15,0-4 0 16,1 3 0-16,-1-2 0 0,0 2 0 0,0-1 0 0,0 3 0 16,0-3 0-16,2 2 0 15,-2 1 0-15,0 0 0 0,2 0 0 0,-2-3 0 16,0 3 0-16,2-1 0 0,-2 0 0 16,0-1 0-16,0-1 0 0,0 1 0 0,2-1 0 15,-2-1 0-15,0 1 0 0,2 1 0 16,-2 0 0-16,0-1 0 0,1 3 0 0,-1-1 0 15,0 2 0-15,0-4 0 0,0 5 0 16,0-3 0-16,0 4 0 0,2-2 0 0,-2 0 0 16,0 2 0-16,0-2 0 0,0 0 0 15,0-2 0-15,0 2 0 0,2-2 0 16,0 0 0-16,-4 1 0 0,4-3 0 0,-2 2 0 16,0-3 0-16,0 3 0 0,0-1 0 15,0-1 0-15,0 1 0 0,3 2 0 0,-3-3 0 16,0 2 0-16,2 1 0 0,-2-2 0 15,0 0 0-15,0 0 0 0,0-1 0 0,0 4 0 16,0-5 0-16,2 3 0 0,-2-2 0 16,0 1 0-16,0 1 0 0,0 0 0 0,1 4 0 15,-1-2 0-15,0 5 0 0,0-2 0 16,0 4 0-16,0 0 0 0,2 1 0 0,2 3 0 16,-2-4 0-16,-2 5 0 0,2-5 0 15,-1 2 0-15,-1 1 0 0,2-3 0 16,-2-2 0-16,4-1 0 0,-2-2 0 15,0-1 0-15,-1-3 0 0,-1 0 0 0,3-1 0 0,-1-1 0 16,0-1 0-16,-2 0 0 16,2-2 0-16,-2-5 0 0,0 10 0 0,2-5 0 15,-2-5 0-15,0 9 0 0,0-9 0 16,2 7 0-16,-2-7 0 0,1 6 0 0,-1-6 0 16,0 0 0-16,0 0 0 0,0 6 0 15,0-6 0-15,0 0 0 0,0 0 0 0,0 0 0 16,2 6 0-16,-2-6 0 0,0 0 0 15,0 0 0-15,0 0 0 0,0 0 0 0,0 0 0 16,-25-15 0-16,12 6-365 16,-1-3-650-16,0-1 106 0,-9-8-1098 0,-1-3-1424 15</inkml:trace>
  <inkml:trace contextRef="#ctx0" brushRef="#br0" timeOffset="89945.02">20777 7003 5272 0,'0'0'-173'0,"-13"-1"88"16,13 1 63-16,0 0 43 0,-9-5 25 15,9 5 21-15,0 0 20 0,0-10 20 16,0 10 5-16,0 0 9 0,11-16-6 16,-6 12-4-16,5-3-3 0,2 3-18 0,-1-2-7 15,1 4-9-15,-1 0-12 0,0 2-2 16,-11 0-7-16,23 3-6 0,-13 2 1 0,-3 3 5 15,1 0 15-15,-3 0 21 0,-5 5 23 16,-1 4 18-16,-5 2 14 0,-1 1 18 0,-7 7 1 16,1-2 10-16,-1-4 3 15,5-3 2-15,-1-3-2 0,0-1-13 0,5-3-163 0,-1-1 0 16,3 0 0-16,-1-4 0 0,0 0 0 16,4-6 0-16,-2 10 0 0,2-10 0 0,11 7 0 15,-1-3 0-15,3-3 0 16,0-1 0-16,9 0 0 0,-3-3 0 0,1 1 0 15,2 0 0-15,1-2 0 0,-3 2 0 16,-1-2 0-16,-1 2 0 0,-3 0 0 0,-1 1 0 16,-3-2 0-16,0 3 0 0,-11 0 0 15,17 0 0-15,-11-3 0 0,-6 3 0 0,13-1 0 16,-13 1 0-16,0 0 0 0,14 0 0 16,-14 0 0-16,0 0-471 0,0 0-314 15,0 0-149-15,11 0 86 0,-11 0-905 16,0 0-1183-16</inkml:trace>
  <inkml:trace contextRef="#ctx0" brushRef="#br0" timeOffset="90428.77">21691 6757 5109 0,'-5'-8'28'0,"-1"1"57"0,4 0 15 0,1 0 2 0,1 0 5 16,0 7-2-16,1-10-14 0,1 5-8 0,4-1-7 15,0 2-10-15,-6 4-8 16,13-4-3-16,-4 4-8 0,2-1-7 0,-11 1-4 16,0 0-1-16,24 9-3 0,-18-3-6 15,3 1 4-15,-5 0-1 0,0 1 0 0,-2 2 10 16,-2 2 6-16,-2 2 6 0,0 3 0 15,-2 1-2-15,1-2-4 0,-3 1 1 0,2-6 7 16,4 1 4-16,-1-2-1 0,1 0 3 16,0-1 18-16,1-1 16 0,-1 2 14 0,0-3 6 15,4 1-12-15,0 0 6 0,-1 1-5 16,-1-3-3-16,4 4-8 0,-3 0-7 0,4-2-8 16,-1 3-6-16,-3 1-4 0,5 1-9 15,-5 1-29-15,3 0-28 0,-4-1 0 16,0 1 0-16,0-2 0 0,-2 0 0 15,-2 2 0-15,2-3 0 0,-4 3 0 0,-2-2 0 16,3-1 0-16,-5 1 0 0,3-2 0 16,-4-3 0-16,2 0 0 0,0-2 0 0,-3-1 0 15,10-4 0-15,-14 5 0 16,9-4 0-16,5-1-222 0,0 0-283 0,-16-8-132 16,14 1-203-16,2 0-9 0,0 7 99 0,9-17-742 15,-4 3-940-15</inkml:trace>
  <inkml:trace contextRef="#ctx0" brushRef="#br0" timeOffset="91145.12">22370 6702 4284 0,'-3'-8'104'16,"1"3"62"-16,-2-2 46 0,4 7 27 0,-3-11 37 15,3 11 32-15,-5-8 15 0,5 8 4 16,-2-7-12-16,2 7-13 0,0 0-17 0,-2-10-11 16,2 10-6-16,0 0-6 15,0-8-29-15,0 8-220 0,0 0-13 0,0 0 0 16,0 0 0-16,0-9 0 0,0 9 0 16,0 0 0-16,0 0 0 0,2-10 0 0,-2 10 0 15,0 0 0-15,4-10 0 0,-4 10 0 16,3-8 0-16,-3 8 0 0,1-6 0 0,-1 6 0 15,0 0 0-15,2-9 0 0,-2 9 0 16,0 0 0-16,2-8 0 0,-2 8 0 0,0 0 0 16,0 0 0-16,2-8 0 0,-2 8 0 15,0 0 0-15,0 0 0 0,0 0 0 16,0 0 0-16,0 0 0 0,4-7 0 16,-4 7 0-16,0 0 0 0,0 0 0 0,0 0 0 0,0 0 0 15,0 0 0-15,0 0 0 16,1 23 0-16,1-13 0 0,0 3 0 0,-2 5 0 15,4-1 0-15,-2 2 0 0,1 3 0 16,-1 1 0-16,5 1 0 0,-4 0 0 0,5 6 0 16,-3-6 0-16,3-2 0 15,-2-5 0-15,3 1 0 0,1-3 0 0,-5-1 0 0,5-3 0 16,0-1 0-16,-3-3 0 16,3-2 0-16,1-3 0 0,0-2 0 0,-11 0 0 15,29-7 0-15,-15-2 0 0,2-2 0 0,-2-3 0 16,7-4 0-16,-2-2 0 0,-5 0 0 15,-3 2 0-15,-2 1 0 0,1 5 0 16,-4-1 0-16,-1 3 0 0,3 2 0 0,-4-1 0 16,-3 6 0-16,-1 3 0 0,9-4 0 15,-9 4 0-15,0 0 0 0,3 16 0 0,-3-8 0 16,0 4 0-16,0 2 0 0,0 0 0 16,0 1 0-16,0 0 0 0,2 2 0 0,0-1 0 15,0 1 0-15,0-1 0 0,0-1 0 16,-1-1 0-16,3-3 0 0,0 1 0 0,-2-2 0 15,1-2 0-15,-2-1 0 0,-1 0 0 16,2 0 0-16,2-2 0 0,-4-5 0 0,5 5 0 16,-5-5 0-16,0 0-839 15,0 0-142-15,0 0 105 0,0 0-993 0,22-8-1293 16</inkml:trace>
  <inkml:trace contextRef="#ctx0" brushRef="#br0" timeOffset="91528.18">23061 6568 4774 0,'3'-15'-98'0,"-3"3"105"15,2 0 68-15,0 3 45 0,-2 3 41 16,0-1 35-16,0 7 7 0,0-9-6 0,0 9-20 16,0 0-12-16,0 0 17 0,0 0 14 15,0 0 6-15,-18 22 5 0,11-6 3 16,0 3-7-16,-5 8-9 0,-1-2-16 15,3 4-21-15,2-5-11 0,4-5-15 0,4-1-10 16,0-4-34-16,0 3-87 0,7-2 0 16,-2 1 0-16,-1-1 0 0,5-1 0 0,3 1 0 15,-2-1 0-15,1 1 0 0,-4-2 0 16,3-1 0-16,-2-1 0 0,-1 1 0 0,1 3 0 16,0-6 0-16,-5 2 0 15,1-2 0-15,0 0 0 0,-4-4 0 0,0-5 0 16,-2 16 0-16,-2-7 0 0,-1 1 0 15,-5-1 0-15,-2-2 0 0,1 0 0 0,-2-1 0 0,-2-2 0 16,-3-1 0-16,5-1 0 0,-1 0 0 16,2-1 0-16,-2-1 0 0,1-1-737 15,2-3-249-15,-1 1 105 0,2 0-1019 16,10 3-1323-16</inkml:trace>
  <inkml:trace contextRef="#ctx0" brushRef="#br0" timeOffset="93594.29">24449 6371 4555 0,'0'0'-414'16,"0"0"56"-16,0 0 62 0,0 0 36 0,0 0 45 15,0 0 17-15,0 0 32 0,0 0 34 16,0 0 20-16,0 0 19 0,0 0 23 16,0 0 13-16,0 0 17 0,0 0 10 0,0 0 13 15,0 0 13-15,0 0 13 0,0 0 17 16,0 0 4-16,0 0 15 0,0 0 10 16,0 0 12-16,0 0 11 0,0 0 5 0,0 0 5 15,0 0 4-15,0 0 5 0,0 0 0 16,0 0 8-16,0 0-8 0,0 0 7 15,0 0 4-15,0 0-3 0,0 0-3 16,0 0 2-16,0 0-2 0,0 0 1 0,0 0-6 16,0 0 3-16,0 0 1 0,0 0-3 15,0 0-2-15,0 0-5 0,0 0-6 0,0 0-3 16,0 0 0-16,0 0-5 0,0 0-1 16,0 0-7-16,0 0 0 0,-2-8-7 0,2 8-1 15,0 0-4-15,0 0 2 0,0 0-2 16,0 0 3-16,0 0 0 0,0 0 1 0,0 0 1 15,0 0 2-15,0 0 3 0,0 0 5 16,0 0-1-16,0 0 8 0,0 0-3 16,0 0 5-16,0 0-6 0,0 0 0 15,-5-5-8-15,5 5 1 0,0 0 2 0,0 0-5 16,0 0-1-16,0 0-2 0,0 0-7 16,0 0 0-16,0 0-6 0,0 0 7 15,0 0-6-15,0 0-13 0,0 0-5 0,0 0-2 16,0 0 2-16,-19 19 11 0,11-5 8 15,-7 9 12-15,-1 5 5 0,2 6 20 0,-8 7 8 16,8 1 3-16,0-6 5 0,3-2-2 16,-1 2-3-16,4-2-7 0,5-6-1 0,1-6-9 15,2-2-4-15,0-1-3 0,3 0-19 16,3-2-56-16,-1-2 0 0,4-1 0 0,0-2 0 16,0-2 0-16,5-3 0 0,-3-3 0 15,5 0 0-15,-1-4 0 0,-1 0 0 16,0-4 0-16,4 0 0 0,-5 0 0 15,-2 0 0-15,1-3 0 0,-5 1 0 0,3-2 0 16,-6-2 0-16,2-1 0 0,-4 1 0 16,-2-2 0-16,-2 2 0 0,0-2 0 0,-5 3 0 15,4 1 0-15,-3 1 0 0,-1 2 0 16,-1 2 0-16,-2 1 0 0,10 2 0 0,-20 3 0 16,8 1 0-16,3-1 0 0,-2 2 0 15,2-2 0-15,4 2-305 0,-1-1-139 0,3 0-96 16,3-4-128-16,0 0-194 0,0 0 75 15,0 0 90-15,32 0-625 0,-2-11-780 16</inkml:trace>
  <inkml:trace contextRef="#ctx0" brushRef="#br0" timeOffset="93963.67">25229 6387 3987 0,'-9'-5'161'0,"-3"2"45"0,2 1 31 0,10 2 34 0,-11-4 28 0,11 4 4 16,-8-3-16-16,8 3-32 0,-6-4-25 15,6 4-19-15,0 0-20 0,0 0-18 0,0 0-17 16,0 0-13-16,33-1-13 16,-18 2-16-16,0-1-11 0,5 1-11 0,-9 2-9 0,4 2-6 15,-2 2-7-15,1 2 12 16,-3 2 22-16,-3 3 10 0,4 5-2 0,-9 3-112 15,1 0 0-15,-2 4 0 0,0 0 0 16,-4 2 0-16,0 8 0 0,0-7 0 0,0-5 0 16,1-1 0-16,1-3 0 0,0-2 0 15,-2-2 0-15,2-3 0 0,2-1 0 0,-2 0 0 16,0-3 0-16,1-1 0 0,-1-1 0 16,0-2 0-16,2 3 0 0,4-5 0 15,-6-3 0-15,9 1 0 0,-9-1-43 16,0 0-636-16,25-8-191 0,-13-1-33 0,1-3 88 15,3-3-845-15,-2 1-1097 0</inkml:trace>
  <inkml:trace contextRef="#ctx0" brushRef="#br0" timeOffset="94411.04">26077 6241 4465 0,'5'-12'-88'0,"-3"3"49"16,7-3 25-16,-6 6 32 0,5 0 28 16,-1 1 25-16,-1 2 15 0,-6 3 17 15,14 3 20-15,-14-3 25 0,12 9 20 16,-6 1 23-16,-1 4 18 0,-4 3 9 0,-1 3 8 16,0 5 9-16,0 0 2 0,-4 12 5 15,-2 0-3-15,4-1-17 0,1-1-17 0,-1-8-14 16,2-2-21-16,2-2-16 0,-1-5-11 15,5-2-12-15,0-1-40 0,2 0-91 0,1-6 0 16,3-2 0-16,-1-1 0 0,2-4 0 16,1-1 0-16,-14-1 0 0,25-3 0 0,-12-1 0 15,-4-2 0-15,-1 0 0 16,-2-5 0-16,-4 1 0 0,-4-2 0 0,-4-3 0 16,-6-4 0-16,-6-5 0 0,-3 0 0 15,-4 0 0-15,2 5 0 0,0 1 0 0,6 2 0 16,4 6 0-16,1 2 0 0,3 1 0 15,1-2 0-15,2 4 0 0,-2-2 0 0,5 2 0 16,3 5 0-16,-4-8 0 0,4 8 0 16,6-12 0-16,3 6 0 0,5-1 0 0,-1-3 0 15,13-2 0-15,1-1-483 0,6-2-535 16,1 3 111-16,0 4-1060 0,3-1-1385 16</inkml:trace>
  <inkml:trace contextRef="#ctx0" brushRef="#br0" timeOffset="95160.73">27182 6183 5101 0,'0'-5'-146'0,"0"5"104"0,0 0 72 16,-6-7 49-16,6 7 45 0,0 0 41 0,-2-7 28 16,2 7 15-16,0 0 5 15,-3-4-10-15,3 4-2 0,0 0-18 0,0 0-7 16,0 0-12-16,-4-6-9 0,4 6-5 16,0 0-7-16,0 0-4 0,0 0 1 0,0 0 3 15,0 0 3-15,0 0 9 0,0 0 11 16,0 0-164-16,0 0-2 0,0 0 0 0,0 0 0 15,0 0 0-15,0 0 0 0,0 0 0 16,4-12 0-16,-4 7 0 0,0 5 0 0,-2-14 0 16,0 4 0-16,-3-1 0 0,-1 1 0 15,-2-3 0-15,-2 1 0 0,3 2 0 16,-5 3 0-16,3-1 0 0,-2 2 0 16,-1 6 0-16,-1 0 0 0,-1 0 0 0,-3 6 0 15,2 0 0-15,0 3 0 0,-1 4 0 16,7-1 0-16,0 0 0 0,0 2 0 0,4-1 0 15,1-1 0-15,4 2 0 0,0-2 0 16,2-2 0-16,3 4 0 0,6-2 0 0,-2-2 0 16,2-1 0-16,3-3 0 0,-1 1 0 15,-1-3 0-15,-1-1 0 0,0-1 0 0,-1-1 0 16,-10-1 0-16,15 6 0 16,-15-6 0-16,14 3 0 0,-14-3 0 0,11 3 0 0,-8 1 0 15,3 2 0-15,1 1 0 16,-2 5 0-16,1 1 0 0,-3 3 0 0,5 2 0 15,-2 1 0-15,0 2 0 0,-3-1 0 16,-1-1 0-16,0-2 0 0,0 0 0 0,0-1 0 16,-6 1 0-16,0-2 0 0,1 1 0 15,-6-1 0-15,2-1 0 0,-6 0 0 0,-3 0 0 16,-7 2 0-16,1-1 0 0,1-4 0 16,3-3 0-16,3 0 0 0,4-4 0 0,-1 2 0 15,1-2 0-15,4-1 0 0,7-3 0 16,-18 2 0-16,18-2 0 0,-11 6 0 0,11-6 0 15,-8 2 0-15,8-2 0 0,-7 4 0 16,7-4 0-16,-10 1 0 0,10-1 0 16,-3 4 0-16,3-4 0 0,0 0 0 15,-4 9 0-15,4-9 0 0,0 5-975 0,-2 3 23 16,-3-1-1178-16,5-7-1540 0</inkml:trace>
  <inkml:trace contextRef="#ctx0" brushRef="#br0" timeOffset="96912.01">23110 10507 5318 0,'0'0'-241'0,"1"-9"73"0,-1 9 57 0,0-8 65 16,0 8 47-16,0-7 40 15,0 7 30-15,0 0 16 0,0-7-3 0,0 7-5 16,0 0-8-16,0 0 36 0,0 0 36 16,2 22 26-16,5-2 13 0,-5 4 16 0,-1 12 13 15,1 3 9-15,2 2 2 0,-2 4-7 16,1 10-6-16,1-11-3 0,0 13-1 0,2-5-4 15,-4-8-9-15,2-3 2 16,0-2-63-16,-1-5-131 0,3 1 0 0,-3-9 0 0,1-5 0 16,3-7 0-16,-4 1 0 0,3-1 0 15,-1 1 0-15,1-5 0 0,-1-1 0 0,4-1 0 16,0-1 0-16,0-2 0 16,9-2 0-16,-3-1 0 0,2-4 0 0,4 2 0 15,2-3 0-15,0 1 0 0,-2-1 0 16,-2-1 0-16,-2-1 0 0,-1 2 0 0,-3 1 0 15,-2-1 0-15,-1 0 0 0,-5 2 0 16,-5 1 0-16,13-5 0 0,-9 3 0 0,-4 2 0 16,0 0 0-16,3-10-297 0,-3 10-455 15,-10-11-191-15,0 2 82 0,5-4 93 0,-5-4-786 16,-3-8-998-16</inkml:trace>
  <inkml:trace contextRef="#ctx0" brushRef="#br0" timeOffset="97144.31">23217 10580 4040 0,'-8'-2'6'0,"8"2"66"0,-10-2 28 15,10 2 19-15,0 0 26 0,-7-2 30 0,7 2 26 16,0 0 2-16,0 0 3 0,0 0-6 16,11-14-18-16,1 7-13 0,4-3-16 15,6 2-16-15,6-5-13 0,3 1-19 0,-1-3-29 16,-7 7-35-16,0-1-44 0,-2 2-55 15,-5 0-45-15,-4 4-52 0,0-2-54 16,-2 1-50-16,-3 3-39 0,-7 1-56 0,8-4-87 16,-8 4-154-16,0 0-38 0,0 0 63 15,0 0-374-15,-23 12-424 0</inkml:trace>
  <inkml:trace contextRef="#ctx0" brushRef="#br0" timeOffset="97793.69">23850 10638 2636 0,'0'0'37'0,"3"-8"49"16,-3 8 42-16,0 0 50 0,4-6 38 0,-4 6 31 16,0 0 20-16,0 0 11 0,0 0-2 15,0 0-5-15,0 0 0 0,0-9-4 0,0 9-2 16,0 0-7-16,0 0-7 15,0 0-11-15,0 0-15 0,0 0-19 0,0 0-12 16,0 0-21-16,-16-4-15 0,16 4-19 16,0 0-11-16,-26 15-17 0,11-7-11 0,-5 4-10 15,-2 5-7-15,-1 1-9 0,0 0-5 16,3 0-2-16,8-5-5 0,-1 3-3 0,2-4-3 16,4-1-31-16,2 1-25 0,1 0 0 15,2-3 0-15,2-1 0 0,4 4 0 16,1-1 0-16,6-2 0 0,7 2 0 0,-2-2 0 15,8-3 0-15,-1 2 0 0,2-2 0 16,-2 2 0-16,-1-1 0 0,-3-1 0 0,1 2 0 16,-6 3 0-16,0-5 0 0,-3 5 0 15,-3-2 0-15,-3 1 0 0,-1 1 0 16,-1 2 0-16,-6-1 0 0,-3 2 0 0,-3 3 0 16,0 0 0-16,-7-1 0 0,3-1 0 15,-2-1 0-15,0-1 0 0,-3-3 0 0,4 2 0 16,0-6 0-16,-1-1 0 0,3 1 0 15,-1-3 0-15,2 0 0 0,-1-1 0 0,3-1 0 16,-2 2 0-16,11-3 0 0,-12 2 0 16,12-2 0-16,-12 0 0 0,12 0 0 0,0 0 0 15,-12-2-387-15,12 2-624 0,0 0 85 16,12-16 102-16,0 7-891 0,3-1-1149 16</inkml:trace>
  <inkml:trace contextRef="#ctx0" brushRef="#br0" timeOffset="98609.58">24529 10590 4255 0,'0'0'-290'0,"6"-4"32"15,-6 4 26-15,0 0 28 0,0 0 21 16,0 0 1-16,0 0 8 0,0 0-17 0,0 0-17 15,0 0-31-15,0 0-41 0,0 0-337 16,0 0-116-16</inkml:trace>
  <inkml:trace contextRef="#ctx0" brushRef="#br0" timeOffset="99759.42">24542 10492 1967 0,'-1'-9'166'0,"-1"2"40"0,0 0 35 16,2 7 19-16,-2-8 19 0,2 8 2 0,-4-7-8 15,4 7-14-15,0 0 45 0,0 0 20 16,0 0 14-16,-2 38 0 0,2-14 8 0,0 13-5 16,2 1-13-16,2 3-24 0,0-1-15 15,2 1-37-15,2-2-17 0,1-1-14 16,-2-4-19-16,3-1-23 0,-2-4-13 16,-3-6-74-16,1-4-92 0,0-4 0 0,-4-1 0 15,2-4 0-15,-2-2 0 0,0 1 0 16,-1-1 0-16,-1-6 0 0,0-2 0 0,0 0 0 15,0 0 0-15,0 0 0 0,0 0 0 16,0 0 0-16,0 0 0 0,-26-15 0 0,15 8 0 16,-5-5 0-16,1 5 0 0,-3 0 0 15,-1 0 0-15,2 2 0 0,-4 1 0 0,6 2 0 16,2 2 0-16,0-2 0 16,2 0 0-16,11 2 0 0,-14-3 0 0,6 1 0 0,8 2 0 15,-8-4 0-15,8 4 0 0,0 0 0 16,18-18 0-16,6 3 0 0,9-3 0 15,12-7 0-15,1 2 0 0,4-3 0 16,-3 0 0-16,-2 4 0 0,-13 5 0 0,-3 2 0 16,-11 4 0-16,0 4 0 0,-5 1 0 15,-1 4 0-15,-5 4 0 0,-7-2 0 0,13 12 0 16,-8-2 0-16,-2 5 0 0,-1 1 0 16,0 3 0-16,-2-1 0 0,2 3 0 0,-2-2 0 15,2 1 0-15,-1 3 0 0,5-2 0 16,-2-2 0-16,3 1 0 0,1-7 0 0,2-1 0 15,1-1 0-15,3-4 0 16,2-4 0-16,4-1 0 0,1-4 0 0,4-1 0 16,7-7 0-16,-8 2 0 0,5-4 0 15,-6 1 0-15,-6 0 0 0,-4 0 0 0,-2 0 0 16,0-1 0-16,-8-2 0 0,-1 3 0 16,-4-4 0-16,-3 1 0 0,-4-4 0 0,-3 3 0 15,-1 1 0-15,-3 1 0 0,-4 3 0 16,4 4 0-16,-2 2 0 0,2 1 0 0,-4 4 0 15,2 1 0-15,-3 7 0 0,-12 1 0 16,6 5 0-16,2 2 0 0,2 0-56 0,9-8-902 16,2-1 8-16,6-2 103 15,2-4-983-15,4-2-1256 0</inkml:trace>
  <inkml:trace contextRef="#ctx0" brushRef="#br0" timeOffset="100059.73">25469 10560 5376 0,'-19'-4'45'0,"4"1"56"0,1 1 56 0,5 2 39 15,0-2-6-15,9 2 5 0,-13-4-22 0,13 4-19 16,0 0-11-16,0 0-17 0,0 0-7 16,0 0 3-16,0 0-6 0,31 13 7 0,-17-3 7 15,2 0 2-15,0 3 4 16,5 6 1-16,0 3-8 0,-6 3-10 0,4-1-47 15,-5 3-72-15,-1 2 0 0,-1 1 0 16,-3-4 0-16,0 5 0 0,0-6 0 0,-2-3 0 16,-2-1 0-16,3-3 0 0,-3 0 0 15,2-6 0-15,-3 3 0 0,-1-5-193 0,5-6-160 16,-3-1-107-16,-5-3-105 0,0 0-124 16,20-14-140-16,-15 4 84 0,4-4-737 0,-2-5-929 15</inkml:trace>
  <inkml:trace contextRef="#ctx0" brushRef="#br0" timeOffset="100226.73">25562 10744 4419 0,'-11'3'132'0,"11"-3"64"0,-14 2 68 0,14-2 68 15,-11 0 41-15,11 0 19 0,0 0-23 16,0 0-24-16,0 0-38 0,0 0-33 16,0 0-26-16,0 0-25 0,0 0-79 15,29-19-87-15,-8 11-120 0,13-4-143 0,-1-2-146 16,1 0-162-16,0 0-171 0,-2-1-179 15,-3 0 85-15,0 0 84 0,-2-1-637 0,-3-1-789 16</inkml:trace>
  <inkml:trace contextRef="#ctx0" brushRef="#br0" timeOffset="100528.86">25962 10229 3589 0,'-11'-7'112'0,"0"3"59"0,1 0 61 0,1 0 58 16,0 0 58-16,9 4 45 0,-14-8 2 15,8 5 0-15,6 3-25 0,-7-5-36 0,7 5-35 16,0 0-30-16,0 0-26 0,0 0-25 16,38-2-22-16,-17 9-19 0,9 8-19 0,-1 2-156 15,3 12-2-15,-3 6 0 0,-5 6 0 16,-5 6 0-16,-1 6 0 0,-5-4 0 0,-4 6 0 16,-2-1 0-16,-2-1 0 15,-1-9 0-15,-2-1 0 0,0 2 0 0,-2-1 0 16,0-1 0-16,1-6 0 0,-1 2 0 15,0-10 0-15,0-7 0 0,0-3 0 0,0-5 0 16,0-1 0-16,-3-1 0 0,-1-1 0 16,-2-2 0-16,-4-1 0 0,1-2 0 0,-2-2 0 15,-7 0 0-15,6-4-240 0,-10-2-781 16,5-2 104-16,-2 1-1128 0,-4-2-1459 0</inkml:trace>
  <inkml:trace contextRef="#ctx0" brushRef="#br0" timeOffset="100879.72">24215 11660 5464 0,'-38'4'-128'0,"0"-1"33"16,-2-2 46-16,9 3 55 0,5-3 47 0,4 1 48 0,4-1 49 0,2 2 51 16,7-3 10-16,9 0 3 0,0 0 4 0,0 0 1 15,43-15 1-15,18-2-15 16,35-7-22-16,16-1-18 0,16-6-22 0,6 0-21 16,2 0-47-16,-3 0-52 0,-2 2-30 15,-6 3-19-15,-4 0-19 0,-9 0-16 0,-6 1-22 16,-29 8-25-16,-12 2-35 0,-12 5-42 15,-13 2-41-15,-13 0-51 0,-9 3-52 0,-4-1-74 16,-5 2-73-16,-5 2-121 0,-4 2-110 16,0 0 71-16,0 0-518 0,-30-5-620 0</inkml:trace>
  <inkml:trace contextRef="#ctx0" brushRef="#br0" timeOffset="101825.43">22475 10957 3107 0,'8'-7'25'0,"-4"1"36"0,0 2 18 16,-4 4 18-16,0 0-5 0,0 0 11 0,0 0 20 16,0 0 22-16,-40 8 7 0,19-1-1 15,-8 6-13-15,-3 1-5 0,-3 3-14 16,5 2-13-16,-2 0-9 0,-3 0-10 0,5 0-13 15,-3-1-7-15,2-4-6 0,7 1-20 16,3-2-32-16,1-5-19 0,4 0-20 0,-2-4-30 16,5 0-30-16,0-4-26 0,0 0-18 15,-3-6-6-15,1 1 7 0,1 0 14 16,3-2 18-16,4 1 25 0,-2 1 27 0,0-2 24 16,4 1 31-16,-1 4 1 0,6 2 16 15,-7-8-1-15,7 8 28 0,0 0 40 0,0 0 26 16,0 0 11-16,0 0 6 15,18 23 4-15,-4-13 0 0,1 2 4 0,6 5-4 16,2 1-10-16,-1-2-16 0,0-3-8 16,-5-1-12-16,2-1-4 0,-4-1-16 0,2 1-1 0,-3-4-8 15,-1-1-5-15,-3-1-4 16,-1 1 0-16,-1-3-7 0,-1-1-5 0,-7-2-4 16,14-2-4-16,-14 2-1 0,9-10-2 15,-5 3-5-15,-4-5-2 0,0-2-4 0,0 3 4 16,-4-3 3-16,2 1 18 0,0 4 4 15,1-1 2-15,-1 2-11 0,2 8-6 0,-6-9 0 16,6 9 0-16,0 0 4 0,0 0-10 16,-14 15-3-16,12-3-4 0,2-3 5 0,0 1-7 15,4 2-6-15,2 1-13 0,0-1-38 16,3-2-40-16,2 0-59 0,3 1-81 16,-1-4-92-16,1-1-89 0,-3-4-113 15,0 0-157-15,-1 0-16 0,-4 0 76 0,-6-2-447 16,0 0-529-16</inkml:trace>
  <inkml:trace contextRef="#ctx0" brushRef="#br0" timeOffset="109359.39">11721 7764 1228 0,'-16'5'453'16,"-4"-1"-151"-16,3-2-50 0,0 1-28 0,3 0 4 15,-1-2-19-15,3 1-6 0,1 2-6 16,2-4 14-16,9 0 5 0,-16 2 0 0,16-2-4 16,-11 0-4-16,11 0-7 0,0 0-9 15,0 0-2-15,0 0 0 0,0 0 1 0,0 0-2 16,31-9-2-16,-8 3-2 0,13 0-8 15,5-2-10-15,4 4-15 0,10-4-11 16,3 1-15-16,3 1-12 0,0-1-14 16,5 2-5-16,-1 1-7 0,-1 2-10 0,-1-3-8 15,0 3-7-15,-2-3-6 0,-13 5-8 16,1-3-7-16,-3 3 1 0,-4-4-8 0,-8 2-2 16,-5 2 4-16,-3-2-11 0,-3 2-1 15,1-2-3-15,1 0 3 0,0 1-3 0,0 0-7 16,2-3-1-16,2 0 0 0,7 1-6 15,0-1 5-15,3-2 0 0,-2 2 1 0,1 1-16 16,2-2-2-16,1-1 2 0,-2 3-4 16,-1 1-3-16,1-3 1 0,-5 5 4 15,-5 0 3-15,1-1-2 0,-1 1 1 16,0 0-6-16,-3-2 6 0,-2 0-10 0,3 2 6 16,-4-2 7-16,1 1-1 0,-2 1-2 0,3-1 2 15,0-2 1-15,0 0 2 0,-7 1-3 16,3 2 2-16,-1-3 2 0,-2 1-2 15,-2 2 2-15,-1-2-4 0,-2 0 3 16,0 2-6-16,1 0-1 0,-3 0 2 0,2 0 2 16,-1 0 0-16,-12 0-1 0,27 0-12 15,-12 0 12-15,4 0 5 0,3-3-4 0,1 0 0 16,16-1-11-16,1-1 11 0,0-2 1 16,6 0 0-16,9-3 5 0,-2 2-3 0,-9-1-1 15,-2 4 2-15,-1-2-7 16,-5 0 0-16,-8 6 2 0,-6-1-1 0,-2-1 5 15,-4 3-18-15,-4-1-6 0,1 1 19 16,-13 0-1-16,25-1-3 0,-14 1 4 0,-11 0-1 16,20 0 1-16,-20 0 1 0,19 0-2 15,-8 0 8-15,-11 0-2 0,25 0-3 0,-9 0-1 16,1-2 3-16,-2 0-2 0,2 2 3 16,2-2-6-16,-2 2 0 0,2 0 3 0,-4-1-5 15,6 1-2-15,1-3-4 0,-3 3 6 16,3-1-15-16,3 0 6 0,2 1 2 0,0-4-6 15,-2 2 3-15,2 0 6 16,-4-1 2-16,2 2 1 0,0-2-1 0,0 2 2 0,-2 0-3 16,1-1-6-16,-2 0 12 0,-3 0-6 15,5-2 1-15,-3 2 6 0,1 0 2 16,-6 0-1-16,6 0-12 0,-5 0 1 16,-2 1 5-16,1 1 4 0,-4 0-7 0,-12 0 7 15,25 0-5-15,-12 0 4 0,1 1-2 16,-3 1-5-16,5-2 1 0,-3 4-10 0,3-2 6 15,0-2 1-15,2 0 2 0,2 0 0 16,1 0-2-16,8 0 8 0,0-2-3 0,-3 0-3 16,3 0 4-16,11 0-5 15,-8 1-9-15,-1-2 2 0,-3 3-8 0,3 0 8 16,-3-3-15-16,1 3-4 0,0 3-8 16,-8-3 2-16,1 0 5 0,1 0-1 0,-2 0 3 15,-4 0 8-15,1 0 6 0,-3 0 6 16,2 0-1-16,2-3 3 0,-2 3 0 15,1-1 2-15,-4 0 2 0,2-1-2 0,-1 2 5 16,-1-2 0-16,0 0 0 0,0 2 3 16,1-2-3-16,-1 1 4 0,1-2-3 0,-1 3-2 15,-1 0 0-15,-13 0 3 0,25-3 2 16,-14 3-3-16,-11 0 7 0,23 0-5 0,-12 0 0 16,-11 0 1-16,19-1 1 0,-19 1-5 15,20 0 8-15,-20 0 1 0,14-2 0 16,-14 2-2-16,14-3 3 0,-14 3 0 15,15-3 3-15,-15 3-3 0,11-5-1 0,-4-1-3 16,-2 0-4-16,1-4 4 0,-3 2 2 16,3-6-2-16,0-1 0 0,-2-2 5 0,2-6-7 15,-5 1 1-15,1-2 0 0,0-3 1 16,0 1 0-16,0-10-5 0,-4 4 3 0,0 7-4 16,-2-8 3-16,1 4 5 0,-1 8 7 15,-1-2-5-15,-2 1 5 0,1 1 0 0,-3 1-4 16,-1 1 0-16,1 0 4 0,0 2-4 15,-5-1 2-15,6 5-1 0,-1 1 0 16,2-2-4-16,-2 5 1 0,6-1-2 16,-5 3 1-16,3-2-2 0,-3 4-1 0,0-3 0 0,1 1 3 15,-3 4-1-15,0-3-3 16,-1 3-4-16,0 0 5 0,-3 1-1 0,1 1 2 16,-1-1 3-16,0 2 3 0,-4-2-8 15,0 2 3-15,-4 0-1 0,-1 2 2 0,0-2 3 16,-1 0 2-16,-1 0-9 0,-2 2 0 15,2-2 3-15,1 1-1 0,1 1-2 0,0-2 4 16,-2 3-1-16,0-3-1 0,2 2-7 16,-1 1 14-16,-1-1-6 0,0 0 1 15,-1 1 0-15,1 0-2 0,0-1-2 16,4 0 4-16,-4 2-3 0,6-3 3 0,-1 2-2 16,-3-3 5-16,3 0-2 0,5 2 3 0,0 0-2 15,-4-2-2-15,4 1-3 0,0-1 6 16,-1 2-4-16,1-2 1 0,1 2-2 15,0 0-3-15,-4 0 0 0,3-1 3 16,-2 2 0-16,-1 0 3 0,3 0-2 0,-4-1 0 16,2 2-1-16,2-2 2 0,-2 2-5 15,1-3 2-15,0 1-2 0,0 2 4 0,-1-3 2 16,5 2-2-16,-2-1-2 0,0 0 0 16,-5 0 2-16,5 0-3 0,-4 0 6 0,4 0-2 15,1-2-2-15,-3 2 0 16,2 1 3-16,0-2-3 0,-5 3-1 0,5-2-5 15,-4-1 8-15,2 0 1 0,3 2 2 16,-1-3-2-16,0 2-2 0,-2-2 2 0,5 2-2 16,-3-2 2-16,1 0 2 0,-1 0 0 15,1 0-2-15,0-2-7 0,1 0 8 0,-1 2-1 16,1 0-6-16,12 0 6 0,-20 0-5 16,8 0 2-16,12 0 1 0,-22 0 0 0,8 0 3 15,5 0-10-15,-5 0 7 0,14 0 3 16,-18 0-7-16,7 0 3 0,11 0-1 15,-20 0 2-15,10 0 2 0,10 0-9 0,-20 0 10 16,8 0-5-16,12 0 1 0,-24 0-4 0,10-3 4 16,1 3 0-16,-1 0 3 15,3-1-1-15,-3 1 2 0,-1-1-1 0,-1 1-3 16,2-2-2-16,-4 2 5 0,1-2-2 16,-2 0-1-16,2 1 1 0,-2-2-1 0,0 1 1 15,0 2 3-15,2-2-2 0,-3-2 1 16,4 0 0-16,-8-1-3 0,6 0 2 0,0 2 3 15,-1-3-5-15,1 4 2 0,-2-4 2 16,5 2-5-16,-4 1 3 0,1 0-4 0,4-1 1 16,-6 1 1-16,5 3-2 15,2-2 2-15,-2 0 1 0,-1 2-4 0,1-3 2 16,0 3 3-16,-4 0 1 0,3 0-4 0,4 0-1 16,-4 3 3-16,1-3-4 0,1 0-4 15,1 0 4-15,-1 0 7 0,1 0-5 16,2 2 1-16,-3-2 1 0,3 2 1 0,-1-2-2 15,-1 1 0-15,2 1 2 0,-2-2 1 16,0 2-4-16,1-2 9 0,-1 4-13 16,2-4 1-16,-1 1 10 0,-1 2-2 0,-1-3-3 15,-1 0 3-15,-1 3-4 0,2-3 2 16,-4 0-1-16,-1 0 1 0,-4 0-4 0,-3 0 3 16,-1 0-1-16,-2 0 4 0,0 1-10 15,-1-1 11-15,1 0-3 0,-14 2-2 0,11-2-2 16,-11-2 4-16,3 1 1 0,-1-2-2 15,0 3 2-15,3-4-3 0,0 2 6 16,6-2-9-16,-7 2 3 0,7 1-4 16,-8-3 9-16,8 4-4 0,3-3-1 0,1 2 0 15,-5-1 1-15,5 2-1 0,-5 0 0 16,-6 0 0-16,4 2-1 0,10-1 0 0,-5 2 4 16,3-3-1-16,2 2-3 0,0 1 0 15,0-1 2-15,7 0-2 0,-2 0-5 0,-3 1 4 16,3 0 1-16,2-3 2 0,-5 4 3 15,1-2-2-15,5 0 1 0,-8 2-1 0,3-2 0 16,-3 0-9-16,0 1 8 0,0-1 0 16,0 2-4-16,4-3 4 0,0 2 3 0,4-1-3 15,-4 0 2-15,6 0-2 16,-2 0-2-16,-1 0 4 0,6-2 2 0,-1 2-4 16,2-2 5-16,11 0-3 0,-19 0 3 15,19 0-1-15,-15 0-3 0,15 0-2 0,-14 0-4 16,14 0 7-16,-11 0-1 0,11 0 0 15,-14-2-1-15,14 2 4 0,-11-2 2 0,11 2-2 16,-11-6-4-16,11 6 5 0,-10-2-7 16,6-1 3-16,4 3-3 0,-9-5 4 15,9 5 0-15,-5-7-6 0,5 7 4 16,-8-2 1-16,8 2 2 0,-8-4-6 0,8 4-1 16,0 0 5-16,-7-5-6 0,7 5-3 15,0 0-27-15,-12 0-46 0,12 0-48 0,-12 5-68 16,3 1-103-16,0 5-107 0,1 1-145 15,-3 4-178-15,-1 2 54 0,0 11 77 16,0 0-415-16,-1 7-489 0</inkml:trace>
  <inkml:trace contextRef="#ctx0" brushRef="#br0" timeOffset="110074.49">11996 8189 2937 0,'-6'7'30'0,"4"-2"1"0,2-5-5 0,0 0 6 0,0 0-1 16,8 3-4-16,-8-3-4 15,0 0 3-15,28-10-4 0,-14 5 0 0,-1-2-3 16,-2 0 0-16,3 2-8 0,-5 0 2 15,0 0-1-15,0 3 3 0,-4-2-1 0,-5 4-1 16,0 0 1-16,0 0 2 0,0 0 6 16,0 0 11-16,-23 11 11 0,12-8 20 0,-5 2 14 15,4 1 9-15,-2 1 5 0,3-3-2 16,1 0-2-16,2-1-1 0,1-1-4 0,7-2-5 16,-10 5-6-16,10-5 0 0,0 0-1 15,0 0-7-15,0 0-10 0,0 0-3 16,25-10-9-16,-14 6-4 0,0 1-2 0,3-2-5 15,-4 2-3-15,-3-1-5 0,1 2-11 16,-8 2-6-16,0 0-2 0,0 0 3 16,0 0-5-16,0 0 3 0,0 0 2 0,-28 21-6 15,12-14 5-15,-1 2-4 0,-2-4 3 16,4 2-4-16,-1-3-17 0,4 3-17 0,1-1-25 16,0-2-40-16,4-2-52 0,0 0-49 15,7-2-76-15,0 0-127 0,0 0-179 0,0 0 46 16,0 0-313-16,0 0-332 0</inkml:trace>
  <inkml:trace contextRef="#ctx0" brushRef="#br0" timeOffset="113006.73">9238 10028 2422 0,'0'0'159'0,"0"0"34"0,0 0-5 16,0 0-2-16,0 0-5 0,0 0-14 15,0 0-6-15,0 0-2 0,0 0-3 0,0 0 5 16,0 0 3-16,0 0 0 0,0 0-4 16,0 0-7-16,0 0-3 0,0 0-5 0,0 0-9 15,0 0 5-15,0 0-1 16,0 0 3-16,0 0 2 0,0 0-18 0,0 0-10 15,0-10-11-15,0 10-3 0,-6-7-12 16,6 7-10-16,-7-2-10 0,7 2-8 0,-14-2-9 16,14 2 6-16,0 0-5 0,-26 8 4 15,16 1 9-15,-1 1 8 0,0 2 7 0,-1 3 11 16,5 3-11-16,-1-3 5 0,0-1-2 16,4-1-9-16,2 1 3 0,0-2-4 15,4 0-2-15,2-2 1 0,3 2 2 0,0-3-2 16,0-1 0-16,2 0 1 0,4-4 3 15,-1 0-2-15,-1-2-66 0,2-2-11 16,-13 0 0-16,21-2 0 0,-12-2 0 16,-2 0 0-16,-1-5 0 0,0-2 0 0,-4 0 0 15,-2-2 0-15,-2 2 0 0,0-5 0 16,-6 2 0-16,5 1 0 0,-5-1 0 0,3 2 0 16,-2 5 0-16,0 1 0 0,-1 0 0 15,-1 0 0-15,9 6 0 0,-17 0 0 0,17 0 0 16,-22 6 0-16,15-2 0 0,1 3 0 15,-1 0 0-15,5-2 0 0,0 3 0 0,2 1 0 16,2 1 0-16,4 0 0 0,1-1 0 16,4-1 0-16,3-1 0 0,1 2 0 0,2-4 0 15,-2 0 0-15,-1-3 0 0,-1 1 0 16,1-1 0-16,-3-2 0 0,-11 0 0 0,21-5 0 16,-12-2 0-16,-3 2 0 15,0-5 0-15,-2-1 0 0,-4 1 0 0,0 0 0 16,-4-2 0-16,-4-1 0 0,1 4 0 15,-3-3 0-15,0 4 0 0,1 2 0 0,0 2 0 16,1 2 0-16,8 2 0 0,-19 6 0 16,10 0 0-16,0 5 0 0,2-2 0 0,2 0 0 15,1 4 0-15,2-3 0 0,0 0 0 16,4 2 0-16,0-1 0 0,2-3 0 0,-3 0 0 16,1 1 0-16,2-2 0 0,0-2 0 15,-4-5 0-15,1 9 0 0,1-4 0 16,-2-5 0-16,0 0 0 0,0 0 0 0,0 0 0 15,0 0-304-15,0 0-200 0,0 0-51 16,0 0-82-16,0 0-139 0,0 0 2 16,0 0 80-16,-14-16-648 0,14 16-799 0</inkml:trace>
  <inkml:trace contextRef="#ctx0" brushRef="#br0" timeOffset="114573.15">1667 9568 2833 0,'-34'7'157'0,"-2"-1"-56"0,7 1-5 0,4-2-25 15,0 0-7-15,4 1-4 0,4-3 4 16,0 0 15-16,6-1-6 0,-1 1 6 16,6-1 24-16,6-2 29 0,0 0 19 0,29 4 17 15,28-10 8-15,20-7-6 0,45-14-11 16,28-9-26-16,75-25-11 0,17-3-12 0,18-6-19 16,23-10 17-16,18 0-12 0,13-5-11 15,7 1-23-15,6 1-4 0,-5 0-11 16,-9-3-4-16,-12 9 13 0,-18 6-2 15,-30 7-4-15,-20 7-5 0,-34 9-3 0,-56 16-3 16,-15 3-4-16,-14 5-2 0,-19 3-2 16,-30 7-3-16,-11 3-6 0,-18 5-4 15,-8 0-2-15,-10 6 3 0,-5-2-8 0,-6 2-22 16,-7 0-50-16,0 0-53 0,0 0-67 16,0 0-74-16,-22 19-66 0,-7-3-73 0,-3 0-117 15,-12 11-146-15,-3 2 46 0,-7 7-435 16,-17 9-518-16</inkml:trace>
  <inkml:trace contextRef="#ctx0" brushRef="#br0" timeOffset="115759.38">1362 10056 3087 0,'0'-7'17'0,"-2"2"-2"0,2 5-3 0,0 0 1 0,0 0-1 15,0 0 12-15,0 31 23 0,-2-7 9 0,4 4 2 16,-4 7 13-16,1 7 21 16,1-1 9-16,1 0-7 0,3-1-14 0,0-1 1 15,1-1 6-15,3-2-12 0,-2-4-4 16,2 1-7-16,-1-10-10 0,0-1 3 16,-3-3 6-16,3 1-10 0,-2-7-9 0,-1 1-6 15,1-3-3-15,-1 1-3 0,0-4 2 16,2 1-8-16,0-1 0 0,1-2 2 0,2 2-6 15,3-3 4-15,5-1-9 0,6-4 6 16,13-4-6-16,16-10 1 0,5-4-4 0,25-17-3 16,10-4 2-16,10-6 1 0,13-3-1 15,12-2-15-15,45-14-29 0,-37 15-37 16,5 5-4-16,52-13 23 0,0 6 11 16,1 2 11-16,-1 9 2 0,-39 7-6 15,45-6 6-15,-42 10 3 0,44-6 3 0,-44 7 5 16,5 1 9-16,-1 1-2 0,-4 1 5 15,-2-2 0-15,-1-3 6 0,-7-1 3 0,-2 2-3 16,-6-4 4-16,-2 2-6 0,-7 2-1 16,-10 2 3-16,-7 0-3 0,-5 4 1 0,-14 1-1 15,-20 9 0-15,-8-1 4 0,-4-1 2 16,-11 5-5-16,-7 3 14 0,-7 1 12 16,-2 0 9-16,-7 0 7 0,-6 2 14 0,-2 0 1 15,-2 1 0-15,-4 1-2 16,6-2-8-16,1-2-4 0,-2 4-7 0,4-6-1 0,-1 4-2 15,-3 1-7-15,4 0-4 16,-3 1 0-16,-1-1-1 0,2 1-2 0,-4 0-6 16,0 2-4-16,-3 0 14 0,-13 0 6 15,23 0 14-15,-12 0 16 0,-11 0 21 0,21-2 16 16,-10 2 4-16,-11 0-5 0,26-4-4 16,-13 2 2-16,0-2-8 0,1 2-1 0,1-4 7 15,3 0-3-15,-6 1 18 0,2-3 8 16,-1 4 1-16,-4-2 6 0,4 0 4 15,-8 1 3-15,2-1-2 0,-3-1-4 16,0-2 1-16,0 0-4 0,-5 1-5 0,-4-6-13 16,1-6-2-16,-7-13-14 0,-3-1-6 15,-4-12-10-15,0-8-8 0,0-1-5 16,-2-3-6-16,3 0-50 0,-2-5-2 0,-6-20 0 16,4 18 0-16,1 5 0 0,-1 6 0 15,1 4 0-15,0 7 0 0,4 14 0 0,1 4 0 16,3 5 0-16,-1 8-95 0,1 5-101 15,0 5-43-15,-1 4-46 0,-3 5-56 0,-7 10-73 16,2 3-73-16,0 4-107 16,2-1-172-16,4 2 54 0,-1-1 75 0,2 5-528 0,0-2-631 15</inkml:trace>
  <inkml:trace contextRef="#ctx0" brushRef="#br0" timeOffset="117074.43">3234 7999 3346 0,'0'-13'-46'0,"0"1"43"0,-5 0 33 0,3 4 32 15,-1-1 30-15,-3-3 19 0,1 2 25 0,-3-2 19 16,0-2 4-16,1 4 8 16,-1-2 9-16,1 0-3 0,0-1-11 0,2 4-11 0,-1-1-6 15,4 0-4-15,-3 3-2 16,1 0-17-16,-1 0-6 0,4 2-16 0,-3 0-2 15,4 5-16-15,-4-9-8 0,4 9-12 16,-2-7-6-16,2 7-7 0,0 0-2 0,-7-5-3 16,7 5-6-16,0 0-3 0,0 0-3 15,0 0 21-15,-7 17 16 0,7-8 10 16,-2 4-2-16,2 0-7 0,4 7-6 0,-3-1 2 16,3 4 2-16,3 12 2 0,1 3 1 15,2 1 7-15,5 11 26 0,-3 1-7 0,1 3 2 16,4-1-3-16,-4 5 3 15,5 1 2-15,-2 2 0 0,0 1 10 0,3 1 2 16,-4-3-4-16,0 1-3 0,1-2-67 16,-2-2-39-16,2-3 0 0,1 2 0 0,0-3 0 15,3-2 0-15,-4-1 0 0,6-4 0 16,-2 0 0-16,1-2 0 0,2-1 0 0,-3-2 0 16,0-2 0-16,3 2 0 0,-5-9 0 15,0 8 0-15,0-9 0 0,-5 2 0 0,2-2 0 16,-2-1 0-16,-1-1 0 0,-1-1 0 15,0 1 0-15,-2-5 0 0,-2-3 0 16,-1-3 0-16,-1 3 0 0,3-2 0 0,-4 2 0 16,2-3 0-16,-1 3 0 15,-1-2 0-15,2-2 0 0,-3 5 0 0,4 0 0 16,-2 1 0-16,3-1 0 0,-1 10 0 16,3-1 0-16,-2 0 0 0,1-2 0 0,0 1 0 15,-1-8 0-15,0 0 0 0,3 6 0 16,1-1 0-16,-1 0 0 0,-2-3 0 0,1-7 0 15,0 4 0-15,1 5 0 0,-1-3 0 16,-3-4 0-16,-1 4 0 0,1-1 0 0,0 1 0 16,-2-1 0-16,1 2 0 15,-1-2 0-15,-1 2 0 0,2 0 0 0,-2 9 0 0,2-6 0 16,-1-3 0-16,-1 1 0 0,2-2 0 16,-1 8 0-16,3 0 0 0,0 0 0 0,1 1 0 15,-2-2 0-15,2 1 0 16,-2 2 0-16,4-4 0 0,-2 5 0 0,0 0 0 15,-2 0 0-15,3-1 0 0,0 2 0 16,-3-4 0-16,2 2 0 0,1-4 0 0,-4-4 0 16,1-1 0-16,1-5 0 0,-2 2 0 15,5 9 0-15,-2-8 0 0,0-2 0 16,-2 1 0-16,2 0 0 0,-3-3 0 0,2 3 0 16,0-2 0-16,-3 2 0 0,1-7 0 15,-1 1 0-15,-1-4 0 0,1 0 0 0,-4-1 0 16,3-3 0-16,-2 1 0 15,0 0 0-15,-2-8 0 0,5 10 0 0,-5-10 0 16,2 8 0-16,-2-8 0 0,4 7 0 16,-4-7 0-16,2 5 0 0,-2-5 0 0,0 0 0 15,3 7 0-15,-3-7 0 0,0 0 0 16,0 0 0-16,0 0 0 0,0 0 0 0,0 0 0 16,0 0 0-16,-9-23 0 0,2 3 0 15,-11-12 0-15,0-9-660 0,-5-4-319 0,-6-3-1249 16,-3-3-1632-16</inkml:trace>
  <inkml:trace contextRef="#ctx0" brushRef="#br0" timeOffset="118790.4">3821 10410 5563 0,'0'0'-360'15,"0"0"54"-15,12 0 55 0,-12 0 58 16,0 0 54-16,0 0 48 0,12-4 49 0,-12 4 44 16,0 0 26-16,0 0 19 0,8-5 17 15,-8 5 7-15,0 0 8 0,0 0 9 0,0 0 3 16,0 0 6-16,7-5 0 0,-7 5-8 15,0 0-7-15,0 0-7 0,0 0-9 16,0 0-7-16,0 0-5 0,0 0-5 16,0 0-6-16,0 0-1 0,0 0-10 15,0 0 3-15,0 0-4 0,0 0-1 0,0 0 0 16,0 0 0-16,0 0-1 0,0 0 3 16,0 0-3-16,0 0-2 0,-18 15 0 0,18-15-3 15,-14 9 3-15,8-4 1 0,-1 0-2 0,-1 0 2 16,0 0-2-16,1 1 6 0,0-1 10 15,-2-2 6-15,4 2 10 0,5-5 6 16,-13 8 7-16,5-6 5 0,0 2 10 16,8-4 0-16,-13 7 12 0,6-6 0 0,7-1-13 15,-14 4-2-15,14-4-1 0,-15 5 4 16,7-3 5-16,8-2-13 0,-13 3-1 0,13-3-2 16,-13 3 1-16,13-3-5 0,-16 4 4 15,16-4 3-15,-11 5 1 0,11-5 1 16,-12 3-3-16,12-3-3 0,-9 4-4 15,9-4-5-15,-13 2-5 0,13-2-5 0,-12 3-35 16,12-3-20-16,-13 3 0 0,13-3 0 16,-18 5 0-16,9-1 0 0,-3 1 0 15,1-2 0-15,-2 5 0 0,-3-2 0 0,2 1 0 16,-6 1 0-16,3 0 0 0,-4 1 0 16,0-1 0-16,0 0 0 0,6 1 0 0,-4-2 0 15,-2 2 0-15,2-1 0 0,3-2 0 16,1 0 0-16,-6 1 0 0,6 0 0 0,-2-2 0 15,2-1 0-15,-6 4 0 16,5-1 0-16,-2 1 0 0,-2-1 0 0,0 2 0 16,1-2 0-16,-3 0 0 0,4 1 0 15,-2 1 0-15,-1-2 0 0,3-1 0 0,2 2 0 16,-1-4 0-16,2 3 0 0,0-2 0 16,-3 0 0-16,5 1 0 0,-2-3 0 15,0 4 0-15,-1-2 0 0,1 0 0 0,0 0 0 16,-3 1 0-16,3 0 0 0,-2-3 0 15,2 5 0-15,-1-4 0 0,3 4 0 0,-2-4 0 16,2 4 0-16,-2-2 0 0,3-3 0 16,1 3 0-16,1 0 0 0,0-1 0 15,1-2 0-15,2 1 0 0,-1 1 0 16,0-5 0-16,1 4 0 0,7-4 0 0,-12 6 0 16,6-3 0-16,6-3 0 0,-9 5 0 15,3-3 0-15,6-2 0 0,-10 4 0 0,10-4 0 16,-11 7 0-16,7-5 0 0,4-2 0 15,-9 4 0-15,3 0 0 0,6-4 0 0,-6 5 0 16,6-5 0-16,-9 5 0 0,5-1 0 16,4-4 0-16,-7 5 0 0,7-5 0 15,-7 3 0-15,7-3 0 0,-11 7 0 0,4-5 0 16,1 3 0-16,-4-2 0 0,1 2 0 16,0 0 0-16,-3 4 0 0,1-2 0 0,-3 0 0 15,3 1 0-15,-2-1 0 0,3 0 0 16,-3 0 0-16,1 1 0 0,-1 1 0 0,0-1 0 15,-1-1 0-15,-3 3 0 16,0 2 0-16,-1-5 0 0,-2 3 0 0,0-2 0 16,-1 2 0-16,1-2 0 0,-9 4 0 15,6-1 0-15,4-2 0 0,4-3 0 0,-1 0 0 16,3 0 0-16,2 0 0 0,1-4 0 16,1 4 0-16,0-3 0 0,0 1 0 0,2-2 0 15,1 0 0-15,-1 2 0 0,7-4 0 16,-12 7 0-16,8-6 0 0,4-1 0 0,-11 8 0 15,8-5 0-15,3-3 0 0,-11 6 0 16,11-6 0-16,-7 4 0 0,7-4 0 16,-6 6 0-16,6-6 0 0,-5 5 0 0,5-5 0 15,-6 3 0-15,6-3 0 16,-6 4 0-16,6-4 0 0,0 0 0 0,-8 5 0 16,8-5 0-16,0 0 0 0,0 0 0 15,-7 2 0-15,7-2 0 0,0 0 0 0,0 0 0 16,0 0 0-16,-5 4 0 0,5-4 0 15,0 0 0-15,0 0 0 0,0 0 0 0,0 0 0 16,0 0 0-16,-6 4 0 0,6-4 0 16,0 0 0-16,0 0 0 0,0 0 0 0,0 0-513 15,-8 5-142-15,8-5-185 0,-6 5-16 16,6-5 85-16,-7 5-779 0,7-5-992 16</inkml:trace>
  <inkml:trace contextRef="#ctx0" brushRef="#br0" timeOffset="119704.85">1882 10984 4083 0,'0'0'-125'0,"2"-9"31"0,-2 9 24 0,2-7 41 0,-2 7 25 16,2-5 23-16,-2 5 25 0,0 0 19 0,2-8 9 16,-2 8 17-16,0 0-2 15,0 0 0-15,0 0 4 0,0-7 12 0,0 7 0 16,0 0 5-16,2-5-1 0,-2 5 2 16,0 0-3-16,0 0-8 0,0 0-3 15,0 0-4-15,0 0-7 0,0 0-2 0,3-7-10 16,-3 7-2-16,0 0-4 0,0 0 2 15,0 0-7-15,0 0-4 0,0 0 9 0,0 0-8 16,0 0 14-16,0 0 13 0,0 0 7 16,-11 27 16-16,7-9 11 0,-3 2-4 0,-3 11-4 15,1 4-4-15,-1 0 11 16,-2 2-3-16,1 2-7 0,0-2-4 0,1-1-10 16,1 0 3-16,0-2-9 0,2-9-6 15,3-3 1-15,-1-3-2 0,1-2-3 0,2-2-2 16,-1-2 2-16,1-3 3 0,-2-1 2 15,4 1 8-15,-4-2-83 0,4-1-8 16,-4 0 0-16,2-2 0 0,2-5 0 0,-2 10 0 16,0-3 0-16,0-2 0 0,2-5 0 15,-5 9 0-15,3-5 0 0,2-4 0 0,-4 8 0 16,4-8 0-16,0 0 0 0,-3 9 0 16,3-9 0-16,0 6 0 0,0-6 0 0,0 0 0 15,0 0 0-15,0 0 0 16,-2 9 0-16,2-9 0 0,0 0 0 0,0 0 0 15,7 7 0-15,1-4 0 0,-8-3 0 16,23 10 0-16,-9-5 0 0,4 1 0 16,5 0 0-16,1-2 0 0,3 1 0 0,-2 0 0 15,11 0 0-15,-8 1 0 0,-6-5 0 16,-3 3 0-16,0-3 0 0,-2 3 0 0,-2-2 0 16,-3-1 0-16,1 2 0 0,-13-3 0 15,17 2 0-15,-9 0 0 0,-8-2 0 0,13 3 0 16,-13-3 0-16,14 2 0 0,-14-2 0 15,0 0 0-15,11 2 0 0,-11-2 0 16,0 0 0-16,0 0 0 0,12 2 0 16,-12-2 0-16,0 0 0 0,0 0 0 0,0 0 0 0,0 0 0 15,0 0 0-15,11 1 0 16,-11-1 0-16,0 0 0 0,0 0 0 0,0 0 0 16,0 0 0-16,0 0 0 0,0 0 0 15,0 0 0-15,0 0-654 0,0 0-230 16,0 0-24-16,0 0 95 0,-27-8-864 0,27 8-1114 15</inkml:trace>
  <inkml:trace contextRef="#ctx0" brushRef="#br0" timeOffset="120838.98">4459 10728 4317 0,'-16'4'-72'16,"3"-3"40"-16,2 3 15 0,-1-4 33 0,12 0 31 15,-18 3 33-15,9-3 34 0,9 0 6 16,0 0 6-16,-18 2 2 0,18-2 1 0,0 0-5 15,0 0-5-15,0 0-7 0,0 0-8 16,0 0-4-16,0 0-6 0,0 0-2 16,0 0-8-16,27-20-8 0,-11 15-4 0,7-1-12 15,12-4-2-15,1 1-2 0,1-1-10 16,6 2 0-16,12-5-9 0,3 0-3 0,0-1 1 16,6-1-6-16,-1-3-5 0,1 3-1 15,6-3 0-15,1-1-2 0,18-4-6 0,-16 4 6 16,-3 2 0-16,2 0-7 15,-4 0-2-15,-2 3 4 0,-5 0-5 0,-5 1-10 16,-13 6 5-16,-3-2 1 0,-3 2-1 16,-8 4-4-16,-9 0 4 0,-3-1 2 0,-4 3-8 15,1-1 9-15,-3 0-10 0,-11 2 1 16,20-2 0-16,-13 1-1 0,-7 1 0 16,20-2 3-16,-20 2-1 0,18 0-2 0,-4-3-1 15,-3 3 1-15,-11 0 1 0,29 0 3 16,-17-2 3-16,8 0-4 0,-1 0 6 0,3 0-4 15,3-2-2-15,13 0 0 16,3-3 3-16,-3 1-6 0,6-2 4 0,1 2 1 0,15-6 15 16,-3-3 1-16,6 3-3 0,-1-1 1 15,1-3-1-15,0 5-8 0,2-3 6 16,-2 0-6-16,-2 5 7 0,-6-3 3 16,-11 4 18-16,-2-1 6 0,-4 3 16 0,-4-1 8 15,-7 0 9-15,-6 3 10 0,-2 1 6 16,-4 0 6-16,-1 1 0 0,-1-1 1 0,-2 1 1 15,1-2-10-15,-1 3-3 0,-11 1-11 16,21-4-8-16,-13 2-7 0,-8 2-4 16,16-3-9-16,-16 3-4 0,12-2-12 15,-12 2-32-15,12-1 0 0,-12 1 0 0,0 0 0 16,0 0 0-16,13-2 0 0,-13 2 0 16,0 0-96-16,0 0-94 0,0 0-67 15,2 7-93-15,-2-7-112 0,0 0-113 0,0 0-163 16,-21 10-32-16,10-6 73 0,1-3-683 15,10-1-832-15</inkml:trace>
  <inkml:trace contextRef="#ctx0" brushRef="#br0" timeOffset="121154.9">7217 9972 3800 0,'0'0'34'0,"0"0"38"0,0 0 23 0,0 0 25 16,0 0 18-16,0 0-1 0,0 0-10 16,0 0 1-16,1 15 7 0,-1-5 4 15,4 0-4-15,0 5-5 0,1 3-4 0,3 2-8 16,2 9-6-16,1 0 7 0,1 0 8 16,-1-1 17-16,-4-5 16 0,-3-3 17 0,0-2 6 15,1-1 10-15,-4 2 0 0,-1-4-8 16,0 3-15-16,-6-1-15 0,0 1-15 0,-3-1-12 15,-2 0-17-15,-5-2-32 16,3-1-62-16,-2-2-74 0,-2-2-78 0,5 0-85 16,1-1-94-16,-3-4-104 0,3-2-104 0,-5 2-107 15,5-3-131-15,0-2 60 0,-1 2-685 16,12-2-838-16</inkml:trace>
  <inkml:trace contextRef="#ctx0" brushRef="#br0" timeOffset="124521.03">13622 17263 1745 0,'5'23'113'16,"3"-5"-17"-16,-3 1 20 0,3-2 6 0,2 1 2 16,-3-3 3-16,2-1 7 0,1-5-2 15,2 1 15-15,1-2 33 0,0-8 19 16,7-6 25-16,8-11 7 0,7-9 4 0,1-13-6 15,1-7-10-15,-1-2-10 0,14-18-14 16,-12 16-32-16,1-1-16 0,-5 5-16 0,-3 9 5 16,-4 3 12-16,-9 10 21 0,-6 5 15 15,-1 5 8-15,-4 4 5 0,4-2 4 16,-6 3-4-16,-1 3-7 0,0-1-12 0,-3 1-15 16,-1 6-16-16,8-10-15 0,-5 4-16 15,-3 6-10-15,4-8-9 0,-4 8-13 16,5-9-15-16,-5 9-32 0,4-12-50 15,-4 12-55-15,1-8-72 0,-1 8-60 0,4-7-73 16,0 5-86-16,-4 2-100 0,5-8-111 16,5 6-184-16,-2 0-12 0,-8 2 80 0,15-2-563 15,-15 2-711-15</inkml:trace>
  <inkml:trace contextRef="#ctx0" brushRef="#br0" timeOffset="125103.82">16091 16820 3800 0,'-4'21'148'0,"-1"2"-5"0,-3-3-12 0,4 3-10 0,0 0 13 0,0 0 31 0,4-3 18 16,0-1 5-16,0 0-9 0,6-4-6 16,2 3-2-16,5-5-9 0,7-3 0 0,4-4-12 15,4-6-3-15,30-14-11 16,3-9-8-16,13-23-12 0,0-5-9 0,1-9-2 15,-1-7-11-15,-4-9-13 0,-2 1-8 16,-7 0-7-16,-9 2-6 0,-4 10-3 16,-13 15-5-16,-7 9-1 0,-7 10-3 0,-4 5-2 15,-5 7 27-15,-5 3 17 0,1 4 13 16,-3 1 2-16,-3 3-3 0,5 0-8 0,-4-1-13 16,-3 7-11-16,4-10-24 15,-4 10-35-15,6-8-45 0,-5 2-76 0,-1 6-66 0,0 0-86 16,4-6-102-16,-4 6-116 0,0 0-150 15,0 0-213-15,0 0 64 0,0 0 85 16,0 0-592-16,0 0-744 0</inkml:trace>
  <inkml:trace contextRef="#ctx0" brushRef="#br0" timeOffset="126023.97">18961 17087 3771 0,'-8'7'170'0,"3"-1"40"0,-3 0 3 0,5 0-1 0,-5 0-3 0,3-1 5 15,5-5 28-15,-7 10 3 0,3-6 1 16,4-4-14-16,-3 10-23 0,3-10-16 16,0 7-19-16,0-7-18 0,0 0-25 0,13 8-21 15,-1-8-29-15,-12 0-26 0,36-6-18 16,-6-1-6-16,4-5-11 0,4 0-12 0,1 1-4 15,-3-3-3-15,4 2-4 0,-1 3 3 16,-1-3 6-16,-1 4 25 0,-2 1 9 0,-1 3 6 16,-2 1 19-16,9 0 14 0,-2 3 14 15,1-2 5-15,6 2 5 0,0 0-8 16,-7 0-13-16,4-2-18 0,0 0-10 16,15-6-17-16,3-1-9 0,3-3-9 0,9-1 0 15,5 1-17-15,-2 0-11 0,-2 0-13 16,-1 3-21-16,-10 3-19 0,-4-1-33 15,-12 3-27-15,-6-1-13 0,-10 2-6 0,-6 3 2 16,2-4 11-16,-4 4 14 0,-1-2 7 16,-2 1 13-16,5-1 7 0,0 0 10 0,13-4 9 15,0 0 11-15,2-2 15 0,2 1 7 16,-2 0 4-16,2 0 6 0,-4 1 4 0,-2-2 5 16,-8 4 2-16,-4-1-4 0,-1 1 10 15,-7 4 11-15,4-4 15 0,-6 4 11 0,-1-4 12 16,-2 4 13-16,-11 0 4 15,15-4-5-15,-15 4-15 0,13-4-26 0,-7 2-28 16,-6 2-41-16,0 0-51 0,8-4-68 16,-8 4-81-16,0 0-108 0,0 0-123 15,-17-15-194-15,5 13-33 0,2 0 77 0,10 2-459 16,-14 0-568-16</inkml:trace>
  <inkml:trace contextRef="#ctx0" brushRef="#br0" timeOffset="133103.47">25876 12876 2810 0,'-27'3'135'0,"2"-3"-71"0,2 1-21 16,0-1 8-16,-2 2 19 0,1 0 29 15,2 0 24-15,5 1 2 0,4-3 1 0,-1 2-8 16,1-2-3-16,13 0-9 0,-16 2-8 16,16-2 2-16,0 0 8 0,0 0-1 0,41 3-4 15,4-6-8-15,26-4-12 0,34-3-8 16,17-4-9-16,21-3-1 0,22-1-10 16,64-5-6-16,17 0-4 0,11 0-7 0,17 3-3 15,7 4-5-15,8 3-8 0,5-1 5 16,6 1-6-16,-1 4-5 0,-3-3 1 15,4 2-3-15,-6-2-2 0,-15-2-5 0,-8 7 1 16,-9-2 2-16,-13 3-9 0,-62 0 17 16,-10 2 16-16,-12 0 18 0,-14-3-1 15,-15 1-7-15,-23 0 0 0,-25 0-1 0,-7 4-8 16,-8 0-4-16,-5-2-6 0,-17 2-19 16,-7 1-24-16,-10 2-27 0,-7-1-29 0,-7 0-33 15,-4 0-53-15,-5 0-62 16,-2 4-70-16,-9-4-107 0,0 0-200 0,0 0-29 15,-31 10 59-15,-6-2-303 0,-8-4-354 0</inkml:trace>
  <inkml:trace contextRef="#ctx0" brushRef="#br0" timeOffset="134539.41">25631 12864 2515 0,'-2'-7'44'0,"2"7"2"0,0 0 1 16,0 0 5-16,-6-6 11 0,6 6 28 15,0 0 52-15,-3 23 24 0,1-4 10 0,-4 14 4 16,6 7 4-16,-2 3-1 0,2 3 6 16,0 3 0-16,4 6-5 0,2 6-13 0,1-5-4 15,-1 1-16-15,6-3-5 16,-3-4-9-16,-4-7 0 0,6-3-10 0,-4-1-6 16,0-1-7-16,1-4-11 0,-2-1 3 15,0-8-9-15,-3-4-7 0,5-1-10 0,-5-4-12 16,-1-3 5-16,2-1 1 0,3-1 12 15,-4 0-2-15,5-1-6 0,1 0-6 0,3 2-4 16,1-5-5-16,4 3-2 0,5-3-2 16,12 0-12-16,5-2-4 0,3-5-5 0,8 0-3 15,18-7-1-15,7 0-6 16,6-3-1-16,25-4-7 0,4 0 1 0,6 5-7 0,8-3 3 16,0 3-4-16,10 2-2 15,0-1 5-15,8 1-3 0,5 0-7 0,9 0 5 0,4 0-3 16,3 1 0-16,5 0-9 15,1 0 8-15,5 2-11 0,5 2 7 0,1 0 4 16,1 0-8-16,-4 4 2 0,0 2 0 16,1 0-1-16,-2 2-2 0,-4 0-8 0,-2 1-2 15,-10 3-15-15,-10-2 7 0,-6 1-9 16,-9-2 4-16,-12-2-4 0,-8-1 2 0,-24-2 4 16,-8-2 0-16,-2 0 1 0,-6 0 6 15,-5 0-1-15,5 0 6 0,-5-2-2 16,0 4-2-16,3-2 9 0,-3 4-8 0,-1-2 3 15,-5 3 2-15,-1 2 0 0,0-2-1 16,-15 3 0-16,-2-1-2 0,-4-2-12 0,-6 4 2 16,-7-4 2-16,-6 0 3 0,-7-2-2 15,4 1 6-15,-7-3 0 0,-1 3 2 16,-1-2 5-16,-2-1 6 0,3 1 3 16,1 0 8-16,3 0 8 0,2-1 9 0,1 1-5 15,3-2 0-15,-4 3 11 0,3-3 11 16,3 2 0-16,-6-2 3 0,0 2-7 0,-3-1-3 15,0 1 3-15,-6-2 1 0,1 2 5 16,2-2 2-16,-12 0 4 0,17 0 4 0,-17 0-1 16,13 0 4-16,-13 0 0 0,9 2 1 15,-9-2 2-15,0 0 1 0,14 0 2 0,-14 0-8 16,0 0-3-16,13 0-39 0,-13 0-17 16,0 0 0-16,0 0 0 0,12 0 0 15,-12 0 0-15,0 0 0 0,0 0 0 16,0 0 0-16,0 0 0 0,0 0 0 0,7-4 0 15,-7 4 0-15,0 0 0 0,-5-13 0 16,1 4 0-16,-2-5 0 0,0-6 0 0,1-2 0 16,-5-14 0-16,4-6 0 0,-5-18 0 15,3-5 0-15,3-5 0 0,-3-7 0 0,2-25 0 16,4 0 0-16,0 18 0 0,1-20 0 16,2 22 0-16,-1 3 0 0,0 4 0 15,0 11-8-15,4 8-15 0,-4 13 2 16,-2 6 1-16,2 11-1 0,0 6 4 0,-2 2 1 15,2 5 0-15,0 1 2 0,0 0-8 16,-1 5-11-16,1-3-30 0,0 0-59 0,0 5-49 16,0 5-60-16,1-6-75 0,-1 6-99 15,0 0-113-15,0 0-203 0,0 0-73 0,0 0 68 16,0 0-608-16,0 0-791 0</inkml:trace>
  <inkml:trace contextRef="#ctx0" brushRef="#br0" timeOffset="135252.99">29091 11248 3899 0,'-9'-17'-1'15,"0"3"22"-15,-1 6 32 0,1-1 21 16,3 2 16-16,-1 0 11 0,3 1 0 0,4 6-5 16,0 0 26-16,-18 12 23 0,13 7 8 15,-3 20-1-15,-4 17-4 0,7 9-4 0,-1 7 13 16,3 6 7-16,-4 24 17 0,5 14 8 16,0 2 2-16,1 8 0 0,1 12-7 15,0 3-6-15,0 4-11 0,-2 6-19 0,-2 7-8 16,-3 2-13-16,-2 51-8 0,0-56 7 0,2 4-7 15,-2-1 3-15,-2-1 7 16,4-2 8-16,1-5-13 0,-1-8-124 0,-1-6 0 16,-2-12 0-16,1-8 0 0,0-10 0 0,-1-9 0 15,2-24 0-15,1-6 0 0,2-11 0 16,-2-12 0-16,2-9 0 0,3-8 0 16,-2-6 0-16,2-3 0 0,0-6 0 0,2 1 0 15,0-5 0-15,-2 1 0 0,2-1 0 16,0 0 0-16,0-8 0 0,0 10 0 0,0-6 0 15,0-4 0-15,-1 7 0 0,1-7 0 16,0 0 0-16,0 0-409 0,0 0-396 0,0 0-114 16,-24-13 73-16,19 5-927 0,-7-4-1202 15</inkml:trace>
  <inkml:trace contextRef="#ctx0" brushRef="#br0" timeOffset="137018.15">26073 13358 4614 0,'-3'4'-151'0,"3"-4"60"0,-13 2 34 0,13-2 49 0,-11 5 37 0,11-5 41 15,-11 2 24-15,11-2 15 16,-10 1 11-16,10-1 4 0,0 0-6 0,-9 3-6 15,9-3-1-15,0 0-5 0,0 0-3 16,0 0-7-16,0 0-6 0,0 0-11 0,0 0-8 16,0 0-8-16,36-6-6 0,-11 1-7 15,7-1-3-15,4-2-6 0,-5 4-2 0,-4-2 1 16,-2 2-9-16,-2 1-1 0,-5-1-4 16,0 1-3-16,-4 0 6 0,-2-1-6 15,-2 4-5-15,-10 0-2 0,15-2-8 0,-15 2 7 16,13-1-3-16,-13 1-5 15,0 0 0-15,16-2-11 0,-16 2-21 0,0 0-31 0,0 0-48 16,0 0-54-16,17 2-72 16,-17-2-81-16,0 0-86 0,5 1-138 0,-5-1-134 15,0 0 42-15,0 0-463 0,0 0-561 16</inkml:trace>
  <inkml:trace contextRef="#ctx0" brushRef="#br0" timeOffset="137517.37">27187 12880 2960 0,'0'0'-28'0,"0"0"20"0,1-8 25 0,-1 8 27 0,0 0 26 0,0 0 16 16,2-6 15-16,-2 6 2 0,0 0 1 15,0 0 2-15,0 0 6 0,0 0 8 16,-23 23 12-16,4-1 10 0,-2 4 6 16,-7 6 5-16,-5 6 5 0,-2 5 0 0,-1 0-3 15,0 1 0-15,0 1 4 0,2 2 0 16,0 0-2-16,3-2-6 0,6 1 4 0,2-3-14 15,10-10-8-15,5 0-5 0,2-6-17 16,5-5-6-16,2-3-10 0,3-2-13 0,6 0-2 16,1-1-7-16,5-3-17 0,1-3-31 15,2-2-21-15,-2-2-14 0,0-2-1 0,0-4-1 16,-3 0 6-16,-1-2-2 16,1-2 5-16,-3 0 0 0,-4-4 1 0,1 0 8 0,-4-1-1 15,0-4 2-15,-2 1 3 16,-4-2-8-16,0 0 2 0,-2-1 0 0,-2 3-1 15,0-3-11-15,-1 6-16 0,1-1-30 16,-1 3-41-16,-1 0-44 0,-2 0-59 0,1 4-83 16,1 0-88-16,0 1-109 0,8 2-164 15,-12-2-36-15,12 2 58 0,0 0-469 0,0 0-560 16</inkml:trace>
  <inkml:trace contextRef="#ctx0" brushRef="#br0" timeOffset="138268.44">27729 13147 2800 0,'0'0'-62'0,"0"0"36"16,-15-4 25-16,15 4 27 0,-7-2 30 16,7 2 33-16,0 0 25 0,-16-6 25 15,16 6 19-15,0 0 13 0,-9-5 15 16,9 5 5-16,-6-8-4 0,6 8-6 0,-4-8 0 15,4 8-6-15,0-14 3 0,0 14 1 16,4-13-2-16,0 3-1 0,1-2-4 16,3 2-14-16,2 1-11 0,1-3-10 0,2 4-9 15,3 1-17-15,-2 2-12 0,4 2-4 16,-3 3-10-16,0 1-12 0,3 4-9 0,-1 4-5 16,-2 1-6-16,-4 4-7 15,-1 3 1-15,-7 0-7 0,-3 3 12 0,-2 4-2 0,-3 7 11 16,-6 3 11-16,-5-4 5 15,0 1 13-15,2-2 8 0,-3-3 12 0,1-1 13 16,5-5 3-16,4-5 2 0,0-3 9 16,4-4 2-16,-1 2 0 0,2-5-139 0,2-5 0 0,0 12 0 15,0-12 0-15,9 8 0 16,3-4 0-16,-1-2 0 0,7 1 0 0,1-1 0 16,0 0 0-16,2 0 0 0,3 0 0 15,-3 2 0-15,1-4 0 0,-4 2 0 0,0-2 0 16,-4 3 0-16,-1-2 0 0,-4-1 0 15,-9 0 0-15,17 2 0 0,-17-2 0 0,15 2 0 16,-7 0 0-16,-8-2 0 0,10 2-166 16,-10-2-287-16,7 3-126 0,-7-3-155 15,0 0-115-15,0 0 63 0,0 0-787 16,0 0-1014-16</inkml:trace>
  <inkml:trace contextRef="#ctx0" brushRef="#br0" timeOffset="138649.74">28352 12959 4214 0,'0'0'-58'0,"0"0"32"0,0 0 43 0,-19 21 42 0,12-4 37 15,-6 9 29-15,-3 1 20 16,5 4 17-16,-5 0 16 0,5 0-1 0,0 2-5 15,-1-4-3-15,6-2 2 0,5-3-16 16,1-4-9-16,1 2-19 0,5-1-4 0,1 1-11 16,5-5-13-16,-1 0-9 0,7-3-8 15,-1-3-14-15,0-5-13 0,0 0-12 0,2-4-19 16,1-4-9-16,-2 0-2 0,0-4 3 16,3-1-6-16,-8-6 2 0,3 0-4 15,-2-12-1-15,-3-2 4 0,0-2 0 0,-8-5-2 16,1-4-3-16,-2-1-1 0,-6-1-3 15,-1 5-11-15,-6 2-14 0,0 3-18 16,-2 12-30-16,1 4-32 0,-2 3-44 16,-2 6-67-16,-3 5-82 0,-6 5-93 0,-7 6-136 15,2 5-191-15,-5 5 46 0,0 2 74 16,10 1-441-16,1 1-512 0</inkml:trace>
  <inkml:trace contextRef="#ctx0" brushRef="#br0" timeOffset="140267.26">29385 12966 2657 0,'0'0'-84'0,"0"0"39"0,0 0 30 0,0 0 27 16,0 0 24-16,0 0 18 16,0 0 10-16,0 0 11 0,0 0 7 0,0 0 10 15,0 0-4-15,0 0 2 0,0 0-2 16,0 0 3-16,0 0 3 0,0 0 12 0,0 0 3 15,0 0 7-15,0 0 8 0,0 0 2 16,0 0 8-16,0 0 4 0,0 0 7 16,0 0 1-16,0 0 1 0,0 0-1 0,0 0-1 15,0 0 1-15,0 0-4 0,0 0-5 16,0 0 3-16,0 0-2 0,0 0-4 0,0 0-9 16,0 0 1-16,0 0 5 15,-9-5-20-15,9 5-7 0,0 0-8 0,0 0-9 16,0 0-11-16,0 0-14 0,0 0 2 15,0 0-15-15,0 0-3 0,0 0-6 0,32-2 8 16,-32 2-24-16,21 12-2 0,-9 0 1 16,-1 2 1-16,-1 1-8 0,-5 2-4 0,1 0 3 15,-2 0 11-15,-4 3-10 0,0-2 8 16,-4 5 8-16,-2-4 9 0,-2 2 19 0,-1-3 10 16,-6 8 8-16,-1-2 9 15,3-3-4-15,1-5 0 0,0-2-3 0,0 0-3 0,0-2-11 16,1-2-3-16,4 0-8 0,-1-3-3 15,2 0-1-15,1-2-9 0,1 2-36 16,-2 0-6-16,6-2 0 0,0 3 0 0,0-8 0 16,4 14 0-16,2-4 0 0,1-3 0 15,2 5 0-15,5-4 0 0,-1-1 0 16,6 3 0-16,-1-2 0 0,0 0 0 16,0-3 0-16,-3-1 0 0,0 2 0 0,-3-4 0 15,-3 2 0-15,-1 0 0 0,-1 0 0 16,-7-4 0-16,13 3 0 0,-6-1 0 0,-7-2 0 15,0 0 0-15,11 7 0 16,-11-7 0-16,7 1-80 0,-7-1-227 0,0 0-96 0,0 0-103 16,0 0-129-16,0 0-199 15,14-7 58-15,-14 7 69 0,4-5-634 0,-4 5-797 16</inkml:trace>
  <inkml:trace contextRef="#ctx0" brushRef="#br0" timeOffset="140671.17">29848 13062 3688 0,'0'0'2'0,"0"0"27"0,0 0 24 0,-22 13 38 15,10-1 36-15,-1 2 21 0,-5 9 20 0,-3 0 13 0,1 6-4 16,2 0 4-16,4 0-7 0,0-2-7 15,3 2-3-15,5-5-18 0,2-2-1 16,6 0-7-16,0-3-18 0,5 3-10 16,1-3-9-16,4-2-12 0,3-1-7 0,0-2-4 15,4-5-12-15,2-3-13 0,-2-2-17 16,2-4-17-16,2-4-11 0,-2 0-1 0,10-8 1 16,-7-5 3-16,1-2-4 0,-4-5-2 15,-4-1 1-15,-6-4-2 0,-1-7 7 0,-5 2-6 16,-3-4-5-16,-6 1 5 0,-1 4-5 15,-3 0-3-15,-4 6-1 0,-2 8 4 0,-9-2-4 16,0 11-7-16,4 2-11 16,0 6-31-16,-4 2-29 0,2 6-45 0,0-1-55 15,0 4-69-15,2 2-64 0,3-1-66 16,5 1-103-16,2-3-179 0,4 1 25 0,5-1 62 16,0 0-381-16,7 2-436 0</inkml:trace>
  <inkml:trace contextRef="#ctx0" brushRef="#br0" timeOffset="141017.51">30336 13223 2767 0,'0'0'91'0,"0"0"34"0,0 0 26 16,0 0 33-16,0 0 35 0,0 0 22 15,0 0 18-15,0 0-5 0,0 0-5 0,0 0-4 16,0 0-5-16,0 0-11 0,0 0-20 16,0 0-15-16,0 0-21 0,0 0-10 15,21 11-18-15,-21-11-17 0,20 3-14 0,-11-1-12 16,-9-2-6-16,19 1-20 15,-10 1-39-15,-9-2-30 0,17 0-47 0,-9 0-44 0,-8 0-52 16,0 0-68-16,17 2-86 16,-17-2-119-16,12-2-135 0,-12 2-175 0,11-3 40 15,-11 3 86-15,0 0-427 0,0 0-496 16</inkml:trace>
  <inkml:trace contextRef="#ctx0" brushRef="#br0" timeOffset="141433.15">30569 13067 2963 0,'0'-7'144'0,"0"7"12"0,3-14 13 16,-1 9 5-16,6-2 2 0,0 2-3 16,-1 1-1-16,4 0-9 0,-11 4-15 0,18-2-15 15,-18 2-11-15,25 7-11 0,-16 1-9 16,0 4-12-16,0 0-5 0,-4 5 0 0,-1-1-5 15,-4 5 3-15,-7 8 15 0,0-2 13 16,-2 4 18-16,-6 0 12 0,-3-2 26 0,6 0 18 16,-4-3 8-16,5-6 6 0,3-2-7 15,0-5 3-15,4-3-8 0,-1 2-2 16,3-4-5-16,0-2-11 0,-2 1-15 16,4-7-13-16,6 14-14 0,0-6-18 0,-1-5-109 15,3 3 0-15,0 0 0 0,-1-1 0 16,2-2 0-16,0 1 0 0,0 1 0 0,0-2 0 15,1 0 0-15,-2 1 0 0,-8-4 0 16,15 4 0-16,-7-1 0 0,-8-3 0 0,9 5 0 16,-9-5 0-16,7 5 0 0,-7-5 0 15,8 2 0-15,-8-2-148 0,6 3-120 16,-6-3-81-16,0 0-93 0,0 0-111 0,0 0-162 16,17-6-92-16,-17 6 71 0,2-6-683 15,-2 6-871-15</inkml:trace>
  <inkml:trace contextRef="#ctx0" brushRef="#br0" timeOffset="142918.03">31074 13048 3547 0,'0'0'-118'0,"29"-5"60"0,-29 5 55 0,0 0 57 16,0 0 43-16,9-3 39 0,-9 3 35 16,0 0 19-16,0 0 22 0,0 0 11 15,0 0 12-15,0 0 4 0,0 0 3 0,0 0-2 16,11-4-3-16,-11 4-11 0,0 0-15 15,0 0-14-15,0 0 3 0,8 10 12 0,-4 2 15 16,2 1-3-16,-5 7-1 0,3 3-5 16,-4 6-7-16,-4 12-4 0,1 2-16 15,-8 8-191-15,4 0 0 0,2-9 0 0,-1-1 0 16,1-2 0-16,-2-2 0 0,1-3 0 16,5-9 0-16,-1-3 0 0,0-4 0 0,2-3 0 15,0-1 0-15,0-1 0 0,-2-4 0 16,2-1 0-16,0 1 0 0,0-9 0 15,0 15 0-15,0-15 0 0,2 5 0 0,-2-5 0 16,0 0 0-16,7 6 0 0,-7-6 0 16,0 0 0-16,0 0 0 0,0 0 0 0,0 0-415 15,0 0-285-15,0 0-155 16,0 0-3-16,0 0 87 0,12-13-791 0,-12 13-1004 16</inkml:trace>
  <inkml:trace contextRef="#ctx0" brushRef="#br0" timeOffset="143299.53">31456 13271 4105 0,'0'0'-24'0,"-3"-10"40"16,3 10 47-16,0 0 40 0,0 0 34 15,0 0 37-15,-23 19 28 0,13-7 18 0,-1 3 6 16,1 3 11-16,-1 0-9 0,2 1 1 15,-3 6-5-15,3 0-6 0,3-4-15 16,1-1-11-16,3-3-20 0,0 1-14 16,4-3-13-16,0 2-15 0,3-3-14 0,1-1-15 15,3-2-11-15,1-1-24 0,1-3-33 16,2 0-18-16,-1-4-35 0,1-3-9 16,-13 0-4-16,23-2-6 0,-12-3 3 0,1-4 5 15,-3-1 3-15,1-3 6 0,0-8 2 16,-5 1 0-16,-1-5 9 0,-2 2-5 0,0-4 5 15,-4 5-4-15,0 1 5 16,-3 1-4-16,-1 5 1 0,-2 1-4 0,-2 5-2 0,-4-1-17 16,0 3-37-16,-3 4-49 0,0 3-47 15,2 0-43-15,15 0-67 0,-33 5-85 16,21-2-111-16,1 3-155 0,-1 0-99 0,5-1 58 16,1 2-559-16,6-7-691 0</inkml:trace>
  <inkml:trace contextRef="#ctx0" brushRef="#br0" timeOffset="143766">31697 13329 3207 0,'-13'4'-9'0,"13"-4"60"0,0 0 43 0,0 0 47 0,-16 1 38 0,16-1 21 16,0 0 8-16,0 0 1 15,0 0 0-15,0 0-15 0,0 0-13 0,0 0-24 16,0 0-12-16,41 4-15 0,-32-2-14 16,-9-2-11-16,18 0-11 0,-18 0-9 15,18 0-9-15,-18 0-2 0,14 0-10 0,-14 0-8 16,0 0-8-16,13 1-5 0,-13-1-15 15,0 0-25-15,0 0-29 0,0 0-37 0,16 0-46 16,-16 0-48-16,0 0-61 0,0 0-69 16,12 2-77-16,-12-2-121 0,0 0-181 0,8 3 53 15,-8-3 64-15,0 0-319 0,0 0-351 16</inkml:trace>
  <inkml:trace contextRef="#ctx0" brushRef="#br0" timeOffset="145416.04">32070 13133 2296 0,'0'0'-58'0,"0"0"17"16,0 0 18-16,0 0 22 0,0 0 21 15,0 0 21-15,0 0 9 0,0 0 5 16,0 0-1-16,0 0 9 0,0 0 5 16,0 0 5-16,0 0 3 0,0 0 8 0,0 0-6 15,0 0 5-15,0 0-10 0,0 0 4 16,0 0 1-16,0 0-11 0,0 0 5 16,0 0-6-16,0 0-5 0,0 0-4 0,0 0-18 15,0 0 8-15,0 0-2 0,0 0-15 16,0 0 4-16,0 0 2 0,0 0 7 0,0 0 2 15,0 0 10-15,0 0-4 16,0 0 2-16,0 0-3 0,0 0 2 0,0 0-8 0,0 0 6 16,0 0-8-16,0 0-3 15,0 0-1-15,0 0-6 0,0 0-5 0,0 0-4 16,0 0 4-16,0 0-3 0,0 0-5 16,0 0 6-16,0 0 0 0,0 0-15 15,0 0 20-15,0 0-4 0,0 0 4 0,0 0 9 16,0 0 1-16,0 0 3 0,0 0 2 15,0 0 7-15,0 0 3 0,0 0 4 0,0 0-1 16,0 0 2-16,0 0 8 0,0 0-5 16,0 0-7-16,0 0-5 0,0 0-1 0,0 0 1 15,0 0 3-15,5-11-3 16,-5 11 2-16,0 0 1 0,0 0 5 0,5-4-3 16,-5 4 2-16,0 0-2 0,0 0-1 15,0 0 3-15,2-10-9 0,-2 10-5 16,0 0 12-16,0 0-20 0,2-7-1 0,-2 7-2 15,0 0 9-15,0 0-10 0,3-10 2 16,-3 10 1-16,0 0 5 0,0-8-4 0,0 8-3 16,0 0 4-16,0-8-3 0,0 8-2 15,0 0-1-15,-3-13-1 0,3 13 0 0,-2-8-2 16,-2 2-4-16,4 6 3 0,-5-12-8 16,0 5 2-16,1 1-2 0,4 6 0 15,-7-12 0-15,1 8-5 0,6 4 5 0,-7-10-6 16,1 5-1-16,6 5 0 15,-15-4 11-15,15 4-11 0,-21 2 5 0,8 1 13 16,-1 4 14-16,-3 4-14 0,0-3-4 16,2 2-1-16,1 4 1 0,1-2-5 0,-1 2 2 15,5-2 5-15,3 0 1 0,1-1-5 16,1 1 4-16,4-2-4 0,0-1 5 0,2 3-8 16,2-4 1-16,-1 1-6 15,3-3 0-15,1 0-3 0,3 2 1 0,0-4 3 16,-1 1-9-16,-1-2-1 0,-8-3 13 0,17 3-13 15,-17-3 6-15,16 0-6 0,-16 0 1 0,16-3 2 16,-16 3 2-16,14-5-3 16,-14 5 6-16,13-3-1 0,-13 3 4 0,7-4-9 15,-7 4-3-15,11-4 1 0,-11 4 4 16,0 0-6-16,0 0 14 0,0 0 17 16,13 11 16-16,-12-3 11 0,1 1 10 0,-2 3 4 15,0 2 3-15,2 5 7 0,0-1 0 16,-2 7-63-16,2-2-24 0,0 4 0 0,-1-2 0 15,2 1 0-15,-1-2 0 0,0 0 0 16,0-3 0-16,-2-1 0 0,0-3 0 0,0-3 0 16,0-1 0-16,0-3 0 0,0-1 0 15,0 0 0-15,0-2 0 0,0-7 0 16,-6 13 0-16,2-8 0 0,-4 0 0 16,1-1 0-16,-4 0 0 0,-3 0 0 0,-1-2 0 15,-4 3 0-15,1-1 0 0,2-1 0 16,-4 0 0-16,3 3 0 0,2-4 0 0,2 2 0 15,1-4 0-15,12 0 0 0,-17 4 0 16,17-4 0-16,-16 3 0 0,11-3 0 16,5 0 0-16,-9 4 0 0,9-4 0 0,0 0 0 15,0 0 0-15,-16-5-261 0,16 5-653 16,0 0-35-16,-6-6 98 0,6 6-923 0,0 0-1204 16</inkml:trace>
  <inkml:trace contextRef="#ctx0" brushRef="#br0" timeOffset="150597.79">27744 14611 3107 0,'-5'-2'-7'0,"5"2"56"0,0 0 48 0,0 0 42 0,0 0 38 0,-12-8 34 0,12 8 26 0,0 0 24 0,0 0 24 16,-7-2 13-16,7 2 6 0,0 0-7 16,0 0-17-16,1-12-19 0,-1 12-18 15,8-9-16-15,0 1-15 0,1 0-16 16,2 1-16-16,5-1-15 0,4 0-19 0,-8 2-12 15,8-1-17-15,-4 4-16 0,-2 1-8 16,3 2-9-16,-3 2-12 0,-1 4-10 0,1-2-7 16,-5 4-4-16,-2 0-3 0,-3 1-39 15,0 3-9-15,-6 2 0 0,-2 2 0 0,0 0 0 16,-1 1 0-16,-4 0 0 0,-2 0 0 16,2 0 0-16,0-3 0 0,-1-1 0 15,2-2 0-15,1 1 0 0,0-2 0 0,0 0 0 16,3-3 0-16,3 0 0 0,-1 2 0 15,0-3 0-15,2-6 0 0,2 17 0 16,1-13 0-16,3 4 0 0,2-4 0 0,5 0 0 16,3 1 0-16,1-4 0 0,4 2 0 15,-3-3 0-15,2 0 0 0,-1 0 0 0,0-3 0 16,-4 2 0-16,-2-1 0 0,-3 2 0 16,1 0 0-16,-11 0 0 0,18 2 0 0,-18-2 0 15,9 0 0-15,-9 0-20 0,0 0-592 16,0 0-113-16,10 1-173 0,-10-1 61 15,0 0 91-15,0 0-735 0,0 0-927 0</inkml:trace>
  <inkml:trace contextRef="#ctx0" brushRef="#br0" timeOffset="150965.87">28286 14517 4331 0,'0'0'24'0,"-4"-5"25"0,4 5 40 0,0 0 33 0,0 0 33 0,0 0 22 16,-21 29 11-16,14-16 6 0,-2 1 4 15,0 5-12-15,2-1-10 0,-3 1-3 0,6 2-12 16,-4-2-7-16,6-4-11 16,-1 2-16-16,3-1-5 0,-2-3-7 0,4-1-8 0,0-1-10 15,1-1-3-15,3-2-15 16,0-1-6-16,2-3-1 0,-1-1-15 0,-7-3-6 15,18 3-4-15,-18-3-19 0,18-6-8 16,-8 0-1-16,0 1 0 0,-3-2 1 0,0-2-3 16,2-2-1-16,-6-3 1 0,-1 0-7 15,0-6 2-15,-6-2-5 0,1-2 4 16,-8-7 0-16,0 4-17 0,4 2-20 16,-3 8-15-16,1 1-48 0,-4 1-35 0,1 7-46 0,-3 2-50 15,1 3-50-15,-3 3-71 16,2 3-80-16,-6 1-95 0,6 1-155 0,-7 3-41 15,9 0 55-15,2 0-535 0,-1 0-656 16</inkml:trace>
  <inkml:trace contextRef="#ctx0" brushRef="#br0" timeOffset="151450.91">27874 14284 3274 0,'-22'7'-20'0,"0"2"39"0,1 2 41 0,-8 7 47 0,-7 10 33 0,0 6 33 0,6 5 19 15,-2 4 12-15,3 5 4 0,4 1 0 16,4-1-8-16,6 6-12 0,3-1-3 0,5 1-13 15,5-8 3-15,2-1-23 0,3-3-10 16,9 9-11-16,5-6-15 0,4-2-10 0,4-5-10 16,8-3-10-16,1-6-9 0,6-4-6 15,2-6-9-15,0-7-8 0,1-5 9 0,5-4-21 16,2-6-2-16,9-6 0 16,-1-3-9-16,1-3 4 0,2-7-5 0,-2-1 3 15,-1-4-8-15,-5-1 0 0,-5-4 1 16,-2-4 1-16,-7-2 4 0,-3-7 9 0,-6 0-6 15,-10-4-1-15,3-6 5 0,-10-3-8 16,-1-7-8-16,-6-1 4 0,-6 0-3 16,-11 2-1-16,-12 4-8 0,1 6 20 0,-3 6-9 15,-9 7 3-15,-4 12-10 0,-3 2-3 16,0 13-26-16,-10 3-47 0,9 9-45 0,-3 5-66 16,-11 9-83-16,3 4-98 15,-1 7-107-15,3 0-117 0,5 4-172 0,3-1 46 0,4 3 72 16,10-6-522-16,5-3-616 15</inkml:trace>
  <inkml:trace contextRef="#ctx0" brushRef="#br0" timeOffset="153865.95">26410 11993 2838 0,'0'0'-186'0,"0"0"32"0,0 0 21 0,0 0 30 0,0 0 22 0,0 0 15 0,0 0 19 0,0 0 17 15,0 0 21-15,-11-6 17 0,11 6 19 16,0 0 9-16,0 0 17 0,0 0 15 16,0-7 19-16,0 7 11 0,0 0 12 0,0 0 13 15,0 0 9-15,-1-8 10 0,1 8 13 16,0 0 5-16,0-8 3 0,0 8 9 0,0 0-1 16,-2-4 0-16,2 4-7 0,0 0-13 15,0 0-16-15,0 0-15 0,0 0-10 0,0 0 17 16,0 0 5-16,-9 31-8 0,6-10-3 15,-1 4-10-15,-2 11-8 0,3-2-3 16,-1 0-4-16,-4 1 2 0,4-7 3 16,2-9-4-16,2 1-5 0,-2-3-5 0,4-4-4 15,0-1-3-15,0-4-6 0,2 2-2 16,2-5-9-16,3-2-5 0,0-3-5 0,-9 0-7 16,33-6-14-16,-16-6-18 0,10-1-27 15,-2-3-13-15,-1-3-11 0,1-3 2 16,-4 0-8-16,1 2 1 0,-8 2 4 0,-3 6 5 15,0 2 2-15,-4 2-3 0,-1 1-1 16,-3 3 8-16,-3 4 2 0,0 0 4 0,0 0 2 16,9 19 4-16,-9-7 3 15,1 4 6-15,-1 2 7 0,2 1 5 0,-2 2 2 16,6 2 0-16,-3 0 5 0,1 0-6 16,2-1 4-16,-1-1-5 0,4-1 5 0,-4-1-6 15,1-4-1-15,-3 1-5 0,3-4-27 16,-3 0-30-16,0-2-38 0,1 0-54 0,0-1-50 15,-1 1-64-15,-1 1-74 0,2-5-100 16,-2 3-153-16,3 1-29 0,0 0 53 0,2-1-381 16,3-1-426-16</inkml:trace>
  <inkml:trace contextRef="#ctx0" brushRef="#br0" timeOffset="154481.59">28463 11807 2521 0,'0'0'-16'0,"-6"-13"22"0,2 9 14 0,-1-1 18 0,1-2 19 0,-2 2 22 16,3 0 14-16,-6-2 8 0,6 0 1 0,-1 1-5 15,-2 3-1-15,6 3-2 0,-5-8-5 16,5 8 1-16,-9-5-10 0,9 5-1 0,-12-4 8 15,2 4 5-15,10 0 6 0,-23 4 6 16,7 1 4-16,-6 5 0 0,-4 4-9 0,-3 3-5 16,-2 2-6-16,5 1-8 15,1 3-4-15,3-5-2 0,4 4 2 0,7-4-3 16,4-1-4-16,6-3-2 0,2-2-2 0,6 1-1 16,2 3-4-16,6-3-5 0,8 5-6 15,2-3-8-15,0 4-5 0,2-6-2 16,-7 0-6-16,-2 1-3 0,-4-4-2 15,0 2-3-15,-5 0 2 0,-1 0 7 0,-4 1 20 16,-2 0 17-16,-4-2 13 0,-2 6 17 16,-4-5 11-16,-3 5 20 0,-1-3 3 0,-1 1-3 15,-1-1-4-15,-2-3-6 0,-2 1-10 16,4-2-9-16,0-3-15 0,3 2-3 16,0-4-11-16,-1-1-17 0,0-4-50 15,3 0-55-15,9 0-52 0,-17-6-64 0,9 3-73 0,3 0-87 16,-4-3-95-16,6 1-134 15,3 5-168-15,-6-9 52 0,6 9 70 0,-2-7-484 16,2 7-558-16</inkml:trace>
  <inkml:trace contextRef="#ctx0" brushRef="#br0" timeOffset="155381.79">29989 11739 2846 0,'6'-9'11'0,"-2"4"36"0,-3 2 29 0,-1 3 16 0,0-8 18 16,0 8-5-16,0 0-1 0,0 0 24 15,0 0 20-15,0 0 11 0,-34 20 4 16,8 0 0-16,-9 9 3 0,-1 3 3 0,4 4 5 16,-2 2-2-16,0-2 3 0,5 1-6 15,6-2-18-15,5-7-5 0,5 1-18 0,4-7-12 16,6-1-9-16,0-4-10 0,3 0-6 15,4-1-11-15,2-1 6 0,3 0-26 0,-2-1-1 16,6-1-20-16,-2-3-21 0,0-1-27 16,3-2 0-16,-3 2-6 0,-1-3 2 15,-3-1 4-15,1-3 2 0,-8-2 1 0,9 6-2 16,-9-6 3-16,0 0 5 0,0 0-2 16,0 0-1-16,0 0 2 0,4-17-2 15,-4 17-2-15,-8-14 0 0,1 9-2 16,7 5-6-16,-10-8-16 0,5 2-23 0,5 6-35 15,-8-3-42-15,8 3-59 0,-8-4-60 16,8 4-68-16,0 0-93 0,-3-5-153 0,3 5-76 16,0 0 46-16,0 0-423 0,0 0-491 15</inkml:trace>
  <inkml:trace contextRef="#ctx0" brushRef="#br0" timeOffset="155829.89">31028 11710 2721 0,'0'0'50'0,"0"0"50"0,0 0 38 0,-21-2 29 0,21 2 26 0,0 0 12 0,0 0 5 16,0 0-4-16,0 0-8 0,0 0-17 0,0 0-14 16,0 0-14-16,0 0-18 0,42-5-14 15,-25 7-15-15,2 1-10 0,-1 1-10 0,-4 2-8 16,0 2-11-16,-3 6 6 0,-5 3 6 15,-2 1 6-15,-4 5 16 0,-8 10 14 16,1 3 8-16,-7 1 7 0,3-2 0 0,0 2-6 16,-3-5-9-16,3 2-11 0,1-5-7 15,0 0-12-15,5-6-7 0,-1 0-12 16,5-7-7-16,-1-2-42 0,2-1-48 16,0-1-56-16,2 1-60 0,-1-2-69 0,1-1-84 15,2-4-97-15,0 0-132 0,1-2-165 16,-5-4-5-16,12 3 72 0,-12-3-472 0,0 0-570 15</inkml:trace>
  <inkml:trace contextRef="#ctx0" brushRef="#br0" timeOffset="156713.76">31645 11778 2836 0,'0'0'-41'0,"5"-7"25"0,-2 4 9 0,-3 3 10 0,11-4 9 0,-11 4 10 0,0 0 15 0,22 5 14 16,-17 2 13-16,1 2 12 0,-3 3 17 15,1 3 11-15,-6 2 7 0,0 2 9 16,-1 5 6-16,-5 5 11 0,1 3 5 16,-3-5 2-16,1-2-1 0,1-5-2 15,3 0-12-15,0-3-9 0,3 0-12 0,-2 0-9 16,4-5-8-16,2 2-11 0,2-4-5 16,1 0-7-16,2-1-5 0,-1-2-4 0,3 1-7 15,-1-4-4-15,-1-1-5 0,-7-3-4 16,15 2 2-16,-15-2 13 0,0 0 17 0,16-9 19 15,-12-1 13-15,-6 2 13 16,-2-6 8-16,-1-2 1 0,-7-2-2 0,-5-7 4 0,-2 5 7 16,1 4 9-16,3 2 11 15,2 2 8-15,1 0 0 0,3 4-3 0,2-1-3 16,-4 3-15-16,8-1-15 0,3 0-15 16,0 7-37-16,7-19-72 0,5 7-102 15,7 3-121-15,6-9-138 0,7 3-177 0,7 2-247 16,-3-1-46-16,0 4 82 0,2 2-714 15,-1 3-909-15</inkml:trace>
  <inkml:trace contextRef="#ctx0" brushRef="#br0" timeOffset="157362.15">32589 11773 3777 0,'0'0'-92'0,"0"0"51"0,0 0 42 0,0 0 41 0,4 7 32 0,-4-7 36 16,0 0 22-16,0 0 18 0,0 0 17 0,0 0-8 15,0 0-8-15,0 0-10 16,11 3-11-16,-11-3-9 0,0 0-12 0,0 0-10 16,0 0-12-16,23-5-8 0,-23 5-7 15,17-9-6-15,-11 4-5 0,2-2-7 0,-1-5-3 16,-2 2-7-16,4-6-1 0,-6 2 3 16,-1-4-1-16,0 4 12 0,-2-1 5 15,-4-1-2-15,3 3-3 0,-10-1-6 0,4 5-4 16,-9 1 0-16,2 4 6 0,-6 3 9 15,2 1 6-15,-7 5 12 0,-8 5-8 16,7 3 8-16,1 3-5 0,3 3 9 16,9 0-1-16,6-1 0 0,3-1 3 0,8 5-4 15,2 0-11-15,5 7-8 0,6-2-5 16,5-1-6-16,-2-4-3 0,3 0-6 0,-5-6-4 16,-4-2 1-16,0-3-9 0,-3-2-3 15,-2 0-6-15,2-1-1 0,-2 3 0 16,-4 1 4-16,-1 1 10 0,-2 1 14 0,-4 0 27 15,-3 1 23-15,-3 3 25 0,1-7-46 16,-11 12-78-16,-3-3 0 0,4-4 0 0,-8 1 0 16,0-1 0-16,-3-3 0 0,3-2 0 15,5-3 0-15,-2-1 0 0,7-1 0 16,2-2 0-16,2 0 0 0,0 0 0 16,4-2 0-16,7-2 0 0,-15 4 0 0,15-4 0 15,-12 2 0-15,12-2 0 0,0 0 0 16,0 0 0-16,-15-6 0 0,15 6 0 15,0 0-138-15,-8-1-711 0,8 1-104 0,0 0 86 16,0 0-964-16,-16 3-1258 16</inkml:trace>
  <inkml:trace contextRef="#ctx0" brushRef="#br0" timeOffset="159062.5">28193 15615 4845 0,'0'0'-77'0,"0"-8"53"0,0 8 31 0,-2-8 21 0,2 8 15 0,0 0 6 16,-4-5-5-16,4 5 0 0,-6-6-10 0,6 6-1 15,-12-4-7-15,3 3-4 16,-3 0-5-16,-1-4-5 0,-1 5-2 0,0 0 1 16,-2 0 3-16,-4 2-6 0,-2 2 7 15,-1-1 10-15,1 2 12 0,-1 2 16 0,5-2 5 16,4 0 4-16,-2 2-2 0,3-3-2 15,3 2 2-15,1-2-5 0,3 1-5 16,2 1-3-16,1 0-1 0,3-6-1 0,0 14 0 16,2-5-7-16,-1 1-2 0,5 0-4 15,-2 3-5-15,1 0 0 0,3 1-5 16,-2 1-2-16,-2 0 7 0,1-1 2 0,1 3 6 16,-3-2 10-16,4 1 9 0,-5-1 11 0,0-3 6 15,0 2 13-15,-2 0 7 0,-2-2 10 16,0 0-6-16,0 0 2 0,-5 1 2 0,0 2 1 15,0-1 4-15,-3-2-3 16,-3-1-7-16,-2-1-11 0,-3 3-9 0,5-7-10 16,-4 0-24-16,-3-3-38 0,7-2-52 15,-2-2-49-15,-2 1-46 0,0-3-50 16,0-5-55-16,1 4-65 0,1-3-74 0,2-3-72 16,0 4-92-16,2-1-108 0,-1-1-28 15,6 0 66-15,-1 2-462 0,3-1-555 0</inkml:trace>
  <inkml:trace contextRef="#ctx0" brushRef="#br0" timeOffset="159499.71">27759 15511 2912 0,'-11'2'38'0,"-2"6"32"0,-2 1 17 0,-9 11 31 0,0 4 22 0,1 3 15 0,4 4 13 0,0 10 3 0,-4 4-5 16,6 2-10-16,-2 1-1 0,7 5-6 15,3-4-7-15,4-4-6 0,3-2-8 16,4-1-11-16,3 0-15 0,4-3-8 16,3 0-10-16,3-4-6 0,10 5-14 0,-6-14-4 15,5 1-14-15,5-8-13 0,0-4-9 16,3-6-6-16,-3-6 0 0,-1-5-4 0,17-5 5 15,4-5 3-15,2-6 1 0,-3-5 0 16,-2-2 0-16,-8-2 3 0,0-7 6 16,-3 0 0-16,-3 0 1 0,-5-7 1 0,-5 0-1 15,-1-5-2-15,-5 1-4 0,-3-5-1 16,-4-2 0-16,-3-1-6 0,0 9-1 0,-6 2-4 16,-4-1-1-16,-2 6-3 0,-3 3-2 15,-6 4-10-15,-6 3-21 0,-3 2-24 0,-4 9-38 16,-3 2-46-16,-1 4-52 0,-4 3-71 15,5 5-77-15,1 1-104 0,1 2-168 0,4 3-43 16,-1-2 68-16,3-4-387 16,8 2-443-16</inkml:trace>
  <inkml:trace contextRef="#ctx0" brushRef="#br0" timeOffset="167594.34">30121 14233 3004 0,'0'0'175'0,"1"-10"2"0,6 3 6 0,2 3 7 0,2-6 4 16,5 5 0-16,-1 0-9 0,0 1-16 16,0 4-16-16,1 2-14 0,-1 3-13 0,0 4-4 15,2 4-1-15,-5 5 8 16,-5 2 4-16,-3 4 19 0,-2 2 19 0,-6 11 22 0,-1-2 17 15,-5 0 21-15,0-5 11 16,1 1 9-16,0-4 0 0,1-4 1 0,0-5-14 16,4-4-17-16,1-1-15 0,-1-3-27 15,2-1-179-15,0-3 0 0,2-6 0 0,8 11 0 16,-8-11 0-16,16-3 0 0,-16 3 0 16,41-12 0-16,-9-2 0 0,1-6 0 15,-1 2 0-15,-1-2-217 0,-3 3-271 0,1-1-71 16,-4 1-74-16,2 1-71 0,-9 3-82 15,0 2 66-15,0 1-669 0,0 0-842 0</inkml:trace>
  <inkml:trace contextRef="#ctx0" brushRef="#br0" timeOffset="167910.55">30771 14324 3614 0,'9'-4'-77'15,"-1"2"67"-15,-8 2 87 16,0 0 60-16,0 0 56 0,12 11 49 0,-12-11 39 16,-2 14 47-16,-3-4 13 0,1 2 8 15,1 2-8-15,-5 1-18 0,5 1-21 0,-3-1-27 16,1 1-28-16,4-3-20 0,-1 1-23 15,2-2-23-15,2 0-20 0,4 0-17 0,0-4-39 16,3 3-38-16,0-5-37 0,0-2-14 16,0 2-19-16,-2-4-1 0,-7-2 0 15,12 4-3-15,-12-4 0 0,0 0 6 0,0 0 13 16,0 0 22-16,-27-13 19 0,-3 0-33 16,-6-2-20-16,-9-7 0 0,2-2 0 0,-5-2 0 15,3-3 0-15,0 0 0 16,6 2 0-16,5 0 0 0,9 8 0 0,3 5 0 15,9 3 0-15,1 1 0 0,7 2 0 16,1-2 0-16,2 3 0 0,4-1 0 0,5 1 0 16,2 0 0-16,2 2 0 0,4 3 0 15,-1 2 0-15,7 0-469 0,1 4-339 0,1 1-114 16,0 3 73-16,11 2-900 0,-1-1-1181 16</inkml:trace>
  <inkml:trace contextRef="#ctx0" brushRef="#br0" timeOffset="168411.5">30536 14021 4706 0,'-51'-3'-126'0,"-16"9"29"0,-5 4 55 0,3 6 64 0,-1 8 51 0,-8 10 62 0,5 5 40 16,19-1 23-16,-3 18 20 0,10 7 7 0,16-8-5 16,8 3 1-16,10 2-6 0,12 2-9 15,4-2-15-15,12-2-17 0,6-2-16 16,12 1-19-16,18 6-10 0,10-9-24 0,11-5-34 15,5-9-43-15,4-9-60 0,-9-15-48 16,1-3-42-16,4-9-41 0,1-8-46 0,2-5-34 16,12-13-19-16,-20 0-13 0,8-9 13 15,-17 3 27-15,-6-6 35 0,-3-1 42 0,-7-5 48 16,-8-4 29-16,-1-4 42 16,-10-3 19-16,-8-5 16 0,-4-2 7 0,-10-6 6 15,-6-1 5-15,-10 1-8 0,-5 3 8 16,-10 0 0-16,-11 12 1 0,-4 7 2 0,-12 12-3 15,-3 8-6-15,-10 8-3 0,-1 10 6 16,-6 8-12-16,-1 4-21 0,-3 9-30 0,-14 9-45 16,3 5-59-16,2 3-64 0,10 5-77 15,2-1-94-15,24-4-168 0,3 0 3 16,8-2 53-16,7-1-220 0,10-5-215 0</inkml:trace>
  <inkml:trace contextRef="#ctx0" brushRef="#br0" timeOffset="171576.98">29961 15180 1969 0,'0'0'105'0,"2"-5"41"0,-2 5 22 0,0 0 37 0,0 0 22 16,0-11 26-16,0 11 12 0,0 0 3 16,0 0 5-16,0 0-10 0,0 0 1 15,0 0-1-15,0 0 33 0,0 0 21 16,0 0 21-16,-35 24 8 0,10-1 6 0,-3 9-4 15,-6 1-4-15,0 6-1 0,-3 0-5 16,3 2-24-16,4-1-128 0,-1-2-186 0,6 0 0 16,8-6 0-16,2-3 0 0,7-5 0 15,0-3 0-15,6-2 0 0,-1-1 0 16,3-6 0-16,2 5 0 0,-1-5 0 0,7 1 0 16,0-3 0-16,1-1 0 0,2-2 0 15,0-3 0-15,-2 2 0 0,0-3 0 16,1-1 0-16,-10-2 0 0,11 4 0 0,-11-4 0 15,0 0 0-15,0 0 0 0,0 0 0 16,15-9 0-16,-15 9 0 0,0-10 0 0,0 10 0 16,-2-9 0-16,2 9 0 0,0 0 0 15,-2-10 0-15,2 10 0 0,-1-6 0 0,1 6 0 16,0 0 0-16,-8-5 0 0,8 5 0 16,0 0 0-16,0 0 0 0,0 0-481 15,0 0-215-15,0 0-156 0,0 0-6 0,0 0 91 16,0 0-776-16,0 0-987 0</inkml:trace>
  <inkml:trace contextRef="#ctx0" brushRef="#br0" timeOffset="172246.19">30885 15201 4394 0,'0'0'133'0,"-6"-6"34"0,6 6 18 0,-2-7 4 0,2 7 11 0,9-12 14 0,0 6 4 0,2 0-5 16,-2 0-12-16,3 3-17 0,-1 2-14 15,3 0-7-15,-14 1-1 0,22 2-5 16,-10 5 1-16,-1 1 2 0,-1 5 6 16,-2 5 5-16,-4 6 11 0,-3-1 11 0,-4 12 9 15,-6 2-193-15,0 1-9 0,-6 10 0 16,-2-5 0-16,6-5 0 0,-1-4 0 0,1-1 0 16,1-3 0-16,5-7 0 0,0-3 0 15,5-5 0-15,2-3 0 0,5 0 0 16,0-7 0-16,0 1 0 0,4-6 0 15,1 0 0-15,0-6 0 0,1-2 0 0,0-5 0 16,5-12 0-16,-7-2 0 0,-4-6 0 0,-5-2 0 16,-5-3 0-16,-5-1 0 15,-8 4 0-15,-2-6 0 0,-11 5 0 0,4 10 0 16,0 5 0-16,0-3 0 0,3 9 0 16,3 3 0-16,2-1 0 0,7 8 0 0,3-1 0 15,-1-1 0-15,7 2 0 0,1 5 0 16,-2-12 0-16,5 5 0 0,7 1 0 0,1 0 0 15,3 5 0-15,7 2 0 0,1 1 0 16,8 8-187-16,1 3-656 0,-6 5-116 0,-2 1 87 16,-5 2-941-16,0 2-1240 0</inkml:trace>
  <inkml:trace contextRef="#ctx0" brushRef="#br0" timeOffset="173094.43">27922 16932 4799 0,'4'-10'-102'0,"-3"0"48"0,1 1 36 0,2 1 33 0,1 0 44 0,4 2 22 0,-9 6 21 16,13-3 27-16,-13 3 35 0,15 15 49 0,-13 0 33 16,4 9 19-16,-10 16 15 0,0 3 1 15,-8 7 12-15,0 8 4 0,-4-3 0 0,3-4-8 16,-1-2 26-16,7-11-75 15,1 0-240-15,2-3 0 0,4-10 0 0,4-2 0 16,2-1 0-16,1-3 0 0,5-4 0 16,1-5 0-16,6-1 0 0,-2-4 0 0,1-3 0 15,1-4 0-15,1-2 0 0,3-2 0 16,6-6 0-16,-4 3 0 0,-7-1 0 16,4 0 0-16,-3 1 0 0,-4-1 0 0,1 0-543 15,-4 2-66-15,1-1-85 0,-4 1-134 16,0-2 22-16,-2-1 76 0,2 1-624 15,-6-4-809-15</inkml:trace>
  <inkml:trace contextRef="#ctx0" brushRef="#br0" timeOffset="173293.33">27904 16854 4176 0,'-14'-5'234'0,"1"-1"11"16,6 3 13-16,0-2 21 0,7 5-13 15,-6-10-24-15,8 4-24 0,4-5-24 16,6-1-22-16,19-5-15 0,1 3-66 0,5-2-94 16,10 0-92-16,-6 6-100 0,-5 0-90 15,2 1-90-15,-4 4-92 0,-3 0-148 0,-6 3-74 16,-4 2 65-16,-6 0-459 0,-2 2-554 16</inkml:trace>
  <inkml:trace contextRef="#ctx0" brushRef="#br0" timeOffset="174809.14">28910 16944 2823 0,'0'0'-21'0,"9"-5"49"0,-9 5 43 0,5-7 28 0,-5 7 30 0,4-8 27 0,-4 8 24 15,4-7 22-15,-4 7 2 16,5-10 5-16,-3 4-3 0,-2 6 3 0,4-10-1 16,-1 3 6-16,-3 7-5 0,0-10 4 15,0 10-12-15,-3-12-11 0,3 12-13 0,-4-8-10 16,4 8-13-16,-9-5-14 0,9 5-9 16,-20 0-12-16,20 0-2 0,-24 9-17 15,7 2 4-15,-3 1-5 0,0 6-2 0,3-2-4 16,4-4-10-16,2 0-7 0,6 0-13 15,-1 0 1-15,6-2-6 0,2 4-5 0,4 0-6 16,4 1-7-16,3 0 3 16,8 4-12-16,-1 0-5 0,-2-5 0 0,0-1 1 0,2 7-2 15,-3-5-5-15,-2-1-3 16,1-1 0-16,-5 1 0 0,1 2-5 0,-5-3 1 16,1 3 21-16,-5-3 18 0,-3 1 26 15,0 0-37-15,-1 0-41 0,-3 0 0 16,-2 1 0-16,-1-3 0 0,-1-1 0 0,-2 1 0 15,3 0 0-15,-5-4 0 16,5-2 0-16,-3-1 0 0,-2-1 0 0,3-1 0 0,9-3 0 16,-16 0 0-16,16 0 0 0,-18-3 0 15,18 3 0-15,-18-6 0 0,11 2 0 0,7 4-96 16,-17-7-411-16,9 5-97 16,1-2-153-16,1 1-114 0,6 3 79 0,-7-5-760 15,7 5-996-15</inkml:trace>
  <inkml:trace contextRef="#ctx0" brushRef="#br0" timeOffset="176141.76">29795 16782 3951 0,'12'-8'-186'0,"-5"3"53"0,-2 1 49 0,2 0 39 0,-7 4 44 0,11-9 34 0,-5 5 28 0,-6 4 30 0,7-8 18 0,-7 8 19 0,6-9 20 16,-6 9 12-16,6-3 7 0,-6 3 10 16,5-5 1-16,-5 5 2 0,0 0-4 15,10-7-6-15,-10 7-5 0,0 0-12 16,3-3-5-16,-3 3-6 0,0 0-5 16,0 0-12-16,0 0-4 0,9-7-21 0,-9 7 0 15,0 0-6-15,0 0-11 0,0 0-8 16,0 0-4-16,0 0-8 0,0 0-3 0,0 0-13 15,0 0-8-15,0 0-1 0,0 0-10 16,0 0-11-16,0 0-5 0,0 0-10 0,0 0-3 16,0 0-2-16,0 0-3 0,0 0-2 15,0 0 1-15,0 0-3 0,0 0 8 16,0 0-1-16,0 0-7 0,0 0 4 16,0 0 0-16,0 0-1 0,0 0 0 15,0 0 3-15,0 0-6 0,0 0 7 0,0 0-2 16,0 0-2-16,0 0 3 0,0 0 5 15,0 0-5-15,-33 12 0 0,21-6 3 0,3 1-4 16,-7 0 2-16,4 5 3 0,-2-1-1 16,1-1-2-16,-2 1 11 0,-3 3 0 15,-1 7-4-15,-1 2 9 0,0-1 17 0,6 2 8 16,-2 2 4-16,3 1-1 0,3-5 10 16,2-1 2-16,5-1 4 0,1-1 2 0,2 2-8 15,2 2 1-15,1-1-5 16,3-3-7-16,1 2-4 0,9 4-4 0,-1-8-1 15,0-2-4-15,-2-4-2 0,5 1-2 16,-3-4-1-16,0-3-3 0,0-1 0 0,-1-1-3 16,-3-3 0-16,-11 0-2 0,20-5-1 15,-11 2-1-15,-2-6 2 0,0 0-4 0,-6-3 1 16,3 1-3-16,-4-3-1 0,0-1 0 16,-4 3-1-16,3 0-3 0,-1 1-5 15,-3 1-7-15,0 0-14 0,-1 1-26 0,-1 3-33 16,-3 0-39-16,0 0-39 15,1 4-34-15,9 2-47 0,-18-4-37 0,18 4-43 0,-9 0-47 16,9 0-46-16,0 0-83 16,0 0-128-16,0 0-85 0,0 0 67 0,0 0-445 15,0 0-559-15</inkml:trace>
  <inkml:trace contextRef="#ctx0" brushRef="#br0" timeOffset="176625.18">30336 16765 3308 0,'-15'-4'156'0,"15"4"30"0,-12-6 22 0,12 6 31 0,-9-3 31 0,9 3 28 0,-8-4 13 0,8 4-8 15,0 0-16-15,-3-10-28 0,3 10-27 16,0 0-23-16,11-12-21 0,3 5-23 15,-1 1-14-15,2 2-16 0,2 1-10 0,-1-1-22 16,-2 4-8-16,-14 0-15 0,29 5-6 16,-16 3-10-16,-1 1 0 0,-3 3-8 0,3 5-10 15,-4 4-3-15,-1 11 2 0,0-1-6 16,0-4 1-16,-5-4 3 0,1 3-3 0,-1-2-4 16,0 2-2-16,2-1-9 0,0-2 3 15,-3 2-10-15,1-8-4 0,0 3-15 16,0-3-33-16,0-3-49 0,0-2-49 0,-1-3-54 15,-1 3-59-15,0-4-60 16,0 1-73-16,3-3-75 0,-3-6-101 0,0 6-141 0,0-6-36 16,0 0 54-16,0 0-528 15,0 0-669-15</inkml:trace>
  <inkml:trace contextRef="#ctx0" brushRef="#br0" timeOffset="176825.08">30468 17100 3516 0,'-16'-2'197'0,"16"2"66"0,0 0 48 0,-16-2 52 16,16 2 30-16,-11-2 21 0,11 2-7 16,0 0-8-16,-5-6-38 0,5 6-26 15,0 0-42-15,0 0-19 0,21-15-41 16,-8 7-71-16,3 0-75 0,4 1-94 16,0-1-107-16,1-1-121 0,2 4-101 0,-6 0-88 15,2 1-99-15,-4 0-127 0,6-4-168 16,-2 5 77-16,-4-2-674 0,-4 3-866 0</inkml:trace>
  <inkml:trace contextRef="#ctx0" brushRef="#br0" timeOffset="177241.49">31117 16786 3821 0,'8'-7'-21'0,"0"-1"45"16,-2 2 29-16,-1 2 34 0,-5 4 13 15,11-4 20-15,-11 4 22 0,0 0 13 16,18 10 13-16,-14 0 12 0,-3 1 9 0,-1 1 7 16,0 7 9-16,-3 2 16 0,-3 1 12 15,-4 7 6-15,-1-2-2 0,4-2-3 0,-1-5-12 16,3-5-18-16,2 1-20 0,1-1-18 16,0-1-15-16,4-1-18 0,0-4-14 15,1-2-16-15,2 2-27 0,3-3-31 0,-3-2-21 16,-5-4-18-16,13 6-10 15,-13-6 0-15,0 0-2 0,0 0 16 0,0 0 14 0,14-16 18 16,-18 7 15-16,1-3-1 16,-17-12-56-16,7 5 0 0,-6-3 0 0,-3 0 0 15,0 1 0-15,5 7 0 0,1 1 0 0,-1 3 0 16,5 1 0-16,1 1 0 16,4 2 0-16,1 0 0 0,3-2 0 0,1 2 0 15,2 6 0-15,5-21 0 16,8 7 0-16,9-5 0 0,1 2 0 0,5 1 0 0,0-1-167 15,1 0-559-15,3 4-243 0,-3 1 87 16,-6 5 99-16,-6 2-803 0,0 3-1028 0</inkml:trace>
  <inkml:trace contextRef="#ctx0" brushRef="#br0" timeOffset="177825.93">30391 15366 4430 0,'-14'-3'55'0,"14"3"42"0,-14-1 34 0,14 1 41 0,0 0 21 0,-11-4 24 16,11 4 8-16,0 0-6 0,0 0-3 16,0 0-11-16,0 0-23 0,26-4-9 0,-5 0-22 15,5 0-20-15,3 0-12 0,0 3-15 16,-1 0-17-16,1 1-27 0,-2 2-20 15,3 7-23-15,-3 3-12 0,-4 5-8 0,-10 3-4 16,-5 2-3-16,-5 0-4 0,-1 4-7 16,-11 6-6-16,1 2-16 0,-5 0-13 0,0-1-17 15,-2 0-12-15,-1-3-33 16,3-3-25-16,3-5-32 0,1-5-32 0,0-2-34 0,2-3-34 16,2-1-29-16,1-3-28 15,0-2-25-15,2-2-36 0,2-4-13 0,0 0 7 16,0 0 38-16</inkml:trace>
  <inkml:trace contextRef="#ctx0" brushRef="#br0" timeOffset="177959.96">30508 15759 2718 0,'-4'-12'-94'0,"-3"0"82"0,3 2 64 16,-4 3 62-16,2 1 45 0,1 0 39 0,-3 0 26 16,8 6 27-16,-12-5 17 0,12 5 21 15,-7-6 23-15,7 6 13 0,-8-3-10 0,8 3-7 16,0 0-22-16,0 0-22 16,0 0-21-16,0 0-32 0,33 0-50 0,-15 0-102 0,5 0-135 15,6 0-141-15,1 0-163 16,10-3-238-16,3 6-156 0,-6 2 66 0,-1 4-611 15,3 3-776-15</inkml:trace>
  <inkml:trace contextRef="#ctx0" brushRef="#br0" timeOffset="178474.97">31232 16383 3948 0,'-7'-3'126'0,"7"3"29"0,-14-3 17 16,14 3 20-16,0 0 20 0,-11-4 17 0,11 4 6 15,0 0-23-15,0 0-28 0,20-12-18 16,-1 5-11-16,16 0-27 0,2 1-26 0,4 1-19 16,-9 5-23-16,1 0-16 0,5 5-6 15,-2 5-11-15,-6 7 1 0,-3 3 8 16,-2 6-13-16,-8 5-3 0,0 3 0 16,1 11 7-16,-9-7 13 0,0 12 27 15,-1-1 17-15,0 6 18 0,-3 0 10 0,3 1 10 16,0 1 5-16,-4 0 4 0,-1-1 5 15,1-11-3-15,-2-2-5 0,-2-5 1 0,-2-1 0 16,2-6-5-16,-4-9-119 0,3 1-5 16,-5-3 0-16,0-1 0 0,-2 0 0 0,-3-2 0 15,-3-2 0-15,1 1 0 0,-4-4 0 16,-10 3 0-16,-1-3 0 0,-5-2 0 16,-1-3 0-16,-6 1 0 0,0-3 0 0,0-5 0 15,7 1 0-15,5-2 0 16,-1 1-403-16,0-3-300 0,-7-1-240 0,6 0 66 15,3 0 85-15,1 2-729 0,-11-3-967 16</inkml:trace>
  <inkml:trace contextRef="#ctx0" brushRef="#br0" timeOffset="179445.02">26757 17253 3780 0,'0'0'-177'0,"5"5"41"0,-5-5 22 16,12 3 20-16,1-5 13 0,9 1 22 0,12-6 23 0,6-3 28 0,9-7 22 16,7 3 25-16,-1-3 16 15,1 0 13-15,-4-1 2 0,0 1-4 0,-6 1-1 0,-10 7-14 16,-11 1 2-16,-6 2-10 16,-5 0 6-16,-5 4 0 0,-9 2 9 0,0 0 9 15,0 0 14-15,0 0 26 0,0 0 20 16,-67 26 20-16,19-9 20 0,-2 0 13 0,-6 1 5 15,-3 1 4-15,3-2-1 0,7-1 3 16,11-4-6-16,5-2-6 0,8-5-13 16,14-1-17-16,6-3-14 0,5-1-23 0,0 0-28 15,54-20-46-15,4-1-53 0,4-1-49 16,28-5-59-16,-4 1-78 0,-20 4-90 0,2-2-99 16,-14 1-99-16,-2 2-113 15,-7 1-70-15,-15 6 63 0,-10 4-403 0,-8 1-488 16</inkml:trace>
  <inkml:trace contextRef="#ctx0" brushRef="#br0" timeOffset="180761.35">22082 13358 3219 0,'-2'-12'219'0,"-1"7"-23"0,-5 4-20 0,8 1-17 0,-23 3-15 0,5 6-1 0,-15 3 11 0,7 5-4 16,-3-1-8-16,2 1-15 0,8-3-11 16,6-3-14-16,1 0-10 0,3-2-9 15,3-2-6-15,2-1-8 0,4 1-6 16,0-7-4-16,15 3-7 0,1-5-10 0,4-2-22 16,12-7-7-16,-8 3 1 0,2-4-1 15,-3 0-1-15,-10 1 1 0,-1 3 4 0,-4 0 7 16,-5 3 1-16,-3 1-5 0,0 4-2 15,0 0 5-15,0 0 6 0,-28 2 1 0,13 3 6 16,-2 7-2-16,-10 5 0 0,2 0-4 16,6-3-3-16,5-2-5 0,3-2-3 0,6-2-1 15,-3-1-8-15,2 0 3 16,4 0-2-16,2-7-4 0,7 7-10 0,-7-7-18 16,0 0-18-16,25-9-9 0,-9-1-7 15,4-4 10-15,-8-1 3 0,3-8 7 0,-3 5 3 16,-6 1 4-16,-2 1 16 0,-4 3 11 15,-4 1 4-15,-7 1 9 0,-5 1 13 0,-2 2 8 16,-16-2 8-16,4 7 2 0,-1 1 3 16,-10 2 0-16,-3 2 0 0,2 1 4 0,2 1 6 15,2-1 11-15,8 0 12 0,7-1 11 16,1 0 19-16,9-2-1 0,0 0-5 0,3 0-4 16,10 0-12-16,-17 0-10 15,17 0-11-15,-8-4-12 0,8 4-8 0,0 0 1 16,0 0-11-16,0 0-7 0,0 0-4 15,31 19 0-15,-12 5 2 0,4 5-6 0,1 10-5 16,3 2 0-16,2 0 0 0,-1-2-5 16,-3-1-2-16,6-2 3 0,-1-4-5 0,3-2 0 15,-6-8 6-15,-2-5-4 0,-7-5 1 16,1-1 2-16,-6-5 5 0,1-2-5 0,-3-4 1 16,1-4-3-16,-1-4-5 0,0-7-2 15,1-3 1-15,-4-13-6 0,-1-4-8 0,-3-11-10 16,-2-12-8-16,-6-5-1 0,0-4 0 15,-1 1 1-15,-4 5 7 0,0 18-6 0,4 6 7 16,-5 8-4-16,9 12-4 0,-5 13 6 16,-2 11 18-16,-3 10 11 0,-4 15-1 15,-3 18 9-15,-1 6-7 0,2 6 4 16,5 4-18-16,5-6 20 0,1 6 0 0,6-8-9 16,6-6-10-16,1-3 10 0,5-12 2 15,5-4 3-15,2-10 1 0,6-4 0 0,-2-7-7 16,-2-5-24-16,-4-5-35 0,6-4-35 15,0-5-40-15,5-5-42 0,-3-7-41 0,-4-3-64 16,-8-3-59-16,-1-4-62 0,-8-4-72 16,-6 6-97-16,0 2-114 0,-2 5 33 15,-2 4-482-15,-1 4-598 0</inkml:trace>
  <inkml:trace contextRef="#ctx0" brushRef="#br0" timeOffset="-198400.24">17974 4106 1145 0,'-4'-6'381'0,"4"6"-102"0,-2-11-42 0,0 6-26 0,2 5-14 0,-1-10-13 0,1 10 12 15,-2-9-5-15,0 4 8 0,2 5 4 16,-4-8-7-16,4 8-15 0,-3-7-23 16,3 7-1-16,-1-6-14 0,1 6-6 0,0 0-10 15,0 0-10-15,-2-7-10 0,2 7-10 16,0 0 15-16,0 0 24 0,0 0-3 16,0 30-16-16,2-13-4 0,-1 4 6 0,-1 6-1 15,3 10-13-15,3 5-5 16,-3 2-7-16,7 9 0 0,-3 6-4 0,5-3-9 0,-1 3-5 15,3-1-3-15,-3 0-6 16,0 1-22-16,1 6 2 0,-1-2 11 0,-5 4 12 16,-1-1 20-16,-5 5-6 0,3-1 22 15,-1 2-3-15,-2-2-4 0,0 0-2 0,4 0 15 16,-1-2-3-16,5-2-5 0,-1-1 28 16,5-7-7-16,-1 2-8 0,5-4-7 0,1-2 8 15,0-3-98-15,0-1-19 0,0-2 0 16,0 1 0-16,1-3 0 0,-6 0 0 15,2-10 0-15,-4 0 0 0,0-1 0 0,-5 1 0 16,3 5 0-16,-3-3 0 0,3 2 0 16,-4-2 0-16,2 0 0 0,-1-1 0 15,1 2 0-15,-1-3 0 0,4 0 0 0,-6-1 0 16,5-2 0-16,-5-2 0 0,7 2 0 16,-4 0 0-16,0 1 0 0,-1-1 0 15,-1-4 0-15,0 5 0 0,1 2 0 0,-3 1 0 16,5-2 0-16,-6-2 0 0,3 3 0 15,2-2 0-15,-5 0 0 0,5 1 0 0,-2 0 0 16,-1 0 0-16,6 1 0 0,-6 0 0 16,3 0 0-16,-1 4 0 0,3-1 0 0,-3 2 0 15,0 2 0-15,2 0 0 0,-5 0 0 16,4-1 0-16,-1 2 0 0,0 0 0 0,-1 0 0 16,-1-1 0-16,1 2 0 0,0-2 0 15,-2 1 0-15,-1-2 0 0,1 0 0 16,2-3 0-16,1 0 0 0,-2-5 0 0,5 1 0 15,-5-6 0-15,1-7 0 0,2 0 0 16,-3 0 0-16,2-1 0 0,1-4 0 0,-5 1 0 16,5-1 0-16,-1-3 0 0,-1 3 0 15,3-2 0-15,-4-1 0 0,3-5 0 0,-2 2 0 16,-3-1 0-16,3-3 0 0,0 0 0 16,-2 0 0-16,-2-2 0 0,0-5 0 0,1 7 0 15,-1-7 0-15,0 0 0 0,0 0 0 16,0 0 0-16,-11-34 0 0,6-2-427 15,-1-5-561-15,1-23 79 0,0-1 109 16,5-7-923-16,2-2-1157 0</inkml:trace>
  <inkml:trace contextRef="#ctx0" brushRef="#br0" timeOffset="-197616.61">18721 5867 4425 0,'0'0'-171'0,"-2"11"55"0,2-11 54 0,-3 5 51 0,3-5 45 0,0 0 30 0,-5 6 28 16,5-6 24-16,0 0 21 0,0 0 10 15,0 6 10-15,0-6 15 0,0 0 10 0,0 0 19 16,0 0 17-16,0 0 25 16,0 0 13-16,0 0 13 0,0 0-6 0,0 0-25 15,0 0-20-15,0 0-22 0,2-28-15 16,1 15-13-16,0-3-14 0,3-1-10 0,-1 4-11 16,3-3-4-16,-3 1-115 0,4 3-14 15,-4 0 0-15,5 1 0 0,-3 5 0 0,7-2 0 16,-1 6 0-16,2 2 0 15,2 4 0-15,13 7 0 0,6 1 0 0,-2 5 0 16,6 7 0-16,-3 2 0 0,-6-6 0 0,-4 4 0 16,-2 1 0-16,-6 3 0 0,-2 0 0 15,-2-1 0-15,-7-4 0 0,-5-1 0 16,-1-5 0-16,0-3 0 0,-2-1 0 16,4-1 0-16,-4-3 0 0,2-2 0 0,-2-7 0 15,0 0 0-15,0 0 0 0,0 0 0 16,10-45 0-16,-1 8 0 0,9-12 0 0,-2 1 0 15,4 5 0-15,-6 9 0 0,2 5 0 16,-5 9 0-16,-2 3 0 0,-2 3 0 0,0 7 0 16,3 3 0-16,-3 4 0 0,-7 0 0 15,23 13 0-15,-7 2 0 0,2 5 0 16,4 4 0-16,-5 0 0 0,2 4 0 16,4 1 0-16,-9 1 0 0,2-4 0 0,-1 1 0 15,1-1 0-15,-5-6 0 0,-3-2 0 16,-1-4 0-16,-5-3 0 0,4-1 0 0,-3 0 0 15,1-3 0-15,3-2 0 0,-4-4 0 16,-3-1-8-16,0 0-745 0,0 0-166 0,8-18 28 16,-6 3 90-16,3-20-838 0,2-6-1077 15</inkml:trace>
  <inkml:trace contextRef="#ctx0" brushRef="#br0" timeOffset="-197401.12">19792 4933 4670 0,'-4'-12'88'0,"4"2"62"0,-2 1 0 0,1 3-10 0,1 6 13 0,0 0 85 0,0 0 70 0,-2 34 34 0,4 5 25 16,-2 19-12-16,1 7-8 0,7 6-30 15,-4 6-26-15,-1 3-28 0,7 16-251 0,-2-16-12 16,-3-5 0-16,5-1 0 0,-7-2 0 16,6-5 0-16,-2-2 0 0,-1-7 0 0,1-5 0 15,-2-12-206-15,-2-6-192 0,1-8-56 16,0-6-32-16,-3-9-29 0,1-2-31 15,2-7-40-15,-4-3-28 0,0 0 5 16,18-18-676-16,-7-10-743 0</inkml:trace>
  <inkml:trace contextRef="#ctx0" brushRef="#br0" timeOffset="-197148.62">19979 5931 3292 0,'14'-33'-77'0,"-2"2"68"15,-1 4 61-15,2 7 48 0,-8 2 45 16,2 6 34-16,-1 1 32 0,0 3 38 0,2 4 27 16,-3 0 35-16,-5 4 18 0,0 0 18 15,27 14 11-15,-16-1 7 0,-1 5 3 0,3 9-4 16,-3 4-25-16,-4-1-1 0,0-2-1 15,-6-1-20-15,0 0-317 0,0-1 0 0,0-4 0 16,1 2 0-16,-1-7 0 0,4 1 0 16,5-3 0-16,3-4 0 0,5-2 0 15,6-9 0-15,13-9 0 0,16-6 0 16,-3-8 0-16,1 0 0 0,-2 3 0 0,-5 1 0 16,-9 3 0-16,-5 3 0 0,-6 3 0 15,-5 4 0-15,-5 1 0 0,-4 5 0 0,-9 0 0 16,0 0 0-16,4 11-16 0,-4-11-677 15,-12 16-161-15,3-5-41 0,-10 11 86 0,-4 1-866 16,1 3-1110-16</inkml:trace>
  <inkml:trace contextRef="#ctx0" brushRef="#br0" timeOffset="-196168.21">18681 10911 1860 0,'-10'-31'532'0,"1"10"-144"0,4 1-58 0,-4 0-39 0,4 6-31 0,3 2-22 0,-4 2-19 0,3 0-18 15,-3 1 4-15,4 3-10 0,-1-1-13 0,2 2-17 16,1 5-23-16,-4-7-12 0,4 7 1 15,0 0 9-15,-2 34 11 0,9 11-13 16,0 17-1-16,0 15 3 0,4 30-12 0,3 15-6 16,-1 9-2-16,-4 3-15 0,7 11-8 0,-1 6 0 15,2 3-13-15,1 45 10 16,-1-47-18-16,-2-2 15 0,-2-1 12 0,1-3 23 16,-1-9 13-16,-4-8 6 0,3-3-1 15,-1-12 12-15,-3-6-13 0,0-13-97 0,0-22-46 16,-3-10 0-16,2-5 0 0,-5-15 0 15,4-5 0-15,-1-9 0 0,-4-9 0 0,-1-3 0 16,2-2 0-16,0-3 0 0,0 0 0 16,0 0 0-16,-2-2 0 0,2-3 0 0,-2 1 0 15,1-1 0-15,-1 0 0 0,0-7 0 16,0 10 0-16,0-5 0 0,0-5 0 16,2 7 0-16,-2-7 0 0,0 0 0 15,0 0-459-15,0 0-105 0,0 0-108 0,0 0-203 16,-14-25 69-16,9 8 81 0,-1-7-666 15,4-2-844-15</inkml:trace>
  <inkml:trace contextRef="#ctx0" brushRef="#br0" timeOffset="-195632.59">19205 12779 4295 0,'-14'-8'226'0,"5"-1"9"0,4-1 1 0,-4-1 7 0,8 3 1 15,1-1 1-15,1-1-15 0,6 0-17 0,2 1-26 16,2 2-17-16,7 2-18 15,1 2-16-15,1 3-11 0,5 3-14 0,0 1-10 16,8 6-13-16,-3 4-7 0,-1-1-12 16,-2 4-1-16,-4 2-6 0,-7 4-5 0,4-2 6 15,-7-3 15-15,-4-1 15 0,-3 2 16 16,-2-1 10-16,0-5 5 0,-1 1-93 0,-3-2-31 16,0-2 0-16,2-1 0 0,0-3 0 15,-2-6 0-15,0 0 0 0,0 0 0 0,0 0 0 16,4-43 0-16,-2 10 0 0,1-6 0 15,8 3 0-15,-2 5 0 0,-2 6 0 0,0 6 0 16,-2 3 0-16,4 5 0 0,-1 0 0 16,0 4 0-16,1 6 0 0,2 1 0 0,-11 0 0 15,27 7 0-15,-5 0 0 16,-6 4 0-16,13 7 0 0,-4 0 0 0,0 7 0 16,0-4 0-16,-2 2 0 0,-1 3 0 15,-3-3 0-15,1-2 0 0,-7-1 0 0,-4-5 0 16,-1-1 0-16,1 3 0 0,-3-5 0 15,1 0 0-15,-1-1 0 0,0 0-471 0,-2-3-347 16,0-1-109-16,-1-4 85 0,3 1-904 16,-6-4-1177-16</inkml:trace>
  <inkml:trace contextRef="#ctx0" brushRef="#br0" timeOffset="-195365.72">20070 12204 5265 0,'-4'-8'197'0,"-1"-1"34"0,1 4 7 0,4 5 6 0,0 0 19 0,0 0 21 0,4 22-14 0,0-1-20 16,3 14-22-16,3 16-26 0,3 7-17 0,-2 7-22 16,5 5-16-16,-3 2-123 0,1 1-24 15,0 19 0-15,-2-17 0 0,-1-3 0 0,2-1 0 16,-4-2 0-16,-2-4 0 0,-1-3 0 15,-1-4 0-15,-3-13 0 0,-2-15 0 16,2-4-79-16,-2-6-249 0,0-4-121 16,3-8-110-16,-3-2-180 0,0-6-109 0,0 0 92 15,0 0-752-15,7-41-953 0</inkml:trace>
  <inkml:trace contextRef="#ctx0" brushRef="#br0" timeOffset="-195051.68">20339 12535 4493 0,'-6'-14'197'0,"6"9"36"0,0-3 37 16,0 8 22-16,0 0 18 0,0 0 20 15,0 0-7-15,36 27-22 0,-23-4-26 0,1 10-22 16,-3 1-24-16,3 14-23 16,-6-7-10-16,-5 12 7 0,-1-8-123 0,0 1-80 0,-4-1 0 15,0-6 0-15,2-6 0 16,2-10 0-16,0 0 0 0,0-6 0 0,3-1 0 15,5-10 0-15,0-3 0 0,5-3 0 16,6-5 0-16,7-10 0 0,7 0 0 0,5-6 0 16,-6 6 0-16,10-6 0 0,-16 6 0 15,-1 1 0-15,-4 4 0 0,-4 1 0 0,-3 4 0 16,-4 0 0-16,0 1 0 16,-4 3 0-16,-8 1 0 0,7 0 0 0,-7 0-607 0,0 0-163 15,0 0-130-15,0 0 69 0,0 0-898 16,0 0-1161-16</inkml:trace>
  <inkml:trace contextRef="#ctx0" brushRef="#br0" timeOffset="-193533.71">2786 5254 2065 0,'-2'6'305'0,"-2"0"-86"0,4-6-62 0,-10 7-20 0,10-7 0 15,-4 3-1-15,4-3 24 0,0 0 15 0,0 0 3 16,0 0-5-16,0 0-9 0,0 0-4 15,-25-12-20-15,22 2-16 0,-1-2-10 16,0-5-10-16,-1-4-8 0,3-1-11 16,0-3-9-16,2 2-6 0,2-2-5 0,2 1-8 15,3-8-6-15,0 8-5 0,4-3-7 16,0 8-8-16,3 3 0 0,0 3-5 0,4 5-4 16,-1 4-1-16,2 4 0 0,6 4-2 15,5 9 0-15,3 3 4 0,5 12-2 16,-4 3 10-16,-4 1 0 0,-3 1-6 0,-2 6 5 15,-3-4 7-15,-6-4 4 0,-3-4-4 16,-1 1 9-16,-3-8-2 0,-2-3 5 0,-3-3 9 16,4-2 28-16,-6-3 56 0,4-1 40 15,-2-2 40-15,-4-6 14 0,0 0-27 16,0 0-26-16,0 0-15 0,-2-37-19 0,-6 0-15 16,3-3-16-16,0 1-13 15,3-3-12-15,2 4-14 0,0 9-9 0,0 7-11 16,2 5-8-16,-2 4-42 0,5 0-9 15,0 7 0-15,3 4 0 0,-8 2 0 0,26 7 0 16,-6 3 0-16,6 7 0 0,-1 7 0 16,0 3 0-16,1 8 0 0,3 0 0 0,-2-1 0 15,-7-4 0-15,1-2 0 0,-3 1 0 16,-1 0 0-16,-2-3 0 0,-2-1 0 16,-1-6 0-16,-4-1-50 0,-3-7-132 15,3 1-47-15,-3-2-49 0,0-4-60 16,-2 1-93-16,-1-3-110 0,-2-4-162 0,0 0-104 15,0 0 90-15,0-19-615 0,-3-1-787 16</inkml:trace>
  <inkml:trace contextRef="#ctx0" brushRef="#br0" timeOffset="-193301.47">3491 4592 3991 0,'-16'-12'104'0,"1"4"13"0,4 3-7 15,1 8 1-15,10-3 39 0,-17 14 17 0,9 5 10 0,4 3-13 0,4 17-9 0,9 14 41 16,2 5 28-16,6 8-31 16,5 18-14-16,3-1-24 0,2 4-38 0,0-5-59 15,-6-17-63-15,8 15-72 0,-9-19-75 16,0 0-76-16,1-6-74 0,-5-4-51 16,0-6-57-16,-5-11-58 0,0-5-76 0,0-9-73 15,-4-7 37-15,0-9-315 0,-1-4-378 16</inkml:trace>
  <inkml:trace contextRef="#ctx0" brushRef="#br0" timeOffset="-193067.38">3883 5312 2470 0,'6'-21'27'0,"-1"4"31"0,-1 5 19 0,1 4 20 15,-2 0 33-15,1 5 32 0,-4 3 12 16,0 0 23-16,20 9 9 0,-8 1 13 0,1 4-5 16,-1 5-10-16,0 6 10 15,-1 4 3-15,1 4 3 0,-5-1 6 0,0 3 6 16,2-2 2-16,-4-7 8 0,-1-6-3 15,1-3-4-15,-1-2-12 0,0-2-13 16,1-5-7-16,0 0 2 0,2-2-4 0,1-6-18 16,-8 0-18-16,28-12-20 0,-3-5-49 15,0-2-51-15,-3-3-82 0,3-3-105 16,0 4-108-16,-1-5-112 0,-1 3-141 0,-5 2-158 16,-6 3-192-16,-1 5 78 0,-5 1 80 15,-1 2-561-15,2 2-716 0</inkml:trace>
  <inkml:trace contextRef="#ctx0" brushRef="#br0" timeOffset="-192851.59">4384 4882 4017 0,'-9'0'351'0,"9"0"-20"0,-13 2-35 0,13-2-49 16,0 0-19-16,0 0-19 15,9-19-21-15,9 7-22 0,8-7-14 0,9-6-32 16,3-4-71-16,1 2-73 0,-1-1-105 16,-3 1-134-16,-7 6-125 0,-3 1-135 0,-4-1-206 15,-8 4 33-15,-5 5 75 0,-8 1-393 16,0 3-489-16</inkml:trace>
  <inkml:trace contextRef="#ctx0" brushRef="#br0" timeOffset="-192652.1">4436 4384 3046 0,'-13'-9'173'15,"3"2"46"-15,0 3 23 0,3 0 1 16,7 4-3-16,0 0-23 0,0 0 61 16,0 0 50-16,-4 26 0 0,14 2-5 0,3 4-32 15,6 14-28-15,4 0-22 16,4 6-19-16,2-2-26 0,-3-2-21 0,2 0-19 0,-1-2-18 16,-2 2-41-16,0-7-54 0,-4-3-90 15,-6-5-62-15,0-2-66 0,-2-2-77 16,-3-7-120-16,-2-7-144 0,-3-5-207 15,3-6-60-15,-3-6 84 0,-5 2-588 0,16-12-745 16</inkml:trace>
  <inkml:trace contextRef="#ctx0" brushRef="#br0" timeOffset="-192234.01">4733 4313 3997 0,'-7'-6'233'15,"7"6"-2"-15,0 0-17 0,0 0 3 16,0 0 69-16,0 0-1 0,0 0-13 0,0 0-32 16,36 10-20-16,-4-2-20 0,1 1-21 15,-1 2-13-15,0-1-17 0,-3 2-13 16,-6 0-14-16,-5-2-14 0,0 1-4 0,-5 2-5 16,1 3-3-16,-3-3-10 0,-3 3-3 15,0-3-9-15,-5-1-9 0,1 0 2 0,2-7 0 16,-6-5 4-16,0 0-6 15,0 0-6-15,0 0-59 0,1-39 0 0,-1 2 0 16,2-3 0-16,2 2 0 0,2 5 0 16,-2 4 0-16,3 9 0 0,-1 1 0 0,4 7 0 15,1 4 0-15,2 4 0 0,5 4 0 16,5 5 0-16,7 5 0 0,1 4 0 16,-1 3 0-16,5 2 0 0,4 4 0 0,-6-2 0 15,-3-1 0-15,-1 1 0 0,-4 1 0 16,1-3 0-16,-4-2 0 0,-8-4 0 0,-2-1 0 15,-2-3 0-15,-3-2 0 0,0 0 0 16,-3-1-464-16,-2-2-181 0,-2-4-238 0,0 0 3 16,0 0 89-16,0 0-749 0,2-27-984 15</inkml:trace>
  <inkml:trace contextRef="#ctx0" brushRef="#br0" timeOffset="-191801.78">5415 3589 4618 0,'-13'-11'147'15,"4"1"35"-15,-1 2 34 0,2 4 25 0,1 1-1 16,7 3-4-16,0 0 63 0,-7 18 27 16,7 0-3-16,3 21-15 0,8 17-1 15,7 5-31-15,12 19-28 0,3 7-24 0,-1-3-224 16,2 1 0-16,2 2 0 0,-2 0 0 16,4-4 0-16,-3-3 0 0,-11-18 0 0,1-1 0 15,-1-6 0-15,-7-6 0 16,0-5-309-16,-5-13-70 0,-3-9-34 0,-4-8-28 0,1-4 3 15,0-13 14-15,-6 3 19 16,8-21 40-16,-1-11 48 0,-1-7 49 0,1-15 57 16,2-2 61-16,-2-1 77 0,0 6 77 15,-1 15 57-15,-1 3 51 0,0 11 20 0,-3 5 16 16,0 2 19-16,1 10 48 0,3 1 66 16,-6 4 19-16,13 0 25 0,-13 0 17 15,23 13 10-15,-5-1-1 0,0 10 9 0,5 3-10 16,0 0-27-16,-2 0-33 0,2 2-210 15,-4-1-80-15,0-2 0 0,-4-2 0 16,-1-3 0-16,-3-6 0 0,-2-1 0 0,0-2 0 16,-2-3 0-16,0 1 0 0,1-6 0 15,-8-2 0-15,17-4 0 0,-2-9 0 16,6-7 0-16,3-3 0 0,1 0 0 0,0 0 0 16,6 3 0-16,-1 3-743 0,5 3-252 15,-6 9 98-15,-7 5 93 0,0 7-812 0,-1 12-1056 16</inkml:trace>
  <inkml:trace contextRef="#ctx0" brushRef="#br0" timeOffset="-191550.91">4131 7045 4944 0,'-9'11'246'0,"3"-5"6"0,4 0 10 0,0-3 33 0,2-3 55 0,0 0 60 0,0 0 23 15,37-15-26-15,2-9-36 0,11-5-150 0,20-16-221 16,4-6 0-16,5-4 0 0,3-6 0 16,-1 3 0-16,0 4 0 0,-9-1-135 0,-19 19-601 15,-1 1-230-15,-9 10 90 16,-16 9 91-16,-5 9-811 0,-13 5-1037 0</inkml:trace>
  <inkml:trace contextRef="#ctx0" brushRef="#br0" timeOffset="-191365.81">4536 7335 4973 0,'-5'10'356'16,"-1"-1"14"-16,3-2 2 0,3-2 17 15,0-5 18-15,0 0 4 0,0 0-30 0,27-12-33 16,-1-5-164-16,14-6-184 0,3-2 0 15,9-4 0-15,4-2 0 0,-1-3 0 16,12-12-30-16,-14 12-691 0,3 0-248 16,-6 2 80-16,-2 3 96 0,-4 3-836 0,-12 9-1067 15</inkml:trace>
  <inkml:trace contextRef="#ctx0" brushRef="#br0" timeOffset="-190602.67">5551 6272 4893 0,'-7'-9'150'0,"-6"-1"37"0,4-2 31 0,2-2 35 0,0 1 33 0,2-5 31 0,1 1 13 16,2 2-5-16,2 1-34 0,4-1-24 15,3 1-26-15,2 4-12 0,4 3-25 0,2 2-204 16,7 2 0-16,2 6 0 0,13 6 0 16,0 4 0-16,5 8 0 0,1 3 0 0,-6 1 0 15,-2 4 0-15,-5 4 0 0,-10-4 0 16,-4 4 0-16,-3 2 0 0,-3-3 0 0,-4 0 0 15,-1-6 0-15,-3-5 0 0,2-6 0 16,-1-1 0-16,-1-6 0 0,3-1 0 0,-5-7 0 16,0 0 0-16,15-26 0 0,1-10 0 15,0-20 0-15,4-7 0 0,-2-1 0 16,7 0 0-16,-4 8 0 0,2 7 0 0,-1 8 0 16,-2 12 0-16,-1 3 0 0,2 6 0 15,-6 11 0-15,2 3 0 0,0 4 0 16,-4 4 0-16,3 4 0 0,2 6 0 15,-4 1 0-15,8 7 0 0,-6 5 0 0,0 0 0 16,-5-4 0-16,-4-1 0 0,6 7 0 16,-10 0 0-16,1-4 0 0,-2 0 0 0,-2-3 0 15,-4 4-594-15,0-2-408 0,-3 0 99 16,2-8-1033-16,2-3-1356 0</inkml:trace>
  <inkml:trace contextRef="#ctx0" brushRef="#br0" timeOffset="-190235.59">5728 5511 5637 0,'-51'34'-8'0,"-14"21"46"0,4 13 47 0,5 14 69 0,7 13 53 0,1 9 54 0,12 6 30 16,12 7 16-16,8 2 13 0,16-1 1 15,17-5-5-15,16-5-54 0,12-7-262 16,14-10 0-16,12-10 0 0,5-15 0 0,14-16 0 15,-1-16 0-15,3-12 0 0,-17-13 0 16,-5-9 0-16,-2-11 0 0,-1-10 0 16,11-15 0-16,-6-6 0 0,-7-7 0 0,-8-8 0 15,-5-12 0-15,-6-7 0 0,-6-9 0 16,-10-8 0-16,-7-9 0 0,-6-7 0 0,-10 0 0 16,-7 0 0-16,-9-4 0 0,-9 6 0 15,-13 1 0-15,-10 7 0 0,-6 12 0 16,-14 16 0-16,-10 16 0 0,-8 17 0 0,6 26 0 15,-8 18 0-15,-25 26 0 0,-7 21 0 16,-29 36 0-16,6 8 0 0,9 10-190 0,7 4-556 16,34-29-220-16,8 1 91 0,7-4 96 15,10-13-797-15,16-21-1019 0</inkml:trace>
  <inkml:trace contextRef="#ctx0" brushRef="#br0" timeOffset="-188533.86">2542 2426 3997 0,'0'0'-180'0,"-6"7"40"0,6-7 26 15,0 0 26-15,0 0 28 0,-12 2 30 0,12-2 37 0,0 0 27 16,-7 4 21-16,7-4 5 0,0 0 12 15,0 0 1-15,0 0-3 0,0 0 0 16,0 0 10-16,0 0 10 0,0 0 2 0,0 0 5 16,0 0 9-16,0 0 9 0,0 0 1 15,-9 6 11-15,9-6 7 0,0 0 3 0,0 0 4 16,0 0 0-16,0 0-7 0,0 0-4 16,0 0-19-16,0 0-7 15,0 0-13-15,0 0-6 0,0 0-6 0,0 0-14 16,0 0-1-16,0 0-9 0,0 0-3 15,0 0-9-15,-2 7 1 0,2-7-1 0,0 0-8 16,0 0 5-16,0 0 7 0,0 0 4 16,0 0 10-16,0 0 1 0,0 0 6 15,0 0-2-15,0 0 5 0,0 0 4 16,0 0 2-16,0 0-1 0,0 0-9 16,0 0-4-16,0 0-11 0,0 0-10 0,0 0-1 0,0 0-6 15,0 0-5-15,0 0-6 16,0 0-5-16,0 0-4 0,0 0-8 0,0 0 8 15,0 0-5-15,0 0 2 0,0 0 2 16,0 0-7-16,0 0-1 0,0 0 7 16,0 0-3-16,0 0-1 0,0 0 7 0,0 0-5 15,0 0 2-15,0 0-1 0,0 0-5 16,0 0 3-16,0 0-4 0,0 0 2 0,0 0-1 16,0 0-3-16,0 0-1 0,0 0 6 15,0 0 3-15,0 0 5 0,0 0-4 16,5-22 0-16,-5 22-4 0,0-20 4 15,2 9-3-15,2-3-13 0,-2-3 10 16,2 0-2-16,-1-3 6 0,7-4-4 0,-4 5-5 16,3-1 7-16,0 1-1 0,0 0 0 15,2 2-3-15,0 2 0 0,1 5 1 16,1 1-8-16,3 2 2 0,0 4 0 0,0 3 2 16,2 5 1-16,4 3 4 0,4 9 4 15,-2 2 3-15,-2 4 1 0,-3 3-2 0,0 1 3 16,-6 0 9-16,1 0 3 0,-3 5 5 15,0-6 0-15,-4-2 8 0,-2-6-6 16,-1-2 5-16,0-3 3 0,-2-1 2 0,1-3-41 16,-1-1-4-16,2-2 0 15,-4-6 0-15,4 6 0 0,-4-6 0 0,0 0 0 16,6-29 0-16,-2 6 0 0,3-17 0 0,2-11 0 16,3 1 0-16,-1 3 0 0,1 10 0 15,0 4 0-15,-3 6 0 0,-2 6 0 16,0 8 0-16,2 1 0 0,-2 10 0 15,5 2 0-15,-12 0 0 0,26 22 0 0,-6 4 0 16,-1 3 0-16,-1 2 0 0,0 4 0 16,0 6 0-16,4 2 0 0,-7-6 0 0,2 4 0 15,-3-9 0-15,1 1 0 16,-3-4 0-16,-3-5 0 0,-2-7 0 0,3 0 0 0,-4-5 0 16,0-1 0-16,-3-3 0 15,3 2 0-15,-2-4-148 0,-3-1-282 16,-1-5-82-16,0 0-99 0,0 0-163 0,0 0-69 0,12-17 78 15,-12 6-632-15,-1-2-850 0</inkml:trace>
  <inkml:trace contextRef="#ctx0" brushRef="#br0" timeOffset="-187735.9">1741 2541 4054 0,'-9'-21'-31'0,"-2"4"-10"0,2 3 7 0,0 4 16 0,4 1 3 0,-1 1 10 16,-2 1-15-16,2 4-11 0,6 3-15 15,0 0-23-15,0 0-33 0,-15 10-48 0,12-2-49 16,5 1-61-16,-1 1-95 0,3 2-167 16,0-1 28-16,1 3-72 0,1-6-66 0</inkml:trace>
  <inkml:trace contextRef="#ctx0" brushRef="#br0" timeOffset="-187318.82">1804 2351 1732 0,'-13'-17'86'0,"4"4"23"0,0 3 18 0,2 4 15 16,1-1 22-16,3 3-5 0,3 4-6 15,-8-6-22-15,8 6 27 0,0 0 82 16,4 29 55-16,3 2-19 0,4 18-7 0,5 7-7 16,-1 1-8-16,2 4-5 0,3-2-23 15,-2 0-23-15,2-8-19 0,-2 0-14 16,2-4-15-16,-1-3-18 0,-1-1-13 0,-2-9-10 15,-3-4-31-15,-1-1-7 16,-1-7-4-16,-2-7-11 0,-2-3-27 0,0-1-38 16,-3-2-38-16,3-3-40 0,-3-1-52 15,2-2-69-15,-6-3-90 0,0 0-76 0,17-22-92 16,-11 3-131-16,6-10-114 0,-5-5 66 16,1-4-353-16,-1-2-469 0</inkml:trace>
  <inkml:trace contextRef="#ctx0" brushRef="#br0" timeOffset="-187019.79">2111 2607 2863 0,'-6'-5'54'0,"6"5"15"0,0 0 26 0,0 0 30 16,-27 17 30-16,23-6 25 0,-1 3 3 15,1 2 16-15,2 4 9 0,2-1-14 0,4 3-12 16,3 2-3-16,7 2 20 0,7-1-5 16,0-3-17-16,6-2-15 0,5-5-21 15,2-3-6-15,2-4-18 0,-2-5-10 16,-7-3-10-16,0-1-5 0,2-3-12 15,-6-2-1-15,0 0-5 0,-5-6-9 0,-4 4-7 16,-5-4-4-16,-3 0-3 0,-4-2 6 16,-4-3 3-16,-9-10-19 0,-7 0-8 0,0-2 1 15,-7 3-4-15,-6-5-6 0,6 8-3 16,0 4-1-16,7 5-10 0,0 4-1 16,2 3-6-16,2 3-5 0,1 4-16 0,13 0-28 15,-23 6-42-15,16-1-56 0,-2 2-63 16,4 2-78-16,1-2-74 0,2-1-76 15,0 1-105-15,2-7-165 0,0 0 13 16,4 13-461-16,-4-13-619 0</inkml:trace>
  <inkml:trace contextRef="#ctx0" brushRef="#br0" timeOffset="-186120.49">2515 2596 2896 0,'0'0'-121'0,"0"0"48"0,0 0 32 0,-12-23 44 0,12 23 40 0,-4-8 36 0,4 8 27 16,-3-9 43-16,3 9 17 0,-4-5 6 0,4 5-10 16,0 0-19-16,-4-7-19 0,4 7-12 15,0 0 2-15,0 0-9 0,0 0-3 16,11 34-6-16,-2-20-6 0,-2 3-9 0,4 1 1 16,1-1 8-16,1-1-1 0,-2-1-5 15,5-3-9-15,-1 2-3 0,0-6 3 16,-2 1-4-16,-1-4 5 0,-1-2 6 15,-1-1 8-15,-10-2 1 0,19-4-2 16,-10-2 2-16,3-6-4 0,-4 1 11 0,-3-3 3 16,1-1 0-16,-4-5-8 0,-1 3 1 15,-2-7-11-15,-3 1 3 0,-2 0 6 0,1 0-6 16,-2 2-10-16,-2 2 0 0,2 2 2 16,-1 5-17-16,5 2-2 0,-3 1-12 15,3 2-5-15,-2 1-10 0,5 6-2 0,0 0-1 16,0 0-8-16,0 0 5 0,0 0-8 15,-13 17-5-15,11-9 4 0,2-8-1 16,2 14-11-16,0-6-1 0,-2-8 4 16,3 13-1-16,-3-7-6 0,2 1 7 0,2 2 1 15,3 4-2-15,-2-2-4 0,4 7-1 16,9 13 13-16,0-2 17 0,5 10-2 16,2 2-1-16,2-2-5 0,-3 4 4 0,5 3-16 15,1-2 14-15,5 4 6 0,-2 1 18 16,-3-3 0-16,-1 2-7 0,-3-7-1 0,0 0 3 15,-10-6 5-15,1-4 19 0,-3 0 25 16,-3-2 19-16,-1-7 13 0,-4-2-126 16,-3-8 0-16,-1 2 0 0,0 0 0 15,-6-4 0-15,-1 4 0 0,-6-2 0 0,0 0 0 16,-4-3 0-16,-4-1 0 0,-4-1 0 0,-4-4 0 16,-1 0 0-16,-12-6 0 15,0 0 0-15,-2-3 0 0,2 1 0 0,4-3 0 16,7 3 0-16,6 3 0 0,0-3 0 15,5 1 0-15,4 3 0 0,1 0 0 0,3 1-504 16,10 0-374-16,-19-3-76 0,12 0 96 16,7 3-841-16,0 0-1135 0</inkml:trace>
  <inkml:trace contextRef="#ctx0" brushRef="#br0" timeOffset="-185733.86">1943 3660 4972 0,'-43'10'11'0,"-13"4"13"0,3 1 13 0,3-4 29 0,12 1 35 0,6-4 28 0,7-2 6 16,8 0-12-16,1-3-15 0,7 0-19 15,9-3-9-15,0 0-5 0,0 0-1 16,80-41-13-16,9-6-2 0,31-14-12 0,65-30-18 16,16-4-27-16,-5-9-47 15,-3 9-54-15,-12 11-40 0,-8 2 23 0,-17 6 9 16,-42 18 20-16,-7 7 43 0,-10 3 13 16,-15 7 23-16,-26 14 12 0,-13 6 29 0,-14 5 33 15,-6 7 22-15,-6 2 10 0,-5 0-1 16,-5 1-11-16,-3 2-6 0,-4 4-11 15,0 0-17-15,0 0-39 0,0 0-59 0,0 0-87 16,0 0-103-16,-34 15-125 0,16-5-161 16,1 2-227-16,-8 4 59 0,-3 4 71 0,1 1-359 15,-15-1-456-15</inkml:trace>
  <inkml:trace contextRef="#ctx0" brushRef="#br0" timeOffset="-185420.47">1990 3964 3134 0,'-47'17'250'0,"11"-5"-8"16,6 2 0-16,5-4 27 0,9-4 19 0,3-4 16 16,4 1 5-16,9-3 1 0,0 0-9 15,27-32-20-15,24-2-22 0,34-19-27 16,26-15-22-16,55-28-20 0,7 0-22 15,1-4-27-15,-9 4-30 0,-12 3-25 0,-46 30-22 16,-15 3-13-16,-15 11-9 0,-25 14 1 16,-11 6-1-16,-12 8 7 0,-4 5-5 0,-7 3-2 15,-9 5-7-15,-4-1-8 0,-3 4-6 16,-2 5-5-16,0 0-23 0,0 0-52 16,-11-7-59-16,11 7-67 0,0 0-85 0,-18-2-125 15,18 2-145-15,0 0-189 0,-22 9-88 16,14-4 87-16,-5 4-615 0,4-3-799 0</inkml:trace>
  <inkml:trace contextRef="#ctx0" brushRef="#br0" timeOffset="-179571.15">3613 1932 3487 0,'-6'3'-85'0,"6"-3"46"0,-7 7 36 0,7-7 44 0,0 0 29 0,0 0 22 0,-16 0 24 16,16 0 17-16,0 0 12 0,-15-14 0 0,12 8-8 16,-2-4-8-16,3-3-3 0,-2-3-13 15,4-3-11-15,0 2 10 0,4-1 1 16,-2-1-13-16,3 3-8 0,0 2-9 0,2-1-7 15,5 6-5-15,1 4 7 0,2 2-3 16,6 7-8-16,14 4-8 0,-1 7-2 16,6 4-4-16,-2 8-2 0,-11-5-2 15,-1 2-4-15,-7 2-2 0,1 3 13 16,-5 0 27-16,-3 0 9 0,-7-4 8 0,-1-5-6 16,0-3 7-16,-3-3-1 0,3-1 15 15,-2-1 32-15,3-1 22 0,-5-5 27 0,3 0 20 16,-3-6-23-16,0 0-21 0,0 0-18 15,11-29-16-15,-5 8-15 0,-1-12-114 16,7 0-9-16,-2 0 0 0,1 0 0 0,-5 10 0 16,3 5 0-16,-3-1 0 0,1 7 0 15,0 3 0-15,0 3 0 0,2 2 0 16,1 4 0-16,-10 0 0 0,30 4 0 0,-12 0 0 16,3 4 0-16,1-2 0 0,1 0 0 0,0-1 0 15,-1 1 0-15,-2 0 0 16,-1-1 0-16,-6-3 0 0,-1 1 0 15,1-1 0-15,-1-2 0 0,-12 0 0 0,22-4 0 16,-11 3 0-16,-2-6 0 0,-2 0 0 16,1-2 0-16,-4-1 0 0,0-5 0 0,-2 1 0 15,-2-1-190-15,-2 1-286 0,0 3-80 16,-3 3-111-16,0 2-200 0,5 6 40 0,-15 2 94 16,1 6-585-16,-1 4-775 15</inkml:trace>
  <inkml:trace contextRef="#ctx0" brushRef="#br0" timeOffset="-179155.23">3767 1419 3749 0,'-40'19'-96'16,"2"18"25"-16,-4 11 43 0,-7 23 33 0,1 8 39 0,3 4 36 0,11 6 57 0,6 1 24 0,7 6 16 0,13-23 0 15,11 2 5-15,10-5 4 0,15 10 24 0,12-14-11 16,17-11-7-16,12-10-7 0,17-13-18 16,7-12-31-16,-13-12-15 0,10-8-13 15,18-8-1-15,-3-9-21 0,-8-5-6 0,-9-9-1 16,-2-5-8-16,-10-4-13 0,-3-9-5 15,-9-2-2-15,-6-4-5 0,-19 8 3 0,-6 0 4 16,-10-5 33-16,-6-6 6 0,-13-8-8 16,-10-7-8-16,-11-16-5 0,-15 0-17 15,-11 3-3-15,-9 5-14 0,-11 12-6 0,-8 4-23 16,-7 17-13-16,12 23-42 16,-6 11-28-16,-2 14-36 0,-2 17-42 0,-14 17-67 15,4 12-60-15,14 18-92 0,9 0-107 16,6-1-191-16,19-12-102 0,13-6 79 0,12-10-486 15,9-6-645-15</inkml:trace>
  <inkml:trace contextRef="#ctx0" brushRef="#br0" timeOffset="-178354.11">5680 1564 3527 0,'-11'-11'117'0,"4"-1"23"0,2-2 13 0,3 1-5 0,2 1 27 0,0-1 25 16,2 1 10-16,3-5 1 0,0 5-21 0,6 0-5 15,0 2-19-15,7 3-12 0,1 2-18 16,2 5-18-16,11 7-6 0,5 3-3 0,-3 7-14 16,-1 2-13-16,1 8-9 0,-7-2-2 15,-7 4 0-15,-3 2 4 0,-4 2 4 16,-2-3 18-16,-8-2-2 0,-1-6 15 0,-2-3 4 16,2-2 6-16,-2-3 13 0,0 0 13 15,0-7 35-15,0 3 23 0,0-10 35 16,4 4-84-16,-4-4-155 0,0 0 0 0,7-37 0 15,1-2 0-15,5-13 0 0,5-4 0 16,4 1 0-16,-1 6 0 0,0 8 0 16,-4 7 0-16,-1 8 0 0,-3 8 0 15,-1 6 0-15,-1 5 0 0,0 3 0 0,3 8 0 16,1 3 0-16,2 3 0 0,6 10 0 16,-3 6 0-16,4 0 0 0,-1 3 0 0,-2-2 0 15,-3 3 0-15,2-3 0 0,-5-1 0 16,0-2 0-16,-4-5 0 0,1-6 0 15,-4-1 0-15,-3-1 0 0,-1-5 0 0,2 1 0 16,-3-2-90-16,2 1-398 16,-5-6-106-16,0 0-141 0,15-14-166 0,-10 1 86 15,5-8-739-15,-2-12-996 0</inkml:trace>
  <inkml:trace contextRef="#ctx0" brushRef="#br0" timeOffset="-178122.07">6530 1070 4025 0,'-11'-18'-25'0,"-3"1"84"15,5 4 48-15,3 1 62 0,-1 3 59 16,1 1 38-16,0 0-3 0,2 4-18 16,4 4 4-16,0 0 32 0,0 0-20 0,13 25-28 15,5 1-22-15,5 12-7 0,2 1-20 16,4 5-18-16,-5 1-16 0,0 4-15 0,1-5-21 16,-3 2-42-16,-4-1-39 0,-2-3-54 15,-3-6-48-15,-3-2-39 0,-3-2-48 16,-1-6-58-16,-1-6-54 0,-3-3-57 15,2 0-62-15,2-5-54 0,-4-3-70 16,0-2-76-16,0-6-102 0,-2-1 17 0,0 0-410 16,18-20-554-16</inkml:trace>
  <inkml:trace contextRef="#ctx0" brushRef="#br0" timeOffset="-177422.15">6879 1376 2856 0,'0'-17'12'0,"2"7"57"16,-2 2 40-16,0 2 32 0,0 6 17 15,0 0 47-15,0 0 40 0,0 0 24 0,0 0 13 16,0 0 16-16,0 0 3 0,4 28-5 15,-2-15-15-15,1-1-29 0,1 1-22 16,4-1-19-16,0-1-28 0,1 1-14 16,-2-2-16-16,7-2-10 0,-3-2-15 15,7-1-8-15,-3-5-18 0,6-1-13 0,4-4-18 16,7-3-9-16,-3-5-3 0,-3-3-2 16,1-1-3-16,-10 4-6 0,4-9-8 0,-8-4 19 15,0-3 1-15,-3-2 10 0,-2-1 11 16,-4 7 5-16,-4 2 8 0,0 3-46 15,-2 3-48-15,0 3 0 0,-2 5 0 0,-1 1 0 16,-4 7 0-16,9 1 0 16,0 0 0-16,-38 16 0 0,25-3 0 0,-8 6 0 15,8-2 0-15,3-1 0 0,5-6 0 16,-1-1 0-16,4-1 0 0,0-1 0 0,2-7-36 16,8 6-27-16,-8-6-13 0,17-1-5 15,-17 1-8-15,29-10 8 0,-12 0 9 16,-4 1 11-16,-2 4 7 0,2-2 7 0,-4 2 2 15,0 0-3-15,-9 5 1 0,11-4 14 16,-11 4 14-16,14 14 5 0,-7-2 16 0,-3 3 2 16,2 6-1-16,0 11-3 15,-4 6 8-15,2 3 17 0,-3 5 15 0,1 10 31 16,4 0 7-16,-3-13-3 0,3-2-5 0,-2-1-12 16,0-7 5-16,-2-4 7 0,-4-10-6 15,2-1-6-15,0-5 1 0,0 0-3 16,0-4 5-16,0 2-60 0,-4-2-1 15,-2 0 0-15,-1-4 0 0,-2-1 0 0,-2 0 0 16,-2-2 0-16,13-2 0 0,-32-12 0 16,9-9 0-16,0-4 0 0,6-6 0 15,3-2-82-15,5 0-80 0,6 6-4 0,3 6-13 16,1-3 8-16,9 4 14 0,3-6 13 16,2 1 14-16,6 6 13 0,-3 3 8 0,-1 3 14 15,0 3 8-15,2-2 26 16,0 4 42-16,1-1 50 0,-6 3 57 15,-1-2 39-15,1 2 29 0,-3-1 17 0,3 0 8 0,-1 0-1 16,-1-1-15-16,1 1-13 16,-2-1-18-16,1 0-11 0,-1 0-17 0,1 1-43 15,-3 0-63-15,2 2 0 0,0-2 0 16,-4 2 0-16,0 0-80 0,3-2-204 0,-4 4-79 16,1-1-117-16,-7 4-125 0,6-3-214 15,-6 3-16-15,0 0 89 0,0 0-607 16,-36 29-809-16</inkml:trace>
  <inkml:trace contextRef="#ctx0" brushRef="#br0" timeOffset="-177170.3">5734 2406 3902 0,'-52'15'98'0,"16"-3"49"0,9-2 25 0,8-5-2 0,6-1 16 0,6-1 24 0,7-3 46 0,0 0 37 16,0 0 19-16,62-36-8 0,26-2-30 15,18-9-31-15,16-7-29 0,46-21-52 16,0 3-68-16,-43 14-77 0,0 0-69 0,-10 0-38 16,-9 5-18-16,-22 6-23 0,-12 7 0 15,-24 10 15-15,-8 8 4 0,-17 9-1 0,-7 1 2 16,-2 6-2-16,-4 1-19 0,-12 2-40 16,2 3-66-16,0 0-65 0,0 0-95 15,-33 6-180-15,18-2-117 0,0 2 77 16,-1-2-349-16,1 2-445 0</inkml:trace>
  <inkml:trace contextRef="#ctx0" brushRef="#br0" timeOffset="-173522.37">1547 15083 2387 0,'-2'-10'307'0,"2"10"-29"0,0 0 5 0,-2-8 0 0,2 8-20 16,0 0-16-16,0 0-24 0,0 0-36 15,-5-6-17-15,5 6-20 0,0 0-9 16,0 0 35-16,5 24 12 0,3-3-11 0,7 10 15 15,0 4-1-15,6 7 5 0,-2 5 12 16,2 1-18-16,2-1 16 0,-2-3-16 16,0-4-13-16,-7-8-20 0,0 2-11 0,0-5-11 15,-3-1-6-15,0-5-14 0,-4-4-11 16,-2-3-11-16,1-3-9 0,0 1-13 0,-3-4-11 16,1 0-41-16,-2-3-43 0,2 0-55 15,-4-7-99-15,2 9-104 0,-2-9-109 16,0 0-76-16,0 0-62 0,0 0-83 15,-21-20-155-15,12 7 5 0,-5-2 67 0,-1-11-440 16,-1-1-603-16</inkml:trace>
  <inkml:trace contextRef="#ctx0" brushRef="#br0" timeOffset="-173239.05">1257 15138 3275 0,'-17'3'88'0,"0"1"27"15,6 0 33-15,1 0 40 0,2-2 39 16,8-2 15-16,-13 3 12 0,13-3-9 16,0 0-12-16,-14 0-16 0,14 0-22 15,0 0 27-15,0 0 4 0,20-17-5 16,6 0-18-16,10-12-18 0,7-1-20 0,4-1-17 16,-1-2-15-16,1 4-16 0,-4 2-7 15,-5 4-26-15,-11 8-33 0,-9 1-27 0,-4 5-28 16,-3 3-27-16,-2 0-16 0,1 2-26 15,-4 0-30-15,-6 4-43 0,0 0-56 16,0 0-60-16,0 0-74 0,4 12-70 0,-4-12-98 16,-10 14-150-16,3-5-78 0,-1-1 71 15,0 3-412-15,3-3-545 0</inkml:trace>
  <inkml:trace contextRef="#ctx0" brushRef="#br0" timeOffset="-172922.42">1814 14583 3289 0,'0'0'152'0,"-10"-5"-13"16,10 5-6-16,0 0 1 0,-13 15 23 0,11-3 23 15,0 11 15-15,2 4 12 16,6 14 11-16,3 13 0 0,5-2-11 15,2 0-17-15,2-2-23 0,3-2-10 0,1-4-15 16,1-3-3-16,2-1-15 0,-7-9-19 16,0-4-10-16,2 0-5 0,-4-2-12 0,0-8-3 15,-5-2-21-15,1-4-44 0,-2 0-57 16,1-2-51-16,-3-2-82 0,1-1-91 16,0-2-96-16,1-2-127 0,-10-2-161 0,19-7-83 15,-12-1 76-15,2-1-407 0,-2-3-541 16</inkml:trace>
  <inkml:trace contextRef="#ctx0" brushRef="#br0" timeOffset="-172538.19">2071 14907 3306 0,'-8'-7'219'0,"1"2"22"16,1 0 18-16,6 5 1 0,-8-6-9 0,8 6-21 16,0 0-26-16,0 0-31 0,0 0 12 15,0 0 5-15,0 0-8 0,0 0-35 0,39 7-13 16,-21-3-7-16,2 5-10 0,-2-1-10 15,2 1-12-15,-1 3 2 0,-4 0-10 16,2 1 6-16,-6 5 4 0,3-1-3 0,-3 9-9 16,-1-5-7-16,-5-3-6 0,0-3-9 15,-1-2 4-15,-1-4 7 0,1 0 25 16,-2-4 13-16,-2-5-11 0,0 0-9 0,0 0-6 16,-4-26-5-16,0 2-5 0,-1-1 7 15,0 2 8-15,3-2-55 0,2 6-36 16,-3 2 0-16,5 3 0 0,-2 2 0 15,1 1 0-15,3 5 0 0,4 0 0 0,-8 6 0 16,25 3 0-16,-10 2 0 0,6 2 0 16,-2 3 0-16,9 4 0 0,-1 1 0 0,-4 2 0 15,2-1 0-15,-2 3 0 0,-4-6 0 16,-2-1 0-16,-5-3 0 0,-3 0 0 0,1-5 0 16,-3 1-197-16,-1-1-224 15,-6-4-100-15,0 0-130 0,0 0-191 16,0 0 12-16,12-17 79 0,-17 5-602 0,0-9-808 15</inkml:trace>
  <inkml:trace contextRef="#ctx0" brushRef="#br0" timeOffset="-172304.4">2241 14394 4164 0,'-6'-6'234'0,"3"-2"15"0,3 8 5 0,-9-4-20 0,9 4-17 0,0 0-20 0,0 0 45 16,0 0 32-16,31 34 11 0,-10-8-10 15,13 9-15-15,2 6-17 0,0-1-24 16,3 3-19-16,-1 2-18 0,-2 1-20 0,-2-2-15 16,-2-1-14-16,-5 2-113 15,0-2-20-15,-4 1 0 0,-3-4 0 0,-8-11 0 16,-1-2 0-16,0-5-46 0,-4-4-257 16,-1-5-116-16,-3-4-124 0,-1-2-171 0,0-4-174 15,-2-3 82-15,0 0-715 0,0 0-966 16</inkml:trace>
  <inkml:trace contextRef="#ctx0" brushRef="#br0" timeOffset="-172121.03">2772 14547 4426 0,'0'0'423'0,"-4"-8"29"0,4 8 14 16,0 0 1-16,0 0-27 0,-5-7-47 0,5 7-41 15,0 0-43-15,0 0-28 16,11-11-99-16,1 2-182 0,1 1 0 0,4-1 0 15,0-1 0-15,2-2 0 0,-1 4 0 16,-1-5-386-16,0 5-172 0,-2 3-155 0,-3 2-199 16,-3 1 86-16,-9 2 93 0,15 7-649 15,-13 0-835-15</inkml:trace>
  <inkml:trace contextRef="#ctx0" brushRef="#br0" timeOffset="-171939.28">2910 14705 4278 0,'-4'8'294'0,"0"-2"37"0,4-6 27 0,-6 8 19 15,6-8-5-15,-4 5-21 0,4-5-33 16,0 0-31-16,0 0-20 0,0 0-27 16,0 0-23-16,39-12-21 0,-9-3-34 15,-2-3-61-15,1 2-75 0,-1-4-100 0,-1 3-114 16,2-1-110-16,-1 1-83 0,-3 2-94 16,-5 3-87-16,-5 4-129 0,-8 2-125 0,-2 2 76 15,0 2-603-15,-5 2-800 0</inkml:trace>
  <inkml:trace contextRef="#ctx0" brushRef="#br0" timeOffset="-171123.47">3482 14132 3607 0,'0'0'69'0,"-18"-2"43"0,18 2 27 0,-15-5 34 0,7 2 30 0,8 3 26 0,-11-13 34 16,5 4 45-16,1-5 14 0,3 0 4 15,-3-3-5-15,7 4-5 0,1-7-18 0,2 2-17 16,3-2-23-16,6-6-21 0,2 5-27 15,-1 3-23-15,3 6-18 0,-1 2-15 16,3 3-145-16,2 5-9 0,-1 4 0 16,1 5 0-16,9 8 0 0,-5 10 0 15,-3 2 0-15,-1 4 0 0,-4 10 0 0,-6-3 0 16,-4 1 0-16,-7 2 0 0,1 0 0 16,-2-3 0-16,-2-7 0 0,2-8 0 0,0-5 0 15,0-3 0-15,0 1 0 0,0-5 0 16,-1-1 0-16,2-2 0 0,-1-1 0 0,0-7 0 15,12 8 0-15,-2-8 0 0,-10 0 0 16,39-9 0-16,-6-3 0 0,-1-2 0 0,0-1 0 16,4 1 0-16,-4-2 0 0,-3 3 0 15,-5 2 0-15,-7 1 0 0,-2 2 0 0,-3 4 0 16,-1-2 0-16,-4 3 0 0,4-1 0 16,-11 4 0-16,11-2 0 0,-11 2 0 15,9-4 0-15,-9 4 0 0,0 0 0 16,14-2 0-16,-14 2 0 0,0 0 0 0,0 0 0 15,0 0 0-15,0 0 0 0,0 10 0 16,0-10 0-16,0 0 0 0,-8 11-1042 16,8-11 70-16,0 0-1129 0,0 0-1511 0</inkml:trace>
  <inkml:trace contextRef="#ctx0" brushRef="#br0" timeOffset="-170257.46">4072 13311 5502 0,'-8'-11'-175'0,"-1"-1"74"0,3 4 59 0,0-3 56 0,1 6 51 0,1 0 42 16,4 5 23-16,-6-8 0 0,6 8-14 15,0 0-15-15,0 0-4 0,0 0 23 0,-10 39 37 16,12 17 19-16,6 6 9 0,-2 6-2 15,3 0 5-15,12 19 10 0,-4-17 3 16,14 9-8-16,2-7 2 0,1-17 2 0,6-7-9 16,5-4-122-16,5-9-66 15,2-5 0-15,-3-5 0 0,-1-6 0 0,-11-7 0 16,-1-3 0-16,-7-4 0 0,-4-3 0 16,2-4 0-16,-4-2 0 0,-2 1 0 0,-2-2 0 15,-4 0 0-15,-2 1 0 0,-2-1 0 16,1 4 0-16,-4-1 0 0,-8 2-245 0,0 0-321 15,14 2-130-15,-14-2-212 16,0 0 72-16,0 0 98 0,0 8-691 0,0-8-880 0</inkml:trace>
  <inkml:trace contextRef="#ctx0" brushRef="#br0" timeOffset="-169990.47">4550 13430 4484 0,'-7'-6'326'0,"0"0"9"16,7 6 8-16,-5-8 4 0,5 8-10 0,0 0-22 15,0 0 9-15,0 0 12 0,0 0 4 16,12 23-13-16,1-6-15 0,4 9-247 16,2 6-65-16,6 4 0 0,-6-7 0 0,0 2 0 15,6 6 0-15,-6-6 0 0,-2 1 0 16,-2-6 0-16,-2 3 0 0,-1-8 0 15,-6-1 0-15,-1-5 0 0,1 0 0 16,-4-3 0-16,2-2 0 0,-3 1 0 0,2-6-292 16,-3 0-344-16,0-5-114 0,0 0-162 15,0 0 89-15,0 0-802 0,-4-31-1064 0</inkml:trace>
  <inkml:trace contextRef="#ctx0" brushRef="#br0" timeOffset="-169788.95">4529 13522 4406 0,'-25'1'24'0,"7"1"78"15,-2 2 80-15,6-1 81 0,1-1 71 0,1-2 46 16,12 0 27-16,-20 3 7 0,20-3 6 16,-13 2-25-16,13-2-30 0,0 0-32 0,-14-5-167 15,14 5-166-15,9-17 0 16,4 1 0-16,8-9 0 0,-1 2 0 0,3-4 0 16,6-10 0-16,-4 12 0 0,5-6 0 15,-5 9 0-15,0-1-420 0,-3 3-314 0,-4 3-215 16,-3 6 86-16,-3 5 89 0,-3 2-740 15,-2 3-959-15</inkml:trace>
  <inkml:trace contextRef="#ctx0" brushRef="#br0" timeOffset="-169440.14">4647 12968 4549 0,'-13'-19'142'0,"3"4"34"0,5 6 41 0,-3 1 49 15,7-1 9-15,-5 2 10 0,4-1-4 16,2 8-23-16,-5-11-21 0,5 11-27 16,0 0-2-16,0 0 17 0,18-2-1 0,-18 2 1 15,34 31 7-15,-5 7-51 0,-1 8-181 16,3 5 0-16,5 24 0 0,-2 3 0 0,-1 3 0 16,-3 3 0-16,0-1 0 15,4-1 0-15,-7-6 0 0,0-15 0 0,-2-5 0 0,-2-2 0 16,2-5 0-16,-4-3 0 15,-6-13 0-15,0-6 0 0,-1 0 0 0,-5-10 0 16,0-5 0-16,-2-2 0 0,0-3 0 16,-3-4 0-16,-4-3 0 0,0 0 0 0,0 0 0 15,9-14 0-15,-7 5 0 0,-2 0 0 16,0 2 0-16,0-3 0 0,-2 0-164 0,0 3-631 16,0-3-162-16,-1 2 79 0,-1 1 91 15,2 0-781-15,0 0-1010 0</inkml:trace>
  <inkml:trace contextRef="#ctx0" brushRef="#br0" timeOffset="-167155.46">4897 12982 4540 0,'-9'-11'-18'0,"-1"3"44"0,2-2 34 0,2 3 45 0,-1 0 34 16,3 0 28-16,-1 1 23 0,-2 2 30 0,7 4 13 15,-9-11 6-15,5 5-12 16,4 6-10-16,-7-6-15 0,7 6-26 0,0 0-13 16,0 0-17-16,0 0-1 0,-18 23 8 15,13 11 8-15,3 8-8 0,2 15 3 0,4 6 4 16,5 3 0-16,5 3-89 0,4-1-71 15,9 12 0-15,-2-19 0 0,2-3 0 0,2-3 0 16,-1-5 0-16,-1-4 0 0,2-5 0 16,-3-6 0-16,-7-6 0 0,0-4 0 0,3-3 0 15,-10-5 0-15,1-3 0 0,-1-5 0 16,-1 1 0-16,-3-1 0 0,0-3 0 16,-2 0 0-16,-1 0 0 0,1-4 0 15,-6-2 0-15,10 5 0 0,-10-5 0 16,7 0-472-16,-7 0-203 0,0 0-130 0,6-11-63 15,-6 3 81-15,2-4-772 0,0-1-1002 16</inkml:trace>
  <inkml:trace contextRef="#ctx0" brushRef="#br0" timeOffset="-166737.85">5203 13435 4646 0,'-9'-11'125'0,"4"1"53"15,1 0 63-15,0 3 37 0,-2-1 39 16,2 3 21-16,4 5-13 0,-4-9-28 0,4 9-28 15,0-8-30-15,0 8-17 0,0 0-15 16,0 0-22-16,0 0-18 0,38 14-17 16,-22 0-143-16,0-1-7 0,2 9 0 0,0 1 0 15,-3 0 0-15,0 2 0 0,-5-4 0 16,-3-1 0-16,-2-1 0 0,0 2 0 0,-1-3 0 16,0-2 0-16,-3-3 0 0,-1-2 0 15,0-3 0-15,2-1 0 0,-2-7 0 0,0 0 0 16,0 0 0-16,0 0 0 0,2-44 0 15,2 6 0-15,-1-3 0 0,1 2 0 16,4-1 0-16,-2 5 0 0,1 4 0 0,1 8 0 16,-2 5 0-16,-2 6 0 0,3 4 0 15,3 3 0-15,0 5 0 0,-10 0 0 16,26 10 0-16,-11 5 0 0,8 4 0 0,-6 5 0 16,2 3 0-16,-2 0 0 0,2 0 0 15,-3 3 0-15,1-1 0 0,-3-2 0 0,-3-1 0 16,-2-6 0-16,1-3 0 0,-4-3 0 15,-3-6 0-15,3 1 0 0,-2-1 0 16,-3-6-116-16,-1-2-529 0,0 0-126 0,0 0-136 16,2-24 81-16,-4 0-849 15,-3-15-1112-15</inkml:trace>
  <inkml:trace contextRef="#ctx0" brushRef="#br0" timeOffset="-166273.72">5524 12702 5099 0,'-11'-7'259'0,"5"4"32"0,0-1 18 0,6 4 15 0,0 0 6 0,0 0 16 0,0 0 43 16,-4 17-13-16,14 4-15 0,0 11-254 0,8 18-107 15,0 8 0-15,3 8 0 0,5 16 0 16,-1 2 0-16,0 4 0 0,2-3 0 0,-4-1 0 16,-7-18 0-16,2-3 0 0,-2-7 0 15,2 0 0-15,-2-6 0 0,-3-12 0 16,0-6 0-16,-3-3 0 0,-1-10-187 15,-2-7-305-15,4-8-45 0,-6-4-17 0,-5 0-16 16,13-13 31-16,-6-4 55 0,5-12 95 16,-6-3 123-16,1-3 98 0,2-2 99 0,-4 3 91 15,-3 5 77-15,0 4 73 0,-2 1 60 16,2 8 67-16,-2 1 48 0,0 0 24 0,0 7 10 16,0 0-1-16,2-2-4 0,-2 10 6 15,3-11 1-15,-3 11-12 0,9-1-23 0,-9 1-256 16,16 12-92-16,-7 2 0 0,4 4 0 15,-1 8 0-15,-1 3 0 0,2 0 0 0,-2-2 0 16,1 2 0-16,-3-5 0 16,-2-7 0-16,2-3 0 0,-2-2 0 0,2 0 0 15,0-3 0-15,-3-3 0 0,4-4 0 16,-10-2 0-16,19 0 0 0,-19 0 0 0,19-4 0 16,-10 2 0-16,1-4 0 0,-2 4 0 15,-1-1 0-15,2-2 0 0,0 1 0 16,-2-1-498-16,-3-1-516 0,-1 0 106 0,1 2-1055 15,0-2-1381-15</inkml:trace>
  <inkml:trace contextRef="#ctx0" brushRef="#br0" timeOffset="-166006.39">5852 12690 5866 0,'-16'-26'213'0,"3"6"62"0,1 4 53 0,5 5 57 0,1-1 33 0,1 0-4 0,1 5-122 0,4 0-292 15,0 7 0-15,13-5 0 0,5 7 0 16,14 8 0-16,11 13 0 0,6 10 0 16,8 17 0-16,-5 13 0 0,-2 9 0 0,-2 12 0 15,-8 9 0-15,-4 7 0 0,-4 1 0 16,-1 5 0-16,-8-7 0 0,0-1 0 0,-4-6 0 16,-5-20 0-16,-3-1 0 0,-2-5 0 15,-3-7 0-15,-2-13 0 0,2-5 0 16,-5-5 0-16,1-11 0 0,-2-5 0 0,-2-6 0 15,1-7 0-15,-5-5-820 0,6-2-165 16,0 0 95-16,0 0-979 0,-19-19-1294 16</inkml:trace>
  <inkml:trace contextRef="#ctx0" brushRef="#br0" timeOffset="-165290.72">5980 12541 4761 0,'-6'-20'-113'0,"1"4"97"0,0-2 52 0,1 7 51 0,2-2 43 0,2 3 31 0,2 3 32 15,0-3 1-15,6 3 24 0,2 2 17 16,4 3 17-16,9 4 11 0,18 8-1 0,6 11-5 15,3 9-17-15,-3 3-14 16,1 3-19-16,-3 9-16 0,0 2-18 0,4 12-17 16,-3 7-78-16,-14-12-78 0,-7 5 0 15,-3-3 0-15,-4-3 0 0,-4 0 0 0,-1-5 0 16,-6-9 0-16,2-4 0 0,-4-4 0 16,2-7 0-16,-5-5-212 0,2-5-70 15,-2-4-103-15,-2-1-96 0,0-6-115 0,0-3-171 16,0 0-32-16,0 0 86 0,0 0-633 15,-6-34-800-15</inkml:trace>
  <inkml:trace contextRef="#ctx0" brushRef="#br0" timeOffset="-165007.58">6637 12562 4411 0,'-17'4'480'0,"6"2"5"15,2-4 0-15,2 0-33 0,7-2-23 16,0 0-30-16,0 0-28 0,0 0-35 0,4-22-38 16,17 1-253-16,13-11-45 0,4 0 0 15,5-3 0-15,-2 5 0 0,2-3 0 16,-6 1 0-16,-1 3-96 0,-11 6-411 15,-3 4-149-15,-8 2-207 0,-6 5 23 0,-3 3 85 16,-6 4-767-16,1 5-966 0</inkml:trace>
  <inkml:trace contextRef="#ctx0" brushRef="#br0" timeOffset="-164756.56">6502 12222 4548 0,'-8'-7'146'0,"4"2"49"0,4 5 42 0,-7-5 33 15,7 5 23-15,0 0 10 16,0 0 30-16,0 0 38 0,0 0 3 0,26 42 8 16,-5-13-20-16,10 8-35 0,-1 5-277 15,4 5-50-15,-1-1 0 0,-1-2 0 0,-2 1 0 16,3-2 0-16,-3-3 0 0,-3-3 0 16,-4-7 0-16,-2-3 0 0,-2-3 0 0,-5-5 0 15,-3-4 0-15,1 0 0 0,-3-4 0 16,-2-3 0-16,-1 0 0 0,2-4 0 0,-4 0-331 15,-4-4-383-15,0 0-201 0,0 0 48 16,15-18 86-16,-11 3-778 0,-1-3-1001 0</inkml:trace>
  <inkml:trace contextRef="#ctx0" brushRef="#br0" timeOffset="-164225.11">7066 12037 4730 0,'-10'-18'195'0,"6"4"49"15,0 0 50-15,3 2 38 0,1 1 29 16,1-1 12-16,1 0 6 0,4 3-26 0,0 1 2 16,5 2-17-16,5 0-101 0,-1 4-237 15,6 2 0-15,1 5 0 0,13 2 0 0,-2 5 0 16,-3 3 0-16,3 3 0 0,-7 3 0 16,-2-2 0-16,-1 3 0 0,-5 0 0 0,-3 4 0 15,-5-6 0-15,-3 1 0 0,-3-4 0 16,-2-2 0-16,2-1 0 0,-4-2 0 0,1 0 0 15,-1-3 0-15,-1-3 0 16,1-6 0-16,-4 4 0 0,4-4 0 0,0 0 0 0,-6-33 0 16,5-4 0-16,1-6 0 15,3 3 0-15,1 1 0 0,1 2 0 0,3 7 0 16,-2 8 0-16,0 3 0 0,1 5 0 16,1 5 0-16,0 2 0 0,1 3 0 0,4 3 0 15,-1 1 0-15,-12 0 0 0,32 5 0 16,-15 2 0-16,1 0 0 0,-4 0 0 0,4 2 0 15,0-1 0-15,-7 1 0 0,2-1 0 16,-3-2 0-16,-5-1 0 0,4 0 0 0,-1 0 0 16,-2 1 0-16,-2-4 0 15,0 6 0-15,-4-8-789 0,2 4-190 0,-2-4 109 16,-10 7-1019-16,10-7-1311 0</inkml:trace>
  <inkml:trace contextRef="#ctx0" brushRef="#br0" timeOffset="-163875.22">7098 11387 5212 0,'-51'16'-10'0,"-5"3"49"0,4 14 55 0,-12 16 64 0,7 7 64 0,13 14 63 0,10 10 46 16,19-12 17-16,5 7 27 0,10-1 1 16,19 15-17-16,10-7-31 0,14-5-254 15,18-9-74-15,12-8 0 0,3-12 0 16,6-13 0-16,-11-14 0 0,-3-6 0 0,1-8 0 15,0-5 0-15,-5-9 0 0,-3-5 0 16,-4-5 0-16,-7-3 0 0,-6-7 0 0,-1-3 0 16,-6-5 0-16,-3-5 0 0,-9-9 0 15,-3-2 0-15,-6-2 0 0,-5-7 0 0,-7-2 0 16,-6-5 0-16,-11-1 0 0,-12-14 0 16,-9 1 0-16,-10 11 0 0,-7 10 0 0,7 27 0 15,-9 9 0-15,-4 13 0 0,-2 17 0 16,-11 10 0-16,-9 21 0 0,-2 9 0 0,7 6 0 15,6 6 0-15,7 6-132 0,8-3-857 16,4 2 43-16,17-16 102 0,7-5-952 16,10-9-1224-16</inkml:trace>
  <inkml:trace contextRef="#ctx0" brushRef="#br0" timeOffset="-163108.73">7000 11722 4665 0,'-20'-23'-59'0,"1"-8"66"0,-3-12 42 0,2-3 38 16,6-5 38-16,7-6 42 0,9 0 18 0,10 1 4 16,8 2-8-16,14 1-15 0,11 7-18 15,17-4-12-15,5 5-15 0,-10 18-15 16,2 4-11-16,0 5-7 0,-9 5-9 0,-8 6-14 15,-12 3-7-15,-6 4-18 0,-4 5 7 16,-4 4-3-16,-9 3-9 0,-2 0-3 0,-3 8 3 16,-5 2-6-16,-10 12-4 0,-5-5 1 15,0 2-7-15,-4-4 5 0,-1-3 6 0,3-3-8 16,4-8-2-16,3-4 0 16,-1-3-6-16,5-5-12 0,0-2-2 0,9 1 0 0,-14-15-25 15,10 0-28-15,3-3-28 16,1-3-33-16,1-4-25 0,3 3-15 0,4-1-11 15,-7 6-26-15,6 3-43 0,-3 2-56 16,-1 0-46-16,3 10-47 0,-6 2-77 0,0 0-113 16,0 0-56-16,5 23 59 0,-7-3-357 15,-3 2-407-15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9-20T03:49:01.99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7692 2767 2537 0,'-5'-10'238'0,"1"0"3"0,0 0-16 0,3-1-10 0,1 1 5 0,-4 0-8 0,4 1 6 16,-2 1 8-16,0-1 24 0,2 1 26 0,0 8 4 15,-2-14-9-15,2 14-23 0,-1-10-36 16,1 10-26-16,0 0-21 0,0 0 12 16,0 0 25-16,11 24 3 0,-4-2 26 0,2 10 0 15,1 4-23-15,1 2-10 0,3 9-2 16,-1 4-22-16,-2-1-25 0,1-1-149 0,-2-8 0 15,-1-3 0-15,3-1 0 0,-3-8 0 16,-2-2 0-16,-3-5 0 0,1-5 0 16,0-2 0-16,-3-1 0 0,2-3 0 15,-2-1 0-15,0-2 0 0,-2 1 0 0,0-1 0 16,0 1 0-16,0-9 0 0,-6 12 0 16,2-4 0-16,-1-6 0 0,-2 1 0 0,7-3-366 15,0 0-188-15,-24-11-98 0,18 0-146 16,-2-6-64-16,1-3 91 0,2-4-653 15,-4-10-876-15</inkml:trace>
  <inkml:trace contextRef="#ctx0" brushRef="#br0" timeOffset="349.82">7428 2642 3750 0,'-21'2'-22'0,"0"0"54"16,0 0 34-16,4 2 30 0,-3 0 45 0,7-2 54 16,2 0 33-16,-3-2 23 0,3 4 15 15,11-4-4-15,-13 2-19 0,13-2-29 0,0 0-19 16,0 0-16-16,0 0-17 0,24-20-9 16,13 5-24-16,12-3-10 0,9-3-7 15,1 0-15-15,5-1-7 0,-6 5-6 16,-1-2-15-16,-6 4-5 0,-10 5-3 15,-9-1-8-15,-5 3-5 0,-9 3-4 0,-2 1 0 16,-5 1-9-16,1-1-1 0,-5 3 2 16,-7 1-11-16,13-5-7 0,-13 5-26 0,10-4-63 15,-10 4-66-15,4-4-79 0,-4 4-88 16,0 0-102-16,0 0-114 0,0 0-187 0,0 0-93 16,0 0 86-16,-5 18-541 0,5-18-716 15</inkml:trace>
  <inkml:trace contextRef="#ctx0" brushRef="#br0" timeOffset="683.05">8560 2133 3353 0,'-8'-5'47'0,"0"1"52"15,3-1-1-15,5 5 8 0,0 0-12 0,0 0 10 16,-23 11 39-16,11 2 37 0,-4 13 18 16,2 4 11-16,-3 13 1 0,3 3 25 0,5 6-7 15,2 3 15-15,5 2 12 0,2-8 2 16,2 9-22-16,5-4-23 0,2-3-19 0,5-1-15 16,1-2-13-16,-1-14-18 0,3 0-10 15,-4-5-13-15,2 0-9 0,1-4-12 16,-5-4-13-16,-2-7-6 0,-1-2-5 0,-4 0-14 15,0-4-17-15,2-1-46 0,-3 0-72 16,-1-2-87-16,-2-5-96 0,7 7-142 16,-7-7-152-16,4 3-195 0,-4-3-127 15,0 0 93-15,0 0-662 0,0 0-887 0</inkml:trace>
  <inkml:trace contextRef="#ctx0" brushRef="#br0" timeOffset="1200.89">8725 2631 4002 0,'0'0'44'0,"-7"-14"41"16,3 4 21-16,2 1 11 0,0-1 23 15,2 0 24-15,0 1 16 0,0-1-3 0,2 2-14 16,0-1-15-16,4 3-13 0,2 0-9 15,1 0 0-15,2 4 5 0,5 0-1 0,2 4 4 16,0 2 9-16,3 0-18 16,1 4-3-16,-2 0 13 0,9 5 9 0,-8-1-3 15,-5 1-5-15,2-1 3 0,-1 1 1 16,-4 1 0-16,-1 0-1 0,-1 1-7 16,-5-4-6-16,1 1-6 0,1-4-3 0,-3 3-33 15,-1-4-84-15,3-2 0 16,-6-1 0-16,-1-4 0 0,6 8 0 0,-6-8 0 0,0 0 0 15,0 0 0-15,0 0 0 0,9-33 0 16,-5 12 0-16,4-9 0 0,1-2 0 0,3 6 0 16,-4 1 0-16,3 8 0 15,-2 1 0-15,3 4 0 0,-1 2 0 0,2 3 0 0,3 4 0 16,-1 3 0-16,0 3 0 16,5 9 0-16,-2-3 0 0,5 8 0 0,-5 5 0 15,0 0 0-15,-2 5 0 0,-3-2 0 16,1 3 0-16,-3-2 0 0,-4-2 0 15,1-4 0-15,0-1 0 0,-2-2 0 0,-3-2 0 16,1-1 0-16,2-4 0 0,-3 2 0 16,-1-3 0-16,3-2 0 0,-2-1 0 0,-3-6 0 15,2 4-382-15,-2-4-519 0,0 0-67 16,0 0 92-16,0 0-846 0,2-27-1156 0</inkml:trace>
  <inkml:trace contextRef="#ctx0" brushRef="#br0" timeOffset="1467">9499 1973 5154 0,'-5'-12'167'0,"3"4"26"0,0 2-5 0,0 0-12 0,2 6-21 0,0 0 21 0,0 0 71 16,0 0 34-16,38 35-29 0,-13-2-19 16,2 9-4-16,-1 9-6 0,-1 4-4 0,-4 5-22 15,8 19-96-15,-15-12-101 0,0 1 0 16,-3 2 0-16,-5 0 0 0,0-4 0 15,-4-1 0-15,-2-5 0 0,0-2 0 16,-2-11 0-16,2-4 0 0,-2-7 0 0,2-7 0 16,-2-9 0-16,0-3 0 0,2-3 0 15,-2-2 0-15,0-3 0 0,2-4 0 16,0-5-412-16,0 0-262 0,0 0-219 0,0 0 0 16,0-24 96-16,6 3-741 0,4-11-982 15</inkml:trace>
  <inkml:trace contextRef="#ctx0" brushRef="#br0" timeOffset="1666.18">10267 2527 4622 0,'-7'3'255'16,"1"1"59"-16,6-4 9 0,0 0 21 0,-10 7 29 16,10-7 15-16,0 0-16 0,0 0-28 15,0 0-25-15,0 0-30 0,33-9-41 16,-11 3-248-16,13-5 0 0,0 2 0 0,-3-1 0 15,0 0 0-15,3-2-141 0,-5 0-396 16,2 0-236-16,-7 3-171 0,-6 3 88 0,-3 2-824 16,-5 3-1116-16</inkml:trace>
  <inkml:trace contextRef="#ctx0" brushRef="#br0" timeOffset="1882.94">10335 2767 5112 0,'-16'12'250'0,"2"-3"40"0,3-2 35 15,5-2 40-15,-3 0 35 0,4-2 21 0,5-3-1 16,-9 7-23-16,9-7-186 0,0 0-211 16,23 5 0-16,-3-7 0 0,6 1 0 0,2-3 0 15,9-1 0-15,1 0 0 0,-2-2 0 16,-7 2 0-16,-6 0 0 0,-1 1 0 0,-4 3 0 16,-3-1 0-16,-4 0 0 0,0 1-467 15,-2-1-120-15,-9 2-141 0,7-3-170 16,-7 3 77-16,0 0-774 0,0 0-1036 0</inkml:trace>
  <inkml:trace contextRef="#ctx0" brushRef="#br0" timeOffset="2515.83">11671 2421 4743 0,'-20'-5'168'0,"2"-1"100"0,2 2 28 0,2-1 28 0,3 1 20 15,2-1-6-15,0 0-22 0,2 1-34 0,3-3-30 16,4 7-27-16,0 0-30 0,6-12-17 0,3 8-19 16,9 2-56-16,3 4-103 0,17 2 0 15,3 3 0-15,0 5 0 0,-3 2 0 0,2 8 0 16,-14 2 0-16,5 7 0 0,-14-2 0 16,-6 6 0-16,-5 0 0 0,-6-6 0 0,-2 8 0 15,-2-1 0-15,-1-9 0 0,-1-5 0 16,0 1 0-16,2-6 0 0,1-2 0 15,-3-1 0-15,4-2 0 0,-2-2 0 16,4-1 0-16,0-1 0 0,0 2 0 0,2-5 0 16,6 4 0-16,-3-3 0 0,7 1 0 0,5-5 0 15,2 2 0-15,8-3 0 16,4-2 0-16,10-1 0 0,2 0 0 0,-4-4 0 16,-1 3 0-16,-5-3 0 0,-8 3 0 15,-1-3 0-15,-7 3 0 0,2 1 0 0,-6-4-657 16,-1 2-316-16,-2 2 45 0,-10 2 97 15,0 0-802-15,0 0-1072 0</inkml:trace>
  <inkml:trace contextRef="#ctx0" brushRef="#br0" timeOffset="2800.76">12842 2222 4784 0,'-7'-4'205'0,"7"4"83"0,-13-5 14 16,13 5-1-16,-5-5-5 0,5 5-16 0,0 0-26 16,0 0-8-16,0 0 50 0,5 29 6 15,6-7-11-15,2 7-33 0,4 14-170 0,2 1-88 16,-4 0 0-16,2 4 0 0,2-2 0 16,-6 0 0-16,1-9 0 0,-3-2 0 0,1-2 0 15,-3-3 0-15,1-6 0 16,-4-4 0-16,-2-5 0 0,1-1 0 0,-3-4 0 15,0 2 0-15,0-5 0 0,0 2 0 16,-2-6 0-16,0-3-135 0,0 0-665 0,0 0-187 16,0 0 91-16,0 0 99 0,-17-13-759 15,13-1-1000-15</inkml:trace>
  <inkml:trace contextRef="#ctx0" brushRef="#br0" timeOffset="2982.67">12718 2394 4662 0,'-29'-7'231'15,"3"0"50"-15,3 2 59 0,4-1 56 0,3 1 42 16,3 1 7-16,1 4 6 0,1-2-39 16,11 2-47-16,-9-10-195 0,9 10-170 15,11-14 0-15,20-3 0 0,17-4 0 16,7-2 0-16,8 1 0 0,5 1 0 16,3-1 0-16,0 0-365 0,-7 0-466 0,-3 5-130 15,-10 0 84-15,-10 6-877 16,-13 6-1185-16</inkml:trace>
  <inkml:trace contextRef="#ctx0" brushRef="#br0" timeOffset="3282.35">13791 1891 5327 0,'-19'-2'220'0,"5"1"-12"0,14 1-4 16,-23 10 16-16,10 2 37 0,-4 10 29 0,0 7 14 16,8 9 11-16,1 14 3 0,6 7 1 15,4 3-86-15,6 3-229 0,5-1 0 16,4 3 0-16,6-5 0 0,1-3 0 0,-2-4 0 16,3-3 0-16,-3-4 0 0,1-7 0 15,0-2 0-15,-4-10 0 0,-2-5 0 0,-1-5 0 16,-3-3 0-16,1-4 0 15,-1-4 0-15,-2-2 0 0,1-6 0 0,1 0-355 16,0-4-675-16,2-3 79 0,3-3 100 16,-2 0-851-16,6-9-1136 0</inkml:trace>
  <inkml:trace contextRef="#ctx0" brushRef="#br0" timeOffset="3716.78">14138 2239 5185 0,'-8'-9'298'0,"2"3"30"16,2 2 1-16,4 4-16 0,-5-7-8 0,5 7-17 0,0 0 13 16,0 0 40-16,0 0 4 15,23 24-187-15,-6-10-158 0,6 5 0 0,4-1 0 16,-2 5 0-16,-1-3 0 0,-1 1 0 16,0 2 0-16,-4-3 0 0,-2-3 0 0,-7-3 0 15,-1-2 0-15,-1 2 0 0,-3-6 0 16,2 1 0-16,-2-1 0 0,-1-1 0 0,-1-2 0 15,-1 1 0-15,-2-6 0 16,4 3 0-16,-4-3 0 0,0 0 0 0,12-24 0 16,-3-5 0-16,4-6 0 0,1 1 0 0,3 2 0 15,-2 1 0-15,-2 2 0 0,1 4 0 16,-1 7 0-16,-4 4 0 0,3 5 0 16,-1 1 0-16,2 4 0 0,-2 3 0 0,1 4 0 15,4 6 0-15,-1 4 0 0,4 6 0 16,3 2 0-16,-8 1 0 0,6 3 0 0,-4-2 0 15,0 0 0-15,-5-3 0 0,1-4 0 16,-3-1 0-16,1-1 0 0,-2-4 0 0,-1-1 0 16,-3-1 0-16,2-3 0 0,-3 1 0 15,-1-2 0-15,4 0 0 0,-6-4 0 0,0 0 0 16,0 0-516-16,0 0-522 0,15-10 109 16,-15 10-1012-16,6-17-1362 0</inkml:trace>
  <inkml:trace contextRef="#ctx0" brushRef="#br0" timeOffset="3950.74">14936 1781 5854 0,'-7'-12'209'0,"0"3"19"0,-2 5 13 0,5-1 0 0,4 5-1 0,0 0-5 0,0 0 113 0,0 0 9 0,4 47-119 15,6-7-238-15,1 10 0 0,0 4 0 16,3 5 0-16,-3 0 0 0,1 2 0 15,1 0 0-15,0-1 0 0,-1 3 0 16,-1-4 0-16,1-2 0 0,1-4 0 0,-3-3 0 16,-5-11 0-16,5-2 0 0,-4-3 0 0,-1-4 0 15,1-5 0-15,0-8-42 0,-2-2-813 16,2-5-137-16,-1-1 97 0,3-6-944 16,2-3-1265-16</inkml:trace>
  <inkml:trace contextRef="#ctx0" brushRef="#br0" timeOffset="4232.03">15348 2288 5288 0,'-6'-10'175'16,"2"3"57"-16,2 3 27 0,2 4 14 15,0 0 22-15,-5-8-3 0,5 8-5 16,0 0 27-16,0 0 20 0,0 0-7 0,19 26-212 0,-8-10-115 16,2 10 0-16,3-1 0 15,-5 6 0-15,-1 0 0 0,-2 2 0 0,-7-4 0 16,-1-2 0-16,0 0 0 0,0-2 0 15,0-2 0-15,-1-1 0 0,1-5 0 0,0 0 0 16,0-5 0-16,0 0 0 0,1-4 0 16,1 1 0-16,4-3 0 0,-1 0 0 0,5-4 0 15,3-2 0-15,1 0 0 0,3-2 0 16,2-8 0-16,8-3 0 0,5-5 0 0,4-5 0 16,2-8 0-16,0 2-202 15,1 0-866-15,1 0 114 0,1 1-1075 0,5-1-1445 0</inkml:trace>
  <inkml:trace contextRef="#ctx0" brushRef="#br0" timeOffset="4483.72">15865 1804 6108 0,'-18'-10'219'16,"7"5"17"-16,3 3 0 0,8 2 4 0,0 0 88 15,0 0 89-15,19 29-10 0,15-2-407 16,6 6 0-16,3 8 0 0,-4 6 0 0,-5 6 0 15,-5 7 0-15,-6 6 0 0,-5 4 0 16,-9 2 0-16,-9 7 0 0,-4-2 0 16,-3 0 0-16,-12 16 0 0,3-21 0 15,-3 14 0-15,4-25 0 0,-2-3 0 0,3-5 0 16,-1-9 0-16,3-11 0 0,3-3 0 16,-6-4 0-16,5-11 0 0,5-6 0 15,-5-6-317-15,7-4-733 0,3 1 108 0,-7-13-1058 16,7 13-1418-16</inkml:trace>
  <inkml:trace contextRef="#ctx0" brushRef="#br0" timeOffset="4898.84">16739 2551 5244 0,'0'0'4'0,"-11"5"135"0,11-5 141 0,-10 3 58 0,10-3 27 0,0 0 10 15,0 0 19-15,0 0 27 0,0 0-8 0,36 0-195 16,10-4-218-16,9-4 0 0,10 3 0 16,2-7 0-16,3 2 0 0,-3-2 0 0,-4-3 0 15,0 1 0-15,-6-1 0 0,-5 3 0 16,-11 1 0-16,-5 1-308 0,-4 0-562 15,-7-1-99-15,-9 5 99 0,-7 1-890 16,-7 1-1190-16</inkml:trace>
  <inkml:trace contextRef="#ctx0" brushRef="#br0" timeOffset="5150.79">17057 2063 5202 0,'-9'-3'98'0,"3"-3"37"16,0 3 41-16,6 3 69 0,0 0 87 15,-7 24 68-15,7 13 61 0,2 6 4 16,1 12-18-16,5 3-217 0,4 5-230 0,-1 7 0 16,5-2 0-16,-4 1 0 15,4-2 0-15,4-6 0 0,-2-1 0 0,3-7 0 16,0-5 0-16,-2-4 0 0,-4-9 0 16,0-2 0-16,-2-8 0 0,-2-6 0 0,-4-3 0 0,-1-3 0 15,-1-6 0-15,-1 4 0 16,-1-6 0-16,2 0 0 0,-5-5 0 0,0 0 0 15,0 0-990-15,19-14 3 0,-16 2 113 16,6-1-942-16,-2-7-1244 0</inkml:trace>
  <inkml:trace contextRef="#ctx0" brushRef="#br0" timeOffset="6381.94">18366 2406 4970 0,'0'0'13'0,"-12"3"79"0,12-3 63 0,0 0 46 0,0 0 37 15,-16-7 28-15,16 7 19 0,0-8 19 16,0 8 9-16,2-19-14 0,1 4-7 0,3 1-13 15,4-3-12-15,-1 1-50 0,2-1-217 16,3 5 0-16,-1-1 0 0,5 9 0 0,-2 2 0 16,7 4 0-16,12 7 0 15,0 3 0-15,8 11 0 0,-5 2 0 0,3 5 0 16,-7 1 0-16,-12-5 0 0,1 3 0 0,-3 0 0 16,-6 3 0-16,-2-3 0 0,-4-2 0 15,-5-6 0-15,-1-2 0 0,0-1 0 16,-2-3 0-16,-2 1 0 0,2-2 0 0,-2-5 0 15,2-1 0-15,0 2 0 0,0-10 0 16,0 10 0-16,0-10 0 0,0 0 0 0,0 0 0 16,0 0 0-16,10-53 0 0,-2 14 0 15,9-11 0-15,6-5 0 0,0 0 0 16,4 2 0-16,-2 7 0 0,2 5 0 16,0 9 0-16,-4 10 0 0,-2 8 0 0,0 7 0 15,-4 7 0-15,6 9 0 0,1 8 0 16,3 7 0-16,2 11 0 0,-6 2 0 0,-5-2 0 15,-6-1 0-15,1 0 0 0,-1 0 0 16,-1 1 0-16,0-4 0 0,-6-6 0 16,3-6 0-16,-3-3 0 0,1-3 0 0,-3-1 0 15,4-4 0-15,-3 2 0 0,-3-3 0 16,3-1 0-16,-4-6 0 0,6 9 0 0,-6-9 0 16,0 0 0-16,0 0 0 0,0 0 0 15,0 0 0-15,0 0 0 0,-36-17 0 16,20 14-769-16,-1 3-219 0,0-4-1200 15,-2 6-1594-15</inkml:trace>
  <inkml:trace contextRef="#ctx0" brushRef="#br0" timeOffset="7466.86">11979 4466 1223 0,'0'-12'492'0,"0"0"-103"0,0 2-38 0,-2-2-9 0,-1 2-28 0,2 0-29 0,-1-1-12 15,-2 1-10-15,2 2 12 0,0 1 8 0,2 7-36 16,-3-12-28-16,3 12-21 0,-4-6-17 16,4 6 41-16,0 0 48 0,0 42 29 0,2 1 20 15,0 18 12-15,-2 8 7 0,0 6 8 16,-4 4-3-16,0 5-7 0,1 21-284 0,-6-6-52 16,2-1 0-16,3-21 0 0,0-1 0 15,-1-5 0-15,3-1 0 0,-3-8 0 16,5-3 0-16,-1-13 0 0,-1-5 0 0,2 1 0 15,0-12 0-15,0-6 0 0,0-2 0 16,2-2 0-16,-2-4 0 0,1-2 0 16,-1 1 0-16,0-2 0 0,3-1 0 0,-3 0 0 15,2 0 0-15,0-4 0 0,2-1 0 16,-1 2 0-16,3-2 0 0,3-2 0 0,7-2 0 16,3-3 0-16,19-5 0 0,4-2 0 15,13-8 0-15,6-3 0 0,6 0 0 0,-3-3 0 16,-1 4 0-16,-4 1 0 0,-5 1 0 15,-15 5 0-15,-3 2 0 0,-11 1 0 0,-3 1 0 16,-7 2 0-16,-2 0 0 0,-2 0 0 16,0 2 0-16,-4 0 0 0,-7 2 0 15,0 0 0-15,0 0 0 0,9 6 0 16,-9-6 0-16,0 0 0 0,-22 14 0 0,8-11 0 16,1-3-1043-16,-1 0 90 0,-4-3-1154 15,2-1-1517-15</inkml:trace>
  <inkml:trace contextRef="#ctx0" brushRef="#br0" timeOffset="7765.93">12611 5477 6259 0,'0'0'161'0,"-4"-7"18"0,4 7-9 0,0 0-13 0,0 0 19 0,0 0 47 16,0 0 32-16,41 14 16 0,-14 4 4 0,0 3-210 15,10 6-65-15,-4 2 0 0,-5 4 0 16,-6-2 0-16,-6 0 0 0,-3 2 0 0,-5 1 0 16,-6 2 0-16,-2 0 0 0,-6 1 0 15,-3-1 0-15,-8 9 0 0,-2-6 0 0,-3-6 0 16,2-4 0-16,-3-4 0 0,3 2 0 16,-3-7 0-16,1-3 0 0,7-1 0 0,3-6 0 15,0-3 0-15,3-2 0 16,0 0 0-16,3-3 0 0,6-2-766 0,0 0-229 15,0 0 105-15,-15-6-994 0,15 6-1308 16</inkml:trace>
  <inkml:trace contextRef="#ctx0" brushRef="#br0" timeOffset="8447.84">13489 5444 5295 0,'-1'-6'271'0,"1"6"-10"16,-6-8-5-16,6 8 1 0,0 0 2 0,-2-6-12 15,2 6 31-15,0 0 19 0,4 29 2 16,1-7-11-16,2 14-105 0,0 5-183 15,1 0 0-15,-1 11 0 0,3-12 0 0,0 13 0 16,-5-12 0-16,2-6 0 0,-2 1 0 16,-1-7 0-16,0-8 0 0,-3-5 0 15,1-3 0-15,0-1 0 0,0 0 0 0,-2-4 0 16,2-1 0-16,-2 0 0 0,0-7 0 16,0 0 0-16,0 0 0 0,0 0 0 15,-4-24 0-15,4 5 0 0,0-8 0 0,0-12 0 16,4-4 0-16,-1 2 0 0,1 0 0 15,4 3 0-15,-4 5 0 0,4 9 0 0,-5 5 0 16,3 6 0-16,-3 1 0 0,6 3 0 16,-2 2 0-16,4 4 0 0,3 3 0 0,-1 0 0 15,5 1 0-15,-4 1 0 0,0 1 0 16,1 3 0-16,-1-5 0 0,-3 3 0 0,0-1 0 16,-1-1 0-16,-1 0 0 15,-1-1 0-15,-8-1 0 0,16-3 0 0,-7-4 0 16,5-7 0-16,0-11 0 0,2-5 0 15,3-3 0-15,-2-8 0 0,-2 7 0 0,1 4 0 0,-3 5 0 16,-4 5 0-16,1 5 0 16,-3 6 0-16,3 4 0 0,-2 6 0 0,3 6 0 15,2 11 0-15,4 11 0 0,8 13 0 16,-8 7 0-16,2 1 0 0,-1-1 0 0,-1 5 0 16,0-4 0-16,5 4 0 0,1-7 0 15,-3-3 0-15,0-3 0 0,-2-10 0 0,-1-4 0 16,-6-6 0-16,-1-6 0 15,-2-1 0-15,-2-4 0 0,-1-2 0 0,-1 0 0 16,-1-5 0-16,-3-3 0 0,0 0 0 0,0 0 0 16,0 0 0-16,11-21 0 0,-11 8-280 0,-9-8-756 15,6-1 102-15,-3-1-1086 16,1 1-1437-16</inkml:trace>
  <inkml:trace contextRef="#ctx0" brushRef="#br0" timeOffset="9097.61">14443 5684 5962 0,'-6'7'122'0,"2"-3"52"0,4-4 12 0,-6 6 25 0,6-6 33 0,0 0 14 0,10 10 4 0,-10-10-2 16,21 4-19-16,-6-4-21 0,9-2-169 15,0-2-51-15,13-4 0 0,-3 2 0 16,-4-5 0-16,1 1 0 0,-6 2 0 15,-9 0 0-15,-2 1 0 0,-1 2 0 0,-4-2 0 16,1 2 0-16,-8-2 0 0,2 2 0 16,-4 5 0-16,-2-12 0 0,2 12 0 0,-12-7 0 15,12 7 0-15,-22 4 0 0,4 5 0 16,-8 9 0-16,-1 2 0 0,2 4 0 0,3 2 0 16,0 4 0-16,7 1 0 15,5 0 0-15,3 2 0 0,5-3 0 0,8 2 0 16,-1 1 0-16,7-1 0 0,5-2 0 15,2-3 0-15,4-6 0 0,1-1 0 0,7-4 0 16,-1-4 0-16,-1-5 0 0,0-7 0 16,-2-2 0-16,-3 0 0 0,12-8 0 0,-3 0 0 15,-5-2 0-15,-1-3 0 0,-2 1 0 16,-4-1 0-16,-8 1 0 0,-2-6 0 0,0 1 0 16,-6-1 0-16,1-2 0 0,-8-4 0 15,-2-8 0-15,-1 1 0 0,-6 2 0 0,2 4 0 16,0 6 0-16,1 5 0 0,0 5 0 15,-1 3 0-15,2 2 0 0,-4 2 0 0,2 6 0 16,9-2 0-16,-14 4 0 0,14-4 0 16,-13 4 0-16,13-4 0 0,0 0 0 0,0 0 0 15,0 0 0-15,38-12 0 16,-9-5 0-16,3 0 0 0,5 1 0 0,-3 2 0 16,2 1 0-16,-3 5 0 0,-5 5 0 15,-4 4 0-15,-2 3 0 0,-3 4 0 0,8 8 0 16,-8 4 0-16,0 2 0 0,-2 4 0 15,-6 0 0-15,-1-3 0 0,-2 1 0 0,-1 5 0 16,1 3 0-16,-1-1 0 0,0-7 0 16,-2-1 0-16,1-5 0 0,-3-1 0 0,-3-2 0 15,4-3 0-15,0 5 0 0,0-8 0 16,-2 2 0-16,0-2 0 0,2-5-342 16,0 2-678-16,-4-6 109 0,9 2-1102 15,-9-2-1428-15</inkml:trace>
  <inkml:trace contextRef="#ctx0" brushRef="#br0" timeOffset="9564.29">15601 5576 5905 0,'-17'0'57'0,"2"5"50"0,1 3 57 0,5 3 63 0,-2 6 50 0,4 3 32 16,-4 11 6-16,4 2-1 0,5-6 0 0,0-2-112 15,2 1-202-15,8 8 0 0,-5-9 0 16,5-4 0-16,0-4 0 0,3 0 0 0,3-3 0 15,1-1 0-15,-4-8 0 0,3 2 0 16,-3-5 0-16,3-2 0 0,-1-3 0 16,2-8 0-16,0-1 0 0,-1-1 0 15,3-10 0-15,-4 0 0 0,-1-1 0 0,-5 3 0 16,-2-12 0-16,-1 8 0 0,-4 3 0 16,3 5 0-16,-3 5 0 0,0-1 0 0,-3 5 0 15,1 4 0-15,2 4 0 0,0 0 0 16,-13 21 0-16,10-3 0 0,-5 15 0 0,6 4 0 15,4 2 0-15,2 7 0 0,3 14 0 16,6 2 0-16,7 2 0 0,7 19 0 0,3-2 0 16,2-3 0-16,-1 0 0 0,-10-19 0 15,-4 0 0-15,-5-4 0 0,-7-2 0 16,-5-11 0-16,-2-1 0 0,-8 0 0 0,-3-5 0 16,-1-2 0-16,-8-7 0 0,-5-1 0 15,1-8 0-15,-7-1 0 0,-1-5 0 0,-4-6 0 16,-1-7 0-16,-4-10 0 0,-7-12 0 15,3-9 0-15,3-9 0 0,4-7 0 0,6-1 0 16,7 2 0-16,8 4 0 16,8 7 0-16,3 3 0 0,6 4 0 0,4 4 0 0,7-8-366 15,1 1-647-15,5-2 95 16,10-7-1086-16,8-2-1422 0</inkml:trace>
  <inkml:trace contextRef="#ctx0" brushRef="#br0" timeOffset="9930.87">16161 5734 6053 0,'-2'-10'256'0,"2"10"40"0,0 0 24 0,0 0 18 0,0 0-7 0,-1-11-8 0,1 11-49 0,5-6-274 16,5 3 0-16,5-4 0 0,4-1 0 16,6-7 0-16,2 1 0 0,4-3 0 0,-4-1 0 15,-4 1 0-15,2 2 0 0,-9 1 0 16,-5 1 0-16,-2 1 0 0,0-2 0 15,-4-1 0-15,-5 3 0 0,-1-1 0 16,-10-1 0-16,-2 1 0 0,-4 3 0 0,-3 6 0 16,-7 4 0-16,-11 12 0 0,-12 11 0 15,0 8 0-15,3 10 0 0,3 1 0 0,6 4 0 16,5 4 0-16,10-1 0 0,10 4 0 16,12-10 0-16,2-4 0 0,9 0 0 0,5 4 0 15,7-6 0-15,2-8 0 0,2-8 0 16,5-1 0-16,1-10 0 0,2-1 0 0,-7-5 0 15,2-5 0-15,-10-2 0 0,7 1 0 16,-3-5 0-16,0 4 0 0,-3-4 0 0,-6 3 0 16,-3-2-382-16,2 0-642 0,-8 2 114 15,4 0-1088-15,-2-3-1415 0</inkml:trace>
  <inkml:trace contextRef="#ctx0" brushRef="#br0" timeOffset="10514.62">17526 5378 5355 0,'-2'-17'-99'0,"-4"4"60"0,-1 1 62 0,2 0 43 0,-4 0 43 0,2 3 37 0,-4 1 21 15,-1-1 35-15,-5 4 12 16,-1 0 11-16,0 3-3 0,-3 2-3 0,-8 4-4 16,-7 6-3-16,-10 9-3 0,2 3-4 15,-2 7 1-15,5 2-11 0,-3 4-56 0,5 2-139 16,11 2 0-16,1 1 0 0,16-7 0 16,7-6 0-16,10-3 0 0,10 5 0 0,10-4 0 15,14 0 0-15,5-4 0 0,11-3 0 16,-5-1 0-16,3 1 0 0,-12-7 0 0,-5 0 0 15,-2 1 0-15,-7 0 0 16,-5-2 0-16,-9 0 0 0,-4 1 0 0,-9 2 0 0,-1-1 0 16,-7 4 0-16,-3 1 0 15,-9 5 0-15,-4 2 0 0,-4-4 0 0,1-3 0 16,-3-1 0-16,0-3 0 0,4-5 0 16,3-4 0-16,3-6 0 0,2-4 0 0,0-3 0 15,-3-13 0-15,9-5 0 0,6-6 0 16,5-6 0-16,7-2-424 0,9-12-582 0,4-1 89 15,9 1-1070-15,-1 5-1406 0</inkml:trace>
  <inkml:trace contextRef="#ctx0" brushRef="#br0" timeOffset="10814.51">17757 5310 5406 0,'2'7'15'0,"-2"5"82"0,-2 0 67 16,-2 5 68-16,-1 3 50 0,-4 11 38 0,4 2 25 15,-1 0-3-15,2 0 18 0,1-6-21 16,-1-3-50-16,4-4-289 0,6 3 0 0,-1-3 0 15,2-1 0-15,7-4 0 0,5-1 0 16,-2-4 0-16,8-3 0 0,0-5 0 16,15-7 0-16,-2-1 0 0,2-6 0 0,-3-1 0 15,-3-3 0-15,-7 3 0 0,-7-1 0 16,-4 2 0-16,-7-2 0 0,-6 3 0 16,-1-5 0-16,-5 1 0 0,-7-4 0 0,-7-8 0 15,-8 2 0-15,-1 2 0 0,-3 1 0 0,-1 5 0 16,1 3 0-16,6 6 0 15,4 6 0-15,-2 2 0 0,4 6 0 0,-3 2 0 16,2 4 0-16,2 3 0 0,3 1 0 16,4 1-497-16,7-3-301 0,2-3-122 0,4 1 82 15,7 0-909-15,7-3-1180 0</inkml:trace>
  <inkml:trace contextRef="#ctx0" brushRef="#br0" timeOffset="11198.65">18420 5715 4906 0,'0'0'94'0,"0"0"70"16,9-12 66-16,-7 6 47 16,-2 6 36-16,4-15 25 0,-4 5 16 0,0-2-7 15,2-2-27-15,-4-5-26 0,2 0-28 16,-4-6-30-16,2-1-184 0,0-10-52 0,-5 1 0 16,2 2 0-16,-2 8 0 0,2 4 0 15,-3-3 0-15,3 7 0 0,-6-1 0 16,2 1 0-16,0 4 0 0,0 2 0 0,-1 2 0 15,-2 2 0-15,0 0 0 0,3 1 0 16,4 1 0-16,-3-1 0 0,5 3 0 0,3 3 0 16,-2-12 0-16,7 0 0 0,10-3 0 15,8 1 0-15,8-3 0 0,3 2 0 16,-4 7 0-16,3 4 0 0,-7 7 0 16,7 5 0-16,-3 6 0 0,1 7 0 0,-4 3 0 15,-6 3 0-15,-5 5 0 0,-2 3 0 16,-1 0 0-16,-4 3 0 0,0 2 0 0,-2-2 0 15,-1 1 0-15,-1-6 0 0,4 2 0 16,-4-8 0-16,1-6 0 0,-3 0 0 0,5-7 0 16,-2-1 0-16,2-1 0 0,-5-5 0 15,5-4 0-15,-3-1-448 0,-5-2-472 0,20-14 1 16,-3-9 97-16,0-6-906 0,2-19-1162 16</inkml:trace>
  <inkml:trace contextRef="#ctx0" brushRef="#br0" timeOffset="11415.7">19045 4439 5103 0,'-6'-33'115'0,"2"10"68"16,-3 5 93-16,1 5 56 0,5 3 20 0,-6 4 17 16,3 0 18-16,4 6 14 0,0 0-3 15,-12 27-123-15,10 9-275 0,2 13 0 0,3 16 0 16,8 10 0-16,1 18 0 0,7 3 0 16,-2 0 0-16,0-4 0 0,-3-19 0 0,-1-2 0 15,1-4 0-15,-3-4 0 0,0-1 0 16,1-4 0-16,-3-4 0 0,-1-15 0 0,-7-3-523 15,-1-9-194-15,5-7-110 16,-5-6-22-16,0-5 85 0,-2-7-770 0,2-2-979 16</inkml:trace>
  <inkml:trace contextRef="#ctx0" brushRef="#br0" timeOffset="11565.07">19075 5448 4180 0,'-9'-24'48'0,"-2"3"78"0,5 1 64 0,0 7 62 16,0-1 64-16,3 6 55 0,1 1 47 15,2-2 42-15,0 9 10 0,5-12-16 0,3 4-40 16,4 1-41-16,2 0-254 0,4-2-119 15,0 3 0-15,2-3 0 0,-1 4 0 0,2-2 0 16,-4 4 0-16,1-2 0 16,-4 3-159-16,-1-2-640 0,-1 2-158 0,-2 2 89 0,-10 0 91 15,0 0-798-15,17 8-1017 16</inkml:trace>
  <inkml:trace contextRef="#ctx0" brushRef="#br0" timeOffset="12283.55">12512 8520 4238 0,'6'-6'163'0,"-3"8"77"0,6 13 51 0,-2 15 3 0,6 22 4 0,-1 8 11 16,-1 32 5-16,-2 17-6 0,0 10 31 0,-4 16 21 15,-3 6 6-15,-6 4 3 0,-1-3-67 16,-2-4-302-16,5-9 0 0,2-13 0 0,9-17 0 16,0-27 0-16,4-9 0 0,6-10 0 15,3-9 0-15,4-9 0 0,1-14 0 0,6-7 0 16,-5-10 0-16,3-5 0 0,12-6 0 16,14-12 0-16,2-7 0 0,2 0 0 0,-3-3 0 15,-1 0 0-15,-3 3 0 0,-5 1 0 16,-6 4 0-16,1 1 0 0,-11 6 0 0,-10 3 0 15,-7 3 0-15,0 1 0 16,-5 4-910-16,-2-2-46 0,0 1-1195 0,-6 1-1559 16</inkml:trace>
  <inkml:trace contextRef="#ctx0" brushRef="#br0" timeOffset="12546.53">13421 9424 6457 0,'0'-4'167'0,"0"4"30"16,0 0 20-16,36 23 27 0,-4 6 6 0,11 3 1 16,0 4 12-16,5 7-118 0,10 10-145 15,-4 5 0-15,2 1 0 0,-8 6 0 0,-16-12 0 16,-1 2 0-16,-10 0 0 0,-5 2 0 16,-5-3 0-16,-8 1 0 0,-5 2 0 0,-8-5 0 15,-1-1 0-15,-6-5 0 0,-4-7 0 16,-2-1 0-16,0-12 0 0,0-4 0 0,-1-5 0 15,5-8 0-15,-1-6 0 16,4 0 0-16,-4-9-484 0,5-1-509 0,3-5 82 0,5 0 105 16,3-4-893-16,6 3-1135 15</inkml:trace>
  <inkml:trace contextRef="#ctx0" brushRef="#br0" timeOffset="13115.2">15594 9304 4337 0,'-12'-9'-68'0,"1"4"70"0,-2 0 43 0,1 1 25 0,-1 4 27 0,-3 4 23 0,-5 1 35 0,-5 10 33 0,-1 6 27 0,-7 15 38 15,2 8 11-15,-1 7 14 0,2 7 12 16,9 3 0-16,3 4-1 0,4-1-8 0,6 0 8 15,8 0-11-15,2-4-14 0,10-3-11 16,5-2-252-16,11-5-1 0,5-7 0 0,8-6 0 16,8-6 0-16,4-5 0 15,3-8 0-15,5-10 0 0,-12-8 0 0,15-8 0 16,-2-5 0-16,-2-6 0 0,-1-10 0 16,-7-7 0-16,0 0 0 0,-5-5 0 0,-8-4 0 15,-4-5 0-15,-9-1 0 0,-9-2 0 16,-8-2 0-16,-10-5 0 0,-12 2 0 0,-7-4 0 15,-17-12 0-15,-11 1 0 0,-9 0 0 16,-3 6 0-16,0 8 0 0,1 6 0 0,10 19 0 16,3 9 0-16,4 12 0 15,3 8 0-15,1 10 0 0,-6 4 0 0,0 18 0 0,2 4 0 16,7 4-229-16,2 8-248 16,7 3-80-16,6 4-95 0,8 0-175 0,6-9 46 0,3-3 85 15,6-7-655-15,5 1-806 16</inkml:trace>
  <inkml:trace contextRef="#ctx0" brushRef="#br0" timeOffset="13930.09">16596 8797 3573 0,'-17'0'12'0,"-2"0"49"0,-2 2 34 0,2 5 20 0,-6 13 24 16,1 3 35-16,-3 20 41 0,2 14 35 0,4 9 17 15,2 23 25-15,9 10 13 0,12-12 4 16,3 14-5-16,13 0-12 0,11-7-8 0,7-8-28 16,-2-1-25-16,10-10-22 0,3-7-22 15,1-6-20-15,-10-17-25 0,5-3-31 0,-2-2-37 16,-3-4-45-16,0-4-46 0,-3-4-46 15,-11-6-50-15,-1-5-61 0,-3-2-62 16,-5-7-69-16,-2-4-77 0,-3 1-73 16,-3-5-80-16,3 0-107 0,-10 0-91 0,22-7 62 0,-11-3-610 15,0-3-741-15</inkml:trace>
  <inkml:trace contextRef="#ctx0" brushRef="#br0" timeOffset="14599.38">17181 9610 3921 0,'-13'-4'242'0,"1"-2"43"0,1-1 33 0,1-1 20 0,1-2 21 0,3-3 13 0,3-2 0 16,3 1-10-16,0-4-12 0,7 2-19 0,7-1-19 15,4-5-18-15,5 5-18 16,2 10-217-16,0 2-59 0,1 5 0 0,15 3 0 16,-3 8 0-16,10 9 0 0,-5 5 0 15,-1 4 0-15,-5 6 0 0,-12-1 0 0,0 5 0 16,-5-6 0-16,-9 0 0 0,-3 0 0 16,0-2 0-16,-7-6 0 0,1-4 0 15,-2-5 0-15,-2 0 0 0,2-4 0 0,-1 0 0 16,-1-3 0-16,-4-1 0 0,3-3 0 15,3-5 0-15,0 0 0 0,-14-15 0 0,8-2 0 16,2-5 0-16,1-21 0 0,-2-15 0 0,10-4 0 16,2 2 0-16,6 0 0 0,6 10 0 15,-4 3 0-15,5 14 0 0,-3 6 0 16,2 5 0-16,-2 8 0 0,2 6 0 0,-2 4 0 16,5 4 0-16,0 7 0 0,6 5 0 15,3 7 0-15,3 7 0 0,1 7 0 0,-3 0 0 16,1-1 0-16,-5 2 0 0,3 0 0 15,-2-1 0-15,-7-6 0 0,-3 0 0 0,1-6 0 16,-8-5 0-16,0-2 0 0,-2-5 0 16,-5 1 0-16,3-8 0 0,-5 1 0 0,-3-3-35 15,0 0-748-15,0 0-165 16,16-17 77-16,-9 4 87 0,1-6-838 0,-5-3-1062 16</inkml:trace>
  <inkml:trace contextRef="#ctx0" brushRef="#br0" timeOffset="14813.53">18063 8734 4944 0,'-9'-13'256'0,"4"2"29"0,-4 6 18 0,9 5 41 0,0 0 55 0,0 0 62 0,11 41 23 16,5 0-2-16,7 11-249 0,2 7-233 0,2 17 0 16,-5-11 0-16,7 20 0 0,-2-3 0 15,-2 0 0-15,0-2 0 0,-9-14 0 0,5-2 0 16,1-5 0-16,-4-2 0 15,0-3 0-15,-4-4 0 0,-2-11 0 0,-2-4 0 16,-3 0 0-16,1-12 0 0,-4-4 0 16,0-2-262-16,-1-6-751 0,3-2 102 0,0-5 92 15,-6-4-945-15,0 0-1194 0</inkml:trace>
  <inkml:trace contextRef="#ctx0" brushRef="#br0" timeOffset="15147.08">18921 9161 4876 0,'-19'4'147'0,"0"0"95"16,4 1 62-16,-4 7 41 0,-1 0 25 0,2 9 19 15,-2 4 24-15,6 2-16 0,0 2-2 16,5 0-82-16,5-2-313 0,0-6 0 0,6-1 0 16,2-3 0-16,3 1 0 0,2-3 0 15,3-2 0-15,-1-4 0 0,2-4 0 0,3-5 0 16,-1 0 0-16,2-5 0 0,3-1 0 15,-2-4 0-15,2 0 0 0,-4-2 0 0,-2-3 0 16,-1 0 0-16,-1-1 0 0,-4 4 0 16,-3-3 0-16,-3 3 0 0,0-1 0 0,-6-3 0 15,-1 3 0-15,-1-3 0 0,0 2 0 16,-4 1 0-16,1 4 0 0,0 1 0 0,0 1 0 16,-2 3 0-16,0 4 0 0,11 0 0 15,-23 7 0-15,9 0 0 0,0 3 0 16,-4 2-123-16,3 2-535 0,1-2-188 0,1 1-30 15,2-4 84-15,8-4-873 0,3-5-1102 16</inkml:trace>
  <inkml:trace contextRef="#ctx0" brushRef="#br0" timeOffset="15466.4">19098 9108 4747 0,'4'10'130'0,"-4"0"63"15,2 2 53-15,-2 3 29 0,2 2 44 0,-1 1 26 16,4 7 27-16,-1 10 8 0,-1 5 0 15,1 5-34-15,5 7-31 0,3 4-172 0,-1 4-143 16,7-1 0-16,-1 6 0 16,4 1 0-16,9 15 0 0,5-1 0 0,-10-19 0 15,1 0 0-15,-2-5 0 0,-1-2 0 16,-1-3 0-16,-9-5 0 0,-3-11 0 0,-7-2 0 16,-1-6 0-16,0-8 0 0,-6-2 0 0,1-1 0 15,-7 0 0-15,-5-1 0 0,-5-4 0 16,-8-1 0-16,-6-3 0 0,-1-7 0 0,-6-3 0 15,-4-8 0-15,6 1 0 16,-9-5 0-16,2-5 0 0,12 5 0 0,6-1 0 0,1 2 0 16,7-1 0-16,6 3 0 15,0 1 0-15,1-1 0 0,-1-2-274 0,5 3-663 16,1-2 10-16,-1 1 111 0,1 0-965 16,0-2-1211-16</inkml:trace>
  <inkml:trace contextRef="#ctx0" brushRef="#br0" timeOffset="16146.48">19502 9228 4722 0,'0'-10'54'0,"-2"1"86"0,4 3 55 0,1 2 67 0,-3 4 31 0,11-1 24 0,-11 1 20 15,16 5 9-15,-2 5 5 0,3-2-5 0,-1 6-21 16,5 7-11-16,-5-1-125 16,0-3-189-16,-5 0 0 0,-2 0 0 0,0 2 0 15,-4-1 0-15,1-1 0 0,-2-1 0 16,-3-3 0-16,-1-1 0 0,2 0 0 0,-2-3 0 16,0 1 0-16,0-6 0 0,0-4 0 15,0 0 0-15,0 0 0 0,0 0 0 0,0 0 0 16,12-39 0-16,-1 3 0 0,7-10 0 15,0 0 0-15,4 0 0 0,-3 5 0 0,0 10 0 16,0 4 0-16,-1 8 0 0,-2 4 0 0,-1 5 0 16,-1 8 0-16,-1 2 0 0,1 5 0 15,-2 2 0-15,4 6 0 0,1 0 0 16,0 10 0-16,2 3 0 0,-2-1 0 16,-4 1 0-16,5-2 0 0,-9-4 0 0,-1-4 0 15,2-3 0-15,-5-1 0 0,3 1 0 16,-2-7 0-16,-2 1 0 0,-1-4-131 0,-3-3-879 15,0 0 84-15,0 0 98 0,0 0-973 16,0 0-1230-16</inkml:trace>
  <inkml:trace contextRef="#ctx0" brushRef="#br0" timeOffset="16364.7">20133 8477 5077 0,'0'-14'339'0,"2"7"40"0,3 2 24 15,-5 5 42-15,20 12 45 16,1 10 7-16,9 11-8 0,5 9-417 0,-5 5-72 15,2 7 0-15,6 17 0 0,-4 3 0 16,-1 6 0-16,-12-14 0 0,-2 3 0 0,-6-1 0 16,-2 0 0-16,-8 5 0 0,-5-5 0 15,-2 2 0-15,-7-7 0 0,-6-2 0 0,-4-4 0 16,-4-6 0-16,-6-3 0 0,-5-3 0 16,0-10 0-16,-4-3-483 0,-4-6-508 0,6-11 97 15,6-3 90-15,-1-2-903 0,9-3-1141 16</inkml:trace>
  <inkml:trace contextRef="#ctx0" brushRef="#br0" timeOffset="17214.7">15687 11651 5656 0,'-48'5'126'0,"10"1"21"0,6-4 44 0,7 1 26 0,4-3 16 0,8 0 1 0,7-5-39 16,12-6-22-16,26-17-7 0,54-15 2 15,38-8-6-15,84-24-15 0,39 0-12 16,33-8-20-16,25 1-7 0,36 1-90 16,16-2-18-16,3 7 0 0,11 3 0 0,-10 7 0 0,-26 4 0 15,-25 12 0-15,-35 6 0 16,-40 11 0-16,-87 13 0 0,-28 5 0 0,-39 3 0 15,-18 1 0-15,-16 3 0 0,-8 2 0 16,-14 0 0-16,-2 3 0 0,-9 0 0 0,-4-1 0 16,-7 2 0-16,-3 2 0 0,4-5 0 15,-4 5 0-15,0 0 0 0,0 0 0 0,0 0 0 16,-13-9-235-16,13 9-419 0,-12 0-199 16,12 0-36-16,-18 0 98 0,18 0-831 0,-24 1-1061 15</inkml:trace>
  <inkml:trace contextRef="#ctx0" brushRef="#br0" timeOffset="19811.98">9646 14178 4280 0,'0'-12'-132'0,"0"2"66"0,-2 3 53 0,2 7 48 0,0-12 37 16,0 12 42-16,-1-8 26 0,1 8 18 0,0 0-6 16,-4-7-18-16,4 7-17 0,0 0 6 15,0 0 31-15,0 0-5 0,18 39-8 0,-6-8-5 16,1 6-11-16,7 10-12 0,-4 1-6 16,0 2-14-16,3-1-9 0,-6-2-6 15,2-1-9-15,-3-10-7 0,-3-1-3 0,-1 0-7 16,-4-7-7-16,-3-2-4 15,-1-4-40-15,0-1-50 0,0-3-57 0,-1 2-67 16,-3-6-95-16,0 1-102 0,0-7-133 16,-3-2-185-16,3-4-25 0,4-2 75 0,0 0-422 15,-15-14-531-15</inkml:trace>
  <inkml:trace contextRef="#ctx0" brushRef="#br0" timeOffset="20195.3">9650 14062 3142 0,'-2'-24'64'0,"4"4"15"0,0 3 26 0,2 0 12 16,-1 3 18-16,7-4 4 0,2 3 3 0,2 1-5 16,6 5-8-16,1 2-9 15,6 4-11-15,1 3-7 0,-2 2-11 0,13 8-11 16,-5 3-10-16,0 4-3 0,1 1-6 16,-3 9-6-16,-5-2-7 0,-6 4-6 0,-6 2-3 15,-5 2-2-15,-5 5-3 0,-5 2-2 16,-5 2-3-16,-2-3-2 0,0-2-3 15,0-4 2-15,1-9 9 0,1-6 17 0,4-2 10 16,1-4 8-16,-4-2-4 0,6 1 15 16,0-1 24-16,2 0 9 0,4 2 4 0,1-2-5 15,8 2-12-15,0 0-12 16,8 5-5-16,4-3-11 0,-3 3-6 0,1-2-1 16,-4 3-17-16,-1-1-4 0,-4 1 7 15,-7-3-7-15,-1 1-1 0,-6-1-3 0,-2 2-5 16,-4 0-2-16,-5 4-7 0,-4 4 5 15,-5 1-4-15,-4-2-22 0,-3-2-4 0,-2-2-17 16,3-4-25-16,1-3-31 0,3-7-47 16,0-2-61-16,2-6-91 0,1-2-108 15,-4-7-131-15,0-11-176 0,6 1-55 0,7-1 74 16,2-1-473-16,6-1-606 16</inkml:trace>
  <inkml:trace contextRef="#ctx0" brushRef="#br0" timeOffset="20630.29">10504 14667 3507 0,'0'0'184'0,"0"0"23"0,0 0 12 0,0 0 10 0,0 0-3 0,0 0-13 0,0 0-21 0,9-22-18 16,-3 10-18-16,4-1-12 0,-1 2-17 15,0-5-14-15,3 1-8 0,-1 1-7 0,-1 0-10 16,-4 3-8-16,-1-3-2 0,-1 1-7 15,-4 1 1-15,0-1-10 0,-2 1-7 16,-3-4-10-16,-3 3 0 0,-4-1-8 16,-1 0-3-16,-1 3-5 0,3 2-7 15,-2 0 0-15,-2 2-6 0,2 4-5 0,-1 3 1 16,14 0-3-16,-27 3-2 0,16 3-2 16,2-1-1-16,2 0 0 0,2 2 12 0,5-7 0 15,2 12 6-15,-2-12 5 0,15 10-1 16,0-3 0-16,8-2 2 0,0 0 13 0,10 2-2 15,-5 0 8-15,-5-2 1 0,1 2 9 16,-2 0-30-16,-1 1 13 0,-3 1 3 0,2 1 4 16,-4 0-7-16,2 1-1 0,-2-1-5 15,-1 2 0-15,-3-1-9 0,2 3-3 16,-3-3-1-16,0-1-12 0,-4 1-48 16,2-1-55-16,-1-2-58 0,-2-1-82 15,1 2-105-15,-3-2-125 0,4-1-154 0,-5 0-192 16,2-4 71-16,-1 4-617 0,-4-6-811 15</inkml:trace>
  <inkml:trace contextRef="#ctx0" brushRef="#br0" timeOffset="21145.1">10993 14682 4042 0,'-3'9'84'0,"3"-9"18"0,-4 9 18 15,4-9 21-15,0 7 23 0,0-7 17 16,0 0 3-16,7 10-7 0,-1-7 2 15,2 0-13-15,-8-3-4 0,20 2-3 16,-20-2 8-16,20-2-39 0,-11-1 8 0,3-2-15 16,-1-3-6-16,-2-1-10 0,3-3-5 15,-2-3-10-15,-3-3-12 0,-1-1-8 0,-2-2-3 16,0-3-7-16,0 1-9 0,-4 4 4 16,-2 1-7-16,2 1 4 0,-2 2 0 15,2 1-5-15,0 6-10 0,0-2-9 0,0 10-2 16,0-8-4-16,0 8-4 0,0 0-1 15,0 0-2-15,-4 25 1 0,6-10-1 16,0 4-5-16,2-2-3 0,-1 5 0 0,7-1 2 16,-3 0-5-16,11 2 2 0,-1-1 0 15,0-6 4-15,-2-3-1 0,0-7 6 16,3 1-7-16,-4-5 4 0,0-1-3 0,3-4 9 16,1-2-7-16,0-7 1 0,5-5-4 15,-2-7 1-15,2-2-2 0,-8-2 12 0,-1-1-10 16,-3-2-2-16,-3-4-1 0,-3 2 7 15,-3 7-4-15,1 6 22 0,-1 2 17 0,-2 7-7 16,0 1-13-16,0 2-5 0,0 8 1 16,0 0 4-16,0 0 0 0,0 0-9 15,-9 42 1-15,9-17 5 0,4 9-11 16,1 2 3-16,0-1-9 0,4-3-8 16,2 0 0-16,1-3 0 0,1-3-39 0,1-9-57 15,-3-2-54-15,0-5-54 0,1-1-53 16,-2-4-82-16,2-3-105 0,-3-2-117 0,4-4-166 15,-1-3-79-15,3-5 95 0,-1-1-601 16,-3-3-769-16</inkml:trace>
  <inkml:trace contextRef="#ctx0" brushRef="#br0" timeOffset="21379.01">11576 13695 3947 0,'-15'-18'122'0,"2"5"38"0,3 4 31 0,1 0 22 0,4 4 6 0,-2 4-15 0,7 1 56 15,0 0 21-15,0 30-7 0,8 4-10 0,9 17-18 16,2 11-19-16,3 1-14 16,5 17-23-16,0 3-24 0,4-3-16 0,-5 3-15 15,1-6-23-15,-4-18-53 0,-6-1-52 16,2-6-64-16,1-4-63 0,-4-5-46 0,-2-8-49 16,-1-8-50-16,-5-4-52 0,0-8-51 15,-3-3-48-15,-3-5-70 0,2-2-98 16,-4-5-130-16,0 0 58 0,0 0-458 0,0 0-584 15</inkml:trace>
  <inkml:trace contextRef="#ctx0" brushRef="#br0" timeOffset="21530.25">11691 14533 3309 0,'-17'-4'107'15,"3"0"47"-15,3 2 49 0,11 2 50 0,-14-4 36 16,14 4 19-16,-9-3 4 0,9 3-22 16,0 0-14-16,0 0-11 0,0 0-26 0,0 0-22 15,27-16-23-15,3 3-104 0,1-1-104 16,5-2-109-16,5-7-137 0,8 1-151 15,0-4-164-15,0-1-183 0,1 2 65 0,0 4-556 16,-5-3-710-16</inkml:trace>
  <inkml:trace contextRef="#ctx0" brushRef="#br0" timeOffset="21878.52">12349 14313 3805 0,'-6'7'153'0,"1"-1"10"0,5-6 22 16,-7 8 25-16,7-8 17 0,0 0 1 15,-2 6-11-15,2-6-9 0,0 0-34 16,0 0-11-16,0 0-16 0,38-10-13 0,-22 4-9 16,-3 0-14-16,1 1-11 0,-3-3-11 15,1 0-1-15,-5 0-11 0,0 0-7 0,-3-3-2 16,-2 1-13-16,-2-4-3 0,-4 1-11 16,-5-4-7-16,-1 7-2 0,-5-1-7 15,-1 6-3-15,-4 5-7 0,-12 10 1 0,-2 2-5 16,-7 11 3-16,1 6 13 0,6 6 18 15,5 4 21-15,6 0 5 0,10-4 3 16,8 1 13-16,2-7 11 0,8-6 4 0,-2 10 5 16,12-2 6-16,5-4-3 0,-2-4-6 15,9-3-7-15,1-4-66 0,5-4-31 16,-1-5 0-16,-1-5 0 0,-5-2 0 0,3-2 0 16,5-5-70-16,-3 2-221 0,-10-2-109 15,2-1-133-15,4-6-165 0,-7 2-176 0,-4 1 82 16,-5 1-750-16,1 2-985 15</inkml:trace>
  <inkml:trace contextRef="#ctx0" brushRef="#br0" timeOffset="22295.43">13410 14059 4527 0,'-4'-6'126'0,"4"0"2"0,0 6 20 0,0 0 57 16,0 0 39-16,-8 35 34 0,6-14 6 0,4 6 3 16,3 13-4-16,-2 2-17 0,7 8-18 15,-5 1-16-15,4-2-18 0,2-10-19 0,-6 1-16 16,2-4-19-16,-1-4-14 0,1-4-105 15,-6-7-41-15,3-4 0 0,-2-5 0 0,0 2 0 16,-2-1 0-16,0-5 0 0,0-1 0 16,0-7 0-16,-6 7 0 0,6-7 0 15,0 0 0-15,-21-20 0 0,12-9 0 0,-1-8 0 16,0-19 0-16,7-11 0 0,1-13 0 16,5-24 0-16,-1-7 0 0,8-3 0 0,3 10 0 15,0 10 0-15,-1 29 0 16,1 11 0-16,-2 19 0 0,5 7 0 0,-3 11 0 15,1 12 0-15,1 5 0 0,0 7 0 16,0 6-226-16,6 11-467 0,-3 5-150 0,-3 6-52 16,0 12 94-16,-5 0-809 0,-8 1-1049 15</inkml:trace>
  <inkml:trace contextRef="#ctx0" brushRef="#br0" timeOffset="23011.25">13269 14470 4874 0,'-11'-2'184'15,"-3"0"36"-15,14 2 47 0,-15-3 58 0,15 3 38 16,-7-4 17-16,7 4-6 16,0 0-18-16,0 0-33 0,22-22-25 0,1 5-71 0,9 0-227 15,13-9 0-15,2 2 0 16,3 0 0-16,-2-1 0 0,1 0 0 0,-8 4 0 16,-7 4 0-16,-3 1 0 0,-12 5 0 15,-1 3 0-15,-5 2 0 0,-4 1 0 0,-1 4 0 16,-8 1 0-16,0 0 0 0,8 8 0 15,-12 2 0-15,-2 4 0 0,-4 5 0 0,-1 8 0 16,2 1 0-16,1-4 0 0,2-3 0 16,2 1 0-16,4-3 0 0,0-2 0 0,4 2 0 15,3-4 0-15,7 0 0 16,1-2 0-16,4-7 0 0,6-2 0 0,-1-4 0 16,1-4 0-16,12-2 0 0,-2-5 0 15,-3-1 0-15,-2 0 0 0,-7 2 0 0,-6 0 0 16,-3 3 0-16,-3-3 0 0,-4-1 0 15,-1 1 0-15,-4 0 0 0,-6-2 0 0,0-4 0 16,-5-4 0-16,-5-7 0 0,-2-2 0 16,-4-3 0-16,6 0 0 0,-4 3 0 0,9 10 0 15,-1 2 0-15,0 5 0 0,7 4 0 16,-3 6-99-16,6 2-207 0,0 0-62 16,0 0-57-16,-9 20-24 0,13-10 2 0,1 0 28 15,4 1 39-15,1-3 45 0,3-1 54 16,3-2 73-16,-3 0 81 0,0-1 87 0,-1-1 85 15,-3-1 84-15,0 0 65 16,-9-2 57-16,12 3 50 0,-12-3 21 0,0 0 15 16,12 3 4-16,-12-3-19 0,0 0-23 15,0 0-17-15,0 0-22 0,0 0-20 0,0 0-24 16,12-12-22-16,-11 7-43 0,1-3-151 16,2-1 0-16,1-3 0 0,-1 0 0 0,4-1 0 15,-2-3 0-15,3 1 0 0,2 3 0 16,0 0 0-16,0 2 0 0,2 1 0 0,0 1 0 15,-2 6 0-15,3 2 0 16,-14 0 0-16,33 6 0 0,-15 2 0 0,11 7 0 16,-1 2 0-16,-3 1 0 0,0 3 0 0,-2-2 0 15,-2 3 0-15,-2-1 0 0,1 1 0 16,-4 1 0-16,0-6 0 0,-5-1 0 16,0-2 0-16,-1 1 0 0,-2-5 0 0,-1 1 0 15,0-1 0-15,4 0-428 0,-8-3-253 16,3 1-212-16,-1-4 26 0,3 1 91 0,0-4-770 15,-8-1-990-15</inkml:trace>
  <inkml:trace contextRef="#ctx0" brushRef="#br0" timeOffset="23362.33">14805 14091 4652 0,'0'0'123'0,"-10"5"10"0,10-5 30 0,0 0 56 0,-6 7 51 0,6-7 11 0,0 0-17 0,8 8-18 15,-8-8-30-15,14 4-18 0,-5-2-21 0,3-2-17 16,-12 0-18-16,24-4-7 0,-10 0-29 16,-5 2-22-16,5-5-29 0,-7 1-30 0,2 0-12 15,1-3-17-15,-6-3-2 0,0 2-12 16,-4-1 0-16,-4-2-6 0,-6-2-11 0,-5 4 2 16,-4-1-1-16,-2 4 10 0,-1 5-7 15,-5 6 2-15,-6 7 19 0,3 5 27 16,-6 11 21-16,5 7 40 0,8 4 27 15,2 2 30-15,8-1 29 0,5 0 12 0,4 1-94 16,2-1-82-16,4 0 0 0,5-4 0 16,0-1 0-16,4-2 0 0,5-4 0 15,0-5 0-15,2-5 0 0,-1-3 0 0,0-4 0 16,4-1 0-16,-4-3 0 0,2-6 0 16,0 0-428-16,2 0-396 0,-1-4-122 0,-6 0 99 15,4 0-903-15,-3 0-1182 0</inkml:trace>
  <inkml:trace contextRef="#ctx0" brushRef="#br0" timeOffset="23728.82">16550 14065 5092 0,'-5'6'38'0,"-1"-1"76"0,6-5 82 0,0 0 67 0,-5 4 48 0,5-4 32 0,0 0 12 0,0 0-8 0,0 0-9 0,0 0-33 0,59-15-26 16,-10 1-69-16,6-3-210 0,8 1 0 15,3-2 0-15,4 1 0 0,-2 0 0 0,2-3 0 16,-1 3-287-16,-2 2-348 0,-2-2-274 16,-4 2 19-16,-8 4 99 0,-17-1-800 0,-9 4-1033 15</inkml:trace>
  <inkml:trace contextRef="#ctx0" brushRef="#br0" timeOffset="23928.77">17400 13671 4488 0,'-11'-3'274'0,"4"-1"32"0,7 4 18 15,-12-6 4-15,12 6-7 0,0 0 21 0,0 0 4 16,-8 25-15-16,10-7-34 0,5 17-26 16,2 1-29-16,0 14-41 0,2 1-81 0,1-1-120 15,-4-7 0-15,-5-2 0 0,5 2 0 16,-7-2 0-16,-2 0 0 0,-5-3 0 15,-1-2 0-15,-5-1 0 0,-7-4 0 16,-6 6-65-16,0-13-287 0,-1-2-117 0,-5-5-155 16,1-5-210-16,5-7-5 0,2-3 97 15,2-4-709-15,0-3-900 0</inkml:trace>
  <inkml:trace contextRef="#ctx0" brushRef="#br0" timeOffset="24461.02">18254 13830 3958 0,'6'-17'-75'16,"2"5"42"-16,-5 2 54 0,3 1 58 16,-1 1 38-16,1 3 36 0,0 0 31 0,2 0 24 15,-8 5 29-15,16-2 32 0,-16 2 21 16,24 7 12-16,-12-2 1 0,0 2 8 0,4 5-8 16,-3 1-5-16,0 1-12 0,1 1-14 15,-5 2-9-15,0 2-28 0,0 0-25 0,-6 3-210 16,-1 0 0-16,-2-1 0 0,0-3 0 15,-2-2 0-15,1 1 0 0,1-2 0 0,-2-5 0 16,2 0 0-16,0-4 0 16,0-6 0-16,0 0 0 0,3-21 0 0,7-11 0 15,5-14 0-15,2-3 0 0,6-3 0 16,4 6 0-16,0 3 0 0,-1 6 0 0,-5 8 0 16,-2 8 0-16,1 7 0 0,-6 5 0 15,6 7 0-15,-4 4 0 0,7 3 0 0,4 9 0 16,4 5 0-16,-3 1 0 0,8 12 0 15,0-6 0-15,0 6 0 0,1-3 0 0,-4-2 0 16,-6-3 0-16,-3-3 0 0,-1 3 0 16,-9-7 0-16,-3 0 0 0,-6-3 0 0,-1-1 0 15,-8 1-599-15,-5 2-399 16,2-5 99-16,-4 1 89 0,-2-4-851 0,1-6-1099 16</inkml:trace>
  <inkml:trace contextRef="#ctx0" brushRef="#br0" timeOffset="24731.46">18904 13208 4720 0,'-2'-24'46'0,"6"4"31"0,0 6 32 15,1 1 37-15,4 2 35 0,4 1 66 0,1-2 18 16,4 12 9-16,-2 0 7 16,9 8-1-16,8 6 4 0,-5 7 2 0,1 11 10 15,-10-3 17-15,-4 3 1 0,-5 6-242 16,-4-2-72-16,-4-2 0 0,0-5 0 0,-2-5 0 15,0-7 0-15,1-2 0 0,-1-1 0 16,2-2 0-16,0-3 0 0,4-1 0 0,4 0 0 16,-1-3 0-16,6-3 0 0,1-2 0 15,5-3 0-15,3-1 0 0,9-6 0 0,3-2 0 16,-3-3 0-16,4 3 0 0,107-65-436 16,-107 55-582-16,-4-2 108 15,-8 2-1072-15,5-10-1399 0</inkml:trace>
  <inkml:trace contextRef="#ctx0" brushRef="#br0" timeOffset="25128.1">18501 12483 5689 0,'-79'29'-95'15,"-11"13"50"-15,-1 19 52 0,-4 16 67 16,-31 47 58-16,-1 19 56 0,6 22 36 0,14 13 39 15,18 11 21-15,17 4 26 0,24 1 16 16,28-42 3-16,27 1 1 0,31 35-155 16,26-24-175-16,33-15 0 0,35-21 0 15,24-22 0-15,27-21 0 0,15-22 0 0,12-17 0 16,3-21 0-16,-39-17 0 0,1-12 0 16,46-25 0-16,-17-13 0 0,-21-15 0 0,-19-11 0 15,-46 6 0-15,15-38 0 0,-43 15 0 16,-14-16 0-16,9-44 0 0,-35 23 0 0,0-49 0 15,-16-13 0-15,-14 34 0 0,-15-13 0 16,-12-49 0-16,-14 9 0 0,-21 8 0 0,-19 15 0 16,-12 24 0-16,5 55 0 0,-14 19 0 15,-14 21 0-15,-8 23 0 0,-12 26 0 16,-15 23 0-16,-7 25 0 0,-47 30 0 0,8 12 0 16,8 9 0-16,24 2 0 0,45-14 0 15,15 5-287-15,12-3-432 0,15 0-246 16,19-7 99-16,14-15 98 0,8-3-792 15,14-11-1002-15</inkml:trace>
  <inkml:trace contextRef="#ctx0" brushRef="#br0" timeOffset="25561.58">21166 13827 4667 0,'-13'3'133'0,"5"-1"59"0,-4 0 73 0,12-2 73 0,0 0 43 0,-12 2 52 0,12-2 27 0,0 0-14 15,0 0-13-15,0 0-18 0,64-25-387 0,5 8-28 16,31-12 0-16,15-2 0 0,12-2 0 15,7-4 0-15,5-1 0 0,4 2 0 0,4 0 0 16,-8-1 0-16,-6 2 0 0,-7 0 0 16,-8 4-506-16,-10-8-471 0,-24 2 60 0,-24 9 104 15,-10-1-880-15,-16 0-1128 16</inkml:trace>
  <inkml:trace contextRef="#ctx0" brushRef="#br0" timeOffset="25794.19">22597 13098 4949 0,'-8'2'5'16,"8"-2"49"-16,0 8 48 0,0-8 51 16,24 21 33-16,0 0 35 0,14 9 10 0,4 3 6 15,6 7-5-15,9 11-15 0,1 3-15 16,-3-2-15-16,-15-7-16 0,-2 1-12 16,-6-1-4-16,-7-3-6 0,-8 3-8 0,-9-7-3 15,-6 1-12-15,-10 1-11 0,-8 4-54 16,-7 2-61-16,-5-1 0 0,-8-4 0 0,-2-1 0 15,-6-6 0-15,-4-4-120 0,-2-5-196 16,2-4-149-16,-6-8-204 0,12-9-224 16,2-4 72-16,2-7 97 0,4-8-699 15,3-1-873-15</inkml:trace>
  <inkml:trace contextRef="#ctx0" brushRef="#br0" timeOffset="26627.47">25090 13515 4310 0,'-14'-10'222'0,"3"3"26"0,-1-3 33 0,1-2 43 0,4 4 26 0,-2-1 14 0,2 1 8 16,2-6 5-16,-3 3-12 0,6-3-41 15,4 1-35-15,2-3-18 0,7-2-177 0,7 5-94 16,8 1 0-16,10 3 0 0,4 9 0 16,3 3 0-16,2 6 0 0,8 6 0 0,1 4 0 15,-5 5 0-15,-3 3 0 16,-6 4 0-16,-2 1 0 0,-10 0 0 0,-3 4 0 0,-9-7 0 15,-7 2 0-15,-3-4 0 0,-6-5 0 16,0-3 0-16,-4-2 0 0,2 0 0 0,0-4 0 16,1-1 0-16,1 1 0 0,0-5 0 15,0-1 0-15,0-7 0 0,0 0 0 16,0 0 0-16,3-28 0 0,8-23 0 16,9-11 0-16,8-25 0 0,5-4 0 0,6 5 0 15,8 7 0-15,-6 14 0 0,-7 19 0 16,2 6 0-16,-2 11 0 0,-8 13 0 0,-1 11 0 15,-2 5 0-15,5 12 0 0,5 8 0 16,-1 10 0-16,-2 8 0 0,-1 3 0 0,-2 4 0 16,-2-1 0-16,-3 4 0 0,1-1 0 15,-2-2 0-15,1 1 0 0,-8-12 0 16,-3-4 0-16,1-2 0 0,-2-6 0 16,-3-5 0-16,-2-3 0 0,0 0 0 0,-5-3 0 15,0 1 0-15,-2-4-630 0,-1-2-365 16,-6-3 101-16,9-3-1035 0,0 0-1350 0</inkml:trace>
  <inkml:trace contextRef="#ctx0" brushRef="#br0" timeOffset="26877.23">26362 12498 5737 0,'-3'-12'122'0,"-1"2"43"0,0 1 33 0,2 4 20 0,2 5 12 0,0 0-5 16,0 0 51-16,0 0 40 0,27 42 3 15,0 5-10-15,0 10-233 0,9 18-76 16,-2 9 0-16,-2 2 0 0,-1-5 0 0,-2 2 0 16,-1-2 0-16,1-3 0 0,-4-15 0 15,0-2 0-15,-1-3 0 0,1-2 0 0,-2-4 0 16,0-7 0-16,-5-4 0 0,0-13 0 16,-3-3 0-16,-1-7 0 0,-2-8-115 0,0-5-426 15,0-3-81-15,0-6-92 0,6-7-113 16,5-14 50-16,6-9-786 0,-7-10-1005 15</inkml:trace>
  <inkml:trace contextRef="#ctx0" brushRef="#br0" timeOffset="27160.06">27137 13104 4274 0,'1'-21'0'0,"1"5"64"0,-2 7 47 0,0 6 49 0,0 3 51 15,0 0 91-15,0 0 45 16,-23 29 35-16,16-9 15 0,-2 11 11 0,-3 0-2 16,2 4-10-16,7 3-14 0,1-2-33 15,0-6-347-15,4-2-2 0,1 6 0 0,7-2 0 16,-2-9 0-16,1-4 0 0,6-3 0 15,1-3 0-15,5-4 0 0,-1-4 0 0,3-3 0 16,2-4 0-16,2-3 0 0,5-6 0 16,-1 0 0-16,-1-5 0 0,-5-1 0 0,-1-3 0 15,-2 0 0-15,-7-4 0 16,0 0 0-16,-7-7 0 0,-7 4 0 0,-6-9 0 16,-4-1 0-16,-11-9 0 0,4 15 0 15,-2 3 0-15,-3 3 0 0,6 8 0 0,-3 7 0 16,4 5 0-16,-8 8 0 0,-8 9-154 15,-2 5-256-15,-6 9-122 0,-2 6-158 0,5 3-185 16,4-4 81-16,15-5 87 0,7-7-663 16,9-9-825-16</inkml:trace>
  <inkml:trace contextRef="#ctx0" brushRef="#br0" timeOffset="27595.83">27375 13058 3693 0,'15'-22'117'0,"-5"5"88"15,-5 2 56-15,1 3 57 0,-1 2 34 16,-1-1 20-16,0 3 5 0,1 1-3 0,-4 2-24 15,-1 5-27-15,0 0-1 16,0 0-15-16,15 18 1 0,-9 6-14 0,-3 12-76 16,6 6-218-16,-2 11 0 0,6-1 0 15,1 6 0-15,4 0 0 0,7 2 0 16,6-4 0-16,-3 0 0 0,5-3 0 0,-1-2 0 16,-1-7 0-16,-5-4 0 0,-3-5 0 0,-3-8 0 15,-9-8 0-15,-4-5 0 0,1-2 0 16,-4-2 0-16,0-3 0 0,0 1 0 0,-2-1 0 15,-2-2 0-15,0-5 0 0,0 9 0 16,0-9 0-16,-16 3 0 0,16-3 0 0,-26-8 0 16,1-10 0-16,2-2 0 0,0-9 0 15,4-3 0-15,0-7 0 0,3 6 0 16,5 6 0-16,6 5 0 0,-1 5 0 0,1 5 0 16,2 1 0-16,-1 3 0 0,0-1 0 15,1 3 0-15,1-2 0 0,-4 4 0 16,5-1 0-16,1 5 0 0,-2-9 0 0,2 9 0 15,3-12 0-15,1 5 0 0,0-1 0 16,1-1 0-16,4 1 0 0,-6 2 0 0,5-2-16 16,-5 5-264-16,5-1-32 0,-5-1-39 15,-3 5-42-15,7-7-41 0,-3 1-25 16,-4 6-40-16,0 0-28 0,-2-8-31 0,2 8-15 16,-7-7 37-16,7 7-571 0,-5-10-575 15</inkml:trace>
  <inkml:trace contextRef="#ctx0" brushRef="#br0" timeOffset="27844.07">27619 13352 2981 0,'-6'-9'-12'16,"3"0"64"-16,0 4 47 0,3 5 43 0,-6-8 40 15,4 4 22-15,2 4 21 0,0 0 32 16,0 0 20-16,0 0 41 0,8 31 20 0,2 4-3 16,3 15-5-16,-1 8-11 0,-1 9-23 15,0 4-19-15,-1 22-25 0,0 14-14 0,-1-1-3 16,3 4 6-16,-3 3-9 0,4-3-8 16,-3-4-75-16,-3-3-149 0,-5-22 0 0,-4-1 0 15,-1-3 0-15,-9-5 0 0,-3-4 0 16,-3-4 0-16,-4-7 0 0,-3-11 0 0,0-3 0 15,-1-8 0-15,-1-10 0 16,-2-5 0-16,-3-7 0 0,-4-7 0 0,3-8 0 16,-4-9 0-16,-10-14 0 0,8-15 0 15,-6-26 0-15,7-14 0 0,13-13 0 0,11-12 0 16,8-1 0-16,6 2-531 0,11 2-250 16,12 5-131-16,8 7 75 0,5 5-908 0,14 7-1176 15</inkml:trace>
  <inkml:trace contextRef="#ctx0" brushRef="#br0" timeOffset="28178.4">28091 13416 5052 0,'0'0'149'0,"0"0"45"15,-11 23 53-15,5-15 38 16,1 4 36-16,-4 3 32 0,4-1 27 0,-3-1 14 16,1-1-14-16,2 0-26 0,0-3-272 15,1-1-82-15,2-1 0 0,2-7 0 0,-1 10 0 16,1-10 0-16,0 0 0 0,0 0 0 15,0 0 0-15,37-19 0 0,-15-4 0 0,-1-3 0 16,-3-3 0-16,4 0 0 0,-3 0 0 16,-6 2 0-16,1 8 0 0,-7 7 0 15,1 0 0-15,-5 4 0 0,3 1 0 16,0 4 0-16,-6 3 0 0,0 0 0 0,22 5 0 16,-9 3 0-16,-1-1 0 0,0 3 0 15,3-4 0-15,1 0 0 0,-3 1 0 0,3-1 0 16,-2-2 0-16,4-2 0 0,-5 0 0 15,0-2 0-15,2-2 0 0,-2 2 0 0,-1-2 0 16,-4-1 0-16,-8 3-345 0,0 0-639 16,0 0 65-16,0 0 86 0,5 9-905 0,-5-9-1170 15</inkml:trace>
  <inkml:trace contextRef="#ctx0" brushRef="#br0" timeOffset="31646.77">17307 16264 5321 0,'-6'-10'204'0,"3"4"-102"0,-3 2-50 0,6 4-3 0,0 0 56 0,-6 31 55 0,0 6 9 15,4 9-17-15,0 10-21 0,4 1-11 16,4 1-16-16,-3 2-6 0,8-2-16 16,-2-1-8-16,5 1-7 0,-1-1-11 0,0-4-40 15,0-1-63-15,-3-4-68 0,2-9-82 16,-5-2-77-16,0-2-83 0,3-2-77 15,-4-9-113-15,0-8-198 0,-3-3 39 0,1-6 64 16,0 0-378-16,-1-7-494 0</inkml:trace>
  <inkml:trace contextRef="#ctx0" brushRef="#br0" timeOffset="31814.16">17429 16963 3175 0,'-4'-22'227'0,"4"3"42"0,2 0 37 0,2-3 30 15,6-10 13-15,-1-3 10 0,6-10-4 16,6 0-24-16,4 1-31 0,2-2-32 0,-2-2-30 15,2 2-52-15,-2 1-84 16,-1-2-110-16,-1 6-107 0,-9 11-110 0,0 2-103 16,-3 9-109-16,-3 7-129 0,-8 4-203 15,-4 5 70-15,4 3 69 0,0 0-399 0,-32 18-502 16</inkml:trace>
  <inkml:trace contextRef="#ctx0" brushRef="#br0" timeOffset="31993.59">17493 16757 3102 0,'11'12'142'0,"-4"3"61"0,4-3 46 16,1 3 42-16,3-2 37 16,2 0 9-16,7 4-26 0,1 1-25 0,2-3-33 15,0-1-23-15,2 0-28 0,-4-5-64 16,-7 1-107-16,5-3-109 0,-2-2-130 16,4 0-141-16,-4-3-196 0,0-4-212 0,2 2 66 15,4-3 65-15,5-4-343 0,0-2-447 16</inkml:trace>
  <inkml:trace contextRef="#ctx0" brushRef="#br0" timeOffset="32344.81">18246 16511 2992 0,'0'0'141'0,"0"0"16"0,0 0 29 15,0 0 23-15,11 34 13 0,0-19 3 16,-4 4 1-16,2 0-18 0,0-1-10 15,-4 3-12-15,4 0-11 0,-1 1-19 0,-5 0-13 16,0 0-14-16,-3-1-9 0,0-1-11 16,-3 3-11-16,-4-3-9 0,-6 9-9 15,1-10-21-15,-3-5-27 0,0 0-23 0,-4-3-25 16,2-7-21-16,0-5-25 16,-4-8-19-16,-10-10-11 0,1-14 3 0,5-8 11 15,2-3 11-15,12 7 22 0,1 0 21 0,9 10 8 16,2 6 9-16,5 6 10 0,3 3 13 15,5 4 13-15,3 8 17 0,4 0 1 16,4 3-1-16,7 6-8 0,4 0 0 16,0 5-4-16,-2 0-3 0,1 0-2 0,2 0-8 15,-5-1-19-15,-2-3-31 0,1 2-38 16,-2 2-65-16,-7-7-70 0,-7 1-79 0,2-2-98 16,-1 0-147-16,-5-2-169 0,-1-1 68 15,-1 1-386-15,0-2-487 0</inkml:trace>
  <inkml:trace contextRef="#ctx0" brushRef="#br0" timeOffset="32775.87">18707 15883 3250 0,'-5'-7'293'15,"-1"1"-24"-15,6 6-16 0,0 0 47 16,0 0 34-16,11 55 17 0,0-17-14 0,0 14-24 15,3 5-28-15,2 2-28 0,2 1-29 16,-2 3-22-16,4-2-19 0,-4-1-19 0,6-5-15 16,-3-3-13-16,-2-3-17 0,0-8-13 15,-6-8-9-15,0-4-15 0,0-9-3 16,-8-2-7-16,3-5-8 0,-3-3-4 16,-1-1-3-16,2-2-4 0,-1-3-24 0,-3-4-28 15,0 0-21-15,0 0-27 0,0 0-23 16,-12-27-1-16,4 9-8 0,-7-8 1 15,0-5 8-15,-5 1 8 0,0 5 2 0,1 4 9 16,1 8 2-16,3 6 11 0,0 7 16 16,-4 7 20-16,-6 6 24 0,2 12 34 0,5 4 13 15,-5 9 19-15,11-2 17 0,2 1 19 16,1 1 11-16,7 3-103 0,2-3-36 0,6-3 0 16,-1 0 0-16,6-6 0 0,3-1 0 15,1-4 0-15,-1-8 0 0,-1-5 0 16,1-2 0-16,1-4 0 0,-2-3 0 15,4-2-369-15,4-6-285 0,1-2-228 0,3-9-12 16,2 0 98-16,2-5-767 0,-2 1-1006 16</inkml:trace>
  <inkml:trace contextRef="#ctx0" brushRef="#br0" timeOffset="33375.97">19215 16519 4655 0,'-20'0'113'0,"20"0"44"0,0 0 28 0,0 0 12 0,0 0 24 0,0 0 4 16,0 0-1-16,0 0-18 0,0 0-16 0,0 0-16 15,0 0-16-15,37-6-22 16,-26 4-6-16,-2-1-11 0,4-3-11 0,-6 0-14 16,0 1-3-16,2 0 6 0,-9 5 14 15,11-7 20-15,-8 5 14 0,-3 2 9 0,6-10-3 16,-6 10-132-16,0-8-19 0,0 8 0 15,-6-11 0-15,6 11 0 0,-14-4 0 0,14 4 0 16,-16 3 0-16,16-3 0 0,-27 12 0 16,11-2 0-16,3 3 0 0,2 3 0 0,1 1 0 15,5-3 0-15,-3 2 0 16,6-1 0-16,4-3 0 0,0 2 0 0,5-5 0 16,7 1 0-16,-1-5 0 0,5-3 0 0,-2-6 0 15,9-3 0-15,6-7 0 16,1-3 0-16,-1-4 0 0,-4-1 0 0,-3 1 0 15,0 1 0-15,-8 7 0 0,-2 1 0 16,-3 1 0-16,-2 3 0 0,2 2 0 0,-4-2 0 16,-2 6 0-16,-5 2 0 0,0 0 0 15,20 10 0-15,-15-1 0 0,-1 1 0 0,2 0 0 16,-3 4 0-16,3-3 0 0,-1-3 0 16,-4 2 0-16,5 1 0 0,-2-3 0 0,-3 0 0 15,-1-8 0-15,8 10 0 16,-6-7 0-16,-2-3 0 0,0 0 0 0,0 0 0 15,28-11 0-15,-16 1 0 0,-1 3 0 0,0-2 0 16,2 2 0-16,-4-1 0 0,-2 2 0 16,3 0 0-16,1 3 0 0,-3 1 0 15,-8 2 0-15,17-5 0 0,-17 5 0 0,19 3 0 16,-19-3 0-16,19 4 0 0,-11-1 0 16,2-1 0-16,-3 0 0 0,-7-2 0 0,13 6 0 15,-5-5 0-15,-8-1-259 0,13 1-417 16,-13-1-159-16,13-5-68 0,-4-2 89 0,-6 2-786 15,3-9-1040-15</inkml:trace>
  <inkml:trace contextRef="#ctx0" brushRef="#br0" timeOffset="33579.41">19834 15756 4242 0,'0'-19'87'0,"-2"6"74"0,2 1 56 0,-2 2 38 0,0 6 28 0,2 4 44 15,0 0 30-15,14-3 16 0,-14 3-13 0,18 14-14 16,-6 4-22-16,5 8-28 0,-1 5-26 15,-2 4-29-15,0 1-189 0,-3 3-52 0,0-2 0 16,0 1 0-16,-2-4 0 0,-4-1 0 16,-1-6 0-16,-2-5 0 0,0 0-42 15,1-1-313-15,-6-2-94 0,1-4-101 16,-2-3-147-16,2-5-172 0,4-4 84 0,-2-3-726 16,0 0-958-16</inkml:trace>
  <inkml:trace contextRef="#ctx0" brushRef="#br0" timeOffset="33892.89">20459 15656 3954 0,'-2'-4'36'16,"2"4"46"-16,0 0 34 0,0 0 41 15,0 0 34-15,-27 17 45 0,14 0 50 16,-4 9 28-16,-1 3 5 0,0 12-2 0,2-7-3 16,3 3-9-16,6 0-23 15,-2-2-20-15,8-6-25 0,2-4-23 0,1-3-18 16,10 7-17-16,-1-1-17 0,3-3-130 0,5 1-32 15,-2 1 0-15,5-1 0 0,-4 2 0 16,3 2 0-16,-2 2 0 0,0 7 0 16,-3-5 0-16,-7-1 0 0,-1 1 0 0,-7 0 0 15,-1-5 0-15,-3 4 0 0,-7-1 0 16,-2-4 0-16,-2 2 0 0,-2-5 0 0,1-6 0 16,-1-4 0-16,2-1 0 0,-6-4 0 15,4-1 0-15,0-4 0 0,-1-2 0 0,3-4 0 16,-6-6 0-16,3-2 0 15,-33-44-761-15,35 28-236 0,8 4 100 16,0 7-986-16,9 3-1306 0</inkml:trace>
  <inkml:trace contextRef="#ctx0" brushRef="#br0" timeOffset="34092.08">21639 16277 5852 0,'-9'6'391'0,"-2"-6"45"0,11 0 26 16,-13 4-22-16,13-4-34 0,0 0-202 0,0 0-204 16,0 0 0-16,42 4 0 0,1-12 0 15,11-3 0-15,7-7 0 0,-4 4 0 0,-1-3 0 16,-3-4-354-16,-4-2-504 16,-1 3-98-16,-4-1 101 0,-9 6-903 0,-7-1-1188 15</inkml:trace>
  <inkml:trace contextRef="#ctx0" brushRef="#br0" timeOffset="34358.92">21972 15847 5050 0,'-7'-2'103'0,"0"0"88"16,7 2 100-16,0 0 42 0,0 0 46 0,27 22 44 16,-4-6 15-16,2 6-15 15,8 9-30-15,-1 5-226 0,-2 2-167 0,1-1 0 16,-2 3 0-16,-5 1 0 0,-1 0 0 15,-6 3 0-15,-4-7 0 0,-5-2 0 0,0 6 0 16,-6-6 0-16,-4 1 0 0,-4 0 0 16,-6-2 0-16,-1-3 0 0,-6-2 0 0,-3 0 0 15,-5-5 0-15,0-3 0 0,-5-2 0 16,-4-3 0-16,4-4 0 0,-5-2 0 0,8-5-55 16,5-3-967-16,1 0 54 0,2-2 102 15,1-2-930-15,2 2-1224 0</inkml:trace>
  <inkml:trace contextRef="#ctx0" brushRef="#br0" timeOffset="35309.66">23868 16327 4748 0,'-17'-5'-60'0,"7"1"73"0,10 4 67 0,-15-6 64 0,10 2 53 16,-3-1 57-16,0-3 27 0,3 0 13 0,-5-2 9 15,5-3 1-15,0-1-15 0,3 1-6 16,4-5-25-16,3-1-17 0,6-7-30 15,6 0-18-15,6 6-35 0,5 1-158 0,6 7 0 16,7 2 0-16,3 6 0 0,-1 4 0 16,-1 4 0-16,2 3 0 0,-3 5 0 0,-4 3 0 15,-4 0 0-15,-5 4 0 0,-4 5 0 16,-6-3 0-16,-4 4 0 0,-7-2 0 0,-1-5 0 16,-6-1 0-16,0 1 0 15,-2-1 0-15,0-3 0 0,-2-2 0 0,3 0 0 16,-1-3 0-16,2-1 0 0,0-8 0 15,-4 5 0-15,4-5 0 0,0 0 0 0,9-37 0 16,6 1 0-16,6-9 0 0,4-2 0 16,4 3 0-16,1 1 0 0,1 5 0 0,-1 4 0 15,-5 10 0-15,2 6 0 0,-7 4 0 16,2 7 0-16,-7 5 0 0,2 6 0 0,1 4 0 16,-4 3 0-16,9 9 0 0,-3 2 0 15,-5 6 0-15,0-1 0 0,0 2 0 16,1 0 0-16,-3 0 0 0,0 0 0 15,-1-8 0-15,-5-1 0 0,-1-3 0 0,1-2 0 16,-2-3-66-16,-2 0-502 0,-1-4-117 16,-4 3-145-16,0-3-28 0,1-3 88 0,-4-1-731 15,5-4-948-15</inkml:trace>
  <inkml:trace contextRef="#ctx0" brushRef="#br0" timeOffset="35658.5">24000 15433 4301 0,'-67'50'92'0,"-7"17"62"0,-5 14 60 0,3 13 86 0,-19 47 63 0,11 11 40 0,16 3 38 16,25-30 18-16,17 3 15 0,13 0-15 16,18 1-26-16,20-4-335 0,23-9-98 0,19-9 0 15,14-15 0-15,17-10 0 0,12-17 0 16,10-16 0-16,6-18 0 0,2-16 0 0,0-15 0 15,-7-15 0-15,-11-14 0 0,-6-8 0 16,-11-11 0-16,-9-9 0 0,-6-4 0 16,-9-13 0-16,-13-4 0 0,-6-4 0 0,-12-8 0 15,-13-10 0-15,-9-5 0 0,-16-7 0 16,-12 0 0-16,-13 1 0 0,-11 2 0 16,-9 2 0-16,-18 6 0 0,-16 5 0 15,-7 13 0-15,-11 18 0 0,-3 13 0 0,-9 26 0 16,-4 16 0-16,-2 22 0 0,-4 15-371 15,-1 15-237-15,-2 6-187 0,6 13-104 0,5 5 95 16,-1 4-799-16,-27 21-1044 0</inkml:trace>
  <inkml:trace contextRef="#ctx0" brushRef="#br0" timeOffset="36134.12">12689 18738 4473 0,'8'31'229'0,"2"2"-32"0,7 21-78 0,2 5-46 0,6 23-22 0</inkml:trace>
  <inkml:trace contextRef="#ctx0" brushRef="#br0" timeOffset="36392.73">12533 18560 2490 0,'-9'-44'127'0,"1"12"58"0,4 6-5 15,4 6 6-15,7 2 10 0,5 3 15 16,13-2 14-16,10 7 14 0,4 5-3 0,11 8-17 16,15 9-17-16,19 19-17 0,-3 6-17 15,-8 9-17-15,-8 0-15 0,-20 0-1 16,1 17 16-16,-17-7 9 0,-11 8-7 0,-2 2 11 15,-5 0-8-15,-9 1-12 0,-4 1-22 16</inkml:trace>
  <inkml:trace contextRef="#ctx0" brushRef="#br0" timeOffset="37191.93">13461 18105 3183 0,'21'12'175'0,"0"8"26"16,4 18 20-16,-1 6 20 16,-1 10 15-16,-1 5 4 0,-6 2 6 0,-2-1 2 15,-5-2-35-15,2 1-1 0,-6-3-27 16,3 1-18-16,-7-13-19 0,3-1-15 15,0-3-7-15,-2-9-21 0,-1-6-34 0,1-8-42 16,1-3-42-16,-1-2-31 0,0-3-28 16,-2-9-27-16,0 0-22 0,0 0-31 0,7-33-23 15,-9-7-26-15,0-6-9 0,-5-17 6 16,1-4 4-16,-5-1 23 0,-5 4 19 16,5 7 13-16,1 18 19 0,3 3 30 0,-1 12 26 15,2 7 39-15,4 8 34 16,1 8 35-16,1 1 24 0,0 0 18 0,0 34 13 0,5-2 4 15,2 3 3-15,4 0-8 16,2 2-4-16,0-4-6 0,2 1-3 0,5-5-12 16,-6-4-12-16,4-1-6 0,-1-10-9 15,-4-2-1-15,-2-3-10 0,3-6-3 16,-3-1-9-16,-11-2-8 0,29-15-14 0,-8-5-19 16,-4-8-18-16,-1-5-13 15,-5-6-7-15,-2-9-3 0,-1-5 7 0,-6 8 3 16,2 5 3-16,0 6 8 0,-3 7 1 0,-1 7 4 15,2 4 12-15,-2 3 14 16,2 6 26-16,-2 7 32 0,0 0 22 0,0 0 4 0,21 21 1 16,-10-4-9-16,5 9-3 15,3 2-4-15,-2-1-4 0,4-1-5 0,2-1-15 16,0-2-4-16,-2-5-3 0,-1-5-7 16,0-3-5-16,-3-7 0 0,-4-3-8 15,5-2-10-15,0-5-17 0,0-5-10 0,3-8-11 16,-3-8-5-16,-4-1 1 0,-3-6 5 15,-1-3 1-15,-7-3 0 0,0-6 4 0,-3-1 3 16,0 4 8-16,-3 4 1 0,3 10 5 16,0 7 1-16,0 5 6 0,-2 4 6 15,4 5 2-15,1 3 9 0,-3 6 12 0,0 0 6 16,0 0-1-16,28 15-5 16,-12-7-5-16,-2 3-1 0,11 4-8 0,0 0 4 15,4-2-11-15,-1-2-8 0,5-2-43 16,-6-2-36-16,-2-4-41 0,-5-1-31 0,-1-2-22 15,3 0-16-15,-4 0-15 0,0-2-22 16,-6 1-20-16,1 1-24 0,-2-2-32 0,-11 2-48 16,15-4-69-16,-7 3-125 0,-8 1-113 15,7-6 47-15,-7 6-308 0,0 0-393 16</inkml:trace>
  <inkml:trace contextRef="#ctx0" brushRef="#br0" timeOffset="37391.81">14673 17994 2665 0,'-17'10'63'0,"5"-2"-4"0,5 0-16 0,1-5-35 0,6-3-44 0,0 0-38 0,0 0-47 0,0 0-83 15,58-13-142-15,-28-2-117 0,4 1-79 0,13-5-46 16</inkml:trace>
  <inkml:trace contextRef="#ctx0" brushRef="#br0" timeOffset="38342.71">23455 17002 1920 0,'-41'31'372'0,"5"-9"15"16,11-4 9-16,-1-3 8 0,7-3 24 0,3-4 7 0,5-2-9 0,4 0-20 15,7-6-31-15,0 0-32 0,38-12-35 16,27-11-28-16,35-17-30 0,18-11-29 0,47-25-58 16,-3-5-72-16,-16-4-112 0,-35 18-115 15,-12 0-103-15,-9 5-78 0,-16 8-42 16,-10 7-18-16,-25 16 24 0,-17 11 41 0,-10 6 60 16,-12 7 56-16,-10 4 62 15,10 3 54-15,-74 19 46 0,-15 10 45 0,-12 8 34 16,-14 6 39-16,-10 5 36 0,-3 4 28 15,4 1 16-15,10 2-5 0,9-4-3 0,15 2-7 16,14-9-4-16,28-13-5 0,14 1 6 16,17-11-20-16,15-8-11 0,10-1-3 0,12-5-35 15,26-1-42-15,28-8-43 0,32-10-56 16,10-11-55-16,8-4-48 0,-6-4-15 0,-2 2 11 16,-15 2 18-16,-32 8 22 15,-16 5 72-15,-13 3 76 0,-11 4 83 0,-14 4 92 16,-5 1 77-16,-10 2 37 0,0 0 15 15,0 0-14-15,-67 25-16 0,19-9-24 16,1 1-27-16,8-5-30 0,7-1-34 0,7-5-50 16,4 2-54-16,8-1-69 0,1-2-102 15,3 2-118-15,5-1-100 0,0 0-111 0,4-6-126 16,4 8-152-16,-4-8-120 0,13 4 67 16,-13-4-691-16,25 0-900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D4160-A831-13A3-F98D-CA56A01475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1B6E67-4ED4-325D-0B77-1D0CCD67EE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B77FD1-E7D9-F2AA-A018-AB7225BF8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9/20/2025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69E2BB-F51F-9F11-5F3A-BF031C242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DFD587-2983-773A-9076-62C9A1F3A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4964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AC482-33E5-7551-CF34-F2369A2E8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EABEC8-EA17-FB07-09A2-10A46F0ADE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43603B-D0EC-CFDB-075F-BDD89B9EF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8B8C70-B100-8826-DE08-AC0A48E35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1227BE-4D1D-C5FD-0287-BD09A7426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94248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F3874-A132-C147-FE04-0DB820352B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FD521F-AB16-E7AC-0DCB-E20BA90DEF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49675C-F0E8-7F97-5569-8C77F5B85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42B0F8-D415-BFDD-8143-C7DA5AAB8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3FC38F-E0AE-C59C-E3E9-D9F2C88D8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31536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3B71E-5B23-46C1-4DD2-368D4791F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6A4077-C9D9-CB3F-5CFD-097AFE0F4D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CBC54A-BA25-D553-7F35-6C76327D36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44E35B-8FB4-FE6E-8E3B-6DB01DFE0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62D637-B64D-0B71-E121-F43CED78C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D6FA3A-6BBC-A1B2-3A39-22A7E3CA1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54155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236A4-76CA-5958-0469-F71D257A0B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0B9E4A-A0B1-BF20-5784-B36C68A122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219D47-D566-E65D-A4FD-823C3FB69D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1EA1CA-FC11-D865-83AF-1B3B781D4F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4D2046-96FF-DB0C-7361-F518E49D70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D598822-7764-92E0-8627-39A978AD9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25CDC5-1E08-B25B-286F-920F24F5C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8C3A1DE-638F-2354-ADEF-9E16D1F3D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19613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0F58B-7733-91CB-5F2E-6A293B87A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77EE8B-533C-04CD-833A-C76C79B6B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2AD946-AC69-FD3F-54A1-526479CB6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12FB49-9319-798D-955F-9FE6C8258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10550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0B8AC8-1E71-6B42-051E-B72C3A400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380300-83BF-32AC-2A89-A0C0089CF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63DB06-D25D-D5CE-2284-EE2B6ECC4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56081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443B1-FC57-3267-74C0-4326D8C8D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13A9A9-E1FB-BA8F-5375-8273741749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0D2490-EE11-F1E8-9B44-06429A196C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D3B7F2-4FF2-3217-4C5B-D759EB806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AF9F02-97D4-33BD-ED1B-B315A482F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17AA60-932F-8E34-FE0F-FA513CC60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85960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B12E7-2DF5-6D91-ACFB-CCB38D2E6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F43B560-074A-5557-702B-42D2D1D1C3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00DB99-CFE1-E46E-78CE-F98E7D4E68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647956-3DB8-0C6A-7351-9C136CB4B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37CEED-781F-747D-F0AC-C01EBFEB8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D4B60E-C28A-E092-05AC-55074FE2F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3413138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86AF0-DB33-5693-1549-ED111B6F0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B113C9-EFE9-4F0E-165C-416A22C07B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1243A4-4DA4-D6B1-C02A-DEA93C98C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8C290A-2546-AE04-A07F-78DAE2275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E04EAD-C91E-E8BD-8404-85B96E6A6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84195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43B330-843E-312A-3BAC-E7CE5DE3FE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257D3A-DBBE-26CC-1A4A-FA307D53B5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B55140-151A-83A0-414A-32100D821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A1940A-B8DD-D050-44A9-8A940BFF7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B8467E-AC6D-EFAB-630C-FD153527F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27826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4FBA5D-C013-A12C-8A24-ED9748BA0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7459A4-52AB-D3AF-3EB2-BCFD4A9471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72DA92-C26C-4C88-803A-F4E4A782CA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798E78-8985-A9C5-3529-44DFFE3C7A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5CCB7B-953B-EA87-B8E2-2A9EE466CB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66685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64.png"/><Relationship Id="rId21" Type="http://schemas.openxmlformats.org/officeDocument/2006/relationships/image" Target="../media/image16.png"/><Relationship Id="rId42" Type="http://schemas.openxmlformats.org/officeDocument/2006/relationships/customXml" Target="../ink/ink21.xml"/><Relationship Id="rId63" Type="http://schemas.openxmlformats.org/officeDocument/2006/relationships/image" Target="../media/image37.png"/><Relationship Id="rId84" Type="http://schemas.openxmlformats.org/officeDocument/2006/relationships/customXml" Target="../ink/ink42.xml"/><Relationship Id="rId16" Type="http://schemas.openxmlformats.org/officeDocument/2006/relationships/customXml" Target="../ink/ink8.xml"/><Relationship Id="rId107" Type="http://schemas.openxmlformats.org/officeDocument/2006/relationships/image" Target="../media/image59.png"/><Relationship Id="rId11" Type="http://schemas.openxmlformats.org/officeDocument/2006/relationships/image" Target="../media/image11.png"/><Relationship Id="rId32" Type="http://schemas.openxmlformats.org/officeDocument/2006/relationships/customXml" Target="../ink/ink16.xml"/><Relationship Id="rId37" Type="http://schemas.openxmlformats.org/officeDocument/2006/relationships/image" Target="../media/image24.png"/><Relationship Id="rId53" Type="http://schemas.openxmlformats.org/officeDocument/2006/relationships/image" Target="../media/image32.png"/><Relationship Id="rId58" Type="http://schemas.openxmlformats.org/officeDocument/2006/relationships/customXml" Target="../ink/ink29.xml"/><Relationship Id="rId74" Type="http://schemas.openxmlformats.org/officeDocument/2006/relationships/customXml" Target="../ink/ink37.xml"/><Relationship Id="rId79" Type="http://schemas.openxmlformats.org/officeDocument/2006/relationships/image" Target="../media/image45.png"/><Relationship Id="rId102" Type="http://schemas.openxmlformats.org/officeDocument/2006/relationships/customXml" Target="../ink/ink51.xml"/><Relationship Id="rId123" Type="http://schemas.openxmlformats.org/officeDocument/2006/relationships/image" Target="../media/image67.png"/><Relationship Id="rId128" Type="http://schemas.openxmlformats.org/officeDocument/2006/relationships/customXml" Target="../ink/ink64.xml"/><Relationship Id="rId5" Type="http://schemas.openxmlformats.org/officeDocument/2006/relationships/image" Target="../media/image8.png"/><Relationship Id="rId90" Type="http://schemas.openxmlformats.org/officeDocument/2006/relationships/customXml" Target="../ink/ink45.xml"/><Relationship Id="rId95" Type="http://schemas.openxmlformats.org/officeDocument/2006/relationships/image" Target="../media/image53.png"/><Relationship Id="rId22" Type="http://schemas.openxmlformats.org/officeDocument/2006/relationships/customXml" Target="../ink/ink11.xml"/><Relationship Id="rId27" Type="http://schemas.openxmlformats.org/officeDocument/2006/relationships/image" Target="../media/image19.png"/><Relationship Id="rId43" Type="http://schemas.openxmlformats.org/officeDocument/2006/relationships/image" Target="../media/image27.png"/><Relationship Id="rId48" Type="http://schemas.openxmlformats.org/officeDocument/2006/relationships/customXml" Target="../ink/ink24.xml"/><Relationship Id="rId64" Type="http://schemas.openxmlformats.org/officeDocument/2006/relationships/customXml" Target="../ink/ink32.xml"/><Relationship Id="rId69" Type="http://schemas.openxmlformats.org/officeDocument/2006/relationships/image" Target="../media/image40.png"/><Relationship Id="rId113" Type="http://schemas.openxmlformats.org/officeDocument/2006/relationships/image" Target="../media/image62.png"/><Relationship Id="rId118" Type="http://schemas.openxmlformats.org/officeDocument/2006/relationships/customXml" Target="../ink/ink59.xml"/><Relationship Id="rId134" Type="http://schemas.openxmlformats.org/officeDocument/2006/relationships/customXml" Target="../ink/ink67.xml"/><Relationship Id="rId80" Type="http://schemas.openxmlformats.org/officeDocument/2006/relationships/customXml" Target="../ink/ink40.xml"/><Relationship Id="rId85" Type="http://schemas.openxmlformats.org/officeDocument/2006/relationships/image" Target="../media/image48.png"/><Relationship Id="rId12" Type="http://schemas.openxmlformats.org/officeDocument/2006/relationships/customXml" Target="../ink/ink6.xml"/><Relationship Id="rId17" Type="http://schemas.openxmlformats.org/officeDocument/2006/relationships/image" Target="../media/image14.png"/><Relationship Id="rId33" Type="http://schemas.openxmlformats.org/officeDocument/2006/relationships/image" Target="../media/image22.png"/><Relationship Id="rId38" Type="http://schemas.openxmlformats.org/officeDocument/2006/relationships/customXml" Target="../ink/ink19.xml"/><Relationship Id="rId59" Type="http://schemas.openxmlformats.org/officeDocument/2006/relationships/image" Target="../media/image35.png"/><Relationship Id="rId103" Type="http://schemas.openxmlformats.org/officeDocument/2006/relationships/image" Target="../media/image57.png"/><Relationship Id="rId108" Type="http://schemas.openxmlformats.org/officeDocument/2006/relationships/customXml" Target="../ink/ink54.xml"/><Relationship Id="rId124" Type="http://schemas.openxmlformats.org/officeDocument/2006/relationships/customXml" Target="../ink/ink62.xml"/><Relationship Id="rId129" Type="http://schemas.openxmlformats.org/officeDocument/2006/relationships/image" Target="../media/image70.png"/><Relationship Id="rId54" Type="http://schemas.openxmlformats.org/officeDocument/2006/relationships/customXml" Target="../ink/ink27.xml"/><Relationship Id="rId70" Type="http://schemas.openxmlformats.org/officeDocument/2006/relationships/customXml" Target="../ink/ink35.xml"/><Relationship Id="rId75" Type="http://schemas.openxmlformats.org/officeDocument/2006/relationships/image" Target="../media/image43.png"/><Relationship Id="rId91" Type="http://schemas.openxmlformats.org/officeDocument/2006/relationships/image" Target="../media/image51.png"/><Relationship Id="rId96" Type="http://schemas.openxmlformats.org/officeDocument/2006/relationships/customXml" Target="../ink/ink48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23" Type="http://schemas.openxmlformats.org/officeDocument/2006/relationships/image" Target="../media/image17.png"/><Relationship Id="rId28" Type="http://schemas.openxmlformats.org/officeDocument/2006/relationships/customXml" Target="../ink/ink14.xml"/><Relationship Id="rId49" Type="http://schemas.openxmlformats.org/officeDocument/2006/relationships/image" Target="../media/image30.png"/><Relationship Id="rId114" Type="http://schemas.openxmlformats.org/officeDocument/2006/relationships/customXml" Target="../ink/ink57.xml"/><Relationship Id="rId119" Type="http://schemas.openxmlformats.org/officeDocument/2006/relationships/image" Target="../media/image65.png"/><Relationship Id="rId44" Type="http://schemas.openxmlformats.org/officeDocument/2006/relationships/customXml" Target="../ink/ink22.xml"/><Relationship Id="rId60" Type="http://schemas.openxmlformats.org/officeDocument/2006/relationships/customXml" Target="../ink/ink30.xml"/><Relationship Id="rId65" Type="http://schemas.openxmlformats.org/officeDocument/2006/relationships/image" Target="../media/image38.png"/><Relationship Id="rId81" Type="http://schemas.openxmlformats.org/officeDocument/2006/relationships/image" Target="../media/image46.png"/><Relationship Id="rId86" Type="http://schemas.openxmlformats.org/officeDocument/2006/relationships/customXml" Target="../ink/ink43.xml"/><Relationship Id="rId130" Type="http://schemas.openxmlformats.org/officeDocument/2006/relationships/customXml" Target="../ink/ink65.xml"/><Relationship Id="rId135" Type="http://schemas.openxmlformats.org/officeDocument/2006/relationships/image" Target="../media/image73.png"/><Relationship Id="rId13" Type="http://schemas.openxmlformats.org/officeDocument/2006/relationships/image" Target="../media/image12.png"/><Relationship Id="rId18" Type="http://schemas.openxmlformats.org/officeDocument/2006/relationships/customXml" Target="../ink/ink9.xml"/><Relationship Id="rId39" Type="http://schemas.openxmlformats.org/officeDocument/2006/relationships/image" Target="../media/image25.png"/><Relationship Id="rId109" Type="http://schemas.openxmlformats.org/officeDocument/2006/relationships/image" Target="../media/image60.png"/><Relationship Id="rId34" Type="http://schemas.openxmlformats.org/officeDocument/2006/relationships/customXml" Target="../ink/ink17.xml"/><Relationship Id="rId50" Type="http://schemas.openxmlformats.org/officeDocument/2006/relationships/customXml" Target="../ink/ink25.xml"/><Relationship Id="rId55" Type="http://schemas.openxmlformats.org/officeDocument/2006/relationships/image" Target="../media/image33.png"/><Relationship Id="rId76" Type="http://schemas.openxmlformats.org/officeDocument/2006/relationships/customXml" Target="../ink/ink38.xml"/><Relationship Id="rId97" Type="http://schemas.openxmlformats.org/officeDocument/2006/relationships/image" Target="../media/image54.png"/><Relationship Id="rId104" Type="http://schemas.openxmlformats.org/officeDocument/2006/relationships/customXml" Target="../ink/ink52.xml"/><Relationship Id="rId120" Type="http://schemas.openxmlformats.org/officeDocument/2006/relationships/customXml" Target="../ink/ink60.xml"/><Relationship Id="rId125" Type="http://schemas.openxmlformats.org/officeDocument/2006/relationships/image" Target="../media/image68.png"/><Relationship Id="rId7" Type="http://schemas.openxmlformats.org/officeDocument/2006/relationships/image" Target="../media/image9.png"/><Relationship Id="rId71" Type="http://schemas.openxmlformats.org/officeDocument/2006/relationships/image" Target="../media/image41.png"/><Relationship Id="rId92" Type="http://schemas.openxmlformats.org/officeDocument/2006/relationships/customXml" Target="../ink/ink46.xml"/><Relationship Id="rId2" Type="http://schemas.openxmlformats.org/officeDocument/2006/relationships/customXml" Target="../ink/ink1.xml"/><Relationship Id="rId29" Type="http://schemas.openxmlformats.org/officeDocument/2006/relationships/image" Target="../media/image20.png"/><Relationship Id="rId24" Type="http://schemas.openxmlformats.org/officeDocument/2006/relationships/customXml" Target="../ink/ink12.xml"/><Relationship Id="rId40" Type="http://schemas.openxmlformats.org/officeDocument/2006/relationships/customXml" Target="../ink/ink20.xml"/><Relationship Id="rId45" Type="http://schemas.openxmlformats.org/officeDocument/2006/relationships/image" Target="../media/image28.png"/><Relationship Id="rId66" Type="http://schemas.openxmlformats.org/officeDocument/2006/relationships/customXml" Target="../ink/ink33.xml"/><Relationship Id="rId87" Type="http://schemas.openxmlformats.org/officeDocument/2006/relationships/image" Target="../media/image49.png"/><Relationship Id="rId110" Type="http://schemas.openxmlformats.org/officeDocument/2006/relationships/customXml" Target="../ink/ink55.xml"/><Relationship Id="rId115" Type="http://schemas.openxmlformats.org/officeDocument/2006/relationships/image" Target="../media/image63.png"/><Relationship Id="rId131" Type="http://schemas.openxmlformats.org/officeDocument/2006/relationships/image" Target="../media/image71.png"/><Relationship Id="rId136" Type="http://schemas.openxmlformats.org/officeDocument/2006/relationships/customXml" Target="../ink/ink68.xml"/><Relationship Id="rId61" Type="http://schemas.openxmlformats.org/officeDocument/2006/relationships/image" Target="../media/image36.png"/><Relationship Id="rId82" Type="http://schemas.openxmlformats.org/officeDocument/2006/relationships/customXml" Target="../ink/ink41.xml"/><Relationship Id="rId19" Type="http://schemas.openxmlformats.org/officeDocument/2006/relationships/image" Target="../media/image15.png"/><Relationship Id="rId14" Type="http://schemas.openxmlformats.org/officeDocument/2006/relationships/customXml" Target="../ink/ink7.xml"/><Relationship Id="rId30" Type="http://schemas.openxmlformats.org/officeDocument/2006/relationships/customXml" Target="../ink/ink15.xml"/><Relationship Id="rId35" Type="http://schemas.openxmlformats.org/officeDocument/2006/relationships/image" Target="../media/image23.png"/><Relationship Id="rId56" Type="http://schemas.openxmlformats.org/officeDocument/2006/relationships/customXml" Target="../ink/ink28.xml"/><Relationship Id="rId77" Type="http://schemas.openxmlformats.org/officeDocument/2006/relationships/image" Target="../media/image44.png"/><Relationship Id="rId100" Type="http://schemas.openxmlformats.org/officeDocument/2006/relationships/customXml" Target="../ink/ink50.xml"/><Relationship Id="rId105" Type="http://schemas.openxmlformats.org/officeDocument/2006/relationships/image" Target="../media/image58.png"/><Relationship Id="rId126" Type="http://schemas.openxmlformats.org/officeDocument/2006/relationships/customXml" Target="../ink/ink63.xml"/><Relationship Id="rId8" Type="http://schemas.openxmlformats.org/officeDocument/2006/relationships/customXml" Target="../ink/ink4.xml"/><Relationship Id="rId51" Type="http://schemas.openxmlformats.org/officeDocument/2006/relationships/image" Target="../media/image31.png"/><Relationship Id="rId72" Type="http://schemas.openxmlformats.org/officeDocument/2006/relationships/customXml" Target="../ink/ink36.xml"/><Relationship Id="rId93" Type="http://schemas.openxmlformats.org/officeDocument/2006/relationships/image" Target="../media/image52.png"/><Relationship Id="rId98" Type="http://schemas.openxmlformats.org/officeDocument/2006/relationships/customXml" Target="../ink/ink49.xml"/><Relationship Id="rId121" Type="http://schemas.openxmlformats.org/officeDocument/2006/relationships/image" Target="../media/image66.png"/><Relationship Id="rId3" Type="http://schemas.openxmlformats.org/officeDocument/2006/relationships/image" Target="../media/image7.png"/><Relationship Id="rId25" Type="http://schemas.openxmlformats.org/officeDocument/2006/relationships/image" Target="../media/image18.png"/><Relationship Id="rId46" Type="http://schemas.openxmlformats.org/officeDocument/2006/relationships/customXml" Target="../ink/ink23.xml"/><Relationship Id="rId67" Type="http://schemas.openxmlformats.org/officeDocument/2006/relationships/image" Target="../media/image39.png"/><Relationship Id="rId116" Type="http://schemas.openxmlformats.org/officeDocument/2006/relationships/customXml" Target="../ink/ink58.xml"/><Relationship Id="rId137" Type="http://schemas.openxmlformats.org/officeDocument/2006/relationships/image" Target="../media/image74.png"/><Relationship Id="rId20" Type="http://schemas.openxmlformats.org/officeDocument/2006/relationships/customXml" Target="../ink/ink10.xml"/><Relationship Id="rId41" Type="http://schemas.openxmlformats.org/officeDocument/2006/relationships/image" Target="../media/image26.png"/><Relationship Id="rId62" Type="http://schemas.openxmlformats.org/officeDocument/2006/relationships/customXml" Target="../ink/ink31.xml"/><Relationship Id="rId83" Type="http://schemas.openxmlformats.org/officeDocument/2006/relationships/image" Target="../media/image47.png"/><Relationship Id="rId88" Type="http://schemas.openxmlformats.org/officeDocument/2006/relationships/customXml" Target="../ink/ink44.xml"/><Relationship Id="rId111" Type="http://schemas.openxmlformats.org/officeDocument/2006/relationships/image" Target="../media/image61.png"/><Relationship Id="rId132" Type="http://schemas.openxmlformats.org/officeDocument/2006/relationships/customXml" Target="../ink/ink66.xml"/><Relationship Id="rId15" Type="http://schemas.openxmlformats.org/officeDocument/2006/relationships/image" Target="../media/image13.png"/><Relationship Id="rId36" Type="http://schemas.openxmlformats.org/officeDocument/2006/relationships/customXml" Target="../ink/ink18.xml"/><Relationship Id="rId57" Type="http://schemas.openxmlformats.org/officeDocument/2006/relationships/image" Target="../media/image34.png"/><Relationship Id="rId106" Type="http://schemas.openxmlformats.org/officeDocument/2006/relationships/customXml" Target="../ink/ink53.xml"/><Relationship Id="rId127" Type="http://schemas.openxmlformats.org/officeDocument/2006/relationships/image" Target="../media/image69.png"/><Relationship Id="rId10" Type="http://schemas.openxmlformats.org/officeDocument/2006/relationships/customXml" Target="../ink/ink5.xml"/><Relationship Id="rId31" Type="http://schemas.openxmlformats.org/officeDocument/2006/relationships/image" Target="../media/image21.png"/><Relationship Id="rId52" Type="http://schemas.openxmlformats.org/officeDocument/2006/relationships/customXml" Target="../ink/ink26.xml"/><Relationship Id="rId73" Type="http://schemas.openxmlformats.org/officeDocument/2006/relationships/image" Target="../media/image42.png"/><Relationship Id="rId78" Type="http://schemas.openxmlformats.org/officeDocument/2006/relationships/customXml" Target="../ink/ink39.xml"/><Relationship Id="rId94" Type="http://schemas.openxmlformats.org/officeDocument/2006/relationships/customXml" Target="../ink/ink47.xml"/><Relationship Id="rId99" Type="http://schemas.openxmlformats.org/officeDocument/2006/relationships/image" Target="../media/image55.png"/><Relationship Id="rId101" Type="http://schemas.openxmlformats.org/officeDocument/2006/relationships/image" Target="../media/image56.png"/><Relationship Id="rId122" Type="http://schemas.openxmlformats.org/officeDocument/2006/relationships/customXml" Target="../ink/ink61.xml"/><Relationship Id="rId4" Type="http://schemas.openxmlformats.org/officeDocument/2006/relationships/customXml" Target="../ink/ink2.xml"/><Relationship Id="rId9" Type="http://schemas.openxmlformats.org/officeDocument/2006/relationships/image" Target="../media/image10.png"/><Relationship Id="rId26" Type="http://schemas.openxmlformats.org/officeDocument/2006/relationships/customXml" Target="../ink/ink13.xml"/><Relationship Id="rId47" Type="http://schemas.openxmlformats.org/officeDocument/2006/relationships/image" Target="../media/image29.png"/><Relationship Id="rId68" Type="http://schemas.openxmlformats.org/officeDocument/2006/relationships/customXml" Target="../ink/ink34.xml"/><Relationship Id="rId89" Type="http://schemas.openxmlformats.org/officeDocument/2006/relationships/image" Target="../media/image50.png"/><Relationship Id="rId112" Type="http://schemas.openxmlformats.org/officeDocument/2006/relationships/customXml" Target="../ink/ink56.xml"/><Relationship Id="rId133" Type="http://schemas.openxmlformats.org/officeDocument/2006/relationships/image" Target="../media/image72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customXml" Target="../ink/ink6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customXml" Target="../ink/ink7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9.png"/><Relationship Id="rId4" Type="http://schemas.openxmlformats.org/officeDocument/2006/relationships/customXml" Target="../ink/ink7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ustomXml" Target="../ink/ink72.xml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1.png"/></Relationships>
</file>

<file path=ppt/slides/_rels/slide15.xml.rels><?xml version="1.0" encoding="UTF-8" standalone="yes"?>
<Relationships xmlns="http://schemas.openxmlformats.org/package/2006/relationships"><Relationship Id="rId26" Type="http://schemas.openxmlformats.org/officeDocument/2006/relationships/customXml" Target="../ink/ink85.xml"/><Relationship Id="rId21" Type="http://schemas.openxmlformats.org/officeDocument/2006/relationships/image" Target="../media/image91.png"/><Relationship Id="rId42" Type="http://schemas.openxmlformats.org/officeDocument/2006/relationships/customXml" Target="../ink/ink93.xml"/><Relationship Id="rId47" Type="http://schemas.openxmlformats.org/officeDocument/2006/relationships/image" Target="../media/image104.png"/><Relationship Id="rId63" Type="http://schemas.openxmlformats.org/officeDocument/2006/relationships/image" Target="../media/image112.png"/><Relationship Id="rId68" Type="http://schemas.openxmlformats.org/officeDocument/2006/relationships/customXml" Target="../ink/ink106.xml"/><Relationship Id="rId84" Type="http://schemas.openxmlformats.org/officeDocument/2006/relationships/customXml" Target="../ink/ink114.xml"/><Relationship Id="rId89" Type="http://schemas.openxmlformats.org/officeDocument/2006/relationships/image" Target="../media/image125.png"/><Relationship Id="rId16" Type="http://schemas.openxmlformats.org/officeDocument/2006/relationships/customXml" Target="../ink/ink80.xml"/><Relationship Id="rId107" Type="http://schemas.openxmlformats.org/officeDocument/2006/relationships/image" Target="../media/image134.png"/><Relationship Id="rId11" Type="http://schemas.openxmlformats.org/officeDocument/2006/relationships/image" Target="../media/image86.png"/><Relationship Id="rId32" Type="http://schemas.openxmlformats.org/officeDocument/2006/relationships/customXml" Target="../ink/ink88.xml"/><Relationship Id="rId37" Type="http://schemas.openxmlformats.org/officeDocument/2006/relationships/image" Target="../media/image99.png"/><Relationship Id="rId53" Type="http://schemas.openxmlformats.org/officeDocument/2006/relationships/image" Target="../media/image107.png"/><Relationship Id="rId58" Type="http://schemas.openxmlformats.org/officeDocument/2006/relationships/customXml" Target="../ink/ink101.xml"/><Relationship Id="rId74" Type="http://schemas.openxmlformats.org/officeDocument/2006/relationships/customXml" Target="../ink/ink109.xml"/><Relationship Id="rId79" Type="http://schemas.openxmlformats.org/officeDocument/2006/relationships/image" Target="../media/image120.png"/><Relationship Id="rId102" Type="http://schemas.openxmlformats.org/officeDocument/2006/relationships/customXml" Target="../ink/ink123.xml"/><Relationship Id="rId5" Type="http://schemas.openxmlformats.org/officeDocument/2006/relationships/image" Target="../media/image83.png"/><Relationship Id="rId90" Type="http://schemas.openxmlformats.org/officeDocument/2006/relationships/customXml" Target="../ink/ink117.xml"/><Relationship Id="rId95" Type="http://schemas.openxmlformats.org/officeDocument/2006/relationships/image" Target="../media/image128.png"/><Relationship Id="rId22" Type="http://schemas.openxmlformats.org/officeDocument/2006/relationships/customXml" Target="../ink/ink83.xml"/><Relationship Id="rId27" Type="http://schemas.openxmlformats.org/officeDocument/2006/relationships/image" Target="../media/image94.png"/><Relationship Id="rId43" Type="http://schemas.openxmlformats.org/officeDocument/2006/relationships/image" Target="../media/image102.png"/><Relationship Id="rId48" Type="http://schemas.openxmlformats.org/officeDocument/2006/relationships/customXml" Target="../ink/ink96.xml"/><Relationship Id="rId64" Type="http://schemas.openxmlformats.org/officeDocument/2006/relationships/customXml" Target="../ink/ink104.xml"/><Relationship Id="rId69" Type="http://schemas.openxmlformats.org/officeDocument/2006/relationships/image" Target="../media/image115.png"/><Relationship Id="rId80" Type="http://schemas.openxmlformats.org/officeDocument/2006/relationships/customXml" Target="../ink/ink112.xml"/><Relationship Id="rId85" Type="http://schemas.openxmlformats.org/officeDocument/2006/relationships/image" Target="../media/image123.png"/><Relationship Id="rId12" Type="http://schemas.openxmlformats.org/officeDocument/2006/relationships/customXml" Target="../ink/ink78.xml"/><Relationship Id="rId17" Type="http://schemas.openxmlformats.org/officeDocument/2006/relationships/image" Target="../media/image89.png"/><Relationship Id="rId33" Type="http://schemas.openxmlformats.org/officeDocument/2006/relationships/image" Target="../media/image97.png"/><Relationship Id="rId38" Type="http://schemas.openxmlformats.org/officeDocument/2006/relationships/customXml" Target="../ink/ink91.xml"/><Relationship Id="rId59" Type="http://schemas.openxmlformats.org/officeDocument/2006/relationships/image" Target="../media/image110.png"/><Relationship Id="rId103" Type="http://schemas.openxmlformats.org/officeDocument/2006/relationships/image" Target="../media/image132.png"/><Relationship Id="rId108" Type="http://schemas.openxmlformats.org/officeDocument/2006/relationships/customXml" Target="../ink/ink126.xml"/><Relationship Id="rId54" Type="http://schemas.openxmlformats.org/officeDocument/2006/relationships/customXml" Target="../ink/ink99.xml"/><Relationship Id="rId70" Type="http://schemas.openxmlformats.org/officeDocument/2006/relationships/customXml" Target="../ink/ink107.xml"/><Relationship Id="rId75" Type="http://schemas.openxmlformats.org/officeDocument/2006/relationships/image" Target="../media/image118.png"/><Relationship Id="rId91" Type="http://schemas.openxmlformats.org/officeDocument/2006/relationships/image" Target="../media/image126.png"/><Relationship Id="rId96" Type="http://schemas.openxmlformats.org/officeDocument/2006/relationships/customXml" Target="../ink/ink120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75.xml"/><Relationship Id="rId15" Type="http://schemas.openxmlformats.org/officeDocument/2006/relationships/image" Target="../media/image88.png"/><Relationship Id="rId23" Type="http://schemas.openxmlformats.org/officeDocument/2006/relationships/image" Target="../media/image92.png"/><Relationship Id="rId28" Type="http://schemas.openxmlformats.org/officeDocument/2006/relationships/customXml" Target="../ink/ink86.xml"/><Relationship Id="rId36" Type="http://schemas.openxmlformats.org/officeDocument/2006/relationships/customXml" Target="../ink/ink90.xml"/><Relationship Id="rId49" Type="http://schemas.openxmlformats.org/officeDocument/2006/relationships/image" Target="../media/image105.png"/><Relationship Id="rId57" Type="http://schemas.openxmlformats.org/officeDocument/2006/relationships/image" Target="../media/image109.png"/><Relationship Id="rId106" Type="http://schemas.openxmlformats.org/officeDocument/2006/relationships/customXml" Target="../ink/ink125.xml"/><Relationship Id="rId10" Type="http://schemas.openxmlformats.org/officeDocument/2006/relationships/customXml" Target="../ink/ink77.xml"/><Relationship Id="rId31" Type="http://schemas.openxmlformats.org/officeDocument/2006/relationships/image" Target="../media/image96.png"/><Relationship Id="rId44" Type="http://schemas.openxmlformats.org/officeDocument/2006/relationships/customXml" Target="../ink/ink94.xml"/><Relationship Id="rId52" Type="http://schemas.openxmlformats.org/officeDocument/2006/relationships/customXml" Target="../ink/ink98.xml"/><Relationship Id="rId60" Type="http://schemas.openxmlformats.org/officeDocument/2006/relationships/customXml" Target="../ink/ink102.xml"/><Relationship Id="rId65" Type="http://schemas.openxmlformats.org/officeDocument/2006/relationships/image" Target="../media/image113.png"/><Relationship Id="rId73" Type="http://schemas.openxmlformats.org/officeDocument/2006/relationships/image" Target="../media/image117.png"/><Relationship Id="rId78" Type="http://schemas.openxmlformats.org/officeDocument/2006/relationships/customXml" Target="../ink/ink111.xml"/><Relationship Id="rId81" Type="http://schemas.openxmlformats.org/officeDocument/2006/relationships/image" Target="../media/image121.png"/><Relationship Id="rId86" Type="http://schemas.openxmlformats.org/officeDocument/2006/relationships/customXml" Target="../ink/ink115.xml"/><Relationship Id="rId94" Type="http://schemas.openxmlformats.org/officeDocument/2006/relationships/customXml" Target="../ink/ink119.xml"/><Relationship Id="rId99" Type="http://schemas.openxmlformats.org/officeDocument/2006/relationships/image" Target="../media/image130.png"/><Relationship Id="rId101" Type="http://schemas.openxmlformats.org/officeDocument/2006/relationships/image" Target="../media/image131.png"/><Relationship Id="rId4" Type="http://schemas.openxmlformats.org/officeDocument/2006/relationships/customXml" Target="../ink/ink74.xml"/><Relationship Id="rId9" Type="http://schemas.openxmlformats.org/officeDocument/2006/relationships/image" Target="../media/image85.png"/><Relationship Id="rId13" Type="http://schemas.openxmlformats.org/officeDocument/2006/relationships/image" Target="../media/image87.png"/><Relationship Id="rId18" Type="http://schemas.openxmlformats.org/officeDocument/2006/relationships/customXml" Target="../ink/ink81.xml"/><Relationship Id="rId39" Type="http://schemas.openxmlformats.org/officeDocument/2006/relationships/image" Target="../media/image100.png"/><Relationship Id="rId109" Type="http://schemas.openxmlformats.org/officeDocument/2006/relationships/image" Target="../media/image135.png"/><Relationship Id="rId34" Type="http://schemas.openxmlformats.org/officeDocument/2006/relationships/customXml" Target="../ink/ink89.xml"/><Relationship Id="rId50" Type="http://schemas.openxmlformats.org/officeDocument/2006/relationships/customXml" Target="../ink/ink97.xml"/><Relationship Id="rId55" Type="http://schemas.openxmlformats.org/officeDocument/2006/relationships/image" Target="../media/image108.png"/><Relationship Id="rId76" Type="http://schemas.openxmlformats.org/officeDocument/2006/relationships/customXml" Target="../ink/ink110.xml"/><Relationship Id="rId97" Type="http://schemas.openxmlformats.org/officeDocument/2006/relationships/image" Target="../media/image129.png"/><Relationship Id="rId104" Type="http://schemas.openxmlformats.org/officeDocument/2006/relationships/customXml" Target="../ink/ink124.xml"/><Relationship Id="rId7" Type="http://schemas.openxmlformats.org/officeDocument/2006/relationships/image" Target="../media/image84.png"/><Relationship Id="rId71" Type="http://schemas.openxmlformats.org/officeDocument/2006/relationships/image" Target="../media/image116.png"/><Relationship Id="rId92" Type="http://schemas.openxmlformats.org/officeDocument/2006/relationships/customXml" Target="../ink/ink118.xml"/><Relationship Id="rId2" Type="http://schemas.openxmlformats.org/officeDocument/2006/relationships/customXml" Target="../ink/ink73.xml"/><Relationship Id="rId29" Type="http://schemas.openxmlformats.org/officeDocument/2006/relationships/image" Target="../media/image95.png"/><Relationship Id="rId24" Type="http://schemas.openxmlformats.org/officeDocument/2006/relationships/customXml" Target="../ink/ink84.xml"/><Relationship Id="rId40" Type="http://schemas.openxmlformats.org/officeDocument/2006/relationships/customXml" Target="../ink/ink92.xml"/><Relationship Id="rId45" Type="http://schemas.openxmlformats.org/officeDocument/2006/relationships/image" Target="../media/image103.png"/><Relationship Id="rId66" Type="http://schemas.openxmlformats.org/officeDocument/2006/relationships/customXml" Target="../ink/ink105.xml"/><Relationship Id="rId87" Type="http://schemas.openxmlformats.org/officeDocument/2006/relationships/image" Target="../media/image124.png"/><Relationship Id="rId110" Type="http://schemas.openxmlformats.org/officeDocument/2006/relationships/customXml" Target="../ink/ink127.xml"/><Relationship Id="rId61" Type="http://schemas.openxmlformats.org/officeDocument/2006/relationships/image" Target="../media/image111.png"/><Relationship Id="rId82" Type="http://schemas.openxmlformats.org/officeDocument/2006/relationships/customXml" Target="../ink/ink113.xml"/><Relationship Id="rId19" Type="http://schemas.openxmlformats.org/officeDocument/2006/relationships/image" Target="../media/image90.png"/><Relationship Id="rId14" Type="http://schemas.openxmlformats.org/officeDocument/2006/relationships/customXml" Target="../ink/ink79.xml"/><Relationship Id="rId30" Type="http://schemas.openxmlformats.org/officeDocument/2006/relationships/customXml" Target="../ink/ink87.xml"/><Relationship Id="rId35" Type="http://schemas.openxmlformats.org/officeDocument/2006/relationships/image" Target="../media/image98.png"/><Relationship Id="rId56" Type="http://schemas.openxmlformats.org/officeDocument/2006/relationships/customXml" Target="../ink/ink100.xml"/><Relationship Id="rId77" Type="http://schemas.openxmlformats.org/officeDocument/2006/relationships/image" Target="../media/image119.png"/><Relationship Id="rId100" Type="http://schemas.openxmlformats.org/officeDocument/2006/relationships/customXml" Target="../ink/ink122.xml"/><Relationship Id="rId105" Type="http://schemas.openxmlformats.org/officeDocument/2006/relationships/image" Target="../media/image133.png"/><Relationship Id="rId8" Type="http://schemas.openxmlformats.org/officeDocument/2006/relationships/customXml" Target="../ink/ink76.xml"/><Relationship Id="rId51" Type="http://schemas.openxmlformats.org/officeDocument/2006/relationships/image" Target="../media/image106.png"/><Relationship Id="rId72" Type="http://schemas.openxmlformats.org/officeDocument/2006/relationships/customXml" Target="../ink/ink108.xml"/><Relationship Id="rId93" Type="http://schemas.openxmlformats.org/officeDocument/2006/relationships/image" Target="../media/image127.png"/><Relationship Id="rId98" Type="http://schemas.openxmlformats.org/officeDocument/2006/relationships/customXml" Target="../ink/ink121.xml"/><Relationship Id="rId3" Type="http://schemas.openxmlformats.org/officeDocument/2006/relationships/image" Target="../media/image82.png"/><Relationship Id="rId25" Type="http://schemas.openxmlformats.org/officeDocument/2006/relationships/image" Target="../media/image93.png"/><Relationship Id="rId46" Type="http://schemas.openxmlformats.org/officeDocument/2006/relationships/customXml" Target="../ink/ink95.xml"/><Relationship Id="rId67" Type="http://schemas.openxmlformats.org/officeDocument/2006/relationships/image" Target="../media/image114.png"/><Relationship Id="rId20" Type="http://schemas.openxmlformats.org/officeDocument/2006/relationships/customXml" Target="../ink/ink82.xml"/><Relationship Id="rId41" Type="http://schemas.openxmlformats.org/officeDocument/2006/relationships/image" Target="../media/image101.png"/><Relationship Id="rId62" Type="http://schemas.openxmlformats.org/officeDocument/2006/relationships/customXml" Target="../ink/ink103.xml"/><Relationship Id="rId83" Type="http://schemas.openxmlformats.org/officeDocument/2006/relationships/image" Target="../media/image122.png"/><Relationship Id="rId88" Type="http://schemas.openxmlformats.org/officeDocument/2006/relationships/customXml" Target="../ink/ink116.xml"/><Relationship Id="rId111" Type="http://schemas.openxmlformats.org/officeDocument/2006/relationships/image" Target="../media/image136.png"/></Relationships>
</file>

<file path=ppt/slides/_rels/slide1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42.png"/><Relationship Id="rId18" Type="http://schemas.openxmlformats.org/officeDocument/2006/relationships/customXml" Target="../ink/ink136.xml"/><Relationship Id="rId26" Type="http://schemas.openxmlformats.org/officeDocument/2006/relationships/customXml" Target="../ink/ink140.xml"/><Relationship Id="rId39" Type="http://schemas.openxmlformats.org/officeDocument/2006/relationships/image" Target="../media/image155.png"/><Relationship Id="rId21" Type="http://schemas.openxmlformats.org/officeDocument/2006/relationships/image" Target="../media/image146.png"/><Relationship Id="rId34" Type="http://schemas.openxmlformats.org/officeDocument/2006/relationships/customXml" Target="../ink/ink144.xml"/><Relationship Id="rId42" Type="http://schemas.openxmlformats.org/officeDocument/2006/relationships/customXml" Target="../ink/ink148.xml"/><Relationship Id="rId47" Type="http://schemas.openxmlformats.org/officeDocument/2006/relationships/image" Target="../media/image159.png"/><Relationship Id="rId50" Type="http://schemas.openxmlformats.org/officeDocument/2006/relationships/customXml" Target="../ink/ink152.xml"/><Relationship Id="rId55" Type="http://schemas.openxmlformats.org/officeDocument/2006/relationships/image" Target="../media/image163.png"/><Relationship Id="rId7" Type="http://schemas.openxmlformats.org/officeDocument/2006/relationships/image" Target="../media/image139.png"/><Relationship Id="rId2" Type="http://schemas.openxmlformats.org/officeDocument/2006/relationships/customXml" Target="../ink/ink128.xml"/><Relationship Id="rId16" Type="http://schemas.openxmlformats.org/officeDocument/2006/relationships/customXml" Target="../ink/ink135.xml"/><Relationship Id="rId29" Type="http://schemas.openxmlformats.org/officeDocument/2006/relationships/image" Target="../media/image150.png"/><Relationship Id="rId11" Type="http://schemas.openxmlformats.org/officeDocument/2006/relationships/image" Target="../media/image141.png"/><Relationship Id="rId24" Type="http://schemas.openxmlformats.org/officeDocument/2006/relationships/customXml" Target="../ink/ink139.xml"/><Relationship Id="rId32" Type="http://schemas.openxmlformats.org/officeDocument/2006/relationships/customXml" Target="../ink/ink143.xml"/><Relationship Id="rId37" Type="http://schemas.openxmlformats.org/officeDocument/2006/relationships/image" Target="../media/image154.png"/><Relationship Id="rId40" Type="http://schemas.openxmlformats.org/officeDocument/2006/relationships/customXml" Target="../ink/ink147.xml"/><Relationship Id="rId45" Type="http://schemas.openxmlformats.org/officeDocument/2006/relationships/image" Target="../media/image158.png"/><Relationship Id="rId53" Type="http://schemas.openxmlformats.org/officeDocument/2006/relationships/image" Target="../media/image162.png"/><Relationship Id="rId5" Type="http://schemas.openxmlformats.org/officeDocument/2006/relationships/image" Target="../media/image138.png"/><Relationship Id="rId10" Type="http://schemas.openxmlformats.org/officeDocument/2006/relationships/customXml" Target="../ink/ink132.xml"/><Relationship Id="rId19" Type="http://schemas.openxmlformats.org/officeDocument/2006/relationships/image" Target="../media/image145.png"/><Relationship Id="rId31" Type="http://schemas.openxmlformats.org/officeDocument/2006/relationships/image" Target="../media/image151.png"/><Relationship Id="rId44" Type="http://schemas.openxmlformats.org/officeDocument/2006/relationships/customXml" Target="../ink/ink149.xml"/><Relationship Id="rId52" Type="http://schemas.openxmlformats.org/officeDocument/2006/relationships/customXml" Target="../ink/ink153.xml"/><Relationship Id="rId4" Type="http://schemas.openxmlformats.org/officeDocument/2006/relationships/customXml" Target="../ink/ink129.xml"/><Relationship Id="rId9" Type="http://schemas.openxmlformats.org/officeDocument/2006/relationships/image" Target="../media/image140.png"/><Relationship Id="rId14" Type="http://schemas.openxmlformats.org/officeDocument/2006/relationships/customXml" Target="../ink/ink134.xml"/><Relationship Id="rId22" Type="http://schemas.openxmlformats.org/officeDocument/2006/relationships/customXml" Target="../ink/ink138.xml"/><Relationship Id="rId27" Type="http://schemas.openxmlformats.org/officeDocument/2006/relationships/image" Target="../media/image149.png"/><Relationship Id="rId30" Type="http://schemas.openxmlformats.org/officeDocument/2006/relationships/customXml" Target="../ink/ink142.xml"/><Relationship Id="rId35" Type="http://schemas.openxmlformats.org/officeDocument/2006/relationships/image" Target="../media/image153.png"/><Relationship Id="rId43" Type="http://schemas.openxmlformats.org/officeDocument/2006/relationships/image" Target="../media/image157.png"/><Relationship Id="rId48" Type="http://schemas.openxmlformats.org/officeDocument/2006/relationships/customXml" Target="../ink/ink151.xml"/><Relationship Id="rId8" Type="http://schemas.openxmlformats.org/officeDocument/2006/relationships/customXml" Target="../ink/ink131.xml"/><Relationship Id="rId51" Type="http://schemas.openxmlformats.org/officeDocument/2006/relationships/image" Target="../media/image161.png"/><Relationship Id="rId3" Type="http://schemas.openxmlformats.org/officeDocument/2006/relationships/image" Target="../media/image137.png"/><Relationship Id="rId12" Type="http://schemas.openxmlformats.org/officeDocument/2006/relationships/customXml" Target="../ink/ink133.xml"/><Relationship Id="rId17" Type="http://schemas.openxmlformats.org/officeDocument/2006/relationships/image" Target="../media/image144.png"/><Relationship Id="rId25" Type="http://schemas.openxmlformats.org/officeDocument/2006/relationships/image" Target="../media/image148.png"/><Relationship Id="rId33" Type="http://schemas.openxmlformats.org/officeDocument/2006/relationships/image" Target="../media/image152.png"/><Relationship Id="rId38" Type="http://schemas.openxmlformats.org/officeDocument/2006/relationships/customXml" Target="../ink/ink146.xml"/><Relationship Id="rId46" Type="http://schemas.openxmlformats.org/officeDocument/2006/relationships/customXml" Target="../ink/ink150.xml"/><Relationship Id="rId20" Type="http://schemas.openxmlformats.org/officeDocument/2006/relationships/customXml" Target="../ink/ink137.xml"/><Relationship Id="rId41" Type="http://schemas.openxmlformats.org/officeDocument/2006/relationships/image" Target="../media/image156.png"/><Relationship Id="rId54" Type="http://schemas.openxmlformats.org/officeDocument/2006/relationships/customXml" Target="../ink/ink154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30.xml"/><Relationship Id="rId15" Type="http://schemas.openxmlformats.org/officeDocument/2006/relationships/image" Target="../media/image143.png"/><Relationship Id="rId23" Type="http://schemas.openxmlformats.org/officeDocument/2006/relationships/image" Target="../media/image147.png"/><Relationship Id="rId28" Type="http://schemas.openxmlformats.org/officeDocument/2006/relationships/customXml" Target="../ink/ink141.xml"/><Relationship Id="rId36" Type="http://schemas.openxmlformats.org/officeDocument/2006/relationships/customXml" Target="../ink/ink145.xml"/><Relationship Id="rId49" Type="http://schemas.openxmlformats.org/officeDocument/2006/relationships/image" Target="../media/image160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customXml" Target="../ink/ink158.xml"/><Relationship Id="rId13" Type="http://schemas.openxmlformats.org/officeDocument/2006/relationships/image" Target="../media/image169.png"/><Relationship Id="rId18" Type="http://schemas.openxmlformats.org/officeDocument/2006/relationships/customXml" Target="../ink/ink163.xml"/><Relationship Id="rId26" Type="http://schemas.openxmlformats.org/officeDocument/2006/relationships/customXml" Target="../ink/ink167.xml"/><Relationship Id="rId3" Type="http://schemas.openxmlformats.org/officeDocument/2006/relationships/image" Target="../media/image164.png"/><Relationship Id="rId21" Type="http://schemas.openxmlformats.org/officeDocument/2006/relationships/image" Target="../media/image173.png"/><Relationship Id="rId7" Type="http://schemas.openxmlformats.org/officeDocument/2006/relationships/image" Target="../media/image166.png"/><Relationship Id="rId12" Type="http://schemas.openxmlformats.org/officeDocument/2006/relationships/customXml" Target="../ink/ink160.xml"/><Relationship Id="rId17" Type="http://schemas.openxmlformats.org/officeDocument/2006/relationships/image" Target="../media/image171.png"/><Relationship Id="rId25" Type="http://schemas.openxmlformats.org/officeDocument/2006/relationships/image" Target="../media/image175.png"/><Relationship Id="rId2" Type="http://schemas.openxmlformats.org/officeDocument/2006/relationships/customXml" Target="../ink/ink155.xml"/><Relationship Id="rId16" Type="http://schemas.openxmlformats.org/officeDocument/2006/relationships/customXml" Target="../ink/ink162.xml"/><Relationship Id="rId20" Type="http://schemas.openxmlformats.org/officeDocument/2006/relationships/customXml" Target="../ink/ink164.xml"/><Relationship Id="rId29" Type="http://schemas.openxmlformats.org/officeDocument/2006/relationships/image" Target="../media/image177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57.xml"/><Relationship Id="rId11" Type="http://schemas.openxmlformats.org/officeDocument/2006/relationships/image" Target="../media/image168.png"/><Relationship Id="rId24" Type="http://schemas.openxmlformats.org/officeDocument/2006/relationships/customXml" Target="../ink/ink166.xml"/><Relationship Id="rId5" Type="http://schemas.openxmlformats.org/officeDocument/2006/relationships/image" Target="../media/image165.png"/><Relationship Id="rId15" Type="http://schemas.openxmlformats.org/officeDocument/2006/relationships/image" Target="../media/image170.png"/><Relationship Id="rId23" Type="http://schemas.openxmlformats.org/officeDocument/2006/relationships/image" Target="../media/image174.png"/><Relationship Id="rId28" Type="http://schemas.openxmlformats.org/officeDocument/2006/relationships/customXml" Target="../ink/ink168.xml"/><Relationship Id="rId10" Type="http://schemas.openxmlformats.org/officeDocument/2006/relationships/customXml" Target="../ink/ink159.xml"/><Relationship Id="rId19" Type="http://schemas.openxmlformats.org/officeDocument/2006/relationships/image" Target="../media/image172.png"/><Relationship Id="rId4" Type="http://schemas.openxmlformats.org/officeDocument/2006/relationships/customXml" Target="../ink/ink156.xml"/><Relationship Id="rId9" Type="http://schemas.openxmlformats.org/officeDocument/2006/relationships/image" Target="../media/image167.png"/><Relationship Id="rId14" Type="http://schemas.openxmlformats.org/officeDocument/2006/relationships/customXml" Target="../ink/ink161.xml"/><Relationship Id="rId22" Type="http://schemas.openxmlformats.org/officeDocument/2006/relationships/customXml" Target="../ink/ink165.xml"/><Relationship Id="rId27" Type="http://schemas.openxmlformats.org/officeDocument/2006/relationships/image" Target="../media/image17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ustomXml" Target="../ink/ink169.xml"/><Relationship Id="rId2" Type="http://schemas.openxmlformats.org/officeDocument/2006/relationships/image" Target="../media/image17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ustomXml" Target="../ink/ink170.xml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2.png"/><Relationship Id="rId2" Type="http://schemas.openxmlformats.org/officeDocument/2006/relationships/customXml" Target="../ink/ink171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3.jp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4.jp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5.jp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6.jp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7.jp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19463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A404D74-21F8-9A20-EB7A-82CC690EE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2</a:t>
            </a:fld>
            <a:endParaRPr lang="en-IN"/>
          </a:p>
        </p:txBody>
      </p:sp>
      <p:pic>
        <p:nvPicPr>
          <p:cNvPr id="4" name="Picture 3" descr="A close-up of a white sheet&#10;&#10;Description automatically generated">
            <a:extLst>
              <a:ext uri="{FF2B5EF4-FFF2-40B4-BE49-F238E27FC236}">
                <a16:creationId xmlns:a16="http://schemas.microsoft.com/office/drawing/2014/main" id="{7D8C6ADF-9572-7678-D282-5C24924D202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739" t="992" r="3106" b="1084"/>
          <a:stretch/>
        </p:blipFill>
        <p:spPr>
          <a:xfrm rot="16200000">
            <a:off x="3142650" y="-2254484"/>
            <a:ext cx="6190937" cy="11366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48639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A404D74-21F8-9A20-EB7A-82CC690EE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3</a:t>
            </a:fld>
            <a:endParaRPr lang="en-IN"/>
          </a:p>
        </p:txBody>
      </p:sp>
      <p:pic>
        <p:nvPicPr>
          <p:cNvPr id="4" name="Picture 3" descr="A close-up of a piece of paper&#10;&#10;Description automatically generated">
            <a:extLst>
              <a:ext uri="{FF2B5EF4-FFF2-40B4-BE49-F238E27FC236}">
                <a16:creationId xmlns:a16="http://schemas.microsoft.com/office/drawing/2014/main" id="{C8103628-0887-9585-D80F-222DB764681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806" t="4390" r="-70" b="2681"/>
          <a:stretch/>
        </p:blipFill>
        <p:spPr>
          <a:xfrm rot="16200000">
            <a:off x="3082977" y="-1920668"/>
            <a:ext cx="6026046" cy="112582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A129275-788A-792B-57B6-CE9453C632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9507" y="1445629"/>
            <a:ext cx="5951093" cy="2683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82518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A404D74-21F8-9A20-EB7A-82CC690EE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4</a:t>
            </a:fld>
            <a:endParaRPr lang="en-IN"/>
          </a:p>
        </p:txBody>
      </p:sp>
      <p:pic>
        <p:nvPicPr>
          <p:cNvPr id="4" name="Picture 3" descr="A close-up of a piece of paper&#10;&#10;Description automatically generated">
            <a:extLst>
              <a:ext uri="{FF2B5EF4-FFF2-40B4-BE49-F238E27FC236}">
                <a16:creationId xmlns:a16="http://schemas.microsoft.com/office/drawing/2014/main" id="{F14C48B2-CE94-7162-5769-3D8C5662499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746" t="1766" b="2496"/>
          <a:stretch/>
        </p:blipFill>
        <p:spPr>
          <a:xfrm rot="16200000">
            <a:off x="2832635" y="-1857910"/>
            <a:ext cx="6526731" cy="10515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05250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A404D74-21F8-9A20-EB7A-82CC690EE7FE}"/>
              </a:ext>
            </a:extLst>
          </p:cNvPr>
          <p:cNvSpPr>
            <a:spLocks/>
          </p:cNvSpPr>
          <p:nvPr/>
        </p:nvSpPr>
        <p:spPr>
          <a:xfrm>
            <a:off x="8358021" y="5905625"/>
            <a:ext cx="2320829" cy="308907"/>
          </a:xfrm>
          <a:prstGeom prst="rect">
            <a:avLst/>
          </a:prstGeom>
        </p:spPr>
        <p:txBody>
          <a:bodyPr/>
          <a:lstStyle/>
          <a:p>
            <a:pPr algn="r" defTabSz="768096"/>
            <a:fld id="{00000000-1234-1234-1234-123412341234}" type="slidenum">
              <a:rPr lang="en-IN" sz="1512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pPr algn="r" defTabSz="768096"/>
              <a:t>5</a:t>
            </a:fld>
            <a:endParaRPr lang="en-IN"/>
          </a:p>
        </p:txBody>
      </p:sp>
      <p:pic>
        <p:nvPicPr>
          <p:cNvPr id="4" name="Picture 3" descr="A close-up of a piece of paper&#10;&#10;Description automatically generated">
            <a:extLst>
              <a:ext uri="{FF2B5EF4-FFF2-40B4-BE49-F238E27FC236}">
                <a16:creationId xmlns:a16="http://schemas.microsoft.com/office/drawing/2014/main" id="{C8282207-A346-D1C9-02F6-6D12BED3C08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9783" t="3297" b="2058"/>
          <a:stretch/>
        </p:blipFill>
        <p:spPr>
          <a:xfrm rot="16200000">
            <a:off x="3310467" y="-1550117"/>
            <a:ext cx="5571065" cy="995823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C387225-D456-BF90-DD31-4DA9227007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4478" y="3776517"/>
            <a:ext cx="9303041" cy="1494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83225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Number Placeholder 5">
            <a:extLst>
              <a:ext uri="{FF2B5EF4-FFF2-40B4-BE49-F238E27FC236}">
                <a16:creationId xmlns:a16="http://schemas.microsoft.com/office/drawing/2014/main" id="{1228D590-7BD0-A32C-1463-8787255EE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3679C842-7400-4900-B04B-6A380220C6B2}" type="slidenum">
              <a:rPr lang="zh-TW" altLang="en-US" sz="1100">
                <a:solidFill>
                  <a:srgbClr val="000000"/>
                </a:solidFill>
                <a:latin typeface="Verdana" panose="020B0604030504040204" pitchFamily="34" charset="0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6</a:t>
            </a:fld>
            <a:endParaRPr lang="en-US" altLang="zh-TW" sz="110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GB" altLang="zh-TW" sz="110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GB" altLang="zh-TW" sz="1100">
                <a:solidFill>
                  <a:srgbClr val="000000"/>
                </a:solidFill>
                <a:latin typeface="Verdana" panose="020B0604030504040204" pitchFamily="34" charset="0"/>
              </a:rPr>
              <a:t>(Contiguous Subarray)</a:t>
            </a:r>
            <a:endParaRPr lang="en-US" altLang="zh-TW" sz="1100">
              <a:solidFill>
                <a:srgbClr val="000000"/>
              </a:solidFill>
              <a:latin typeface="Verdana" panose="020B0604030504040204" pitchFamily="34" charset="0"/>
            </a:endParaRP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96FC30B7-E1E8-6951-CBBA-EE968DF8AB1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431925" y="1657507"/>
            <a:ext cx="9328150" cy="579755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dirty="0"/>
              <a:t>Given an array A[ ] of n numbers, find the maximum sum found in any contiguous subarray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GB" altLang="en-US" dirty="0">
                <a:solidFill>
                  <a:srgbClr val="FF0000"/>
                </a:solidFill>
              </a:rPr>
              <a:t>A zero length subarray has maximum 0</a:t>
            </a:r>
            <a:endParaRPr lang="en-US" altLang="en-US" dirty="0">
              <a:solidFill>
                <a:srgbClr val="FF0000"/>
              </a:solidFill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dirty="0"/>
              <a:t>Example: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if A[ ] contains </a:t>
            </a:r>
            <a:r>
              <a:rPr lang="en-US" altLang="en-US" b="1" dirty="0">
                <a:solidFill>
                  <a:srgbClr val="FF0000"/>
                </a:solidFill>
              </a:rPr>
              <a:t>-2, 5, -3, 6, -1</a:t>
            </a:r>
            <a:r>
              <a:rPr lang="en-US" altLang="en-US" dirty="0"/>
              <a:t>, then the maximum sum will be 5-3+6 = </a:t>
            </a:r>
            <a:r>
              <a:rPr lang="en-US" altLang="en-US" b="1" dirty="0">
                <a:solidFill>
                  <a:srgbClr val="FF0000"/>
                </a:solidFill>
              </a:rPr>
              <a:t>8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if A[ ] contains </a:t>
            </a:r>
            <a:r>
              <a:rPr lang="en-US" altLang="en-US" b="1" dirty="0">
                <a:solidFill>
                  <a:srgbClr val="FF0000"/>
                </a:solidFill>
              </a:rPr>
              <a:t>10, 15, -3, -4, -2, -1, 8, 5</a:t>
            </a:r>
            <a:r>
              <a:rPr lang="en-US" altLang="en-US" dirty="0"/>
              <a:t>, then the maximum sum will be </a:t>
            </a:r>
            <a:r>
              <a:rPr lang="en-US" altLang="en-US" b="1" dirty="0">
                <a:solidFill>
                  <a:srgbClr val="FF0000"/>
                </a:solidFill>
              </a:rPr>
              <a:t>28</a:t>
            </a:r>
            <a:r>
              <a:rPr lang="en-US" altLang="en-US" dirty="0"/>
              <a:t> (all numbers added together)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dirty="0"/>
              <a:t>O(n</a:t>
            </a:r>
            <a:r>
              <a:rPr lang="en-US" altLang="en-US" baseline="30000" dirty="0"/>
              <a:t>2</a:t>
            </a:r>
            <a:r>
              <a:rPr lang="en-US" altLang="en-US" dirty="0"/>
              <a:t>), O(n log n), O(n) time algorithms</a:t>
            </a:r>
            <a:endParaRPr lang="en-GB" altLang="en-US" dirty="0"/>
          </a:p>
        </p:txBody>
      </p:sp>
      <p:sp>
        <p:nvSpPr>
          <p:cNvPr id="14340" name="Rectangle 2">
            <a:extLst>
              <a:ext uri="{FF2B5EF4-FFF2-40B4-BE49-F238E27FC236}">
                <a16:creationId xmlns:a16="http://schemas.microsoft.com/office/drawing/2014/main" id="{8A4CD7F2-7A3C-E568-E4D9-651385F160C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/>
              <a:t>Maximum-sum contiguous subarray</a:t>
            </a:r>
            <a:endParaRPr lang="en-GB" altLang="en-US" sz="40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0CAC1BE-C830-9C62-1A0E-646F49F4BEC1}"/>
              </a:ext>
            </a:extLst>
          </p:cNvPr>
          <p:cNvSpPr/>
          <p:nvPr/>
        </p:nvSpPr>
        <p:spPr bwMode="auto">
          <a:xfrm>
            <a:off x="10073390" y="0"/>
            <a:ext cx="1813810" cy="43471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N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97374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>
            <a:extLst>
              <a:ext uri="{FF2B5EF4-FFF2-40B4-BE49-F238E27FC236}">
                <a16:creationId xmlns:a16="http://schemas.microsoft.com/office/drawing/2014/main" id="{4CA96017-6C26-6D72-5690-508F7B3AD27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altLang="en-US"/>
              <a:t>Brute-force algorithm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7CE98D8-A8F5-5D61-6585-E4F0082660DC}"/>
              </a:ext>
            </a:extLst>
          </p:cNvPr>
          <p:cNvSpPr/>
          <p:nvPr/>
        </p:nvSpPr>
        <p:spPr bwMode="auto">
          <a:xfrm>
            <a:off x="10073390" y="0"/>
            <a:ext cx="1813810" cy="43471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N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47714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>
            <a:extLst>
              <a:ext uri="{FF2B5EF4-FFF2-40B4-BE49-F238E27FC236}">
                <a16:creationId xmlns:a16="http://schemas.microsoft.com/office/drawing/2014/main" id="{7CFC4723-38AB-8FD1-9744-EE8B0DB00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Brute-force algorithm</a:t>
            </a:r>
          </a:p>
        </p:txBody>
      </p:sp>
      <p:sp>
        <p:nvSpPr>
          <p:cNvPr id="16387" name="Content Placeholder 2">
            <a:extLst>
              <a:ext uri="{FF2B5EF4-FFF2-40B4-BE49-F238E27FC236}">
                <a16:creationId xmlns:a16="http://schemas.microsoft.com/office/drawing/2014/main" id="{135F3504-8938-122A-CE6F-8FAA6A7FAD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altLang="en-US"/>
              <a:t>All possible contiguous subarrays</a:t>
            </a:r>
          </a:p>
          <a:p>
            <a:pPr lvl="1"/>
            <a:r>
              <a:rPr lang="en-GB" altLang="en-US"/>
              <a:t>A[1..1], A[1..2], A[1..3], ..., A[1..(n-1)], A[1..n]</a:t>
            </a:r>
          </a:p>
          <a:p>
            <a:pPr lvl="1"/>
            <a:r>
              <a:rPr lang="en-GB" altLang="en-US"/>
              <a:t>A[2..2], A[2..3], ..., A[2..(n-1)], A[2..n]</a:t>
            </a:r>
          </a:p>
          <a:p>
            <a:pPr lvl="1"/>
            <a:r>
              <a:rPr lang="en-GB" altLang="en-US"/>
              <a:t>...</a:t>
            </a:r>
          </a:p>
          <a:p>
            <a:pPr lvl="1"/>
            <a:r>
              <a:rPr lang="en-GB" altLang="en-US"/>
              <a:t>A[(n-1)..(n-1)], A[(n-1)..n]</a:t>
            </a:r>
          </a:p>
          <a:p>
            <a:pPr lvl="1"/>
            <a:r>
              <a:rPr lang="en-GB" altLang="en-US"/>
              <a:t>A[n..n]</a:t>
            </a:r>
          </a:p>
          <a:p>
            <a:r>
              <a:rPr lang="en-GB" altLang="en-US"/>
              <a:t>How many of them in total?</a:t>
            </a:r>
          </a:p>
          <a:p>
            <a:r>
              <a:rPr lang="en-GB" altLang="en-US"/>
              <a:t>Algorithm: For each subarray, compute the sum. Find the subarray that has the maximum sum.</a:t>
            </a:r>
          </a:p>
        </p:txBody>
      </p:sp>
      <p:sp>
        <p:nvSpPr>
          <p:cNvPr id="16388" name="Slide Number Placeholder 3">
            <a:extLst>
              <a:ext uri="{FF2B5EF4-FFF2-40B4-BE49-F238E27FC236}">
                <a16:creationId xmlns:a16="http://schemas.microsoft.com/office/drawing/2014/main" id="{8D5C9A0F-9F4A-C2C9-B746-988F7103F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5EC71E24-F935-49AE-A06C-B2C70BC8C72B}" type="slidenum">
              <a:rPr lang="zh-TW" altLang="en-US" sz="1100">
                <a:solidFill>
                  <a:srgbClr val="000000"/>
                </a:solidFill>
                <a:latin typeface="Verdana" panose="020B0604030504040204" pitchFamily="34" charset="0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8</a:t>
            </a:fld>
            <a:endParaRPr lang="en-US" altLang="zh-TW" sz="110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GB" altLang="zh-TW" sz="110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GB" altLang="zh-TW" sz="1100">
                <a:solidFill>
                  <a:srgbClr val="000000"/>
                </a:solidFill>
                <a:latin typeface="Verdana" panose="020B0604030504040204" pitchFamily="34" charset="0"/>
              </a:rPr>
              <a:t>(Contiguous Subarray)</a:t>
            </a:r>
            <a:endParaRPr lang="en-US" altLang="zh-TW" sz="1100">
              <a:solidFill>
                <a:srgbClr val="000000"/>
              </a:solidFill>
              <a:latin typeface="Verdana" panose="020B0604030504040204" pitchFamily="34" charset="0"/>
            </a:endParaRPr>
          </a:p>
        </p:txBody>
      </p:sp>
      <p:sp>
        <p:nvSpPr>
          <p:cNvPr id="5" name="AutoShape 4">
            <a:extLst>
              <a:ext uri="{FF2B5EF4-FFF2-40B4-BE49-F238E27FC236}">
                <a16:creationId xmlns:a16="http://schemas.microsoft.com/office/drawing/2014/main" id="{744689E5-0DFE-B0F2-4F76-394E4B3726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08913" y="3573464"/>
            <a:ext cx="2824162" cy="1006475"/>
          </a:xfrm>
          <a:prstGeom prst="cloudCallout">
            <a:avLst>
              <a:gd name="adj1" fmla="val -71796"/>
              <a:gd name="adj2" fmla="val 69009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 anchorCtr="1"/>
          <a:lstStyle>
            <a:lvl1pPr eaLnBrk="0" hangingPunct="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GB" altLang="en-US" b="1">
                <a:solidFill>
                  <a:srgbClr val="FF0000"/>
                </a:solidFill>
              </a:rPr>
              <a:t>O(n</a:t>
            </a:r>
            <a:r>
              <a:rPr lang="en-GB" altLang="en-US" b="1" baseline="30000">
                <a:solidFill>
                  <a:srgbClr val="FF0000"/>
                </a:solidFill>
              </a:rPr>
              <a:t>2</a:t>
            </a:r>
            <a:r>
              <a:rPr lang="en-GB" altLang="en-US" b="1">
                <a:solidFill>
                  <a:srgbClr val="FF0000"/>
                </a:solidFill>
              </a:rPr>
              <a:t>)</a:t>
            </a:r>
            <a:endParaRPr lang="en-US" altLang="en-US" b="1">
              <a:solidFill>
                <a:srgbClr val="FF0000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8F13361-0EEB-E6CA-7BDD-6E0CA95EFC59}"/>
              </a:ext>
            </a:extLst>
          </p:cNvPr>
          <p:cNvSpPr/>
          <p:nvPr/>
        </p:nvSpPr>
        <p:spPr bwMode="auto">
          <a:xfrm>
            <a:off x="10073390" y="0"/>
            <a:ext cx="1813810" cy="43471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N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6064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D9C14A87-2670-5B37-A7FB-FDA35F81E2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Idea of brute-force algorithm</a:t>
            </a:r>
            <a:endParaRPr lang="en-US" altLang="en-US"/>
          </a:p>
        </p:txBody>
      </p:sp>
      <p:sp>
        <p:nvSpPr>
          <p:cNvPr id="530435" name="Rectangle 3">
            <a:extLst>
              <a:ext uri="{FF2B5EF4-FFF2-40B4-BE49-F238E27FC236}">
                <a16:creationId xmlns:a16="http://schemas.microsoft.com/office/drawing/2014/main" id="{ED4C3807-5582-9DCF-6F50-1F094BFD96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None/>
              <a:tabLst>
                <a:tab pos="2776538" algn="ctr"/>
                <a:tab pos="3673475" algn="ctr"/>
                <a:tab pos="4491038" algn="ctr"/>
                <a:tab pos="5387975" algn="ctr"/>
                <a:tab pos="6107113" algn="ctr"/>
                <a:tab pos="6808788" algn="ctr"/>
                <a:tab pos="7527925" algn="ctr"/>
              </a:tabLst>
            </a:pPr>
            <a:r>
              <a:rPr lang="en-GB" altLang="en-US" dirty="0"/>
              <a:t>Example:		 2	-6	-1	3	-1	2	-2</a:t>
            </a:r>
          </a:p>
          <a:p>
            <a:pPr eaLnBrk="1" hangingPunct="1">
              <a:buNone/>
              <a:tabLst>
                <a:tab pos="2776538" algn="ctr"/>
                <a:tab pos="3673475" algn="ctr"/>
                <a:tab pos="4491038" algn="ctr"/>
                <a:tab pos="5387975" algn="ctr"/>
                <a:tab pos="6107113" algn="ctr"/>
                <a:tab pos="6808788" algn="ctr"/>
                <a:tab pos="7527925" algn="ctr"/>
              </a:tabLst>
            </a:pPr>
            <a:r>
              <a:rPr lang="en-GB" altLang="en-US" dirty="0"/>
              <a:t>sum from A[1]:		2	-4	-5	-2	-3	-1	-3</a:t>
            </a:r>
          </a:p>
          <a:p>
            <a:pPr eaLnBrk="1" hangingPunct="1">
              <a:buNone/>
              <a:tabLst>
                <a:tab pos="2776538" algn="ctr"/>
                <a:tab pos="3673475" algn="ctr"/>
                <a:tab pos="4491038" algn="ctr"/>
                <a:tab pos="5387975" algn="ctr"/>
                <a:tab pos="6107113" algn="ctr"/>
                <a:tab pos="6808788" algn="ctr"/>
                <a:tab pos="7527925" algn="ctr"/>
              </a:tabLst>
            </a:pPr>
            <a:r>
              <a:rPr lang="en-GB" altLang="en-US" dirty="0"/>
              <a:t>sum from A[2]:			-6	-7	-4	-5	-3	-5</a:t>
            </a:r>
          </a:p>
          <a:p>
            <a:pPr eaLnBrk="1" hangingPunct="1">
              <a:buNone/>
              <a:tabLst>
                <a:tab pos="2776538" algn="ctr"/>
                <a:tab pos="3673475" algn="ctr"/>
                <a:tab pos="4491038" algn="ctr"/>
                <a:tab pos="5387975" algn="ctr"/>
                <a:tab pos="6107113" algn="ctr"/>
                <a:tab pos="6808788" algn="ctr"/>
                <a:tab pos="7527925" algn="ctr"/>
              </a:tabLst>
            </a:pPr>
            <a:r>
              <a:rPr lang="en-GB" altLang="en-US" dirty="0"/>
              <a:t>sum from A[3]:				-1	2	1	3	1</a:t>
            </a:r>
          </a:p>
          <a:p>
            <a:pPr eaLnBrk="1" hangingPunct="1">
              <a:buNone/>
              <a:tabLst>
                <a:tab pos="2776538" algn="ctr"/>
                <a:tab pos="3673475" algn="ctr"/>
                <a:tab pos="4491038" algn="ctr"/>
                <a:tab pos="5387975" algn="ctr"/>
                <a:tab pos="6107113" algn="ctr"/>
                <a:tab pos="6808788" algn="ctr"/>
                <a:tab pos="7527925" algn="ctr"/>
              </a:tabLst>
            </a:pPr>
            <a:r>
              <a:rPr lang="en-GB" altLang="en-US" dirty="0"/>
              <a:t>sum from A[4]:					3	2	4	2</a:t>
            </a:r>
          </a:p>
          <a:p>
            <a:pPr eaLnBrk="1" hangingPunct="1">
              <a:buNone/>
              <a:tabLst>
                <a:tab pos="2776538" algn="ctr"/>
                <a:tab pos="3673475" algn="ctr"/>
                <a:tab pos="4491038" algn="ctr"/>
                <a:tab pos="5387975" algn="ctr"/>
                <a:tab pos="6107113" algn="ctr"/>
                <a:tab pos="6808788" algn="ctr"/>
                <a:tab pos="7527925" algn="ctr"/>
              </a:tabLst>
            </a:pPr>
            <a:r>
              <a:rPr lang="en-GB" altLang="en-US" dirty="0"/>
              <a:t>sum from A[5]:						-1	1	-1</a:t>
            </a:r>
          </a:p>
          <a:p>
            <a:pPr eaLnBrk="1" hangingPunct="1">
              <a:buNone/>
              <a:tabLst>
                <a:tab pos="2776538" algn="ctr"/>
                <a:tab pos="3673475" algn="ctr"/>
                <a:tab pos="4491038" algn="ctr"/>
                <a:tab pos="5387975" algn="ctr"/>
                <a:tab pos="6107113" algn="ctr"/>
                <a:tab pos="6808788" algn="ctr"/>
                <a:tab pos="7527925" algn="ctr"/>
              </a:tabLst>
            </a:pPr>
            <a:r>
              <a:rPr lang="en-GB" altLang="en-US" dirty="0"/>
              <a:t>sum from A[6]:							2	0</a:t>
            </a:r>
          </a:p>
          <a:p>
            <a:pPr eaLnBrk="1" hangingPunct="1">
              <a:buNone/>
              <a:tabLst>
                <a:tab pos="2776538" algn="ctr"/>
                <a:tab pos="3673475" algn="ctr"/>
                <a:tab pos="4491038" algn="ctr"/>
                <a:tab pos="5387975" algn="ctr"/>
                <a:tab pos="6107113" algn="ctr"/>
                <a:tab pos="6808788" algn="ctr"/>
                <a:tab pos="7527925" algn="ctr"/>
              </a:tabLst>
            </a:pPr>
            <a:r>
              <a:rPr lang="en-GB" altLang="en-US" dirty="0"/>
              <a:t>sum from A[7]:								-2</a:t>
            </a:r>
          </a:p>
        </p:txBody>
      </p:sp>
      <p:sp>
        <p:nvSpPr>
          <p:cNvPr id="17412" name="Slide Number Placeholder 5">
            <a:extLst>
              <a:ext uri="{FF2B5EF4-FFF2-40B4-BE49-F238E27FC236}">
                <a16:creationId xmlns:a16="http://schemas.microsoft.com/office/drawing/2014/main" id="{35266918-36DD-E2CE-A121-00EA664B6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6BE3C9AB-0A83-40DA-ACA3-221027E95F8F}" type="slidenum">
              <a:rPr lang="zh-TW" altLang="en-US" sz="1100">
                <a:solidFill>
                  <a:srgbClr val="000000"/>
                </a:solidFill>
                <a:latin typeface="Verdana" panose="020B0604030504040204" pitchFamily="34" charset="0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9</a:t>
            </a:fld>
            <a:endParaRPr lang="en-US" altLang="zh-TW" sz="110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GB" altLang="zh-TW" sz="110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GB" altLang="zh-TW" sz="1100">
                <a:solidFill>
                  <a:srgbClr val="000000"/>
                </a:solidFill>
                <a:latin typeface="Verdana" panose="020B0604030504040204" pitchFamily="34" charset="0"/>
              </a:rPr>
              <a:t>(Contiguous Subarray)</a:t>
            </a:r>
            <a:endParaRPr lang="en-US" altLang="zh-TW" sz="1100">
              <a:solidFill>
                <a:srgbClr val="000000"/>
              </a:solidFill>
              <a:latin typeface="Verdana" panose="020B0604030504040204" pitchFamily="34" charset="0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9E767F3-CD6E-E58F-0388-CE0695AB51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59826" y="3644901"/>
            <a:ext cx="720725" cy="720725"/>
          </a:xfrm>
          <a:prstGeom prst="ellipse">
            <a:avLst/>
          </a:prstGeom>
          <a:noFill/>
          <a:ln w="381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eaLnBrk="0" hangingPunct="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GB" altLang="en-US">
              <a:solidFill>
                <a:srgbClr val="000000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37B4201-8A16-B5A1-D21A-1A9DF644DBF2}"/>
              </a:ext>
            </a:extLst>
          </p:cNvPr>
          <p:cNvSpPr/>
          <p:nvPr/>
        </p:nvSpPr>
        <p:spPr bwMode="auto">
          <a:xfrm>
            <a:off x="10073390" y="0"/>
            <a:ext cx="1813810" cy="43471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N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A162BFA0-C23D-6ED5-646B-93B34ADDA2E1}"/>
                  </a:ext>
                </a:extLst>
              </p14:cNvPr>
              <p14:cNvContentPartPr/>
              <p14:nvPr/>
            </p14:nvContentPartPr>
            <p14:xfrm>
              <a:off x="4373280" y="2251800"/>
              <a:ext cx="6383880" cy="5713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A162BFA0-C23D-6ED5-646B-93B34ADDA2E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363920" y="2242440"/>
                <a:ext cx="6402600" cy="59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094CE2C-9A44-00F9-D552-3A38867C248A}"/>
                  </a:ext>
                </a:extLst>
              </p14:cNvPr>
              <p14:cNvContentPartPr/>
              <p14:nvPr/>
            </p14:nvContentPartPr>
            <p14:xfrm>
              <a:off x="4373404" y="2349968"/>
              <a:ext cx="34920" cy="374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094CE2C-9A44-00F9-D552-3A38867C248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367284" y="2343848"/>
                <a:ext cx="47160" cy="4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73B6E9B3-32C5-5F99-B6F4-63D6E8786515}"/>
                  </a:ext>
                </a:extLst>
              </p14:cNvPr>
              <p14:cNvContentPartPr/>
              <p14:nvPr/>
            </p14:nvContentPartPr>
            <p14:xfrm>
              <a:off x="5219764" y="2364368"/>
              <a:ext cx="34560" cy="2772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73B6E9B3-32C5-5F99-B6F4-63D6E878651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213644" y="2358248"/>
                <a:ext cx="46800" cy="3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565D15DD-5EE1-F056-5FF9-4B18F2257B3D}"/>
                  </a:ext>
                </a:extLst>
              </p14:cNvPr>
              <p14:cNvContentPartPr/>
              <p14:nvPr/>
            </p14:nvContentPartPr>
            <p14:xfrm>
              <a:off x="6064324" y="2327288"/>
              <a:ext cx="74160" cy="4212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565D15DD-5EE1-F056-5FF9-4B18F2257B3D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058204" y="2321168"/>
                <a:ext cx="86400" cy="5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68D8294B-B210-CBE4-DEA0-9A521E5C10B9}"/>
                  </a:ext>
                </a:extLst>
              </p14:cNvPr>
              <p14:cNvContentPartPr/>
              <p14:nvPr/>
            </p14:nvContentPartPr>
            <p14:xfrm>
              <a:off x="6778924" y="2336648"/>
              <a:ext cx="33840" cy="4464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68D8294B-B210-CBE4-DEA0-9A521E5C10B9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772804" y="2330528"/>
                <a:ext cx="46080" cy="5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DFFC9C91-E3E1-825A-4634-65E9F722EDCF}"/>
                  </a:ext>
                </a:extLst>
              </p14:cNvPr>
              <p14:cNvContentPartPr/>
              <p14:nvPr/>
            </p14:nvContentPartPr>
            <p14:xfrm>
              <a:off x="7522684" y="2319008"/>
              <a:ext cx="51120" cy="3564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DFFC9C91-E3E1-825A-4634-65E9F722EDCF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516564" y="2312888"/>
                <a:ext cx="63360" cy="4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66CD1C3E-0B29-C156-C15B-A5EB05A93409}"/>
                  </a:ext>
                </a:extLst>
              </p14:cNvPr>
              <p14:cNvContentPartPr/>
              <p14:nvPr/>
            </p14:nvContentPartPr>
            <p14:xfrm>
              <a:off x="8209204" y="2388128"/>
              <a:ext cx="54360" cy="6768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66CD1C3E-0B29-C156-C15B-A5EB05A93409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203084" y="2382008"/>
                <a:ext cx="66600" cy="7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7B6C94E1-7F3A-087B-93DA-8C28D00DFFE8}"/>
                  </a:ext>
                </a:extLst>
              </p14:cNvPr>
              <p14:cNvContentPartPr/>
              <p14:nvPr/>
            </p14:nvContentPartPr>
            <p14:xfrm>
              <a:off x="9103804" y="2344928"/>
              <a:ext cx="70200" cy="7200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7B6C94E1-7F3A-087B-93DA-8C28D00DFFE8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9097684" y="2338808"/>
                <a:ext cx="82440" cy="84240"/>
              </a:xfrm>
              <a:prstGeom prst="rect">
                <a:avLst/>
              </a:prstGeom>
            </p:spPr>
          </p:pic>
        </mc:Fallback>
      </mc:AlternateContent>
      <p:grpSp>
        <p:nvGrpSpPr>
          <p:cNvPr id="18" name="Group 17">
            <a:extLst>
              <a:ext uri="{FF2B5EF4-FFF2-40B4-BE49-F238E27FC236}">
                <a16:creationId xmlns:a16="http://schemas.microsoft.com/office/drawing/2014/main" id="{52D2D3E1-4740-D01D-8C40-6025E3C9E0C3}"/>
              </a:ext>
            </a:extLst>
          </p:cNvPr>
          <p:cNvGrpSpPr/>
          <p:nvPr/>
        </p:nvGrpSpPr>
        <p:grpSpPr>
          <a:xfrm>
            <a:off x="10949884" y="2296328"/>
            <a:ext cx="750600" cy="388440"/>
            <a:chOff x="10949884" y="2296328"/>
            <a:chExt cx="750600" cy="388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2524D547-945D-03A8-68D2-F362296EF649}"/>
                    </a:ext>
                  </a:extLst>
                </p14:cNvPr>
                <p14:cNvContentPartPr/>
                <p14:nvPr/>
              </p14:nvContentPartPr>
              <p14:xfrm>
                <a:off x="10949884" y="2440328"/>
                <a:ext cx="157680" cy="2444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2524D547-945D-03A8-68D2-F362296EF649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0943764" y="2434208"/>
                  <a:ext cx="16992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D26B97FD-5921-767C-1E9D-D2A0983554C3}"/>
                    </a:ext>
                  </a:extLst>
                </p14:cNvPr>
                <p14:cNvContentPartPr/>
                <p14:nvPr/>
              </p14:nvContentPartPr>
              <p14:xfrm>
                <a:off x="11092804" y="2296328"/>
                <a:ext cx="19800" cy="313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D26B97FD-5921-767C-1E9D-D2A0983554C3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1086684" y="2290208"/>
                  <a:ext cx="3204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913F1170-A991-D0F8-8B83-C4088AF4FBE8}"/>
                    </a:ext>
                  </a:extLst>
                </p14:cNvPr>
                <p14:cNvContentPartPr/>
                <p14:nvPr/>
              </p14:nvContentPartPr>
              <p14:xfrm>
                <a:off x="11164084" y="2517728"/>
                <a:ext cx="108360" cy="172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913F1170-A991-D0F8-8B83-C4088AF4FBE8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1157964" y="2511608"/>
                  <a:ext cx="12060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DF077237-13F8-8017-ED7E-E1B7CAA62F6A}"/>
                    </a:ext>
                  </a:extLst>
                </p14:cNvPr>
                <p14:cNvContentPartPr/>
                <p14:nvPr/>
              </p14:nvContentPartPr>
              <p14:xfrm>
                <a:off x="11155084" y="2598728"/>
                <a:ext cx="109800" cy="230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DF077237-13F8-8017-ED7E-E1B7CAA62F6A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1148964" y="2592608"/>
                  <a:ext cx="12204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D6601D83-F7D9-C665-FDAB-9897E2CB84F8}"/>
                    </a:ext>
                  </a:extLst>
                </p14:cNvPr>
                <p14:cNvContentPartPr/>
                <p14:nvPr/>
              </p14:nvContentPartPr>
              <p14:xfrm>
                <a:off x="11345884" y="2457608"/>
                <a:ext cx="18000" cy="2113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D6601D83-F7D9-C665-FDAB-9897E2CB84F8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1339764" y="2451488"/>
                  <a:ext cx="3024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23EF96E0-FD83-6075-745D-295871ED4CEA}"/>
                    </a:ext>
                  </a:extLst>
                </p14:cNvPr>
                <p14:cNvContentPartPr/>
                <p14:nvPr/>
              </p14:nvContentPartPr>
              <p14:xfrm>
                <a:off x="11526964" y="2371928"/>
                <a:ext cx="173520" cy="3121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23EF96E0-FD83-6075-745D-295871ED4CEA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1520844" y="2365808"/>
                  <a:ext cx="185760" cy="324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2528DDD2-245E-80B9-811F-43BB6697603D}"/>
              </a:ext>
            </a:extLst>
          </p:cNvPr>
          <p:cNvGrpSpPr/>
          <p:nvPr/>
        </p:nvGrpSpPr>
        <p:grpSpPr>
          <a:xfrm>
            <a:off x="11782564" y="2465528"/>
            <a:ext cx="132120" cy="357480"/>
            <a:chOff x="11782564" y="2465528"/>
            <a:chExt cx="132120" cy="357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57B6012F-8BAF-0F7F-4D2F-4BF8A31B71CC}"/>
                    </a:ext>
                  </a:extLst>
                </p14:cNvPr>
                <p14:cNvContentPartPr/>
                <p14:nvPr/>
              </p14:nvContentPartPr>
              <p14:xfrm>
                <a:off x="11818564" y="2465528"/>
                <a:ext cx="96120" cy="3574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57B6012F-8BAF-0F7F-4D2F-4BF8A31B71CC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1812444" y="2459408"/>
                  <a:ext cx="108360" cy="36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18BF6F12-2444-BA25-F4D7-42C96681BEB5}"/>
                    </a:ext>
                  </a:extLst>
                </p14:cNvPr>
                <p14:cNvContentPartPr/>
                <p14:nvPr/>
              </p14:nvContentPartPr>
              <p14:xfrm>
                <a:off x="11782564" y="2706368"/>
                <a:ext cx="122400" cy="230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18BF6F12-2444-BA25-F4D7-42C96681BEB5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1776444" y="2700248"/>
                  <a:ext cx="134640" cy="35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90246408-6DA4-FE41-176E-7A6C6D8DEFF9}"/>
              </a:ext>
            </a:extLst>
          </p:cNvPr>
          <p:cNvGrpSpPr/>
          <p:nvPr/>
        </p:nvGrpSpPr>
        <p:grpSpPr>
          <a:xfrm>
            <a:off x="9748204" y="2857568"/>
            <a:ext cx="147960" cy="435960"/>
            <a:chOff x="9748204" y="2857568"/>
            <a:chExt cx="147960" cy="435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5EC79372-241E-9307-CEA5-E538B7B63C38}"/>
                    </a:ext>
                  </a:extLst>
                </p14:cNvPr>
                <p14:cNvContentPartPr/>
                <p14:nvPr/>
              </p14:nvContentPartPr>
              <p14:xfrm>
                <a:off x="9748204" y="2981048"/>
                <a:ext cx="147960" cy="31248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5EC79372-241E-9307-CEA5-E538B7B63C38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9742084" y="2974928"/>
                  <a:ext cx="160200" cy="32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CB9D07F1-820A-4852-1B19-485400A575B3}"/>
                    </a:ext>
                  </a:extLst>
                </p14:cNvPr>
                <p14:cNvContentPartPr/>
                <p14:nvPr/>
              </p14:nvContentPartPr>
              <p14:xfrm>
                <a:off x="9853684" y="2857568"/>
                <a:ext cx="34920" cy="460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CB9D07F1-820A-4852-1B19-485400A575B3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9847564" y="2851448"/>
                  <a:ext cx="47160" cy="58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4188F0BC-343B-5B19-665D-4820EFD707F4}"/>
              </a:ext>
            </a:extLst>
          </p:cNvPr>
          <p:cNvGrpSpPr/>
          <p:nvPr/>
        </p:nvGrpSpPr>
        <p:grpSpPr>
          <a:xfrm>
            <a:off x="10112164" y="2957288"/>
            <a:ext cx="902160" cy="361080"/>
            <a:chOff x="10112164" y="2957288"/>
            <a:chExt cx="902160" cy="361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9768B9C5-D730-7CCC-5935-99549576666C}"/>
                    </a:ext>
                  </a:extLst>
                </p14:cNvPr>
                <p14:cNvContentPartPr/>
                <p14:nvPr/>
              </p14:nvContentPartPr>
              <p14:xfrm>
                <a:off x="10147804" y="3049448"/>
                <a:ext cx="101160" cy="3780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9768B9C5-D730-7CCC-5935-99549576666C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0141684" y="3043328"/>
                  <a:ext cx="11340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40B19CED-A82A-4B70-B7C1-044C10D8FA55}"/>
                    </a:ext>
                  </a:extLst>
                </p14:cNvPr>
                <p14:cNvContentPartPr/>
                <p14:nvPr/>
              </p14:nvContentPartPr>
              <p14:xfrm>
                <a:off x="10112164" y="3133328"/>
                <a:ext cx="171720" cy="5688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40B19CED-A82A-4B70-B7C1-044C10D8FA55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0106044" y="3127208"/>
                  <a:ext cx="18396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529D66A9-AB6D-F606-F8DD-7F7025688689}"/>
                    </a:ext>
                  </a:extLst>
                </p14:cNvPr>
                <p14:cNvContentPartPr/>
                <p14:nvPr/>
              </p14:nvContentPartPr>
              <p14:xfrm>
                <a:off x="10350124" y="3071768"/>
                <a:ext cx="266040" cy="24660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529D66A9-AB6D-F606-F8DD-7F7025688689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0344004" y="3065648"/>
                  <a:ext cx="27828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6BCA2F54-50E0-EB84-02E6-DB7778D39EE5}"/>
                    </a:ext>
                  </a:extLst>
                </p14:cNvPr>
                <p14:cNvContentPartPr/>
                <p14:nvPr/>
              </p14:nvContentPartPr>
              <p14:xfrm>
                <a:off x="10715164" y="2957288"/>
                <a:ext cx="299160" cy="31860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6BCA2F54-50E0-EB84-02E6-DB7778D39EE5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0709044" y="2951168"/>
                  <a:ext cx="311400" cy="330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1190FDE6-D58B-9E0A-D022-5C9612A7F696}"/>
              </a:ext>
            </a:extLst>
          </p:cNvPr>
          <p:cNvGrpSpPr/>
          <p:nvPr/>
        </p:nvGrpSpPr>
        <p:grpSpPr>
          <a:xfrm>
            <a:off x="11192884" y="3008408"/>
            <a:ext cx="146160" cy="261000"/>
            <a:chOff x="11192884" y="3008408"/>
            <a:chExt cx="146160" cy="261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1455BB15-21AE-BED0-D60F-AD31FFC66CA9}"/>
                    </a:ext>
                  </a:extLst>
                </p14:cNvPr>
                <p14:cNvContentPartPr/>
                <p14:nvPr/>
              </p14:nvContentPartPr>
              <p14:xfrm>
                <a:off x="11192884" y="3008408"/>
                <a:ext cx="130320" cy="2610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1455BB15-21AE-BED0-D60F-AD31FFC66CA9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1186764" y="3002288"/>
                  <a:ext cx="14256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0E097558-924E-1743-0F71-27864DC2A61F}"/>
                    </a:ext>
                  </a:extLst>
                </p14:cNvPr>
                <p14:cNvContentPartPr/>
                <p14:nvPr/>
              </p14:nvContentPartPr>
              <p14:xfrm>
                <a:off x="11250484" y="3183728"/>
                <a:ext cx="88560" cy="4320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0E097558-924E-1743-0F71-27864DC2A61F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1244364" y="3177608"/>
                  <a:ext cx="100800" cy="55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F33B39AD-857E-4E14-ED95-7AFBCE3E4ABC}"/>
              </a:ext>
            </a:extLst>
          </p:cNvPr>
          <p:cNvGrpSpPr/>
          <p:nvPr/>
        </p:nvGrpSpPr>
        <p:grpSpPr>
          <a:xfrm>
            <a:off x="9578284" y="3422768"/>
            <a:ext cx="1614600" cy="1294560"/>
            <a:chOff x="9578284" y="3422768"/>
            <a:chExt cx="1614600" cy="1294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3B6D4009-0383-D281-7675-11F7DD8C69B9}"/>
                    </a:ext>
                  </a:extLst>
                </p14:cNvPr>
                <p14:cNvContentPartPr/>
                <p14:nvPr/>
              </p14:nvContentPartPr>
              <p14:xfrm>
                <a:off x="9769804" y="3653528"/>
                <a:ext cx="148680" cy="30852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3B6D4009-0383-D281-7675-11F7DD8C69B9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9763684" y="3647408"/>
                  <a:ext cx="160920" cy="32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8E3ECE46-BA41-170C-6DB5-7D60216481B1}"/>
                    </a:ext>
                  </a:extLst>
                </p14:cNvPr>
                <p14:cNvContentPartPr/>
                <p14:nvPr/>
              </p14:nvContentPartPr>
              <p14:xfrm>
                <a:off x="9858724" y="3507008"/>
                <a:ext cx="15840" cy="306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8E3ECE46-BA41-170C-6DB5-7D60216481B1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9852604" y="3500888"/>
                  <a:ext cx="2808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813B827F-4032-7D67-4C6F-61712ECB9CC0}"/>
                    </a:ext>
                  </a:extLst>
                </p14:cNvPr>
                <p14:cNvContentPartPr/>
                <p14:nvPr/>
              </p14:nvContentPartPr>
              <p14:xfrm>
                <a:off x="10126564" y="3618248"/>
                <a:ext cx="62280" cy="1152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813B827F-4032-7D67-4C6F-61712ECB9CC0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0120444" y="3612128"/>
                  <a:ext cx="7452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28474039-7CF9-6426-33D8-A235662F1147}"/>
                    </a:ext>
                  </a:extLst>
                </p14:cNvPr>
                <p14:cNvContentPartPr/>
                <p14:nvPr/>
              </p14:nvContentPartPr>
              <p14:xfrm>
                <a:off x="10096684" y="3657488"/>
                <a:ext cx="225000" cy="777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28474039-7CF9-6426-33D8-A235662F1147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0090564" y="3651368"/>
                  <a:ext cx="23724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1326F250-27EA-71A0-6E55-95DC8C23042C}"/>
                    </a:ext>
                  </a:extLst>
                </p14:cNvPr>
                <p14:cNvContentPartPr/>
                <p14:nvPr/>
              </p14:nvContentPartPr>
              <p14:xfrm>
                <a:off x="10407364" y="3540848"/>
                <a:ext cx="130320" cy="31500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1326F250-27EA-71A0-6E55-95DC8C23042C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0401244" y="3534728"/>
                  <a:ext cx="142560" cy="32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F28BD84D-EE9C-5094-C5EB-A2D35C5FAD89}"/>
                    </a:ext>
                  </a:extLst>
                </p14:cNvPr>
                <p14:cNvContentPartPr/>
                <p14:nvPr/>
              </p14:nvContentPartPr>
              <p14:xfrm>
                <a:off x="10754404" y="3422768"/>
                <a:ext cx="279360" cy="3031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F28BD84D-EE9C-5094-C5EB-A2D35C5FAD89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0748284" y="3416648"/>
                  <a:ext cx="291600" cy="31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8D7BF57F-CC91-077A-2CA7-B6563ECCDD4C}"/>
                    </a:ext>
                  </a:extLst>
                </p14:cNvPr>
                <p14:cNvContentPartPr/>
                <p14:nvPr/>
              </p14:nvContentPartPr>
              <p14:xfrm>
                <a:off x="11056084" y="3503408"/>
                <a:ext cx="136800" cy="2520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8D7BF57F-CC91-077A-2CA7-B6563ECCDD4C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1049964" y="3497288"/>
                  <a:ext cx="149040" cy="2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C520E089-5C1D-CA9D-DA20-0D403FDB8DBA}"/>
                    </a:ext>
                  </a:extLst>
                </p14:cNvPr>
                <p14:cNvContentPartPr/>
                <p14:nvPr/>
              </p14:nvContentPartPr>
              <p14:xfrm>
                <a:off x="9734164" y="4079408"/>
                <a:ext cx="143280" cy="24840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C520E089-5C1D-CA9D-DA20-0D403FDB8DBA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9728044" y="4073288"/>
                  <a:ext cx="15552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D2A71919-9749-2C17-2DF5-536D8EBA19A1}"/>
                    </a:ext>
                  </a:extLst>
                </p14:cNvPr>
                <p14:cNvContentPartPr/>
                <p14:nvPr/>
              </p14:nvContentPartPr>
              <p14:xfrm>
                <a:off x="9910204" y="3968528"/>
                <a:ext cx="33840" cy="2520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D2A71919-9749-2C17-2DF5-536D8EBA19A1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9904084" y="3962408"/>
                  <a:ext cx="4608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C79B72C2-311C-A5CA-297F-5D25F6A808C2}"/>
                    </a:ext>
                  </a:extLst>
                </p14:cNvPr>
                <p14:cNvContentPartPr/>
                <p14:nvPr/>
              </p14:nvContentPartPr>
              <p14:xfrm>
                <a:off x="10033324" y="4066088"/>
                <a:ext cx="70200" cy="1980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C79B72C2-311C-A5CA-297F-5D25F6A808C2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0027204" y="4059968"/>
                  <a:ext cx="8244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F5BD900C-D961-ED4A-1D5C-3B70D5AFEC5D}"/>
                    </a:ext>
                  </a:extLst>
                </p14:cNvPr>
                <p14:cNvContentPartPr/>
                <p14:nvPr/>
              </p14:nvContentPartPr>
              <p14:xfrm>
                <a:off x="9995164" y="4146728"/>
                <a:ext cx="113040" cy="5760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F5BD900C-D961-ED4A-1D5C-3B70D5AFEC5D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9989044" y="4140608"/>
                  <a:ext cx="12528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0465277F-3CE4-2A57-0EB5-D0776AA31346}"/>
                    </a:ext>
                  </a:extLst>
                </p14:cNvPr>
                <p14:cNvContentPartPr/>
                <p14:nvPr/>
              </p14:nvContentPartPr>
              <p14:xfrm>
                <a:off x="10368484" y="3574328"/>
                <a:ext cx="175680" cy="31464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0465277F-3CE4-2A57-0EB5-D0776AA31346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0362364" y="3568208"/>
                  <a:ext cx="187920" cy="32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D90A650E-FD6E-1E26-FC0C-5C898004C2E4}"/>
                    </a:ext>
                  </a:extLst>
                </p14:cNvPr>
                <p14:cNvContentPartPr/>
                <p14:nvPr/>
              </p14:nvContentPartPr>
              <p14:xfrm>
                <a:off x="10102444" y="4119008"/>
                <a:ext cx="168480" cy="15660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D90A650E-FD6E-1E26-FC0C-5C898004C2E4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0096324" y="4112888"/>
                  <a:ext cx="18072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031D7259-7854-1E4E-EDDA-C5C472BD65EA}"/>
                    </a:ext>
                  </a:extLst>
                </p14:cNvPr>
                <p14:cNvContentPartPr/>
                <p14:nvPr/>
              </p14:nvContentPartPr>
              <p14:xfrm>
                <a:off x="10434004" y="3961328"/>
                <a:ext cx="250200" cy="24480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031D7259-7854-1E4E-EDDA-C5C472BD65EA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0427884" y="3955208"/>
                  <a:ext cx="26244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33336633-1E7B-E2DC-F5B3-F16436B123E2}"/>
                    </a:ext>
                  </a:extLst>
                </p14:cNvPr>
                <p14:cNvContentPartPr/>
                <p14:nvPr/>
              </p14:nvContentPartPr>
              <p14:xfrm>
                <a:off x="10799044" y="3939368"/>
                <a:ext cx="92880" cy="24840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33336633-1E7B-E2DC-F5B3-F16436B123E2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0792924" y="3933248"/>
                  <a:ext cx="10512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4E38B0EB-C8E2-ABFF-EA79-FAE31D8124A1}"/>
                    </a:ext>
                  </a:extLst>
                </p14:cNvPr>
                <p14:cNvContentPartPr/>
                <p14:nvPr/>
              </p14:nvContentPartPr>
              <p14:xfrm>
                <a:off x="10852324" y="4084808"/>
                <a:ext cx="56160" cy="3420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4E38B0EB-C8E2-ABFF-EA79-FAE31D8124A1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0846204" y="4078688"/>
                  <a:ext cx="6840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7274C798-696A-9724-8578-68B1F2A3BEDA}"/>
                    </a:ext>
                  </a:extLst>
                </p14:cNvPr>
                <p14:cNvContentPartPr/>
                <p14:nvPr/>
              </p14:nvContentPartPr>
              <p14:xfrm>
                <a:off x="9578284" y="4484408"/>
                <a:ext cx="146160" cy="23292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7274C798-696A-9724-8578-68B1F2A3BEDA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9572164" y="4478288"/>
                  <a:ext cx="15840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018A319C-C09A-ED9E-3A82-B1F4047D442E}"/>
                    </a:ext>
                  </a:extLst>
                </p14:cNvPr>
                <p14:cNvContentPartPr/>
                <p14:nvPr/>
              </p14:nvContentPartPr>
              <p14:xfrm>
                <a:off x="9722284" y="4378928"/>
                <a:ext cx="54360" cy="3564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018A319C-C09A-ED9E-3A82-B1F4047D442E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9716164" y="4372808"/>
                  <a:ext cx="6660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F4120B8B-9841-9120-726C-45560FB3D034}"/>
                    </a:ext>
                  </a:extLst>
                </p14:cNvPr>
                <p14:cNvContentPartPr/>
                <p14:nvPr/>
              </p14:nvContentPartPr>
              <p14:xfrm>
                <a:off x="9847924" y="4536248"/>
                <a:ext cx="111960" cy="1476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F4120B8B-9841-9120-726C-45560FB3D034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9841804" y="4530128"/>
                  <a:ext cx="12420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7301E550-FB89-2324-691A-A9871660197B}"/>
                    </a:ext>
                  </a:extLst>
                </p14:cNvPr>
                <p14:cNvContentPartPr/>
                <p14:nvPr/>
              </p14:nvContentPartPr>
              <p14:xfrm>
                <a:off x="9919204" y="4514648"/>
                <a:ext cx="227520" cy="10116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7301E550-FB89-2324-691A-A9871660197B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9913084" y="4508528"/>
                  <a:ext cx="23976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504512F9-CA67-1F22-A9AD-0027776E50F7}"/>
                    </a:ext>
                  </a:extLst>
                </p14:cNvPr>
                <p14:cNvContentPartPr/>
                <p14:nvPr/>
              </p14:nvContentPartPr>
              <p14:xfrm>
                <a:off x="10132324" y="4427888"/>
                <a:ext cx="104040" cy="23580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504512F9-CA67-1F22-A9AD-0027776E50F7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0126204" y="4421768"/>
                  <a:ext cx="11628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261BD7CF-328B-6677-9E61-CC99BFD4B169}"/>
                    </a:ext>
                  </a:extLst>
                </p14:cNvPr>
                <p14:cNvContentPartPr/>
                <p14:nvPr/>
              </p14:nvContentPartPr>
              <p14:xfrm>
                <a:off x="10424284" y="4279208"/>
                <a:ext cx="294840" cy="34236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261BD7CF-328B-6677-9E61-CC99BFD4B169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0418164" y="4273088"/>
                  <a:ext cx="307080" cy="35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C23443EA-8E40-9EC7-716E-5AC63FBE15D4}"/>
                    </a:ext>
                  </a:extLst>
                </p14:cNvPr>
                <p14:cNvContentPartPr/>
                <p14:nvPr/>
              </p14:nvContentPartPr>
              <p14:xfrm>
                <a:off x="10887244" y="4364168"/>
                <a:ext cx="97560" cy="27756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C23443EA-8E40-9EC7-716E-5AC63FBE15D4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0881124" y="4358048"/>
                  <a:ext cx="109800" cy="28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DD6653C8-9B4B-F7D2-D8F5-827A4646CDAA}"/>
                    </a:ext>
                  </a:extLst>
                </p14:cNvPr>
                <p14:cNvContentPartPr/>
                <p14:nvPr/>
              </p14:nvContentPartPr>
              <p14:xfrm>
                <a:off x="10909564" y="4518248"/>
                <a:ext cx="116640" cy="9828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DD6653C8-9B4B-F7D2-D8F5-827A4646CDAA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0903444" y="4512128"/>
                  <a:ext cx="128880" cy="110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0445" name="Group 530444">
            <a:extLst>
              <a:ext uri="{FF2B5EF4-FFF2-40B4-BE49-F238E27FC236}">
                <a16:creationId xmlns:a16="http://schemas.microsoft.com/office/drawing/2014/main" id="{47E5DCB3-F5D0-D1E2-2D51-EFFA7ACEC269}"/>
              </a:ext>
            </a:extLst>
          </p:cNvPr>
          <p:cNvGrpSpPr/>
          <p:nvPr/>
        </p:nvGrpSpPr>
        <p:grpSpPr>
          <a:xfrm>
            <a:off x="9862684" y="4867088"/>
            <a:ext cx="760680" cy="393120"/>
            <a:chOff x="9862684" y="4867088"/>
            <a:chExt cx="760680" cy="393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D4AF80AE-ADFE-B440-E25D-72BE1EC2F28E}"/>
                    </a:ext>
                  </a:extLst>
                </p14:cNvPr>
                <p14:cNvContentPartPr/>
                <p14:nvPr/>
              </p14:nvContentPartPr>
              <p14:xfrm>
                <a:off x="9862684" y="4986248"/>
                <a:ext cx="156600" cy="27396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D4AF80AE-ADFE-B440-E25D-72BE1EC2F28E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9856564" y="4980128"/>
                  <a:ext cx="16884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59B1B5E9-B7AC-831A-FEFB-FB61C578CDA2}"/>
                    </a:ext>
                  </a:extLst>
                </p14:cNvPr>
                <p14:cNvContentPartPr/>
                <p14:nvPr/>
              </p14:nvContentPartPr>
              <p14:xfrm>
                <a:off x="9993004" y="4919648"/>
                <a:ext cx="53280" cy="2520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59B1B5E9-B7AC-831A-FEFB-FB61C578CDA2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9986884" y="4913528"/>
                  <a:ext cx="6552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52AC0BCD-D0C1-AB7D-B24C-DEBB168150AA}"/>
                    </a:ext>
                  </a:extLst>
                </p14:cNvPr>
                <p14:cNvContentPartPr/>
                <p14:nvPr/>
              </p14:nvContentPartPr>
              <p14:xfrm>
                <a:off x="10180564" y="5039888"/>
                <a:ext cx="109800" cy="900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52AC0BCD-D0C1-AB7D-B24C-DEBB168150AA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0174444" y="5033768"/>
                  <a:ext cx="12204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A87CD2A1-E490-F340-9A0B-B7C02A503704}"/>
                    </a:ext>
                  </a:extLst>
                </p14:cNvPr>
                <p14:cNvContentPartPr/>
                <p14:nvPr/>
              </p14:nvContentPartPr>
              <p14:xfrm>
                <a:off x="10190644" y="5114408"/>
                <a:ext cx="187200" cy="6480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A87CD2A1-E490-F340-9A0B-B7C02A503704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0184524" y="5108288"/>
                  <a:ext cx="19944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530432" name="Ink 530431">
                  <a:extLst>
                    <a:ext uri="{FF2B5EF4-FFF2-40B4-BE49-F238E27FC236}">
                      <a16:creationId xmlns:a16="http://schemas.microsoft.com/office/drawing/2014/main" id="{ADAC4927-8A03-E4D8-3814-5DCAB6F31261}"/>
                    </a:ext>
                  </a:extLst>
                </p14:cNvPr>
                <p14:cNvContentPartPr/>
                <p14:nvPr/>
              </p14:nvContentPartPr>
              <p14:xfrm>
                <a:off x="10454524" y="4867088"/>
                <a:ext cx="168840" cy="292680"/>
              </p14:xfrm>
            </p:contentPart>
          </mc:Choice>
          <mc:Fallback>
            <p:pic>
              <p:nvPicPr>
                <p:cNvPr id="530432" name="Ink 530431">
                  <a:extLst>
                    <a:ext uri="{FF2B5EF4-FFF2-40B4-BE49-F238E27FC236}">
                      <a16:creationId xmlns:a16="http://schemas.microsoft.com/office/drawing/2014/main" id="{ADAC4927-8A03-E4D8-3814-5DCAB6F31261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0448404" y="4860968"/>
                  <a:ext cx="181080" cy="304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0444" name="Group 530443">
            <a:extLst>
              <a:ext uri="{FF2B5EF4-FFF2-40B4-BE49-F238E27FC236}">
                <a16:creationId xmlns:a16="http://schemas.microsoft.com/office/drawing/2014/main" id="{291D10CC-F345-57B8-812F-09AD7EE4CAE9}"/>
              </a:ext>
            </a:extLst>
          </p:cNvPr>
          <p:cNvGrpSpPr/>
          <p:nvPr/>
        </p:nvGrpSpPr>
        <p:grpSpPr>
          <a:xfrm>
            <a:off x="10802644" y="4758728"/>
            <a:ext cx="562320" cy="312840"/>
            <a:chOff x="10802644" y="4758728"/>
            <a:chExt cx="562320" cy="312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530433" name="Ink 530432">
                  <a:extLst>
                    <a:ext uri="{FF2B5EF4-FFF2-40B4-BE49-F238E27FC236}">
                      <a16:creationId xmlns:a16="http://schemas.microsoft.com/office/drawing/2014/main" id="{195524B4-CD55-1421-9658-5B0F35A00938}"/>
                    </a:ext>
                  </a:extLst>
                </p14:cNvPr>
                <p14:cNvContentPartPr/>
                <p14:nvPr/>
              </p14:nvContentPartPr>
              <p14:xfrm>
                <a:off x="10802644" y="4781048"/>
                <a:ext cx="328320" cy="290520"/>
              </p14:xfrm>
            </p:contentPart>
          </mc:Choice>
          <mc:Fallback>
            <p:pic>
              <p:nvPicPr>
                <p:cNvPr id="530433" name="Ink 530432">
                  <a:extLst>
                    <a:ext uri="{FF2B5EF4-FFF2-40B4-BE49-F238E27FC236}">
                      <a16:creationId xmlns:a16="http://schemas.microsoft.com/office/drawing/2014/main" id="{195524B4-CD55-1421-9658-5B0F35A00938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0796524" y="4774928"/>
                  <a:ext cx="340560" cy="30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530434" name="Ink 530433">
                  <a:extLst>
                    <a:ext uri="{FF2B5EF4-FFF2-40B4-BE49-F238E27FC236}">
                      <a16:creationId xmlns:a16="http://schemas.microsoft.com/office/drawing/2014/main" id="{41D9CE45-28F0-F676-DAE5-10B378A734EF}"/>
                    </a:ext>
                  </a:extLst>
                </p14:cNvPr>
                <p14:cNvContentPartPr/>
                <p14:nvPr/>
              </p14:nvContentPartPr>
              <p14:xfrm>
                <a:off x="11241484" y="4758728"/>
                <a:ext cx="121680" cy="264960"/>
              </p14:xfrm>
            </p:contentPart>
          </mc:Choice>
          <mc:Fallback>
            <p:pic>
              <p:nvPicPr>
                <p:cNvPr id="530434" name="Ink 530433">
                  <a:extLst>
                    <a:ext uri="{FF2B5EF4-FFF2-40B4-BE49-F238E27FC236}">
                      <a16:creationId xmlns:a16="http://schemas.microsoft.com/office/drawing/2014/main" id="{41D9CE45-28F0-F676-DAE5-10B378A734EF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1235364" y="4752608"/>
                  <a:ext cx="133920" cy="27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530436" name="Ink 530435">
                  <a:extLst>
                    <a:ext uri="{FF2B5EF4-FFF2-40B4-BE49-F238E27FC236}">
                      <a16:creationId xmlns:a16="http://schemas.microsoft.com/office/drawing/2014/main" id="{8337BAC1-D25E-48DA-23F1-814C57F4F97B}"/>
                    </a:ext>
                  </a:extLst>
                </p14:cNvPr>
                <p14:cNvContentPartPr/>
                <p14:nvPr/>
              </p14:nvContentPartPr>
              <p14:xfrm>
                <a:off x="11286124" y="4981208"/>
                <a:ext cx="78840" cy="19800"/>
              </p14:xfrm>
            </p:contentPart>
          </mc:Choice>
          <mc:Fallback>
            <p:pic>
              <p:nvPicPr>
                <p:cNvPr id="530436" name="Ink 530435">
                  <a:extLst>
                    <a:ext uri="{FF2B5EF4-FFF2-40B4-BE49-F238E27FC236}">
                      <a16:creationId xmlns:a16="http://schemas.microsoft.com/office/drawing/2014/main" id="{8337BAC1-D25E-48DA-23F1-814C57F4F97B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1280004" y="4975088"/>
                  <a:ext cx="91080" cy="32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0443" name="Group 530442">
            <a:extLst>
              <a:ext uri="{FF2B5EF4-FFF2-40B4-BE49-F238E27FC236}">
                <a16:creationId xmlns:a16="http://schemas.microsoft.com/office/drawing/2014/main" id="{21933BCF-FAA4-1C8A-3D9F-E04CF0BBDBB8}"/>
              </a:ext>
            </a:extLst>
          </p:cNvPr>
          <p:cNvGrpSpPr/>
          <p:nvPr/>
        </p:nvGrpSpPr>
        <p:grpSpPr>
          <a:xfrm>
            <a:off x="9828484" y="5452448"/>
            <a:ext cx="846000" cy="316800"/>
            <a:chOff x="9828484" y="5452448"/>
            <a:chExt cx="846000" cy="316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530437" name="Ink 530436">
                  <a:extLst>
                    <a:ext uri="{FF2B5EF4-FFF2-40B4-BE49-F238E27FC236}">
                      <a16:creationId xmlns:a16="http://schemas.microsoft.com/office/drawing/2014/main" id="{965D3F9C-38FC-FE05-CCEB-B90D716E8DC5}"/>
                    </a:ext>
                  </a:extLst>
                </p14:cNvPr>
                <p14:cNvContentPartPr/>
                <p14:nvPr/>
              </p14:nvContentPartPr>
              <p14:xfrm>
                <a:off x="9828484" y="5578448"/>
                <a:ext cx="243000" cy="190800"/>
              </p14:xfrm>
            </p:contentPart>
          </mc:Choice>
          <mc:Fallback>
            <p:pic>
              <p:nvPicPr>
                <p:cNvPr id="530437" name="Ink 530436">
                  <a:extLst>
                    <a:ext uri="{FF2B5EF4-FFF2-40B4-BE49-F238E27FC236}">
                      <a16:creationId xmlns:a16="http://schemas.microsoft.com/office/drawing/2014/main" id="{965D3F9C-38FC-FE05-CCEB-B90D716E8DC5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9822364" y="5572328"/>
                  <a:ext cx="25524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530438" name="Ink 530437">
                  <a:extLst>
                    <a:ext uri="{FF2B5EF4-FFF2-40B4-BE49-F238E27FC236}">
                      <a16:creationId xmlns:a16="http://schemas.microsoft.com/office/drawing/2014/main" id="{81CE8939-541F-C406-028A-7D720C2F1E0D}"/>
                    </a:ext>
                  </a:extLst>
                </p14:cNvPr>
                <p14:cNvContentPartPr/>
                <p14:nvPr/>
              </p14:nvContentPartPr>
              <p14:xfrm>
                <a:off x="9999844" y="5472248"/>
                <a:ext cx="53280" cy="37800"/>
              </p14:xfrm>
            </p:contentPart>
          </mc:Choice>
          <mc:Fallback>
            <p:pic>
              <p:nvPicPr>
                <p:cNvPr id="530438" name="Ink 530437">
                  <a:extLst>
                    <a:ext uri="{FF2B5EF4-FFF2-40B4-BE49-F238E27FC236}">
                      <a16:creationId xmlns:a16="http://schemas.microsoft.com/office/drawing/2014/main" id="{81CE8939-541F-C406-028A-7D720C2F1E0D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9993724" y="5466128"/>
                  <a:ext cx="6552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530439" name="Ink 530438">
                  <a:extLst>
                    <a:ext uri="{FF2B5EF4-FFF2-40B4-BE49-F238E27FC236}">
                      <a16:creationId xmlns:a16="http://schemas.microsoft.com/office/drawing/2014/main" id="{3825B5E8-687A-EDA6-52EF-A00745A42E15}"/>
                    </a:ext>
                  </a:extLst>
                </p14:cNvPr>
                <p14:cNvContentPartPr/>
                <p14:nvPr/>
              </p14:nvContentPartPr>
              <p14:xfrm>
                <a:off x="10237084" y="5523008"/>
                <a:ext cx="130320" cy="21240"/>
              </p14:xfrm>
            </p:contentPart>
          </mc:Choice>
          <mc:Fallback>
            <p:pic>
              <p:nvPicPr>
                <p:cNvPr id="530439" name="Ink 530438">
                  <a:extLst>
                    <a:ext uri="{FF2B5EF4-FFF2-40B4-BE49-F238E27FC236}">
                      <a16:creationId xmlns:a16="http://schemas.microsoft.com/office/drawing/2014/main" id="{3825B5E8-687A-EDA6-52EF-A00745A42E15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0230964" y="5516888"/>
                  <a:ext cx="14256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530440" name="Ink 530439">
                  <a:extLst>
                    <a:ext uri="{FF2B5EF4-FFF2-40B4-BE49-F238E27FC236}">
                      <a16:creationId xmlns:a16="http://schemas.microsoft.com/office/drawing/2014/main" id="{DD4DDEC9-FCC0-5717-7F1D-E5D0D684AC77}"/>
                    </a:ext>
                  </a:extLst>
                </p14:cNvPr>
                <p14:cNvContentPartPr/>
                <p14:nvPr/>
              </p14:nvContentPartPr>
              <p14:xfrm>
                <a:off x="10275244" y="5542448"/>
                <a:ext cx="172800" cy="114480"/>
              </p14:xfrm>
            </p:contentPart>
          </mc:Choice>
          <mc:Fallback>
            <p:pic>
              <p:nvPicPr>
                <p:cNvPr id="530440" name="Ink 530439">
                  <a:extLst>
                    <a:ext uri="{FF2B5EF4-FFF2-40B4-BE49-F238E27FC236}">
                      <a16:creationId xmlns:a16="http://schemas.microsoft.com/office/drawing/2014/main" id="{DD4DDEC9-FCC0-5717-7F1D-E5D0D684AC77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0269124" y="5536328"/>
                  <a:ext cx="18504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530441" name="Ink 530440">
                  <a:extLst>
                    <a:ext uri="{FF2B5EF4-FFF2-40B4-BE49-F238E27FC236}">
                      <a16:creationId xmlns:a16="http://schemas.microsoft.com/office/drawing/2014/main" id="{3C78020A-4964-85D2-2B6F-05F20BB5DB51}"/>
                    </a:ext>
                  </a:extLst>
                </p14:cNvPr>
                <p14:cNvContentPartPr/>
                <p14:nvPr/>
              </p14:nvContentPartPr>
              <p14:xfrm>
                <a:off x="10530844" y="5452448"/>
                <a:ext cx="74520" cy="194760"/>
              </p14:xfrm>
            </p:contentPart>
          </mc:Choice>
          <mc:Fallback>
            <p:pic>
              <p:nvPicPr>
                <p:cNvPr id="530441" name="Ink 530440">
                  <a:extLst>
                    <a:ext uri="{FF2B5EF4-FFF2-40B4-BE49-F238E27FC236}">
                      <a16:creationId xmlns:a16="http://schemas.microsoft.com/office/drawing/2014/main" id="{3C78020A-4964-85D2-2B6F-05F20BB5DB51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0524724" y="5446328"/>
                  <a:ext cx="8676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530442" name="Ink 530441">
                  <a:extLst>
                    <a:ext uri="{FF2B5EF4-FFF2-40B4-BE49-F238E27FC236}">
                      <a16:creationId xmlns:a16="http://schemas.microsoft.com/office/drawing/2014/main" id="{177873D5-A5E8-9AD5-E6FB-CADA3411ADEA}"/>
                    </a:ext>
                  </a:extLst>
                </p14:cNvPr>
                <p14:cNvContentPartPr/>
                <p14:nvPr/>
              </p14:nvContentPartPr>
              <p14:xfrm>
                <a:off x="10513564" y="5561528"/>
                <a:ext cx="160920" cy="50400"/>
              </p14:xfrm>
            </p:contentPart>
          </mc:Choice>
          <mc:Fallback>
            <p:pic>
              <p:nvPicPr>
                <p:cNvPr id="530442" name="Ink 530441">
                  <a:extLst>
                    <a:ext uri="{FF2B5EF4-FFF2-40B4-BE49-F238E27FC236}">
                      <a16:creationId xmlns:a16="http://schemas.microsoft.com/office/drawing/2014/main" id="{177873D5-A5E8-9AD5-E6FB-CADA3411ADEA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0507444" y="5555408"/>
                  <a:ext cx="173160" cy="62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6">
            <p14:nvContentPartPr>
              <p14:cNvPr id="530446" name="Ink 530445">
                <a:extLst>
                  <a:ext uri="{FF2B5EF4-FFF2-40B4-BE49-F238E27FC236}">
                    <a16:creationId xmlns:a16="http://schemas.microsoft.com/office/drawing/2014/main" id="{1E58B1B7-2BA1-CF61-87FA-7A0F024D2413}"/>
                  </a:ext>
                </a:extLst>
              </p14:cNvPr>
              <p14:cNvContentPartPr/>
              <p14:nvPr/>
            </p14:nvContentPartPr>
            <p14:xfrm>
              <a:off x="11602924" y="3154928"/>
              <a:ext cx="9720" cy="7560"/>
            </p14:xfrm>
          </p:contentPart>
        </mc:Choice>
        <mc:Fallback>
          <p:pic>
            <p:nvPicPr>
              <p:cNvPr id="530446" name="Ink 530445">
                <a:extLst>
                  <a:ext uri="{FF2B5EF4-FFF2-40B4-BE49-F238E27FC236}">
                    <a16:creationId xmlns:a16="http://schemas.microsoft.com/office/drawing/2014/main" id="{1E58B1B7-2BA1-CF61-87FA-7A0F024D2413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11596804" y="3148808"/>
                <a:ext cx="21960" cy="1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8">
            <p14:nvContentPartPr>
              <p14:cNvPr id="530447" name="Ink 530446">
                <a:extLst>
                  <a:ext uri="{FF2B5EF4-FFF2-40B4-BE49-F238E27FC236}">
                    <a16:creationId xmlns:a16="http://schemas.microsoft.com/office/drawing/2014/main" id="{A00A5968-C488-07CF-EB16-CF4C55A6C8A2}"/>
                  </a:ext>
                </a:extLst>
              </p14:cNvPr>
              <p14:cNvContentPartPr/>
              <p14:nvPr/>
            </p14:nvContentPartPr>
            <p14:xfrm>
              <a:off x="11511484" y="3661448"/>
              <a:ext cx="12600" cy="3240"/>
            </p14:xfrm>
          </p:contentPart>
        </mc:Choice>
        <mc:Fallback>
          <p:pic>
            <p:nvPicPr>
              <p:cNvPr id="530447" name="Ink 530446">
                <a:extLst>
                  <a:ext uri="{FF2B5EF4-FFF2-40B4-BE49-F238E27FC236}">
                    <a16:creationId xmlns:a16="http://schemas.microsoft.com/office/drawing/2014/main" id="{A00A5968-C488-07CF-EB16-CF4C55A6C8A2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11505364" y="3655328"/>
                <a:ext cx="24840" cy="1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0">
            <p14:nvContentPartPr>
              <p14:cNvPr id="530448" name="Ink 530447">
                <a:extLst>
                  <a:ext uri="{FF2B5EF4-FFF2-40B4-BE49-F238E27FC236}">
                    <a16:creationId xmlns:a16="http://schemas.microsoft.com/office/drawing/2014/main" id="{BF794236-6721-5A2C-0F24-0CBB19277C97}"/>
                  </a:ext>
                </a:extLst>
              </p14:cNvPr>
              <p14:cNvContentPartPr/>
              <p14:nvPr/>
            </p14:nvContentPartPr>
            <p14:xfrm>
              <a:off x="11234284" y="4000928"/>
              <a:ext cx="9720" cy="35280"/>
            </p14:xfrm>
          </p:contentPart>
        </mc:Choice>
        <mc:Fallback>
          <p:pic>
            <p:nvPicPr>
              <p:cNvPr id="530448" name="Ink 530447">
                <a:extLst>
                  <a:ext uri="{FF2B5EF4-FFF2-40B4-BE49-F238E27FC236}">
                    <a16:creationId xmlns:a16="http://schemas.microsoft.com/office/drawing/2014/main" id="{BF794236-6721-5A2C-0F24-0CBB19277C97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11228164" y="3994808"/>
                <a:ext cx="21960" cy="4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2">
            <p14:nvContentPartPr>
              <p14:cNvPr id="530449" name="Ink 530448">
                <a:extLst>
                  <a:ext uri="{FF2B5EF4-FFF2-40B4-BE49-F238E27FC236}">
                    <a16:creationId xmlns:a16="http://schemas.microsoft.com/office/drawing/2014/main" id="{24741FFA-7246-A9F3-791D-4D3088762819}"/>
                  </a:ext>
                </a:extLst>
              </p14:cNvPr>
              <p14:cNvContentPartPr/>
              <p14:nvPr/>
            </p14:nvContentPartPr>
            <p14:xfrm>
              <a:off x="11188564" y="4445528"/>
              <a:ext cx="5760" cy="18720"/>
            </p14:xfrm>
          </p:contentPart>
        </mc:Choice>
        <mc:Fallback>
          <p:pic>
            <p:nvPicPr>
              <p:cNvPr id="530449" name="Ink 530448">
                <a:extLst>
                  <a:ext uri="{FF2B5EF4-FFF2-40B4-BE49-F238E27FC236}">
                    <a16:creationId xmlns:a16="http://schemas.microsoft.com/office/drawing/2014/main" id="{24741FFA-7246-A9F3-791D-4D3088762819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11182444" y="4439408"/>
                <a:ext cx="18000" cy="3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4">
            <p14:nvContentPartPr>
              <p14:cNvPr id="530450" name="Ink 530449">
                <a:extLst>
                  <a:ext uri="{FF2B5EF4-FFF2-40B4-BE49-F238E27FC236}">
                    <a16:creationId xmlns:a16="http://schemas.microsoft.com/office/drawing/2014/main" id="{8EC51A84-7FAA-8B9F-9F07-D6C4B82E0C87}"/>
                  </a:ext>
                </a:extLst>
              </p14:cNvPr>
              <p14:cNvContentPartPr/>
              <p14:nvPr/>
            </p14:nvContentPartPr>
            <p14:xfrm>
              <a:off x="11560444" y="4913528"/>
              <a:ext cx="28080" cy="14760"/>
            </p14:xfrm>
          </p:contentPart>
        </mc:Choice>
        <mc:Fallback>
          <p:pic>
            <p:nvPicPr>
              <p:cNvPr id="530450" name="Ink 530449">
                <a:extLst>
                  <a:ext uri="{FF2B5EF4-FFF2-40B4-BE49-F238E27FC236}">
                    <a16:creationId xmlns:a16="http://schemas.microsoft.com/office/drawing/2014/main" id="{8EC51A84-7FAA-8B9F-9F07-D6C4B82E0C87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11554324" y="4907408"/>
                <a:ext cx="40320" cy="2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6">
            <p14:nvContentPartPr>
              <p14:cNvPr id="530451" name="Ink 530450">
                <a:extLst>
                  <a:ext uri="{FF2B5EF4-FFF2-40B4-BE49-F238E27FC236}">
                    <a16:creationId xmlns:a16="http://schemas.microsoft.com/office/drawing/2014/main" id="{B44B418B-3124-F235-8DF1-E2051F646A81}"/>
                  </a:ext>
                </a:extLst>
              </p14:cNvPr>
              <p14:cNvContentPartPr/>
              <p14:nvPr/>
            </p14:nvContentPartPr>
            <p14:xfrm>
              <a:off x="10856644" y="5470088"/>
              <a:ext cx="56880" cy="9720"/>
            </p14:xfrm>
          </p:contentPart>
        </mc:Choice>
        <mc:Fallback>
          <p:pic>
            <p:nvPicPr>
              <p:cNvPr id="530451" name="Ink 530450">
                <a:extLst>
                  <a:ext uri="{FF2B5EF4-FFF2-40B4-BE49-F238E27FC236}">
                    <a16:creationId xmlns:a16="http://schemas.microsoft.com/office/drawing/2014/main" id="{B44B418B-3124-F235-8DF1-E2051F646A81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10850524" y="5463968"/>
                <a:ext cx="69120" cy="21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00527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4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4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0435" grpId="0" build="p"/>
      <p:bldP spid="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>
            <a:extLst>
              <a:ext uri="{FF2B5EF4-FFF2-40B4-BE49-F238E27FC236}">
                <a16:creationId xmlns:a16="http://schemas.microsoft.com/office/drawing/2014/main" id="{AE1BDC01-3D7D-DC08-47F6-56CEC49D4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Brute-force algorithm</a:t>
            </a:r>
          </a:p>
        </p:txBody>
      </p:sp>
      <p:sp>
        <p:nvSpPr>
          <p:cNvPr id="18435" name="Content Placeholder 2">
            <a:extLst>
              <a:ext uri="{FF2B5EF4-FFF2-40B4-BE49-F238E27FC236}">
                <a16:creationId xmlns:a16="http://schemas.microsoft.com/office/drawing/2014/main" id="{5A41E0F6-7BE1-C205-E658-1FE2200BD0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altLang="en-US"/>
              <a:t>Outer loop: index variable i to indicate start of subarray, for 1 ≤ i ≤ n, i.e., A[1], A[2], ..., A[n]</a:t>
            </a:r>
          </a:p>
          <a:p>
            <a:pPr lvl="1"/>
            <a:r>
              <a:rPr lang="en-GB" altLang="en-US"/>
              <a:t>for i = 1 to n do ...</a:t>
            </a:r>
          </a:p>
          <a:p>
            <a:r>
              <a:rPr lang="en-GB" altLang="en-US"/>
              <a:t>Inner loop: for each start index i, we need to go through A[i..i], A[i..(i+1)], ..., A[i..n]</a:t>
            </a:r>
          </a:p>
          <a:p>
            <a:pPr lvl="1"/>
            <a:r>
              <a:rPr lang="en-GB" altLang="en-US"/>
              <a:t>use an index j for i ≤ j ≤ n, i.e., consider A[i..j]</a:t>
            </a:r>
          </a:p>
          <a:p>
            <a:pPr lvl="1"/>
            <a:r>
              <a:rPr lang="en-GB" altLang="en-US"/>
              <a:t>for j = i to n do ...</a:t>
            </a:r>
          </a:p>
        </p:txBody>
      </p:sp>
      <p:sp>
        <p:nvSpPr>
          <p:cNvPr id="18436" name="Slide Number Placeholder 3">
            <a:extLst>
              <a:ext uri="{FF2B5EF4-FFF2-40B4-BE49-F238E27FC236}">
                <a16:creationId xmlns:a16="http://schemas.microsoft.com/office/drawing/2014/main" id="{B69CBAAA-BFFD-F710-E709-2B4C4EB49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4E2A07C6-B53A-44E0-BCEA-93C213FE8FAC}" type="slidenum">
              <a:rPr lang="zh-TW" altLang="en-US" sz="1100">
                <a:solidFill>
                  <a:srgbClr val="000000"/>
                </a:solidFill>
                <a:latin typeface="Verdana" panose="020B0604030504040204" pitchFamily="34" charset="0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10</a:t>
            </a:fld>
            <a:endParaRPr lang="en-US" altLang="zh-TW" sz="110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GB" altLang="zh-TW" sz="110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GB" altLang="zh-TW" sz="1100">
                <a:solidFill>
                  <a:srgbClr val="000000"/>
                </a:solidFill>
                <a:latin typeface="Verdana" panose="020B0604030504040204" pitchFamily="34" charset="0"/>
              </a:rPr>
              <a:t>(Contiguous Subarray)</a:t>
            </a:r>
            <a:endParaRPr lang="en-US" altLang="zh-TW" sz="1100">
              <a:solidFill>
                <a:srgbClr val="000000"/>
              </a:solidFill>
              <a:latin typeface="Verdana" panose="020B060403050404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2ECB130-E441-9DA4-75C5-E4B280A9500D}"/>
              </a:ext>
            </a:extLst>
          </p:cNvPr>
          <p:cNvSpPr/>
          <p:nvPr/>
        </p:nvSpPr>
        <p:spPr bwMode="auto">
          <a:xfrm>
            <a:off x="10073390" y="0"/>
            <a:ext cx="1813810" cy="43471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N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62753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>
            <a:extLst>
              <a:ext uri="{FF2B5EF4-FFF2-40B4-BE49-F238E27FC236}">
                <a16:creationId xmlns:a16="http://schemas.microsoft.com/office/drawing/2014/main" id="{8DA0C0EA-3AB2-2C4F-38C6-8698F2DEAA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Pseudo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3FC8F1-471E-7DEE-BE64-4027DC65DB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spcBef>
                <a:spcPts val="300"/>
              </a:spcBef>
              <a:spcAft>
                <a:spcPts val="300"/>
              </a:spcAft>
              <a:buNone/>
              <a:tabLst>
                <a:tab pos="723900" algn="l"/>
                <a:tab pos="1428750" algn="l"/>
              </a:tabLst>
            </a:pPr>
            <a:r>
              <a:rPr lang="en-GB" altLang="en-US" sz="28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max = 0</a:t>
            </a:r>
          </a:p>
          <a:p>
            <a:pPr marL="0" indent="0">
              <a:spcBef>
                <a:spcPts val="300"/>
              </a:spcBef>
              <a:spcAft>
                <a:spcPts val="300"/>
              </a:spcAft>
              <a:buNone/>
              <a:tabLst>
                <a:tab pos="723900" algn="l"/>
                <a:tab pos="1428750" algn="l"/>
              </a:tabLst>
            </a:pPr>
            <a:r>
              <a:rPr lang="en-GB" altLang="en-US" sz="2800" b="1">
                <a:latin typeface="Courier New" panose="02070309020205020404" pitchFamily="49" charset="0"/>
                <a:cs typeface="Courier New" panose="02070309020205020404" pitchFamily="49" charset="0"/>
              </a:rPr>
              <a:t>for i = 1 to n do</a:t>
            </a:r>
          </a:p>
          <a:p>
            <a:pPr marL="0" indent="0">
              <a:spcBef>
                <a:spcPts val="300"/>
              </a:spcBef>
              <a:spcAft>
                <a:spcPts val="300"/>
              </a:spcAft>
              <a:buNone/>
              <a:tabLst>
                <a:tab pos="723900" algn="l"/>
                <a:tab pos="1428750" algn="l"/>
              </a:tabLst>
            </a:pPr>
            <a:r>
              <a:rPr lang="en-GB" altLang="en-US" sz="2800" b="1">
                <a:latin typeface="Courier New" panose="02070309020205020404" pitchFamily="49" charset="0"/>
                <a:cs typeface="Courier New" panose="02070309020205020404" pitchFamily="49" charset="0"/>
              </a:rPr>
              <a:t>begin</a:t>
            </a:r>
          </a:p>
          <a:p>
            <a:pPr marL="0" indent="0">
              <a:spcBef>
                <a:spcPts val="300"/>
              </a:spcBef>
              <a:spcAft>
                <a:spcPts val="300"/>
              </a:spcAft>
              <a:buNone/>
              <a:tabLst>
                <a:tab pos="723900" algn="l"/>
                <a:tab pos="1428750" algn="l"/>
              </a:tabLst>
            </a:pPr>
            <a:r>
              <a:rPr lang="en-GB" altLang="en-US" sz="2800" b="1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GB" altLang="en-US" sz="28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sum = 0</a:t>
            </a:r>
          </a:p>
          <a:p>
            <a:pPr marL="0" indent="0">
              <a:spcBef>
                <a:spcPts val="300"/>
              </a:spcBef>
              <a:spcAft>
                <a:spcPts val="300"/>
              </a:spcAft>
              <a:buNone/>
              <a:tabLst>
                <a:tab pos="723900" algn="l"/>
                <a:tab pos="1428750" algn="l"/>
              </a:tabLst>
            </a:pPr>
            <a:r>
              <a:rPr lang="en-GB" altLang="en-US" sz="2800" b="1">
                <a:latin typeface="Courier New" panose="02070309020205020404" pitchFamily="49" charset="0"/>
                <a:cs typeface="Courier New" panose="02070309020205020404" pitchFamily="49" charset="0"/>
              </a:rPr>
              <a:t>	for j = i to n do</a:t>
            </a:r>
          </a:p>
          <a:p>
            <a:pPr marL="0" indent="0">
              <a:spcBef>
                <a:spcPts val="300"/>
              </a:spcBef>
              <a:spcAft>
                <a:spcPts val="300"/>
              </a:spcAft>
              <a:buNone/>
              <a:tabLst>
                <a:tab pos="723900" algn="l"/>
                <a:tab pos="1428750" algn="l"/>
              </a:tabLst>
            </a:pPr>
            <a:r>
              <a:rPr lang="en-GB" altLang="en-US" sz="2800" b="1">
                <a:latin typeface="Courier New" panose="02070309020205020404" pitchFamily="49" charset="0"/>
                <a:cs typeface="Courier New" panose="02070309020205020404" pitchFamily="49" charset="0"/>
              </a:rPr>
              <a:t>	begin</a:t>
            </a:r>
          </a:p>
          <a:p>
            <a:pPr marL="0" indent="0">
              <a:spcBef>
                <a:spcPts val="300"/>
              </a:spcBef>
              <a:spcAft>
                <a:spcPts val="300"/>
              </a:spcAft>
              <a:buNone/>
              <a:tabLst>
                <a:tab pos="723900" algn="l"/>
                <a:tab pos="1428750" algn="l"/>
              </a:tabLst>
            </a:pPr>
            <a:r>
              <a:rPr lang="en-GB" altLang="en-US" sz="2800" b="1">
                <a:latin typeface="Courier New" panose="02070309020205020404" pitchFamily="49" charset="0"/>
                <a:cs typeface="Courier New" panose="02070309020205020404" pitchFamily="49" charset="0"/>
              </a:rPr>
              <a:t>		sum = sum + A[j]</a:t>
            </a:r>
          </a:p>
          <a:p>
            <a:pPr marL="0" indent="0">
              <a:spcBef>
                <a:spcPts val="300"/>
              </a:spcBef>
              <a:spcAft>
                <a:spcPts val="300"/>
              </a:spcAft>
              <a:buNone/>
              <a:tabLst>
                <a:tab pos="723900" algn="l"/>
                <a:tab pos="1428750" algn="l"/>
              </a:tabLst>
            </a:pPr>
            <a:r>
              <a:rPr lang="en-GB" altLang="en-US" sz="2800" b="1">
                <a:latin typeface="Courier New" panose="02070309020205020404" pitchFamily="49" charset="0"/>
                <a:cs typeface="Courier New" panose="02070309020205020404" pitchFamily="49" charset="0"/>
              </a:rPr>
              <a:t>		if sum &gt; max </a:t>
            </a:r>
          </a:p>
          <a:p>
            <a:pPr marL="0" indent="0">
              <a:spcBef>
                <a:spcPts val="300"/>
              </a:spcBef>
              <a:spcAft>
                <a:spcPts val="300"/>
              </a:spcAft>
              <a:buNone/>
              <a:tabLst>
                <a:tab pos="723900" algn="l"/>
                <a:tab pos="1428750" algn="l"/>
              </a:tabLst>
            </a:pPr>
            <a:r>
              <a:rPr lang="en-GB" altLang="en-US" sz="2800" b="1">
                <a:latin typeface="Courier New" panose="02070309020205020404" pitchFamily="49" charset="0"/>
                <a:cs typeface="Courier New" panose="02070309020205020404" pitchFamily="49" charset="0"/>
              </a:rPr>
              <a:t>		then max = sum</a:t>
            </a:r>
          </a:p>
          <a:p>
            <a:pPr marL="0" indent="0">
              <a:spcBef>
                <a:spcPts val="300"/>
              </a:spcBef>
              <a:spcAft>
                <a:spcPts val="300"/>
              </a:spcAft>
              <a:buNone/>
              <a:tabLst>
                <a:tab pos="723900" algn="l"/>
                <a:tab pos="1428750" algn="l"/>
              </a:tabLst>
            </a:pPr>
            <a:r>
              <a:rPr lang="en-GB" altLang="en-US" sz="2800" b="1">
                <a:latin typeface="Courier New" panose="02070309020205020404" pitchFamily="49" charset="0"/>
                <a:cs typeface="Courier New" panose="02070309020205020404" pitchFamily="49" charset="0"/>
              </a:rPr>
              <a:t>	end</a:t>
            </a:r>
          </a:p>
          <a:p>
            <a:pPr marL="0" indent="0">
              <a:spcBef>
                <a:spcPts val="300"/>
              </a:spcBef>
              <a:spcAft>
                <a:spcPts val="300"/>
              </a:spcAft>
              <a:buNone/>
              <a:tabLst>
                <a:tab pos="723900" algn="l"/>
                <a:tab pos="1428750" algn="l"/>
              </a:tabLst>
            </a:pPr>
            <a:r>
              <a:rPr lang="en-GB" altLang="en-US" sz="2800" b="1"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</a:p>
        </p:txBody>
      </p:sp>
      <p:sp>
        <p:nvSpPr>
          <p:cNvPr id="19460" name="Slide Number Placeholder 3">
            <a:extLst>
              <a:ext uri="{FF2B5EF4-FFF2-40B4-BE49-F238E27FC236}">
                <a16:creationId xmlns:a16="http://schemas.microsoft.com/office/drawing/2014/main" id="{AC61A835-1DE1-3652-DAA4-244DFACE1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8508C010-24DA-4921-A12E-B42DDFCEDD25}" type="slidenum">
              <a:rPr lang="zh-TW" altLang="en-US" sz="1100">
                <a:solidFill>
                  <a:srgbClr val="000000"/>
                </a:solidFill>
                <a:latin typeface="Verdana" panose="020B0604030504040204" pitchFamily="34" charset="0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11</a:t>
            </a:fld>
            <a:endParaRPr lang="en-US" altLang="zh-TW" sz="110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en-GB" altLang="zh-TW" sz="110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GB" altLang="zh-TW" sz="1100">
                <a:solidFill>
                  <a:srgbClr val="000000"/>
                </a:solidFill>
                <a:latin typeface="Verdana" panose="020B0604030504040204" pitchFamily="34" charset="0"/>
              </a:rPr>
              <a:t>(Contiguous Subarray)</a:t>
            </a:r>
            <a:endParaRPr lang="en-US" altLang="zh-TW" sz="1100">
              <a:solidFill>
                <a:srgbClr val="000000"/>
              </a:solidFill>
              <a:latin typeface="Verdana" panose="020B0604030504040204" pitchFamily="34" charset="0"/>
            </a:endParaRPr>
          </a:p>
        </p:txBody>
      </p:sp>
      <p:sp>
        <p:nvSpPr>
          <p:cNvPr id="5" name="AutoShape 4">
            <a:extLst>
              <a:ext uri="{FF2B5EF4-FFF2-40B4-BE49-F238E27FC236}">
                <a16:creationId xmlns:a16="http://schemas.microsoft.com/office/drawing/2014/main" id="{0F01B698-7C99-DF85-E077-63D805CC7A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08889" y="1785938"/>
            <a:ext cx="3240087" cy="1655762"/>
          </a:xfrm>
          <a:prstGeom prst="cloudCallout">
            <a:avLst>
              <a:gd name="adj1" fmla="val 25213"/>
              <a:gd name="adj2" fmla="val 85116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 anchorCtr="1"/>
          <a:lstStyle>
            <a:lvl1pPr eaLnBrk="0" hangingPunct="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GB" altLang="en-US" b="1">
                <a:solidFill>
                  <a:srgbClr val="FF0000"/>
                </a:solidFill>
              </a:rPr>
              <a:t>Time complexity?</a:t>
            </a:r>
          </a:p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GB" altLang="en-US" b="1">
                <a:solidFill>
                  <a:srgbClr val="FF0000"/>
                </a:solidFill>
              </a:rPr>
              <a:t>O(n</a:t>
            </a:r>
            <a:r>
              <a:rPr lang="en-GB" altLang="en-US" b="1" baseline="30000">
                <a:solidFill>
                  <a:srgbClr val="FF0000"/>
                </a:solidFill>
              </a:rPr>
              <a:t>2</a:t>
            </a:r>
            <a:r>
              <a:rPr lang="en-GB" altLang="en-US" b="1">
                <a:solidFill>
                  <a:srgbClr val="FF0000"/>
                </a:solidFill>
              </a:rPr>
              <a:t>)</a:t>
            </a:r>
            <a:endParaRPr lang="en-US" altLang="en-US" b="1">
              <a:solidFill>
                <a:srgbClr val="FF0000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84DB44E-991C-D59C-CE24-2643B405BA33}"/>
              </a:ext>
            </a:extLst>
          </p:cNvPr>
          <p:cNvSpPr/>
          <p:nvPr/>
        </p:nvSpPr>
        <p:spPr bwMode="auto">
          <a:xfrm>
            <a:off x="10073390" y="0"/>
            <a:ext cx="1813810" cy="43471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N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92EA3B4E-A271-DF5A-7A73-AB0BD3C5866C}"/>
                  </a:ext>
                </a:extLst>
              </p14:cNvPr>
              <p14:cNvContentPartPr/>
              <p14:nvPr/>
            </p14:nvContentPartPr>
            <p14:xfrm>
              <a:off x="759240" y="419040"/>
              <a:ext cx="11309040" cy="623988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92EA3B4E-A271-DF5A-7A73-AB0BD3C5866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49880" y="409680"/>
                <a:ext cx="11327760" cy="6258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76925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78F85012-2D65-5B9C-3D31-A12C55B446C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altLang="en-US"/>
              <a:t>Divide-and-conquer algorithm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85430FE-40D9-67E7-2808-6AD457CBF942}"/>
              </a:ext>
            </a:extLst>
          </p:cNvPr>
          <p:cNvSpPr/>
          <p:nvPr/>
        </p:nvSpPr>
        <p:spPr bwMode="auto">
          <a:xfrm>
            <a:off x="10073390" y="0"/>
            <a:ext cx="1813810" cy="43471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N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821119C0-9B67-227C-68B0-9675158059B7}"/>
                  </a:ext>
                </a:extLst>
              </p14:cNvPr>
              <p14:cNvContentPartPr/>
              <p14:nvPr/>
            </p14:nvContentPartPr>
            <p14:xfrm>
              <a:off x="1275840" y="257760"/>
              <a:ext cx="10184760" cy="46868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821119C0-9B67-227C-68B0-9675158059B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66480" y="248400"/>
                <a:ext cx="10203480" cy="4705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683065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A404D74-21F8-9A20-EB7A-82CC690EE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13</a:t>
            </a:fld>
            <a:endParaRPr lang="en-IN"/>
          </a:p>
        </p:txBody>
      </p:sp>
      <p:pic>
        <p:nvPicPr>
          <p:cNvPr id="4" name="Picture 3" descr="A close-up of a letter&#10;&#10;Description automatically generated">
            <a:extLst>
              <a:ext uri="{FF2B5EF4-FFF2-40B4-BE49-F238E27FC236}">
                <a16:creationId xmlns:a16="http://schemas.microsoft.com/office/drawing/2014/main" id="{E4FC55BA-21BC-EABE-6063-CCBFB3126F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2835336" y="-1940283"/>
            <a:ext cx="6500095" cy="1079417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268023C-797C-93D1-45A4-0CF0D9C1CC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7493" y="3853103"/>
            <a:ext cx="9075780" cy="1273794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8201755-16C5-46FE-83F7-74D17A760801}"/>
                  </a:ext>
                </a:extLst>
              </p14:cNvPr>
              <p14:cNvContentPartPr/>
              <p14:nvPr/>
            </p14:nvContentPartPr>
            <p14:xfrm>
              <a:off x="3631680" y="1956960"/>
              <a:ext cx="7920000" cy="42494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8201755-16C5-46FE-83F7-74D17A76080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622320" y="1947600"/>
                <a:ext cx="7938720" cy="4268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345198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A404D74-21F8-9A20-EB7A-82CC690EE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14</a:t>
            </a:fld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712D0F9-1CE2-2C78-2385-04B9A3211D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625" y="2301923"/>
            <a:ext cx="10272749" cy="2254154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7E144E15-99B4-B07A-98FC-34B80B4263E4}"/>
                  </a:ext>
                </a:extLst>
              </p14:cNvPr>
              <p14:cNvContentPartPr/>
              <p14:nvPr/>
            </p14:nvContentPartPr>
            <p14:xfrm>
              <a:off x="687960" y="1904760"/>
              <a:ext cx="9335160" cy="29304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7E144E15-99B4-B07A-98FC-34B80B4263E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78600" y="1895400"/>
                <a:ext cx="9353880" cy="2949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630714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7629999-5C90-0CA5-7DDA-D18333ED2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15</a:t>
            </a:fld>
            <a:endParaRPr lang="en-IN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FCB97D1-4ACD-90E1-3E0D-51656DFE4858}"/>
                  </a:ext>
                </a:extLst>
              </p14:cNvPr>
              <p14:cNvContentPartPr/>
              <p14:nvPr/>
            </p14:nvContentPartPr>
            <p14:xfrm>
              <a:off x="64440" y="254880"/>
              <a:ext cx="12001320" cy="62895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FCB97D1-4ACD-90E1-3E0D-51656DFE485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5080" y="245520"/>
                <a:ext cx="12020040" cy="630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80A13B1-E11F-1197-74F1-6D79DDAF9D03}"/>
                  </a:ext>
                </a:extLst>
              </p14:cNvPr>
              <p14:cNvContentPartPr/>
              <p14:nvPr/>
            </p14:nvContentPartPr>
            <p14:xfrm>
              <a:off x="1719124" y="3310448"/>
              <a:ext cx="2154240" cy="5644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80A13B1-E11F-1197-74F1-6D79DDAF9D0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13004" y="3304328"/>
                <a:ext cx="2166480" cy="57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39FDC697-52D4-2E83-8EE8-487582451F3C}"/>
                  </a:ext>
                </a:extLst>
              </p14:cNvPr>
              <p14:cNvContentPartPr/>
              <p14:nvPr/>
            </p14:nvContentPartPr>
            <p14:xfrm>
              <a:off x="2351644" y="3206768"/>
              <a:ext cx="304920" cy="1090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9FDC697-52D4-2E83-8EE8-487582451F3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345524" y="3200648"/>
                <a:ext cx="317160" cy="12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8C57DFB4-0765-82A0-E6BB-EA26CA011428}"/>
                  </a:ext>
                </a:extLst>
              </p14:cNvPr>
              <p14:cNvContentPartPr/>
              <p14:nvPr/>
            </p14:nvContentPartPr>
            <p14:xfrm>
              <a:off x="3033844" y="3008048"/>
              <a:ext cx="103320" cy="5652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8C57DFB4-0765-82A0-E6BB-EA26CA011428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027724" y="3001928"/>
                <a:ext cx="115560" cy="6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367423D6-6FDE-F81A-64F1-FFE81FCAD1ED}"/>
                  </a:ext>
                </a:extLst>
              </p14:cNvPr>
              <p14:cNvContentPartPr/>
              <p14:nvPr/>
            </p14:nvContentPartPr>
            <p14:xfrm>
              <a:off x="2687164" y="3149888"/>
              <a:ext cx="63720" cy="4392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367423D6-6FDE-F81A-64F1-FFE81FCAD1ED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681044" y="3143768"/>
                <a:ext cx="75960" cy="5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533C8517-2286-712B-BC4F-CE4A987A4D64}"/>
                  </a:ext>
                </a:extLst>
              </p14:cNvPr>
              <p14:cNvContentPartPr/>
              <p14:nvPr/>
            </p14:nvContentPartPr>
            <p14:xfrm>
              <a:off x="2154004" y="2461208"/>
              <a:ext cx="1271520" cy="97272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533C8517-2286-712B-BC4F-CE4A987A4D64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147884" y="2455088"/>
                <a:ext cx="1283760" cy="984960"/>
              </a:xfrm>
              <a:prstGeom prst="rect">
                <a:avLst/>
              </a:prstGeom>
            </p:spPr>
          </p:pic>
        </mc:Fallback>
      </mc:AlternateContent>
      <p:grpSp>
        <p:nvGrpSpPr>
          <p:cNvPr id="24" name="Group 23">
            <a:extLst>
              <a:ext uri="{FF2B5EF4-FFF2-40B4-BE49-F238E27FC236}">
                <a16:creationId xmlns:a16="http://schemas.microsoft.com/office/drawing/2014/main" id="{5EB18437-9380-0590-BEA5-D4C89E048061}"/>
              </a:ext>
            </a:extLst>
          </p:cNvPr>
          <p:cNvGrpSpPr/>
          <p:nvPr/>
        </p:nvGrpSpPr>
        <p:grpSpPr>
          <a:xfrm>
            <a:off x="4115284" y="2437088"/>
            <a:ext cx="2453040" cy="1389960"/>
            <a:chOff x="4115284" y="2437088"/>
            <a:chExt cx="2453040" cy="1389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9987AC10-D26D-7C66-D3E6-2B9D500029DE}"/>
                    </a:ext>
                  </a:extLst>
                </p14:cNvPr>
                <p14:cNvContentPartPr/>
                <p14:nvPr/>
              </p14:nvContentPartPr>
              <p14:xfrm>
                <a:off x="4115284" y="3378488"/>
                <a:ext cx="2262240" cy="4485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9987AC10-D26D-7C66-D3E6-2B9D500029DE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109164" y="3372368"/>
                  <a:ext cx="2274480" cy="46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733A733B-DA6B-12AB-E36C-3D7900D7585B}"/>
                    </a:ext>
                  </a:extLst>
                </p14:cNvPr>
                <p14:cNvContentPartPr/>
                <p14:nvPr/>
              </p14:nvContentPartPr>
              <p14:xfrm>
                <a:off x="5992324" y="3190208"/>
                <a:ext cx="162720" cy="7920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733A733B-DA6B-12AB-E36C-3D7900D7585B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986204" y="3184088"/>
                  <a:ext cx="17496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3192D921-7FE1-D504-CD38-6E5C2F648FF5}"/>
                    </a:ext>
                  </a:extLst>
                </p14:cNvPr>
                <p14:cNvContentPartPr/>
                <p14:nvPr/>
              </p14:nvContentPartPr>
              <p14:xfrm>
                <a:off x="4216444" y="2543288"/>
                <a:ext cx="115200" cy="22140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3192D921-7FE1-D504-CD38-6E5C2F648FF5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210324" y="2537168"/>
                  <a:ext cx="12744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D847D131-981E-427E-1F4B-9F288BD2153F}"/>
                    </a:ext>
                  </a:extLst>
                </p14:cNvPr>
                <p14:cNvContentPartPr/>
                <p14:nvPr/>
              </p14:nvContentPartPr>
              <p14:xfrm>
                <a:off x="5260084" y="2774768"/>
                <a:ext cx="133920" cy="687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D847D131-981E-427E-1F4B-9F288BD2153F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253964" y="2768648"/>
                  <a:ext cx="14616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EFB0D08C-CF23-C430-58C5-C80DF8C6FC3C}"/>
                    </a:ext>
                  </a:extLst>
                </p14:cNvPr>
                <p14:cNvContentPartPr/>
                <p14:nvPr/>
              </p14:nvContentPartPr>
              <p14:xfrm>
                <a:off x="4178644" y="2491448"/>
                <a:ext cx="112680" cy="525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EFB0D08C-CF23-C430-58C5-C80DF8C6FC3C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172524" y="2485328"/>
                  <a:ext cx="12492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6291D6D4-30AF-F24D-A2D1-31EFAA815B9F}"/>
                    </a:ext>
                  </a:extLst>
                </p14:cNvPr>
                <p14:cNvContentPartPr/>
                <p14:nvPr/>
              </p14:nvContentPartPr>
              <p14:xfrm>
                <a:off x="4407964" y="2566688"/>
                <a:ext cx="196200" cy="2098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6291D6D4-30AF-F24D-A2D1-31EFAA815B9F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401844" y="2560568"/>
                  <a:ext cx="20844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F5F1308F-E741-F299-183C-A25117AB0EDD}"/>
                    </a:ext>
                  </a:extLst>
                </p14:cNvPr>
                <p14:cNvContentPartPr/>
                <p14:nvPr/>
              </p14:nvContentPartPr>
              <p14:xfrm>
                <a:off x="4782004" y="2509808"/>
                <a:ext cx="232920" cy="31104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F5F1308F-E741-F299-183C-A25117AB0EDD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775884" y="2503688"/>
                  <a:ext cx="245160" cy="32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96CC4FDA-941C-6634-0CE3-B54F46092291}"/>
                    </a:ext>
                  </a:extLst>
                </p14:cNvPr>
                <p14:cNvContentPartPr/>
                <p14:nvPr/>
              </p14:nvContentPartPr>
              <p14:xfrm>
                <a:off x="5144164" y="2476688"/>
                <a:ext cx="139680" cy="1684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96CC4FDA-941C-6634-0CE3-B54F46092291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138044" y="2470568"/>
                  <a:ext cx="15192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ADA7DA2E-B8BD-9A7E-5F18-F43B28551D3C}"/>
                    </a:ext>
                  </a:extLst>
                </p14:cNvPr>
                <p14:cNvContentPartPr/>
                <p14:nvPr/>
              </p14:nvContentPartPr>
              <p14:xfrm>
                <a:off x="5264404" y="2437088"/>
                <a:ext cx="126000" cy="3038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ADA7DA2E-B8BD-9A7E-5F18-F43B28551D3C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258284" y="2430968"/>
                  <a:ext cx="138240" cy="31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7D47A1C5-02AD-9293-CA27-5B3C7C403C8D}"/>
                    </a:ext>
                  </a:extLst>
                </p14:cNvPr>
                <p14:cNvContentPartPr/>
                <p14:nvPr/>
              </p14:nvContentPartPr>
              <p14:xfrm>
                <a:off x="4657804" y="2664608"/>
                <a:ext cx="1910520" cy="6825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7D47A1C5-02AD-9293-CA27-5B3C7C403C8D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651684" y="2658488"/>
                  <a:ext cx="1922760" cy="694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51BF7C4A-649B-4FFC-28AB-5D19DCDB6372}"/>
                  </a:ext>
                </a:extLst>
              </p14:cNvPr>
              <p14:cNvContentPartPr/>
              <p14:nvPr/>
            </p14:nvContentPartPr>
            <p14:xfrm>
              <a:off x="328804" y="6000728"/>
              <a:ext cx="39600" cy="1476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51BF7C4A-649B-4FFC-28AB-5D19DCDB6372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322684" y="5994608"/>
                <a:ext cx="51840" cy="2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B8FD1D32-391B-F7E5-2D7C-F7746577298B}"/>
                  </a:ext>
                </a:extLst>
              </p14:cNvPr>
              <p14:cNvContentPartPr/>
              <p14:nvPr/>
            </p14:nvContentPartPr>
            <p14:xfrm>
              <a:off x="1988404" y="5902088"/>
              <a:ext cx="24480" cy="1584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B8FD1D32-391B-F7E5-2D7C-F7746577298B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982284" y="5895968"/>
                <a:ext cx="36720" cy="28080"/>
              </a:xfrm>
              <a:prstGeom prst="rect">
                <a:avLst/>
              </a:prstGeom>
            </p:spPr>
          </p:pic>
        </mc:Fallback>
      </mc:AlternateContent>
      <p:grpSp>
        <p:nvGrpSpPr>
          <p:cNvPr id="44" name="Group 43">
            <a:extLst>
              <a:ext uri="{FF2B5EF4-FFF2-40B4-BE49-F238E27FC236}">
                <a16:creationId xmlns:a16="http://schemas.microsoft.com/office/drawing/2014/main" id="{3E1DD415-20E1-6CC7-1B5A-F34054C1EE16}"/>
              </a:ext>
            </a:extLst>
          </p:cNvPr>
          <p:cNvGrpSpPr/>
          <p:nvPr/>
        </p:nvGrpSpPr>
        <p:grpSpPr>
          <a:xfrm>
            <a:off x="138004" y="4291448"/>
            <a:ext cx="2334960" cy="1252080"/>
            <a:chOff x="138004" y="4291448"/>
            <a:chExt cx="2334960" cy="1252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BA4CCD8D-4D8B-C66F-D91B-3A1186C34E2D}"/>
                    </a:ext>
                  </a:extLst>
                </p14:cNvPr>
                <p14:cNvContentPartPr/>
                <p14:nvPr/>
              </p14:nvContentPartPr>
              <p14:xfrm>
                <a:off x="138004" y="5370008"/>
                <a:ext cx="199080" cy="1735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BA4CCD8D-4D8B-C66F-D91B-3A1186C34E2D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31884" y="5363888"/>
                  <a:ext cx="21132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C9E19BF8-6AB3-DDEC-C201-0C8084A5BC5E}"/>
                    </a:ext>
                  </a:extLst>
                </p14:cNvPr>
                <p14:cNvContentPartPr/>
                <p14:nvPr/>
              </p14:nvContentPartPr>
              <p14:xfrm>
                <a:off x="354004" y="5201168"/>
                <a:ext cx="146520" cy="33300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C9E19BF8-6AB3-DDEC-C201-0C8084A5BC5E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47884" y="5195048"/>
                  <a:ext cx="158760" cy="34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CE9829A7-81D5-2C49-D08C-BA0ADDE76ADE}"/>
                    </a:ext>
                  </a:extLst>
                </p14:cNvPr>
                <p14:cNvContentPartPr/>
                <p14:nvPr/>
              </p14:nvContentPartPr>
              <p14:xfrm>
                <a:off x="2083084" y="5255528"/>
                <a:ext cx="198000" cy="2253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CE9829A7-81D5-2C49-D08C-BA0ADDE76ADE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076964" y="5249408"/>
                  <a:ext cx="21024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F066F3EF-1206-7EE2-BC72-6B1535E685C1}"/>
                    </a:ext>
                  </a:extLst>
                </p14:cNvPr>
                <p14:cNvContentPartPr/>
                <p14:nvPr/>
              </p14:nvContentPartPr>
              <p14:xfrm>
                <a:off x="2315644" y="5158688"/>
                <a:ext cx="157320" cy="29808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F066F3EF-1206-7EE2-BC72-6B1535E685C1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309524" y="5152568"/>
                  <a:ext cx="169560" cy="31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5326823A-862D-5ADA-CEA6-253BA7C9D93A}"/>
                    </a:ext>
                  </a:extLst>
                </p14:cNvPr>
                <p14:cNvContentPartPr/>
                <p14:nvPr/>
              </p14:nvContentPartPr>
              <p14:xfrm>
                <a:off x="1072564" y="5289728"/>
                <a:ext cx="162720" cy="18792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5326823A-862D-5ADA-CEA6-253BA7C9D93A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066444" y="5283608"/>
                  <a:ext cx="17496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BD2604E0-6DFE-D664-F7FC-F13E8A008D55}"/>
                    </a:ext>
                  </a:extLst>
                </p14:cNvPr>
                <p14:cNvContentPartPr/>
                <p14:nvPr/>
              </p14:nvContentPartPr>
              <p14:xfrm>
                <a:off x="1254724" y="5233568"/>
                <a:ext cx="226080" cy="2721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BD2604E0-6DFE-D664-F7FC-F13E8A008D55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248604" y="5227448"/>
                  <a:ext cx="238320" cy="28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F804C2D9-338B-E32C-925D-6760A5ABE43A}"/>
                    </a:ext>
                  </a:extLst>
                </p14:cNvPr>
                <p14:cNvContentPartPr/>
                <p14:nvPr/>
              </p14:nvContentPartPr>
              <p14:xfrm>
                <a:off x="1429684" y="4767008"/>
                <a:ext cx="47880" cy="47376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F804C2D9-338B-E32C-925D-6760A5ABE43A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423564" y="4760888"/>
                  <a:ext cx="60120" cy="48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C3B8FBBF-FB70-2551-EBED-F2F73EA69F34}"/>
                    </a:ext>
                  </a:extLst>
                </p14:cNvPr>
                <p14:cNvContentPartPr/>
                <p14:nvPr/>
              </p14:nvContentPartPr>
              <p14:xfrm>
                <a:off x="1126924" y="4801568"/>
                <a:ext cx="313560" cy="3168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C3B8FBBF-FB70-2551-EBED-F2F73EA69F34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120804" y="4795448"/>
                  <a:ext cx="32580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0529A2EF-75BB-7161-4978-657D8FABB702}"/>
                    </a:ext>
                  </a:extLst>
                </p14:cNvPr>
                <p14:cNvContentPartPr/>
                <p14:nvPr/>
              </p14:nvContentPartPr>
              <p14:xfrm>
                <a:off x="1474324" y="4823888"/>
                <a:ext cx="314640" cy="2808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0529A2EF-75BB-7161-4978-657D8FABB702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468204" y="4817768"/>
                  <a:ext cx="32688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68DA6169-158A-BACB-4913-3D5649B042AA}"/>
                    </a:ext>
                  </a:extLst>
                </p14:cNvPr>
                <p14:cNvContentPartPr/>
                <p14:nvPr/>
              </p14:nvContentPartPr>
              <p14:xfrm>
                <a:off x="1943404" y="4825328"/>
                <a:ext cx="38520" cy="1490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68DA6169-158A-BACB-4913-3D5649B042AA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937284" y="4819208"/>
                  <a:ext cx="5076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FB823743-4119-970A-47A6-3F510F9668F5}"/>
                    </a:ext>
                  </a:extLst>
                </p14:cNvPr>
                <p14:cNvContentPartPr/>
                <p14:nvPr/>
              </p14:nvContentPartPr>
              <p14:xfrm>
                <a:off x="2039884" y="4786088"/>
                <a:ext cx="136800" cy="10836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FB823743-4119-970A-47A6-3F510F9668F5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033764" y="4779968"/>
                  <a:ext cx="14904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2874A53D-92E2-B329-81DB-1DE742A2F1F8}"/>
                    </a:ext>
                  </a:extLst>
                </p14:cNvPr>
                <p14:cNvContentPartPr/>
                <p14:nvPr/>
              </p14:nvContentPartPr>
              <p14:xfrm>
                <a:off x="324124" y="4291448"/>
                <a:ext cx="1040400" cy="8193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2874A53D-92E2-B329-81DB-1DE742A2F1F8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18004" y="4285328"/>
                  <a:ext cx="1052640" cy="831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9D1C4749-63A4-7265-B5DC-63609C3D6919}"/>
                  </a:ext>
                </a:extLst>
              </p14:cNvPr>
              <p14:cNvContentPartPr/>
              <p14:nvPr/>
            </p14:nvContentPartPr>
            <p14:xfrm>
              <a:off x="2749444" y="6143288"/>
              <a:ext cx="2880" cy="10080"/>
            </p14:xfrm>
          </p:contentPart>
        </mc:Choice>
        <mc:Fallback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9D1C4749-63A4-7265-B5DC-63609C3D6919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2743324" y="6137168"/>
                <a:ext cx="15120" cy="2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10D68629-3C9D-F18E-85F5-702FB2F68354}"/>
                  </a:ext>
                </a:extLst>
              </p14:cNvPr>
              <p14:cNvContentPartPr/>
              <p14:nvPr/>
            </p14:nvContentPartPr>
            <p14:xfrm>
              <a:off x="3418684" y="6160208"/>
              <a:ext cx="11880" cy="13680"/>
            </p14:xfrm>
          </p:contentPart>
        </mc:Choice>
        <mc:Fallback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10D68629-3C9D-F18E-85F5-702FB2F68354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3412564" y="6154088"/>
                <a:ext cx="24120" cy="2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91DA6290-24E7-180C-7A2B-6C2927193FB6}"/>
                  </a:ext>
                </a:extLst>
              </p14:cNvPr>
              <p14:cNvContentPartPr/>
              <p14:nvPr/>
            </p14:nvContentPartPr>
            <p14:xfrm>
              <a:off x="3131764" y="5204768"/>
              <a:ext cx="412560" cy="379440"/>
            </p14:xfrm>
          </p:contentPart>
        </mc:Choice>
        <mc:Fallback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91DA6290-24E7-180C-7A2B-6C2927193FB6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3125644" y="5198648"/>
                <a:ext cx="424800" cy="39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025D7503-A341-88CA-F0D6-FC805E622DBC}"/>
                  </a:ext>
                </a:extLst>
              </p14:cNvPr>
              <p14:cNvContentPartPr/>
              <p14:nvPr/>
            </p14:nvContentPartPr>
            <p14:xfrm>
              <a:off x="712204" y="4012448"/>
              <a:ext cx="525600" cy="267480"/>
            </p14:xfrm>
          </p:contentPart>
        </mc:Choice>
        <mc:Fallback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025D7503-A341-88CA-F0D6-FC805E622DBC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706084" y="4006328"/>
                <a:ext cx="537840" cy="279720"/>
              </a:xfrm>
              <a:prstGeom prst="rect">
                <a:avLst/>
              </a:prstGeom>
            </p:spPr>
          </p:pic>
        </mc:Fallback>
      </mc:AlternateContent>
      <p:grpSp>
        <p:nvGrpSpPr>
          <p:cNvPr id="62" name="Group 61">
            <a:extLst>
              <a:ext uri="{FF2B5EF4-FFF2-40B4-BE49-F238E27FC236}">
                <a16:creationId xmlns:a16="http://schemas.microsoft.com/office/drawing/2014/main" id="{9F1E65B3-1658-CD23-2F87-0BB58872AA7C}"/>
              </a:ext>
            </a:extLst>
          </p:cNvPr>
          <p:cNvGrpSpPr/>
          <p:nvPr/>
        </p:nvGrpSpPr>
        <p:grpSpPr>
          <a:xfrm>
            <a:off x="1067884" y="3841808"/>
            <a:ext cx="965880" cy="556560"/>
            <a:chOff x="1067884" y="3841808"/>
            <a:chExt cx="965880" cy="556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DE55C4AB-1154-34ED-63FF-5D76DBAD5442}"/>
                    </a:ext>
                  </a:extLst>
                </p14:cNvPr>
                <p14:cNvContentPartPr/>
                <p14:nvPr/>
              </p14:nvContentPartPr>
              <p14:xfrm>
                <a:off x="1449124" y="3936488"/>
                <a:ext cx="109800" cy="28656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DE55C4AB-1154-34ED-63FF-5D76DBAD5442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443004" y="3930368"/>
                  <a:ext cx="122040" cy="29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EE219E2A-B346-0112-6034-B971E340DC82}"/>
                    </a:ext>
                  </a:extLst>
                </p14:cNvPr>
                <p14:cNvContentPartPr/>
                <p14:nvPr/>
              </p14:nvContentPartPr>
              <p14:xfrm>
                <a:off x="1454884" y="3921728"/>
                <a:ext cx="51120" cy="792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EE219E2A-B346-0112-6034-B971E340DC82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448764" y="3915608"/>
                  <a:ext cx="6336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DC05BDB9-14FD-52C6-B424-E6CA72E85F4E}"/>
                    </a:ext>
                  </a:extLst>
                </p14:cNvPr>
                <p14:cNvContentPartPr/>
                <p14:nvPr/>
              </p14:nvContentPartPr>
              <p14:xfrm>
                <a:off x="1651084" y="4010288"/>
                <a:ext cx="23040" cy="16596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DC05BDB9-14FD-52C6-B424-E6CA72E85F4E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644964" y="4004168"/>
                  <a:ext cx="3528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0191D70B-617E-474C-9436-9BEBB8421439}"/>
                    </a:ext>
                  </a:extLst>
                </p14:cNvPr>
                <p14:cNvContentPartPr/>
                <p14:nvPr/>
              </p14:nvContentPartPr>
              <p14:xfrm>
                <a:off x="1858084" y="4053488"/>
                <a:ext cx="73800" cy="9576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0191D70B-617E-474C-9436-9BEBB8421439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851964" y="4047368"/>
                  <a:ext cx="8604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E19B4DD2-8B3A-A74E-A163-AF3CF9239A1E}"/>
                    </a:ext>
                  </a:extLst>
                </p14:cNvPr>
                <p14:cNvContentPartPr/>
                <p14:nvPr/>
              </p14:nvContentPartPr>
              <p14:xfrm>
                <a:off x="1917124" y="3927848"/>
                <a:ext cx="116640" cy="33732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E19B4DD2-8B3A-A74E-A163-AF3CF9239A1E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911004" y="3921728"/>
                  <a:ext cx="128880" cy="34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DEE5963E-B4B4-82E8-E7C6-3BED523FC79F}"/>
                    </a:ext>
                  </a:extLst>
                </p14:cNvPr>
                <p14:cNvContentPartPr/>
                <p14:nvPr/>
              </p14:nvContentPartPr>
              <p14:xfrm>
                <a:off x="1732084" y="3995528"/>
                <a:ext cx="59760" cy="27792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DEE5963E-B4B4-82E8-E7C6-3BED523FC79F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725964" y="3989408"/>
                  <a:ext cx="72000" cy="29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45BDD4C2-1F6C-2028-9294-5B011F0720AD}"/>
                    </a:ext>
                  </a:extLst>
                </p14:cNvPr>
                <p14:cNvContentPartPr/>
                <p14:nvPr/>
              </p14:nvContentPartPr>
              <p14:xfrm>
                <a:off x="1682404" y="3841808"/>
                <a:ext cx="84600" cy="55656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45BDD4C2-1F6C-2028-9294-5B011F0720AD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676284" y="3835688"/>
                  <a:ext cx="96840" cy="56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92144140-00FA-BAE8-02AD-69C957C48D6D}"/>
                    </a:ext>
                  </a:extLst>
                </p14:cNvPr>
                <p14:cNvContentPartPr/>
                <p14:nvPr/>
              </p14:nvContentPartPr>
              <p14:xfrm>
                <a:off x="1711924" y="3923528"/>
                <a:ext cx="66960" cy="39096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92144140-00FA-BAE8-02AD-69C957C48D6D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705804" y="3917408"/>
                  <a:ext cx="79200" cy="40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BC9792F1-A12C-F3BD-5386-31B73FCF7C9D}"/>
                    </a:ext>
                  </a:extLst>
                </p14:cNvPr>
                <p14:cNvContentPartPr/>
                <p14:nvPr/>
              </p14:nvContentPartPr>
              <p14:xfrm>
                <a:off x="1067884" y="4306208"/>
                <a:ext cx="123120" cy="5652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BC9792F1-A12C-F3BD-5386-31B73FCF7C9D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061764" y="4300088"/>
                  <a:ext cx="135360" cy="68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8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04BF70AA-9A38-A0DE-65A8-8EC923A778C9}"/>
                  </a:ext>
                </a:extLst>
              </p14:cNvPr>
              <p14:cNvContentPartPr/>
              <p14:nvPr/>
            </p14:nvContentPartPr>
            <p14:xfrm>
              <a:off x="3676084" y="4077608"/>
              <a:ext cx="131760" cy="65880"/>
            </p14:xfrm>
          </p:contentPart>
        </mc:Choice>
        <mc:Fallback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04BF70AA-9A38-A0DE-65A8-8EC923A778C9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3669964" y="4071488"/>
                <a:ext cx="144000" cy="7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0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7100BBBD-AE37-6240-A6FE-2527281F4E3F}"/>
                  </a:ext>
                </a:extLst>
              </p14:cNvPr>
              <p14:cNvContentPartPr/>
              <p14:nvPr/>
            </p14:nvContentPartPr>
            <p14:xfrm>
              <a:off x="757564" y="4548848"/>
              <a:ext cx="77760" cy="46080"/>
            </p14:xfrm>
          </p:contentPart>
        </mc:Choice>
        <mc:Fallback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7100BBBD-AE37-6240-A6FE-2527281F4E3F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751444" y="4542728"/>
                <a:ext cx="90000" cy="5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2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04BDA056-6DF9-4722-698C-A099D39992C4}"/>
                  </a:ext>
                </a:extLst>
              </p14:cNvPr>
              <p14:cNvContentPartPr/>
              <p14:nvPr/>
            </p14:nvContentPartPr>
            <p14:xfrm>
              <a:off x="3594724" y="4129088"/>
              <a:ext cx="45360" cy="68760"/>
            </p14:xfrm>
          </p:contentPart>
        </mc:Choice>
        <mc:Fallback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04BDA056-6DF9-4722-698C-A099D39992C4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3588604" y="4122968"/>
                <a:ext cx="57600" cy="8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4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C8885A38-4903-3BDC-8813-6D756C012290}"/>
                  </a:ext>
                </a:extLst>
              </p14:cNvPr>
              <p14:cNvContentPartPr/>
              <p14:nvPr/>
            </p14:nvContentPartPr>
            <p14:xfrm>
              <a:off x="697444" y="4127648"/>
              <a:ext cx="462960" cy="213120"/>
            </p14:xfrm>
          </p:contentPart>
        </mc:Choice>
        <mc:Fallback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C8885A38-4903-3BDC-8813-6D756C012290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691324" y="4121528"/>
                <a:ext cx="475200" cy="22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6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0C9F1E24-5227-8CB6-AB07-EB7519C73660}"/>
                  </a:ext>
                </a:extLst>
              </p14:cNvPr>
              <p14:cNvContentPartPr/>
              <p14:nvPr/>
            </p14:nvContentPartPr>
            <p14:xfrm>
              <a:off x="804364" y="4887248"/>
              <a:ext cx="71280" cy="51840"/>
            </p14:xfrm>
          </p:contentPart>
        </mc:Choice>
        <mc:Fallback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0C9F1E24-5227-8CB6-AB07-EB7519C73660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798244" y="4881128"/>
                <a:ext cx="83520" cy="6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8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CF7DEE46-690A-43F4-F54A-23491DC254FD}"/>
                  </a:ext>
                </a:extLst>
              </p14:cNvPr>
              <p14:cNvContentPartPr/>
              <p14:nvPr/>
            </p14:nvContentPartPr>
            <p14:xfrm>
              <a:off x="3814684" y="4478288"/>
              <a:ext cx="145440" cy="40680"/>
            </p14:xfrm>
          </p:contentPart>
        </mc:Choice>
        <mc:Fallback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CF7DEE46-690A-43F4-F54A-23491DC254FD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3808564" y="4472168"/>
                <a:ext cx="157680" cy="5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0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D602FBCB-B2CD-C527-7F93-A3160467825E}"/>
                  </a:ext>
                </a:extLst>
              </p14:cNvPr>
              <p14:cNvContentPartPr/>
              <p14:nvPr/>
            </p14:nvContentPartPr>
            <p14:xfrm>
              <a:off x="821644" y="4801568"/>
              <a:ext cx="51120" cy="31320"/>
            </p14:xfrm>
          </p:contentPart>
        </mc:Choice>
        <mc:Fallback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D602FBCB-B2CD-C527-7F93-A3160467825E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815524" y="4795448"/>
                <a:ext cx="63360" cy="43560"/>
              </a:xfrm>
              <a:prstGeom prst="rect">
                <a:avLst/>
              </a:prstGeom>
            </p:spPr>
          </p:pic>
        </mc:Fallback>
      </mc:AlternateContent>
      <p:grpSp>
        <p:nvGrpSpPr>
          <p:cNvPr id="74" name="Group 73">
            <a:extLst>
              <a:ext uri="{FF2B5EF4-FFF2-40B4-BE49-F238E27FC236}">
                <a16:creationId xmlns:a16="http://schemas.microsoft.com/office/drawing/2014/main" id="{86BC98BB-25F9-B716-A41C-F645FDBBB25D}"/>
              </a:ext>
            </a:extLst>
          </p:cNvPr>
          <p:cNvGrpSpPr/>
          <p:nvPr/>
        </p:nvGrpSpPr>
        <p:grpSpPr>
          <a:xfrm>
            <a:off x="2986324" y="3978968"/>
            <a:ext cx="1475640" cy="618840"/>
            <a:chOff x="2986324" y="3978968"/>
            <a:chExt cx="1475640" cy="618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FD1D2168-9DF6-5DF8-4A6C-FFB7F4450005}"/>
                    </a:ext>
                  </a:extLst>
                </p14:cNvPr>
                <p14:cNvContentPartPr/>
                <p14:nvPr/>
              </p14:nvContentPartPr>
              <p14:xfrm>
                <a:off x="3118804" y="3978968"/>
                <a:ext cx="1343160" cy="61884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FD1D2168-9DF6-5DF8-4A6C-FFB7F4450005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3112684" y="3972848"/>
                  <a:ext cx="1355400" cy="63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B56C25B0-6A06-BC16-D1D9-B62A2C27EE1D}"/>
                    </a:ext>
                  </a:extLst>
                </p14:cNvPr>
                <p14:cNvContentPartPr/>
                <p14:nvPr/>
              </p14:nvContentPartPr>
              <p14:xfrm>
                <a:off x="2986324" y="4068608"/>
                <a:ext cx="343800" cy="7740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B56C25B0-6A06-BC16-D1D9-B62A2C27EE1D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2980204" y="4062488"/>
                  <a:ext cx="35604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AB70EC20-FD10-7365-70A5-10631D95DF98}"/>
                    </a:ext>
                  </a:extLst>
                </p14:cNvPr>
                <p14:cNvContentPartPr/>
                <p14:nvPr/>
              </p14:nvContentPartPr>
              <p14:xfrm>
                <a:off x="3613084" y="4055648"/>
                <a:ext cx="70560" cy="6264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AB70EC20-FD10-7365-70A5-10631D95DF98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606964" y="4049528"/>
                  <a:ext cx="8280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A092445D-339B-6758-5924-F7B668BAD782}"/>
                    </a:ext>
                  </a:extLst>
                </p14:cNvPr>
                <p14:cNvContentPartPr/>
                <p14:nvPr/>
              </p14:nvContentPartPr>
              <p14:xfrm>
                <a:off x="3605164" y="4066448"/>
                <a:ext cx="98640" cy="5508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A092445D-339B-6758-5924-F7B668BAD782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599044" y="4060328"/>
                  <a:ext cx="110880" cy="67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0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ABEFBE19-C42B-F4D3-D7FB-FF26F1D1EF50}"/>
                  </a:ext>
                </a:extLst>
              </p14:cNvPr>
              <p14:cNvContentPartPr/>
              <p14:nvPr/>
            </p14:nvContentPartPr>
            <p14:xfrm>
              <a:off x="6371764" y="2748848"/>
              <a:ext cx="145080" cy="93960"/>
            </p14:xfrm>
          </p:contentPart>
        </mc:Choice>
        <mc:Fallback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ABEFBE19-C42B-F4D3-D7FB-FF26F1D1EF50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6365644" y="2742728"/>
                <a:ext cx="157320" cy="106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334997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3933087-8D16-F3BE-75F1-F5F28D91E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16</a:t>
            </a:fld>
            <a:endParaRPr lang="en-IN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7083EFC-7E72-458E-A6BD-82A8C8AD73B2}"/>
              </a:ext>
            </a:extLst>
          </p:cNvPr>
          <p:cNvGrpSpPr/>
          <p:nvPr/>
        </p:nvGrpSpPr>
        <p:grpSpPr>
          <a:xfrm>
            <a:off x="1463164" y="601448"/>
            <a:ext cx="338400" cy="331560"/>
            <a:chOff x="1463164" y="601448"/>
            <a:chExt cx="338400" cy="331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3C4BC65D-2189-1D91-0797-0E677696BCED}"/>
                    </a:ext>
                  </a:extLst>
                </p14:cNvPr>
                <p14:cNvContentPartPr/>
                <p14:nvPr/>
              </p14:nvContentPartPr>
              <p14:xfrm>
                <a:off x="1463164" y="616568"/>
                <a:ext cx="150840" cy="31608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3C4BC65D-2189-1D91-0797-0E677696BCED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457044" y="610448"/>
                  <a:ext cx="163080" cy="32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D454D980-A7A2-59FA-10A3-302803E2B36E}"/>
                    </a:ext>
                  </a:extLst>
                </p14:cNvPr>
                <p14:cNvContentPartPr/>
                <p14:nvPr/>
              </p14:nvContentPartPr>
              <p14:xfrm>
                <a:off x="1616164" y="601448"/>
                <a:ext cx="185400" cy="3315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D454D980-A7A2-59FA-10A3-302803E2B36E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610044" y="595328"/>
                  <a:ext cx="197640" cy="34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5D7BA6D8-1586-550B-151F-6750C0DD7870}"/>
                    </a:ext>
                  </a:extLst>
                </p14:cNvPr>
                <p14:cNvContentPartPr/>
                <p14:nvPr/>
              </p14:nvContentPartPr>
              <p14:xfrm>
                <a:off x="1559284" y="791888"/>
                <a:ext cx="137880" cy="237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5D7BA6D8-1586-550B-151F-6750C0DD787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553164" y="785768"/>
                  <a:ext cx="150120" cy="3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9FC8785B-4104-9718-B484-9F73A1ED0791}"/>
                  </a:ext>
                </a:extLst>
              </p14:cNvPr>
              <p14:cNvContentPartPr/>
              <p14:nvPr/>
            </p14:nvContentPartPr>
            <p14:xfrm>
              <a:off x="2090644" y="671288"/>
              <a:ext cx="139680" cy="2304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9FC8785B-4104-9718-B484-9F73A1ED0791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084524" y="665168"/>
                <a:ext cx="151920" cy="3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699AEA11-4037-4BD0-519E-1193DD91FB82}"/>
                  </a:ext>
                </a:extLst>
              </p14:cNvPr>
              <p14:cNvContentPartPr/>
              <p14:nvPr/>
            </p14:nvContentPartPr>
            <p14:xfrm>
              <a:off x="2112244" y="828968"/>
              <a:ext cx="117000" cy="1584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699AEA11-4037-4BD0-519E-1193DD91FB82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106124" y="822848"/>
                <a:ext cx="129240" cy="28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0" name="Group 9">
            <a:extLst>
              <a:ext uri="{FF2B5EF4-FFF2-40B4-BE49-F238E27FC236}">
                <a16:creationId xmlns:a16="http://schemas.microsoft.com/office/drawing/2014/main" id="{FA5B723D-6D04-C3FA-0C6D-F66C952C3B88}"/>
              </a:ext>
            </a:extLst>
          </p:cNvPr>
          <p:cNvGrpSpPr/>
          <p:nvPr/>
        </p:nvGrpSpPr>
        <p:grpSpPr>
          <a:xfrm>
            <a:off x="2611204" y="539888"/>
            <a:ext cx="171000" cy="463320"/>
            <a:chOff x="2611204" y="539888"/>
            <a:chExt cx="171000" cy="463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3470A84A-BF2E-679A-4BC8-22F5FDA73206}"/>
                    </a:ext>
                  </a:extLst>
                </p14:cNvPr>
                <p14:cNvContentPartPr/>
                <p14:nvPr/>
              </p14:nvContentPartPr>
              <p14:xfrm>
                <a:off x="2611204" y="574448"/>
                <a:ext cx="171000" cy="4287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3470A84A-BF2E-679A-4BC8-22F5FDA73206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605084" y="568328"/>
                  <a:ext cx="183240" cy="44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D01FBE5A-1BA3-F37D-1548-0768E73B56EA}"/>
                    </a:ext>
                  </a:extLst>
                </p14:cNvPr>
                <p14:cNvContentPartPr/>
                <p14:nvPr/>
              </p14:nvContentPartPr>
              <p14:xfrm>
                <a:off x="2652604" y="539888"/>
                <a:ext cx="119160" cy="6228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D01FBE5A-1BA3-F37D-1548-0768E73B56E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646484" y="533768"/>
                  <a:ext cx="131400" cy="74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701F43EF-5346-18AB-A3FA-08FC3E6CF5E6}"/>
                  </a:ext>
                </a:extLst>
              </p14:cNvPr>
              <p14:cNvContentPartPr/>
              <p14:nvPr/>
            </p14:nvContentPartPr>
            <p14:xfrm>
              <a:off x="3099724" y="644648"/>
              <a:ext cx="289080" cy="30636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701F43EF-5346-18AB-A3FA-08FC3E6CF5E6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093604" y="638528"/>
                <a:ext cx="301320" cy="31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5107F9D7-17E1-59C0-3524-0BEE5AA45B1B}"/>
                  </a:ext>
                </a:extLst>
              </p14:cNvPr>
              <p14:cNvContentPartPr/>
              <p14:nvPr/>
            </p14:nvContentPartPr>
            <p14:xfrm>
              <a:off x="6830404" y="498848"/>
              <a:ext cx="207720" cy="36072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5107F9D7-17E1-59C0-3524-0BEE5AA45B1B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6824284" y="492728"/>
                <a:ext cx="219960" cy="372960"/>
              </a:xfrm>
              <a:prstGeom prst="rect">
                <a:avLst/>
              </a:prstGeom>
            </p:spPr>
          </p:pic>
        </mc:Fallback>
      </mc:AlternateContent>
      <p:grpSp>
        <p:nvGrpSpPr>
          <p:cNvPr id="22" name="Group 21">
            <a:extLst>
              <a:ext uri="{FF2B5EF4-FFF2-40B4-BE49-F238E27FC236}">
                <a16:creationId xmlns:a16="http://schemas.microsoft.com/office/drawing/2014/main" id="{BD3F13A5-C5DD-BC89-B4A8-BBC70BB66E94}"/>
              </a:ext>
            </a:extLst>
          </p:cNvPr>
          <p:cNvGrpSpPr/>
          <p:nvPr/>
        </p:nvGrpSpPr>
        <p:grpSpPr>
          <a:xfrm>
            <a:off x="7692244" y="547088"/>
            <a:ext cx="527760" cy="302760"/>
            <a:chOff x="7692244" y="547088"/>
            <a:chExt cx="527760" cy="302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8D57844F-C400-BAB2-758A-9C520E28D99F}"/>
                    </a:ext>
                  </a:extLst>
                </p14:cNvPr>
                <p14:cNvContentPartPr/>
                <p14:nvPr/>
              </p14:nvContentPartPr>
              <p14:xfrm>
                <a:off x="7692244" y="675248"/>
                <a:ext cx="296280" cy="471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8D57844F-C400-BAB2-758A-9C520E28D99F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686124" y="669128"/>
                  <a:ext cx="30852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A7EE16D1-B23D-F723-8FB4-C6B5C3915A00}"/>
                    </a:ext>
                  </a:extLst>
                </p14:cNvPr>
                <p14:cNvContentPartPr/>
                <p14:nvPr/>
              </p14:nvContentPartPr>
              <p14:xfrm>
                <a:off x="8104804" y="547088"/>
                <a:ext cx="115200" cy="3027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A7EE16D1-B23D-F723-8FB4-C6B5C3915A00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098684" y="540968"/>
                  <a:ext cx="127440" cy="315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14638F1C-FA0E-17CA-B54C-327B227E7208}"/>
                  </a:ext>
                </a:extLst>
              </p14:cNvPr>
              <p14:cNvContentPartPr/>
              <p14:nvPr/>
            </p14:nvContentPartPr>
            <p14:xfrm>
              <a:off x="8815084" y="614048"/>
              <a:ext cx="338760" cy="26748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14638F1C-FA0E-17CA-B54C-327B227E7208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8808964" y="607928"/>
                <a:ext cx="351000" cy="279720"/>
              </a:xfrm>
              <a:prstGeom prst="rect">
                <a:avLst/>
              </a:prstGeom>
            </p:spPr>
          </p:pic>
        </mc:Fallback>
      </mc:AlternateContent>
      <p:grpSp>
        <p:nvGrpSpPr>
          <p:cNvPr id="26" name="Group 25">
            <a:extLst>
              <a:ext uri="{FF2B5EF4-FFF2-40B4-BE49-F238E27FC236}">
                <a16:creationId xmlns:a16="http://schemas.microsoft.com/office/drawing/2014/main" id="{B1459594-848B-5D6F-19CE-299053813047}"/>
              </a:ext>
            </a:extLst>
          </p:cNvPr>
          <p:cNvGrpSpPr/>
          <p:nvPr/>
        </p:nvGrpSpPr>
        <p:grpSpPr>
          <a:xfrm>
            <a:off x="9649924" y="337208"/>
            <a:ext cx="791640" cy="647640"/>
            <a:chOff x="9649924" y="337208"/>
            <a:chExt cx="791640" cy="647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144AF980-26D3-BB2E-02D4-70AD8770C457}"/>
                    </a:ext>
                  </a:extLst>
                </p14:cNvPr>
                <p14:cNvContentPartPr/>
                <p14:nvPr/>
              </p14:nvContentPartPr>
              <p14:xfrm>
                <a:off x="9649924" y="675248"/>
                <a:ext cx="197280" cy="313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144AF980-26D3-BB2E-02D4-70AD8770C457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9643804" y="669128"/>
                  <a:ext cx="20952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2BB7B877-A123-1FBB-87DD-8E1FEC6B91D3}"/>
                    </a:ext>
                  </a:extLst>
                </p14:cNvPr>
                <p14:cNvContentPartPr/>
                <p14:nvPr/>
              </p14:nvContentPartPr>
              <p14:xfrm>
                <a:off x="9895804" y="516128"/>
                <a:ext cx="262800" cy="26748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2BB7B877-A123-1FBB-87DD-8E1FEC6B91D3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9889684" y="510008"/>
                  <a:ext cx="275040" cy="27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A32F8D07-4538-E45F-1932-FAE6584B3ED2}"/>
                    </a:ext>
                  </a:extLst>
                </p14:cNvPr>
                <p14:cNvContentPartPr/>
                <p14:nvPr/>
              </p14:nvContentPartPr>
              <p14:xfrm>
                <a:off x="10163644" y="337208"/>
                <a:ext cx="277920" cy="64764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A32F8D07-4538-E45F-1932-FAE6584B3ED2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0157524" y="331088"/>
                  <a:ext cx="290160" cy="659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411EB978-A56C-8DFB-4EB4-1CB0FE9C405C}"/>
              </a:ext>
            </a:extLst>
          </p:cNvPr>
          <p:cNvGrpSpPr/>
          <p:nvPr/>
        </p:nvGrpSpPr>
        <p:grpSpPr>
          <a:xfrm>
            <a:off x="3979204" y="437648"/>
            <a:ext cx="883440" cy="619200"/>
            <a:chOff x="3979204" y="437648"/>
            <a:chExt cx="883440" cy="619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263F8399-5571-3C24-5BEC-C90BEB765204}"/>
                    </a:ext>
                  </a:extLst>
                </p14:cNvPr>
                <p14:cNvContentPartPr/>
                <p14:nvPr/>
              </p14:nvContentPartPr>
              <p14:xfrm>
                <a:off x="3979204" y="717008"/>
                <a:ext cx="287280" cy="3564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263F8399-5571-3C24-5BEC-C90BEB765204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973084" y="710888"/>
                  <a:ext cx="29952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8A0152C0-3AFF-FAAF-F949-B19510AB5354}"/>
                    </a:ext>
                  </a:extLst>
                </p14:cNvPr>
                <p14:cNvContentPartPr/>
                <p14:nvPr/>
              </p14:nvContentPartPr>
              <p14:xfrm>
                <a:off x="4577164" y="437648"/>
                <a:ext cx="217800" cy="3826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8A0152C0-3AFF-FAAF-F949-B19510AB5354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571044" y="431528"/>
                  <a:ext cx="230040" cy="39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D839475A-B7EE-ABE5-4CEA-A538B2812BC2}"/>
                    </a:ext>
                  </a:extLst>
                </p14:cNvPr>
                <p14:cNvContentPartPr/>
                <p14:nvPr/>
              </p14:nvContentPartPr>
              <p14:xfrm>
                <a:off x="4031044" y="576248"/>
                <a:ext cx="116640" cy="4806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D839475A-B7EE-ABE5-4CEA-A538B2812BC2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024924" y="570128"/>
                  <a:ext cx="128880" cy="49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88DFD55A-7F9A-4814-7468-FF4D06DD4796}"/>
                    </a:ext>
                  </a:extLst>
                </p14:cNvPr>
                <p14:cNvContentPartPr/>
                <p14:nvPr/>
              </p14:nvContentPartPr>
              <p14:xfrm>
                <a:off x="4320124" y="591008"/>
                <a:ext cx="106920" cy="37764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88DFD55A-7F9A-4814-7468-FF4D06DD4796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314004" y="584888"/>
                  <a:ext cx="119160" cy="38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116B0FC1-5C8E-6B0F-52DD-FA150802F2E0}"/>
                    </a:ext>
                  </a:extLst>
                </p14:cNvPr>
                <p14:cNvContentPartPr/>
                <p14:nvPr/>
              </p14:nvContentPartPr>
              <p14:xfrm>
                <a:off x="4305364" y="769568"/>
                <a:ext cx="99720" cy="1368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116B0FC1-5C8E-6B0F-52DD-FA150802F2E0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299244" y="763448"/>
                  <a:ext cx="11196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4982D34B-DB91-3DF0-7719-830B726B9ABD}"/>
                    </a:ext>
                  </a:extLst>
                </p14:cNvPr>
                <p14:cNvContentPartPr/>
                <p14:nvPr/>
              </p14:nvContentPartPr>
              <p14:xfrm>
                <a:off x="4599124" y="548168"/>
                <a:ext cx="263520" cy="33624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4982D34B-DB91-3DF0-7719-830B726B9ABD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593004" y="542048"/>
                  <a:ext cx="275760" cy="348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3136985D-C179-5217-C1A3-6FDBD4DE9BDD}"/>
              </a:ext>
            </a:extLst>
          </p:cNvPr>
          <p:cNvGrpSpPr/>
          <p:nvPr/>
        </p:nvGrpSpPr>
        <p:grpSpPr>
          <a:xfrm>
            <a:off x="5450524" y="414248"/>
            <a:ext cx="493920" cy="615600"/>
            <a:chOff x="5450524" y="414248"/>
            <a:chExt cx="493920" cy="615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5B90E883-EB22-166D-20C4-EC1D55F239ED}"/>
                    </a:ext>
                  </a:extLst>
                </p14:cNvPr>
                <p14:cNvContentPartPr/>
                <p14:nvPr/>
              </p14:nvContentPartPr>
              <p14:xfrm>
                <a:off x="5450524" y="637088"/>
                <a:ext cx="252000" cy="1908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5B90E883-EB22-166D-20C4-EC1D55F239ED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444404" y="630968"/>
                  <a:ext cx="26424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3B3E2ECA-0293-C1B0-9C12-B302DCDA74D6}"/>
                    </a:ext>
                  </a:extLst>
                </p14:cNvPr>
                <p14:cNvContentPartPr/>
                <p14:nvPr/>
              </p14:nvContentPartPr>
              <p14:xfrm>
                <a:off x="5842564" y="430088"/>
                <a:ext cx="74160" cy="41040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3B3E2ECA-0293-C1B0-9C12-B302DCDA74D6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836444" y="423968"/>
                  <a:ext cx="86400" cy="42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5B0C6B5D-DEE4-FB15-55E2-5A12A25F3499}"/>
                    </a:ext>
                  </a:extLst>
                </p14:cNvPr>
                <p14:cNvContentPartPr/>
                <p14:nvPr/>
              </p14:nvContentPartPr>
              <p14:xfrm>
                <a:off x="5508844" y="520808"/>
                <a:ext cx="30240" cy="38268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5B0C6B5D-DEE4-FB15-55E2-5A12A25F3499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502724" y="514688"/>
                  <a:ext cx="42480" cy="39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3EB3E86B-D79A-D742-0FAA-A23243C8F618}"/>
                    </a:ext>
                  </a:extLst>
                </p14:cNvPr>
                <p14:cNvContentPartPr/>
                <p14:nvPr/>
              </p14:nvContentPartPr>
              <p14:xfrm>
                <a:off x="5700004" y="422168"/>
                <a:ext cx="244440" cy="5673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3EB3E86B-D79A-D742-0FAA-A23243C8F618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693884" y="416048"/>
                  <a:ext cx="256680" cy="57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E23B2B65-ABF4-15B6-AA18-EF9AA57E2788}"/>
                    </a:ext>
                  </a:extLst>
                </p14:cNvPr>
                <p14:cNvContentPartPr/>
                <p14:nvPr/>
              </p14:nvContentPartPr>
              <p14:xfrm>
                <a:off x="5686324" y="414248"/>
                <a:ext cx="223560" cy="61560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E23B2B65-ABF4-15B6-AA18-EF9AA57E2788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680204" y="408128"/>
                  <a:ext cx="235800" cy="627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F079BBBE-EEA7-18FC-7247-E03FE05C5330}"/>
                  </a:ext>
                </a:extLst>
              </p14:cNvPr>
              <p14:cNvContentPartPr/>
              <p14:nvPr/>
            </p14:nvContentPartPr>
            <p14:xfrm>
              <a:off x="617040" y="225360"/>
              <a:ext cx="10911600" cy="572940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F079BBBE-EEA7-18FC-7247-E03FE05C5330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607680" y="216000"/>
                <a:ext cx="10930320" cy="5748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976229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4114E5A-5E7E-E336-4E84-C3ED790DC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17</a:t>
            </a:fld>
            <a:endParaRPr lang="en-IN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427B8C7-50CF-631B-3EC6-F3FB71F35FFF}"/>
              </a:ext>
            </a:extLst>
          </p:cNvPr>
          <p:cNvGrpSpPr/>
          <p:nvPr/>
        </p:nvGrpSpPr>
        <p:grpSpPr>
          <a:xfrm>
            <a:off x="1808404" y="404528"/>
            <a:ext cx="705240" cy="300240"/>
            <a:chOff x="1808404" y="404528"/>
            <a:chExt cx="705240" cy="300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079A8EE3-EEF0-85C5-2432-178C003F94B5}"/>
                    </a:ext>
                  </a:extLst>
                </p14:cNvPr>
                <p14:cNvContentPartPr/>
                <p14:nvPr/>
              </p14:nvContentPartPr>
              <p14:xfrm>
                <a:off x="1808404" y="627728"/>
                <a:ext cx="223920" cy="3024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079A8EE3-EEF0-85C5-2432-178C003F94B5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802284" y="621608"/>
                  <a:ext cx="23616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36D701EE-56F7-E783-94BB-8B0B7516F773}"/>
                    </a:ext>
                  </a:extLst>
                </p14:cNvPr>
                <p14:cNvContentPartPr/>
                <p14:nvPr/>
              </p14:nvContentPartPr>
              <p14:xfrm>
                <a:off x="2244364" y="404528"/>
                <a:ext cx="269280" cy="30024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36D701EE-56F7-E783-94BB-8B0B7516F773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238244" y="398408"/>
                  <a:ext cx="281520" cy="312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DF63E8EF-A892-0895-6CF6-35FDB037A940}"/>
              </a:ext>
            </a:extLst>
          </p:cNvPr>
          <p:cNvGrpSpPr/>
          <p:nvPr/>
        </p:nvGrpSpPr>
        <p:grpSpPr>
          <a:xfrm>
            <a:off x="3226084" y="459968"/>
            <a:ext cx="404640" cy="333000"/>
            <a:chOff x="3226084" y="459968"/>
            <a:chExt cx="404640" cy="333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EDEB6C16-E839-0E25-7FFC-68215C3938B6}"/>
                    </a:ext>
                  </a:extLst>
                </p14:cNvPr>
                <p14:cNvContentPartPr/>
                <p14:nvPr/>
              </p14:nvContentPartPr>
              <p14:xfrm>
                <a:off x="3226084" y="459968"/>
                <a:ext cx="284760" cy="33300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EDEB6C16-E839-0E25-7FFC-68215C3938B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219964" y="453848"/>
                  <a:ext cx="297000" cy="34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9E5A8917-FD6E-96C7-155D-05916853533F}"/>
                    </a:ext>
                  </a:extLst>
                </p14:cNvPr>
                <p14:cNvContentPartPr/>
                <p14:nvPr/>
              </p14:nvContentPartPr>
              <p14:xfrm>
                <a:off x="3417244" y="640328"/>
                <a:ext cx="213480" cy="417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9E5A8917-FD6E-96C7-155D-05916853533F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411124" y="634208"/>
                  <a:ext cx="225720" cy="54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7572B60F-B4A0-F2E8-FCC6-237FAD81899C}"/>
              </a:ext>
            </a:extLst>
          </p:cNvPr>
          <p:cNvGrpSpPr/>
          <p:nvPr/>
        </p:nvGrpSpPr>
        <p:grpSpPr>
          <a:xfrm>
            <a:off x="4445764" y="441968"/>
            <a:ext cx="596160" cy="434880"/>
            <a:chOff x="4445764" y="441968"/>
            <a:chExt cx="596160" cy="434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FBEA4ED5-44E7-BA7A-2311-7524499DD5F9}"/>
                    </a:ext>
                  </a:extLst>
                </p14:cNvPr>
                <p14:cNvContentPartPr/>
                <p14:nvPr/>
              </p14:nvContentPartPr>
              <p14:xfrm>
                <a:off x="4445764" y="589568"/>
                <a:ext cx="248040" cy="5940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FBEA4ED5-44E7-BA7A-2311-7524499DD5F9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439644" y="583448"/>
                  <a:ext cx="26028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8BA16C4D-F95F-FF19-2F81-BA26EDDDEDA8}"/>
                    </a:ext>
                  </a:extLst>
                </p14:cNvPr>
                <p14:cNvContentPartPr/>
                <p14:nvPr/>
              </p14:nvContentPartPr>
              <p14:xfrm>
                <a:off x="4862644" y="441968"/>
                <a:ext cx="179280" cy="4348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8BA16C4D-F95F-FF19-2F81-BA26EDDDEDA8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856524" y="435848"/>
                  <a:ext cx="191520" cy="447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14B3BB9B-E832-1DD7-0B7A-15B426ED5D6E}"/>
                  </a:ext>
                </a:extLst>
              </p14:cNvPr>
              <p14:cNvContentPartPr/>
              <p14:nvPr/>
            </p14:nvContentPartPr>
            <p14:xfrm>
              <a:off x="5680564" y="400208"/>
              <a:ext cx="216720" cy="50148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14B3BB9B-E832-1DD7-0B7A-15B426ED5D6E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674444" y="394088"/>
                <a:ext cx="228960" cy="513720"/>
              </a:xfrm>
              <a:prstGeom prst="rect">
                <a:avLst/>
              </a:prstGeom>
            </p:spPr>
          </p:pic>
        </mc:Fallback>
      </mc:AlternateContent>
      <p:grpSp>
        <p:nvGrpSpPr>
          <p:cNvPr id="17" name="Group 16">
            <a:extLst>
              <a:ext uri="{FF2B5EF4-FFF2-40B4-BE49-F238E27FC236}">
                <a16:creationId xmlns:a16="http://schemas.microsoft.com/office/drawing/2014/main" id="{B9A2E41D-B076-839D-5C20-6FB035F1A857}"/>
              </a:ext>
            </a:extLst>
          </p:cNvPr>
          <p:cNvGrpSpPr/>
          <p:nvPr/>
        </p:nvGrpSpPr>
        <p:grpSpPr>
          <a:xfrm>
            <a:off x="6693604" y="458888"/>
            <a:ext cx="616680" cy="373320"/>
            <a:chOff x="6693604" y="458888"/>
            <a:chExt cx="616680" cy="373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FF4E413C-5217-9126-93F8-AB125043C982}"/>
                    </a:ext>
                  </a:extLst>
                </p14:cNvPr>
                <p14:cNvContentPartPr/>
                <p14:nvPr/>
              </p14:nvContentPartPr>
              <p14:xfrm>
                <a:off x="6714484" y="458888"/>
                <a:ext cx="33840" cy="46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FF4E413C-5217-9126-93F8-AB125043C98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708364" y="452768"/>
                  <a:ext cx="46080" cy="1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FD84E67D-ECC5-96EA-1228-FD2C633FA032}"/>
                    </a:ext>
                  </a:extLst>
                </p14:cNvPr>
                <p14:cNvContentPartPr/>
                <p14:nvPr/>
              </p14:nvContentPartPr>
              <p14:xfrm>
                <a:off x="6693604" y="553208"/>
                <a:ext cx="293040" cy="4500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FD84E67D-ECC5-96EA-1228-FD2C633FA032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687484" y="547088"/>
                  <a:ext cx="30528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5FC7FD18-FBA5-DA23-838A-B219D22B7864}"/>
                    </a:ext>
                  </a:extLst>
                </p14:cNvPr>
                <p14:cNvContentPartPr/>
                <p14:nvPr/>
              </p14:nvContentPartPr>
              <p14:xfrm>
                <a:off x="7084204" y="488768"/>
                <a:ext cx="226080" cy="3434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5FC7FD18-FBA5-DA23-838A-B219D22B786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078084" y="482648"/>
                  <a:ext cx="238320" cy="355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8EA88F00-57C1-C3E0-9410-29521E9ED4FD}"/>
                  </a:ext>
                </a:extLst>
              </p14:cNvPr>
              <p14:cNvContentPartPr/>
              <p14:nvPr/>
            </p14:nvContentPartPr>
            <p14:xfrm>
              <a:off x="8231524" y="502448"/>
              <a:ext cx="325440" cy="26316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8EA88F00-57C1-C3E0-9410-29521E9ED4FD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8225404" y="496328"/>
                <a:ext cx="337680" cy="275400"/>
              </a:xfrm>
              <a:prstGeom prst="rect">
                <a:avLst/>
              </a:prstGeom>
            </p:spPr>
          </p:pic>
        </mc:Fallback>
      </mc:AlternateContent>
      <p:grpSp>
        <p:nvGrpSpPr>
          <p:cNvPr id="20" name="Group 19">
            <a:extLst>
              <a:ext uri="{FF2B5EF4-FFF2-40B4-BE49-F238E27FC236}">
                <a16:creationId xmlns:a16="http://schemas.microsoft.com/office/drawing/2014/main" id="{16F1B046-D322-1D29-ED5A-A53433D6FE49}"/>
              </a:ext>
            </a:extLst>
          </p:cNvPr>
          <p:cNvGrpSpPr/>
          <p:nvPr/>
        </p:nvGrpSpPr>
        <p:grpSpPr>
          <a:xfrm>
            <a:off x="9420604" y="393728"/>
            <a:ext cx="798480" cy="275040"/>
            <a:chOff x="9420604" y="393728"/>
            <a:chExt cx="798480" cy="275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F789549C-F875-3662-3A3C-10112134E1C5}"/>
                    </a:ext>
                  </a:extLst>
                </p14:cNvPr>
                <p14:cNvContentPartPr/>
                <p14:nvPr/>
              </p14:nvContentPartPr>
              <p14:xfrm>
                <a:off x="9420604" y="572648"/>
                <a:ext cx="243000" cy="378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F789549C-F875-3662-3A3C-10112134E1C5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9414484" y="566528"/>
                  <a:ext cx="25524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99B21E02-C5B8-CC72-57AA-014440E0873E}"/>
                    </a:ext>
                  </a:extLst>
                </p14:cNvPr>
                <p14:cNvContentPartPr/>
                <p14:nvPr/>
              </p14:nvContentPartPr>
              <p14:xfrm>
                <a:off x="9853324" y="393728"/>
                <a:ext cx="365760" cy="2750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99B21E02-C5B8-CC72-57AA-014440E0873E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9847204" y="387608"/>
                  <a:ext cx="378000" cy="287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5D0BBDF7-1ACF-A611-A6B0-4165A8E6B497}"/>
                  </a:ext>
                </a:extLst>
              </p14:cNvPr>
              <p14:cNvContentPartPr/>
              <p14:nvPr/>
            </p14:nvContentPartPr>
            <p14:xfrm>
              <a:off x="2312640" y="143640"/>
              <a:ext cx="8775720" cy="634752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5D0BBDF7-1ACF-A611-A6B0-4165A8E6B497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2303280" y="134280"/>
                <a:ext cx="8794440" cy="6366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602006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A404D74-21F8-9A20-EB7A-82CC690EE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05333" y="6356350"/>
            <a:ext cx="2743200" cy="365125"/>
          </a:xfrm>
        </p:spPr>
        <p:txBody>
          <a:bodyPr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-IN" smtClean="0"/>
              <a:pPr marL="0" lvl="0" indent="0" rtl="0">
                <a:spcBef>
                  <a:spcPts val="0"/>
                </a:spcBef>
                <a:spcAft>
                  <a:spcPts val="600"/>
                </a:spcAft>
                <a:buNone/>
              </a:pPr>
              <a:t>18</a:t>
            </a:fld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9066050-43BD-C4FA-7172-EEEAF24D8D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9100" y="643467"/>
            <a:ext cx="9773799" cy="5571065"/>
          </a:xfrm>
          <a:prstGeom prst="rect">
            <a:avLst/>
          </a:prstGeom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8EFD2235-7A28-4AFA-4291-35A1C9780A2F}"/>
                  </a:ext>
                </a:extLst>
              </p14:cNvPr>
              <p14:cNvContentPartPr/>
              <p14:nvPr/>
            </p14:nvContentPartPr>
            <p14:xfrm>
              <a:off x="1638720" y="586080"/>
              <a:ext cx="9618840" cy="57517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8EFD2235-7A28-4AFA-4291-35A1C9780A2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629360" y="576720"/>
                <a:ext cx="9637560" cy="5770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70745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A404D74-21F8-9A20-EB7A-82CC690EE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05333" y="6356350"/>
            <a:ext cx="2743200" cy="365125"/>
          </a:xfrm>
        </p:spPr>
        <p:txBody>
          <a:bodyPr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-IN" smtClean="0"/>
              <a:pPr marL="0" lvl="0" indent="0" rtl="0">
                <a:spcBef>
                  <a:spcPts val="0"/>
                </a:spcBef>
                <a:spcAft>
                  <a:spcPts val="600"/>
                </a:spcAft>
                <a:buNone/>
              </a:pPr>
              <a:t>19</a:t>
            </a:fld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4577385-08E0-50F2-4EE2-F3C3F3251B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1907" y="643467"/>
            <a:ext cx="6888185" cy="5571065"/>
          </a:xfrm>
          <a:prstGeom prst="rect">
            <a:avLst/>
          </a:prstGeom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93556C3-3DEA-E02F-3023-00BA6BE39E2F}"/>
                  </a:ext>
                </a:extLst>
              </p14:cNvPr>
              <p14:cNvContentPartPr/>
              <p14:nvPr/>
            </p14:nvContentPartPr>
            <p14:xfrm>
              <a:off x="420120" y="133200"/>
              <a:ext cx="11347200" cy="61740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93556C3-3DEA-E02F-3023-00BA6BE39E2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10760" y="123840"/>
                <a:ext cx="11365920" cy="6192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681279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09A4F5E-CE6A-D5B7-DFA5-34D7D7198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20</a:t>
            </a:fld>
            <a:endParaRPr lang="en-IN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E0A0998-CB97-2060-6211-78CB15F6D2A8}"/>
                  </a:ext>
                </a:extLst>
              </p14:cNvPr>
              <p14:cNvContentPartPr/>
              <p14:nvPr/>
            </p14:nvContentPartPr>
            <p14:xfrm>
              <a:off x="2615760" y="630360"/>
              <a:ext cx="7626240" cy="62258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E0A0998-CB97-2060-6211-78CB15F6D2A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606400" y="621000"/>
                <a:ext cx="7644960" cy="6244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914751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2FD00A8-AE86-F7D4-0900-A41A79A67651}"/>
              </a:ext>
            </a:extLst>
          </p:cNvPr>
          <p:cNvSpPr/>
          <p:nvPr/>
        </p:nvSpPr>
        <p:spPr bwMode="auto">
          <a:xfrm>
            <a:off x="10088380" y="0"/>
            <a:ext cx="1813810" cy="329784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N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</a:endParaRPr>
          </a:p>
        </p:txBody>
      </p:sp>
      <p:pic>
        <p:nvPicPr>
          <p:cNvPr id="3" name="Picture 2" descr="A close-up of a white paper&#10;&#10;Description automatically generated">
            <a:extLst>
              <a:ext uri="{FF2B5EF4-FFF2-40B4-BE49-F238E27FC236}">
                <a16:creationId xmlns:a16="http://schemas.microsoft.com/office/drawing/2014/main" id="{82CF2CD0-1642-EFAB-267B-EE7EC1B0BF0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161"/>
          <a:stretch/>
        </p:blipFill>
        <p:spPr>
          <a:xfrm rot="16200000">
            <a:off x="2754445" y="-2377191"/>
            <a:ext cx="6683111" cy="11612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70625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2FD00A8-AE86-F7D4-0900-A41A79A67651}"/>
              </a:ext>
            </a:extLst>
          </p:cNvPr>
          <p:cNvSpPr/>
          <p:nvPr/>
        </p:nvSpPr>
        <p:spPr bwMode="auto">
          <a:xfrm>
            <a:off x="10088380" y="0"/>
            <a:ext cx="1813810" cy="329784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N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</a:endParaRPr>
          </a:p>
        </p:txBody>
      </p:sp>
      <p:pic>
        <p:nvPicPr>
          <p:cNvPr id="3" name="Picture 2" descr="A white paper with mathematical equations&#10;&#10;Description automatically generated">
            <a:extLst>
              <a:ext uri="{FF2B5EF4-FFF2-40B4-BE49-F238E27FC236}">
                <a16:creationId xmlns:a16="http://schemas.microsoft.com/office/drawing/2014/main" id="{7B56712F-F1C0-6AAC-2B8D-DC221827577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198" b="2496"/>
          <a:stretch/>
        </p:blipFill>
        <p:spPr>
          <a:xfrm rot="16200000">
            <a:off x="3138094" y="-1472937"/>
            <a:ext cx="6200623" cy="9798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65636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2FD00A8-AE86-F7D4-0900-A41A79A67651}"/>
              </a:ext>
            </a:extLst>
          </p:cNvPr>
          <p:cNvSpPr/>
          <p:nvPr/>
        </p:nvSpPr>
        <p:spPr bwMode="auto">
          <a:xfrm>
            <a:off x="10088380" y="0"/>
            <a:ext cx="1813810" cy="329784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N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</a:endParaRPr>
          </a:p>
        </p:txBody>
      </p:sp>
      <p:pic>
        <p:nvPicPr>
          <p:cNvPr id="6" name="Picture 5" descr="A white sheet of paper with writing on it&#10;&#10;Description automatically generated">
            <a:extLst>
              <a:ext uri="{FF2B5EF4-FFF2-40B4-BE49-F238E27FC236}">
                <a16:creationId xmlns:a16="http://schemas.microsoft.com/office/drawing/2014/main" id="{7CEF8544-16B2-1B11-0E16-34AB043A40B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248" r="4204"/>
          <a:stretch/>
        </p:blipFill>
        <p:spPr>
          <a:xfrm rot="16200000">
            <a:off x="3300274" y="-1471475"/>
            <a:ext cx="6203560" cy="9806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62790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2FD00A8-AE86-F7D4-0900-A41A79A67651}"/>
              </a:ext>
            </a:extLst>
          </p:cNvPr>
          <p:cNvSpPr/>
          <p:nvPr/>
        </p:nvSpPr>
        <p:spPr bwMode="auto">
          <a:xfrm>
            <a:off x="10088380" y="0"/>
            <a:ext cx="1813810" cy="329784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N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</a:endParaRPr>
          </a:p>
        </p:txBody>
      </p:sp>
      <p:pic>
        <p:nvPicPr>
          <p:cNvPr id="3" name="Picture 2" descr="A close-up of a paper&#10;&#10;Description automatically generated">
            <a:extLst>
              <a:ext uri="{FF2B5EF4-FFF2-40B4-BE49-F238E27FC236}">
                <a16:creationId xmlns:a16="http://schemas.microsoft.com/office/drawing/2014/main" id="{69ACA336-35C0-EB13-3B63-6F62847E6A8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" b="1403"/>
          <a:stretch/>
        </p:blipFill>
        <p:spPr>
          <a:xfrm rot="16200000">
            <a:off x="2904344" y="-1765094"/>
            <a:ext cx="6738079" cy="10508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84460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2FD00A8-AE86-F7D4-0900-A41A79A67651}"/>
              </a:ext>
            </a:extLst>
          </p:cNvPr>
          <p:cNvSpPr/>
          <p:nvPr/>
        </p:nvSpPr>
        <p:spPr bwMode="auto">
          <a:xfrm>
            <a:off x="10088380" y="0"/>
            <a:ext cx="1813810" cy="329784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N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</a:endParaRPr>
          </a:p>
        </p:txBody>
      </p:sp>
      <p:pic>
        <p:nvPicPr>
          <p:cNvPr id="3" name="Picture 2" descr="A white sheet of paper with writing on it&#10;&#10;Description automatically generated">
            <a:extLst>
              <a:ext uri="{FF2B5EF4-FFF2-40B4-BE49-F238E27FC236}">
                <a16:creationId xmlns:a16="http://schemas.microsoft.com/office/drawing/2014/main" id="{58A7A500-A2C9-0C6E-6927-065D6823A75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483" b="2931"/>
          <a:stretch/>
        </p:blipFill>
        <p:spPr>
          <a:xfrm rot="16200000">
            <a:off x="2959048" y="-1897769"/>
            <a:ext cx="5942126" cy="10984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273929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57776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27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30770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1416</TotalTime>
  <Words>605</Words>
  <Application>Microsoft Office PowerPoint</Application>
  <PresentationFormat>Widescreen</PresentationFormat>
  <Paragraphs>78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6" baseType="lpstr">
      <vt:lpstr>Comic Sans MS</vt:lpstr>
      <vt:lpstr>Calibri</vt:lpstr>
      <vt:lpstr>Arial</vt:lpstr>
      <vt:lpstr>Aptos Display</vt:lpstr>
      <vt:lpstr>Aptos</vt:lpstr>
      <vt:lpstr>Verdana</vt:lpstr>
      <vt:lpstr>Courier New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Maximum-sum contiguous subarray</vt:lpstr>
      <vt:lpstr>Brute-force algorithm</vt:lpstr>
      <vt:lpstr>Brute-force algorithm</vt:lpstr>
      <vt:lpstr>Idea of brute-force algorithm</vt:lpstr>
      <vt:lpstr>Brute-force algorithm</vt:lpstr>
      <vt:lpstr>Pseudo code</vt:lpstr>
      <vt:lpstr>Divide-and-conquer algorithm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Administrator</dc:creator>
  <cp:lastModifiedBy>Rahul Mishra</cp:lastModifiedBy>
  <cp:revision>97</cp:revision>
  <dcterms:created xsi:type="dcterms:W3CDTF">2023-01-02T04:30:03Z</dcterms:created>
  <dcterms:modified xsi:type="dcterms:W3CDTF">2025-09-20T03:50:09Z</dcterms:modified>
</cp:coreProperties>
</file>