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78" r:id="rId1"/>
  </p:sldMasterIdLst>
  <p:notesMasterIdLst>
    <p:notesMasterId r:id="rId31"/>
  </p:notesMasterIdLst>
  <p:sldIdLst>
    <p:sldId id="405" r:id="rId2"/>
    <p:sldId id="725" r:id="rId3"/>
    <p:sldId id="726" r:id="rId4"/>
    <p:sldId id="732" r:id="rId5"/>
    <p:sldId id="733" r:id="rId6"/>
    <p:sldId id="734" r:id="rId7"/>
    <p:sldId id="739" r:id="rId8"/>
    <p:sldId id="735" r:id="rId9"/>
    <p:sldId id="740" r:id="rId10"/>
    <p:sldId id="736" r:id="rId11"/>
    <p:sldId id="737" r:id="rId12"/>
    <p:sldId id="738" r:id="rId13"/>
    <p:sldId id="742" r:id="rId14"/>
    <p:sldId id="743" r:id="rId15"/>
    <p:sldId id="744" r:id="rId16"/>
    <p:sldId id="448" r:id="rId17"/>
    <p:sldId id="452" r:id="rId18"/>
    <p:sldId id="745" r:id="rId19"/>
    <p:sldId id="425" r:id="rId20"/>
    <p:sldId id="746" r:id="rId21"/>
    <p:sldId id="426" r:id="rId22"/>
    <p:sldId id="427" r:id="rId23"/>
    <p:sldId id="747" r:id="rId24"/>
    <p:sldId id="428" r:id="rId25"/>
    <p:sldId id="741" r:id="rId26"/>
    <p:sldId id="429" r:id="rId27"/>
    <p:sldId id="748" r:id="rId28"/>
    <p:sldId id="430" r:id="rId29"/>
    <p:sldId id="431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02" roundtripDataSignature="AMtx7mg1RiiH1V00hBFey73LGlFy9jFH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D5E543-841C-477F-8EDB-8FD713EF56F3}" v="11" dt="2025-10-26T03:15:56.693"/>
  </p1510:revLst>
</p1510:revInfo>
</file>

<file path=ppt/tableStyles.xml><?xml version="1.0" encoding="utf-8"?>
<a:tblStyleLst xmlns:a="http://schemas.openxmlformats.org/drawingml/2006/main" def="{6D93F2BA-12AC-4E3E-8EDC-AAE0573C1F7D}">
  <a:tblStyle styleId="{6D93F2BA-12AC-4E3E-8EDC-AAE0573C1F7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10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103" Type="http://schemas.openxmlformats.org/officeDocument/2006/relationships/presProps" Target="presProps.xml"/><Relationship Id="rId10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07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102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10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hul Mishra" userId="57c6469e-ac64-4888-811b-35f0aabddbad" providerId="ADAL" clId="{21FFD693-4E0E-4C6A-9B31-7A4B381D4AA0}"/>
    <pc:docChg chg="undo custSel addSld modSld">
      <pc:chgData name="Rahul Mishra" userId="57c6469e-ac64-4888-811b-35f0aabddbad" providerId="ADAL" clId="{21FFD693-4E0E-4C6A-9B31-7A4B381D4AA0}" dt="2024-08-31T18:40:31.090" v="18" actId="1076"/>
      <pc:docMkLst>
        <pc:docMk/>
      </pc:docMkLst>
      <pc:sldChg chg="delSp add mod">
        <pc:chgData name="Rahul Mishra" userId="57c6469e-ac64-4888-811b-35f0aabddbad" providerId="ADAL" clId="{21FFD693-4E0E-4C6A-9B31-7A4B381D4AA0}" dt="2024-08-31T17:30:57.514" v="13" actId="478"/>
        <pc:sldMkLst>
          <pc:docMk/>
          <pc:sldMk cId="3580903429" sldId="277"/>
        </pc:sldMkLst>
      </pc:sldChg>
      <pc:sldChg chg="modSp mod">
        <pc:chgData name="Rahul Mishra" userId="57c6469e-ac64-4888-811b-35f0aabddbad" providerId="ADAL" clId="{21FFD693-4E0E-4C6A-9B31-7A4B381D4AA0}" dt="2024-08-31T18:38:41.288" v="14" actId="1076"/>
        <pc:sldMkLst>
          <pc:docMk/>
          <pc:sldMk cId="0" sldId="283"/>
        </pc:sldMkLst>
      </pc:sldChg>
      <pc:sldChg chg="modSp mod">
        <pc:chgData name="Rahul Mishra" userId="57c6469e-ac64-4888-811b-35f0aabddbad" providerId="ADAL" clId="{21FFD693-4E0E-4C6A-9B31-7A4B381D4AA0}" dt="2024-08-31T18:38:50.743" v="15" actId="1076"/>
        <pc:sldMkLst>
          <pc:docMk/>
          <pc:sldMk cId="0" sldId="284"/>
        </pc:sldMkLst>
      </pc:sldChg>
      <pc:sldChg chg="modSp mod">
        <pc:chgData name="Rahul Mishra" userId="57c6469e-ac64-4888-811b-35f0aabddbad" providerId="ADAL" clId="{21FFD693-4E0E-4C6A-9B31-7A4B381D4AA0}" dt="2024-08-31T18:40:31.090" v="18" actId="1076"/>
        <pc:sldMkLst>
          <pc:docMk/>
          <pc:sldMk cId="0" sldId="285"/>
        </pc:sldMkLst>
      </pc:sldChg>
      <pc:sldChg chg="modSp mod">
        <pc:chgData name="Rahul Mishra" userId="57c6469e-ac64-4888-811b-35f0aabddbad" providerId="ADAL" clId="{21FFD693-4E0E-4C6A-9B31-7A4B381D4AA0}" dt="2024-08-31T17:30:54.298" v="5" actId="27636"/>
        <pc:sldMkLst>
          <pc:docMk/>
          <pc:sldMk cId="2182143427" sldId="298"/>
        </pc:sldMkLst>
      </pc:sldChg>
      <pc:sldChg chg="modSp mod">
        <pc:chgData name="Rahul Mishra" userId="57c6469e-ac64-4888-811b-35f0aabddbad" providerId="ADAL" clId="{21FFD693-4E0E-4C6A-9B31-7A4B381D4AA0}" dt="2024-08-31T17:30:54.307" v="6" actId="27636"/>
        <pc:sldMkLst>
          <pc:docMk/>
          <pc:sldMk cId="3430712330" sldId="299"/>
        </pc:sldMkLst>
      </pc:sldChg>
      <pc:sldChg chg="modSp mod">
        <pc:chgData name="Rahul Mishra" userId="57c6469e-ac64-4888-811b-35f0aabddbad" providerId="ADAL" clId="{21FFD693-4E0E-4C6A-9B31-7A4B381D4AA0}" dt="2024-08-31T17:30:54.313" v="7" actId="27636"/>
        <pc:sldMkLst>
          <pc:docMk/>
          <pc:sldMk cId="2853893709" sldId="300"/>
        </pc:sldMkLst>
      </pc:sldChg>
      <pc:sldChg chg="modSp mod">
        <pc:chgData name="Rahul Mishra" userId="57c6469e-ac64-4888-811b-35f0aabddbad" providerId="ADAL" clId="{21FFD693-4E0E-4C6A-9B31-7A4B381D4AA0}" dt="2024-08-31T17:30:54.329" v="8" actId="27636"/>
        <pc:sldMkLst>
          <pc:docMk/>
          <pc:sldMk cId="242180997" sldId="301"/>
        </pc:sldMkLst>
      </pc:sldChg>
      <pc:sldChg chg="modSp mod">
        <pc:chgData name="Rahul Mishra" userId="57c6469e-ac64-4888-811b-35f0aabddbad" providerId="ADAL" clId="{21FFD693-4E0E-4C6A-9B31-7A4B381D4AA0}" dt="2024-08-31T17:30:54.329" v="9" actId="27636"/>
        <pc:sldMkLst>
          <pc:docMk/>
          <pc:sldMk cId="3799010131" sldId="302"/>
        </pc:sldMkLst>
      </pc:sldChg>
      <pc:sldChg chg="modSp mod">
        <pc:chgData name="Rahul Mishra" userId="57c6469e-ac64-4888-811b-35f0aabddbad" providerId="ADAL" clId="{21FFD693-4E0E-4C6A-9B31-7A4B381D4AA0}" dt="2024-08-31T17:30:54.345" v="10" actId="27636"/>
        <pc:sldMkLst>
          <pc:docMk/>
          <pc:sldMk cId="2187071181" sldId="303"/>
        </pc:sldMkLst>
      </pc:sldChg>
      <pc:sldChg chg="add">
        <pc:chgData name="Rahul Mishra" userId="57c6469e-ac64-4888-811b-35f0aabddbad" providerId="ADAL" clId="{21FFD693-4E0E-4C6A-9B31-7A4B381D4AA0}" dt="2024-08-31T17:30:54.156" v="0"/>
        <pc:sldMkLst>
          <pc:docMk/>
          <pc:sldMk cId="4132747667" sldId="353"/>
        </pc:sldMkLst>
      </pc:sldChg>
      <pc:sldChg chg="modSp mod">
        <pc:chgData name="Rahul Mishra" userId="57c6469e-ac64-4888-811b-35f0aabddbad" providerId="ADAL" clId="{21FFD693-4E0E-4C6A-9B31-7A4B381D4AA0}" dt="2024-08-31T17:30:54.251" v="1" actId="27636"/>
        <pc:sldMkLst>
          <pc:docMk/>
          <pc:sldMk cId="3256313146" sldId="366"/>
        </pc:sldMkLst>
      </pc:sldChg>
      <pc:sldChg chg="modSp mod">
        <pc:chgData name="Rahul Mishra" userId="57c6469e-ac64-4888-811b-35f0aabddbad" providerId="ADAL" clId="{21FFD693-4E0E-4C6A-9B31-7A4B381D4AA0}" dt="2024-08-31T17:30:54.266" v="2" actId="27636"/>
        <pc:sldMkLst>
          <pc:docMk/>
          <pc:sldMk cId="3617587182" sldId="367"/>
        </pc:sldMkLst>
      </pc:sldChg>
      <pc:sldChg chg="modSp mod">
        <pc:chgData name="Rahul Mishra" userId="57c6469e-ac64-4888-811b-35f0aabddbad" providerId="ADAL" clId="{21FFD693-4E0E-4C6A-9B31-7A4B381D4AA0}" dt="2024-08-31T17:30:54.266" v="3" actId="27636"/>
        <pc:sldMkLst>
          <pc:docMk/>
          <pc:sldMk cId="1559975623" sldId="368"/>
        </pc:sldMkLst>
      </pc:sldChg>
      <pc:sldChg chg="modSp mod">
        <pc:chgData name="Rahul Mishra" userId="57c6469e-ac64-4888-811b-35f0aabddbad" providerId="ADAL" clId="{21FFD693-4E0E-4C6A-9B31-7A4B381D4AA0}" dt="2024-08-31T17:30:54.282" v="4" actId="27636"/>
        <pc:sldMkLst>
          <pc:docMk/>
          <pc:sldMk cId="3336479956" sldId="369"/>
        </pc:sldMkLst>
      </pc:sldChg>
      <pc:sldChg chg="modSp mod">
        <pc:chgData name="Rahul Mishra" userId="57c6469e-ac64-4888-811b-35f0aabddbad" providerId="ADAL" clId="{21FFD693-4E0E-4C6A-9B31-7A4B381D4AA0}" dt="2024-08-31T17:30:54.360" v="11" actId="27636"/>
        <pc:sldMkLst>
          <pc:docMk/>
          <pc:sldMk cId="2983673248" sldId="376"/>
        </pc:sldMkLst>
      </pc:sldChg>
      <pc:sldChg chg="modSp mod">
        <pc:chgData name="Rahul Mishra" userId="57c6469e-ac64-4888-811b-35f0aabddbad" providerId="ADAL" clId="{21FFD693-4E0E-4C6A-9B31-7A4B381D4AA0}" dt="2024-08-31T17:30:54.360" v="12" actId="27636"/>
        <pc:sldMkLst>
          <pc:docMk/>
          <pc:sldMk cId="3694120147" sldId="377"/>
        </pc:sldMkLst>
      </pc:sldChg>
    </pc:docChg>
  </pc:docChgLst>
  <pc:docChgLst>
    <pc:chgData name="Rahul Mishra" userId="57c6469e-ac64-4888-811b-35f0aabddbad" providerId="ADAL" clId="{5BEE9467-BEE1-463A-ACAA-8D19ED3E1345}"/>
    <pc:docChg chg="delSld">
      <pc:chgData name="Rahul Mishra" userId="57c6469e-ac64-4888-811b-35f0aabddbad" providerId="ADAL" clId="{5BEE9467-BEE1-463A-ACAA-8D19ED3E1345}" dt="2024-10-04T18:25:53.055" v="4" actId="47"/>
      <pc:docMkLst>
        <pc:docMk/>
      </pc:docMkLst>
      <pc:sldChg chg="del">
        <pc:chgData name="Rahul Mishra" userId="57c6469e-ac64-4888-811b-35f0aabddbad" providerId="ADAL" clId="{5BEE9467-BEE1-463A-ACAA-8D19ED3E1345}" dt="2024-10-04T18:25:43.822" v="0" actId="47"/>
        <pc:sldMkLst>
          <pc:docMk/>
          <pc:sldMk cId="2819216235" sldId="727"/>
        </pc:sldMkLst>
      </pc:sldChg>
      <pc:sldChg chg="del">
        <pc:chgData name="Rahul Mishra" userId="57c6469e-ac64-4888-811b-35f0aabddbad" providerId="ADAL" clId="{5BEE9467-BEE1-463A-ACAA-8D19ED3E1345}" dt="2024-10-04T18:25:46.040" v="1" actId="47"/>
        <pc:sldMkLst>
          <pc:docMk/>
          <pc:sldMk cId="2187513785" sldId="728"/>
        </pc:sldMkLst>
      </pc:sldChg>
      <pc:sldChg chg="del">
        <pc:chgData name="Rahul Mishra" userId="57c6469e-ac64-4888-811b-35f0aabddbad" providerId="ADAL" clId="{5BEE9467-BEE1-463A-ACAA-8D19ED3E1345}" dt="2024-10-04T18:25:47.418" v="2" actId="47"/>
        <pc:sldMkLst>
          <pc:docMk/>
          <pc:sldMk cId="1904412074" sldId="729"/>
        </pc:sldMkLst>
      </pc:sldChg>
      <pc:sldChg chg="del">
        <pc:chgData name="Rahul Mishra" userId="57c6469e-ac64-4888-811b-35f0aabddbad" providerId="ADAL" clId="{5BEE9467-BEE1-463A-ACAA-8D19ED3E1345}" dt="2024-10-04T18:25:49.131" v="3" actId="47"/>
        <pc:sldMkLst>
          <pc:docMk/>
          <pc:sldMk cId="2959901174" sldId="730"/>
        </pc:sldMkLst>
      </pc:sldChg>
      <pc:sldChg chg="del">
        <pc:chgData name="Rahul Mishra" userId="57c6469e-ac64-4888-811b-35f0aabddbad" providerId="ADAL" clId="{5BEE9467-BEE1-463A-ACAA-8D19ED3E1345}" dt="2024-10-04T18:25:53.055" v="4" actId="47"/>
        <pc:sldMkLst>
          <pc:docMk/>
          <pc:sldMk cId="1392852137" sldId="731"/>
        </pc:sldMkLst>
      </pc:sldChg>
    </pc:docChg>
  </pc:docChgLst>
  <pc:docChgLst>
    <pc:chgData name="Rahul Mishra" userId="57c6469e-ac64-4888-811b-35f0aabddbad" providerId="ADAL" clId="{181BC7F3-2120-400D-B4AA-A1CF5463A9D1}"/>
    <pc:docChg chg="undo custSel addSld delSld modSld">
      <pc:chgData name="Rahul Mishra" userId="57c6469e-ac64-4888-811b-35f0aabddbad" providerId="ADAL" clId="{181BC7F3-2120-400D-B4AA-A1CF5463A9D1}" dt="2024-09-13T18:02:46.289" v="54"/>
      <pc:docMkLst>
        <pc:docMk/>
      </pc:docMkLst>
      <pc:sldChg chg="del">
        <pc:chgData name="Rahul Mishra" userId="57c6469e-ac64-4888-811b-35f0aabddbad" providerId="ADAL" clId="{181BC7F3-2120-400D-B4AA-A1CF5463A9D1}" dt="2024-09-13T17:57:49.309" v="6" actId="47"/>
        <pc:sldMkLst>
          <pc:docMk/>
          <pc:sldMk cId="1701599832" sldId="271"/>
        </pc:sldMkLst>
      </pc:sldChg>
      <pc:sldChg chg="del">
        <pc:chgData name="Rahul Mishra" userId="57c6469e-ac64-4888-811b-35f0aabddbad" providerId="ADAL" clId="{181BC7F3-2120-400D-B4AA-A1CF5463A9D1}" dt="2024-09-13T17:57:50.507" v="7" actId="47"/>
        <pc:sldMkLst>
          <pc:docMk/>
          <pc:sldMk cId="0" sldId="283"/>
        </pc:sldMkLst>
      </pc:sldChg>
      <pc:sldChg chg="del">
        <pc:chgData name="Rahul Mishra" userId="57c6469e-ac64-4888-811b-35f0aabddbad" providerId="ADAL" clId="{181BC7F3-2120-400D-B4AA-A1CF5463A9D1}" dt="2024-09-13T17:57:51.679" v="8" actId="47"/>
        <pc:sldMkLst>
          <pc:docMk/>
          <pc:sldMk cId="0" sldId="284"/>
        </pc:sldMkLst>
      </pc:sldChg>
      <pc:sldChg chg="del">
        <pc:chgData name="Rahul Mishra" userId="57c6469e-ac64-4888-811b-35f0aabddbad" providerId="ADAL" clId="{181BC7F3-2120-400D-B4AA-A1CF5463A9D1}" dt="2024-09-13T17:57:52.484" v="9" actId="47"/>
        <pc:sldMkLst>
          <pc:docMk/>
          <pc:sldMk cId="0" sldId="285"/>
        </pc:sldMkLst>
      </pc:sldChg>
      <pc:sldChg chg="del">
        <pc:chgData name="Rahul Mishra" userId="57c6469e-ac64-4888-811b-35f0aabddbad" providerId="ADAL" clId="{181BC7F3-2120-400D-B4AA-A1CF5463A9D1}" dt="2024-09-13T17:57:53.224" v="10" actId="47"/>
        <pc:sldMkLst>
          <pc:docMk/>
          <pc:sldMk cId="0" sldId="286"/>
        </pc:sldMkLst>
      </pc:sldChg>
      <pc:sldChg chg="del">
        <pc:chgData name="Rahul Mishra" userId="57c6469e-ac64-4888-811b-35f0aabddbad" providerId="ADAL" clId="{181BC7F3-2120-400D-B4AA-A1CF5463A9D1}" dt="2024-09-13T17:57:55.037" v="12" actId="47"/>
        <pc:sldMkLst>
          <pc:docMk/>
          <pc:sldMk cId="0" sldId="287"/>
        </pc:sldMkLst>
      </pc:sldChg>
      <pc:sldChg chg="del">
        <pc:chgData name="Rahul Mishra" userId="57c6469e-ac64-4888-811b-35f0aabddbad" providerId="ADAL" clId="{181BC7F3-2120-400D-B4AA-A1CF5463A9D1}" dt="2024-09-13T17:57:56.566" v="14" actId="47"/>
        <pc:sldMkLst>
          <pc:docMk/>
          <pc:sldMk cId="0" sldId="289"/>
        </pc:sldMkLst>
      </pc:sldChg>
      <pc:sldChg chg="del">
        <pc:chgData name="Rahul Mishra" userId="57c6469e-ac64-4888-811b-35f0aabddbad" providerId="ADAL" clId="{181BC7F3-2120-400D-B4AA-A1CF5463A9D1}" dt="2024-09-13T17:57:57.525" v="15" actId="47"/>
        <pc:sldMkLst>
          <pc:docMk/>
          <pc:sldMk cId="0" sldId="290"/>
        </pc:sldMkLst>
      </pc:sldChg>
      <pc:sldChg chg="del">
        <pc:chgData name="Rahul Mishra" userId="57c6469e-ac64-4888-811b-35f0aabddbad" providerId="ADAL" clId="{181BC7F3-2120-400D-B4AA-A1CF5463A9D1}" dt="2024-09-13T17:57:57.934" v="16" actId="47"/>
        <pc:sldMkLst>
          <pc:docMk/>
          <pc:sldMk cId="0" sldId="291"/>
        </pc:sldMkLst>
      </pc:sldChg>
      <pc:sldChg chg="del">
        <pc:chgData name="Rahul Mishra" userId="57c6469e-ac64-4888-811b-35f0aabddbad" providerId="ADAL" clId="{181BC7F3-2120-400D-B4AA-A1CF5463A9D1}" dt="2024-09-13T17:58:03.419" v="27" actId="47"/>
        <pc:sldMkLst>
          <pc:docMk/>
          <pc:sldMk cId="1685752519" sldId="292"/>
        </pc:sldMkLst>
      </pc:sldChg>
      <pc:sldChg chg="del">
        <pc:chgData name="Rahul Mishra" userId="57c6469e-ac64-4888-811b-35f0aabddbad" providerId="ADAL" clId="{181BC7F3-2120-400D-B4AA-A1CF5463A9D1}" dt="2024-09-13T17:58:03.939" v="28" actId="47"/>
        <pc:sldMkLst>
          <pc:docMk/>
          <pc:sldMk cId="4267650275" sldId="293"/>
        </pc:sldMkLst>
      </pc:sldChg>
      <pc:sldChg chg="del">
        <pc:chgData name="Rahul Mishra" userId="57c6469e-ac64-4888-811b-35f0aabddbad" providerId="ADAL" clId="{181BC7F3-2120-400D-B4AA-A1CF5463A9D1}" dt="2024-09-13T17:58:04.411" v="29" actId="47"/>
        <pc:sldMkLst>
          <pc:docMk/>
          <pc:sldMk cId="2502611286" sldId="294"/>
        </pc:sldMkLst>
      </pc:sldChg>
      <pc:sldChg chg="del">
        <pc:chgData name="Rahul Mishra" userId="57c6469e-ac64-4888-811b-35f0aabddbad" providerId="ADAL" clId="{181BC7F3-2120-400D-B4AA-A1CF5463A9D1}" dt="2024-09-13T17:58:04.933" v="30" actId="47"/>
        <pc:sldMkLst>
          <pc:docMk/>
          <pc:sldMk cId="1901015964" sldId="295"/>
        </pc:sldMkLst>
      </pc:sldChg>
      <pc:sldChg chg="del">
        <pc:chgData name="Rahul Mishra" userId="57c6469e-ac64-4888-811b-35f0aabddbad" providerId="ADAL" clId="{181BC7F3-2120-400D-B4AA-A1CF5463A9D1}" dt="2024-09-13T17:58:05.451" v="31" actId="47"/>
        <pc:sldMkLst>
          <pc:docMk/>
          <pc:sldMk cId="615098788" sldId="296"/>
        </pc:sldMkLst>
      </pc:sldChg>
      <pc:sldChg chg="del">
        <pc:chgData name="Rahul Mishra" userId="57c6469e-ac64-4888-811b-35f0aabddbad" providerId="ADAL" clId="{181BC7F3-2120-400D-B4AA-A1CF5463A9D1}" dt="2024-09-13T17:57:48.378" v="5" actId="47"/>
        <pc:sldMkLst>
          <pc:docMk/>
          <pc:sldMk cId="2187071181" sldId="303"/>
        </pc:sldMkLst>
      </pc:sldChg>
      <pc:sldChg chg="del">
        <pc:chgData name="Rahul Mishra" userId="57c6469e-ac64-4888-811b-35f0aabddbad" providerId="ADAL" clId="{181BC7F3-2120-400D-B4AA-A1CF5463A9D1}" dt="2024-09-13T17:58:08.830" v="36" actId="47"/>
        <pc:sldMkLst>
          <pc:docMk/>
          <pc:sldMk cId="1419033139" sldId="305"/>
        </pc:sldMkLst>
      </pc:sldChg>
      <pc:sldChg chg="del">
        <pc:chgData name="Rahul Mishra" userId="57c6469e-ac64-4888-811b-35f0aabddbad" providerId="ADAL" clId="{181BC7F3-2120-400D-B4AA-A1CF5463A9D1}" dt="2024-09-13T17:58:06.060" v="32" actId="47"/>
        <pc:sldMkLst>
          <pc:docMk/>
          <pc:sldMk cId="2079535757" sldId="375"/>
        </pc:sldMkLst>
      </pc:sldChg>
      <pc:sldChg chg="del">
        <pc:chgData name="Rahul Mishra" userId="57c6469e-ac64-4888-811b-35f0aabddbad" providerId="ADAL" clId="{181BC7F3-2120-400D-B4AA-A1CF5463A9D1}" dt="2024-09-13T17:58:06.665" v="33" actId="47"/>
        <pc:sldMkLst>
          <pc:docMk/>
          <pc:sldMk cId="2983673248" sldId="376"/>
        </pc:sldMkLst>
      </pc:sldChg>
      <pc:sldChg chg="del">
        <pc:chgData name="Rahul Mishra" userId="57c6469e-ac64-4888-811b-35f0aabddbad" providerId="ADAL" clId="{181BC7F3-2120-400D-B4AA-A1CF5463A9D1}" dt="2024-09-13T17:58:07.171" v="34" actId="47"/>
        <pc:sldMkLst>
          <pc:docMk/>
          <pc:sldMk cId="3694120147" sldId="377"/>
        </pc:sldMkLst>
      </pc:sldChg>
      <pc:sldChg chg="del">
        <pc:chgData name="Rahul Mishra" userId="57c6469e-ac64-4888-811b-35f0aabddbad" providerId="ADAL" clId="{181BC7F3-2120-400D-B4AA-A1CF5463A9D1}" dt="2024-09-13T17:58:07.674" v="35" actId="47"/>
        <pc:sldMkLst>
          <pc:docMk/>
          <pc:sldMk cId="3465334699" sldId="378"/>
        </pc:sldMkLst>
      </pc:sldChg>
      <pc:sldChg chg="del">
        <pc:chgData name="Rahul Mishra" userId="57c6469e-ac64-4888-811b-35f0aabddbad" providerId="ADAL" clId="{181BC7F3-2120-400D-B4AA-A1CF5463A9D1}" dt="2024-09-13T17:57:55.997" v="13" actId="47"/>
        <pc:sldMkLst>
          <pc:docMk/>
          <pc:sldMk cId="0" sldId="379"/>
        </pc:sldMkLst>
      </pc:sldChg>
      <pc:sldChg chg="del">
        <pc:chgData name="Rahul Mishra" userId="57c6469e-ac64-4888-811b-35f0aabddbad" providerId="ADAL" clId="{181BC7F3-2120-400D-B4AA-A1CF5463A9D1}" dt="2024-09-13T17:57:58.328" v="17" actId="47"/>
        <pc:sldMkLst>
          <pc:docMk/>
          <pc:sldMk cId="0" sldId="388"/>
        </pc:sldMkLst>
      </pc:sldChg>
      <pc:sldChg chg="del">
        <pc:chgData name="Rahul Mishra" userId="57c6469e-ac64-4888-811b-35f0aabddbad" providerId="ADAL" clId="{181BC7F3-2120-400D-B4AA-A1CF5463A9D1}" dt="2024-09-13T17:57:59.211" v="18" actId="47"/>
        <pc:sldMkLst>
          <pc:docMk/>
          <pc:sldMk cId="0" sldId="390"/>
        </pc:sldMkLst>
      </pc:sldChg>
      <pc:sldChg chg="del">
        <pc:chgData name="Rahul Mishra" userId="57c6469e-ac64-4888-811b-35f0aabddbad" providerId="ADAL" clId="{181BC7F3-2120-400D-B4AA-A1CF5463A9D1}" dt="2024-09-13T17:57:59.684" v="19" actId="47"/>
        <pc:sldMkLst>
          <pc:docMk/>
          <pc:sldMk cId="0" sldId="391"/>
        </pc:sldMkLst>
      </pc:sldChg>
      <pc:sldChg chg="del">
        <pc:chgData name="Rahul Mishra" userId="57c6469e-ac64-4888-811b-35f0aabddbad" providerId="ADAL" clId="{181BC7F3-2120-400D-B4AA-A1CF5463A9D1}" dt="2024-09-13T17:58:00.220" v="20" actId="47"/>
        <pc:sldMkLst>
          <pc:docMk/>
          <pc:sldMk cId="0" sldId="392"/>
        </pc:sldMkLst>
      </pc:sldChg>
      <pc:sldChg chg="del">
        <pc:chgData name="Rahul Mishra" userId="57c6469e-ac64-4888-811b-35f0aabddbad" providerId="ADAL" clId="{181BC7F3-2120-400D-B4AA-A1CF5463A9D1}" dt="2024-09-13T17:58:00.645" v="21" actId="47"/>
        <pc:sldMkLst>
          <pc:docMk/>
          <pc:sldMk cId="0" sldId="393"/>
        </pc:sldMkLst>
      </pc:sldChg>
      <pc:sldChg chg="del">
        <pc:chgData name="Rahul Mishra" userId="57c6469e-ac64-4888-811b-35f0aabddbad" providerId="ADAL" clId="{181BC7F3-2120-400D-B4AA-A1CF5463A9D1}" dt="2024-09-13T17:58:01.086" v="22" actId="47"/>
        <pc:sldMkLst>
          <pc:docMk/>
          <pc:sldMk cId="0" sldId="394"/>
        </pc:sldMkLst>
      </pc:sldChg>
      <pc:sldChg chg="del">
        <pc:chgData name="Rahul Mishra" userId="57c6469e-ac64-4888-811b-35f0aabddbad" providerId="ADAL" clId="{181BC7F3-2120-400D-B4AA-A1CF5463A9D1}" dt="2024-09-13T17:58:01.529" v="23" actId="47"/>
        <pc:sldMkLst>
          <pc:docMk/>
          <pc:sldMk cId="0" sldId="395"/>
        </pc:sldMkLst>
      </pc:sldChg>
      <pc:sldChg chg="del">
        <pc:chgData name="Rahul Mishra" userId="57c6469e-ac64-4888-811b-35f0aabddbad" providerId="ADAL" clId="{181BC7F3-2120-400D-B4AA-A1CF5463A9D1}" dt="2024-09-13T17:58:02.490" v="25" actId="47"/>
        <pc:sldMkLst>
          <pc:docMk/>
          <pc:sldMk cId="0" sldId="397"/>
        </pc:sldMkLst>
      </pc:sldChg>
      <pc:sldChg chg="del">
        <pc:chgData name="Rahul Mishra" userId="57c6469e-ac64-4888-811b-35f0aabddbad" providerId="ADAL" clId="{181BC7F3-2120-400D-B4AA-A1CF5463A9D1}" dt="2024-09-13T17:58:02.931" v="26" actId="47"/>
        <pc:sldMkLst>
          <pc:docMk/>
          <pc:sldMk cId="0" sldId="398"/>
        </pc:sldMkLst>
      </pc:sldChg>
      <pc:sldChg chg="del">
        <pc:chgData name="Rahul Mishra" userId="57c6469e-ac64-4888-811b-35f0aabddbad" providerId="ADAL" clId="{181BC7F3-2120-400D-B4AA-A1CF5463A9D1}" dt="2024-09-13T17:58:02.008" v="24" actId="47"/>
        <pc:sldMkLst>
          <pc:docMk/>
          <pc:sldMk cId="0" sldId="401"/>
        </pc:sldMkLst>
      </pc:sldChg>
      <pc:sldChg chg="del">
        <pc:chgData name="Rahul Mishra" userId="57c6469e-ac64-4888-811b-35f0aabddbad" providerId="ADAL" clId="{181BC7F3-2120-400D-B4AA-A1CF5463A9D1}" dt="2024-09-13T17:57:46.596" v="4" actId="47"/>
        <pc:sldMkLst>
          <pc:docMk/>
          <pc:sldMk cId="1992141454" sldId="404"/>
        </pc:sldMkLst>
      </pc:sldChg>
      <pc:sldChg chg="delSp modSp mod">
        <pc:chgData name="Rahul Mishra" userId="57c6469e-ac64-4888-811b-35f0aabddbad" providerId="ADAL" clId="{181BC7F3-2120-400D-B4AA-A1CF5463A9D1}" dt="2024-09-13T17:57:42.036" v="3" actId="20577"/>
        <pc:sldMkLst>
          <pc:docMk/>
          <pc:sldMk cId="545609971" sldId="405"/>
        </pc:sldMkLst>
      </pc:sldChg>
      <pc:sldChg chg="del">
        <pc:chgData name="Rahul Mishra" userId="57c6469e-ac64-4888-811b-35f0aabddbad" providerId="ADAL" clId="{181BC7F3-2120-400D-B4AA-A1CF5463A9D1}" dt="2024-09-13T17:59:12.293" v="37" actId="47"/>
        <pc:sldMkLst>
          <pc:docMk/>
          <pc:sldMk cId="1740156467" sldId="406"/>
        </pc:sldMkLst>
      </pc:sldChg>
      <pc:sldChg chg="del">
        <pc:chgData name="Rahul Mishra" userId="57c6469e-ac64-4888-811b-35f0aabddbad" providerId="ADAL" clId="{181BC7F3-2120-400D-B4AA-A1CF5463A9D1}" dt="2024-09-13T17:59:15.004" v="38" actId="47"/>
        <pc:sldMkLst>
          <pc:docMk/>
          <pc:sldMk cId="658975334" sldId="407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2303821214" sldId="407"/>
        </pc:sldMkLst>
      </pc:sldChg>
      <pc:sldChg chg="del">
        <pc:chgData name="Rahul Mishra" userId="57c6469e-ac64-4888-811b-35f0aabddbad" providerId="ADAL" clId="{181BC7F3-2120-400D-B4AA-A1CF5463A9D1}" dt="2024-09-13T17:59:15.891" v="39" actId="47"/>
        <pc:sldMkLst>
          <pc:docMk/>
          <pc:sldMk cId="832144480" sldId="408"/>
        </pc:sldMkLst>
      </pc:sldChg>
      <pc:sldChg chg="del">
        <pc:chgData name="Rahul Mishra" userId="57c6469e-ac64-4888-811b-35f0aabddbad" providerId="ADAL" clId="{181BC7F3-2120-400D-B4AA-A1CF5463A9D1}" dt="2024-09-13T17:59:16.756" v="40" actId="47"/>
        <pc:sldMkLst>
          <pc:docMk/>
          <pc:sldMk cId="4711899" sldId="409"/>
        </pc:sldMkLst>
      </pc:sldChg>
      <pc:sldChg chg="del">
        <pc:chgData name="Rahul Mishra" userId="57c6469e-ac64-4888-811b-35f0aabddbad" providerId="ADAL" clId="{181BC7F3-2120-400D-B4AA-A1CF5463A9D1}" dt="2024-09-13T17:59:17.831" v="41" actId="47"/>
        <pc:sldMkLst>
          <pc:docMk/>
          <pc:sldMk cId="1349400572" sldId="410"/>
        </pc:sldMkLst>
      </pc:sldChg>
      <pc:sldChg chg="del">
        <pc:chgData name="Rahul Mishra" userId="57c6469e-ac64-4888-811b-35f0aabddbad" providerId="ADAL" clId="{181BC7F3-2120-400D-B4AA-A1CF5463A9D1}" dt="2024-09-13T17:59:18.464" v="42" actId="47"/>
        <pc:sldMkLst>
          <pc:docMk/>
          <pc:sldMk cId="2231131565" sldId="411"/>
        </pc:sldMkLst>
      </pc:sldChg>
      <pc:sldChg chg="del">
        <pc:chgData name="Rahul Mishra" userId="57c6469e-ac64-4888-811b-35f0aabddbad" providerId="ADAL" clId="{181BC7F3-2120-400D-B4AA-A1CF5463A9D1}" dt="2024-09-13T17:59:19.018" v="43" actId="47"/>
        <pc:sldMkLst>
          <pc:docMk/>
          <pc:sldMk cId="897648036" sldId="412"/>
        </pc:sldMkLst>
      </pc:sldChg>
      <pc:sldChg chg="del">
        <pc:chgData name="Rahul Mishra" userId="57c6469e-ac64-4888-811b-35f0aabddbad" providerId="ADAL" clId="{181BC7F3-2120-400D-B4AA-A1CF5463A9D1}" dt="2024-09-13T17:59:19.975" v="44" actId="47"/>
        <pc:sldMkLst>
          <pc:docMk/>
          <pc:sldMk cId="2939944465" sldId="413"/>
        </pc:sldMkLst>
      </pc:sldChg>
      <pc:sldChg chg="delSp add del mod">
        <pc:chgData name="Rahul Mishra" userId="57c6469e-ac64-4888-811b-35f0aabddbad" providerId="ADAL" clId="{181BC7F3-2120-400D-B4AA-A1CF5463A9D1}" dt="2024-09-13T17:59:25.517" v="47" actId="478"/>
        <pc:sldMkLst>
          <pc:docMk/>
          <pc:sldMk cId="1214863930" sldId="414"/>
        </pc:sldMkLst>
      </pc:sldChg>
      <pc:sldChg chg="delSp mod">
        <pc:chgData name="Rahul Mishra" userId="57c6469e-ac64-4888-811b-35f0aabddbad" providerId="ADAL" clId="{181BC7F3-2120-400D-B4AA-A1CF5463A9D1}" dt="2024-09-13T17:59:28.322" v="48" actId="478"/>
        <pc:sldMkLst>
          <pc:docMk/>
          <pc:sldMk cId="2118251881" sldId="415"/>
        </pc:sldMkLst>
      </pc:sldChg>
      <pc:sldChg chg="delSp mod">
        <pc:chgData name="Rahul Mishra" userId="57c6469e-ac64-4888-811b-35f0aabddbad" providerId="ADAL" clId="{181BC7F3-2120-400D-B4AA-A1CF5463A9D1}" dt="2024-09-13T17:59:30.485" v="49" actId="478"/>
        <pc:sldMkLst>
          <pc:docMk/>
          <pc:sldMk cId="2560525014" sldId="416"/>
        </pc:sldMkLst>
      </pc:sldChg>
      <pc:sldChg chg="delSp mod">
        <pc:chgData name="Rahul Mishra" userId="57c6469e-ac64-4888-811b-35f0aabddbad" providerId="ADAL" clId="{181BC7F3-2120-400D-B4AA-A1CF5463A9D1}" dt="2024-09-13T17:59:33.470" v="50" actId="478"/>
        <pc:sldMkLst>
          <pc:docMk/>
          <pc:sldMk cId="1508322553" sldId="417"/>
        </pc:sldMkLst>
      </pc:sldChg>
      <pc:sldChg chg="del">
        <pc:chgData name="Rahul Mishra" userId="57c6469e-ac64-4888-811b-35f0aabddbad" providerId="ADAL" clId="{181BC7F3-2120-400D-B4AA-A1CF5463A9D1}" dt="2024-09-13T17:57:54.394" v="11" actId="47"/>
        <pc:sldMkLst>
          <pc:docMk/>
          <pc:sldMk cId="4154801453" sldId="446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3624487864" sldId="668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2534343136" sldId="669"/>
        </pc:sldMkLst>
      </pc:sldChg>
      <pc:sldChg chg="delSp add setBg delDesignElem">
        <pc:chgData name="Rahul Mishra" userId="57c6469e-ac64-4888-811b-35f0aabddbad" providerId="ADAL" clId="{181BC7F3-2120-400D-B4AA-A1CF5463A9D1}" dt="2024-09-13T18:02:46.289" v="54"/>
        <pc:sldMkLst>
          <pc:docMk/>
          <pc:sldMk cId="15107067" sldId="670"/>
        </pc:sldMkLst>
      </pc:sldChg>
      <pc:sldChg chg="delSp add setBg delDesignElem">
        <pc:chgData name="Rahul Mishra" userId="57c6469e-ac64-4888-811b-35f0aabddbad" providerId="ADAL" clId="{181BC7F3-2120-400D-B4AA-A1CF5463A9D1}" dt="2024-09-13T18:02:46.289" v="54"/>
        <pc:sldMkLst>
          <pc:docMk/>
          <pc:sldMk cId="88985167" sldId="671"/>
        </pc:sldMkLst>
      </pc:sldChg>
      <pc:sldChg chg="delSp add setBg delDesignElem">
        <pc:chgData name="Rahul Mishra" userId="57c6469e-ac64-4888-811b-35f0aabddbad" providerId="ADAL" clId="{181BC7F3-2120-400D-B4AA-A1CF5463A9D1}" dt="2024-09-13T18:02:46.289" v="54"/>
        <pc:sldMkLst>
          <pc:docMk/>
          <pc:sldMk cId="1632104634" sldId="672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2862732049" sldId="674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1054739878" sldId="675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635984662" sldId="676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2102975413" sldId="677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1162057113" sldId="678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1806669630" sldId="679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2774752012" sldId="680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522852980" sldId="681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1058856468" sldId="682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3526344510" sldId="683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3469525153" sldId="684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1217440676" sldId="685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3928924749" sldId="686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2072301149" sldId="687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2177943677" sldId="688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2118591328" sldId="689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3393512214" sldId="691"/>
        </pc:sldMkLst>
      </pc:sldChg>
    </pc:docChg>
  </pc:docChgLst>
  <pc:docChgLst>
    <pc:chgData name="Rahul Mishra" userId="57c6469e-ac64-4888-811b-35f0aabddbad" providerId="ADAL" clId="{77054C20-5B73-411C-AF9F-27685B677E1A}"/>
    <pc:docChg chg="custSel modSld">
      <pc:chgData name="Rahul Mishra" userId="57c6469e-ac64-4888-811b-35f0aabddbad" providerId="ADAL" clId="{77054C20-5B73-411C-AF9F-27685B677E1A}" dt="2025-10-18T15:46:52.330" v="23" actId="478"/>
      <pc:docMkLst>
        <pc:docMk/>
      </pc:docMkLst>
      <pc:sldChg chg="delSp mod">
        <pc:chgData name="Rahul Mishra" userId="57c6469e-ac64-4888-811b-35f0aabddbad" providerId="ADAL" clId="{77054C20-5B73-411C-AF9F-27685B677E1A}" dt="2025-10-17T17:24:14.545" v="1" actId="478"/>
        <pc:sldMkLst>
          <pc:docMk/>
          <pc:sldMk cId="545609971" sldId="405"/>
        </pc:sldMkLst>
      </pc:sldChg>
      <pc:sldChg chg="delSp mod">
        <pc:chgData name="Rahul Mishra" userId="57c6469e-ac64-4888-811b-35f0aabddbad" providerId="ADAL" clId="{77054C20-5B73-411C-AF9F-27685B677E1A}" dt="2025-10-18T15:46:38.515" v="19" actId="478"/>
        <pc:sldMkLst>
          <pc:docMk/>
          <pc:sldMk cId="2210711679" sldId="428"/>
        </pc:sldMkLst>
      </pc:sldChg>
      <pc:sldChg chg="delSp mod">
        <pc:chgData name="Rahul Mishra" userId="57c6469e-ac64-4888-811b-35f0aabddbad" providerId="ADAL" clId="{77054C20-5B73-411C-AF9F-27685B677E1A}" dt="2025-10-18T15:46:45.431" v="21" actId="478"/>
        <pc:sldMkLst>
          <pc:docMk/>
          <pc:sldMk cId="1342969971" sldId="429"/>
        </pc:sldMkLst>
      </pc:sldChg>
      <pc:sldChg chg="delSp mod">
        <pc:chgData name="Rahul Mishra" userId="57c6469e-ac64-4888-811b-35f0aabddbad" providerId="ADAL" clId="{77054C20-5B73-411C-AF9F-27685B677E1A}" dt="2025-10-18T15:46:52.330" v="23" actId="478"/>
        <pc:sldMkLst>
          <pc:docMk/>
          <pc:sldMk cId="3193239192" sldId="431"/>
        </pc:sldMkLst>
      </pc:sldChg>
      <pc:sldChg chg="delSp mod">
        <pc:chgData name="Rahul Mishra" userId="57c6469e-ac64-4888-811b-35f0aabddbad" providerId="ADAL" clId="{77054C20-5B73-411C-AF9F-27685B677E1A}" dt="2025-10-17T17:24:23.086" v="4" actId="478"/>
        <pc:sldMkLst>
          <pc:docMk/>
          <pc:sldMk cId="3225865518" sldId="725"/>
        </pc:sldMkLst>
      </pc:sldChg>
      <pc:sldChg chg="delSp mod">
        <pc:chgData name="Rahul Mishra" userId="57c6469e-ac64-4888-811b-35f0aabddbad" providerId="ADAL" clId="{77054C20-5B73-411C-AF9F-27685B677E1A}" dt="2025-10-17T17:24:25.600" v="5" actId="478"/>
        <pc:sldMkLst>
          <pc:docMk/>
          <pc:sldMk cId="3904702079" sldId="726"/>
        </pc:sldMkLst>
      </pc:sldChg>
      <pc:sldChg chg="delSp mod">
        <pc:chgData name="Rahul Mishra" userId="57c6469e-ac64-4888-811b-35f0aabddbad" providerId="ADAL" clId="{77054C20-5B73-411C-AF9F-27685B677E1A}" dt="2025-10-17T17:24:28.221" v="6" actId="478"/>
        <pc:sldMkLst>
          <pc:docMk/>
          <pc:sldMk cId="1442237601" sldId="732"/>
        </pc:sldMkLst>
      </pc:sldChg>
      <pc:sldChg chg="delSp mod">
        <pc:chgData name="Rahul Mishra" userId="57c6469e-ac64-4888-811b-35f0aabddbad" providerId="ADAL" clId="{77054C20-5B73-411C-AF9F-27685B677E1A}" dt="2025-10-17T17:24:31.170" v="7" actId="478"/>
        <pc:sldMkLst>
          <pc:docMk/>
          <pc:sldMk cId="386311936" sldId="733"/>
        </pc:sldMkLst>
      </pc:sldChg>
      <pc:sldChg chg="delSp mod">
        <pc:chgData name="Rahul Mishra" userId="57c6469e-ac64-4888-811b-35f0aabddbad" providerId="ADAL" clId="{77054C20-5B73-411C-AF9F-27685B677E1A}" dt="2025-10-17T17:24:38.657" v="10" actId="478"/>
        <pc:sldMkLst>
          <pc:docMk/>
          <pc:sldMk cId="568568229" sldId="734"/>
        </pc:sldMkLst>
      </pc:sldChg>
      <pc:sldChg chg="delSp mod">
        <pc:chgData name="Rahul Mishra" userId="57c6469e-ac64-4888-811b-35f0aabddbad" providerId="ADAL" clId="{77054C20-5B73-411C-AF9F-27685B677E1A}" dt="2025-10-17T17:24:43.310" v="12" actId="478"/>
        <pc:sldMkLst>
          <pc:docMk/>
          <pc:sldMk cId="698715214" sldId="735"/>
        </pc:sldMkLst>
      </pc:sldChg>
      <pc:sldChg chg="delSp mod">
        <pc:chgData name="Rahul Mishra" userId="57c6469e-ac64-4888-811b-35f0aabddbad" providerId="ADAL" clId="{77054C20-5B73-411C-AF9F-27685B677E1A}" dt="2025-10-17T17:24:54.228" v="15" actId="478"/>
        <pc:sldMkLst>
          <pc:docMk/>
          <pc:sldMk cId="1393041626" sldId="736"/>
        </pc:sldMkLst>
      </pc:sldChg>
      <pc:sldChg chg="delSp mod">
        <pc:chgData name="Rahul Mishra" userId="57c6469e-ac64-4888-811b-35f0aabddbad" providerId="ADAL" clId="{77054C20-5B73-411C-AF9F-27685B677E1A}" dt="2025-10-18T15:42:20.856" v="18" actId="478"/>
        <pc:sldMkLst>
          <pc:docMk/>
          <pc:sldMk cId="1423949858" sldId="737"/>
        </pc:sldMkLst>
      </pc:sldChg>
      <pc:sldChg chg="delSp mod">
        <pc:chgData name="Rahul Mishra" userId="57c6469e-ac64-4888-811b-35f0aabddbad" providerId="ADAL" clId="{77054C20-5B73-411C-AF9F-27685B677E1A}" dt="2025-10-17T17:24:40.852" v="11" actId="478"/>
        <pc:sldMkLst>
          <pc:docMk/>
          <pc:sldMk cId="1258417395" sldId="739"/>
        </pc:sldMkLst>
      </pc:sldChg>
      <pc:sldChg chg="delSp mod">
        <pc:chgData name="Rahul Mishra" userId="57c6469e-ac64-4888-811b-35f0aabddbad" providerId="ADAL" clId="{77054C20-5B73-411C-AF9F-27685B677E1A}" dt="2025-10-17T17:24:48.948" v="13" actId="478"/>
        <pc:sldMkLst>
          <pc:docMk/>
          <pc:sldMk cId="776516139" sldId="740"/>
        </pc:sldMkLst>
      </pc:sldChg>
      <pc:sldChg chg="delSp mod">
        <pc:chgData name="Rahul Mishra" userId="57c6469e-ac64-4888-811b-35f0aabddbad" providerId="ADAL" clId="{77054C20-5B73-411C-AF9F-27685B677E1A}" dt="2025-10-18T15:46:41.864" v="20" actId="478"/>
        <pc:sldMkLst>
          <pc:docMk/>
          <pc:sldMk cId="3618694681" sldId="741"/>
        </pc:sldMkLst>
      </pc:sldChg>
    </pc:docChg>
  </pc:docChgLst>
  <pc:docChgLst>
    <pc:chgData name="Rahul Mishra" userId="57c6469e-ac64-4888-811b-35f0aabddbad" providerId="ADAL" clId="{86664449-7699-4AC2-8D1B-FB0517B0EEB8}"/>
    <pc:docChg chg="custSel addSld delSld modSld">
      <pc:chgData name="Rahul Mishra" userId="57c6469e-ac64-4888-811b-35f0aabddbad" providerId="ADAL" clId="{86664449-7699-4AC2-8D1B-FB0517B0EEB8}" dt="2025-04-19T03:32:53.931" v="34"/>
      <pc:docMkLst>
        <pc:docMk/>
      </pc:docMkLst>
      <pc:sldChg chg="addSp">
        <pc:chgData name="Rahul Mishra" userId="57c6469e-ac64-4888-811b-35f0aabddbad" providerId="ADAL" clId="{86664449-7699-4AC2-8D1B-FB0517B0EEB8}" dt="2025-04-19T02:40:05.804" v="21"/>
        <pc:sldMkLst>
          <pc:docMk/>
          <pc:sldMk cId="545609971" sldId="405"/>
        </pc:sldMkLst>
      </pc:sldChg>
      <pc:sldChg chg="delSp del mod">
        <pc:chgData name="Rahul Mishra" userId="57c6469e-ac64-4888-811b-35f0aabddbad" providerId="ADAL" clId="{86664449-7699-4AC2-8D1B-FB0517B0EEB8}" dt="2025-04-19T02:18:37.647" v="14" actId="47"/>
        <pc:sldMkLst>
          <pc:docMk/>
          <pc:sldMk cId="2895264758" sldId="424"/>
        </pc:sldMkLst>
      </pc:sldChg>
      <pc:sldChg chg="delSp mod">
        <pc:chgData name="Rahul Mishra" userId="57c6469e-ac64-4888-811b-35f0aabddbad" providerId="ADAL" clId="{86664449-7699-4AC2-8D1B-FB0517B0EEB8}" dt="2025-04-18T17:47:17.383" v="4" actId="478"/>
        <pc:sldMkLst>
          <pc:docMk/>
          <pc:sldMk cId="1522488942" sldId="425"/>
        </pc:sldMkLst>
      </pc:sldChg>
      <pc:sldChg chg="delSp mod">
        <pc:chgData name="Rahul Mishra" userId="57c6469e-ac64-4888-811b-35f0aabddbad" providerId="ADAL" clId="{86664449-7699-4AC2-8D1B-FB0517B0EEB8}" dt="2025-04-18T17:47:09.171" v="2" actId="478"/>
        <pc:sldMkLst>
          <pc:docMk/>
          <pc:sldMk cId="3967009892" sldId="426"/>
        </pc:sldMkLst>
      </pc:sldChg>
      <pc:sldChg chg="addSp delSp mod">
        <pc:chgData name="Rahul Mishra" userId="57c6469e-ac64-4888-811b-35f0aabddbad" providerId="ADAL" clId="{86664449-7699-4AC2-8D1B-FB0517B0EEB8}" dt="2025-04-19T03:22:03.776" v="31"/>
        <pc:sldMkLst>
          <pc:docMk/>
          <pc:sldMk cId="2210711679" sldId="428"/>
        </pc:sldMkLst>
      </pc:sldChg>
      <pc:sldChg chg="addSp delSp mod">
        <pc:chgData name="Rahul Mishra" userId="57c6469e-ac64-4888-811b-35f0aabddbad" providerId="ADAL" clId="{86664449-7699-4AC2-8D1B-FB0517B0EEB8}" dt="2025-04-19T03:26:05.725" v="33"/>
        <pc:sldMkLst>
          <pc:docMk/>
          <pc:sldMk cId="1342969971" sldId="429"/>
        </pc:sldMkLst>
      </pc:sldChg>
      <pc:sldChg chg="addSp">
        <pc:chgData name="Rahul Mishra" userId="57c6469e-ac64-4888-811b-35f0aabddbad" providerId="ADAL" clId="{86664449-7699-4AC2-8D1B-FB0517B0EEB8}" dt="2025-04-19T03:32:53.931" v="34"/>
        <pc:sldMkLst>
          <pc:docMk/>
          <pc:sldMk cId="3193239192" sldId="431"/>
        </pc:sldMkLst>
      </pc:sldChg>
      <pc:sldChg chg="delSp mod">
        <pc:chgData name="Rahul Mishra" userId="57c6469e-ac64-4888-811b-35f0aabddbad" providerId="ADAL" clId="{86664449-7699-4AC2-8D1B-FB0517B0EEB8}" dt="2025-04-18T17:47:21.251" v="5" actId="478"/>
        <pc:sldMkLst>
          <pc:docMk/>
          <pc:sldMk cId="762561791" sldId="448"/>
        </pc:sldMkLst>
      </pc:sldChg>
      <pc:sldChg chg="delSp mod">
        <pc:chgData name="Rahul Mishra" userId="57c6469e-ac64-4888-811b-35f0aabddbad" providerId="ADAL" clId="{86664449-7699-4AC2-8D1B-FB0517B0EEB8}" dt="2025-04-18T17:47:25.817" v="6" actId="478"/>
        <pc:sldMkLst>
          <pc:docMk/>
          <pc:sldMk cId="3277223547" sldId="452"/>
        </pc:sldMkLst>
      </pc:sldChg>
      <pc:sldChg chg="addSp">
        <pc:chgData name="Rahul Mishra" userId="57c6469e-ac64-4888-811b-35f0aabddbad" providerId="ADAL" clId="{86664449-7699-4AC2-8D1B-FB0517B0EEB8}" dt="2025-04-19T02:40:05.804" v="21"/>
        <pc:sldMkLst>
          <pc:docMk/>
          <pc:sldMk cId="3225865518" sldId="725"/>
        </pc:sldMkLst>
      </pc:sldChg>
      <pc:sldChg chg="addSp">
        <pc:chgData name="Rahul Mishra" userId="57c6469e-ac64-4888-811b-35f0aabddbad" providerId="ADAL" clId="{86664449-7699-4AC2-8D1B-FB0517B0EEB8}" dt="2025-04-19T02:48:50.665" v="22"/>
        <pc:sldMkLst>
          <pc:docMk/>
          <pc:sldMk cId="1442237601" sldId="732"/>
        </pc:sldMkLst>
      </pc:sldChg>
      <pc:sldChg chg="addSp delSp mod">
        <pc:chgData name="Rahul Mishra" userId="57c6469e-ac64-4888-811b-35f0aabddbad" providerId="ADAL" clId="{86664449-7699-4AC2-8D1B-FB0517B0EEB8}" dt="2025-04-19T02:49:46.945" v="23"/>
        <pc:sldMkLst>
          <pc:docMk/>
          <pc:sldMk cId="386311936" sldId="733"/>
        </pc:sldMkLst>
      </pc:sldChg>
      <pc:sldChg chg="addSp delSp mod">
        <pc:chgData name="Rahul Mishra" userId="57c6469e-ac64-4888-811b-35f0aabddbad" providerId="ADAL" clId="{86664449-7699-4AC2-8D1B-FB0517B0EEB8}" dt="2025-04-19T02:59:19.307" v="25"/>
        <pc:sldMkLst>
          <pc:docMk/>
          <pc:sldMk cId="568568229" sldId="734"/>
        </pc:sldMkLst>
      </pc:sldChg>
      <pc:sldChg chg="addSp">
        <pc:chgData name="Rahul Mishra" userId="57c6469e-ac64-4888-811b-35f0aabddbad" providerId="ADAL" clId="{86664449-7699-4AC2-8D1B-FB0517B0EEB8}" dt="2025-04-19T02:59:19.307" v="25"/>
        <pc:sldMkLst>
          <pc:docMk/>
          <pc:sldMk cId="698715214" sldId="735"/>
        </pc:sldMkLst>
      </pc:sldChg>
      <pc:sldChg chg="addSp delSp mod">
        <pc:chgData name="Rahul Mishra" userId="57c6469e-ac64-4888-811b-35f0aabddbad" providerId="ADAL" clId="{86664449-7699-4AC2-8D1B-FB0517B0EEB8}" dt="2025-04-19T03:06:51.955" v="28"/>
        <pc:sldMkLst>
          <pc:docMk/>
          <pc:sldMk cId="1393041626" sldId="736"/>
        </pc:sldMkLst>
      </pc:sldChg>
      <pc:sldChg chg="addSp delSp mod">
        <pc:chgData name="Rahul Mishra" userId="57c6469e-ac64-4888-811b-35f0aabddbad" providerId="ADAL" clId="{86664449-7699-4AC2-8D1B-FB0517B0EEB8}" dt="2025-04-19T03:22:03.776" v="31"/>
        <pc:sldMkLst>
          <pc:docMk/>
          <pc:sldMk cId="1423949858" sldId="737"/>
        </pc:sldMkLst>
      </pc:sldChg>
      <pc:sldChg chg="delSp mod">
        <pc:chgData name="Rahul Mishra" userId="57c6469e-ac64-4888-811b-35f0aabddbad" providerId="ADAL" clId="{86664449-7699-4AC2-8D1B-FB0517B0EEB8}" dt="2025-04-18T17:47:34.456" v="8" actId="478"/>
        <pc:sldMkLst>
          <pc:docMk/>
          <pc:sldMk cId="2498461132" sldId="738"/>
        </pc:sldMkLst>
      </pc:sldChg>
      <pc:sldChg chg="del">
        <pc:chgData name="Rahul Mishra" userId="57c6469e-ac64-4888-811b-35f0aabddbad" providerId="ADAL" clId="{86664449-7699-4AC2-8D1B-FB0517B0EEB8}" dt="2025-04-19T02:19:20.828" v="20" actId="47"/>
        <pc:sldMkLst>
          <pc:docMk/>
          <pc:sldMk cId="1087361389" sldId="739"/>
        </pc:sldMkLst>
      </pc:sldChg>
      <pc:sldChg chg="addSp new">
        <pc:chgData name="Rahul Mishra" userId="57c6469e-ac64-4888-811b-35f0aabddbad" providerId="ADAL" clId="{86664449-7699-4AC2-8D1B-FB0517B0EEB8}" dt="2025-04-19T02:59:19.307" v="25"/>
        <pc:sldMkLst>
          <pc:docMk/>
          <pc:sldMk cId="1258417395" sldId="739"/>
        </pc:sldMkLst>
      </pc:sldChg>
      <pc:sldChg chg="addSp new">
        <pc:chgData name="Rahul Mishra" userId="57c6469e-ac64-4888-811b-35f0aabddbad" providerId="ADAL" clId="{86664449-7699-4AC2-8D1B-FB0517B0EEB8}" dt="2025-04-19T03:03:08.645" v="27"/>
        <pc:sldMkLst>
          <pc:docMk/>
          <pc:sldMk cId="776516139" sldId="740"/>
        </pc:sldMkLst>
      </pc:sldChg>
      <pc:sldChg chg="del">
        <pc:chgData name="Rahul Mishra" userId="57c6469e-ac64-4888-811b-35f0aabddbad" providerId="ADAL" clId="{86664449-7699-4AC2-8D1B-FB0517B0EEB8}" dt="2025-04-19T02:19:19.436" v="19" actId="47"/>
        <pc:sldMkLst>
          <pc:docMk/>
          <pc:sldMk cId="3324837055" sldId="740"/>
        </pc:sldMkLst>
      </pc:sldChg>
      <pc:sldChg chg="del">
        <pc:chgData name="Rahul Mishra" userId="57c6469e-ac64-4888-811b-35f0aabddbad" providerId="ADAL" clId="{86664449-7699-4AC2-8D1B-FB0517B0EEB8}" dt="2025-04-19T02:19:18.861" v="18" actId="47"/>
        <pc:sldMkLst>
          <pc:docMk/>
          <pc:sldMk cId="993797299" sldId="741"/>
        </pc:sldMkLst>
      </pc:sldChg>
      <pc:sldChg chg="addSp new">
        <pc:chgData name="Rahul Mishra" userId="57c6469e-ac64-4888-811b-35f0aabddbad" providerId="ADAL" clId="{86664449-7699-4AC2-8D1B-FB0517B0EEB8}" dt="2025-04-19T03:26:05.725" v="33"/>
        <pc:sldMkLst>
          <pc:docMk/>
          <pc:sldMk cId="3618694681" sldId="741"/>
        </pc:sldMkLst>
      </pc:sldChg>
      <pc:sldChg chg="del">
        <pc:chgData name="Rahul Mishra" userId="57c6469e-ac64-4888-811b-35f0aabddbad" providerId="ADAL" clId="{86664449-7699-4AC2-8D1B-FB0517B0EEB8}" dt="2025-04-19T02:19:18.627" v="17" actId="47"/>
        <pc:sldMkLst>
          <pc:docMk/>
          <pc:sldMk cId="325293875" sldId="742"/>
        </pc:sldMkLst>
      </pc:sldChg>
      <pc:sldChg chg="del">
        <pc:chgData name="Rahul Mishra" userId="57c6469e-ac64-4888-811b-35f0aabddbad" providerId="ADAL" clId="{86664449-7699-4AC2-8D1B-FB0517B0EEB8}" dt="2025-04-19T02:19:18.368" v="16" actId="47"/>
        <pc:sldMkLst>
          <pc:docMk/>
          <pc:sldMk cId="2798033010" sldId="743"/>
        </pc:sldMkLst>
      </pc:sldChg>
      <pc:sldChg chg="del">
        <pc:chgData name="Rahul Mishra" userId="57c6469e-ac64-4888-811b-35f0aabddbad" providerId="ADAL" clId="{86664449-7699-4AC2-8D1B-FB0517B0EEB8}" dt="2025-04-19T02:19:18.037" v="15" actId="47"/>
        <pc:sldMkLst>
          <pc:docMk/>
          <pc:sldMk cId="3504559105" sldId="744"/>
        </pc:sldMkLst>
      </pc:sldChg>
    </pc:docChg>
  </pc:docChgLst>
  <pc:docChgLst>
    <pc:chgData name="Rahul Mishra" userId="57c6469e-ac64-4888-811b-35f0aabddbad" providerId="ADAL" clId="{0AB29906-FC17-43A0-9F50-748EB40EBA55}"/>
    <pc:docChg chg="custSel addSld delSld modSld">
      <pc:chgData name="Rahul Mishra" userId="57c6469e-ac64-4888-811b-35f0aabddbad" providerId="ADAL" clId="{0AB29906-FC17-43A0-9F50-748EB40EBA55}" dt="2024-09-07T03:49:40.126" v="34"/>
      <pc:docMkLst>
        <pc:docMk/>
      </pc:docMkLst>
      <pc:sldChg chg="addSp">
        <pc:chgData name="Rahul Mishra" userId="57c6469e-ac64-4888-811b-35f0aabddbad" providerId="ADAL" clId="{0AB29906-FC17-43A0-9F50-748EB40EBA55}" dt="2024-09-06T05:49:27.780" v="0"/>
        <pc:sldMkLst>
          <pc:docMk/>
          <pc:sldMk cId="1701599832" sldId="271"/>
        </pc:sldMkLst>
      </pc:sldChg>
      <pc:sldChg chg="addSp">
        <pc:chgData name="Rahul Mishra" userId="57c6469e-ac64-4888-811b-35f0aabddbad" providerId="ADAL" clId="{0AB29906-FC17-43A0-9F50-748EB40EBA55}" dt="2024-09-07T02:51:14.813" v="32"/>
        <pc:sldMkLst>
          <pc:docMk/>
          <pc:sldMk cId="0" sldId="285"/>
        </pc:sldMkLst>
      </pc:sldChg>
      <pc:sldChg chg="addSp">
        <pc:chgData name="Rahul Mishra" userId="57c6469e-ac64-4888-811b-35f0aabddbad" providerId="ADAL" clId="{0AB29906-FC17-43A0-9F50-748EB40EBA55}" dt="2024-09-07T02:51:14.813" v="32"/>
        <pc:sldMkLst>
          <pc:docMk/>
          <pc:sldMk cId="0" sldId="286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1685752519" sldId="292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4267650275" sldId="293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2502611286" sldId="294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1901015964" sldId="295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615098788" sldId="296"/>
        </pc:sldMkLst>
      </pc:sldChg>
      <pc:sldChg chg="addSp modSp mod">
        <pc:chgData name="Rahul Mishra" userId="57c6469e-ac64-4888-811b-35f0aabddbad" providerId="ADAL" clId="{0AB29906-FC17-43A0-9F50-748EB40EBA55}" dt="2024-09-07T02:51:14.813" v="32"/>
        <pc:sldMkLst>
          <pc:docMk/>
          <pc:sldMk cId="2187071181" sldId="303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1419033139" sldId="305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2079535757" sldId="375"/>
        </pc:sldMkLst>
      </pc:sldChg>
      <pc:sldChg chg="addSp modSp mod">
        <pc:chgData name="Rahul Mishra" userId="57c6469e-ac64-4888-811b-35f0aabddbad" providerId="ADAL" clId="{0AB29906-FC17-43A0-9F50-748EB40EBA55}" dt="2024-09-07T03:22:40.897" v="33"/>
        <pc:sldMkLst>
          <pc:docMk/>
          <pc:sldMk cId="2983673248" sldId="376"/>
        </pc:sldMkLst>
      </pc:sldChg>
      <pc:sldChg chg="addSp modSp mod">
        <pc:chgData name="Rahul Mishra" userId="57c6469e-ac64-4888-811b-35f0aabddbad" providerId="ADAL" clId="{0AB29906-FC17-43A0-9F50-748EB40EBA55}" dt="2024-09-07T03:22:40.897" v="33"/>
        <pc:sldMkLst>
          <pc:docMk/>
          <pc:sldMk cId="3694120147" sldId="377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3465334699" sldId="378"/>
        </pc:sldMkLst>
      </pc:sldChg>
      <pc:sldChg chg="addSp">
        <pc:chgData name="Rahul Mishra" userId="57c6469e-ac64-4888-811b-35f0aabddbad" providerId="ADAL" clId="{0AB29906-FC17-43A0-9F50-748EB40EBA55}" dt="2024-09-07T02:51:14.813" v="32"/>
        <pc:sldMkLst>
          <pc:docMk/>
          <pc:sldMk cId="0" sldId="379"/>
        </pc:sldMkLst>
      </pc:sldChg>
      <pc:sldChg chg="addSp">
        <pc:chgData name="Rahul Mishra" userId="57c6469e-ac64-4888-811b-35f0aabddbad" providerId="ADAL" clId="{0AB29906-FC17-43A0-9F50-748EB40EBA55}" dt="2024-09-07T02:51:14.813" v="32"/>
        <pc:sldMkLst>
          <pc:docMk/>
          <pc:sldMk cId="0" sldId="393"/>
        </pc:sldMkLst>
      </pc:sldChg>
      <pc:sldChg chg="del">
        <pc:chgData name="Rahul Mishra" userId="57c6469e-ac64-4888-811b-35f0aabddbad" providerId="ADAL" clId="{0AB29906-FC17-43A0-9F50-748EB40EBA55}" dt="2024-09-06T17:23:25.619" v="26" actId="47"/>
        <pc:sldMkLst>
          <pc:docMk/>
          <pc:sldMk cId="0" sldId="396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0" sldId="397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0" sldId="398"/>
        </pc:sldMkLst>
      </pc:sldChg>
      <pc:sldChg chg="addSp">
        <pc:chgData name="Rahul Mishra" userId="57c6469e-ac64-4888-811b-35f0aabddbad" providerId="ADAL" clId="{0AB29906-FC17-43A0-9F50-748EB40EBA55}" dt="2024-09-07T02:51:14.813" v="32"/>
        <pc:sldMkLst>
          <pc:docMk/>
          <pc:sldMk cId="1992141454" sldId="404"/>
        </pc:sldMkLst>
      </pc:sldChg>
      <pc:sldChg chg="addSp">
        <pc:chgData name="Rahul Mishra" userId="57c6469e-ac64-4888-811b-35f0aabddbad" providerId="ADAL" clId="{0AB29906-FC17-43A0-9F50-748EB40EBA55}" dt="2024-09-06T05:49:27.780" v="0"/>
        <pc:sldMkLst>
          <pc:docMk/>
          <pc:sldMk cId="545609971" sldId="405"/>
        </pc:sldMkLst>
      </pc:sldChg>
      <pc:sldChg chg="addSp modSp mod">
        <pc:chgData name="Rahul Mishra" userId="57c6469e-ac64-4888-811b-35f0aabddbad" providerId="ADAL" clId="{0AB29906-FC17-43A0-9F50-748EB40EBA55}" dt="2024-09-07T03:49:40.126" v="34"/>
        <pc:sldMkLst>
          <pc:docMk/>
          <pc:sldMk cId="1740156467" sldId="406"/>
        </pc:sldMkLst>
      </pc:sldChg>
      <pc:sldChg chg="addSp">
        <pc:chgData name="Rahul Mishra" userId="57c6469e-ac64-4888-811b-35f0aabddbad" providerId="ADAL" clId="{0AB29906-FC17-43A0-9F50-748EB40EBA55}" dt="2024-09-07T03:49:40.126" v="34"/>
        <pc:sldMkLst>
          <pc:docMk/>
          <pc:sldMk cId="658975334" sldId="407"/>
        </pc:sldMkLst>
      </pc:sldChg>
      <pc:sldChg chg="modSp mod">
        <pc:chgData name="Rahul Mishra" userId="57c6469e-ac64-4888-811b-35f0aabddbad" providerId="ADAL" clId="{0AB29906-FC17-43A0-9F50-748EB40EBA55}" dt="2024-09-06T05:49:28.151" v="4" actId="27636"/>
        <pc:sldMkLst>
          <pc:docMk/>
          <pc:sldMk cId="832144480" sldId="408"/>
        </pc:sldMkLst>
      </pc:sldChg>
      <pc:sldChg chg="modSp mod">
        <pc:chgData name="Rahul Mishra" userId="57c6469e-ac64-4888-811b-35f0aabddbad" providerId="ADAL" clId="{0AB29906-FC17-43A0-9F50-748EB40EBA55}" dt="2024-09-06T05:49:28.157" v="5" actId="27636"/>
        <pc:sldMkLst>
          <pc:docMk/>
          <pc:sldMk cId="4711899" sldId="409"/>
        </pc:sldMkLst>
      </pc:sldChg>
      <pc:sldChg chg="modSp mod">
        <pc:chgData name="Rahul Mishra" userId="57c6469e-ac64-4888-811b-35f0aabddbad" providerId="ADAL" clId="{0AB29906-FC17-43A0-9F50-748EB40EBA55}" dt="2024-09-06T05:49:28.181" v="6" actId="27636"/>
        <pc:sldMkLst>
          <pc:docMk/>
          <pc:sldMk cId="1349400572" sldId="410"/>
        </pc:sldMkLst>
      </pc:sldChg>
      <pc:sldChg chg="addSp">
        <pc:chgData name="Rahul Mishra" userId="57c6469e-ac64-4888-811b-35f0aabddbad" providerId="ADAL" clId="{0AB29906-FC17-43A0-9F50-748EB40EBA55}" dt="2024-09-07T03:49:40.126" v="34"/>
        <pc:sldMkLst>
          <pc:docMk/>
          <pc:sldMk cId="2231131565" sldId="411"/>
        </pc:sldMkLst>
      </pc:sldChg>
      <pc:sldChg chg="addSp">
        <pc:chgData name="Rahul Mishra" userId="57c6469e-ac64-4888-811b-35f0aabddbad" providerId="ADAL" clId="{0AB29906-FC17-43A0-9F50-748EB40EBA55}" dt="2024-09-07T03:49:40.126" v="34"/>
        <pc:sldMkLst>
          <pc:docMk/>
          <pc:sldMk cId="2939944465" sldId="413"/>
        </pc:sldMkLst>
      </pc:sldChg>
      <pc:sldChg chg="addSp">
        <pc:chgData name="Rahul Mishra" userId="57c6469e-ac64-4888-811b-35f0aabddbad" providerId="ADAL" clId="{0AB29906-FC17-43A0-9F50-748EB40EBA55}" dt="2024-09-07T03:49:40.126" v="34"/>
        <pc:sldMkLst>
          <pc:docMk/>
          <pc:sldMk cId="1214863930" sldId="414"/>
        </pc:sldMkLst>
      </pc:sldChg>
      <pc:sldChg chg="addSp">
        <pc:chgData name="Rahul Mishra" userId="57c6469e-ac64-4888-811b-35f0aabddbad" providerId="ADAL" clId="{0AB29906-FC17-43A0-9F50-748EB40EBA55}" dt="2024-09-07T03:49:40.126" v="34"/>
        <pc:sldMkLst>
          <pc:docMk/>
          <pc:sldMk cId="2118251881" sldId="415"/>
        </pc:sldMkLst>
      </pc:sldChg>
      <pc:sldChg chg="addSp">
        <pc:chgData name="Rahul Mishra" userId="57c6469e-ac64-4888-811b-35f0aabddbad" providerId="ADAL" clId="{0AB29906-FC17-43A0-9F50-748EB40EBA55}" dt="2024-09-07T03:49:40.126" v="34"/>
        <pc:sldMkLst>
          <pc:docMk/>
          <pc:sldMk cId="2560525014" sldId="416"/>
        </pc:sldMkLst>
      </pc:sldChg>
      <pc:sldChg chg="addSp">
        <pc:chgData name="Rahul Mishra" userId="57c6469e-ac64-4888-811b-35f0aabddbad" providerId="ADAL" clId="{0AB29906-FC17-43A0-9F50-748EB40EBA55}" dt="2024-09-07T03:49:40.126" v="34"/>
        <pc:sldMkLst>
          <pc:docMk/>
          <pc:sldMk cId="1508322553" sldId="417"/>
        </pc:sldMkLst>
      </pc:sldChg>
      <pc:sldChg chg="modSp mod">
        <pc:chgData name="Rahul Mishra" userId="57c6469e-ac64-4888-811b-35f0aabddbad" providerId="ADAL" clId="{0AB29906-FC17-43A0-9F50-748EB40EBA55}" dt="2024-09-06T17:26:44.347" v="27" actId="1076"/>
        <pc:sldMkLst>
          <pc:docMk/>
          <pc:sldMk cId="619737420" sldId="418"/>
        </pc:sldMkLst>
      </pc:sldChg>
      <pc:sldChg chg="modSp mod">
        <pc:chgData name="Rahul Mishra" userId="57c6469e-ac64-4888-811b-35f0aabddbad" providerId="ADAL" clId="{0AB29906-FC17-43A0-9F50-748EB40EBA55}" dt="2024-09-06T05:49:28.204" v="7" actId="27636"/>
        <pc:sldMkLst>
          <pc:docMk/>
          <pc:sldMk cId="2076925815" sldId="423"/>
        </pc:sldMkLst>
      </pc:sldChg>
      <pc:sldChg chg="modSp mod">
        <pc:chgData name="Rahul Mishra" userId="57c6469e-ac64-4888-811b-35f0aabddbad" providerId="ADAL" clId="{0AB29906-FC17-43A0-9F50-748EB40EBA55}" dt="2024-09-06T17:30:48.906" v="28" actId="732"/>
        <pc:sldMkLst>
          <pc:docMk/>
          <pc:sldMk cId="3782739295" sldId="433"/>
        </pc:sldMkLst>
      </pc:sldChg>
      <pc:sldChg chg="modSp mod">
        <pc:chgData name="Rahul Mishra" userId="57c6469e-ac64-4888-811b-35f0aabddbad" providerId="ADAL" clId="{0AB29906-FC17-43A0-9F50-748EB40EBA55}" dt="2024-09-06T05:49:28.204" v="8" actId="27636"/>
        <pc:sldMkLst>
          <pc:docMk/>
          <pc:sldMk cId="630843957" sldId="434"/>
        </pc:sldMkLst>
      </pc:sldChg>
      <pc:sldChg chg="modSp mod">
        <pc:chgData name="Rahul Mishra" userId="57c6469e-ac64-4888-811b-35f0aabddbad" providerId="ADAL" clId="{0AB29906-FC17-43A0-9F50-748EB40EBA55}" dt="2024-09-06T17:31:59.605" v="30" actId="14100"/>
        <pc:sldMkLst>
          <pc:docMk/>
          <pc:sldMk cId="1474668071" sldId="441"/>
        </pc:sldMkLst>
      </pc:sldChg>
      <pc:sldChg chg="modSp mod">
        <pc:chgData name="Rahul Mishra" userId="57c6469e-ac64-4888-811b-35f0aabddbad" providerId="ADAL" clId="{0AB29906-FC17-43A0-9F50-748EB40EBA55}" dt="2024-09-06T17:32:27.644" v="31" actId="14100"/>
        <pc:sldMkLst>
          <pc:docMk/>
          <pc:sldMk cId="39282603" sldId="443"/>
        </pc:sldMkLst>
      </pc:sldChg>
      <pc:sldChg chg="addSp modSp new mod">
        <pc:chgData name="Rahul Mishra" userId="57c6469e-ac64-4888-811b-35f0aabddbad" providerId="ADAL" clId="{0AB29906-FC17-43A0-9F50-748EB40EBA55}" dt="2024-09-07T02:51:14.813" v="32"/>
        <pc:sldMkLst>
          <pc:docMk/>
          <pc:sldMk cId="4154801453" sldId="446"/>
        </pc:sldMkLst>
      </pc:sldChg>
    </pc:docChg>
  </pc:docChgLst>
  <pc:docChgLst>
    <pc:chgData name="Rahul Mishra" userId="57c6469e-ac64-4888-811b-35f0aabddbad" providerId="ADAL" clId="{AFCF1356-6FAB-45E8-91E3-3C93ADA61D1F}"/>
    <pc:docChg chg="undo custSel addSld delSld modSld">
      <pc:chgData name="Rahul Mishra" userId="57c6469e-ac64-4888-811b-35f0aabddbad" providerId="ADAL" clId="{AFCF1356-6FAB-45E8-91E3-3C93ADA61D1F}" dt="2024-09-28T11:37:38.160" v="17" actId="47"/>
      <pc:docMkLst>
        <pc:docMk/>
      </pc:docMkLst>
      <pc:sldChg chg="modSp mod">
        <pc:chgData name="Rahul Mishra" userId="57c6469e-ac64-4888-811b-35f0aabddbad" providerId="ADAL" clId="{AFCF1356-6FAB-45E8-91E3-3C93ADA61D1F}" dt="2024-09-28T11:37:21.820" v="2" actId="20577"/>
        <pc:sldMkLst>
          <pc:docMk/>
          <pc:sldMk cId="545609971" sldId="405"/>
        </pc:sldMkLst>
      </pc:sldChg>
      <pc:sldChg chg="del">
        <pc:chgData name="Rahul Mishra" userId="57c6469e-ac64-4888-811b-35f0aabddbad" providerId="ADAL" clId="{AFCF1356-6FAB-45E8-91E3-3C93ADA61D1F}" dt="2024-09-28T11:37:16.293" v="0" actId="47"/>
        <pc:sldMkLst>
          <pc:docMk/>
          <pc:sldMk cId="1145417824" sldId="697"/>
        </pc:sldMkLst>
      </pc:sldChg>
      <pc:sldChg chg="del">
        <pc:chgData name="Rahul Mishra" userId="57c6469e-ac64-4888-811b-35f0aabddbad" providerId="ADAL" clId="{AFCF1356-6FAB-45E8-91E3-3C93ADA61D1F}" dt="2024-09-28T11:37:27.140" v="3" actId="47"/>
        <pc:sldMkLst>
          <pc:docMk/>
          <pc:sldMk cId="1170234801" sldId="698"/>
        </pc:sldMkLst>
      </pc:sldChg>
      <pc:sldChg chg="del">
        <pc:chgData name="Rahul Mishra" userId="57c6469e-ac64-4888-811b-35f0aabddbad" providerId="ADAL" clId="{AFCF1356-6FAB-45E8-91E3-3C93ADA61D1F}" dt="2024-09-28T11:37:27.680" v="4" actId="47"/>
        <pc:sldMkLst>
          <pc:docMk/>
          <pc:sldMk cId="1152963467" sldId="699"/>
        </pc:sldMkLst>
      </pc:sldChg>
      <pc:sldChg chg="del">
        <pc:chgData name="Rahul Mishra" userId="57c6469e-ac64-4888-811b-35f0aabddbad" providerId="ADAL" clId="{AFCF1356-6FAB-45E8-91E3-3C93ADA61D1F}" dt="2024-09-28T11:37:28.986" v="5" actId="47"/>
        <pc:sldMkLst>
          <pc:docMk/>
          <pc:sldMk cId="313190125" sldId="700"/>
        </pc:sldMkLst>
      </pc:sldChg>
      <pc:sldChg chg="del">
        <pc:chgData name="Rahul Mishra" userId="57c6469e-ac64-4888-811b-35f0aabddbad" providerId="ADAL" clId="{AFCF1356-6FAB-45E8-91E3-3C93ADA61D1F}" dt="2024-09-28T11:37:29.776" v="6" actId="47"/>
        <pc:sldMkLst>
          <pc:docMk/>
          <pc:sldMk cId="3326140477" sldId="701"/>
        </pc:sldMkLst>
      </pc:sldChg>
      <pc:sldChg chg="del">
        <pc:chgData name="Rahul Mishra" userId="57c6469e-ac64-4888-811b-35f0aabddbad" providerId="ADAL" clId="{AFCF1356-6FAB-45E8-91E3-3C93ADA61D1F}" dt="2024-09-28T11:37:30.763" v="7" actId="47"/>
        <pc:sldMkLst>
          <pc:docMk/>
          <pc:sldMk cId="2458468115" sldId="702"/>
        </pc:sldMkLst>
      </pc:sldChg>
      <pc:sldChg chg="del">
        <pc:chgData name="Rahul Mishra" userId="57c6469e-ac64-4888-811b-35f0aabddbad" providerId="ADAL" clId="{AFCF1356-6FAB-45E8-91E3-3C93ADA61D1F}" dt="2024-09-28T11:37:31.541" v="8" actId="47"/>
        <pc:sldMkLst>
          <pc:docMk/>
          <pc:sldMk cId="2165929233" sldId="735"/>
        </pc:sldMkLst>
      </pc:sldChg>
      <pc:sldChg chg="del">
        <pc:chgData name="Rahul Mishra" userId="57c6469e-ac64-4888-811b-35f0aabddbad" providerId="ADAL" clId="{AFCF1356-6FAB-45E8-91E3-3C93ADA61D1F}" dt="2024-09-28T11:37:33.500" v="9" actId="47"/>
        <pc:sldMkLst>
          <pc:docMk/>
          <pc:sldMk cId="3906929727" sldId="736"/>
        </pc:sldMkLst>
      </pc:sldChg>
      <pc:sldChg chg="del">
        <pc:chgData name="Rahul Mishra" userId="57c6469e-ac64-4888-811b-35f0aabddbad" providerId="ADAL" clId="{AFCF1356-6FAB-45E8-91E3-3C93ADA61D1F}" dt="2024-09-28T11:37:33.930" v="10" actId="47"/>
        <pc:sldMkLst>
          <pc:docMk/>
          <pc:sldMk cId="2602044277" sldId="737"/>
        </pc:sldMkLst>
      </pc:sldChg>
      <pc:sldChg chg="del">
        <pc:chgData name="Rahul Mishra" userId="57c6469e-ac64-4888-811b-35f0aabddbad" providerId="ADAL" clId="{AFCF1356-6FAB-45E8-91E3-3C93ADA61D1F}" dt="2024-09-28T11:37:34.320" v="11" actId="47"/>
        <pc:sldMkLst>
          <pc:docMk/>
          <pc:sldMk cId="2204806360" sldId="738"/>
        </pc:sldMkLst>
      </pc:sldChg>
      <pc:sldChg chg="del">
        <pc:chgData name="Rahul Mishra" userId="57c6469e-ac64-4888-811b-35f0aabddbad" providerId="ADAL" clId="{AFCF1356-6FAB-45E8-91E3-3C93ADA61D1F}" dt="2024-09-28T11:37:34.640" v="12" actId="47"/>
        <pc:sldMkLst>
          <pc:docMk/>
          <pc:sldMk cId="1280433935" sldId="739"/>
        </pc:sldMkLst>
      </pc:sldChg>
      <pc:sldChg chg="del">
        <pc:chgData name="Rahul Mishra" userId="57c6469e-ac64-4888-811b-35f0aabddbad" providerId="ADAL" clId="{AFCF1356-6FAB-45E8-91E3-3C93ADA61D1F}" dt="2024-09-28T11:37:35.064" v="13" actId="47"/>
        <pc:sldMkLst>
          <pc:docMk/>
          <pc:sldMk cId="770549930" sldId="740"/>
        </pc:sldMkLst>
      </pc:sldChg>
      <pc:sldChg chg="del">
        <pc:chgData name="Rahul Mishra" userId="57c6469e-ac64-4888-811b-35f0aabddbad" providerId="ADAL" clId="{AFCF1356-6FAB-45E8-91E3-3C93ADA61D1F}" dt="2024-09-28T11:37:35.430" v="14" actId="47"/>
        <pc:sldMkLst>
          <pc:docMk/>
          <pc:sldMk cId="1864723585" sldId="741"/>
        </pc:sldMkLst>
      </pc:sldChg>
      <pc:sldChg chg="del">
        <pc:chgData name="Rahul Mishra" userId="57c6469e-ac64-4888-811b-35f0aabddbad" providerId="ADAL" clId="{AFCF1356-6FAB-45E8-91E3-3C93ADA61D1F}" dt="2024-09-28T11:37:35.809" v="15" actId="47"/>
        <pc:sldMkLst>
          <pc:docMk/>
          <pc:sldMk cId="960421760" sldId="742"/>
        </pc:sldMkLst>
      </pc:sldChg>
      <pc:sldChg chg="add del">
        <pc:chgData name="Rahul Mishra" userId="57c6469e-ac64-4888-811b-35f0aabddbad" providerId="ADAL" clId="{AFCF1356-6FAB-45E8-91E3-3C93ADA61D1F}" dt="2024-09-28T11:37:38.160" v="17" actId="47"/>
        <pc:sldMkLst>
          <pc:docMk/>
          <pc:sldMk cId="2708096834" sldId="743"/>
        </pc:sldMkLst>
      </pc:sldChg>
    </pc:docChg>
  </pc:docChgLst>
  <pc:docChgLst>
    <pc:chgData name="Rahul Mishra" userId="57c6469e-ac64-4888-811b-35f0aabddbad" providerId="ADAL" clId="{3C51EBFE-9C35-4409-96DB-F0D02B2A0E50}"/>
    <pc:docChg chg="undo redo custSel addSld delSld modSld sldOrd">
      <pc:chgData name="Rahul Mishra" userId="57c6469e-ac64-4888-811b-35f0aabddbad" providerId="ADAL" clId="{3C51EBFE-9C35-4409-96DB-F0D02B2A0E50}" dt="2024-08-12T10:46:41.631" v="235" actId="47"/>
      <pc:docMkLst>
        <pc:docMk/>
      </pc:docMkLst>
      <pc:sldChg chg="addSp delSp modSp mod">
        <pc:chgData name="Rahul Mishra" userId="57c6469e-ac64-4888-811b-35f0aabddbad" providerId="ADAL" clId="{3C51EBFE-9C35-4409-96DB-F0D02B2A0E50}" dt="2024-08-11T15:31:04.879" v="37" actId="21"/>
        <pc:sldMkLst>
          <pc:docMk/>
          <pc:sldMk cId="109857222" sldId="256"/>
        </pc:sldMkLst>
      </pc:sldChg>
      <pc:sldChg chg="del">
        <pc:chgData name="Rahul Mishra" userId="57c6469e-ac64-4888-811b-35f0aabddbad" providerId="ADAL" clId="{3C51EBFE-9C35-4409-96DB-F0D02B2A0E50}" dt="2024-08-10T17:32:32.862" v="14" actId="47"/>
        <pc:sldMkLst>
          <pc:docMk/>
          <pc:sldMk cId="3133156807" sldId="262"/>
        </pc:sldMkLst>
      </pc:sldChg>
      <pc:sldChg chg="del">
        <pc:chgData name="Rahul Mishra" userId="57c6469e-ac64-4888-811b-35f0aabddbad" providerId="ADAL" clId="{3C51EBFE-9C35-4409-96DB-F0D02B2A0E50}" dt="2024-08-10T17:32:33.607" v="15" actId="47"/>
        <pc:sldMkLst>
          <pc:docMk/>
          <pc:sldMk cId="3544179579" sldId="263"/>
        </pc:sldMkLst>
      </pc:sldChg>
      <pc:sldChg chg="del">
        <pc:chgData name="Rahul Mishra" userId="57c6469e-ac64-4888-811b-35f0aabddbad" providerId="ADAL" clId="{3C51EBFE-9C35-4409-96DB-F0D02B2A0E50}" dt="2024-08-12T10:46:41.631" v="235" actId="47"/>
        <pc:sldMkLst>
          <pc:docMk/>
          <pc:sldMk cId="398065041" sldId="264"/>
        </pc:sldMkLst>
      </pc:sldChg>
      <pc:sldChg chg="del">
        <pc:chgData name="Rahul Mishra" userId="57c6469e-ac64-4888-811b-35f0aabddbad" providerId="ADAL" clId="{3C51EBFE-9C35-4409-96DB-F0D02B2A0E50}" dt="2024-08-12T10:46:40.909" v="234" actId="47"/>
        <pc:sldMkLst>
          <pc:docMk/>
          <pc:sldMk cId="2891437468" sldId="265"/>
        </pc:sldMkLst>
      </pc:sldChg>
      <pc:sldChg chg="addSp delSp modSp mod">
        <pc:chgData name="Rahul Mishra" userId="57c6469e-ac64-4888-811b-35f0aabddbad" providerId="ADAL" clId="{3C51EBFE-9C35-4409-96DB-F0D02B2A0E50}" dt="2024-08-11T17:47:59.027" v="169" actId="6549"/>
        <pc:sldMkLst>
          <pc:docMk/>
          <pc:sldMk cId="1701599832" sldId="271"/>
        </pc:sldMkLst>
      </pc:sldChg>
      <pc:sldChg chg="del">
        <pc:chgData name="Rahul Mishra" userId="57c6469e-ac64-4888-811b-35f0aabddbad" providerId="ADAL" clId="{3C51EBFE-9C35-4409-96DB-F0D02B2A0E50}" dt="2024-08-10T17:32:36.624" v="16" actId="47"/>
        <pc:sldMkLst>
          <pc:docMk/>
          <pc:sldMk cId="3580903429" sldId="277"/>
        </pc:sldMkLst>
      </pc:sldChg>
      <pc:sldChg chg="del">
        <pc:chgData name="Rahul Mishra" userId="57c6469e-ac64-4888-811b-35f0aabddbad" providerId="ADAL" clId="{3C51EBFE-9C35-4409-96DB-F0D02B2A0E50}" dt="2024-08-10T17:32:37.347" v="17" actId="47"/>
        <pc:sldMkLst>
          <pc:docMk/>
          <pc:sldMk cId="287585719" sldId="278"/>
        </pc:sldMkLst>
      </pc:sldChg>
      <pc:sldChg chg="del">
        <pc:chgData name="Rahul Mishra" userId="57c6469e-ac64-4888-811b-35f0aabddbad" providerId="ADAL" clId="{3C51EBFE-9C35-4409-96DB-F0D02B2A0E50}" dt="2024-08-10T17:32:38.653" v="19" actId="47"/>
        <pc:sldMkLst>
          <pc:docMk/>
          <pc:sldMk cId="2028208407" sldId="280"/>
        </pc:sldMkLst>
      </pc:sldChg>
      <pc:sldChg chg="del">
        <pc:chgData name="Rahul Mishra" userId="57c6469e-ac64-4888-811b-35f0aabddbad" providerId="ADAL" clId="{3C51EBFE-9C35-4409-96DB-F0D02B2A0E50}" dt="2024-08-10T17:32:39.949" v="21" actId="47"/>
        <pc:sldMkLst>
          <pc:docMk/>
          <pc:sldMk cId="858677780" sldId="282"/>
        </pc:sldMkLst>
      </pc:sldChg>
      <pc:sldChg chg="delSp modSp add mod">
        <pc:chgData name="Rahul Mishra" userId="57c6469e-ac64-4888-811b-35f0aabddbad" providerId="ADAL" clId="{3C51EBFE-9C35-4409-96DB-F0D02B2A0E50}" dt="2024-08-11T17:49:08.408" v="182" actId="14100"/>
        <pc:sldMkLst>
          <pc:docMk/>
          <pc:sldMk cId="0" sldId="283"/>
        </pc:sldMkLst>
      </pc:sldChg>
      <pc:sldChg chg="delSp modSp add mod modNotes">
        <pc:chgData name="Rahul Mishra" userId="57c6469e-ac64-4888-811b-35f0aabddbad" providerId="ADAL" clId="{3C51EBFE-9C35-4409-96DB-F0D02B2A0E50}" dt="2024-08-11T17:50:32.669" v="190" actId="33524"/>
        <pc:sldMkLst>
          <pc:docMk/>
          <pc:sldMk cId="0" sldId="284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285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286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287"/>
        </pc:sldMkLst>
      </pc:sldChg>
      <pc:sldChg chg="del">
        <pc:chgData name="Rahul Mishra" userId="57c6469e-ac64-4888-811b-35f0aabddbad" providerId="ADAL" clId="{3C51EBFE-9C35-4409-96DB-F0D02B2A0E50}" dt="2024-08-12T10:46:38.986" v="232" actId="47"/>
        <pc:sldMkLst>
          <pc:docMk/>
          <pc:sldMk cId="4169999109" sldId="288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289"/>
        </pc:sldMkLst>
      </pc:sldChg>
      <pc:sldChg chg="del">
        <pc:chgData name="Rahul Mishra" userId="57c6469e-ac64-4888-811b-35f0aabddbad" providerId="ADAL" clId="{3C51EBFE-9C35-4409-96DB-F0D02B2A0E50}" dt="2024-08-10T17:32:20.776" v="3" actId="47"/>
        <pc:sldMkLst>
          <pc:docMk/>
          <pc:sldMk cId="2075130990" sldId="289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290"/>
        </pc:sldMkLst>
      </pc:sldChg>
      <pc:sldChg chg="del">
        <pc:chgData name="Rahul Mishra" userId="57c6469e-ac64-4888-811b-35f0aabddbad" providerId="ADAL" clId="{3C51EBFE-9C35-4409-96DB-F0D02B2A0E50}" dt="2024-08-10T17:32:22.590" v="5" actId="47"/>
        <pc:sldMkLst>
          <pc:docMk/>
          <pc:sldMk cId="1375468095" sldId="290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291"/>
        </pc:sldMkLst>
      </pc:sldChg>
      <pc:sldChg chg="del">
        <pc:chgData name="Rahul Mishra" userId="57c6469e-ac64-4888-811b-35f0aabddbad" providerId="ADAL" clId="{3C51EBFE-9C35-4409-96DB-F0D02B2A0E50}" dt="2024-08-10T17:32:24.211" v="7" actId="47"/>
        <pc:sldMkLst>
          <pc:docMk/>
          <pc:sldMk cId="2738630986" sldId="291"/>
        </pc:sldMkLst>
      </pc:sldChg>
      <pc:sldChg chg="modSp add del mod">
        <pc:chgData name="Rahul Mishra" userId="57c6469e-ac64-4888-811b-35f0aabddbad" providerId="ADAL" clId="{3C51EBFE-9C35-4409-96DB-F0D02B2A0E50}" dt="2024-08-11T15:54:55.830" v="59"/>
        <pc:sldMkLst>
          <pc:docMk/>
          <pc:sldMk cId="1685752519" sldId="292"/>
        </pc:sldMkLst>
      </pc:sldChg>
      <pc:sldChg chg="del">
        <pc:chgData name="Rahul Mishra" userId="57c6469e-ac64-4888-811b-35f0aabddbad" providerId="ADAL" clId="{3C51EBFE-9C35-4409-96DB-F0D02B2A0E50}" dt="2024-08-10T17:32:24.996" v="8" actId="47"/>
        <pc:sldMkLst>
          <pc:docMk/>
          <pc:sldMk cId="3770136349" sldId="292"/>
        </pc:sldMkLst>
      </pc:sldChg>
      <pc:sldChg chg="del">
        <pc:chgData name="Rahul Mishra" userId="57c6469e-ac64-4888-811b-35f0aabddbad" providerId="ADAL" clId="{3C51EBFE-9C35-4409-96DB-F0D02B2A0E50}" dt="2024-08-10T17:32:25.786" v="9" actId="47"/>
        <pc:sldMkLst>
          <pc:docMk/>
          <pc:sldMk cId="2936543862" sldId="293"/>
        </pc:sldMkLst>
      </pc:sldChg>
      <pc:sldChg chg="add del">
        <pc:chgData name="Rahul Mishra" userId="57c6469e-ac64-4888-811b-35f0aabddbad" providerId="ADAL" clId="{3C51EBFE-9C35-4409-96DB-F0D02B2A0E50}" dt="2024-08-11T15:54:55.830" v="59"/>
        <pc:sldMkLst>
          <pc:docMk/>
          <pc:sldMk cId="4267650275" sldId="293"/>
        </pc:sldMkLst>
      </pc:sldChg>
      <pc:sldChg chg="del">
        <pc:chgData name="Rahul Mishra" userId="57c6469e-ac64-4888-811b-35f0aabddbad" providerId="ADAL" clId="{3C51EBFE-9C35-4409-96DB-F0D02B2A0E50}" dt="2024-08-10T17:32:26.588" v="10" actId="47"/>
        <pc:sldMkLst>
          <pc:docMk/>
          <pc:sldMk cId="1116881268" sldId="294"/>
        </pc:sldMkLst>
      </pc:sldChg>
      <pc:sldChg chg="add del">
        <pc:chgData name="Rahul Mishra" userId="57c6469e-ac64-4888-811b-35f0aabddbad" providerId="ADAL" clId="{3C51EBFE-9C35-4409-96DB-F0D02B2A0E50}" dt="2024-08-11T15:54:55.830" v="59"/>
        <pc:sldMkLst>
          <pc:docMk/>
          <pc:sldMk cId="2502611286" sldId="294"/>
        </pc:sldMkLst>
      </pc:sldChg>
      <pc:sldChg chg="add del">
        <pc:chgData name="Rahul Mishra" userId="57c6469e-ac64-4888-811b-35f0aabddbad" providerId="ADAL" clId="{3C51EBFE-9C35-4409-96DB-F0D02B2A0E50}" dt="2024-08-11T15:54:55.830" v="59"/>
        <pc:sldMkLst>
          <pc:docMk/>
          <pc:sldMk cId="1901015964" sldId="295"/>
        </pc:sldMkLst>
      </pc:sldChg>
      <pc:sldChg chg="del">
        <pc:chgData name="Rahul Mishra" userId="57c6469e-ac64-4888-811b-35f0aabddbad" providerId="ADAL" clId="{3C51EBFE-9C35-4409-96DB-F0D02B2A0E50}" dt="2024-08-10T17:32:28.393" v="12" actId="47"/>
        <pc:sldMkLst>
          <pc:docMk/>
          <pc:sldMk cId="2876906665" sldId="295"/>
        </pc:sldMkLst>
      </pc:sldChg>
      <pc:sldChg chg="add del">
        <pc:chgData name="Rahul Mishra" userId="57c6469e-ac64-4888-811b-35f0aabddbad" providerId="ADAL" clId="{3C51EBFE-9C35-4409-96DB-F0D02B2A0E50}" dt="2024-08-11T15:54:55.830" v="59"/>
        <pc:sldMkLst>
          <pc:docMk/>
          <pc:sldMk cId="615098788" sldId="296"/>
        </pc:sldMkLst>
      </pc:sldChg>
      <pc:sldChg chg="modSp add del modNotes">
        <pc:chgData name="Rahul Mishra" userId="57c6469e-ac64-4888-811b-35f0aabddbad" providerId="ADAL" clId="{3C51EBFE-9C35-4409-96DB-F0D02B2A0E50}" dt="2024-08-11T18:07:31.581" v="196" actId="47"/>
        <pc:sldMkLst>
          <pc:docMk/>
          <pc:sldMk cId="0" sldId="297"/>
        </pc:sldMkLst>
      </pc:sldChg>
      <pc:sldChg chg="modSp mod">
        <pc:chgData name="Rahul Mishra" userId="57c6469e-ac64-4888-811b-35f0aabddbad" providerId="ADAL" clId="{3C51EBFE-9C35-4409-96DB-F0D02B2A0E50}" dt="2024-08-11T15:54:54.663" v="57" actId="14100"/>
        <pc:sldMkLst>
          <pc:docMk/>
          <pc:sldMk cId="242180997" sldId="301"/>
        </pc:sldMkLst>
      </pc:sldChg>
      <pc:sldChg chg="modSp mod">
        <pc:chgData name="Rahul Mishra" userId="57c6469e-ac64-4888-811b-35f0aabddbad" providerId="ADAL" clId="{3C51EBFE-9C35-4409-96DB-F0D02B2A0E50}" dt="2024-08-11T17:46:24.274" v="142" actId="13926"/>
        <pc:sldMkLst>
          <pc:docMk/>
          <pc:sldMk cId="2187071181" sldId="303"/>
        </pc:sldMkLst>
      </pc:sldChg>
      <pc:sldChg chg="modSp mod">
        <pc:chgData name="Rahul Mishra" userId="57c6469e-ac64-4888-811b-35f0aabddbad" providerId="ADAL" clId="{3C51EBFE-9C35-4409-96DB-F0D02B2A0E50}" dt="2024-08-11T17:47:25.648" v="164" actId="14100"/>
        <pc:sldMkLst>
          <pc:docMk/>
          <pc:sldMk cId="2669860053" sldId="304"/>
        </pc:sldMkLst>
      </pc:sldChg>
      <pc:sldChg chg="add del">
        <pc:chgData name="Rahul Mishra" userId="57c6469e-ac64-4888-811b-35f0aabddbad" providerId="ADAL" clId="{3C51EBFE-9C35-4409-96DB-F0D02B2A0E50}" dt="2024-08-11T15:54:55.830" v="59"/>
        <pc:sldMkLst>
          <pc:docMk/>
          <pc:sldMk cId="1419033139" sldId="305"/>
        </pc:sldMkLst>
      </pc:sldChg>
      <pc:sldChg chg="add del">
        <pc:chgData name="Rahul Mishra" userId="57c6469e-ac64-4888-811b-35f0aabddbad" providerId="ADAL" clId="{3C51EBFE-9C35-4409-96DB-F0D02B2A0E50}" dt="2024-08-12T10:46:25.065" v="230" actId="47"/>
        <pc:sldMkLst>
          <pc:docMk/>
          <pc:sldMk cId="175949506" sldId="306"/>
        </pc:sldMkLst>
      </pc:sldChg>
      <pc:sldChg chg="add del">
        <pc:chgData name="Rahul Mishra" userId="57c6469e-ac64-4888-811b-35f0aabddbad" providerId="ADAL" clId="{3C51EBFE-9C35-4409-96DB-F0D02B2A0E50}" dt="2024-08-12T10:46:13.497" v="229" actId="47"/>
        <pc:sldMkLst>
          <pc:docMk/>
          <pc:sldMk cId="1740424806" sldId="307"/>
        </pc:sldMkLst>
      </pc:sldChg>
      <pc:sldChg chg="add del">
        <pc:chgData name="Rahul Mishra" userId="57c6469e-ac64-4888-811b-35f0aabddbad" providerId="ADAL" clId="{3C51EBFE-9C35-4409-96DB-F0D02B2A0E50}" dt="2024-08-12T10:46:12.758" v="228" actId="47"/>
        <pc:sldMkLst>
          <pc:docMk/>
          <pc:sldMk cId="1905279178" sldId="308"/>
        </pc:sldMkLst>
      </pc:sldChg>
      <pc:sldChg chg="add del">
        <pc:chgData name="Rahul Mishra" userId="57c6469e-ac64-4888-811b-35f0aabddbad" providerId="ADAL" clId="{3C51EBFE-9C35-4409-96DB-F0D02B2A0E50}" dt="2024-08-12T10:46:11.862" v="227" actId="47"/>
        <pc:sldMkLst>
          <pc:docMk/>
          <pc:sldMk cId="772241850" sldId="309"/>
        </pc:sldMkLst>
      </pc:sldChg>
      <pc:sldChg chg="add del">
        <pc:chgData name="Rahul Mishra" userId="57c6469e-ac64-4888-811b-35f0aabddbad" providerId="ADAL" clId="{3C51EBFE-9C35-4409-96DB-F0D02B2A0E50}" dt="2024-08-12T10:46:10.950" v="226" actId="47"/>
        <pc:sldMkLst>
          <pc:docMk/>
          <pc:sldMk cId="2832749223" sldId="310"/>
        </pc:sldMkLst>
      </pc:sldChg>
      <pc:sldChg chg="add del">
        <pc:chgData name="Rahul Mishra" userId="57c6469e-ac64-4888-811b-35f0aabddbad" providerId="ADAL" clId="{3C51EBFE-9C35-4409-96DB-F0D02B2A0E50}" dt="2024-08-12T10:46:09.990" v="225" actId="47"/>
        <pc:sldMkLst>
          <pc:docMk/>
          <pc:sldMk cId="3069650673" sldId="311"/>
        </pc:sldMkLst>
      </pc:sldChg>
      <pc:sldChg chg="add del">
        <pc:chgData name="Rahul Mishra" userId="57c6469e-ac64-4888-811b-35f0aabddbad" providerId="ADAL" clId="{3C51EBFE-9C35-4409-96DB-F0D02B2A0E50}" dt="2024-08-12T10:46:09.047" v="224" actId="47"/>
        <pc:sldMkLst>
          <pc:docMk/>
          <pc:sldMk cId="3317796520" sldId="312"/>
        </pc:sldMkLst>
      </pc:sldChg>
      <pc:sldChg chg="add del">
        <pc:chgData name="Rahul Mishra" userId="57c6469e-ac64-4888-811b-35f0aabddbad" providerId="ADAL" clId="{3C51EBFE-9C35-4409-96DB-F0D02B2A0E50}" dt="2024-08-12T10:46:08.324" v="223" actId="47"/>
        <pc:sldMkLst>
          <pc:docMk/>
          <pc:sldMk cId="2718135778" sldId="313"/>
        </pc:sldMkLst>
      </pc:sldChg>
      <pc:sldChg chg="add del">
        <pc:chgData name="Rahul Mishra" userId="57c6469e-ac64-4888-811b-35f0aabddbad" providerId="ADAL" clId="{3C51EBFE-9C35-4409-96DB-F0D02B2A0E50}" dt="2024-08-12T10:46:07.268" v="222" actId="47"/>
        <pc:sldMkLst>
          <pc:docMk/>
          <pc:sldMk cId="1470101792" sldId="314"/>
        </pc:sldMkLst>
      </pc:sldChg>
      <pc:sldChg chg="add del">
        <pc:chgData name="Rahul Mishra" userId="57c6469e-ac64-4888-811b-35f0aabddbad" providerId="ADAL" clId="{3C51EBFE-9C35-4409-96DB-F0D02B2A0E50}" dt="2024-08-12T10:46:06.531" v="221" actId="47"/>
        <pc:sldMkLst>
          <pc:docMk/>
          <pc:sldMk cId="3620885810" sldId="315"/>
        </pc:sldMkLst>
      </pc:sldChg>
      <pc:sldChg chg="modSp add del modNotes">
        <pc:chgData name="Rahul Mishra" userId="57c6469e-ac64-4888-811b-35f0aabddbad" providerId="ADAL" clId="{3C51EBFE-9C35-4409-96DB-F0D02B2A0E50}" dt="2024-08-11T18:12:00.833" v="216" actId="47"/>
        <pc:sldMkLst>
          <pc:docMk/>
          <pc:sldMk cId="0" sldId="316"/>
        </pc:sldMkLst>
      </pc:sldChg>
      <pc:sldChg chg="del">
        <pc:chgData name="Rahul Mishra" userId="57c6469e-ac64-4888-811b-35f0aabddbad" providerId="ADAL" clId="{3C51EBFE-9C35-4409-96DB-F0D02B2A0E50}" dt="2024-08-10T17:32:21.739" v="4" actId="47"/>
        <pc:sldMkLst>
          <pc:docMk/>
          <pc:sldMk cId="2813401871" sldId="349"/>
        </pc:sldMkLst>
      </pc:sldChg>
      <pc:sldChg chg="del">
        <pc:chgData name="Rahul Mishra" userId="57c6469e-ac64-4888-811b-35f0aabddbad" providerId="ADAL" clId="{3C51EBFE-9C35-4409-96DB-F0D02B2A0E50}" dt="2024-08-10T17:32:23.330" v="6" actId="47"/>
        <pc:sldMkLst>
          <pc:docMk/>
          <pc:sldMk cId="2787916344" sldId="350"/>
        </pc:sldMkLst>
      </pc:sldChg>
      <pc:sldChg chg="del">
        <pc:chgData name="Rahul Mishra" userId="57c6469e-ac64-4888-811b-35f0aabddbad" providerId="ADAL" clId="{3C51EBFE-9C35-4409-96DB-F0D02B2A0E50}" dt="2024-08-10T17:32:29.132" v="13" actId="47"/>
        <pc:sldMkLst>
          <pc:docMk/>
          <pc:sldMk cId="97832908" sldId="352"/>
        </pc:sldMkLst>
      </pc:sldChg>
      <pc:sldChg chg="del">
        <pc:chgData name="Rahul Mishra" userId="57c6469e-ac64-4888-811b-35f0aabddbad" providerId="ADAL" clId="{3C51EBFE-9C35-4409-96DB-F0D02B2A0E50}" dt="2024-08-12T10:46:37.683" v="231" actId="47"/>
        <pc:sldMkLst>
          <pc:docMk/>
          <pc:sldMk cId="4132747667" sldId="353"/>
        </pc:sldMkLst>
      </pc:sldChg>
      <pc:sldChg chg="del">
        <pc:chgData name="Rahul Mishra" userId="57c6469e-ac64-4888-811b-35f0aabddbad" providerId="ADAL" clId="{3C51EBFE-9C35-4409-96DB-F0D02B2A0E50}" dt="2024-08-10T17:32:37.990" v="18" actId="47"/>
        <pc:sldMkLst>
          <pc:docMk/>
          <pc:sldMk cId="3662123702" sldId="354"/>
        </pc:sldMkLst>
      </pc:sldChg>
      <pc:sldChg chg="del">
        <pc:chgData name="Rahul Mishra" userId="57c6469e-ac64-4888-811b-35f0aabddbad" providerId="ADAL" clId="{3C51EBFE-9C35-4409-96DB-F0D02B2A0E50}" dt="2024-08-10T17:32:39.285" v="20" actId="47"/>
        <pc:sldMkLst>
          <pc:docMk/>
          <pc:sldMk cId="3397808700" sldId="355"/>
        </pc:sldMkLst>
      </pc:sldChg>
      <pc:sldChg chg="del">
        <pc:chgData name="Rahul Mishra" userId="57c6469e-ac64-4888-811b-35f0aabddbad" providerId="ADAL" clId="{3C51EBFE-9C35-4409-96DB-F0D02B2A0E50}" dt="2024-08-10T17:32:41.582" v="22" actId="47"/>
        <pc:sldMkLst>
          <pc:docMk/>
          <pc:sldMk cId="3297649533" sldId="356"/>
        </pc:sldMkLst>
      </pc:sldChg>
      <pc:sldChg chg="del">
        <pc:chgData name="Rahul Mishra" userId="57c6469e-ac64-4888-811b-35f0aabddbad" providerId="ADAL" clId="{3C51EBFE-9C35-4409-96DB-F0D02B2A0E50}" dt="2024-08-10T17:32:42.352" v="23" actId="47"/>
        <pc:sldMkLst>
          <pc:docMk/>
          <pc:sldMk cId="676390616" sldId="357"/>
        </pc:sldMkLst>
      </pc:sldChg>
      <pc:sldChg chg="del">
        <pc:chgData name="Rahul Mishra" userId="57c6469e-ac64-4888-811b-35f0aabddbad" providerId="ADAL" clId="{3C51EBFE-9C35-4409-96DB-F0D02B2A0E50}" dt="2024-08-10T17:32:43.124" v="24" actId="47"/>
        <pc:sldMkLst>
          <pc:docMk/>
          <pc:sldMk cId="922770136" sldId="358"/>
        </pc:sldMkLst>
      </pc:sldChg>
      <pc:sldChg chg="del">
        <pc:chgData name="Rahul Mishra" userId="57c6469e-ac64-4888-811b-35f0aabddbad" providerId="ADAL" clId="{3C51EBFE-9C35-4409-96DB-F0D02B2A0E50}" dt="2024-08-10T17:32:43.861" v="25" actId="47"/>
        <pc:sldMkLst>
          <pc:docMk/>
          <pc:sldMk cId="2717827387" sldId="359"/>
        </pc:sldMkLst>
      </pc:sldChg>
      <pc:sldChg chg="del">
        <pc:chgData name="Rahul Mishra" userId="57c6469e-ac64-4888-811b-35f0aabddbad" providerId="ADAL" clId="{3C51EBFE-9C35-4409-96DB-F0D02B2A0E50}" dt="2024-08-10T17:32:44.647" v="26" actId="47"/>
        <pc:sldMkLst>
          <pc:docMk/>
          <pc:sldMk cId="2796676358" sldId="360"/>
        </pc:sldMkLst>
      </pc:sldChg>
      <pc:sldChg chg="del">
        <pc:chgData name="Rahul Mishra" userId="57c6469e-ac64-4888-811b-35f0aabddbad" providerId="ADAL" clId="{3C51EBFE-9C35-4409-96DB-F0D02B2A0E50}" dt="2024-08-12T10:46:39.869" v="233" actId="47"/>
        <pc:sldMkLst>
          <pc:docMk/>
          <pc:sldMk cId="3694793066" sldId="361"/>
        </pc:sldMkLst>
      </pc:sldChg>
      <pc:sldChg chg="del">
        <pc:chgData name="Rahul Mishra" userId="57c6469e-ac64-4888-811b-35f0aabddbad" providerId="ADAL" clId="{3C51EBFE-9C35-4409-96DB-F0D02B2A0E50}" dt="2024-08-10T17:32:51.393" v="27" actId="47"/>
        <pc:sldMkLst>
          <pc:docMk/>
          <pc:sldMk cId="4090776321" sldId="362"/>
        </pc:sldMkLst>
      </pc:sldChg>
      <pc:sldChg chg="del">
        <pc:chgData name="Rahul Mishra" userId="57c6469e-ac64-4888-811b-35f0aabddbad" providerId="ADAL" clId="{3C51EBFE-9C35-4409-96DB-F0D02B2A0E50}" dt="2024-08-10T17:32:52.398" v="28" actId="47"/>
        <pc:sldMkLst>
          <pc:docMk/>
          <pc:sldMk cId="533411327" sldId="363"/>
        </pc:sldMkLst>
      </pc:sldChg>
      <pc:sldChg chg="del">
        <pc:chgData name="Rahul Mishra" userId="57c6469e-ac64-4888-811b-35f0aabddbad" providerId="ADAL" clId="{3C51EBFE-9C35-4409-96DB-F0D02B2A0E50}" dt="2024-08-10T17:32:53.470" v="29" actId="47"/>
        <pc:sldMkLst>
          <pc:docMk/>
          <pc:sldMk cId="3170865946" sldId="364"/>
        </pc:sldMkLst>
      </pc:sldChg>
      <pc:sldChg chg="del">
        <pc:chgData name="Rahul Mishra" userId="57c6469e-ac64-4888-811b-35f0aabddbad" providerId="ADAL" clId="{3C51EBFE-9C35-4409-96DB-F0D02B2A0E50}" dt="2024-08-10T17:32:54.443" v="30" actId="47"/>
        <pc:sldMkLst>
          <pc:docMk/>
          <pc:sldMk cId="1426566100" sldId="365"/>
        </pc:sldMkLst>
      </pc:sldChg>
      <pc:sldChg chg="del">
        <pc:chgData name="Rahul Mishra" userId="57c6469e-ac64-4888-811b-35f0aabddbad" providerId="ADAL" clId="{3C51EBFE-9C35-4409-96DB-F0D02B2A0E50}" dt="2024-08-10T17:32:27.434" v="11" actId="47"/>
        <pc:sldMkLst>
          <pc:docMk/>
          <pc:sldMk cId="2123376252" sldId="373"/>
        </pc:sldMkLst>
      </pc:sldChg>
      <pc:sldChg chg="addSp delSp modSp add del mod">
        <pc:chgData name="Rahul Mishra" userId="57c6469e-ac64-4888-811b-35f0aabddbad" providerId="ADAL" clId="{3C51EBFE-9C35-4409-96DB-F0D02B2A0E50}" dt="2024-08-12T10:46:02.082" v="220" actId="47"/>
        <pc:sldMkLst>
          <pc:docMk/>
          <pc:sldMk cId="3459647960" sldId="374"/>
        </pc:sldMkLst>
      </pc:sldChg>
      <pc:sldChg chg="add del">
        <pc:chgData name="Rahul Mishra" userId="57c6469e-ac64-4888-811b-35f0aabddbad" providerId="ADAL" clId="{3C51EBFE-9C35-4409-96DB-F0D02B2A0E50}" dt="2024-08-11T15:54:55.830" v="59"/>
        <pc:sldMkLst>
          <pc:docMk/>
          <pc:sldMk cId="2079535757" sldId="375"/>
        </pc:sldMkLst>
      </pc:sldChg>
      <pc:sldChg chg="add del">
        <pc:chgData name="Rahul Mishra" userId="57c6469e-ac64-4888-811b-35f0aabddbad" providerId="ADAL" clId="{3C51EBFE-9C35-4409-96DB-F0D02B2A0E50}" dt="2024-08-11T15:54:55.830" v="59"/>
        <pc:sldMkLst>
          <pc:docMk/>
          <pc:sldMk cId="2983673248" sldId="376"/>
        </pc:sldMkLst>
      </pc:sldChg>
      <pc:sldChg chg="add del">
        <pc:chgData name="Rahul Mishra" userId="57c6469e-ac64-4888-811b-35f0aabddbad" providerId="ADAL" clId="{3C51EBFE-9C35-4409-96DB-F0D02B2A0E50}" dt="2024-08-11T15:54:55.830" v="59"/>
        <pc:sldMkLst>
          <pc:docMk/>
          <pc:sldMk cId="3694120147" sldId="377"/>
        </pc:sldMkLst>
      </pc:sldChg>
      <pc:sldChg chg="modSp add del">
        <pc:chgData name="Rahul Mishra" userId="57c6469e-ac64-4888-811b-35f0aabddbad" providerId="ADAL" clId="{3C51EBFE-9C35-4409-96DB-F0D02B2A0E50}" dt="2024-08-11T18:23:23.928" v="219" actId="1076"/>
        <pc:sldMkLst>
          <pc:docMk/>
          <pc:sldMk cId="3465334699" sldId="378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379"/>
        </pc:sldMkLst>
      </pc:sldChg>
      <pc:sldChg chg="modSp add del modNotes">
        <pc:chgData name="Rahul Mishra" userId="57c6469e-ac64-4888-811b-35f0aabddbad" providerId="ADAL" clId="{3C51EBFE-9C35-4409-96DB-F0D02B2A0E50}" dt="2024-08-11T18:07:07.496" v="191" actId="47"/>
        <pc:sldMkLst>
          <pc:docMk/>
          <pc:sldMk cId="0" sldId="380"/>
        </pc:sldMkLst>
      </pc:sldChg>
      <pc:sldChg chg="modSp add del modNotes">
        <pc:chgData name="Rahul Mishra" userId="57c6469e-ac64-4888-811b-35f0aabddbad" providerId="ADAL" clId="{3C51EBFE-9C35-4409-96DB-F0D02B2A0E50}" dt="2024-08-11T18:07:09.679" v="192" actId="47"/>
        <pc:sldMkLst>
          <pc:docMk/>
          <pc:sldMk cId="0" sldId="381"/>
        </pc:sldMkLst>
      </pc:sldChg>
      <pc:sldChg chg="modSp add del modNotes">
        <pc:chgData name="Rahul Mishra" userId="57c6469e-ac64-4888-811b-35f0aabddbad" providerId="ADAL" clId="{3C51EBFE-9C35-4409-96DB-F0D02B2A0E50}" dt="2024-08-11T18:07:18.374" v="193" actId="47"/>
        <pc:sldMkLst>
          <pc:docMk/>
          <pc:sldMk cId="0" sldId="382"/>
        </pc:sldMkLst>
      </pc:sldChg>
      <pc:sldChg chg="modSp add del modNotes">
        <pc:chgData name="Rahul Mishra" userId="57c6469e-ac64-4888-811b-35f0aabddbad" providerId="ADAL" clId="{3C51EBFE-9C35-4409-96DB-F0D02B2A0E50}" dt="2024-08-11T18:07:28.662" v="195" actId="47"/>
        <pc:sldMkLst>
          <pc:docMk/>
          <pc:sldMk cId="0" sldId="383"/>
        </pc:sldMkLst>
      </pc:sldChg>
      <pc:sldChg chg="modSp add del modNotes">
        <pc:chgData name="Rahul Mishra" userId="57c6469e-ac64-4888-811b-35f0aabddbad" providerId="ADAL" clId="{3C51EBFE-9C35-4409-96DB-F0D02B2A0E50}" dt="2024-08-11T18:07:22.080" v="194" actId="47"/>
        <pc:sldMkLst>
          <pc:docMk/>
          <pc:sldMk cId="0" sldId="384"/>
        </pc:sldMkLst>
      </pc:sldChg>
      <pc:sldChg chg="modSp add del modNotes">
        <pc:chgData name="Rahul Mishra" userId="57c6469e-ac64-4888-811b-35f0aabddbad" providerId="ADAL" clId="{3C51EBFE-9C35-4409-96DB-F0D02B2A0E50}" dt="2024-08-11T18:07:32.774" v="197" actId="47"/>
        <pc:sldMkLst>
          <pc:docMk/>
          <pc:sldMk cId="0" sldId="385"/>
        </pc:sldMkLst>
      </pc:sldChg>
      <pc:sldChg chg="modSp add del modNotes">
        <pc:chgData name="Rahul Mishra" userId="57c6469e-ac64-4888-811b-35f0aabddbad" providerId="ADAL" clId="{3C51EBFE-9C35-4409-96DB-F0D02B2A0E50}" dt="2024-08-11T18:07:53.799" v="206" actId="47"/>
        <pc:sldMkLst>
          <pc:docMk/>
          <pc:sldMk cId="0" sldId="386"/>
        </pc:sldMkLst>
      </pc:sldChg>
      <pc:sldChg chg="modSp add del modNotes">
        <pc:chgData name="Rahul Mishra" userId="57c6469e-ac64-4888-811b-35f0aabddbad" providerId="ADAL" clId="{3C51EBFE-9C35-4409-96DB-F0D02B2A0E50}" dt="2024-08-11T18:07:58.716" v="207" actId="47"/>
        <pc:sldMkLst>
          <pc:docMk/>
          <pc:sldMk cId="0" sldId="387"/>
        </pc:sldMkLst>
      </pc:sldChg>
      <pc:sldChg chg="modSp add del modNotes">
        <pc:chgData name="Rahul Mishra" userId="57c6469e-ac64-4888-811b-35f0aabddbad" providerId="ADAL" clId="{3C51EBFE-9C35-4409-96DB-F0D02B2A0E50}" dt="2024-08-11T18:07:45.733" v="203" actId="47"/>
        <pc:sldMkLst>
          <pc:docMk/>
          <pc:sldMk cId="0" sldId="388"/>
        </pc:sldMkLst>
      </pc:sldChg>
      <pc:sldChg chg="modSp add del modNotes">
        <pc:chgData name="Rahul Mishra" userId="57c6469e-ac64-4888-811b-35f0aabddbad" providerId="ADAL" clId="{3C51EBFE-9C35-4409-96DB-F0D02B2A0E50}" dt="2024-08-11T18:08:03.663" v="208" actId="47"/>
        <pc:sldMkLst>
          <pc:docMk/>
          <pc:sldMk cId="0" sldId="389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390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391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392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393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394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395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396"/>
        </pc:sldMkLst>
      </pc:sldChg>
      <pc:sldChg chg="modSp add del modNotes">
        <pc:chgData name="Rahul Mishra" userId="57c6469e-ac64-4888-811b-35f0aabddbad" providerId="ADAL" clId="{3C51EBFE-9C35-4409-96DB-F0D02B2A0E50}" dt="2024-08-11T18:11:48.631" v="211" actId="47"/>
        <pc:sldMkLst>
          <pc:docMk/>
          <pc:sldMk cId="0" sldId="397"/>
        </pc:sldMkLst>
      </pc:sldChg>
      <pc:sldChg chg="modSp add del modNotes">
        <pc:chgData name="Rahul Mishra" userId="57c6469e-ac64-4888-811b-35f0aabddbad" providerId="ADAL" clId="{3C51EBFE-9C35-4409-96DB-F0D02B2A0E50}" dt="2024-08-11T18:11:50.357" v="212" actId="47"/>
        <pc:sldMkLst>
          <pc:docMk/>
          <pc:sldMk cId="0" sldId="398"/>
        </pc:sldMkLst>
      </pc:sldChg>
      <pc:sldChg chg="modSp add del modNotes">
        <pc:chgData name="Rahul Mishra" userId="57c6469e-ac64-4888-811b-35f0aabddbad" providerId="ADAL" clId="{3C51EBFE-9C35-4409-96DB-F0D02B2A0E50}" dt="2024-08-11T18:11:52.538" v="213" actId="47"/>
        <pc:sldMkLst>
          <pc:docMk/>
          <pc:sldMk cId="0" sldId="399"/>
        </pc:sldMkLst>
      </pc:sldChg>
      <pc:sldChg chg="modSp add del modNotes">
        <pc:chgData name="Rahul Mishra" userId="57c6469e-ac64-4888-811b-35f0aabddbad" providerId="ADAL" clId="{3C51EBFE-9C35-4409-96DB-F0D02B2A0E50}" dt="2024-08-11T18:11:55.476" v="214" actId="47"/>
        <pc:sldMkLst>
          <pc:docMk/>
          <pc:sldMk cId="0" sldId="400"/>
        </pc:sldMkLst>
      </pc:sldChg>
      <pc:sldChg chg="modSp add ord modNotes">
        <pc:chgData name="Rahul Mishra" userId="57c6469e-ac64-4888-811b-35f0aabddbad" providerId="ADAL" clId="{3C51EBFE-9C35-4409-96DB-F0D02B2A0E50}" dt="2024-08-11T18:19:07.275" v="218"/>
        <pc:sldMkLst>
          <pc:docMk/>
          <pc:sldMk cId="0" sldId="401"/>
        </pc:sldMkLst>
      </pc:sldChg>
      <pc:sldChg chg="modSp add del modNotes">
        <pc:chgData name="Rahul Mishra" userId="57c6469e-ac64-4888-811b-35f0aabddbad" providerId="ADAL" clId="{3C51EBFE-9C35-4409-96DB-F0D02B2A0E50}" dt="2024-08-11T18:11:59.764" v="215" actId="47"/>
        <pc:sldMkLst>
          <pc:docMk/>
          <pc:sldMk cId="0" sldId="402"/>
        </pc:sldMkLst>
      </pc:sldChg>
      <pc:sldChg chg="addSp modSp new mod setBg">
        <pc:chgData name="Rahul Mishra" userId="57c6469e-ac64-4888-811b-35f0aabddbad" providerId="ADAL" clId="{3C51EBFE-9C35-4409-96DB-F0D02B2A0E50}" dt="2024-08-11T16:32:30.182" v="80" actId="688"/>
        <pc:sldMkLst>
          <pc:docMk/>
          <pc:sldMk cId="739300501" sldId="403"/>
        </pc:sldMkLst>
      </pc:sldChg>
      <pc:sldChg chg="addSp modSp new mod">
        <pc:chgData name="Rahul Mishra" userId="57c6469e-ac64-4888-811b-35f0aabddbad" providerId="ADAL" clId="{3C51EBFE-9C35-4409-96DB-F0D02B2A0E50}" dt="2024-08-11T17:45:23.043" v="129" actId="1076"/>
        <pc:sldMkLst>
          <pc:docMk/>
          <pc:sldMk cId="1992141454" sldId="404"/>
        </pc:sldMkLst>
      </pc:sldChg>
      <pc:sldMasterChg chg="delSldLayout">
        <pc:chgData name="Rahul Mishra" userId="57c6469e-ac64-4888-811b-35f0aabddbad" providerId="ADAL" clId="{3C51EBFE-9C35-4409-96DB-F0D02B2A0E50}" dt="2024-08-12T10:46:39.869" v="233" actId="47"/>
        <pc:sldMasterMkLst>
          <pc:docMk/>
          <pc:sldMasterMk cId="3966668556" sldId="2147483678"/>
        </pc:sldMasterMkLst>
        <pc:sldLayoutChg chg="del">
          <pc:chgData name="Rahul Mishra" userId="57c6469e-ac64-4888-811b-35f0aabddbad" providerId="ADAL" clId="{3C51EBFE-9C35-4409-96DB-F0D02B2A0E50}" dt="2024-08-12T10:46:39.869" v="233" actId="47"/>
          <pc:sldLayoutMkLst>
            <pc:docMk/>
            <pc:sldMasterMk cId="3966668556" sldId="2147483678"/>
            <pc:sldLayoutMk cId="435949403" sldId="2147483690"/>
          </pc:sldLayoutMkLst>
        </pc:sldLayoutChg>
      </pc:sldMasterChg>
    </pc:docChg>
  </pc:docChgLst>
  <pc:docChgLst>
    <pc:chgData name="Rahul Mishra" userId="57c6469e-ac64-4888-811b-35f0aabddbad" providerId="ADAL" clId="{6CD110FC-ECB1-4188-A54A-469E6335FF4B}"/>
    <pc:docChg chg="custSel addSld delSld modSld">
      <pc:chgData name="Rahul Mishra" userId="57c6469e-ac64-4888-811b-35f0aabddbad" providerId="ADAL" clId="{6CD110FC-ECB1-4188-A54A-469E6335FF4B}" dt="2024-08-08T17:07:15.046" v="45" actId="1076"/>
      <pc:docMkLst>
        <pc:docMk/>
      </pc:docMkLst>
      <pc:sldChg chg="modSp mod">
        <pc:chgData name="Rahul Mishra" userId="57c6469e-ac64-4888-811b-35f0aabddbad" providerId="ADAL" clId="{6CD110FC-ECB1-4188-A54A-469E6335FF4B}" dt="2024-08-07T06:11:09.270" v="7" actId="14100"/>
        <pc:sldMkLst>
          <pc:docMk/>
          <pc:sldMk cId="109857222" sldId="256"/>
        </pc:sldMkLst>
      </pc:sldChg>
      <pc:sldChg chg="del">
        <pc:chgData name="Rahul Mishra" userId="57c6469e-ac64-4888-811b-35f0aabddbad" providerId="ADAL" clId="{6CD110FC-ECB1-4188-A54A-469E6335FF4B}" dt="2024-08-07T06:14:05.233" v="35" actId="47"/>
        <pc:sldMkLst>
          <pc:docMk/>
          <pc:sldMk cId="0" sldId="270"/>
        </pc:sldMkLst>
      </pc:sldChg>
      <pc:sldChg chg="del">
        <pc:chgData name="Rahul Mishra" userId="57c6469e-ac64-4888-811b-35f0aabddbad" providerId="ADAL" clId="{6CD110FC-ECB1-4188-A54A-469E6335FF4B}" dt="2024-08-07T06:14:10.261" v="36" actId="47"/>
        <pc:sldMkLst>
          <pc:docMk/>
          <pc:sldMk cId="4069218776" sldId="275"/>
        </pc:sldMkLst>
      </pc:sldChg>
      <pc:sldChg chg="del">
        <pc:chgData name="Rahul Mishra" userId="57c6469e-ac64-4888-811b-35f0aabddbad" providerId="ADAL" clId="{6CD110FC-ECB1-4188-A54A-469E6335FF4B}" dt="2024-08-07T06:14:04.023" v="34" actId="47"/>
        <pc:sldMkLst>
          <pc:docMk/>
          <pc:sldMk cId="3514271712" sldId="276"/>
        </pc:sldMkLst>
      </pc:sldChg>
      <pc:sldChg chg="del">
        <pc:chgData name="Rahul Mishra" userId="57c6469e-ac64-4888-811b-35f0aabddbad" providerId="ADAL" clId="{6CD110FC-ECB1-4188-A54A-469E6335FF4B}" dt="2024-08-07T06:13:58.696" v="28" actId="47"/>
        <pc:sldMkLst>
          <pc:docMk/>
          <pc:sldMk cId="3852848067" sldId="279"/>
        </pc:sldMkLst>
      </pc:sldChg>
      <pc:sldChg chg="del">
        <pc:chgData name="Rahul Mishra" userId="57c6469e-ac64-4888-811b-35f0aabddbad" providerId="ADAL" clId="{6CD110FC-ECB1-4188-A54A-469E6335FF4B}" dt="2024-08-07T06:14:34.388" v="40" actId="47"/>
        <pc:sldMkLst>
          <pc:docMk/>
          <pc:sldMk cId="1848721818" sldId="281"/>
        </pc:sldMkLst>
      </pc:sldChg>
      <pc:sldChg chg="del">
        <pc:chgData name="Rahul Mishra" userId="57c6469e-ac64-4888-811b-35f0aabddbad" providerId="ADAL" clId="{6CD110FC-ECB1-4188-A54A-469E6335FF4B}" dt="2024-08-07T06:13:53.610" v="24" actId="47"/>
        <pc:sldMkLst>
          <pc:docMk/>
          <pc:sldMk cId="20482556" sldId="283"/>
        </pc:sldMkLst>
      </pc:sldChg>
      <pc:sldChg chg="del">
        <pc:chgData name="Rahul Mishra" userId="57c6469e-ac64-4888-811b-35f0aabddbad" providerId="ADAL" clId="{6CD110FC-ECB1-4188-A54A-469E6335FF4B}" dt="2024-08-07T06:13:52.242" v="23" actId="47"/>
        <pc:sldMkLst>
          <pc:docMk/>
          <pc:sldMk cId="2580848646" sldId="284"/>
        </pc:sldMkLst>
      </pc:sldChg>
      <pc:sldChg chg="del">
        <pc:chgData name="Rahul Mishra" userId="57c6469e-ac64-4888-811b-35f0aabddbad" providerId="ADAL" clId="{6CD110FC-ECB1-4188-A54A-469E6335FF4B}" dt="2024-08-07T06:13:26.058" v="22" actId="47"/>
        <pc:sldMkLst>
          <pc:docMk/>
          <pc:sldMk cId="2416795455" sldId="285"/>
        </pc:sldMkLst>
      </pc:sldChg>
      <pc:sldChg chg="del">
        <pc:chgData name="Rahul Mishra" userId="57c6469e-ac64-4888-811b-35f0aabddbad" providerId="ADAL" clId="{6CD110FC-ECB1-4188-A54A-469E6335FF4B}" dt="2024-08-07T06:13:24.031" v="21" actId="47"/>
        <pc:sldMkLst>
          <pc:docMk/>
          <pc:sldMk cId="1586066216" sldId="286"/>
        </pc:sldMkLst>
      </pc:sldChg>
      <pc:sldChg chg="del">
        <pc:chgData name="Rahul Mishra" userId="57c6469e-ac64-4888-811b-35f0aabddbad" providerId="ADAL" clId="{6CD110FC-ECB1-4188-A54A-469E6335FF4B}" dt="2024-08-07T06:13:21.297" v="20" actId="47"/>
        <pc:sldMkLst>
          <pc:docMk/>
          <pc:sldMk cId="3123173485" sldId="287"/>
        </pc:sldMkLst>
      </pc:sldChg>
      <pc:sldChg chg="modSp mod">
        <pc:chgData name="Rahul Mishra" userId="57c6469e-ac64-4888-811b-35f0aabddbad" providerId="ADAL" clId="{6CD110FC-ECB1-4188-A54A-469E6335FF4B}" dt="2024-08-07T06:12:13.350" v="19" actId="1076"/>
        <pc:sldMkLst>
          <pc:docMk/>
          <pc:sldMk cId="3770136349" sldId="292"/>
        </pc:sldMkLst>
      </pc:sldChg>
      <pc:sldChg chg="del">
        <pc:chgData name="Rahul Mishra" userId="57c6469e-ac64-4888-811b-35f0aabddbad" providerId="ADAL" clId="{6CD110FC-ECB1-4188-A54A-469E6335FF4B}" dt="2024-08-07T06:14:22.990" v="38" actId="47"/>
        <pc:sldMkLst>
          <pc:docMk/>
          <pc:sldMk cId="3216909728" sldId="296"/>
        </pc:sldMkLst>
      </pc:sldChg>
      <pc:sldChg chg="del">
        <pc:chgData name="Rahul Mishra" userId="57c6469e-ac64-4888-811b-35f0aabddbad" providerId="ADAL" clId="{6CD110FC-ECB1-4188-A54A-469E6335FF4B}" dt="2024-08-07T06:14:20.809" v="37" actId="47"/>
        <pc:sldMkLst>
          <pc:docMk/>
          <pc:sldMk cId="3554936368" sldId="297"/>
        </pc:sldMkLst>
      </pc:sldChg>
      <pc:sldChg chg="del">
        <pc:chgData name="Rahul Mishra" userId="57c6469e-ac64-4888-811b-35f0aabddbad" providerId="ADAL" clId="{6CD110FC-ECB1-4188-A54A-469E6335FF4B}" dt="2024-08-07T06:14:03.166" v="33" actId="47"/>
        <pc:sldMkLst>
          <pc:docMk/>
          <pc:sldMk cId="2406506087" sldId="336"/>
        </pc:sldMkLst>
      </pc:sldChg>
      <pc:sldChg chg="del">
        <pc:chgData name="Rahul Mishra" userId="57c6469e-ac64-4888-811b-35f0aabddbad" providerId="ADAL" clId="{6CD110FC-ECB1-4188-A54A-469E6335FF4B}" dt="2024-08-07T06:14:02.355" v="32" actId="47"/>
        <pc:sldMkLst>
          <pc:docMk/>
          <pc:sldMk cId="2068555102" sldId="337"/>
        </pc:sldMkLst>
      </pc:sldChg>
      <pc:sldChg chg="del">
        <pc:chgData name="Rahul Mishra" userId="57c6469e-ac64-4888-811b-35f0aabddbad" providerId="ADAL" clId="{6CD110FC-ECB1-4188-A54A-469E6335FF4B}" dt="2024-08-07T06:13:57.330" v="27" actId="47"/>
        <pc:sldMkLst>
          <pc:docMk/>
          <pc:sldMk cId="223884994" sldId="339"/>
        </pc:sldMkLst>
      </pc:sldChg>
      <pc:sldChg chg="del">
        <pc:chgData name="Rahul Mishra" userId="57c6469e-ac64-4888-811b-35f0aabddbad" providerId="ADAL" clId="{6CD110FC-ECB1-4188-A54A-469E6335FF4B}" dt="2024-08-07T06:13:56.294" v="26" actId="47"/>
        <pc:sldMkLst>
          <pc:docMk/>
          <pc:sldMk cId="507314074" sldId="340"/>
        </pc:sldMkLst>
      </pc:sldChg>
      <pc:sldChg chg="del">
        <pc:chgData name="Rahul Mishra" userId="57c6469e-ac64-4888-811b-35f0aabddbad" providerId="ADAL" clId="{6CD110FC-ECB1-4188-A54A-469E6335FF4B}" dt="2024-08-07T06:13:55.196" v="25" actId="47"/>
        <pc:sldMkLst>
          <pc:docMk/>
          <pc:sldMk cId="3644562415" sldId="341"/>
        </pc:sldMkLst>
      </pc:sldChg>
      <pc:sldChg chg="del">
        <pc:chgData name="Rahul Mishra" userId="57c6469e-ac64-4888-811b-35f0aabddbad" providerId="ADAL" clId="{6CD110FC-ECB1-4188-A54A-469E6335FF4B}" dt="2024-08-07T06:14:01.555" v="31" actId="47"/>
        <pc:sldMkLst>
          <pc:docMk/>
          <pc:sldMk cId="3048384822" sldId="342"/>
        </pc:sldMkLst>
      </pc:sldChg>
      <pc:sldChg chg="del">
        <pc:chgData name="Rahul Mishra" userId="57c6469e-ac64-4888-811b-35f0aabddbad" providerId="ADAL" clId="{6CD110FC-ECB1-4188-A54A-469E6335FF4B}" dt="2024-08-07T06:14:35.756" v="41" actId="47"/>
        <pc:sldMkLst>
          <pc:docMk/>
          <pc:sldMk cId="3560463952" sldId="345"/>
        </pc:sldMkLst>
      </pc:sldChg>
      <pc:sldChg chg="del">
        <pc:chgData name="Rahul Mishra" userId="57c6469e-ac64-4888-811b-35f0aabddbad" providerId="ADAL" clId="{6CD110FC-ECB1-4188-A54A-469E6335FF4B}" dt="2024-08-07T06:14:36.933" v="42" actId="47"/>
        <pc:sldMkLst>
          <pc:docMk/>
          <pc:sldMk cId="2473714365" sldId="346"/>
        </pc:sldMkLst>
      </pc:sldChg>
      <pc:sldChg chg="del">
        <pc:chgData name="Rahul Mishra" userId="57c6469e-ac64-4888-811b-35f0aabddbad" providerId="ADAL" clId="{6CD110FC-ECB1-4188-A54A-469E6335FF4B}" dt="2024-08-07T06:14:00.617" v="30" actId="47"/>
        <pc:sldMkLst>
          <pc:docMk/>
          <pc:sldMk cId="1116213387" sldId="347"/>
        </pc:sldMkLst>
      </pc:sldChg>
      <pc:sldChg chg="del">
        <pc:chgData name="Rahul Mishra" userId="57c6469e-ac64-4888-811b-35f0aabddbad" providerId="ADAL" clId="{6CD110FC-ECB1-4188-A54A-469E6335FF4B}" dt="2024-08-07T06:13:59.607" v="29" actId="47"/>
        <pc:sldMkLst>
          <pc:docMk/>
          <pc:sldMk cId="164456950" sldId="348"/>
        </pc:sldMkLst>
      </pc:sldChg>
      <pc:sldChg chg="del">
        <pc:chgData name="Rahul Mishra" userId="57c6469e-ac64-4888-811b-35f0aabddbad" providerId="ADAL" clId="{6CD110FC-ECB1-4188-A54A-469E6335FF4B}" dt="2024-08-07T06:14:39.452" v="43" actId="47"/>
        <pc:sldMkLst>
          <pc:docMk/>
          <pc:sldMk cId="3331351185" sldId="371"/>
        </pc:sldMkLst>
      </pc:sldChg>
      <pc:sldChg chg="del">
        <pc:chgData name="Rahul Mishra" userId="57c6469e-ac64-4888-811b-35f0aabddbad" providerId="ADAL" clId="{6CD110FC-ECB1-4188-A54A-469E6335FF4B}" dt="2024-08-07T06:14:32.978" v="39" actId="47"/>
        <pc:sldMkLst>
          <pc:docMk/>
          <pc:sldMk cId="2845789028" sldId="372"/>
        </pc:sldMkLst>
      </pc:sldChg>
      <pc:sldChg chg="addSp modSp new mod setBg">
        <pc:chgData name="Rahul Mishra" userId="57c6469e-ac64-4888-811b-35f0aabddbad" providerId="ADAL" clId="{6CD110FC-ECB1-4188-A54A-469E6335FF4B}" dt="2024-08-08T17:07:15.046" v="45" actId="1076"/>
        <pc:sldMkLst>
          <pc:docMk/>
          <pc:sldMk cId="3459647960" sldId="374"/>
        </pc:sldMkLst>
      </pc:sldChg>
    </pc:docChg>
  </pc:docChgLst>
  <pc:docChgLst>
    <pc:chgData name="Rahul Mishra" userId="57c6469e-ac64-4888-811b-35f0aabddbad" providerId="ADAL" clId="{E081F030-6696-4BF5-AB21-B181E8010C26}"/>
    <pc:docChg chg="undo custSel addSld delSld modSld">
      <pc:chgData name="Rahul Mishra" userId="57c6469e-ac64-4888-811b-35f0aabddbad" providerId="ADAL" clId="{E081F030-6696-4BF5-AB21-B181E8010C26}" dt="2024-09-14T18:17:40.165" v="272" actId="1076"/>
      <pc:docMkLst>
        <pc:docMk/>
      </pc:docMkLst>
      <pc:sldChg chg="addSp modSp">
        <pc:chgData name="Rahul Mishra" userId="57c6469e-ac64-4888-811b-35f0aabddbad" providerId="ADAL" clId="{E081F030-6696-4BF5-AB21-B181E8010C26}" dt="2024-09-14T17:52:41.347" v="168"/>
        <pc:sldMkLst>
          <pc:docMk/>
          <pc:sldMk cId="3668127952" sldId="428"/>
        </pc:sldMkLst>
      </pc:sldChg>
      <pc:sldChg chg="modSp mod">
        <pc:chgData name="Rahul Mishra" userId="57c6469e-ac64-4888-811b-35f0aabddbad" providerId="ADAL" clId="{E081F030-6696-4BF5-AB21-B181E8010C26}" dt="2024-09-14T17:23:56.442" v="2" actId="27636"/>
        <pc:sldMkLst>
          <pc:docMk/>
          <pc:sldMk cId="630843957" sldId="434"/>
        </pc:sldMkLst>
      </pc:sldChg>
      <pc:sldChg chg="modSp mod">
        <pc:chgData name="Rahul Mishra" userId="57c6469e-ac64-4888-811b-35f0aabddbad" providerId="ADAL" clId="{E081F030-6696-4BF5-AB21-B181E8010C26}" dt="2024-09-14T18:13:59.532" v="242" actId="14100"/>
        <pc:sldMkLst>
          <pc:docMk/>
          <pc:sldMk cId="912258523" sldId="435"/>
        </pc:sldMkLst>
      </pc:sldChg>
      <pc:sldChg chg="addSp delSp modSp mod">
        <pc:chgData name="Rahul Mishra" userId="57c6469e-ac64-4888-811b-35f0aabddbad" providerId="ADAL" clId="{E081F030-6696-4BF5-AB21-B181E8010C26}" dt="2024-09-14T18:14:25.813" v="248" actId="14100"/>
        <pc:sldMkLst>
          <pc:docMk/>
          <pc:sldMk cId="1650621397" sldId="436"/>
        </pc:sldMkLst>
      </pc:sldChg>
      <pc:sldChg chg="addSp delSp modSp mod">
        <pc:chgData name="Rahul Mishra" userId="57c6469e-ac64-4888-811b-35f0aabddbad" providerId="ADAL" clId="{E081F030-6696-4BF5-AB21-B181E8010C26}" dt="2024-09-14T18:12:15.271" v="212" actId="14100"/>
        <pc:sldMkLst>
          <pc:docMk/>
          <pc:sldMk cId="3054585423" sldId="697"/>
        </pc:sldMkLst>
      </pc:sldChg>
      <pc:sldChg chg="new del">
        <pc:chgData name="Rahul Mishra" userId="57c6469e-ac64-4888-811b-35f0aabddbad" providerId="ADAL" clId="{E081F030-6696-4BF5-AB21-B181E8010C26}" dt="2024-09-14T18:15:16.770" v="263" actId="47"/>
        <pc:sldMkLst>
          <pc:docMk/>
          <pc:sldMk cId="1721347195" sldId="698"/>
        </pc:sldMkLst>
      </pc:sldChg>
      <pc:sldChg chg="addSp delSp modSp add mod">
        <pc:chgData name="Rahul Mishra" userId="57c6469e-ac64-4888-811b-35f0aabddbad" providerId="ADAL" clId="{E081F030-6696-4BF5-AB21-B181E8010C26}" dt="2024-09-14T18:15:08.792" v="261" actId="1076"/>
        <pc:sldMkLst>
          <pc:docMk/>
          <pc:sldMk cId="3261997853" sldId="699"/>
        </pc:sldMkLst>
      </pc:sldChg>
      <pc:sldChg chg="addSp delSp modSp add mod">
        <pc:chgData name="Rahul Mishra" userId="57c6469e-ac64-4888-811b-35f0aabddbad" providerId="ADAL" clId="{E081F030-6696-4BF5-AB21-B181E8010C26}" dt="2024-09-14T18:17:40.165" v="272" actId="1076"/>
        <pc:sldMkLst>
          <pc:docMk/>
          <pc:sldMk cId="2555987876" sldId="700"/>
        </pc:sldMkLst>
      </pc:sldChg>
      <pc:sldChg chg="delSp add del mod">
        <pc:chgData name="Rahul Mishra" userId="57c6469e-ac64-4888-811b-35f0aabddbad" providerId="ADAL" clId="{E081F030-6696-4BF5-AB21-B181E8010C26}" dt="2024-09-14T18:15:13.956" v="262" actId="47"/>
        <pc:sldMkLst>
          <pc:docMk/>
          <pc:sldMk cId="1817206990" sldId="701"/>
        </pc:sldMkLst>
      </pc:sldChg>
    </pc:docChg>
  </pc:docChgLst>
  <pc:docChgLst>
    <pc:chgData name="Rahul Mishra" userId="57c6469e-ac64-4888-811b-35f0aabddbad" providerId="ADAL" clId="{2587B58E-4F3B-47AB-B3EB-62407C9160B0}"/>
    <pc:docChg chg="custSel addSld modSld">
      <pc:chgData name="Rahul Mishra" userId="57c6469e-ac64-4888-811b-35f0aabddbad" providerId="ADAL" clId="{2587B58E-4F3B-47AB-B3EB-62407C9160B0}" dt="2025-10-26T03:15:56.692" v="17"/>
      <pc:docMkLst>
        <pc:docMk/>
      </pc:docMkLst>
      <pc:sldChg chg="addSp">
        <pc:chgData name="Rahul Mishra" userId="57c6469e-ac64-4888-811b-35f0aabddbad" providerId="ADAL" clId="{2587B58E-4F3B-47AB-B3EB-62407C9160B0}" dt="2025-10-19T02:47:38.256" v="0"/>
        <pc:sldMkLst>
          <pc:docMk/>
          <pc:sldMk cId="545609971" sldId="405"/>
        </pc:sldMkLst>
        <pc:inkChg chg="add">
          <ac:chgData name="Rahul Mishra" userId="57c6469e-ac64-4888-811b-35f0aabddbad" providerId="ADAL" clId="{2587B58E-4F3B-47AB-B3EB-62407C9160B0}" dt="2025-10-19T02:47:38.256" v="0"/>
          <ac:inkMkLst>
            <pc:docMk/>
            <pc:sldMk cId="545609971" sldId="405"/>
            <ac:inkMk id="4" creationId="{26A5B886-DBA5-53E9-22FF-08FB8D8045E6}"/>
          </ac:inkMkLst>
        </pc:inkChg>
      </pc:sldChg>
      <pc:sldChg chg="addSp">
        <pc:chgData name="Rahul Mishra" userId="57c6469e-ac64-4888-811b-35f0aabddbad" providerId="ADAL" clId="{2587B58E-4F3B-47AB-B3EB-62407C9160B0}" dt="2025-10-19T03:33:58.996" v="7"/>
        <pc:sldMkLst>
          <pc:docMk/>
          <pc:sldMk cId="1522488942" sldId="425"/>
        </pc:sldMkLst>
        <pc:inkChg chg="add">
          <ac:chgData name="Rahul Mishra" userId="57c6469e-ac64-4888-811b-35f0aabddbad" providerId="ADAL" clId="{2587B58E-4F3B-47AB-B3EB-62407C9160B0}" dt="2025-10-19T03:26:27.338" v="5"/>
          <ac:inkMkLst>
            <pc:docMk/>
            <pc:sldMk cId="1522488942" sldId="425"/>
            <ac:inkMk id="7" creationId="{DFB340CA-A475-C464-FD72-1F2D0DA70E60}"/>
          </ac:inkMkLst>
        </pc:inkChg>
        <pc:inkChg chg="add">
          <ac:chgData name="Rahul Mishra" userId="57c6469e-ac64-4888-811b-35f0aabddbad" providerId="ADAL" clId="{2587B58E-4F3B-47AB-B3EB-62407C9160B0}" dt="2025-10-19T03:33:58.996" v="7"/>
          <ac:inkMkLst>
            <pc:docMk/>
            <pc:sldMk cId="1522488942" sldId="425"/>
            <ac:inkMk id="8" creationId="{C5C6D6F5-1574-E881-2764-B5CB16E3EF62}"/>
          </ac:inkMkLst>
        </pc:inkChg>
      </pc:sldChg>
      <pc:sldChg chg="addSp">
        <pc:chgData name="Rahul Mishra" userId="57c6469e-ac64-4888-811b-35f0aabddbad" providerId="ADAL" clId="{2587B58E-4F3B-47AB-B3EB-62407C9160B0}" dt="2025-10-19T03:50:17.275" v="9"/>
        <pc:sldMkLst>
          <pc:docMk/>
          <pc:sldMk cId="3967009892" sldId="426"/>
        </pc:sldMkLst>
        <pc:inkChg chg="add">
          <ac:chgData name="Rahul Mishra" userId="57c6469e-ac64-4888-811b-35f0aabddbad" providerId="ADAL" clId="{2587B58E-4F3B-47AB-B3EB-62407C9160B0}" dt="2025-10-19T03:50:17.275" v="9"/>
          <ac:inkMkLst>
            <pc:docMk/>
            <pc:sldMk cId="3967009892" sldId="426"/>
            <ac:inkMk id="2" creationId="{6940A8BC-B90F-C51F-F2C6-A196EDCE096C}"/>
          </ac:inkMkLst>
        </pc:inkChg>
      </pc:sldChg>
      <pc:sldChg chg="addSp">
        <pc:chgData name="Rahul Mishra" userId="57c6469e-ac64-4888-811b-35f0aabddbad" providerId="ADAL" clId="{2587B58E-4F3B-47AB-B3EB-62407C9160B0}" dt="2025-10-19T03:58:43.563" v="11"/>
        <pc:sldMkLst>
          <pc:docMk/>
          <pc:sldMk cId="2992856347" sldId="427"/>
        </pc:sldMkLst>
        <pc:inkChg chg="add">
          <ac:chgData name="Rahul Mishra" userId="57c6469e-ac64-4888-811b-35f0aabddbad" providerId="ADAL" clId="{2587B58E-4F3B-47AB-B3EB-62407C9160B0}" dt="2025-10-19T03:50:17.275" v="9"/>
          <ac:inkMkLst>
            <pc:docMk/>
            <pc:sldMk cId="2992856347" sldId="427"/>
            <ac:inkMk id="13" creationId="{FD72E6DF-5A27-FF5C-07FD-5A522D642BE9}"/>
          </ac:inkMkLst>
        </pc:inkChg>
        <pc:inkChg chg="add">
          <ac:chgData name="Rahul Mishra" userId="57c6469e-ac64-4888-811b-35f0aabddbad" providerId="ADAL" clId="{2587B58E-4F3B-47AB-B3EB-62407C9160B0}" dt="2025-10-19T03:58:43.563" v="11"/>
          <ac:inkMkLst>
            <pc:docMk/>
            <pc:sldMk cId="2992856347" sldId="427"/>
            <ac:inkMk id="14" creationId="{69B85BCB-FF03-B294-3706-13F995C48E1D}"/>
          </ac:inkMkLst>
        </pc:inkChg>
      </pc:sldChg>
      <pc:sldChg chg="addSp">
        <pc:chgData name="Rahul Mishra" userId="57c6469e-ac64-4888-811b-35f0aabddbad" providerId="ADAL" clId="{2587B58E-4F3B-47AB-B3EB-62407C9160B0}" dt="2025-10-26T02:45:22.060" v="12"/>
        <pc:sldMkLst>
          <pc:docMk/>
          <pc:sldMk cId="2210711679" sldId="428"/>
        </pc:sldMkLst>
        <pc:inkChg chg="add">
          <ac:chgData name="Rahul Mishra" userId="57c6469e-ac64-4888-811b-35f0aabddbad" providerId="ADAL" clId="{2587B58E-4F3B-47AB-B3EB-62407C9160B0}" dt="2025-10-26T02:45:22.060" v="12"/>
          <ac:inkMkLst>
            <pc:docMk/>
            <pc:sldMk cId="2210711679" sldId="428"/>
            <ac:inkMk id="2" creationId="{F0F62A62-FD78-93F1-0DFE-153A02450B8D}"/>
          </ac:inkMkLst>
        </pc:inkChg>
      </pc:sldChg>
      <pc:sldChg chg="addSp">
        <pc:chgData name="Rahul Mishra" userId="57c6469e-ac64-4888-811b-35f0aabddbad" providerId="ADAL" clId="{2587B58E-4F3B-47AB-B3EB-62407C9160B0}" dt="2025-10-26T03:12:51.095" v="16"/>
        <pc:sldMkLst>
          <pc:docMk/>
          <pc:sldMk cId="1342969971" sldId="429"/>
        </pc:sldMkLst>
        <pc:inkChg chg="add">
          <ac:chgData name="Rahul Mishra" userId="57c6469e-ac64-4888-811b-35f0aabddbad" providerId="ADAL" clId="{2587B58E-4F3B-47AB-B3EB-62407C9160B0}" dt="2025-10-19T03:58:43.563" v="11"/>
          <ac:inkMkLst>
            <pc:docMk/>
            <pc:sldMk cId="1342969971" sldId="429"/>
            <ac:inkMk id="16" creationId="{71325189-2602-B41E-6842-171EE6723913}"/>
          </ac:inkMkLst>
        </pc:inkChg>
        <pc:inkChg chg="add">
          <ac:chgData name="Rahul Mishra" userId="57c6469e-ac64-4888-811b-35f0aabddbad" providerId="ADAL" clId="{2587B58E-4F3B-47AB-B3EB-62407C9160B0}" dt="2025-10-26T02:57:43.671" v="14"/>
          <ac:inkMkLst>
            <pc:docMk/>
            <pc:sldMk cId="1342969971" sldId="429"/>
            <ac:inkMk id="17" creationId="{8703C80F-B25B-0108-F9EA-22F1A3E6B055}"/>
          </ac:inkMkLst>
        </pc:inkChg>
        <pc:inkChg chg="add">
          <ac:chgData name="Rahul Mishra" userId="57c6469e-ac64-4888-811b-35f0aabddbad" providerId="ADAL" clId="{2587B58E-4F3B-47AB-B3EB-62407C9160B0}" dt="2025-10-26T03:12:51.095" v="16"/>
          <ac:inkMkLst>
            <pc:docMk/>
            <pc:sldMk cId="1342969971" sldId="429"/>
            <ac:inkMk id="18" creationId="{0C9E7FD9-3C24-E1C6-DE91-0D41C9FFEAC5}"/>
          </ac:inkMkLst>
        </pc:inkChg>
      </pc:sldChg>
      <pc:sldChg chg="addSp delSp mod">
        <pc:chgData name="Rahul Mishra" userId="57c6469e-ac64-4888-811b-35f0aabddbad" providerId="ADAL" clId="{2587B58E-4F3B-47AB-B3EB-62407C9160B0}" dt="2025-10-26T03:15:56.692" v="17"/>
        <pc:sldMkLst>
          <pc:docMk/>
          <pc:sldMk cId="4180539986" sldId="430"/>
        </pc:sldMkLst>
        <pc:inkChg chg="add del">
          <ac:chgData name="Rahul Mishra" userId="57c6469e-ac64-4888-811b-35f0aabddbad" providerId="ADAL" clId="{2587B58E-4F3B-47AB-B3EB-62407C9160B0}" dt="2025-10-26T03:06:19.272" v="15" actId="478"/>
          <ac:inkMkLst>
            <pc:docMk/>
            <pc:sldMk cId="4180539986" sldId="430"/>
            <ac:inkMk id="13" creationId="{B1394005-7F20-EA3D-B021-2856ACAE9765}"/>
          </ac:inkMkLst>
        </pc:inkChg>
        <pc:inkChg chg="add">
          <ac:chgData name="Rahul Mishra" userId="57c6469e-ac64-4888-811b-35f0aabddbad" providerId="ADAL" clId="{2587B58E-4F3B-47AB-B3EB-62407C9160B0}" dt="2025-10-26T03:12:51.095" v="16"/>
          <ac:inkMkLst>
            <pc:docMk/>
            <pc:sldMk cId="4180539986" sldId="430"/>
            <ac:inkMk id="14" creationId="{1A2E50C9-392C-278E-151F-1D74CE70D15C}"/>
          </ac:inkMkLst>
        </pc:inkChg>
        <pc:inkChg chg="add">
          <ac:chgData name="Rahul Mishra" userId="57c6469e-ac64-4888-811b-35f0aabddbad" providerId="ADAL" clId="{2587B58E-4F3B-47AB-B3EB-62407C9160B0}" dt="2025-10-26T03:15:56.692" v="17"/>
          <ac:inkMkLst>
            <pc:docMk/>
            <pc:sldMk cId="4180539986" sldId="430"/>
            <ac:inkMk id="15" creationId="{D30D74DE-22B7-10A9-44EA-479C9E74A52E}"/>
          </ac:inkMkLst>
        </pc:inkChg>
      </pc:sldChg>
      <pc:sldChg chg="addSp">
        <pc:chgData name="Rahul Mishra" userId="57c6469e-ac64-4888-811b-35f0aabddbad" providerId="ADAL" clId="{2587B58E-4F3B-47AB-B3EB-62407C9160B0}" dt="2025-10-26T03:15:56.692" v="17"/>
        <pc:sldMkLst>
          <pc:docMk/>
          <pc:sldMk cId="3193239192" sldId="431"/>
        </pc:sldMkLst>
        <pc:inkChg chg="add">
          <ac:chgData name="Rahul Mishra" userId="57c6469e-ac64-4888-811b-35f0aabddbad" providerId="ADAL" clId="{2587B58E-4F3B-47AB-B3EB-62407C9160B0}" dt="2025-10-26T02:57:43.671" v="14"/>
          <ac:inkMkLst>
            <pc:docMk/>
            <pc:sldMk cId="3193239192" sldId="431"/>
            <ac:inkMk id="13" creationId="{36CEB753-1591-7D92-AF59-C925C394EF4F}"/>
          </ac:inkMkLst>
        </pc:inkChg>
        <pc:inkChg chg="add">
          <ac:chgData name="Rahul Mishra" userId="57c6469e-ac64-4888-811b-35f0aabddbad" providerId="ADAL" clId="{2587B58E-4F3B-47AB-B3EB-62407C9160B0}" dt="2025-10-26T03:12:51.095" v="16"/>
          <ac:inkMkLst>
            <pc:docMk/>
            <pc:sldMk cId="3193239192" sldId="431"/>
            <ac:inkMk id="14" creationId="{556597E3-F2F3-5BE8-D47C-562D8EA95CE2}"/>
          </ac:inkMkLst>
        </pc:inkChg>
        <pc:inkChg chg="add">
          <ac:chgData name="Rahul Mishra" userId="57c6469e-ac64-4888-811b-35f0aabddbad" providerId="ADAL" clId="{2587B58E-4F3B-47AB-B3EB-62407C9160B0}" dt="2025-10-26T03:15:56.692" v="17"/>
          <ac:inkMkLst>
            <pc:docMk/>
            <pc:sldMk cId="3193239192" sldId="431"/>
            <ac:inkMk id="15" creationId="{13C0DE88-72E1-A5A5-8763-36BB612B67CA}"/>
          </ac:inkMkLst>
        </pc:inkChg>
      </pc:sldChg>
      <pc:sldChg chg="addSp">
        <pc:chgData name="Rahul Mishra" userId="57c6469e-ac64-4888-811b-35f0aabddbad" providerId="ADAL" clId="{2587B58E-4F3B-47AB-B3EB-62407C9160B0}" dt="2025-10-19T02:47:38.256" v="0"/>
        <pc:sldMkLst>
          <pc:docMk/>
          <pc:sldMk cId="386311936" sldId="733"/>
        </pc:sldMkLst>
        <pc:inkChg chg="add">
          <ac:chgData name="Rahul Mishra" userId="57c6469e-ac64-4888-811b-35f0aabddbad" providerId="ADAL" clId="{2587B58E-4F3B-47AB-B3EB-62407C9160B0}" dt="2025-10-19T02:47:38.256" v="0"/>
          <ac:inkMkLst>
            <pc:docMk/>
            <pc:sldMk cId="386311936" sldId="733"/>
            <ac:inkMk id="4" creationId="{1BFF8478-A709-891A-A51D-C3C835393BC2}"/>
          </ac:inkMkLst>
        </pc:inkChg>
      </pc:sldChg>
      <pc:sldChg chg="addSp">
        <pc:chgData name="Rahul Mishra" userId="57c6469e-ac64-4888-811b-35f0aabddbad" providerId="ADAL" clId="{2587B58E-4F3B-47AB-B3EB-62407C9160B0}" dt="2025-10-19T02:47:38.256" v="0"/>
        <pc:sldMkLst>
          <pc:docMk/>
          <pc:sldMk cId="568568229" sldId="734"/>
        </pc:sldMkLst>
        <pc:inkChg chg="add">
          <ac:chgData name="Rahul Mishra" userId="57c6469e-ac64-4888-811b-35f0aabddbad" providerId="ADAL" clId="{2587B58E-4F3B-47AB-B3EB-62407C9160B0}" dt="2025-10-19T02:47:38.256" v="0"/>
          <ac:inkMkLst>
            <pc:docMk/>
            <pc:sldMk cId="568568229" sldId="734"/>
            <ac:inkMk id="4" creationId="{F5800574-0F7B-4D9D-D19D-41865A9F90A3}"/>
          </ac:inkMkLst>
        </pc:inkChg>
      </pc:sldChg>
      <pc:sldChg chg="addSp">
        <pc:chgData name="Rahul Mishra" userId="57c6469e-ac64-4888-811b-35f0aabddbad" providerId="ADAL" clId="{2587B58E-4F3B-47AB-B3EB-62407C9160B0}" dt="2025-10-19T02:47:38.256" v="0"/>
        <pc:sldMkLst>
          <pc:docMk/>
          <pc:sldMk cId="1393041626" sldId="736"/>
        </pc:sldMkLst>
        <pc:inkChg chg="add">
          <ac:chgData name="Rahul Mishra" userId="57c6469e-ac64-4888-811b-35f0aabddbad" providerId="ADAL" clId="{2587B58E-4F3B-47AB-B3EB-62407C9160B0}" dt="2025-10-19T02:47:38.256" v="0"/>
          <ac:inkMkLst>
            <pc:docMk/>
            <pc:sldMk cId="1393041626" sldId="736"/>
            <ac:inkMk id="4" creationId="{3978A8CD-DF62-78EB-EA7C-855A98C5FCD2}"/>
          </ac:inkMkLst>
        </pc:inkChg>
      </pc:sldChg>
      <pc:sldChg chg="addSp">
        <pc:chgData name="Rahul Mishra" userId="57c6469e-ac64-4888-811b-35f0aabddbad" providerId="ADAL" clId="{2587B58E-4F3B-47AB-B3EB-62407C9160B0}" dt="2025-10-19T03:12:05.716" v="3"/>
        <pc:sldMkLst>
          <pc:docMk/>
          <pc:sldMk cId="1423949858" sldId="737"/>
        </pc:sldMkLst>
        <pc:inkChg chg="add">
          <ac:chgData name="Rahul Mishra" userId="57c6469e-ac64-4888-811b-35f0aabddbad" providerId="ADAL" clId="{2587B58E-4F3B-47AB-B3EB-62407C9160B0}" dt="2025-10-19T02:47:38.256" v="0"/>
          <ac:inkMkLst>
            <pc:docMk/>
            <pc:sldMk cId="1423949858" sldId="737"/>
            <ac:inkMk id="4" creationId="{C3686D3C-562D-B47D-11D5-E3A4DFC4336E}"/>
          </ac:inkMkLst>
        </pc:inkChg>
        <pc:inkChg chg="add">
          <ac:chgData name="Rahul Mishra" userId="57c6469e-ac64-4888-811b-35f0aabddbad" providerId="ADAL" clId="{2587B58E-4F3B-47AB-B3EB-62407C9160B0}" dt="2025-10-19T03:12:05.716" v="3"/>
          <ac:inkMkLst>
            <pc:docMk/>
            <pc:sldMk cId="1423949858" sldId="737"/>
            <ac:inkMk id="5" creationId="{FD12559B-8890-11C1-4B37-44E8B32954AA}"/>
          </ac:inkMkLst>
        </pc:inkChg>
      </pc:sldChg>
      <pc:sldChg chg="addSp">
        <pc:chgData name="Rahul Mishra" userId="57c6469e-ac64-4888-811b-35f0aabddbad" providerId="ADAL" clId="{2587B58E-4F3B-47AB-B3EB-62407C9160B0}" dt="2025-10-19T02:47:38.256" v="0"/>
        <pc:sldMkLst>
          <pc:docMk/>
          <pc:sldMk cId="2498461132" sldId="738"/>
        </pc:sldMkLst>
        <pc:inkChg chg="add">
          <ac:chgData name="Rahul Mishra" userId="57c6469e-ac64-4888-811b-35f0aabddbad" providerId="ADAL" clId="{2587B58E-4F3B-47AB-B3EB-62407C9160B0}" dt="2025-10-19T02:47:38.256" v="0"/>
          <ac:inkMkLst>
            <pc:docMk/>
            <pc:sldMk cId="2498461132" sldId="738"/>
            <ac:inkMk id="9" creationId="{2ACB6242-F521-5B41-E6B7-DF82582B97AB}"/>
          </ac:inkMkLst>
        </pc:inkChg>
      </pc:sldChg>
      <pc:sldChg chg="addSp">
        <pc:chgData name="Rahul Mishra" userId="57c6469e-ac64-4888-811b-35f0aabddbad" providerId="ADAL" clId="{2587B58E-4F3B-47AB-B3EB-62407C9160B0}" dt="2025-10-26T02:45:22.060" v="12"/>
        <pc:sldMkLst>
          <pc:docMk/>
          <pc:sldMk cId="3618694681" sldId="741"/>
        </pc:sldMkLst>
        <pc:inkChg chg="add">
          <ac:chgData name="Rahul Mishra" userId="57c6469e-ac64-4888-811b-35f0aabddbad" providerId="ADAL" clId="{2587B58E-4F3B-47AB-B3EB-62407C9160B0}" dt="2025-10-26T02:45:22.060" v="12"/>
          <ac:inkMkLst>
            <pc:docMk/>
            <pc:sldMk cId="3618694681" sldId="741"/>
            <ac:inkMk id="3" creationId="{EB09C145-085B-6D03-15C8-D7B47CF04136}"/>
          </ac:inkMkLst>
        </pc:inkChg>
      </pc:sldChg>
      <pc:sldChg chg="addSp new">
        <pc:chgData name="Rahul Mishra" userId="57c6469e-ac64-4888-811b-35f0aabddbad" providerId="ADAL" clId="{2587B58E-4F3B-47AB-B3EB-62407C9160B0}" dt="2025-10-19T03:12:05.716" v="3"/>
        <pc:sldMkLst>
          <pc:docMk/>
          <pc:sldMk cId="3330961696" sldId="742"/>
        </pc:sldMkLst>
        <pc:inkChg chg="add">
          <ac:chgData name="Rahul Mishra" userId="57c6469e-ac64-4888-811b-35f0aabddbad" providerId="ADAL" clId="{2587B58E-4F3B-47AB-B3EB-62407C9160B0}" dt="2025-10-19T03:12:05.716" v="3"/>
          <ac:inkMkLst>
            <pc:docMk/>
            <pc:sldMk cId="3330961696" sldId="742"/>
            <ac:inkMk id="3" creationId="{843E688D-8CCB-CBDA-C92B-DE4952F76A10}"/>
          </ac:inkMkLst>
        </pc:inkChg>
      </pc:sldChg>
      <pc:sldChg chg="addSp add">
        <pc:chgData name="Rahul Mishra" userId="57c6469e-ac64-4888-811b-35f0aabddbad" providerId="ADAL" clId="{2587B58E-4F3B-47AB-B3EB-62407C9160B0}" dt="2025-10-19T03:12:05.716" v="3"/>
        <pc:sldMkLst>
          <pc:docMk/>
          <pc:sldMk cId="3403544422" sldId="743"/>
        </pc:sldMkLst>
        <pc:inkChg chg="add">
          <ac:chgData name="Rahul Mishra" userId="57c6469e-ac64-4888-811b-35f0aabddbad" providerId="ADAL" clId="{2587B58E-4F3B-47AB-B3EB-62407C9160B0}" dt="2025-10-19T03:12:05.716" v="3"/>
          <ac:inkMkLst>
            <pc:docMk/>
            <pc:sldMk cId="3403544422" sldId="743"/>
            <ac:inkMk id="3" creationId="{CD63AD39-B1AF-3F10-74D3-990D79C08177}"/>
          </ac:inkMkLst>
        </pc:inkChg>
      </pc:sldChg>
      <pc:sldChg chg="addSp new">
        <pc:chgData name="Rahul Mishra" userId="57c6469e-ac64-4888-811b-35f0aabddbad" providerId="ADAL" clId="{2587B58E-4F3B-47AB-B3EB-62407C9160B0}" dt="2025-10-19T03:26:27.338" v="5"/>
        <pc:sldMkLst>
          <pc:docMk/>
          <pc:sldMk cId="265837227" sldId="744"/>
        </pc:sldMkLst>
        <pc:inkChg chg="add">
          <ac:chgData name="Rahul Mishra" userId="57c6469e-ac64-4888-811b-35f0aabddbad" providerId="ADAL" clId="{2587B58E-4F3B-47AB-B3EB-62407C9160B0}" dt="2025-10-19T03:26:27.338" v="5"/>
          <ac:inkMkLst>
            <pc:docMk/>
            <pc:sldMk cId="265837227" sldId="744"/>
            <ac:inkMk id="3" creationId="{3FEC6D5B-5029-58D9-E1D7-4E052EF49258}"/>
          </ac:inkMkLst>
        </pc:inkChg>
      </pc:sldChg>
      <pc:sldChg chg="addSp new">
        <pc:chgData name="Rahul Mishra" userId="57c6469e-ac64-4888-811b-35f0aabddbad" providerId="ADAL" clId="{2587B58E-4F3B-47AB-B3EB-62407C9160B0}" dt="2025-10-19T03:33:58.996" v="7"/>
        <pc:sldMkLst>
          <pc:docMk/>
          <pc:sldMk cId="3837802317" sldId="745"/>
        </pc:sldMkLst>
        <pc:inkChg chg="add">
          <ac:chgData name="Rahul Mishra" userId="57c6469e-ac64-4888-811b-35f0aabddbad" providerId="ADAL" clId="{2587B58E-4F3B-47AB-B3EB-62407C9160B0}" dt="2025-10-19T03:33:58.996" v="7"/>
          <ac:inkMkLst>
            <pc:docMk/>
            <pc:sldMk cId="3837802317" sldId="745"/>
            <ac:inkMk id="3" creationId="{C27BD47C-FCF2-9394-D258-EDA6CE12F93F}"/>
          </ac:inkMkLst>
        </pc:inkChg>
      </pc:sldChg>
      <pc:sldChg chg="addSp new">
        <pc:chgData name="Rahul Mishra" userId="57c6469e-ac64-4888-811b-35f0aabddbad" providerId="ADAL" clId="{2587B58E-4F3B-47AB-B3EB-62407C9160B0}" dt="2025-10-19T03:50:17.275" v="9"/>
        <pc:sldMkLst>
          <pc:docMk/>
          <pc:sldMk cId="1524861858" sldId="746"/>
        </pc:sldMkLst>
        <pc:inkChg chg="add">
          <ac:chgData name="Rahul Mishra" userId="57c6469e-ac64-4888-811b-35f0aabddbad" providerId="ADAL" clId="{2587B58E-4F3B-47AB-B3EB-62407C9160B0}" dt="2025-10-19T03:50:17.275" v="9"/>
          <ac:inkMkLst>
            <pc:docMk/>
            <pc:sldMk cId="1524861858" sldId="746"/>
            <ac:inkMk id="3" creationId="{23907B43-28E2-5C88-0E5F-0D02E5DEE272}"/>
          </ac:inkMkLst>
        </pc:inkChg>
      </pc:sldChg>
      <pc:sldChg chg="addSp new">
        <pc:chgData name="Rahul Mishra" userId="57c6469e-ac64-4888-811b-35f0aabddbad" providerId="ADAL" clId="{2587B58E-4F3B-47AB-B3EB-62407C9160B0}" dt="2025-10-19T03:58:43.563" v="11"/>
        <pc:sldMkLst>
          <pc:docMk/>
          <pc:sldMk cId="1742854523" sldId="747"/>
        </pc:sldMkLst>
        <pc:inkChg chg="add">
          <ac:chgData name="Rahul Mishra" userId="57c6469e-ac64-4888-811b-35f0aabddbad" providerId="ADAL" clId="{2587B58E-4F3B-47AB-B3EB-62407C9160B0}" dt="2025-10-19T03:58:43.563" v="11"/>
          <ac:inkMkLst>
            <pc:docMk/>
            <pc:sldMk cId="1742854523" sldId="747"/>
            <ac:inkMk id="3" creationId="{AB2643A1-819F-2DA1-3C7F-A6FDA16417E7}"/>
          </ac:inkMkLst>
        </pc:inkChg>
      </pc:sldChg>
      <pc:sldChg chg="addSp new">
        <pc:chgData name="Rahul Mishra" userId="57c6469e-ac64-4888-811b-35f0aabddbad" providerId="ADAL" clId="{2587B58E-4F3B-47AB-B3EB-62407C9160B0}" dt="2025-10-26T02:57:43.671" v="14"/>
        <pc:sldMkLst>
          <pc:docMk/>
          <pc:sldMk cId="3462184478" sldId="748"/>
        </pc:sldMkLst>
        <pc:inkChg chg="add">
          <ac:chgData name="Rahul Mishra" userId="57c6469e-ac64-4888-811b-35f0aabddbad" providerId="ADAL" clId="{2587B58E-4F3B-47AB-B3EB-62407C9160B0}" dt="2025-10-26T02:57:43.671" v="14"/>
          <ac:inkMkLst>
            <pc:docMk/>
            <pc:sldMk cId="3462184478" sldId="748"/>
            <ac:inkMk id="3" creationId="{BEA92FA9-C9BA-FB3D-195C-CD344F794640}"/>
          </ac:inkMkLst>
        </pc:inkChg>
      </pc:sldChg>
    </pc:docChg>
  </pc:docChgLst>
  <pc:docChgLst>
    <pc:chgData name="Rahul Mishra" userId="57c6469e-ac64-4888-811b-35f0aabddbad" providerId="ADAL" clId="{312D1C11-0546-479D-80D7-0B12BB5A28A7}"/>
    <pc:docChg chg="addSld modSld">
      <pc:chgData name="Rahul Mishra" userId="57c6469e-ac64-4888-811b-35f0aabddbad" providerId="ADAL" clId="{312D1C11-0546-479D-80D7-0B12BB5A28A7}" dt="2024-10-18T17:19:47.026" v="2"/>
      <pc:docMkLst>
        <pc:docMk/>
      </pc:docMkLst>
      <pc:sldChg chg="modSp mod">
        <pc:chgData name="Rahul Mishra" userId="57c6469e-ac64-4888-811b-35f0aabddbad" providerId="ADAL" clId="{312D1C11-0546-479D-80D7-0B12BB5A28A7}" dt="2024-10-18T17:15:42.793" v="1" actId="20577"/>
        <pc:sldMkLst>
          <pc:docMk/>
          <pc:sldMk cId="545609971" sldId="405"/>
        </pc:sldMkLst>
      </pc:sldChg>
      <pc:sldChg chg="add">
        <pc:chgData name="Rahul Mishra" userId="57c6469e-ac64-4888-811b-35f0aabddbad" providerId="ADAL" clId="{312D1C11-0546-479D-80D7-0B12BB5A28A7}" dt="2024-10-18T17:19:47.026" v="2"/>
        <pc:sldMkLst>
          <pc:docMk/>
          <pc:sldMk cId="2113216562" sldId="719"/>
        </pc:sldMkLst>
      </pc:sldChg>
      <pc:sldChg chg="add">
        <pc:chgData name="Rahul Mishra" userId="57c6469e-ac64-4888-811b-35f0aabddbad" providerId="ADAL" clId="{312D1C11-0546-479D-80D7-0B12BB5A28A7}" dt="2024-10-18T17:19:47.026" v="2"/>
        <pc:sldMkLst>
          <pc:docMk/>
          <pc:sldMk cId="848781093" sldId="720"/>
        </pc:sldMkLst>
      </pc:sldChg>
      <pc:sldChg chg="add">
        <pc:chgData name="Rahul Mishra" userId="57c6469e-ac64-4888-811b-35f0aabddbad" providerId="ADAL" clId="{312D1C11-0546-479D-80D7-0B12BB5A28A7}" dt="2024-10-18T17:19:47.026" v="2"/>
        <pc:sldMkLst>
          <pc:docMk/>
          <pc:sldMk cId="3230534890" sldId="721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19T02:37:07.3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13705 11147 3016 0,'0'0'-49'0,"0"0"43"0,0 0 45 0,0 0 51 15,0 0 46-15,0 0 30 0,0 0 24 16,-4-8 12-16,4 8 8 0,0 0-1 0,0 0-4 16,0 0-12-16,0 0-2 0,0 0-12 15,0 0-10-15,0 0-11 0,0 0-13 0,-4-7-6 16,4 7-17-16,0 0-15 0,0 0-7 15,0 0-1-15,0 0 27 0,0 0 8 16,0 0 4-16,0 29 2 0,0-18 6 0,2 5 4 16,-4 1 0-16,2 4-4 0,-1 1-8 15,-1 2-5-15,-2 0-8 0,2 1-8 16,-2-2-8-16,-1 9-11 0,0-5-11 16,3-8-10-16,1-2-8 0,-1-2-7 0,-2-1-26 15,2-2-36-15,0-2 0 0,2-2 0 16,-1-1 0-16,1-1 0 0,0-6 0 0,0 0 0 15,0 0 0-15,0 0 0 0,1-23 0 16,3 3 0-16,8-13 0 0,-3-3 0 0,6-9 0 16,4 2 0-16,-6 11 0 0,3 1 0 15,-3 4 0-15,-3 4 0 0,-2 5 0 0,-3 6 0 16,1 1 0-16,-3 1 0 0,2 2 0 16,1 2 0-16,-6 6 0 0,9-3 0 0,-9 3 0 15,0 0 0-15,25 12 0 16,-16-3 0-16,3 3 0 0,-1 1 0 0,-2 3 0 15,3-1 0-15,-4-3 0 0,-1 2 0 16,0-1 0-16,0-1 0 0,-1-2 0 0,-3-1 0 16,1-2 0-16,0 1 0 0,-3-4 0 15,5 1 0-15,-6-5 0 0,6 7 0 0,-6-7 0 16,0 0 0-16,0 0 0 0,17-22 0 16,-8 1 0-16,5-8 0 0,7-9 0 15,2-3 0-15,-2 3 0 0,-2 9 0 16,0 0 0-16,0 3 0 0,-4 9 0 0,-1 3 0 15,-5 4 0-15,3 3 0 0,-1 4 0 16,2 3 0-16,-13 0 0 0,23 10 0 16,-9 6 0-16,3 6 0 0,-4 6 0 0,2 1 0 15,1 4 0-15,1 0 0 0,-2 0 0 16,-2 1 0-16,-2-1 0 0,-1-2 0 0,2-4 0 16,-5-5 0-16,-1-5 0 0,0-2 0 15,-1-6 0-15,-3 2 0 0,4-2 0 0,-2-2 0 16,-3-3 0-16,1-1 0 0,-2-3 0 15,0 0 0-15,0 0 0 0,0 0 0 0,0 0-84 16,0 0-170-16,0 0-84 0,20-9-97 16,-20 9-101-16,0 0-108 0,0 0-176 15,0-8 71-15,0 8 82 0,0 0-579 16,0 0-708-16</inkml:trace>
  <inkml:trace contextRef="#ctx0" brushRef="#br0" timeOffset="299.5">14789 11215 3801 0,'-13'-6'191'0,"3"2"29"16,5 2 49-16,5 2 47 0,-11-5 22 16,11 5 19-16,-10-4-3 0,10 4-5 15,0 0-21-15,0 0-35 0,0 0-19 0,0 0-17 16,0 0-23-16,0 0-22 0,0 0-14 15,0 0-22-15,24 16-152 0,-6-12-24 16,3-1 0-16,1 1 0 0,5-3 0 0,-2 0 0 16,-2-1 0-16,0 0 0 0,-2-1 0 15,-2 0 0-15,0-1-222 0,-6 0-96 0,0 0-78 16,-1 1-70-16,1-3-68 0,-3 3-73 16,0-1-111-16,-10 2-18 0,14-4 85 0,-14 4-554 15,12 0-669-15</inkml:trace>
  <inkml:trace contextRef="#ctx0" brushRef="#br0" timeOffset="782.59">15442 11087 3598 0,'-11'-7'93'0,"11"7"27"16,0 0 41-16,0 0 32 0,-18 7 23 0,10-1 15 15,2 1 4-15,2 3-1 0,-3 2-26 16,3 2-18-16,2 1-18 0,-3-1-16 0,5 1-17 16,-3-3-13-16,3 1-6 0,0-1-14 15,0-1-12-15,3-1 1 0,-1 0-17 16,0-1-7-16,-1-2-10 0,5-2-2 16,0 1-11-16,-1-4-9 0,-5-2 3 0,16 2-15 15,-16-2 0-15,16 0-3 0,-16 0-3 16,14-2-9-16,-14 2 1 0,13 0-3 0,-13 0-2 15,12-2-13-15,-12 2 10 0,11 4 0 16,-11-4 1-16,13 5-3 0,-3-3 0 16,-4 4-1-16,1-4 6 0,5 2-5 0,-1-1-2 15,-1 0 6-15,2 1-5 0,-3-1 1 16,4-3-11-16,1 0 0 0,-1 0 3 0,2-1 2 16,-2-3 2-16,-1 2 3 0,1-2 9 15,-2-2 1-15,1 1 9 0,-1 0 20 16,-1-4 0-16,-2 2 3 0,1-1-1 15,0-2-11-15,0-4-1 0,0-1-14 0,0-5-14 16,1-1-20-16,3-6-29 0,0 7-36 16,-3 3-39-16,2 1-40 0,-5 3-50 0,-1 2-58 15,0 2-59-15,-1 0-52 0,1 2-73 16,-2 0-92-16,-1 2-151 0,1 1 58 0,-4 4-517 16,8-8-622-16</inkml:trace>
  <inkml:trace contextRef="#ctx0" brushRef="#br0" timeOffset="1199.47">16001 11087 3270 0,'0'0'136'16,"0"0"48"-16,8-16 40 0,-8 16 32 0,0 0 30 16,0 0 19-16,8-4 13 0,-8 4-8 15,0 0-6-15,0 0-11 0,13 18-14 0,-7-10-7 16,-5 4-27-16,1 1-18 0,0 4-7 15,-2-4-25-15,0 4-3 0,0-2-10 0,-4 2-15 16,3-3-15-16,-5 3-10 0,1-2-110 16,-3-1-32-16,0-3 0 0,-1 2 0 15,-1-5 0-15,3 1 0 0,-1-6 0 16,0-1 0-16,8-2 0 0,0 0 0 0,-13-11 0 16,12-2 0-16,1-1-7 0,3-8-157 15,6-7 12-15,2 0 5 0,2 1 11 0,-4 10 13 16,0 1 20-16,-1 5 19 0,-4 0 23 15,3 4 15-15,1 1 22 0,-3 2 21 16,2 2 6-16,-7 3 15 0,13 0 5 0,-13 0 2 16,15 6 1-16,-9-2 0 0,1 4-7 15,4-4-8-15,0 6 1 0,-2-3-5 0,2 4 12 16,5 0-6-16,-2 0-7 0,8-1-19 16,-5 1-19-16,4-3-35 0,-4-2-66 15,0 2-107-15,-3-1-135 0,-1-3-136 16,-1 2-165-16,0-2-86 0,1 2 72 0,-4 3-619 15,2-1-768-15</inkml:trace>
  <inkml:trace contextRef="#ctx0" brushRef="#br0" timeOffset="1466.2">16819 10924 3916 0,'-2'-17'120'0,"0"3"52"16,2 3 38-16,-1 3 22 0,-1 2 15 15,2 6 38-15,0 0 22 0,0 0 11 16,-16 22-7-16,5 7-4 0,0 5-14 0,-7 16-16 16,2-1-32-16,-2 6-21 0,-1 2-27 15,-2 2-19-15,-2 4-19 0,0 1-14 0,-2-4-97 16,2-2-48-16,3-4 0 0,-1-3 0 16,-3-1 0-16,8-5 0 0,0-10 0 0,1-4 0 15,3-6-188-15,3-4-91 0,4-7-78 16,-1-1-90-16,-1-6-80 0,4-2-103 15,-1-3-143-15,4-2 42 0,0 0 72 0,0 0-565 16,0-28-688-16</inkml:trace>
  <inkml:trace contextRef="#ctx0" brushRef="#br0" timeOffset="1633.83">16547 11046 3508 0,'-4'-16'103'15,"0"8"42"-15,2-1 45 0,0 4 23 0,2 5 9 16,-5-11 0-16,5 11-8 0,0 0-8 15,0 0-19-15,0 0-16 0,0 0-21 0,0 0-24 16,-8 25-43-16,9-12-53 0,1 2-75 16,3-1-93-16,0 2-117 0,-3 1-124 0,6 4-152 15,-5-4-142-15,-3-1 66 0,0 4-462 16,0-1-540-16</inkml:trace>
  <inkml:trace contextRef="#ctx0" brushRef="#br0" timeOffset="2232.77">17688 11168 2904 0,'-8'3'-3'0,"3"0"42"0,5-3 47 15,-8 4 46-15,8-4 30 0,0 0 8 16,0 0-14-16,0 0-11 0,20-19-1 0,5 3-3 16,22-11-3-16,10 0-10 0,25-11-13 15,11 2-9-15,4-2-12 0,11 4-10 0,3 0-9 16,2-3-10-16,-5 4-24 0,-1 4-19 16,-13-1-11-16,-24 10-20 0,-7 0-28 15,-10 5-21-15,-15 3-12 0,-6 2-8 16,-7 3-3-16,-5 0-23 0,-7 0-25 0,-5 4-28 15,-1-2-46-15,-3 3-66 0,-4 2-73 16,0 0-114-16,0 0-71 0,0 0 51 0,-27 7-191 16,6 3-161-16</inkml:trace>
  <inkml:trace contextRef="#ctx0" brushRef="#br0" timeOffset="2698.54">17617 11008 2023 0,'0'-12'112'0,"-2"2"-5"0,2 1 9 15,-1 0 26-15,1 3 43 0,0 6 18 16,-2-10 9-16,2 4-4 0,0 6-18 16,2-8-22-16,-2 8-15 0,1-8-12 0,-1 8-1 15,0 0 9-15,0 0 16 0,33 20 5 16,-8 4 4-16,7 10-8 0,9 5-14 16,11 16-12-16,11 4-13 0,6 2-11 0,2 3-18 15,-1 0-6-15,-1-2-13 0,1 2-2 16,-1 0-11-16,-3 1-5 0,4-6-10 15,-6-1 0-15,-1 0-4 0,-6-4-5 0,-13-16-5 16,-6-4-1-16,-8-5-7 0,-3-10 3 16,-10-1-11-16,-4-9 2 0,-2 3-2 0,-2-6 0 15,-4 3 1-15,3-5 2 0,-2 0-4 16,0 2-4-16,-6-6-20 0,5 3-26 16,-5-3-38-16,0 0-45 0,0 0-58 0,0 0-82 15,0 0-85-15,0 0-89 0,0 0-117 16,0 0-133-16,0 0 69 0,0 0-478 15,-2-15-556-15</inkml:trace>
  <inkml:trace contextRef="#ctx0" brushRef="#br0" timeOffset="4050.69">19708 10320 2857 0,'2'-6'-47'0,"1"1"38"16,-3 5 34-16,5-10 46 0,-1 8 54 15,-4 2 41-15,2-10 28 0,-1 5 16 0,-1 5 10 16,4-6-3-16,-4 6-14 0,4-8-20 16,-4 8-16-16,0 0-18 0,0 0 13 0,0 0-2 15,0 0-9-15,2 26-19 0,-8-9-1 16,2 6-9-16,-3 10-3 0,1-1 0 0,-4-1-16 15,5 0-1-15,-3-7-10 0,4-2-8 16,-4-2-5-16,3 0-8 0,-2-2-4 0,1-3-8 16,-1-1-6-16,2 1-9 0,-1-5-25 15,5-1-24-15,-3-1-42 0,0-1-52 16,2 0-69-16,2-7-104 0,-3 3-92 16,3-3-101-16,0 0-128 0,0 0-103 0,-5-23 73 15,7 12-489-15,1-9-580 0</inkml:trace>
  <inkml:trace contextRef="#ctx0" brushRef="#br0" timeOffset="4248.45">19611 10270 3124 0,'-6'-6'70'0,"3"0"41"16,1 1 39-16,2 5 32 0,-4-8 9 15,4 8-9-15,4-12-9 0,0 5-14 0,1 0-14 0,8-2-16 16,6-1-17-16,3 3-15 15,0 4-38-15,3-2-47 0,2 1-64 0,-2-1-73 16,-1 4-85-16,3 1-90 0,-5 1-99 16,3 4-141-16,-3-1-23 0,-8 1 61 0,4 5-248 15,-7 4-241-15</inkml:trace>
  <inkml:trace contextRef="#ctx0" brushRef="#br0" timeOffset="4432.46">19409 10793 2442 0,'-23'9'214'0,"8"-1"12"0,2-4 10 16,3 1 21-16,0-2 10 0,7-1-2 15,3-2-17-15,-10 3-14 0,10-3-24 0,0 0-23 16,0 0-14-16,0 0-22 0,33 6-43 16,-17-8-61-16,8 0-78 0,10-5-96 0,5 3-108 15,4-2-115-15,-2-1-128 0,6 0-152 16,-6-1 53-16,1 1-388 0,-3 0-443 0</inkml:trace>
  <inkml:trace contextRef="#ctx0" brushRef="#br0" timeOffset="4815.92">19952 10692 2744 0,'0'0'64'0,"0"-8"42"16,0 8 51-16,0 0 30 0,0 0 15 15,-2-7 7-15,2 7 24 0,0 0 13 0,0 0 5 16,0 0-9-16,0 0-18 0,0 0-10 15,-2 31-10-15,0-21-12 0,2 0-10 0,-2 2-4 16,2 0 4-16,-3 0 0 0,-1 0-12 16,0 1-10-16,-2-2-12 0,0-1-13 0,4 2-27 15,-1-5-9-15,-1 0-4 0,4-7-12 16,-2 11-2-16,2-11-4 0,0 0-12 0,0 0-9 16,0 0-15-16,0 0-17 15,23-31-15-15,-8 8-12 0,6 1-11 0,1 0-12 16,-4 0-2-16,0 6-1 0,-5 4 1 15,-1 2 4-15,-1 2 1 0,-2 2 3 0,-2 3-3 16,3 0-9-16,-10 3 18 0,15 3-4 16,-15-3 6-16,14 10 4 0,-5-3-7 0,-3 2 10 15,-1 1-10-15,0 0-5 0,2 2-14 16,-3 0-24-16,2-2-32 0,-3 2-44 0,1-1-53 16,1-1-75-16,-2 2-83 0,-1-2-71 15,2-3-81-15,0 1-105 0,-3-3-86 16,7 1 63-16,2-4-482 0,5-1-577 15</inkml:trace>
  <inkml:trace contextRef="#ctx0" brushRef="#br0" timeOffset="5165.39">20579 10556 2905 0,'4'-9'-35'0,"-2"1"55"16,-1-2 46-16,-1 5 46 0,0-1 30 0,0 6 17 15,-1-8 5-15,1 8-4 0,0 0-17 16,-8-6-7-16,8 6-7 0,0 0-4 0,0 0-7 15,-27 10-9-15,18-5-9 0,-1 5-12 16,1 0-7-16,0 2-11 0,0 1-9 0,6 1-5 16,-1-2-8-16,0-1-1 15,4 3-8-15,0-1-1 0,4 2-5 0,-2-1 0 16,1-2 10-16,2 5 20 0,1-2 20 16,-3-1 21-16,-1 1 15 0,4-3 16 0,-4 0 32 15,-1 1 19-15,-1-4 30 0,2 2 5 16,-2-1 1-16,-2-2-8 0,1 3-9 0,-3-1-18 15,-2-1-17-15,1 1-18 0,-4-4-15 16,0 0-14-16,2-1-20 0,-2-2-27 0,9-3-30 16,-20 3-31-16,20-3-46 0,-21-4-66 15,10-1-74-15,2-3-72 0,-2-4-97 16,2-8-105-16,4-2-116 0,3 0-137 16,-2-2-95-16,8 0 84 0,3-4-667 0,10 3-830 15</inkml:trace>
  <inkml:trace contextRef="#ctx0" brushRef="#br0" timeOffset="5831.14">20979 10657 3704 0,'11'0'-19'0,"-11"0"63"0,0 0 61 16,0 0 39-16,0 0 24 0,0 0 21 15,0 0 9-15,0 0 6 0,0 0-15 0,16-4-14 16,-16 4-16-16,0 0-13 0,13-1-16 15,-13 1-10-15,10-4-12 0,-4 2-11 0,-6 2-11 16,11-3-6-16,-11 3-7 16,8-5-9-16,-8 5 4 0,7-8 2 0,-7 8 11 15,0 0-12-15,0-7 3 0,0 7-11 16,0 0-8-16,-14-8-9 0,14 8 4 0,0 0-10 16,-30 6-5-16,15-1-4 0,0-1 0 15,-4 5-11-15,1 2 1 0,2 0-6 0,-4 2 4 16,8 0-4-16,-2 1 2 0,4 0-5 15,5-1 0-15,-2 1-3 0,4 0 0 16,3-1-7-16,3-1-9 0,4 0 12 0,0 0-4 16,4-3-2-16,3-1-1 0,7 1-9 15,-4-4-6-15,4-2 1 0,0-3 0 16,0 3 2-16,0-6 2 0,-1 3 4 0,4-6 2 16,-1 0 5-16,-5 1 6 0,2-5 5 15,-3 0 6-15,-2-3-3 0,6-9 0 0,-1-3-2 16,-6 0-6-16,2 0 1 0,-3-2 0 15,-4 6-2-15,-3 3-8 0,-2 2 1 16,-2 3-8-16,2 1-7 0,-4 3 1 0,-2 1 2 16,0 0-3-16,2 8 0 0,-3-9 2 15,3 9 3-15,-9-4 1 0,9 4 5 16,0 0 0-16,-5-2 1 0,5 2 0 16,0 0 2-16,0 0 4 0,0 0-2 0,0 0 3 15,30-2-9-15,-14 2 12 0,0 0-3 16,0 0 1-16,1 0 9 0,-1 2 15 0,-2 0 15 15,4 2 8-15,-3 0 16 0,-1 3 9 16,-3-1 10-16,-2 6 4 0,-3-1 0 0,2-1-9 16,-5 4-7-16,1-3-7 0,0 3-4 15,-4 1-8-15,0-2-7 0,0 1-1 0,-2 0-11 16,2 0-12-16,-4-1-17 0,2-1-26 16,1 0-31-16,-3 1-37 0,-2-4-54 0,4 3-69 15,-2 0-93-15,-2-3-109 0,3 1-104 16,-1 0-163-16,0 3-66 0,4-5 70 0,4 0-610 15,1-2-748-15</inkml:trace>
  <inkml:trace contextRef="#ctx0" brushRef="#br0" timeOffset="6415.24">22498 9765 3455 0,'-6'-25'-23'0,"5"3"55"0,-1 5 53 0,-2 3 48 15,2 4 24-15,0 1 8 0,1 3-11 16,-2 2-4-16,3 4 31 0,0 0 13 16,-22 27-5-16,4 6-10 0,-3 16-14 0,0 9-13 15,0 7-10-15,-6 21-4 0,2 1 17 16,1 4 15-16,-1 2-12 0,1-2-12 16,0-8-14-16,8-17-14 0,-4-2-11 15,3-5-16-15,-2-4-19 0,4-5 1 0,0-5-10 16,3-12-5-16,1-4-10 0,2-6-4 15,3-6 2-15,-1-3-7 0,6 0-8 0,-3-7-21 16,0-1-23-16,2-2-31 0,2-4-30 16,0 0-28-16,0 0-26 0,0 0-22 0,0 0-16 15,2-27-9-15,0 15-7 0,0-5-1 16,-4-1-2-16,-2-1 1 0,1-2 17 16,-11-8 16-16,-3 4 11 0,-4 1 17 15,-2 3 11-15,-6 6 32 0,3 1 30 0,1 7 28 16,1 2 30-16,0 2 26 0,1 1 31 15,3 2 25-15,1 0 14 0,4 0-1 0,1 0 4 16,5 0 0-16,9 0 11 0,-18 2 15 16,18-2 4-16,0 0 1 0,0 0-14 0,0 0-10 15,0 0-13-15,54-4-17 0,-18-4-4 16,4 0-33-16,2 1-13 0,0-2-18 0,0 0-10 16,-4 1-11-16,-2-1-2 0,-7 3-3 15,-6 2 1-15,-7 2 4 0,2 0-3 0,-7 2 4 16,3 4 1-16,-5 0 17 15,0 7 2-15,0-1-5 0,-4 4 9 0,1 1-6 16,-4 1 1-16,-1 3-1 0,-1-2-1 16,-1 2 0-16,1 0-8 0,-4-1-18 0,0 3-26 15,0-4-33-15,1 3-40 0,-6-4-53 16,2 1-79-16,2-1-77 0,-3-4-85 0,2 0-109 16,-2-3-178-16,3 1 69 0,5-6 62 15,0-4-406-15,-2 5-446 0</inkml:trace>
  <inkml:trace contextRef="#ctx0" brushRef="#br0" timeOffset="6581.64">22394 10468 2527 0,'1'-14'57'0,"-1"4"86"0,0 1 48 16,0 2 34-16,-1 0 9 0,1 7-5 16,0-6-24-16,0 6-26 0,0 0-31 15,0-9-52-15,0 9-68 0,0 0-105 0,0 0-131 16,0 0-131-16,0 0-205 0,26 14 5 15,-15-4 62-15,-3 2-230 0,-1 7-200 16</inkml:trace>
  <inkml:trace contextRef="#ctx0" brushRef="#br0" timeOffset="7300.5">22778 10703 2253 0,'-8'-11'216'0,"1"3"26"16,0 1 33-16,-2 2 32 0,2 1 14 0,7 4-3 16,-17 0-3-16,17 0-2 0,-25 11-24 15,8-1-20-15,2 4-23 0,-4 6-24 0,6-1-20 16,-5 3-12-16,9-1-18 0,1-1-14 16,0-1-14-16,5 2-13 0,1-4-11 0,0 1-17 15,2-1 1-15,2 1-14 0,0-1-5 16,-1-1-9-16,5-1 3 0,0-4-1 15,2-4-7-15,-3 1-7 0,6-3-4 16,0-2-6-16,2-3-5 0,-13 0-5 0,24-4-4 16,-9-3-1-16,3-4-7 0,5-6-3 15,-5-3-5-15,0-3-6 0,0-2 1 0,-4-1-6 16,-3-2 3-16,0 2-3 0,-8 5-5 16,1-1 4-16,-4 1-2 0,-2-2-10 0,-2 3 7 15,-3-1 1-15,-1 2 7 0,-3 4 4 16,-3 1 5-16,1 6 1 0,-3 1-1 0,-1 3-3 15,5 3-2-15,-6 2-2 0,0 5 0 16,4 3-3-16,-6 1-7 0,5 5 3 0,3 2-4 16,1-2 3-16,6 1-4 0,1-1 4 15,4-1-7-15,4 0-2 0,0 0 0 16,3-3 0-16,5-1 0 0,1 2 0 16,4-5 0-16,2 0 0 0,0-2 0 0,3-3 0 15,-2-2 0-15,-1-2 0 0,4 0 0 16,-1-1 0-16,2-2 0 0,1-1 0 0,-11 3 0 15,6-3 0-15,-5 0 0 0,-2 3 0 16,-2 0 0-16,1 1 0 0,-12 2 0 0,23 0 0 16,-23 0 0-16,17 7 0 0,-6-2 0 15,-1 3 0-15,-2 1 0 0,-1 1 0 0,3 2 0 16,-2 3 0-16,-3-3 0 0,3-2 0 16,-5-3 0-16,8 3 0 0,-8-2 0 15,6-2 0-15,-1-1 0 0,0-3 0 0,3 2 0 16,0-2 0-16,3-2 0 0,-1-2 0 15,7 0 0-15,-4-2 0 0,0 0 0 16,0-1 0-16,-2-1 0 0,-1 4 0 0,-1 0 0 16,-1-2 0-16,-1 2 0 0,-10 2 0 15,14-1 0-15,-14 1 0 0,11-3 0 0,-11 3 0 16,0 0-60-16,13 0-407 0,-13 0-87 16,8 4-113-16,-8-4-187 0,0 0 64 0,0 0 93 15,5 8-698-15,-5-8-848 0</inkml:trace>
  <inkml:trace contextRef="#ctx0" brushRef="#br0" timeOffset="7915.19">19199 11985 4023 0,'8'-13'99'0,"1"3"25"16,-3 0 17-16,-1 5 16 0,-3 1 9 16,5-2-9-16,-7 6-13 0,0 0 35 0,0 0 22 15,9 17 7-15,-5-1 0 0,-4 3-18 16,2 3-18-16,-2 4-11 0,0 1-22 15,-4 9-12-15,2-5-11 0,-2 1-13 16,1-3-9-16,-1-5-18 0,-3 1-19 0,4-4-40 16,-3-3-35-16,3-1-39 0,1-3-47 15,-2-3-58-15,2-1-76 0,0-3-85 0,2-4-95 16,0-3-88-16,0 0-98 0,0 0-90 16,11-20 57-16,-1 3-485 0,5-9-590 15</inkml:trace>
  <inkml:trace contextRef="#ctx0" brushRef="#br0" timeOffset="8167.86">19444 11794 3149 0,'3'-6'44'16,"-3"-2"28"-16,0 8 16 0,0 0 34 15,10-2 29-15,-10 2 28 0,0 0 12 16,17 12 5-16,-8 0 0 0,3 5-1 0,5 14 5 16,3 8 23-16,-4 7-8 0,-1-1-12 15,-5-6-13-15,-3 1-15 0,-7 1 1 0,0 0-2 16,-1-1-8-16,-9-3-3 0,-2 1-12 15,-1-1-10-15,-2-4-9 0,-4 0-15 0,4-4-14 16,-4-1-10-16,1-6-6 0,4-3-16 16,2-7-29-16,1-4-36 0,-5 0-41 15,5-7-56-15,0 0-62 0,-3-3-87 0,1-4-105 16,-3-6-112-16,-7-7-123 0,8 2-193 16,1-7 65-16,3 3 79 0,8 3-527 0,-3 1-624 15</inkml:trace>
  <inkml:trace contextRef="#ctx0" brushRef="#br0" timeOffset="8582.79">19857 12334 3266 0,'5'3'59'16,"4"-1"33"-16,-9-2 50 0,5 3 48 0,-5-3 33 15,7 4 12-15,-7-4 1 0,0 0 0 16,0 0-8-16,16 2-15 0,-16-2-15 0,17 0-18 15,-17 0-22-15,17-2-16 16,-17 2-12-16,15-4-16 0,-6 1-12 0,3-1-6 16,-4-3-19-16,-1 1-9 0,3-1-15 15,-2-3-10-15,-5 2-7 0,5-2-18 0,-5-4-9 16,-1 3-10-16,-2-1-10 0,0-1-10 16,-2 1-16-16,-3-1-8 0,-2 2-13 15,-3 2-7-15,-4 1 0 0,0 3 2 0,0 3 6 16,-3 4 4-16,1 1 7 0,0 2 3 15,-4 2 8-15,3 5 2 0,0 3 15 0,-2 7 4 16,0 1 17-16,6 4 10 0,3-3 6 16,5-4 1-16,-2 2 2 0,7 2 3 0,3-3 0 15,3 1-2-15,-1 0 3 16,4-5-7-16,2 1-2 0,-2-3 2 0,4 1-2 16,1-5-12-16,0-1-19 0,0-4-29 15,3 0-42-15,0-3-57 0,0-3-78 0,4-3-92 16,2-3-93-16,8-8-102 0,-1-1-160 15,-1-5 61-15,0-1-459 0,-4-4-537 0</inkml:trace>
  <inkml:trace contextRef="#ctx0" brushRef="#br0" timeOffset="8831.58">20586 11640 3191 0,'0'0'141'0,"0"0"30"15,0 0 43-15,0 0 43 0,-18 28 27 16,4 0 42-16,1 4 20 0,-1 15 0 0,-2 1-20 16,-2 8-26-16,3 2-31 0,2-2-27 15,0 2-24-15,-1-4-21 0,1 1-22 0,-1-1-21 16,3-4-14-16,2-1-26 0,-2-11-37 16,0 1-34-16,2-5-44 0,1-5-47 0,0-3-62 15,3-7-64-15,-1-3-75 0,1-3-100 16,1-3-111-16,-1-2-134 0,5-6-187 0,0-2 77 15,0 0 71-15,0 0-533 16,0 0-632-16</inkml:trace>
  <inkml:trace contextRef="#ctx0" brushRef="#br0" timeOffset="9231.68">20796 12363 3509 0,'0'0'174'0,"0"0"21"0,-11-2 28 15,11 2 28-15,0 0 30 0,0 0 2 0,-12-4 0 16,12 4-11-16,0 0-15 0,0 0-19 16,0 0-26-16,0 0-21 0,0 0-17 0,0 0-19 15,0 0-17-15,34-6-21 16,-24 2-25-16,3-1-23 0,-2 0-16 0,0 2-17 16,0-3-8-16,-1 0-12 0,-3-3-10 15,1 1-6-15,1-4-8 0,-3 2-4 0,-4 0-2 16,2 1-9-16,-2-1-7 0,-6 3 3 15,0-3-4-15,-4 3 1 0,-5 0 4 0,-1 6 8 16,0 0-4-16,-8 2 1 0,-3 2 4 16,-5 7-2-16,-1 2 4 0,5 5 6 0,2 1 2 15,0 3 9-15,7 2 5 0,0 5 7 16,3 0 9-16,3 1 7 0,6-6 1 16,-1 1 6-16,6-5 2 0,0 2-9 0,4 2 5 15,1-3-9-15,3-1-2 0,2-3-21 16,3-1-39-16,6-5-38 0,0 0-67 15,4-4-80-15,4-3-107 0,12 2-40 0,4-5-47 16,0-3-71-16,13-6-100 0,-4-7-93 16,-5-2 51-16,3-10-482 0,-7-2-579 0</inkml:trace>
  <inkml:trace contextRef="#ctx0" brushRef="#br0" timeOffset="9764.12">21610 11670 3327 0,'-2'-12'125'15,"0"5"35"-15,1 0 38 16,1 7 35-16,-6-9 24 0,6 9 22 0,0 0 24 16,0 0 28-16,-29 29-15 0,14-4-20 15,-2 8-23-15,0 13-17 0,-5 8-3 0,-1 6-4 16,3-1-19-16,-3 3-19 0,1-2-24 16,2-2-17-16,4-2-18 0,0-3-12 0,-2 0-18 15,4-4-13-15,1-12-95 0,2-4-14 16,1-2 0-16,3-9 0 0,-1-5 0 0,3-3 0 15,1-4 0-15,1 0 0 0,-2-2 0 16,1-4 0-16,4-4 0 0,0 0 0 16,-11 0-8-16,11 0-119 0,-7-17-12 15,0 7-7-15,2-2 3 0,-1-2 6 0,-1 4 9 16,-1 1 14-16,2-1 14 0,-1 2 9 16,-1-1 13-16,4 4 13 0,1 0 20 0,-4 1 19 15,7 4 14-15,-5-8 15 0,5 8 16 16,0 0 13-16,-6-7 10 0,6 7 5 15,0 0 1-15,0 0-6 0,25-8-2 0,-5 2-4 16,2-1 1-16,8-5-9 0,4 2 3 16,3-2-3-16,-4 3 4 0,-9 3 10 0,-7 1 8 15,3 1 5-15,-7 1 9 0,0 0 5 16,-13 3 10-16,19 5 18 0,-7 0 9 16,-5 2 4-16,1 3-2 0,-5 2-4 15,3 1-94-15,-4 5-10 0,-2-1 0 0,0 2 0 16,-2-1 0-16,-2 4 0 0,1 2 0 15,1-8 0-15,-4 5 0 0,3-6 0 0,-1 1 0 16,-3-3 0-16,5-3 0 0,-1 0-58 16,1-2-282-16,-4-1-102 0,6-5-102 0,0-2-106 15,0 0-151-15,0 0 33 0,0 0 91 16,0 0-653-16,4-27-787 0</inkml:trace>
  <inkml:trace contextRef="#ctx0" brushRef="#br0" timeOffset="9914.29">21739 12112 3658 0,'2'-12'76'0,"0"2"71"16,-2 3 56-16,0 0 38 0,0 7 30 16,2-10 15-16,-2 10-14 0,2-7-20 0,-2 7-36 15,0 0-21-15,0-8-57 0,0 8-72 16,0 0-94-16,0-5-115 0,0 5-152 16,0 0-164-16,0 0-244 0,0 0 35 0,0 0 71 15,8 25-467-15,-2-10-536 0</inkml:trace>
  <inkml:trace contextRef="#ctx0" brushRef="#br0" timeOffset="10598.12">22062 12351 3351 0,'-18'-4'242'0,"2"3"5"0,-4 1 30 0,3 1 32 15,-5 3 25-15,-11 8 4 0,3 1-3 16,1 3-12-16,4 1-18 0,4 3-22 0,2 1-24 16,7 1-24-16,3-3-24 0,4 4-21 15,3-4-15-15,4 1-20 0,1 1-17 0,3-2-20 16,-1 3-27-16,7-5-26 16,1-2-28-16,-2-1-25 0,9-4-22 0,-3-3-23 15,2-2-21-15,0-3-6 0,4-4-3 16,0-1 8-16,2-4 3 0,3-5 5 0,3-3 9 15,-5-5 5-15,-1-1-1 0,-1-2 3 16,-4-3 5-16,-3-1 12 0,0 2-1 0,-5-2 12 16,-3 5 12-16,-3 1 6 0,-4 6 1 15,-1 1-1-15,-2 1 1 0,-1 1-4 0,-6-2 4 16,1 2 5-16,-3 4 8 0,-1-1 3 16,-2 4 11-16,-1 1 0 0,3 2 10 0,-5 2-3 15,16 0 0-15,-29 6 1 0,18-1-3 16,0 0 0-16,-3 1 0 0,5 1-2 0,4-1 5 15,-2 1-34-15,5 0-17 16,2 0 0-16,2-1 0 0,5 1 0 0,2 0 0 16,0-2 0-16,7 0 0 0,-1-1 0 15,2-3 0-15,2-1 0 0,0 0 0 0,2-1 0 16,0-1 0-16,-2 0 0 0,0-1 0 16,2 1 0-16,-5 2 0 0,-4-2 0 15,-12 2 0-15,25 2 0 0,-13 2 0 0,-1 1 0 16,-1 1 0-16,0 3 0 0,-3-2 0 15,1 5 0-15,-3-4 0 0,4 5 0 0,-2-3 0 16,0 0 0-16,1 3 0 0,2-5 0 16,-3 1 0-16,4-1 0 0,1-2 0 15,-1 0 0-15,2-2 0 0,3-2 0 16,1 2 0-16,-3-2 0 0,-2-1 0 0,2 1 0 16,-3 0 0-16,-11-2 0 0,22 0 0 15,-15 2 0-15,-7-2 0 0,14 2 0 0,-14-2 0 16,9 0 0-16,-9 0 0 0,9 2 0 15,-9-2 0-15,0 0 0 0,8 4 0 0,-8-4-622 16,0 0-363-16,-2 8 104 0,2-8 84 16,0 0-872-16,-11 8-1104 0</inkml:trace>
  <inkml:trace contextRef="#ctx0" brushRef="#br0" timeOffset="12349.95">15167 12138 1566 0,'9'-23'405'15,"-5"2"-171"-15,2 5-40 0,-4 2 12 0,-1 4-28 16,1 0-54-16,-2 3-37 0,0 7-6 15,0 0 26-15,0 0 47 0,-24 43 9 0,1 5 7 16,-2 8 0-16,-5 24-3 0,-3 7-12 16,1 2-16-16,3 0-12 0,3-1-11 0,2-3-9 15,1 5-5-15,-1 0 6 0,5-21-12 16,2-3-9-16,-2-2-6 0,3-2-4 0,0-6-13 16,-2-4-5-16,1-5-7 0,-4-2-10 15,6-13-21-15,-2-1-33 0,-1-7-40 0,4-4-51 16,1-6-70-16,-1-6-81 15,3-4-70-15,-1-1-104 0,-1-6-166 0,-1-1-8 16,3-6 60-16,0-5-259 0,-1-4-289 16</inkml:trace>
  <inkml:trace contextRef="#ctx0" brushRef="#br0" timeOffset="12567.34">14431 13002 2631 0,'-6'-14'199'0,"-1"6"24"16,5-1 12-16,-2 4-15 0,4 5-21 0,0 0 7 15,0 0 27-15,0 0 11 0,0 0-16 16,0 39-18-16,10-10-15 0,5 8-19 16,0 4-22-16,8 4-17 0,0-1-10 0,3-3-14 15,-1 0-33-15,2-3-36 0,-6-7-50 16,-1-4-59-16,-6-2-60 0,-1-5-80 16,-1-7-67-16,-2 0-53 0,-5-6-70 15,3-2-100-15,0-2-149 0,-1-3 61 0,-7 0-349 16,25-6-411-16</inkml:trace>
  <inkml:trace contextRef="#ctx0" brushRef="#br0" timeOffset="12780.76">15411 13089 2811 0,'0'0'127'0,"0"0"50"0,0 0 39 16,-29 23 14-16,6-2 11 0,-3 3 14 0,-12 5 11 0,2 3 26 15,-7 1 26-15,3-1-12 16,-3 1-9-16,2 1-8 0,2-3-24 0,3 0-21 15,-3-2-26-15,5-2-20 0,5-6-20 16,7-1-21-16,-1 0-16 0,3-7-18 0,7-1-22 16,0-1-40-16,1-1-68 0,1-2-77 15,1-1-85-15,5 0-83 0,-3 0-105 0,3-4-131 16,5-3-189-16,-10 4-121 0,10-4 82 16,0 0-632-16,0 0-803 0</inkml:trace>
  <inkml:trace contextRef="#ctx0" brushRef="#br0" timeOffset="13147.76">13644 14429 3627 0,'12'-17'113'0,"-5"3"22"15,1 4 15-15,-5-1 14 0,4 5 0 16,-4 0-14-16,-3 6-18 0,4-6-4 16,-4 6 50-16,0 0 19 0,2 27-3 15,-4-5-14-15,-2 12-13 0,-1 4-19 0,-2-1-13 16,2 7-15-16,-1-4-11 0,-3 2-9 15,4-1-18-15,-6 0-4 0,2-1-17 0,-2-5-24 16,3-2-30-16,-3-2-40 0,1-2-47 16,0-6-58-16,5-5-72 0,-3-2-76 0,1-7-88 15,0-1-107-15,0-3-132 0,2-3-77 16,5-2 70-16,0 0-411 0,-12-11-505 16</inkml:trace>
  <inkml:trace contextRef="#ctx0" brushRef="#br0" timeOffset="13564.01">13688 14353 3041 0,'9'-17'19'0,"3"3"8"15,1 3 25-15,3 0 23 0,-5 2 12 16,10 2 12-16,-4 4-8 0,2 1-1 0,-2 2-18 16,2 5-1-16,5 2-7 0,0 9-8 15,-1 3-2-15,-2 2-5 0,-4 4-4 0,-4 1 5 16,-3-4-12-16,-7 0 3 0,0 1 5 15,-6 0 7-15,1 1 9 0,-9 9 9 16,-3-3 9-16,-6-1 9 0,4-3 5 16,0 1-3-16,-2-2-9 0,5-7-6 0,6-3-7 15,0-1-7-15,0-2-6 0,3-1-5 16,1 2-5-16,-1-3-2 0,2 3-5 0,2-1 7 16,2 0 0-16,2 5-2 0,-1-3 2 15,3 5 4-15,-1 2 0 0,2 0 5 16,-1-1 8-16,-1 1 2 0,-1-3 15 0,-2-2 31 15,-1 1 26-15,-1-5 22 0,-1 3 18 16,-5 2 9-16,2-3 1 0,-3-3 1 0,-3 3-8 16,-5-2-7-16,-1-3-16 0,0 0-16 15,-6-2-13-15,5-1-14 0,-2-4-14 16,-2-2-26-16,2-2-42 0,-3-5-48 16,-7-8-75-16,4-2-88 0,6-3-81 0,-4-3-93 15,11 2-100-15,5 5-96 0,3 1-159 16,4 4-86-16,0-1 80 0,4 2-614 15,3 0-784-15</inkml:trace>
  <inkml:trace contextRef="#ctx0" brushRef="#br0" timeOffset="13764.08">14235 14958 3589 0,'6'-3'209'0,"-6"3"28"0,0 0 27 15,1-10 56-15,-1 10 20 0,0 0 10 16,0-9-3-16,0 9-24 0,6-6-31 15,-6 6-28-15,16-6-30 0,-5 3-27 16,6-2-31-16,5 0-63 0,0-1-79 0,3 1-102 16,-2 2-90-16,2-1-86 0,-1 1-108 15,-1 0-113-15,11-4-189 0,-11 3-136 0,-3 0 78 16,-8 2-600-16,2 2-768 0</inkml:trace>
  <inkml:trace contextRef="#ctx0" brushRef="#br0" timeOffset="14029.66">14909 14634 4022 0,'4'-14'199'0,"-2"7"16"0,2-1 16 16,-4 3 1-16,0 5-20 0,0 0-3 0,0 0 85 16,0 0 20-16,3 22-2 0,-6-1-17 15,-3 12-20-15,1 3-23 0,-3 3-24 0,-4 10-22 16,-1-4-18-16,0 3-19 0,-2-3-17 15,4-9-15-15,-3-2-88 0,3-1-49 0,-3-3 0 16,1-1 0-16,-2-4 0 0,3-5 0 16,1-3 0-16,1-4 0 0,1-1-244 15,1-2-123-15,-1-2-112 0,1-4-148 0,0-2-156 16,8-2-42-16,0 0 85 16,-13-12-663-16,13 0-856 0</inkml:trace>
  <inkml:trace contextRef="#ctx0" brushRef="#br0" timeOffset="14197">14715 14659 4210 0,'-7'-17'114'0,"2"1"62"16,0 3 75-16,1 0 54 0,2 0 11 15,2 2-15-15,0-1-24 0,8-3-30 16,2-1-19-16,8-3-31 0,5 5-27 16,6-3-58-16,3 5-92 0,4 6-111 15,-5 2-128-15,-2 2-176 0,-1 4-223 0,6 5-200 16,-5 5 90-16,-4 5 81 0,-6 5-512 15,-2 9-626-15</inkml:trace>
  <inkml:trace contextRef="#ctx0" brushRef="#br0" timeOffset="14680.56">15165 15180 3713 0,'-17'2'258'0,"6"-2"-1"0,11 0 11 15,-18 1 21-15,18-1 1 16,0 0-13-16,0 0-20 0,-15 0-20 0,15 0-19 16,0 0-19-16,0 0-23 0,0 0-15 15,0 0-16-15,0 0-17 0,42-5-19 0,-31 3-18 16,-11 2-12-16,19-6-15 0,-7 6-10 16,-6-4-30-16,3-1-10 0,0-2 4 0,-5-3-9 15,5 1 7-15,-6-4-10 0,3-3-1 16,-4-3 4-16,-1-3 3 0,3-2-8 0,-4-2-2 15,0 2 2-15,-2 0 2 0,2 4-8 16,-2 1 3-16,-1 2 9 0,-1 3-18 16,2 0 10-16,-1 3-9 0,0 3-2 15,-3 2-3-15,6 6-7 0,-7-5 5 0,7 5-1 16,0 0 3-16,0 0 0 0,0 0 6 16,0 0 5-16,0 0 1 0,0 0 7 15,39 5-3-15,-17-5 2 0,5-3 9 0,-1 2 6 16,-1-2-2-16,-4 3 5 0,2 0 2 15,-4-2-1-15,0 4 6 0,-4 1 15 0,4 1-6 16,-5 4 2-16,-1 1-6 0,0 3 6 16,-1 2-8-16,-5 4-8 0,3-1-1 0,-3 2 3 15,-3 2-2-15,2-4-10 0,-3 3-25 16,2-4-37-16,-1 1-48 0,-2-2-66 0,-1 1-73 16,1-2-100-16,2-3-130 0,-2 2-143 15,0-4-226-15,-1-1 70 0,-1-2 88 16,0-6-558-16,8 13-694 0</inkml:trace>
  <inkml:trace contextRef="#ctx0" brushRef="#br0" timeOffset="15063.77">16005 15065 3575 0,'0'0'268'16,"-16"-2"6"-16,16 2 18 0,0 0 6 0,-16-2-7 15,16 2-14-15,0 0-17 16,0 0-20-16,0 0-21 0,0 0-24 0,0 0-16 16,0 0-19-16,44-7-26 0,-27 3-23 15,0 0-57-15,0-1-22 0,1 0-19 0,-6-2-20 16,2 0-1-16,-1-2-1 0,-3 1-2 16,2-3 2-16,-7 1-2 0,1 2-2 15,-5-1 12-15,-1 1-22 0,0 8 7 0,-5-7 4 16,-2 3-4-16,7 4 4 0,-25 4 3 15,3 2-5-15,0 3-2 0,-6 6 10 0,1-1 5 16,-2 3 5-16,6 2 4 0,-2 3 3 16,8-1 3-16,0-1 1 0,6 1 2 15,3-4-1-15,2 1-3 0,4-3 1 16,2-1-2-16,4 1-1 0,0 1-18 0,6-4-46 16,1 1-74-16,4-2-110 0,6-4-151 15,2-2-207-15,4-5-194 0,-4 0 72 0,5-2 78 16,10-3-470-16,-2 0-579 0</inkml:trace>
  <inkml:trace contextRef="#ctx0" brushRef="#br0" timeOffset="15463.46">16756 15108 3494 0,'0'0'268'15,"-16"-8"34"-15,16 8 48 0,-11-5 17 16,11 5 5-16,-9-3-6 0,9 3-17 0,0 0-22 15,0 0-31-15,-10-5-27 0,10 5-26 16,0 0-14-16,0 0-28 0,0 0-15 16,0 0-18-16,0 0-22 0,37 0-15 0,-26-1-23 15,2-2-89-15,-1-1-19 0,-1-2 0 16,1 3 0-16,-3-2 0 0,1-2 0 0,-2-1 0 16,-3-5 0-16,-1 3 0 0,0-2 0 15,-2 0 0-15,-4-3 0 0,-2 1 0 0,-1-1 0 16,-6 4 0-16,-3 1 0 15,-6 2 0-15,2 6 0 0,-13 2 0 0,-6 5 0 16,-2 3 0-16,3 5 0 0,0 4 0 16,3 3 0-16,5 2 0 0,5 5 0 0,3-1 0 15,7 3 0-15,9-4 0 0,3-1 0 16,2 0 0-16,9 3 0 0,-1-3 0 0,9 0 0 16,-4-2 0-16,8-3 0 0,-5-5 0 15,2-4 0-15,-2-3-131 0,4 3-135 16,2-8-86-16,0 0-93 0,-2-2-127 0,6-2-153 15,-5 0-100-15,5-3 83 0,-1 2-664 16,14-1-857-16</inkml:trace>
  <inkml:trace contextRef="#ctx0" brushRef="#br0" timeOffset="16015.05">18081 14250 4014 0,'0'-13'-106'0,"-5"5"12"15,-4 8 18-15,9 0 47 0,-40 26 57 16,3 12 52-16,-15 24 40 0,-2 6 42 16,1 9 30-16,4 6 30 0,-3 8 23 0,7 1 5 15,4 3 8-15,12-4-8 0,7-2-16 16,8-18-18-16,11 4-19 0,6-7-19 0,7-3-23 15,2-2-16-15,2-8-24 0,4-1-46 16,0-10-54-16,4-4-64 0,-7-11-69 0,2-3-85 16,-1-9-100-16,-2-3-118 0,4-6-159 15,-1-3-185-15,0-3 65 0,5-4-557 16,0-3-717-16</inkml:trace>
  <inkml:trace contextRef="#ctx0" brushRef="#br0" timeOffset="16229.79">18535 14837 3891 0,'-2'-12'206'0,"-3"5"-13"15,5 7-9-15,0 0 32 16,0 0 39-16,0 0 29 0,-28 44-20 0,9-1-10 0,1 4-17 16,0 4-26-16,0 0-22 0,6 3-18 15,-4-1-21-15,5-2-53 0,-1-1-66 16,2-11-71-16,-1 0-76 0,3-6-85 15,1 0-96-15,-1-10-93 0,3-3-93 16,-1-5-95-16,2-4-138 0,-4-3 57 0,5-3-482 16,-1-3-607-16</inkml:trace>
  <inkml:trace contextRef="#ctx0" brushRef="#br0" timeOffset="16613.97">18512 14809 3114 0,'1'-15'-20'15,"3"4"26"-15,0 1 23 0,-2 2 11 0,-1 1 6 16,-1 7 16-16,9-7 4 16,-9 7 7-16,9-1 18 0,-9 1-13 0,20 8 2 15,-8 0 6-15,-1 5 3 0,1 2 2 16,-2 3-7-16,-3 2 5 0,0 1 2 0,-4 1 5 16,-1 2 5-16,-7-1 8 0,2 2-1 15,-5 5-1-15,-3 1 6 0,1-3-1 16,3-5-6-16,-1-2-7 0,-1-1-10 0,4-2-6 15,-2 1-5-15,3-2-4 0,1-1-5 16,-1 2 8-16,0-1-1 0,3 1 11 0,-1-1 14 16,-5 2 5-16,3 1 8 0,1-1 13 15,-3-2 2-15,3-2 12 0,-1 3 9 0,-3-3 9 16,-2 2 6-16,2 1-6 16,-1-4-5-16,-2 3-5 0,3-2-8 0,-6-1-12 15,1-2-11-15,-3 1-12 0,-1-2-11 16,5-3-11-16,-3-1-8 0,1-3-67 0,1 1-9 15,-2-4 0-15,1-4-115 0,-3-2-131 16,-1-7-121-16,4-3-147 0,2 1-174 16,1-3-191-16,2-1 81 0,4 3 87 15,4 3-606-15,6-1-775 0</inkml:trace>
  <inkml:trace contextRef="#ctx0" brushRef="#br0" timeOffset="17031.7">19057 15180 4058 0,'5'-8'178'0,"-1"4"1"16,-2-2 12-16,-2 6 3 0,3-4-10 15,-3 4-3-15,0 0 43 0,0 0 17 0,-3 20-12 16,1-8-16-16,-6 7-27 0,1 1-15 16,-9 8-7-16,2 1-12 0,-6-2-16 0,1 1-10 15,-2 1-13-15,-2-4-10 0,2 2-10 16,-2-4-10-16,-1-2-6 0,-1-3-12 0,-2-2-7 15,6-4-21-15,4-5-28 0,2-3-34 16,4-6-42-16,-1-1-39 0,2-8-32 16,8-2-18-16,2-6-2 0,4-19 12 15,12-10 17-15,2-1 13 0,5-1 12 0,1 7 13 16,-8 9 20-16,2 8 15 0,-7 3 10 16,-3 8 2-16,5 1 19 0,-4 8 22 0,3 3 21 15,-4 3 19-15,-8 0 18 0,23 12-7 16,-10 3 7-16,1 2-5 0,-1 8-3 15,-1 3-2-15,1 3-6 0,-2-2-4 0,-4 3-9 16,-1-1 1-16,-2-4-24 0,0-2-29 16,-2-1-30-16,0-1-43 0,-2-4-66 15,0-1-76-15,0-1-90 0,0-4-88 16,0-2-85-16,0-1-171 0,1-5 9 0,-1-5 73 16,6 3-385-16,-6-3-454 0</inkml:trace>
  <inkml:trace contextRef="#ctx0" brushRef="#br0" timeOffset="17248.62">19563 14600 2966 0,'0'-13'133'0,"-4"2"18"0,2 5 16 15,0-2 16-15,2 8 45 0,0 0 40 0,0 0 27 16,-20 25 33-16,12-1 10 0,-1 8-6 16,-4 18-9-16,-1 7-18 0,-1 5-25 15,1 4-30-15,-1 3-24 0,0-3-23 16,2 4-19-16,-5 1-22 0,2-2-14 15,2-4-25-15,-3-2-36 0,1-2-48 0,2-3-63 16,-6-7-85-16,4-5-90 0,5-10-109 16,0-5-113-16,1-9-128 0,6-5-161 0,1-4-84 15,3-4 85-15,2-4-616 0,-2-5-782 16</inkml:trace>
  <inkml:trace contextRef="#ctx0" brushRef="#br0" timeOffset="17996.53">19634 15334 4032 0,'0'-11'172'16,"0"11"24"-16,0 0 20 0,0 0 43 15,0 0 60-15,0 0 21 0,0 0-2 0,0 0-11 16,-7 31-24-16,2-15-27 0,-1 5-25 16,-1 0-26-16,0 8-17 0,-5 0-22 0,-1 0-13 15,-1-2-17-15,-1-3-16 0,-1 0-66 16,2-4-74-16,1-3 0 0,-7 1 0 15,3-5 0-15,0-1 0 0,1-6 0 0,3 0 0 16,0-3 0-16,2-3 0 0,11 0 0 16,-20-15 0-16,16-2 0 0,4-7 0 0,11-15 0 15,3-9-72-15,9 4-70 16,2-1 7-16,2 3 12 0,-1 9 13 0,-5 11 10 16,2 1 12-16,-10 9 8 0,1 5 25 15,-3 5 35-15,-11 2 25 0,14 10 18 0,-8 7 17 16,-6 9 4-16,0 9-9 0,-9 4 2 15,4-1-5-15,-3 3-5 0,3 0-1 0,-1-2-4 16,-2 0 4-16,2-6-10 0,1 0 5 16,1-10-4-16,1-5 0 0,-1-4-8 15,4-2-24-15,-2-3-28 0,2-4-37 16,0-5-33-16,6 3-39 0,-6-3-30 16,0 0-34-16,28-19-16 0,-8-3-10 0,4-6 12 0,2-10 24 15,7-3 22-15,-5 0 13 16,5 5 33-16,-14 9 28 0,1 3 28 0,-6 5 35 15,-3 5 27-15,-2 4 27 0,-2 1 21 16,-1 2 16-16,-1 2 37 0,-5 5 38 0,0 0 27 16,0 0 15-16,0 0 11 0,20 16-1 15,-19-4-6-15,-1 0-15 0,2 2-10 0,-2-1-15 16,0 3-9-16,2-2-14 0,-4 1-6 16,2 1-9-16,2-3-18 0,-2-1 0 15,0-3-9-15,0-1-9 0,0 1-1 0,0-2-19 16,0-7-11-16,0 12-25 0,0-12-34 15,6 6-23-15,-6-6-25 0,0 0-19 16,0 0-15-16,0 0-5 0,26-20 10 16,-10 8 12-16,1 1 9 0,-1-1 13 0,-4-1 10 15,-1 5 12-15,2-1 18 0,-4 2 15 16,-2 2 14-16,3 1 23 0,-10 4 18 0,11-2 18 16,-11 2 15-16,0 0 20 0,16 7 5 15,-16-7-8-15,6 11-6 0,-4-6-6 0,-2-5-5 16,1 12-6-16,1-7-8 0,-2-5-14 15,6 9-45-15,-4-4-41 0,-2-5-66 16,5 8-102-16,3-3-138 0,2 1-113 0,3 0-130 16,8 1-157-16,9 7 65 15,3-4-577-15,-3 0-730 0</inkml:trace>
  <inkml:trace contextRef="#ctx0" brushRef="#br0" timeOffset="18279.58">20450 15369 3263 0,'-7'-6'-25'0,"7"6"44"0,-7-9 10 0,1 5 7 0,6 4 13 16,0 0 17-16,-26 7 16 15,4 1 17-15,-2 10 34 0,-2 1-12 0,-1 4-3 16,2 3-7-16,5 3-10 0,2-2-5 15,2 4-8-15,7-2-8 0,2-5-8 16,1-2-9-16,1-1-7 0,4-3-9 0,1 0-22 16,1-2-31-16,1-2-37 0,5-2-57 15,-2 0-70-15,4-2-90 0,2 0-133 0,-2-3-209 16,0-2 38-16,5 0 59 0,-3 0-205 16,7-1-202-16</inkml:trace>
  <inkml:trace contextRef="#ctx0" brushRef="#br0" timeOffset="18696.39">20674 15663 2361 0,'0'0'282'15,"-5"-5"-8"-15,5 5-16 0,-6-4-11 0,6 4-15 16,0 0-15-16,0 0-11 0,0 0-27 15,0 0-19-15,0 0-16 0,17-4-33 16,-17 4-37-16,19 0-29 0,-19 0-21 0,23-2-24 16,-10 0-23-16,-2 0-19 15,1-1-21-15,-1-2 1 0,1 0 5 0,1-3 0 16,-2-2 4-16,0 0 6 0,-2-2 7 16,-4 0 17-16,1 0 4 0,0 0 15 0,-6 2 2 15,-1 1-8-15,-8 3 23 0,-2 0 9 16,-3 5 15-16,-4 1 30 0,-7 3 26 0,-7 7 39 15,-1 4 30-15,5 3 20 0,1 4 25 16,2 2 2-16,6-2 10 0,5 1-8 16,5-6-16-16,6 1-12 0,1-2-14 0,2-1-16 15,2 2-13-15,-1-4-10 16,7 0-16-16,-1 0-10 0,5-4-9 0,-1 0-30 0,0-2-39 16,0-2-59-16,0-1-57 15,1-1-87-15,-3 0-103 0,4-2-149 0,-13 0-167 16,19-2-217-16,-10 2 76 0,-9 0 87 15,18 0-518-15,-18 0-635 0</inkml:trace>
  <inkml:trace contextRef="#ctx0" brushRef="#br0" timeOffset="19495.99">22006 15751 3368 0,'12'2'66'0,"-12"-2"-2"16,0 12 20-16,-2-4 37 0,-4 3 42 0,2 4 29 16,-3 2 14-16,2-2 8 0,-6 2-1 15,-3 9-6-15,3-4-5 0,0-3-21 0,0-1-19 16,3-1-17-16,-1-1-13 0,-1 1-16 16,0-5-13-16,5 1-9 0,-3-1-7 15,3-3-7-15,-1-1-6 0,4-4-11 16,2-4-14-16,0 0-13 0,0 0-9 0,0 0-15 15,23-23 0-15,0 0-11 0,7-6 0 16,4 0 1-16,-1-2-1 0,-5 9 1 16,-1 3-6-16,-2 1 2 0,-4 4 0 0,-6 2-5 15,-1 3 6-15,-1 2-4 0,-2 4 1 16,-1 0 7-16,-1 3 6 0,-9 0 1 0,22 5-1 16,-13 0 3-16,0 2 2 0,1 1 1 15,0 1-3-15,-1 1 0 0,-4-1-1 0,4 0 4 16,-6-1-7-16,5 0 1 0,-5-1 4 15,3-1-6-15,-1 0 0 0,-5-6 1 16,7 7 0-16,-7-7-2 0,9 3 1 16,-9-3-5-16,20-3-1 0,-6 0-2 15,2-2-3-15,1-2 4 0,-2 3 1 0,2-1-3 16,1 0 2-16,-6 1 7 0,1 3 7 16,-1-1 20-16,-12 2 2 0,22 0 15 0,-22 0 22 15,16 3 4-15,-4 1-9 0,-2 1-5 16,-1 0-3-16,1 2-8 0,3 0-4 0,-1 1-14 15,1 1-31-15,0 1-53 0,-1-1-62 16,3 1-89-16,-2-2-124 0,0-2-158 0,-1-1-187 16,-2 1-121-16,-1-2 69 0,-2 0-609 15,3 2-787-15</inkml:trace>
  <inkml:trace contextRef="#ctx0" brushRef="#br0" timeOffset="19679.77">22948 15983 4235 0,'-8'-8'341'0,"8"8"3"0,-5-6 5 16,5 6-17-16,0 0-27 0,0 0-25 15,0 0-33-15,15-9-28 0,-2 7-56 0,4 0-101 16,8 0-127-16,6 2-116 0,12 2-86 0,20 5-97 16,4 3-115-16,5 3-157 15,-1-4-108-15,-2-1 83 0,-6-1-523 0,-16-5-648 16</inkml:trace>
  <inkml:trace contextRef="#ctx0" brushRef="#br0" timeOffset="20162.82">23729 15877 3166 0,'-10'-10'108'0,"5"4"58"16,-1-2 31-16,2 3 38 0,4 5 35 16,-9-5 21-16,9 5 26 0,0 0 9 0,0 0-6 15,-19 16-11-15,11-5-22 0,5 7-24 16,-4 0-30-16,2 5-23 0,-1 2-23 15,1 4-18-15,1 0-14 0,-3-5-19 16,6-2-16-16,-1 2-14 0,2-5-17 16,0-2-22-16,0 1-22 0,2-6-7 0,2 2-26 15,0-3-19-15,3-5-18 0,3-1-17 16,0-1-18-16,3-4-8 0,-13 0-27 0,39-11-15 16,-8-1-1-16,1-6 20 0,1-1 1 15,4-7 7-15,-1 0 18 0,-10 6 21 0,-1 1 24 16,-6 4 22-16,-5 5 17 0,-3-1 8 15,-2 5 3-15,-4 2 2 0,-5 4 15 0,0 0 11 16,0 0 4-16,0 24-13 0,-5-9-6 16,-2 4 1-16,-4 10-9 0,0-5-6 15,8-2-2-15,-1-5-12 0,0 1-3 16,4-4 0-16,4-3-5 0,-2 0-18 0,1-4 9 16,8-1-8-16,-4-3 0 0,-7-3-3 15,25 0 4-15,-10-5-9 0,2-5 1 16,12-4-7-16,-11 3 0 0,7-8 6 0,-2-2-1 15,2 1 3-15,-4-4 4 0,0-2 3 16,0 1 0-16,-2-1 13 0,2 2-14 0,-3 1 3 16,-7 6-1-16,0 4-3 15,-3 3-15-15,-1 0-28 0,-3 3-38 0,0 1-53 0,-4 6-75 16,2-6-105-16,-2 6-121 16,0 0-142-16,0 0-185 0,0 0 69 0,0 0 72 0,0 0-458 15,0 0-559-15</inkml:trace>
  <inkml:trace contextRef="#ctx0" brushRef="#br0" timeOffset="20778.62">24381 16029 3406 0,'0'0'250'0,"2"-9"17"0,-2 9 18 0,0 0 28 16,0 0 17-16,-4-12-2 0,4 12-9 15,0 0-13-15,0 0-17 0,0 0-23 0,0 0-26 16,0 0-25-16,0 0-21 15,-23 17-21-15,17-12-18 0,6-5-17 0,-13 11-23 16,10-7-24-16,-6 0-26 0,9-4-32 16,-11 5-30-16,11-5-37 0,-9 2-35 15,9-2-29-15,0 0-5 0,-7-15 2 0,7 6 13 16,7-5 7-16,0 0 14 0,1 1 12 16,-1 1 10-16,3-1 15 0,1 1 8 0,-1 4 14 15,-2 2 9-15,1 3 5 0,-1 0 6 16,-8 3-1-16,0 0-1 0,25 8 6 0,-16 2 2 15,-1 0-10-15,-1 1 3 0,3 2-2 16,-5-1-7-16,5 0-1 0,-2 0-11 16,-1-4-11-16,1 0-3 0,2-2-8 15,-1-1-8-15,2-1-12 0,3-4-15 0,1-2-17 0,0-4-11 16,9-2-13-16,2-4-11 16,0-5-16-16,1 0-5 0,0-4 10 0,0 1 15 15,-2-3 13-15,-2 2 22 0,-3 3 19 16,-4 4 24-16,-5 2 18 0,-2 5 21 15,-3 4 31-15,-6 3 30 0,0 0 34 0,0 0 35 16,-1 20 14-16,-11 8 25 0,-3 6 12 16,-5 18 40-16,4 6 54 0,-2 5 30 0,1 6 8 15,2-3-16-15,-5 0 4 16,8-4-277-16,-6-6-26 0,0-5 0 0,0-8 0 0,1-11 0 16,2-3 0-16,0-5 0 15,-1-5 0-15,0-7 0 0,0-2 0 0,-5-3 0 16,-3-4 0-16,0-3 0 0,-14-3 0 15,-15-9 0-15,1-2 0 0,-3-5 0 0,-1-3 0 16,2-4 0-16,6-1 0 0,2 2 0 16,8-2 0-16,11 5 0 0,5-1 0 0,6 6 0 15,5 2 0-15,3 3 0 0,2 2-796 16,1 1-200-16,1 4 107 0,4 5-985 16,-7-5-1298-16</inkml:trace>
  <inkml:trace contextRef="#ctx0" brushRef="#br0" timeOffset="21779.86">25343 15233 4936 0,'17'-15'-174'0,"-3"1"39"0,-3 3 37 0,-4 1 48 16,4 3 48-16,-8 1 34 0,5 0 21 16,-8 6 11-16,5-6-4 0,-5 6 38 15,0 0 27-15,7 20 17 0,-7 3 0 16,-9 16-9-16,2 15-8 0,-6 6-13 0,-3 1-13 15,0-1-6-15,-4 1-4 0,1-1-11 16,0 0-9-16,0-4-10 0,0-2-1 0,2-8-30 16,-1-1-33-16,5-8-35 0,0-6-55 15,2-2-78-15,-2 0-84 0,2-9-89 0,6-7-100 16,-1 0-112-16,3-5-121 0,-1-4 65 16,2 0-380-16,2-4-471 0</inkml:trace>
  <inkml:trace contextRef="#ctx0" brushRef="#br0" timeOffset="21945.73">25200 15812 3098 0,'-5'-8'205'0,"3"5"23"0,2 3 28 15,-4-7 34-15,4 7 31 0,0 0 16 16,0 0-22-16,-4-10-32 0,4 10-29 16,0 0-25-16,23-6-32 0,-6 3-66 0,6-2-96 15,2 1-110-15,13-3-134 0,2 4-160 16,-2-2-170-16,0-1-210 0,-5 5 70 0,-6 1 70 15,-2 1-394-15,2 3-480 0</inkml:trace>
  <inkml:trace contextRef="#ctx0" brushRef="#br0" timeOffset="22412.57">25591 15925 3003 0,'-18'2'148'0,"18"-2"7"16,-11 2 14-16,11-2 16 0,0 0 16 15,0 0 7-15,0 0-6 0,0 0-15 0,0 0-19 16,0 0-17-16,0 0-16 0,0 0-13 16,0 0-13-16,0 0-14 0,0 0-6 15,40-12-9-15,-30 7-10 0,3-1-5 0,1-2-11 16,-5-2-4-16,2-1-4 0,1-4-5 16,-2-2-6-16,-3-2 1 0,0 0-1 0,2-1-4 15,-6-1 1-15,-1 4-3 16,2 2 2-16,-4 1-7 0,0 2 0 0,0 4-10 15,-6-3 0-15,3 5-3 0,3 6 0 16,-16-6-3-16,16 6-1 0,-15-2-3 0,15 2 0 16,-10-2 3-16,10 2 0 0,0 0 6 15,0 0 7-15,0 0 9 0,0 0 2 16,0 0-3-16,54-3-6 0,-15-4 13 0,4 4-17 16,-2-3-2-16,0 6-2 0,-9 0 1 15,-5 0 8-15,-1 4 5 0,-5 4 8 16,-1 1 18-16,-6 2-5 0,2 1 15 15,-7 2 10-15,-3-1 7 0,-2 3-7 0,-3-1-4 16,-1-1-6-16,0 3-6 0,0 0-6 16,-3 0-12-16,-1 0-33 0,0 0-45 0,1-3-61 15,-1 1-88-15,-1 1-104 0,0-3-122 16,-3-1-157-16,7 0-226 0,-7-3 71 16,5-1 84-16,-1 0-499 0,0-1-608 0</inkml:trace>
  <inkml:trace contextRef="#ctx0" brushRef="#br0" timeOffset="22795.38">26276 15812 3588 0,'-5'-7'243'0,"5"7"-7"0,-2-8 11 16,2 8-1-16,0 0-16 0,0 0-13 15,8-7-11-15,-8 7-19 0,19-3-17 16,-5 0-8-16,-1 2-21 0,2 0-19 15,0-1-13-15,5 0-6 0,-8 0-12 0,2-1-8 16,-1 0 0-16,-2-1-19 0,1-1-15 16,-2 0-10-16,-1 0-6 0,-1-1 1 0,-2-1-7 15,-3 1-5-15,-1 1-4 16,-2 5-11-16,0 0 4 0,-19-12-7 0,2 12 3 0,-8 3-4 16,-11 4 2-16,2 3-3 0,2 6 1 15,-2-1-2-15,5 3 3 0,-2 2 4 16,8-1 9-16,0 3 13 0,7-1 12 15,2-4 8-15,5 0 0 0,1 0-7 16,5-1 5-16,1-5-11 0,4 1 3 0,3-2-1 16,1 3-6-16,1-3-5 0,4-1-26 15,1-3-54-15,-1 0-64 0,10-1-89 0,-8-2-111 16,7-1-119 0,-4-2-149-16,6-4-220 0,1 0 74 0,-2-2 80 0,-3 0-497 0,4-1-614 15</inkml:trace>
  <inkml:trace contextRef="#ctx0" brushRef="#br0" timeOffset="23178.05">26692 15780 3440 0,'0'0'84'0,"-9"-2"25"15,9 2 46-15,0 0 52 0,0 0 20 0,0 0 6 16,-11 9-8-16,11-9-15 0,0 0-18 15,0 0-16-15,17 17-14 0,-10-14-19 16,5 1 1-16,1-2-24 0,1 3-14 0,0-4-2 16,2 1-15-16,-1-4-9 0,4 2-8 15,-2-3-8-15,-1-1-3 0,-2 1-10 16,0-2-2-16,-1 0-3 0,1-6-2 16,-5 3-8-16,1-2-8 0,-2 1-2 0,-4-1-6 15,-4 3 3-15,0 7-13 0,-11-14-1 16,4 9-2-16,-6 4-3 0,-3 1-1 0,16 0 2 15,-39 8-1-15,10 4 1 0,0 3 4 16,4 4 1-16,2 0 3 0,1 2 3 16,5 1 5-16,4-1 2 0,3-3-9 0,2 1 7 15,3 0-5-15,3-2 3 0,2-3-2 16,0 1-24-16,3-3-26 0,-1 0-46 0,4-1-58 16,4-1-86-16,-3 0-92 15,6-3-116-15,1-2-150 0,-1-1-185 0,3-4 69 16,-1 0-556-16,6-4-713 0</inkml:trace>
  <inkml:trace contextRef="#ctx0" brushRef="#br0" timeOffset="23447.01">27420 15147 3393 0,'-2'-18'118'0,"2"5"65"0,-2 1 21 0,2 3 15 15,0 3 8-15,0 6-7 0,0 0 24 16,0 0 35-16,0 0 15 0,25 17-13 0,-7 9-17 15,-1 6-4-15,-2 15-9 16,-2 4-20-16,-5 4-23 0,-8 1-18 0,-10 3-17 16,-4 1-16-16,-13-2-17 0,-12 11-14 15,-6-1-12-15,-3-2-12 0,-1-6-10 16,-7 1-12-16,14-15-29 0,-5-4-32 0,-1-1-41 16,2-3-59-16,-2-4-70 0,1-3-63 15,5-1-67-15,2-9-68 0,11-5-86 0,8-5-81 16,5-5-147-16,2-2-138 0,3-4 77 15,11 0-597-15,0 0-777 0</inkml:trace>
  <inkml:trace contextRef="#ctx0" brushRef="#br0" timeOffset="23929.87">22917 16416 3983 0,'-19'2'106'16,"6"-1"-15"-16,11-1-12 0,2 0-3 16,40 4-11-16,37-3 1 0,54 5 1 15,32-3-5-15,86 0-10 0,13 1 0 0,23 8-2 16,9 3-10-16,11 2 0 15,7 5-1-15,-9-3-2 0,-12 1-7 0,-21-1 2 16,-28-5-7-16,-64-6-1 0,-22-7 1 16,-23-1-8-16,-42 0 0 0,-16-4-4 0,-10 0 2 15,-24-5-3-15,-4-1-2 0,-13 2-3 16,-6-3 1-16,-7 3-4 0,-4 0-10 0,-6 0-29 16,-1 2-53-16,0 6-68 0,-10-9-92 15,3 7-105-15,7 2-142 0,-21 0-146 16,21 0 64-16,-29 8-289 0,12 1-349 0</inkml:trace>
  <inkml:trace contextRef="#ctx0" brushRef="#br0" timeOffset="26611.79">21099 14933 2341 0,'0'0'45'0,"-7"3"13"0,7-3-4 15,0 0-7-15,0 0 4 0,0 0-3 16,0 0-4-16,0 0-5 0,25-20-6 0,3 3-2 16,20-6 0-16,11-4-6 0,23-7-3 15,11-4-6-15,8-5-10 0,12-4-9 16,7-4-10-16,7-3-7 0,43-16 0 0,5 0 2 15,-2 0 3-15,5 5 9 0,3 4 12 16,-2-2 6-16,0 5 10 0,-46 19 11 0,1 0 12 16,-6 2 9-16,-12 2 13 0,-2 1 5 15,-11 4 0-15,-9 1-5 0,-8 1-5 0,-22 8-5 16,-1-1-6-16,-2-1-9 16,-2 3-8-16,-1 2-2 0,-1-2 6 0,-8 4-10 15,-11 2 0-15,-5 4-2 0,-11-1-1 16,-3 4 0-16,-8 2-2 0,2 0-9 0,-6-1-5 15,-5 3-31-15,-2 2-32 0,0 0-45 16,0 0-58-16,-29-6-77 0,13 8-103 16,-2-2-187-16,-1 2 36 0,-2 0-133 0,2 0-119 15</inkml:trace>
  <inkml:trace contextRef="#ctx0" brushRef="#br0" timeOffset="27094.62">24978 13302 1987 0,'7'-19'136'15,"0"4"21"-15,2 3 24 0,-6 0 29 16,5 0 9-16,-3 0 14 0,3 3 1 0,-4 1-8 15,2-1-17-15,-2 3-27 0,-4 6-16 16,7-6-11-16,-7 6-1 0,0 0-3 16,9 21-14-16,-4-2-9 0,-5 8-12 0,-5 14-12 15,0 15-13-15,-3-5-10 16,-1 2-4-16,1-3-8 0,-2-11-9 0,1-2-7 16,2 1-2-16,-3-4-8 0,0-3-4 15,5-6-14-15,-2-8-18 0,2-4-24 0,1 0-28 16,0-1-46-16,3-4-67 0,-1 1-86 15,0-3-104-15,2-6-124 0,-6 4-201 0,6-4 64 16,0 0 73-16,0 0-310 0,0 0-332 16</inkml:trace>
  <inkml:trace contextRef="#ctx0" brushRef="#br0" timeOffset="27310.82">24802 13296 2604 0,'-13'-16'127'16,"3"4"20"-16,3 2 23 0,3 1 12 0,2 0-8 16,4 3-18-16,3-3-16 0,6 1-17 15,9-4-17-15,10 1-8 0,6 3-9 0,9 1-17 16,-2 2-37-16,3 1-42 0,-2 0-65 16,-2 2-65-16,0 6-71 0,-8-2-88 0,-7 0-115 15,-4 2-144-15,-3 2 55 0,-2 5-193 16,-7-1-187-16</inkml:trace>
  <inkml:trace contextRef="#ctx0" brushRef="#br0" timeOffset="27511.9">24604 13914 2279 0,'-12'5'261'0,"-1"-3"11"15,5 0 14-15,8-2 23 0,-9 3 23 0,9-3 1 16,0 0-29-16,0 0-27 0,0 0-30 15,0 0-21-15,28-15-29 0,-4 10-18 0,2-1-31 16,10 0-52-16,4 0-75 0,1 1-91 16,-2-2-90-16,1 4-119 0,0-4-108 15,-1-1-148-15,-3-1-134 0,-4 0 55 16,-3 1-425-16,-8 3-511 0</inkml:trace>
  <inkml:trace contextRef="#ctx0" brushRef="#br0" timeOffset="27894.62">25257 13629 3114 0,'-1'-12'105'0,"1"12"19"0,-2-6 20 16,2 6 8-16,0 0-1 0,0 0 6 15,0 0 28-15,0 0 10 0,0 0-8 0,-11 22-18 16,6-9-14-16,1 1-14 0,-1 3-11 16,-1 3-14-16,4-3-11 0,-1 2-14 15,-6 1 0-15,6-1-14 0,-5-3-11 16,5-1-1-16,-3-1-7 0,2-4-7 0,1 0-4 15,-2-1-1-15,1-3 0 0,3 1-5 16,1-7-1-16,-2 12 14 0,2-12-2 16,0 0-3-16,0 0-10 0,0 0-3 0,0 0-5 15,34-39-4-15,-9 16-7 0,7-6-5 16,0 0-6-16,-5 8 0 0,0-1-2 0,0 5 5 16,-11 3-6-16,2 3-8 0,-2 3-2 15,-5 5 0-15,0 0 4 0,-3 3-4 0,-8 0 0 16,19 6 0-16,-14 0 4 15,4 1-2-15,-6 1 1 0,3 0-1 0,-2 6-1 16,-3-7-2-16,5 6-14 0,-4-1-16 16,1-2-25-16,0 2-37 0,3-2-42 0,-4-1-70 15,-1-1-84-15,1-1-81 0,0 2-113 16,0-2-207-16,0-3 50 0,2 2 74 0,-1-1-369 16,4 2-417-16</inkml:trace>
  <inkml:trace contextRef="#ctx0" brushRef="#br0" timeOffset="28278.25">26025 13529 2684 0,'-4'-11'39'16,"-1"4"3"-16,-1 4 13 0,-1 0 25 0,7 3 21 15,-18 0 21-15,18 0 2 0,-23 6 13 16,7 0-9-16,0 2-6 0,-1 4-11 0,0-2-8 15,4 4-12-15,1 0-11 0,3-1-6 16,5 1-11-16,0-2-3 0,2 0-5 16,4 0-4-16,4-2-5 0,-1 4 0 0,5-1-4 15,-2-1 3-15,-1 0 2 0,1-1 2 16,1 1 2-16,-3 0-3 0,2 1 0 0,-3-1-3 16,-1 1 3-16,0-1-9 0,-4 0 13 15,0 1 8-15,0 0 5 0,-2 1 8 16,-4-1 3-16,1 1-2 0,-3-1 5 15,-2-2-1-15,1-1-4 0,0 0-5 0,-5-1-6 16,1-2-5-16,1-1-7 0,-1-2-5 16,0-2-3-16,-1-2-30 0,3 0-52 0,-3-4-92 15,5-1-130-15,0-2-176 0,-1-3-262 16,2-5 22-16,5-1 77 0,3-3-423 0,1-3-496 16</inkml:trace>
  <inkml:trace contextRef="#ctx0" brushRef="#br0" timeOffset="28644.12">26349 13609 2945 0,'-26'-2'43'0,"26"2"-3"0,0 0 1 15,0 0-1-15,0 0 2 0,0 0-3 16,0 0-4-16,0 0-6 0,0 0 4 0,0 0-7 15,39-3-3-15,-23-1-5 0,2 4 3 16,-2-6-4-16,2 2-3 0,-3-1 2 0,-1 0 0 16,-2-2 1-16,-1 2-1 0,-2-2 20 15,-2-2 11-15,-1 1 9 0,-4 1 3 16,-1 0 2-16,-1 0-8 0,0 7 1 16,-11-10-4-16,-1 10 5 0,-1 0-3 0,-6 5 11 15,-12 6-7-15,-1 0 3 0,2 7-4 16,-1 0-7-16,4 6-4 0,3-3-1 0,-1 4 1 15,6 0-8-15,2-1-5 0,5-3-5 16,3-3 1-16,4 1-4 0,1 0 0 0,-1-2-22 16,5-1-18-16,3-3-37 0,1 3-37 15,1-3-63-15,6 5-93 0,1-5-122 0,7-3-200 16,10 2 12-16,-3-6 59 0,1-1-188 16,7 0-181-16</inkml:trace>
  <inkml:trace contextRef="#ctx0" brushRef="#br0" timeOffset="29127.58">26538 13865 2228 0,'-7'-6'245'0,"1"3"20"0,6 3 21 0,-12-5 14 16,12 5 2-16,0 0-12 0,-7-5-17 15,7 5-32-15,0 0-20 0,0 0-27 0,0 0-11 16,0 0-33-16,12-10-7 0,-5 6-28 15,0-1-20-15,3 1-13 0,2-1-10 16,-3 0-8-16,0 0-10 0,-1-3-6 16,4-3-3-16,-3-2-4 0,-4 1-10 15,5-6-4-15,0 0-1 0,-1-13-4 0,1-4-6 16,-1-1-13-16,-1-2-7 0,0-1-4 16,-2 1 3-16,-5 3-3 0,1 10 2 0,-2 4-4 15,0 5-1-15,-2 3 1 0,-1 3 0 16,-6 0 1-16,2 4-2 0,-2 2 2 0,0 0 1 15,-2 2-2-15,11 2-1 0,-13 0 1 16,13 0 5-16,0 0-1 0,0 0 4 0,0 0 0 16,0 0 0-16,42 14-1 0,-4-10 3 15,3 0-1-15,-2-2 0 0,-1 4-3 16,-7-2 5-16,-8-2-4 0,0 3 1 16,-2 3 0-16,-1 0 2 0,-4 3 7 0,-1 3 2 15,-5 1 1-15,-1 3 0 0,-1 2 1 16,-3 0-6-16,-1 2 4 0,-4-3-2 15,0 3-4-15,-2 0-2 0,-2 2-23 0,1-3-28 16,-1 1-40-16,-2-1-49 0,1 0-52 16,-3-5-77-16,0 4-78 0,-1-3-107 0,-1 0-184 15,1-1 12-15,-1-5 65 0,3 3-318 16,-1-2-361-16</inkml:trace>
  <inkml:trace contextRef="#ctx0" brushRef="#br0" timeOffset="29763.39">27916 12634 2664 0,'2'-23'104'0,"2"5"16"0,-2 7 1 16,-2 1-11-16,0 2-16 0,0 8 1 0,-4-2 36 15,4 2 18-15,-21 22 8 16,-6 11-5-16,-4 9-3 0,-5 10 1 0,-7 24-2 16,-1 3 1-16,-2 6-12 0,2 2-11 15,3-1-8-15,-4 3-13 0,7-5-12 0,0-6-7 16,8-2-12-16,1-19-4 0,4-4-7 16,4-3-7-16,3-6-6 0,2-10-5 0,3-2-5 15,3-10-3-15,4-6-3 0,1-3-1 16,-3-1-2-16,6-2-4 0,-1-1-1 15,3-4-4-15,0-5-18 0,3 5-10 0,-3-5-5 16,0 0-2-16,0 0-6 0,31-15-6 16,-20 3 4-16,1-3 0 0,-3-5 4 15,4-5 3-15,-1-2 1 0,-6 3 4 16,-3 3-2-16,-4 2 0 0,-1 1 3 0,-4 3 0 16,0 0 6-16,-2 3 1 0,-3 0 2 15,-1 3 6-15,3 4 6 0,0-2 1 0,0 2 8 16,-2 2-1-16,6-2 7 0,-1 1 2 15,6 4 0-15,-5-5 3 0,5 5 19 0,0 0 8 16,0 0-2-16,28-12-7 0,-4 7-4 16,15-4-5-16,5-1-1 0,9-2-4 0,3-1-9 15,-6 4 3-15,-5 2-9 0,-7-1 0 16,-10 6-7-16,-5-1-4 0,-2 3 3 16,-4 3-7-16,-1 5 2 0,-1 2 3 0,-2 4 4 15,-7 0 0-15,-2 1 5 16,-2 4 1-16,-4 0-3 0,-4 3-2 0,-2 7 3 15,-1-5-6-15,-2 2 0 0,-3-1-1 16,3-4-4-16,-1-3-21 0,1-3-37 0,0 1-53 16,0-3-62-16,4-1-86 0,-2-1-94 15,1-3-112-15,4-1-149 0,0-2-96 0,0 0 65 16,4-5-446-16,0 0-552 0</inkml:trace>
  <inkml:trace contextRef="#ctx0" brushRef="#br0" timeOffset="29928.96">28044 13326 3078 0,'5'-22'27'16,"-1"5"29"-16,0 3 30 0,-2 2 33 0,-1 2 10 15,-1-1 3-15,2 0-8 0,1 2-15 16,-1 2-11-16,0-1-27 0,-2 8-47 0,2-8-75 16,-2 8-92-16,0 0-105 0,5-6-141 15,-5 6-187-15,0 0 62 0,0 0-211 0,0 0-218 16</inkml:trace>
  <inkml:trace contextRef="#ctx0" brushRef="#br0" timeOffset="30643.95">28187 13474 2387 0,'0'0'174'0,"-6"-9"-13"0,6 9-14 16,0 0 15-16,0 0 21 0,-31 11 3 0,20 1-11 16,-2 3-4-16,-3 0-8 0,3 9-17 15,1-1-12-15,5-5-14 0,1 3-7 0,1 1-10 16,0-5-12-16,3 2-9 16,2-6-7-16,2 1-7 0,1 1-6 0,-1-5-4 15,0-2-4-15,1 0-4 0,5 3-2 16,-3-6-7-16,6 2-1 0,0-1-5 15,-2-6-3-15,-9 0-4 0,30-2-1 0,-12-4-1 16,9-8-4-16,1-5-2 0,-2 0-2 16,-1-5-2-16,4-10 0 0,-6 5-3 0,-4-1-3 15,-2-3 0-15,-3 2 4 0,-3 1 6 16,-4-1 1-16,-3 7 8 0,-2 5 0 0,-2 2-3 16,-2 3-3-16,-2 2-3 0,1-1-4 15,-9 5-2-15,0 1-1 0,1 5-5 0,-6 2 3 16,-3 7-2-16,-13 7-1 0,3 5-3 15,-7 6 1-15,3 4 1 0,3 4-5 16,9-8 5-16,2 0-4 0,5 1-1 16,6-5 4-16,3-4-4 0,6-2 2 15,0-1 0-15,4-2 5 0,3-2 0 0,7-2 0 16,3-1 4-16,4-1 6 0,4-2 10 16,2-4 6-16,10-4 7 0,3-2 2 0,3-2 3 15,-4-1 5-15,9-8 11 0,0 3 15 16,-12-3 7-16,-2 2 11 0,-1 1 26 0,-11 4 13 15,-2 0 8-15,-8 6-10 0,1-1-13 16,-4 0-19-16,0 2-13 0,-9 3-9 16,0 0-3-16,19 6-5 0,-15 1-6 15,0 2-8-15,-1 1-1 0,-3 4-5 0,4-2-7 16,-4 1-4-16,0 1-9 0,0 1 1 16,3-1-3-16,-1 1-3 0,0-3-3 15,0 1 6-15,1-1-6 0,1-2-3 0,0 1 4 16,1-3 4-16,3-2 1 0,0 4-4 15,1-5 0-15,-2-1-6 0,4 2-2 0,-4-3-2 16,-7-3-6-16,15 4-20 0,-15-4-50 16,14 1-60-16,-14-1-82 0,13-1-83 0,-13 1-115 15,13-5-122-15,-3-1-146 0,-3 1-172 16,1-1 79-16,-2 0-705 0,1 0-915 0</inkml:trace>
  <inkml:trace contextRef="#ctx0" brushRef="#br0" timeOffset="34611.85">6202 14398 1720 0,'0'0'207'15,"-4"3"-57"-15,4-3-26 0,0 0 3 16,0 0-18-16,0 0-9 0,0 0-4 0,0 0-11 16,8-30 3-16,-2 21-4 0,2-6-12 15,3-2-4-15,6-8-7 0,8-2-3 0,8-10-9 16,3-4-2-16,5-7 6 0,17-15-8 15,1 0 0-15,0-5-5 0,2-7-5 16,3-7-3-16,-3-7-8 0,2-7 2 0,0-2-2 16,0-4-2-16,-4-2-2 0,-4 3-4 15,-1 2 2-15,-4 4-2 0,-7 6-4 16,-3 8-4-16,-3 3 0 0,-13 21-3 16,-3 2 6-16,2 7-5 0,-4 3 1 0,0 2 4 15,-8 13-12-15,3 2 10 0,-5 8-4 16,-3 6-2-16,0 2-5 0,-2 2-25 0,0 3-24 15,-2 2-8-15,-2 5-21 0,0 0-28 16,0 0-36-16,0 0-52 0,-16 22-77 16,7-5-122-16,-13 9-110 0,4 3-143 0,-9 7-145 15</inkml:trace>
  <inkml:trace contextRef="#ctx0" brushRef="#br0" timeOffset="35276.24">7351 12537 1682 0,'6'-14'-48'0,"1"3"32"15,-6 4 28-15,3-2 10 16,-2 4 8-16,-2 5-7 0,0-5 3 0,0 5 8 16,0 0 18-16,0 0 11 0,-23 20 4 15,2-3-5-15,-3 3 3 0,-5-1-2 0,-2 1-3 16,1 1-5-16,-1-4-2 0,3 0-6 15,1-1-2-15,8-5-5 0,4 0-6 0,3-6-1 16,3 0 3-16,1 0 6 0,0-2 0 16,8-3-5-16,0 0-6 0,0 0-9 15,0 0-10-15,12-18-10 0,4 4-10 0,8-8-9 16,2-2-9-16,5-5 4 0,3 1-5 16,-3 5 2-16,5-2 6 0,-8 6-3 15,-1 4 5-15,-4 4-3 0,-3 4 7 16,-6 4 6-16,-1 3 10 0,3 2 7 0,-3 3 5 15,3 4 5-15,-2 1 2 0,2 1 0 16,3 11 0-16,-4-6 0 0,5 4-4 0,-6-2 0 16,-2-4 1-16,1 1-4 0,0-1-2 15,-1 1-1-15,-2-1-11 0,-3-1-30 16,3 0-36-16,-4-1-57 0,-3-2-92 0,-1 0-131 16,0 1-323-16,-2-3-162 15</inkml:trace>
  <inkml:trace contextRef="#ctx0" brushRef="#br0" timeOffset="42741.78">7545 14173 752 0,'1'-7'158'0,"-1"0"18"16,0 7-26-16,2-5-40 0,-2 5-28 15,0 0-5-15,0 0 34 0,0 0 11 0,0 0 14 16,-15 34 16-16,2-8-1 0,-3 5 14 15,1 2 6-15,-6 7 4 0,1 1-5 0,0-2-8 16,3-10-3-16,0 2-5 16,1-6-12-16,5-2-8 0,1-8-9 0,4 1-6 15,-1-4-8-15,2-3 2 0,-1 1 9 16,1-3 8-16,4-2 1 0,-1-1-7 0,2-4-14 16,0 0-12-16,0 0-12 0,0 0-3 15,15-26-15-15,-4-3-11 0,7 0-23 16,4-13-12-16,1 2-6 0,2-1-10 0,-2 2-6 15,0 1-3-15,-8 8 0 0,1 5 0 16,-3 6 2-16,-6 5-5 0,3 2 0 0,-2 2 0 16,-3 3-3-16,1 1 5 0,-1 2-2 15,-5 4-1-15,14-2 6 0,-14 2 1 0,19 7-1 16,-7 0 0-16,4 3 3 16,7 7-5-16,2 0 2 0,-1 0-2 15,-6-1 3-15,0-2-2 0,-4-3 3 0,2 2-2 16,-3-4 2-16,-1-2 1 0,-1 3 1 15,-2-6-1-15,2 2 4 0,-6 0 7 0,2-3 10 16,-7-3 5-16,8 2 7 0,-8-2 2 16,0 0 0-16,0 0-3 0,0 0-4 0,0 0-4 15,-15-19-1-15,1 11-2 0,-1 4-2 16,-2-3-1-16,-2 2-4 0,-2 0-3 16,5 1 0-16,-4 2-3 0,1-2-2 0,2 6-2 15,-1-2 0-15,2 4-2 0,-4 0-3 16,3 1-2-16,2 0-13 0,1 0-30 15,1 1-28-15,4 0-47 0,-3-2-39 16,3 4-54-16,1-1-52 0,3-2-54 0,0 0-83 16,3-1-89-16,2-4-120 0,0 8 59 15,0-8-228-15,0 0-267 0</inkml:trace>
  <inkml:trace contextRef="#ctx0" brushRef="#br0" timeOffset="42974.53">7861 14173 1987 0,'3'-5'-33'0,"-3"5"14"0,6-3 6 16,-6 3 1-16,0 0 31 0,0 0 27 0,0 0 25 15,3 22 7-15,-4-9 7 0,-1 4 2 16,0 3 2-16,0 3-6 0,-2 12-10 16,4-6-3-16,-3-3-6 0,1 0-6 0,0-1-7 15,0-1-3-15,2-3-8 0,0-2-4 16,-2-2-7-16,2 1-10 0,0-6-26 0,-2 1-25 15,4-5-16-15,-4 2-34 0,4-4-52 16,-2-6-69-16,2 5-78 0,-2-5-120 0,0 0-201 16,0 0-100-16</inkml:trace>
  <inkml:trace contextRef="#ctx0" brushRef="#br0" timeOffset="43224.15">8095 14050 1661 0,'2'-16'46'0,"2"6"35"0,-1 0 21 15,-3 4 7-15,0 6-5 0,4-8-11 0,-4 8 34 16,0 0 19-16,0 0 36 0,4 22 1 16,-1-4-3-16,-3 6 5 0,0 1-8 15,0 15-18-15,0 1-14 0,0 1-11 0,0 1-14 16,2 2-12-16,-2 0-10 0,0-4-12 16,-2 0-9-16,2 0-7 0,0-9-7 0,-3-9-6 15,1 1-5-15,0-1-23 16,0-6-27-16,0 0-49 0,-1-3-49 0,1 1-52 15,0-3-56-15,-2-2-60 0,3-1-108 16,-2-2-171-16,1-2-15 0,2-5 64 0,-2 6-135 16,2-6-128-16</inkml:trace>
  <inkml:trace contextRef="#ctx0" brushRef="#br0" timeOffset="43542.64">8551 14065 1940 0,'3'-15'121'16,"1"3"17"-16,2 2 2 0,-5 3-13 16,3 2-13-16,-4 5-3 0,0 0 13 0,0 0 25 15,10 14 5-15,-10 3-2 0,2 8 3 16,-2 4-7-16,0 12-7 0,-2 4-9 0,-2 9-10 15,-2 2-13-15,4-10-5 0,0 0-11 16,1-3-13-16,-3 0-7 0,4-4-10 0,0-1-5 16,-2-3-5-16,2-6-3 15,-2-2-11-15,0-8-22 0,2 2-33 0,-2-4-48 16,2-4-56-16,-1 1-67 0,-1 0-76 16,2-5-107-16,-2-1-222 0,4-3 18 15,1 0 60-15,-3-5-169 0,8 3-177 0</inkml:trace>
  <inkml:trace contextRef="#ctx0" brushRef="#br0" timeOffset="43908.37">8906 14539 1937 0,'0'0'95'0,"0"0"15"15,0 0 17-15,0 0 16 0,0 0 10 16,0 0 15-16,0 0 0 0,0 0 6 0,9-10-6 15,-9 10-9-15,16-4-16 0,-6 0-5 16,3 0-25-16,-2-1-10 0,3-1-4 0,-1 0-14 16,-1 0-3-16,1-1-10 0,-4 0-9 15,2 0-1-15,-6-1-7 0,2 0-9 16,-5-1-2-16,0 0-6 0,-2 0-6 0,0 9-3 16,-4-12-4-16,-3 9-5 0,7 3-3 15,-21 0 0-15,21 0-5 0,-32 12 2 0,10-2-3 16,8 2 7-16,-6 0 1 0,5 2 11 15,1-1 8-15,3 1 10 0,2 1-2 16,3 0 0-16,2 0-1 0,0-1-3 16,2 0-5-16,2-2-3 0,0 1-5 0,2 0-3 15,6 0-19-15,-2-1-48 0,3-3-78 16,2 1-89-16,3-3-106 0,3-2-145 16,6-2-205-16,2 1 66 0,2-3-349 0,0-2-426 15</inkml:trace>
  <inkml:trace contextRef="#ctx0" brushRef="#br0" timeOffset="44290.75">9311 14504 2624 0,'0'-7'18'0,"0"7"47"0,0-10 43 15,0 10 23-15,0 0 15 0,0-8 0 16,0 8-4-16,0 0 11 0,0 0 7 16,0 0 1-16,0 0-10 0,18 15-15 15,-9-5-11-15,-6 0-8 0,3 1-11 0,0 3-11 16,-5-3-8-16,1 3-8 0,-2 0-4 15,-2-3-7-15,1 4-4 0,-5-3-3 16,0 2-6-16,-2-1-3 0,1-3-4 0,-2 1-4 16,-1-1-5-16,0-2-6 0,3-4 0 15,-1-3-3-15,8-1-7 0,0 0-4 0,0 0-8 16,-21-16-5-16,21 2-6 0,2-5 0 16,5-12 4-16,3 0-3 0,3 4 2 15,-3 4-5-15,-4 9-3 0,2-1 5 16,-5 6-2-16,5 3 1 0,-3 3 11 15,-5 3 2-15,16 0 3 0,-16 0-3 0,17 8-4 16,-7 0 0-16,-1 3 1 0,3-1-2 16,1 3-3-16,0 1-16 0,1 1-27 0,-5-3-45 15,7 1-40-15,-5-3-40 0,-4 2-56 16,5-1-35-16,-3-1-44 0,0-3-93 0,0-4-145 16,-2 3-52-16,2-5 53 0,-3 1-227 15,-6-2-253-15</inkml:trace>
  <inkml:trace contextRef="#ctx0" brushRef="#br0" timeOffset="44624.28">9657 14393 2205 0,'-1'-11'79'0,"-3"5"47"15,2-1 45-15,2 7 31 0,-4-10 27 16,4 10 8-16,-2-8-5 0,2 8-18 0,0 0-23 16,0 0 0-16,0 0 13 0,0 0-4 15,0 0-16-15,0 0-15 0,6 25-17 0,-4-15-10 16,2 2-17-16,-3 2-14 0,-1-1-6 15,0 1-9-15,0 4-12 0,-3-4-4 0,-1 2-2 16,-2-1-3-16,1 0 3 0,-2 0 2 16,0-4-2-16,3 1-4 0,-3-3 12 15,0-1 15-15,4 0 15 0,-3-4 1 0,6-4-3 16,0 0-12-16,0 0-9 16,0 0-8-16,-16-18-8 0,14-1-8 0,7-14-5 15,3-6-14-15,6-13-7 0,4-2-30 16,3-4-15-16,4-1-42 0,1-1-19 0,3 7-26 15,-1 3-20-15,-3 8-29 0,2 9-44 16,-4 6-51-16,-1 6-69 0,-8 3-75 0,1 7-64 16,-3 3-72-16,-1-2-132 0,-1 5-35 15,0 0 69-15,-5 3-373 0,-5 2-461 0</inkml:trace>
  <inkml:trace contextRef="#ctx0" brushRef="#br0" timeOffset="44792.59">9734 14194 2580 0,'-16'15'-39'0,"2"-3"32"0,3-4 35 0,2 0 34 16,2-2 23-16,-1-1 31 0,6-1 13 16,-4 2 10-16,6-6-2 0,-4 4-16 0,4-4-8 15,0 0-12-15,0 0-18 0,22 4-68 16,-22-4-82-16,16-2-109 0,-2 0-173 16,1 0-215-16,2 0 58 0,0-1-175 0,2 0-175 15</inkml:trace>
  <inkml:trace contextRef="#ctx0" brushRef="#br0" timeOffset="45591.6">10059 14797 2015 0,'-3'3'76'15,"3"-3"17"-15,0 0 11 0,0 0-1 0,0 0 5 16,0 0-2-16,0 0 1 0,26-12-4 16,-12 7-18-16,-1-5 3 0,3 0-6 0,2-2-17 15,5-5-6-15,1 0 0 0,0-4-6 16,0 1-7-16,1-5-4 0,4-6-4 16,0-2-6-16,-1-4-5 0,3-1 2 15,-3 3 0-15,1 0-6 0,-6 11-7 16,-2 0 5-16,-6 9-4 0,-2 3-5 0,-1 2 0 15,-4 4-5-15,-1 2 3 0,-2 4-2 16,-5 0 15-16,0 0 4 0,14 12 0 0,-10-4 11 16,0 4 12-16,-1 0 1 0,-1 4-1 15,-2-1 0-15,0-1 0 0,0 1 9 0,-2 2 3 16,-3-2 8-16,-1 4 5 0,-6-2 6 16,1-1-2-16,-6 4 2 0,0-3-1 15,1-5-13-15,0 1 0 0,-2-5-4 16,3 0-9-16,2-5-3 0,0-1-5 15,1-2 0-15,1-2-7 0,-1-9-2 0,4-3-7 16,4-7-3-16,4-4-1 0,6-14-5 16,12-8-2-16,1 3-3 0,3 5-3 0,-1 10-1 15,1 0 1-15,-4 10-6 0,0 7 3 16,-3 3-6-16,0 3 2 0,-2 4 8 0,1 4-1 16,3 2 3-16,-2 3-2 0,5 3-2 15,-6 2 2-15,11 7-2 0,-1-1 1 16,-4-1-2-16,-3-2 1 0,0-5-4 0,-5-1 4 15,-1-2 2-15,-1 0 0 0,-1-4-2 16,-1-1 0-16,-8-2-1 0,19-2-1 16,-8-3-2-16,0-2-3 0,1-2-7 15,1-3-15-15,-1-6-12 0,5-5-9 0,2-4-8 16,-4-4-10-16,5-14-14 0,-3-3-10 16,2-3-3-16,-2-7-20 0,2-2-13 0,0-6-3 15,6-16 14-15,-7 17 13 0,-4 7 10 16,-3 10 38-16,1 13 29 0,-8 9 4 0,-2 9 1 15,-4 9 17-15,-2 4 32 16,4 4 19-16,0 0 17 0,-34 39 20 0,20-6 16 16,-2 14 8-16,2 3 6 0,7 10-5 0,1-2-6 15,4 0-5-15,4-2-8 0,5 0-9 16,-3-13-6-16,3-4-7 0,2-2-7 16,-2-3-9-16,-1-6-3 0,5-1-8 15,-5-4-5-15,4-7-16 0,-5-3-41 0,4 1-48 16,1-5-74-16,2 1-87 0,-1-2-119 15,-3-2-127-15,-1-3-182 0,1-1-37 0,-8-2 71 16,7 3-377-16,-7-3-466 0</inkml:trace>
  <inkml:trace contextRef="#ctx0" brushRef="#br0" timeOffset="45758.82">10997 14212 2983 0,'-6'-4'125'0,"1"-2"51"16,5 6 36-16,0 0 33 0,-6-5 16 0,6 5-16 15,0 0-23-15,15-12-20 0,1 5-21 16,4-1-22-16,11-3-63 0,-1 1-74 0,-1 3-81 16,-6 2-120-16,-2 0-141 0,-2 3-179 15,-9 2-166-15,-10 0 62 0,7 11-351 16,-11 0-432-16</inkml:trace>
  <inkml:trace contextRef="#ctx0" brushRef="#br0" timeOffset="46307.41">8579 15891 2948 0,'-27'0'189'0,"6"-1"52"0,4-1 40 16,2 0 18-16,6-1 1 0,-2-1-19 0,4-3-30 15,5 1-23-15,2 6-16 0,9-21-30 16,5 7-20-16,11-6-12 0,11-8-19 0,10-1-16 16,0-3-20-16,3-3-38 0,2-4-30 15,10-11-28-15,0-3-28 0,-5-4-22 16,1 1-16-16,-3-5-20 0,-15 15-7 16,-1-2 7-16,-4 4 7 0,-5-2 0 15,-4 10 14-15,-9 9 10 0,-5 11 6 0,-2 0 5 16,-5 7-2-16,-2 1 7 0,-2 8 3 15,0 0 1-15,0 0 0 0,-21 0 9 0,21 0 7 16,-25 16-2-16,11-5 3 0,3 3-4 16,0 2 8-16,1-3 0 0,5 0 0 0,1-1 5 15,4 2 9-15,4 3 11 0,1 1 9 16,11 6 10-16,0 2 18 0,4-1 6 16,5 1 6-16,-2 2 5 0,2-3-2 15,-5 2 0-15,3-2 0 0,-5-3 16 16,-5-1 15-16,-4-6 12 0,-1 1 18 0,-4-4 37 15,-4 1 20-15,-2-1 10 0,-2 4-2 16,-4-3-10-16,-5 1-14 0,-2 1-15 0,-2-4-15 16,-2-1-14-16,-3 0-14 0,2-1-9 15,-3-1-14-15,2-2-56 0,2 0-77 16,3-4-84-16,0-2-79 0,2-2-77 0,1-4-80 16,1-2-68-16,3-9-80 0,1-7-91 15,7 1-149-15,1-1 67 0,1-2-521 0,3 4-676 16</inkml:trace>
  <inkml:trace contextRef="#ctx0" brushRef="#br0" timeOffset="47241.75">9351 15263 3098 0,'21'-11'-102'15,"-3"0"51"-15,0 0 45 0,3 2 41 0,-2-1 31 16,0 0 10-16,2 6 7 0,-4 2 2 16,-1 2 17-16,-2 4 1 0,6 2-2 0,-4 5 5 15,-2 3 3-15,-3 4 9 0,-1 1-5 16,0 10-1-16,-5-5 11 0,-3 0 15 0,-4 2-3 15,1-1 3-15,-7 5 4 0,-2-1 3 16,-1-1-5-16,0-8-6 0,-5 2-10 16,1-3-11-16,1-3-11 0,2-5-9 15,-2-2-5-15,1 0-11 0,1-6-7 16,1 0-4-16,11-3-9 0,-22-6-5 0,9-3-8 16,6-5-5-16,3-8-4 0,-2-2-5 15,6-3 0-15,0 1-6 0,5 1-1 0,-2 2-7 16,1 3 0-16,1 2-8 0,3 4 0 15,1 5 2-15,-1 2-2 0,5 1 0 16,-1 4 0-16,3 4-3 0,1 0 10 0,2 2-10 16,4 0-1-16,-1 4 0 0,-3-4 2 15,5 3 1-15,-8-1-4 0,-1-2 5 0,-1-1-2 16,1 0 3-16,-5-1-1 0,0 2 24 16,-9-4 12-16,18 0 0 0,-18 0-8 15,19-8 1-15,-10 4 7 0,3-2-14 16,-4 0 12-16,-1 1 24 0,1 1-7 15,-8 4-7-15,11-8-11 0,-11 8-6 0,10-3-5 16,-10 3-5-16,0 0 10 0,11-1 4 16,-11 1 11-16,0 0-11 0,0 0-2 0,0 0-2 15,21 4-3-15,-21-4 3 0,11 4-2 16,-11-4-5-16,20 0 0 0,-7 0-5 0,2-1 3 16,0-5-5-16,6 1 0 0,3-1-2 15,-6-2-7-15,3 1 4 0,0 1-3 0,-6 0 0 16,1 1-7-16,-5 2 2 0,0-1 1 15,-3 1-9-15,-8 3-2 0,15-4 1 16,-15 4 6-16,16 0 2 0,-16 0 2 16,0 0 0-16,20 4-3 0,-11-2 2 15,-9-2 0-15,14 3 2 0,-4 1-5 0,0-3 2 16,1 2 2-16,1-1-2 0,-1 0-4 16,0 0 10-16,3 0-5 0,2-1-7 0,2 2 0 15,0-1 4-15,0-2-3 0,3 0-1 16,-2 2 6-16,0-2-7 0,1 2 16 0,-4-2-14 15,0 0 0-15,1 0 5 0,-2 0 2 16,0 0-1-16,-1-2 10 0,1 0 17 16,-1 0-3-16,-3-2-3 0,2 0 0 0,-1 0-2 15,-1-4-4-15,-1 1-2 0,-1 1-2 16,0 0-5-16,-1-1-1 0,-2 2-4 16,-6 5-4-16,9-7-6 0,-9 7-12 15,0 0 7-15,0 0-11 0,0 0-1 0,0 0 0 16,-39 9 9-16,23-4-6 0,3 2 4 15,-3 1-5-15,5-2 5 0,-1 2 6 0,3-1-12 16,-2 3 6-16,3 1 3 0,-2-1-4 16,5 2-2-16,-1-1 3 0,4 3 6 0,2-2-4 15,2 1 1-15,0-1 3 0,4 1 10 16,1 1-9-16,3-2 1 0,3-1 0 16,3-1-3-16,0-3-18 0,0 0-35 15,1-4-27-15,0 0-27 0,-2 1-20 16,-1-4-22-16,1 0-27 0,-1 0-39 0,0-4-52 15,-3 1-57-15,2 1-59 0,-2-1-61 16,-6 1-80-16,4-1-120 0,-9 3-35 0,0 0 68 16,0 0-392-16,0 0-483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4-19T02:49:10.5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3191 11858 2278 0,'-3'-5'912'16,"3"5"-294"-16,-4-7-137 0,4 7-71 15,0 0-36-15,0 0-17 0,0 0-44 0,-9-5-39 16,9 5-3-16,0 0-9 0,0 0-19 0,0 24-19 15,2-13-28-15,1-1-7 0,1 0-21 16,5 2-6-16,0-2-10 0,3 1-13 16,5-5 1-16,4 0-112 0,-1-8-28 0,7-2 0 15,9-6 0-15,7-7 0 0,1-7 0 16,3-3 0-16,2-8 0 0,-4-1 0 0,1 1 0 16,-1-4 0-16,-2 7 0 15,-4 2 0-15,-12 7 0 0,0 2 0 0,-4 2 0 16,-6 7 0-16,-3 2 0 0,-5 3 0 0,0 0 0 15,-2 4 0-15,2-1 0 0,-9 4 0 16,11-6 0-16,-6 3 0 0,-5 3 0 0,11-4 0 16,-11 4 0-16,0 0 0 15,0 0 0-15,0 0-167 0,11 9-530 0,-11-9-224 0,-4 13 33 16,2-1 102-16,-2 3-823 16,-6 6-1050-16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19T02:38:13.6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3035 10911 2795 0,'6'-8'163'0,"-3"2"4"0,1-3 0 15,-2 1-7-15,3 2-6 0,-2-3-2 16,1 3 5-16,0-2-4 0,-1 4-9 0,-3 4 5 16,4-11-11-16,-4 11-13 0,4-7-23 15,-4 7-4-15,0 0 18 0,0 0 9 16,0 0-4-16,3 36-8 0,-6-19-6 16,1 8-7-16,0 0-2 0,2 1-6 15,0 2-2-15,4 4-4 0,6 0-4 0,-3-4-6 16,8 1 2-16,5-6-1 0,3-2 0 15,5-4-8-15,8-5-3 0,2-4 1 0,5-4-10 16,2-4-1-16,-1-4-10 0,3-2-7 16,-2 0 1-16,7-7-4 0,-4-2-1 0,-10 6-5 15,-5 2-5-15,-7-3 2 0,-4 6-4 16,-6-4 1-16,-2 8 4 0,-3-6-10 16,1 2 0-16,-2 2-7 0,-10 2 3 15,14-5-11-15,-14 5-17 0,14-4-31 16,-14 4-39-16,9-2-47 0,-9 2-57 0,8-6-78 15,-8 6-80-15,0 0-89 0,0 0-116 16,0 0-194-16,0 0 69 0,0 0-519 0,0 0-659 16</inkml:trace>
  <inkml:trace contextRef="#ctx0" brushRef="#br0" timeOffset="2115.83">5022 11528 3028 0,'-9'5'-161'16,"9"-5"37"-16,0 0 34 0,-9 0 33 0,9 0 22 15,0 0 17-15,0 0 4 0,0 0 7 16,0 0 10-16,0 0 7 0,0 0 7 16,0 0 8-16,0 0 9 0,0 0 5 15,30-7 5-15,-20 7 7 0,-10 0 2 0,23-3 0 16,-10 3-3-16,2 0 2 0,2 0-5 16,2 0-1-16,3 3-4 0,-2-3 3 15,7 2-7-15,1-2-6 0,3 0-2 0,11 1 2 16,-2-1-7-16,2-1-2 0,0 1-3 15,-8 0 0-15,-3 0 2 0,10-6-5 0,0 5-2 16,1-5 2-16,-1 5 0 0,2-4-7 16,-2 1 1-16,-3 1 1 0,3-2-4 15,-3 1 1-15,-6 1 0 0,-5-1 2 16,2 1-4-16,-4 0 1 0,-2 1-1 16,2-2-1-16,0 2-5 0,-3 1 0 0,3-2 2 15,-1 0 3-15,2 1-5 0,-1 0 0 16,0-2 2-16,2 1-1 0,-2 0 0 0,1-1 0 15,1 2 1-15,-1-1-1 0,1 0-1 16,2 0-1-16,9-1 0 0,-2 0 3 0,4 1 0 16,-4-3 1-16,-5 5-3 0,-1-3 2 15,8 0-1-15,1-1-1 0,-1 3 2 16,4-2-4-16,-3 1 1 0,2 0 1 0,1 0 0 16,-5 2 0-16,-3-1-4 15,-8 0 3-15,-5 2-2 0,0 0 4 0,-6 0-2 16,2 0-4-16,-4 0 0 0,-13 0 4 15,25 2-6-15,-14 0-2 0,-11-2 2 0,20 1-3 16,-11 2 4-16,-9-3 0 0,19 0-1 16,-19 0 0-16,18 4-4 0,-9-4 7 0,4 0-4 15,3 2 6-15,0-2-2 0,-2 0-1 16,3 0 4-16,0 2-4 0,1-2 1 16,0 2 0-16,-2-1 0 0,1-1-1 0,2 1-2 15,1 1-7-15,-2 1 2 0,3-3-1 16,-4 2 3-16,6 0 2 0,2-2-1 15,2 2 4-15,1-2-1 0,1 2 0 0,2-2-2 16,-3 0 4-16,5 0 1 0,-5 0 2 16,1 0 0-16,1 0-2 0,-6-2 1 15,1 2-2-15,-2 0 0 0,-3 0-2 16,-2 0 5-16,0-2-3 0,-2 2-5 0,-16 0 0 16,25 0-4-16,-11 2-1 0,-3-2 0 15,-11 0 1-15,22 2-2 0,-13-1 0 0,2 2 0 16,3-3 4-16,2 3-3 0,4-2 5 15,7 1 1-15,-1 2-3 0,10 0 6 0,2-1-1 16,3 0 1-16,2 0-2 0,-3 0 1 16,3 3-3-16,-4-5-2 0,1 3-8 15,-1 0-3-15,-7-2-2 0,6 2 1 16,-6 1-1-16,-9-3-5 0,0 0 0 16,-4 0 2-16,0 1 2 0,-4-1 5 0,1-2 1 15,-3 1 3-15,3-1 0 0,-16 0 2 16,25 0 1-16,-14 0 1 0,-11 0 5 0,16 0-1 15,-16 0-1-15,18 0-1 0,-18 0 6 16,16 2-4-16,-16-2 1 0,12 0 0 0,-12 0 4 16,20 0-3-16,-5 2 3 0,0-2-2 15,4 0 1-15,8 2-1 0,-1-1-1 16,16 0 5-16,4 2-5 0,3-2 5 16,15 3-1-16,1-2 1 0,-1 3-3 0,-3-4 0 15,2 4-10-15,-13-1-12 0,-5-1-9 16,0 3-4-16,-8-1-2 0,-4-2 2 15,-6-1 5-15,-9-1 6 0,1 0 3 0,-4 2 1 16,-1-2 4-16,-3 1 11 0,-11-2 15 16,21 0 7-16,-21 0 4 0,18 2 8 15,-18-2 3-15,17 2 3 0,-17-2 2 0,11 0-2 16,-11 0-2-16,0 0-4 0,19-2 0 16,-19 2 0-16,9-2-4 0,-9 2-2 0,0 0-5 15,14-2 4-15,-14 2-5 0,0 0-6 16,0 0-19-16,0 0-47 0,15 0-61 15,-15 0-82-15,0 0-131 0,0 0-139 16,0 0-92-16,0 0-64 0</inkml:trace>
  <inkml:trace contextRef="#ctx0" brushRef="#br0" timeOffset="3482.22">22321 7393 2803 0,'0'-12'205'16,"1"2"30"-16,-1 0 11 16,0-1 1-16,2 3-18 0,0-1-20 0,1 1-14 15,-3 1-14-15,2-3-20 0,-2 5-2 16,2-2-13-16,-2 7-16 0,1-11-15 0,-1 8-17 16,0 3-10-16,0 0-8 0,0 0-8 15,0 0-6-15,8 24-7 0,-6-5 0 0,-2 6-8 16,-2 15-8-16,-2 2 2 0,0-1-5 15,-1-1-8-15,-3 1 0 0,-2-1-4 0,-1-2 3 16,1-2-3-16,-1-4-3 0,2 0-3 16,-3-6-1-16,1-5 2 0,1-4-3 15,2-3-4-15,3-3 2 0,-3 1-2 0,4-1 2 16,-1-5-3-16,0 4 0 16,2-5 1-16,3-5-13 0,-4 7-32 0,4-7-34 0,0 0-52 15,0 0-57-15,0 0-90 16,0 0-72-16,0 0-95 0,2-22-90 0,0 13-161 15,-1 0 66-15,3 1-449 0,3-2-534 16</inkml:trace>
  <inkml:trace contextRef="#ctx0" brushRef="#br0" timeOffset="4350.42">22525 7236 2759 0,'-8'-9'-61'0,"3"3"41"0,-4 2 40 0,6 0 37 16,3 4 34-16,-8-9 41 0,8 9 29 15,-3-4 17-15,3 4 6 0,-4-5 2 0,4 5 1 16,0 0-6-16,0 0-13 0,7-9-17 15,4 7-13-15,9 2-12 0,7 0-11 0,14 0-12 16,7 0-9-16,19 2-9 0,-1 0-9 16,9 0-9-16,1 0-3 0,2 6-9 15,-4-5-8-15,5 1-4 0,-7-4-3 0,-7 4-5 16,-14-2-3-16,-5-2 0 0,-13 0 0 16,-7 0-6-16,-5 0 1 0,-2-2 10 15,-2 2 0-15,-3 0 4 0,-3 0 5 16,-2 0-6-16,-9 0-2 0,18 0-10 0,-18 0-6 15,14 2 2-15,-7 4 0 0,-1-1-2 16,-3 3-3-16,-1 4 2 0,0 2 0 0,-6 5 1 16,-1 12 7-16,-6 6 5 0,0 9-6 15,0 5 3-15,-3-3 9 0,3 1 3 16,0 2 5-16,-1-1 1 0,5 0-1 16,1-8 2-16,1-3-3 0,-2-3 7 0,2-2-1 0,-1-8-8 15,4-6-3-15,-1-3-3 16,-1-2-1-16,2-2-3 0,0 0 21 0,-2-6 27 15,2 2 20-15,0-2 28 0,2-7 13 16,-4 10 0-16,4-10-15 0,-3 5-16 0,3-5-8 16,0 0-11-16,0 0-13 0,-13-1-9 15,13 1-10-15,0 0-9 0,-33-8-38 0,16 8-15 16,-8-2 0-16,-15-2 0 0,-4 4 0 16,-5 0 0-16,-5 0 0 0,-10-2 0 0,-5 4 0 15,2 0 0-15,0 0 0 0,3-2 0 16,10 0 0-16,5 2 0 0,3-2 0 0,2 0 0 15,10 3 0-15,7-3 0 16,3 0 0-16,0 1 0 0,1-1 0 0,9-1 0 16,-8 1 0-16,9 0 0 0,-1 0 0 15,2-3 0-15,1 3 0 0,-2 0 0 0,2-2 0 16,11 2 0-16,-15-4 0 0,5 2 0 16,3-2 0-16,7 4 0 0,-14-2 0 0,14 2 0 15,-13-6 0-15,8 3 0 0,5 3 0 16,-12-6 0-16,4 6 0 0,8 0 0 0,-13-6 0 15,7 2 0-15,6 4 0 0,-11-3 0 16,11 3 0-16,-9-4 0 0,9 4 0 0,-11-1 0 16,11 1 0-16,0 0 0 0,-7-4 0 15,7 4 0-15,0 0 0 0,0 0 0 16,-7-4 0-16,7 4 0 0,0 0 0 16,0 0 0-16,0 0 0 0,0 0-415 0,0 0-160 15,0 0-127-15,0 0-189 0,13-11 84 16,-3 7 87-16,3-1-668 0,2 0-841 15</inkml:trace>
  <inkml:trace contextRef="#ctx0" brushRef="#br0" timeOffset="5414.91">22845 7490 3697 0,'2'-6'-46'0,"-2"0"62"0,2-1 62 15,0-3 52-15,0 4 43 0,-2 0 27 16,0 6 15-16,2-11-1 0,-2 11-18 16,0-9-17-16,0 9-24 0,0 0-10 0,0 0 24 15,0 0-6-15,0 0-5 16,-8 32-15-16,5-15-3 0,-4 1-6 0,0 5-12 16,3-1-5-16,-3 0-14 0,-2 0-11 15,4-1-7-15,-3 0-8 0,3-3-12 0,-3 1-2 16,2-3-12-16,0-3-3 0,3 1-28 15,-3-1-36-15,2-4-52 0,1 2-50 0,1-5-54 16,-3 3-60-16,3-3-63 0,2-6-77 16,0 8-72-16,0-8-64 0,0 0-84 0,0 0-79 15,0 0 60-15,0 0-411 0,22-16-495 16</inkml:trace>
  <inkml:trace contextRef="#ctx0" brushRef="#br0" timeOffset="5581.96">22845 7674 2591 0,'0'0'-35'0,"2"-6"62"15,-2 6 33-15,6-6 30 0,-1 4 39 0,1-4 37 16,1-1 15-16,5-1 3 0,-1-3 5 16,5 1-13-16,1-2-12 0,-2 0-18 15,8-7-16-15,1 2-9 0,0-2-22 0,-5 5-33 16,-2 2-49-16,-4 1-65 0,-2-1-59 16,1 4-50-16,-2 4-50 0,-7-3-58 0,1 3-52 15,-4 4-55-15,0 0-74 0,0 0-52 16,0 0-211-16,-27 11-202 0</inkml:trace>
  <inkml:trace contextRef="#ctx0" brushRef="#br0" timeOffset="5797.92">22878 7625 1891 0,'-4'3'39'15,"4"-3"46"-15,-5 5 37 0,5-5 46 0,0 7 45 16,0-7 28-16,2 9 17 0,3-2 10 16,-3-2 2-16,1 4-3 0,3 1-9 0,-1-1-17 15,3 1-18-15,0 2-20 0,1-3-15 16,-3 3-20-16,1 0-15 0,3-1-19 0,-4-2-12 15,0 0-15-15,-1-1-27 0,3-1-40 16,-6 1-41-16,2-2-49 0,-2 2-59 16,-2-1-76-16,0 0-87 0,-2 0-84 15,-4 1-99-15,0 1-156 0,0-3 3 0,1 1 65 16,-4-1-324-16,-2 1-351 0</inkml:trace>
  <inkml:trace contextRef="#ctx0" brushRef="#br0" timeOffset="7164.74">22127 7968 2334 0,'9'-6'-22'0,"-9"6"33"0,12-2 40 16,-5-1 36-16,-7 3 25 0,11-1 18 0,-11 1 19 16,12-4 7-16,-12 4 6 0,10-3-9 15,-10 3-2-15,0 0-3 0,0 0 1 16,0 0 21-16,0 0 8 0,0 0-5 0,0 0-5 15,-42 8-11-15,13-5-7 0,-10-1-10 16,-4 6-8-16,-1-6-9 0,0 0-11 0,5-2-11 16,-2-2-6-16,3-2-9 15,8 2-9-15,3-2-2 0,4-1-4 0,-1 0-1 0,2-2-9 16,5 1-2-16,0-5-5 16,3 2-5-16,3 1-7 0,4 1-3 0,0-1-6 15,-2 1-4-15,4 0-1 0,-1 0-3 16,2 2 1-16,1-2-7 0,3 7-4 0,-9-7-5 15,9 7-2-15,-7 0 2 0,7 0-1 16,-13 11 4-16,5-1 0 0,-3 3 5 0,-2 5 4 16,-7 6 5-16,1 1 0 0,-1 4 8 15,-7 5-1-15,6-9 10 0,-1-1-2 0,4-3-4 16,-2 4-1-16,8-7-1 0,0-3-10 16,0-2 6-16,5-1-2 0,2-3-5 0,-4-1-5 15,4 3 0-15,-1-4-3 16,2 0-2-16,3-2-2 0,-3 1 1 0,4-6-5 15,-7 14 2-15,7-14-1 0,2 13 8 16,3-6-8-16,0-1 4 0,3 2-7 0,3 1 1 16,6-1 3-16,14 7-7 0,3-6-7 15,9 4-24-15,7 1-13 0,10 0-16 16,2-5-20-16,5 5-18 0,2-3-13 0,1 2-12 16,-1-1-3-16,-3-3 8 0,2 3 13 15,-4-2 11-15,1 0 15 0,-2-3 15 0,0-5 17 16,-4 3 12-16,-11-2 9 0,1-1 10 15,1 0 7-15,-1 0 3 0,1 0 3 0,1-1-1 16,-2 2 3-16,3-1-3 16,7 4 1-16,-2 0-1 0,-9-1 3 0,-4 1-3 15,1 0 1-15,-1 2-1 0,12 3 1 16,-15-6 1-16,6 2-3 0,-2 1-1 0,1-6 3 16,11 7 1-16,2-3-3 0,0 0 0 15,2 0 1-15,-2 0 0 0,2 3-1 0,-2-2 1 16,-4 2 0-16,-8-3 1 0,-10 0-4 15,1-1-3-15,-9-1-2 0,-10 0-1 0,-2 0 1 16,-1-1 0-16,-3-1 0 0,-3-1 1 16,-3 1 3-16,1 0 1 0,-8-2 7 0,0 0 11 15,19 3 3-15,-19-3 8 16,9 2 1-16,-9-2 1 0,0 0 0 0,15 2 8 16,-15-2 3-16,0 0 0 0,0 0 5 15,16 0-4-15,-16 0-2 0,0 0 3 16,0 0 5-16,0 0 4 0,13 0 10 0,-13 0 13 15,0 0 13-15,0 0-10 0,0 0 1 16,8-7-10-16,-8 7 4 0,2-12-5 0,0 2-4 16,-2 1-7-16,0-5-5 0,0-6-2 15,1-5-9-15,-1-11-4 0,2-1-10 0,6-3-7 16,-5-4-7-16,8-9-3 0,0 0 6 16,-4 9-2-16,0 5 4 0,0 2-7 15,-2 2-5-15,-3 6 7 0,4 7-6 16,-6 2 5-16,2 3-10 0,-4 1 1 0,2 2 3 15,0 1-5-15,-2 1-15 0,-2-1 9 16,-1 1 0-16,-7 4 2 0,-5-2 6 0,-12-1-8 16,-7 2 4-16,-4 4 3 0,-7 1-3 15,-18 1 7-15,-2 3-3 0,0 0-4 0,1 4 1 16,3-1-1-16,4 2 5 0,15 0 5 16,4-1 0-16,7-1-4 0,10 1-5 0,5 0-1 15,-2-3-2-15,7 2 5 0,-1-1-3 16,5-2-8-16,2 2-14 0,7-2-19 0,-18 4-18 15,13-2-26-15,5-2-29 0,-11 0-37 16,11 0-46-16,0 0-88 0,0 0-68 16,-14 0-68-16,14 0-90 0,0 0-156 15,0 0-6-15,-8 6 73 0,8-6-440 0,-1 6-517 16</inkml:trace>
  <inkml:trace contextRef="#ctx0" brushRef="#br0" timeOffset="7514.6">22828 8136 3207 0,'3'-12'165'0,"1"3"37"16,-2 2 37-16,0 1 20 0,0 2-4 0,-2 4-17 16,3-8-30-16,-3 8-16 0,0 0 11 15,0 0 13-15,0 0-2 0,-7 22-11 0,1-9-4 16,3 3-2-16,-5 3-9 0,3 0-24 16,-4-1-7-16,0 3-15 0,4 1-12 0,-3-1-12 15,2 0-12-15,0-2-12 16,3-2-14-16,-3-3-30 0,2 3-38 0,1-5-63 15,-2 0-57-15,3 0-74 0,0-2-83 16,1-2-90-16,-1-1-94 0,0-2-131 0,2-5-195 16,-6 7 68-16,6-7 78 0,0 0-506 15,-11 0-603-15</inkml:trace>
  <inkml:trace contextRef="#ctx0" brushRef="#br0" timeOffset="8181.3">21877 8095 3171 0,'6'-5'-1'15,"-6"5"32"-15,5-5 34 0,-5 5 28 16,4-6-2-16,-4 6-14 0,0 0-10 0,0 0 9 16,0 0 11-16,0 0-5 0,0 0 6 15,2 19 5-15,-2-19 6 0,-2 14-1 0,-4-5 1 16,3 1-5-16,-3-2 0 0,1 3-6 16,-2-1-4-16,2-2-7 0,-5-1-3 0,5 3 3 15,-4-5 2-15,-2 1 0 16,6-1-3-16,-3-2-1 0,0-1-5 0,8-2-6 15,0 0-7-15,-16-7-6 0,12 2-6 16,-3-4-5-16,7-6-2 0,0-4-6 0,2 0-5 16,5-3-3-16,-2 2-2 0,1 1-3 15,-1 1 1-15,3 3-6 0,-4 3-2 0,4-1-4 16,-5 3-4-16,5 6 1 0,-3-2 2 16,4 6-4-16,-9 0 3 0,0 0 0 0,25 10 2 15,-12 0 0-15,-1 1 1 0,10 9 1 16,1 0 2-16,0 1 1 0,-3-2-1 0,1 2-1 15,-1-5 1-15,-5-3-4 16,-1 1 0-16,-3-3-1 0,-2-3-2 0,-2-1 1 16,2 0-15-16,-4-2-28 0,1-1-42 15,-3 1-51-15,-3-5-96 0,6 5-103 0,-6-5-115 16,0 0-162-16,0 0-32 0,0 0 63 16,0 0-392-16,0 0-445 0</inkml:trace>
  <inkml:trace contextRef="#ctx0" brushRef="#br0" timeOffset="8398.33">22272 8121 2766 0,'0'0'91'0,"1"-9"38"15,-1 9 29-15,0 0 8 0,0 0-1 0,0 0 36 16,0 0 21-16,0 0 1 0,0 0-15 16,0 26-8-16,0-14-15 0,0 1-18 15,-1 5-17-15,1-2-13 0,0 2-16 0,-2 0-11 16,2 2-11-16,-2-3-8 0,2-1-11 15,-5 1-26-15,5-2-38 0,-2-1-48 0,2-2-58 16,-1 0-77-16,1-3-80 0,-4 4-71 16,4-6-92-16,-4 1-134 0,2-3-82 0,2-5 64 15,0 9-371-15,0-9-413 0</inkml:trace>
  <inkml:trace contextRef="#ctx0" brushRef="#br0" timeOffset="8914.19">23508 8307 2474 0,'0'0'-43'0,"10"-4"27"16,-10 4 38-16,0 0 36 0,0 0 35 15,13 10 22-15,-11-3 29 0,-2-1 22 0,-2 3 9 16,2 0 0-16,-4 1-1 0,0 0-5 16,1-1-2-16,-5 3 5 0,0-2 2 0,-1 0-3 15,-2 0-2-15,-1 0-16 0,-1-2-11 16,-1 0-6-16,1-1-11 0,-3-2-11 0,1 0-6 15,4-2-14-15,-2-1-8 0,0 0-7 16,1-2-8-16,12 0-6 0,-21-7-10 0,15-1-11 16,0-3-13-16,3-4-14 0,3-4-8 15,3-3-3-15,3 3 2 0,2-1-4 0,0 0-2 16,-1 5 1-16,-2 3-4 16,4 1-1-16,-6 5 0 0,5 2 0 0,-3 2 3 15,-5 2-1-15,12 0 2 0,-12 0-3 16,19 12 1-16,-10-3 1 0,3 2 2 0,-1 3-2 15,3 1-1-15,-3 0 0 0,0 0 3 16,1 1-14-16,-3-1-30 0,3 3-32 16,-4-5-43-16,-4 1-67 0,-1-2-79 0,-1 0-73 15,-4-2-94-15,4 1-124 0,-4-3-69 16,2 0 64-16,0 1-371 0,0-2-409 0</inkml:trace>
  <inkml:trace contextRef="#ctx0" brushRef="#br0" timeOffset="9197.49">23681 8427 2542 0,'10'-10'39'0,"-4"0"27"16,1 3 25-16,3 0 41 0,-5 2 26 0,5 0 21 15,-2 0 5-15,3 1 4 0,-1 3 11 16,1 1-3-16,-11 0-10 0,25 5-9 0,-14 2-4 16,1 1-6-16,-3 2-1 0,1 2 2 15,-7 4 2-15,-1-4-1 0,0 2-1 0,-2 1 6 16,-4-1 7-16,3 1 2 0,-5-1-4 15,0-3-6-15,3 0-12 0,-3-1-11 16,4 0-16-16,-2-3-15 0,2 1-11 16,0-2-11-16,2-6-9 0,-4 11-9 0,4-11-12 15,2 8-27-15,-2-8-51 0,10 6-59 16,-2-3-64-16,1-2-72 0,-9-1-99 16,27-1-115-16,-10-2-129 0,5-1-171 0,14-3-21 15,2-1 82-15,-4 0-578 0,2 0-698 16</inkml:trace>
  <inkml:trace contextRef="#ctx0" brushRef="#br0" timeOffset="10614.34">23077 9033 3640 0,'8'-11'45'15,"-4"3"36"-15,2 2 41 0,-3 1 22 16,-3 5-2-16,2-5-9 0,-2 5-13 0,6-5-6 15,-6 5 16-15,0 0 1 0,4 15-5 16,-3-4-7-16,-1-1-12 0,2 4-5 0,-2-1-3 16,0 1-8-16,0-2-6 0,-2 5-3 15,2-6-7-15,0 3-7 0,-1-4-5 16,-1 1 5-16,0-1 5 0,0-4 6 0,-2 2 10 16,2-3 5-16,-3-1-7 0,5-4-1 15,-12 2-5-15,12-2-14 0,-11-6-7 16,5-5-10-16,1-5 1 0,3-3-10 0,2-7-8 15,4-8-1-15,3-3-2 0,-2 4-9 16,3 9 2-16,-2 4-8 0,0 6 3 0,-1 1-11 16,-3 1-1-16,4 3-2 0,-1 4-2 15,2 3 0-15,-7 2 5 0,0 0-1 0,22 14-9 16,-10 1 10-16,3 7-1 0,1 4-5 16,0 3-3-16,4 2 6 0,5 3-4 15,-2 0 8-15,1-6-4 0,-1-3 1 16,0-2-3-16,-3-2-1 0,1-3 5 0,-5-2-1 15,-3-4-4-15,-2-5-1 0,-1 2 3 16,1-4 0-16,1-2 2 0,-1-1 3 0,2-2-2 16,3-2 0-16,-1-3-3 0,2 0-6 15,0-6-5-15,6-4 4 0,-2-5 7 0,1-5 3 16,2-8 1-16,1-10 2 0,-2-1-1 16,0-5 0-16,2-8-6 0,1-4 2 0,4-14-4 15,-7 15 0-15,0 4 2 0,-1 5-6 16,-6 8 10-16,-4 11-3 0,-3 3 13 15,-1 7 1-15,-5 7-3 0,3 1-8 0,-3 5-2 16,-3 3-10-16,-5 1 10 0,5 5-2 16,-9-1 2-16,9 1 1 0,-19 12 5 0,6 2 1 15,-7 10 8-15,5 5-1 0,0 4 10 16,-4 12-2-16,4-1 7 0,2 8-2 16,1 1-1-16,2 3-4 0,5 4 1 0,3-3-6 15,2-9-2-15,4 8 4 0,-1-14-11 16,7-3-18-16,0-2-9 0,-1 0-13 15,0-6-12-15,1-6-1 0,-2-6-1 0,-3-3-5 16,3-4 4-16,0-2 1 0,-1-3-8 16,5-4-8-16,0-1-11 0,0-6-3 0,4-1 1 15,10-8 7-15,1-8 6 0,0-3 4 16,1-10 6-16,8-10 7 0,-2-2 0 0,0-3 8 16,0-3 3-16,-4-2 2 15,3 2 1-15,-6 5 9 0,-5 9 20 0,-7 10 16 16,0 5 8-16,-5 6-3 0,-2 1 1 15,-5 7-7-15,1 2-1 0,-4 5-1 0,0 2 3 16,0 0 3-16,0 0-2 0,-15 24-8 16,7-7 9-16,1 7 3 0,-4 9-9 0,-1 4-2 15,2 1 4-15,3 12-3 0,0-9-1 16,0 0-6-16,3-1-29 0,3-3-31 0,1 2-31 16,0-10-33-16,1-5-34 0,-1 0-29 15,0-6-43-15,2 0-28 0,0-5-28 0,1-2-30 16,1-3-55-16,-1-1-77 0,6-4-126 15,-1-1-31-15,6-2 67 0,0-5-333 0,8-2-350 16</inkml:trace>
  <inkml:trace contextRef="#ctx0" brushRef="#br0" timeOffset="10932.56">24590 9140 2399 0,'-11'5'47'0,"1"1"39"0,1 0 40 16,0 0 37-16,-1 0 23 0,0-1 15 15,3 5 10-15,-4 0 3 0,1 2-10 0,2-3-7 16,1 4-15-16,0-1-20 0,4 0-13 16,1 0-13-16,0 0-14 0,2-2-10 15,4 1-12-15,-1-1-17 0,4-2-21 0,0-1-25 16,4 2-16-16,1-4-11 0,-1-2-4 16,2-3 4-16,-1 0-1 0,1 0 4 15,-1-3 11-15,-1-2 20 0,1-2 21 16,0-2 12-16,-3-4 21 0,-2-4 19 0,2-2 7 15,-4 0-2-15,1-3-12 0,-5 4-7 16,-1 1-6-16,0 1-23 0,-1 2-7 0,-3 1-24 16,-3 5-35-16,-4 1-49 0,0 3-58 15,0 4-68-15,-5 0-89 0,2 4-89 0,-8 3-92 16,-1 1-103-16,5 2-134 0,-2 0 62 16,8-3-493-16,5 3-576 0</inkml:trace>
  <inkml:trace contextRef="#ctx0" brushRef="#br0" timeOffset="11380.37">24657 9203 2965 0,'8'-2'4'0,"-8"2"46"0,0 0 34 15,8-3 36-15,-8 3 16 0,0 0 3 0,0 0-10 16,0 0 1-16,0 0 7 0,0 0-11 16,13 8-13-16,-13-8-10 0,1 9-10 15,3-3-12-15,1 1-5 0,-1 0-7 0,-3 0-8 16,5 1-10-16,-2-1-8 0,-1 0-7 15,3-2-3-15,-3 2-3 0,4-4-3 16,-1 1-2-16,-6-4-3 0,12 5 2 0,-3-5-3 16,-9 0-4-16,18-3 7 0,-6-1 15 15,-1-1 23-15,0-2 18 0,3 1 18 16,-3-1 11-16,0-2 6 0,1 4 4 0,-4 0-7 16,-3 1-11-16,4 1-12 0,-9 3-9 15,11-3-9-15,-11 3-7 0,0 0-4 0,0 0-5 16,15 8-6-16,-15-8-7 0,10 7-8 15,-7-5-10-15,3 4-9 0,-2 0-8 0,3-3-2 16,3 1-12-16,-1-3-2 0,4 1 3 16,-1 0-2-16,3-2 3 0,1-2-1 15,0 0 4-15,0-1 0 0,4-1 6 0,-6-1 7 16,4 0 1-16,-3-2 12 0,0 0 6 0,0-3-4 16,5 0 1-16,-6 0-3 15,8-9-10-15,-5-2 0 0,0 3-5 0,-3 4-24 16,-1-1-37-16,-2 3-50 0,-3 1-70 15,-1 0-84-15,-1 2-95 0,-2 4-116 0,-3-1-147 16,-1 6-71-16,2-6 72 0,-2 6-483 16,0 0-566-16</inkml:trace>
  <inkml:trace contextRef="#ctx0" brushRef="#br0" timeOffset="11764.19">25562 9147 2917 0,'0'0'20'0,"0"0"47"0,0 0 44 0,0 0 28 16,0 0 15-16,0 0 11 0,0 0 10 15,0 0 12-15,0 0 1 0,0 0-12 0,0 0-15 16,0 0-13-16,0 0-14 0,0 0-16 16,6 10-10-16,-6-10-8 0,16 3-14 0,-7-2-5 15,-9-1-9-15,19-1-10 0,-8-2-5 16,0-1-4-16,1-2-3 0,-1-2-1 15,0 0 5-15,-6-1 4 0,3-2 7 16,-7 2-3-16,-1 1-8 0,0 1-7 0,-3 1-3 16,-5-2-7-16,-4 3-4 0,-4 5 0 15,-6 0-6-15,-1 2-3 0,-11 5-1 0,0 5-6 16,2 1 5-16,-1 7-8 0,7 1-1 16,1 1-3-16,1-1 2 0,6 2-3 0,2 1 2 15,5-5-3-15,4-2 0 0,0-1-2 16,7-1-9-16,-1-1-22 0,2-2-29 0,6 1-35 15,-2-1-45-15,6 1-67 0,2-5-75 16,-1-1-83-16,6-1-96 0,0-2-137 0,7-2-43 16,2-2 64-16,2-2-407 0,9-5-455 15</inkml:trace>
  <inkml:trace contextRef="#ctx0" brushRef="#br0" timeOffset="12230.92">26712 8427 2815 0,'-10'-13'70'16,"-2"1"33"-16,1 0 45 0,2 7 38 0,-7-1 27 15,2 0 16-15,0 6 8 0,-8 1 13 16,4 8 22-16,-13 8 10 0,-6 14 8 0,0 10-1 16,2 5-5-16,1 6-9 0,6 5-20 15,-7 18-22-15,11-15-36 0,0 4-22 16,6 0-10-16,0-2-20 0,-2 0-15 15,3-4-13-15,-1-4-6 0,1-6-15 0,5-9-9 16,1-3-18-16,-2-6-16 0,5-7-17 16,1-4-5-16,3-5-8 0,-2-3-10 0,3-1 8 15,1-2-26-15,-2-4-5 0,4-4-21 16,-5 4-4-16,5-4-2 0,0 0 2 0,0 0-2 16,2-24 14-16,-2 11-4 0,5-3-3 15,-7 1 5-15,-1-3 2 0,1 3-3 0,-3 3 2 16,-4 0 2-16,-2 3 8 0,-5 3-1 15,-4 1 0-15,2 5 3 0,-3 0 15 16,-4 3 13-16,5 0 3 0,-4 4 13 16,1 2-5-16,2-1 6 0,4 3 3 0,0 2 0 15,4 1-4-15,4-1-5 0,-1 1 1 16,4 0-3-16,2 0 3 0,4 0-10 0,2-3-11 16,4 5-40-16,-1-2-41 0,7-1-63 15,5 1-66-15,6 1-85 0,2-5-100 0,-2-2-100 16,8 1-113-16,-3-3-176 0,0-4 59 15,-3 0 83-15,3-4-548 0,10-2-649 16</inkml:trace>
  <inkml:trace contextRef="#ctx0" brushRef="#br0" timeOffset="13265.03">27167 9218 3575 0,'-5'-15'125'0,"-6"6"22"16,8 1 35-16,-3-2 30 0,2 6 13 15,-1-1 4-15,5 5-13 0,-9-10-8 0,2 8-16 16,7 2-16-16,-13-2-16 0,13 2-2 16,0 0-13-16,-27 8-3 0,16-2-22 0,-1 1-3 15,3-3-17-15,0 4 0 16,1-2-11-16,-2 1-12 0,3 0-10 0,0 0-5 15,0-2-2-15,2 0-5 0,1 0-10 16,4-5 4-16,-8 7 4 0,5-4 21 0,3-3 15 16,0 0 0-16,-9 4-7 0,9-4-9 15,0 0-9-15,0 0-6 0,0 0-6 0,2-21-7 16,-2 21 1-16,7-15-10 0,-5 8-7 16,-1-2 0-16,-1 3-5 0,0 6-10 0,0-15-3 15,2 9-4-15,-2 6-6 0,-2-10-1 16,2 10 0-16,-12-8-4 0,5 7 8 15,7 1-4-15,-30 1 0 0,6 3-4 16,-8 4 4-16,0 4-2 0,-1 3 4 0,-3 2-5 16,-1 9 1-16,2-1 1 0,9-1 0 15,1 2 3-15,5-1-5 0,4 4 5 16,4 0-1-16,6-6-1 0,2 0 3 0,4-5-1 16,6 5 2-16,-1-3-2 0,11 6 6 15,4-5 0-15,0-4-6 0,7-2-1 0,-4-5 2 16,2-3 1-16,0-2 2 0,0-5-5 15,2 0 5-15,2-3-3 0,7-6 5 0,-4-3-5 16,3-3-1-16,-4-4 3 16,-2-3 1-16,3-9 5 0,-2-4-10 0,-6-1 8 0,1 0 1 15,-7 4-2-15,-5 1 10 16,1 0 0-16,-11 7 2 0,3 2-4 0,-6 6-5 16,-2 0 1-16,-3 2-5 0,-8-1-4 15,1 8 0-15,-6 1-1 0,-2 2 2 0,-3 4 1 16,-2 0-2-16,-2 4-4 0,5 4 3 15,-1-3-7-15,1 5 4 0,5-2-1 0,4 1 0 16,2-1 0-16,2 1 2 0,4 0 2 16,3-1 1-16,2 1-1 0,2-3-2 0,2 0 4 15,6 1 1-15,-1-1-1 0,4-2 1 16,3-1 2-16,0-1 0 0,4-1 2 0,-1 1 0 16,1-4-2-16,0 2-7 15,-1 0 0-15,-2 0 0 0,0 0 0 0,-4-1 0 16,1 2 0-16,-1 1 0 0,1 0 0 15,-3 3 0-15,-2 2 0 0,3 2 0 0,-1 2 0 16,-3 0 0-16,-3 2 0 0,4 1 0 16,-6 1 0-16,3-2 0 0,-4 3 0 0,1-3 0 15,-1-3 0-15,4 2 0 0,-3-1 0 16,-2-5 0-16,-1 2 0 0,2-2 0 0,0 0 0 16,0-1 0-16,-2-5 0 0,6 8 0 15,-6-8 0-15,9 0 0 0,-9 0 0 0,23-6 0 16,-10-1 0-16,8-2 0 15,10-8 0-15,1 5 0 0,-4-5 0 0,-1 4 0 16,-4 5 0-16,-6 0 0 0,-3 4 0 16,-5-2 0-16,0 4 0 0,2 1 0 0,-11 1 0 15,12 1 0-15,-4 3 0 0,-4 1 0 16,2 2 0-16,-2 1 0 0,-2 1 0 16,-1 1 0-16,-1 2 0 0,2-2 0 0,-2 1 0 15,0 1 0-15,0-1 0 0,-2-1 0 16,2 0 0-16,-1-1-40 0,-1-1-174 0,2 1-50 15,0-4-62-15,0-5-75 0,-2 10-67 16,2-10-93-16,0 0-114 0,2 6-74 0,-2-6 64 16,0 0-610-16,14-16-754 0</inkml:trace>
  <inkml:trace contextRef="#ctx0" brushRef="#br0" timeOffset="13546.77">28252 8502 3608 0,'-7'-11'22'0,"3"2"51"16,-1 0 30-16,1 4 32 0,1 0 21 0,3 5 12 16,-8-2 28-16,8 2 23 0,0 0 33 15,-27 25 24-15,8 0 10 0,-4 15 16 16,-1 6 8-16,-1 7 2 0,-2 5 0 0,-2 19-16 16,-1 4-25-16,7-17-23 0,-4 16-26 15,5-15-17-15,3 0-20 0,-3-2-151 16,4 0-34-16,-2-3 0 0,1-4 0 15,2 0 0-15,-2-8 0 0,1-2 0 0,2-10 0 16,3-6 0-16,-1-1 0 0,7-6 0 16,-3-8 0-16,4-1 0 0,2-2-234 0,1-4-209 15,3 0-108-15,0-4-107 0,0-4-175 16,13 3 55-16,-13-3 76 0,33-7-656 0,1-6-812 16</inkml:trace>
  <inkml:trace contextRef="#ctx0" brushRef="#br0" timeOffset="13813.04">28399 9324 3831 0,'0'-16'62'0,"0"1"60"0,-3 3 57 15,3 5 49-15,-2-1 30 0,2 8 9 16,-2-10-16-16,2 10-22 0,0 0 25 16,0 0 15-16,-27 18 0 0,3 10-16 0,-8 13-18 15,-11 9-18-15,-12 17-21 0,-8 8-19 16,-3 2-19-16,-5 5-15 0,5 6-15 0,-3 1-14 15,0-4-37-15,10-1-41 0,-2-6-66 16,6-8-55-16,-3-5-45 0,11-4-33 0,11-18-38 16,6-4-33-16,-1-7-24 0,10-9-19 15,5-12-35-15,7-5-48 0,7-7-48 16,2 1-63-16,0 0-52 0,22-39-79 16,-2 10-18-16,10-13-495 0,7-6-585 0</inkml:trace>
  <inkml:trace contextRef="#ctx0" brushRef="#br0" timeOffset="13980.16">27975 9518 2908 0,'-1'-14'22'0,"-2"0"81"0,1 4 58 16,-2 2 38-16,2 1 25 0,1 2 11 15,1 5-14-15,-4-7-15 0,4 7 0 0,0 0-8 16,0 0-22-16,-13 14-15 0,10-1-14 16,-1 3-22-16,3 3-40 0,-3 3-52 15,4 2-63-15,0 0-69 0,0 1-75 16,0 0-94-16,2-2-105 0,0-4-138 0,-1 1-114 15,3-3 61-15,3-3-377 0,0-2-420 16</inkml:trace>
  <inkml:trace contextRef="#ctx0" brushRef="#br0" timeOffset="14748.11">28729 9664 2822 0,'2'-8'70'0,"-2"2"7"0,0-1 34 15,0 7 30-15,-4-7 3 0,4 7 22 16,0 0-5-16,0-9-4 0,0 9 4 15,0 0 13-15,0 0-6 0,0 0 2 0,0 0-7 16,-22 21-5-16,19-13-15 0,-4 1-2 16,2 2-7-16,-1-2-11 0,-1 3-13 15,3 0-10-15,-4-1-6 0,4 1-11 0,-2-1-11 16,3 1-3-16,-1 2-4 0,0-4-14 16,2 0-7-16,-2 0 5 0,2-3-7 0,-2 0-6 15,4-7 3-15,-3 10 13 16,3-10 31-16,-2 7 29 0,2-7 2 0,0 0-15 0,0 0-6 15,0 0-13-15,0 0-5 0,17-40-12 16,-4 7 0-16,7-10-13 0,5-6-6 16,7-6-10-16,9-15-12 0,9-5-12 15,3-1-2-15,8-1-8 0,0 0 1 0,0 7 2 16,-6 9-9-16,-8 21 5 0,-8 5 0 16,-1 8-22-16,-9 8-29 0,-10 5-39 0,0 9-33 15,-4 5-38-15,-4 2-41 0,0 3-52 16,-4 7-63-16,0 7-65 0,-7 1-84 0,0 6-114 15,-7 13-109-15,-11 8 61 0,-4 1-479 16,-6 0-578-16</inkml:trace>
  <inkml:trace contextRef="#ctx0" brushRef="#br0" timeOffset="15197.66">28654 9677 3047 0,'-27'5'3'0,"4"-2"26"0,6-1 23 0,1 0 38 16,7 0 38-16,9-2 37 0,-18 0 19 15,18 0-4-15,0 0-16 0,0 0-22 0,0 0-10 16,0 0-15-16,29-15-14 0,-8 7-9 16,17 2-12-16,7-3-9 0,7 0-20 0,7 1-18 15,-1 1-10-15,1-1-15 0,-13 2-10 16,-1 1-1-16,-2 1 2 0,-9 2 1 0,-9 0 4 16,-7 0-2-16,0 0 1 0,-3 1 8 15,-3 1 1-15,-12 0 16 0,15 3 17 16,-14 1 13-16,-1-4 9 0,0 11 6 15,-1-2 4-15,-3 2 5 0,-4-2 3 0,5 5-5 16,-2 0-5-16,0-1-6 0,5-1-6 16,0 2-5-16,3 1-2 0,4-1-8 15,0 1-3-15,6-1-6 0,3-3-6 0,0 1-8 16,6-3-2-16,-1-2-8 0,-1-2-4 16,1-3 0-16,1-2-2 0,-4-2 1 0,2-3-2 15,-1-2 0-15,-4-4-1 0,0 0 5 16,-2-7 0-16,3-5 7 0,-7-6 0 15,-1-3-1-15,-6 5-1 0,-1 3-1 0,-1 0-3 16,-3 1 2-16,-1 3-9 0,-5 5-2 16,-5 1-5-16,-3 3-8 0,3 7-27 15,-2 0-40-15,-4 8-54 0,-3-1-66 0,3 6-77 16,-1 1-82-16,1-3-97 0,9 5-147 16,4 0-63-16,3-2 69 0,6-2-440 0,4 4-505 15</inkml:trace>
  <inkml:trace contextRef="#ctx0" brushRef="#br0" timeOffset="15646.93">29665 9878 3113 0,'0'0'120'0,"-7"7"26"0,7-7 26 0,0 0 29 16,0 0 13-16,0 0 1 0,0 0-17 15,0 0-23-15,0 0-13 0,0 0-21 0,0 0-7 16,0 0-19-16,0 0-11 0,0 0-10 15,25-14 4-15,-18 7 2 0,0 0 7 0,2-3 4 16,-4-2-2-16,6-5-9 0,0-9-9 16,3-1-5-16,-3-4-12 0,1 0-8 15,1-4 0-15,-3 3-12 0,-2 2 2 0,-2 3-8 16,-5 9-2-16,5 1 8 0,-6 6-19 16,2 1-8-16,-4 2-2 0,0 1-4 0,-2 0-4 15,4 7 1-15,-5-9-4 16,5 9-3-16,-6-8-4 0,6 8 0 0,0 0 3 15,0 0-2-15,4-8-1 0,-4 8 1 16,17-2-2-16,-2 4-4 0,6 0 2 0,2 2 4 16,0 0-6-16,2 2 2 0,0 1-5 15,3 5 4-15,-7-2-4 0,-2 2 2 0,-4 2 7 16,-3 3-5-16,-3 2 0 0,-5-2 3 16,-2 2 2-16,-1 1 3 0,-2-1-6 0,-1 4 2 15,0-1 1-15,-4 1-2 0,5-2 0 16,-3 1 0-16,-2-1-20 0,6-3-25 0,-4 1-45 15,2-4-51-15,2-1-64 0,-2-2-70 16,0-2-73-16,2-2-67 0,0 1-99 16,2-2-161-16,5-3 10 0,-4 0 70 15,3 0-423-15,-6-4-486 0</inkml:trace>
  <inkml:trace contextRef="#ctx0" brushRef="#br0" timeOffset="16179.47">30753 9888 2770 0,'-9'-5'157'0,"2"0"39"0,-2 2 22 0,9 3 19 16,-9-6 22-16,9 6 16 0,0 0-6 16,-9-5-6-16,9 5-16 0,0 0-31 15,-4-5-22-15,4 5-19 0,0 0-19 0,15-5-6 16,-15 5-27-16,16-4-7 0,-11 3-17 15,5-1-4-15,-1-1-12 0,1-2-1 0,-3-1-13 16,4-2-7-16,0-2-7 0,-2-2-9 16,0-5 0-16,-2-4-9 0,6-6-4 0,-2-2-3 15,-6 1 2-15,0 7 3 0,-3 2-10 16,-1 0-3-16,-2 4-9 0,-4 0-1 0,-1 1 2 16,-1 2-7-16,-2 2 0 15,-3 3-2-15,3 0 1 0,-2 2-6 0,-2 1 4 16,6 1-1-16,2 0 0 0,5 3-6 15,-13-4 4-15,13 4 2 0,0 0 21 0,0 0-17 16,0 0 1-16,0 0 6 0,0 0 4 16,34 7-1-16,-18-5 0 0,6-1-1 15,3-1 3-15,0 2 5 0,0 0-8 0,0 1 14 16,-2 1-17-16,1 2-4 0,-4 3-1 16,-3 1 12-16,0 2 0 0,-5 2 9 15,-1 3 1-15,-3 4 12 0,-4 2 17 0,-2-2-4 16,-2 3-1-16,-4 1-8 0,2-2 0 0,-2 2-8 15,0-1-5-15,0-3-3 16,-1 2-1-16,3-4-8 0,-2-4-26 0,1 1-33 16,-2-4-38-16,3-2-46 0,-1 0-47 15,1 2-54-15,0-1-65 0,0-5-77 0,4-1-101 16,0 2-116-16,-2-7-188 0,10 5 60 16,-5-5 80-16,12-2-491 0,1-1-589 0</inkml:trace>
  <inkml:trace contextRef="#ctx0" brushRef="#br0" timeOffset="16530.95">31489 9774 3319 0,'0'0'69'0,"-8"-7"25"0,3 5 39 16,5 2 39-16,-20-2 31 0,20 2 11 16,-22 6 12-16,10 0-2 0,-1 1-7 15,-1 1-16-15,2 1-14 0,-2 2-12 0,3-2-16 16,1 2-14-16,5 1-6 0,-2 0-16 15,4-2-11-15,1 1-10 0,2-3-12 0,2 2-17 16,3 1-24-16,4-3-27 0,-2-1-23 16,4 1-17-16,1-4-11 0,-1 1-2 0,2-2 4 15,-1-3 2-15,-1 0 2 0,-11 0 4 16,23-3 7-16,-10 0 3 0,-1-4 13 0,1-2 13 16,-1-6 13-16,-3-1 0 15,1-2-4-15,-5-3 0 0,2 1-7 0,-5 3-4 16,-2-3 0-16,-4 5-6 0,-5 0-4 15,2 2-14-15,-4 4-20 0,-5-1-29 0,2 4-39 16,-4 4-47-16,-1 2-58 0,-2 2-65 16,-2 4-65-16,0 2-79 0,1-1-96 0,2 3-146 15,1-3 34-15,10 2-443 0,1-1-534 16</inkml:trace>
  <inkml:trace contextRef="#ctx0" brushRef="#br0" timeOffset="16896.04">31712 9895 3099 0,'8'-10'116'0,"-8"10"32"15,0 0 16-15,0 0 12 0,0-7 20 0,0 7 17 16,0 0 2-16,0 0-2 0,0 0-9 16,0 0-16-16,0 0-17 0,0 0-17 0,-9 22-12 15,9-22-17-15,0 14-12 0,1-7-7 16,1 1-16-16,2 2-2 0,1-4-20 15,3 2-20-15,2-1-19 0,1 1-19 0,2-2-15 16,-1-2-12-16,1-1 0 16,1-2 2-16,-1-1-1 0,-13 0 3 0,25-1 4 0,-14-2 2 15,3-5 11-15,-5-2 8 0,0 0 7 16,1-7 2-16,0-4-1 0,-3 1-4 16,-2-1-1-16,0-1-1 0,-3 5 0 15,-2 0-6-15,-4 1 0 0,-2 3-16 0,-3 1-15 16,-3 1-16-16,-5 3-19 0,2 0-35 15,-2 5-42-15,-5-1-71 0,4 4-67 0,-2 0-69 16,-3 3-86-16,7-1-108 0,-2 2-108 16,7 0 59-16,4 0-353 0,0 0-418 0</inkml:trace>
  <inkml:trace contextRef="#ctx0" brushRef="#br0" timeOffset="17179.4">32724 9036 2894 0,'7'-19'188'15,"-1"2"48"-15,0 7 38 0,-4 1 22 0,2 1 2 16,-4 2-2-16,0 6 0 0,0 0 34 16,0 0 25-16,0 0 2 0,-29 41-6 15,8-1-14-15,1 5-9 0,-5 6-27 0,-2 4-33 16,2 5-25-16,-7 16-21 0,9-17-24 15,-4 4-75-15,5-7-123 0,-1-1 0 16,3-4 0-16,-1 0 0 0,2-7 0 16,-2-1-32-16,6-11-202 0,2-3-59 0,0-1-57 15,-3-3-45-15,3-6-36 0,4-3-38 16,-3-5-42-16,3-1-49 0,-1-2-65 0,4-4-41 16,-2-2-567-16,8-2-695 0</inkml:trace>
  <inkml:trace contextRef="#ctx0" brushRef="#br0" timeOffset="17363.09">32200 9886 3280 0,'-12'-11'-29'0,"5"2"63"0,1 2 55 15,3 2 42-15,3 5 36 0,-8-7 38 16,8 7 31-16,0 0 29 0,-4-7 32 0,4 7 32 16,0 0 19-16,0 0-4 0,0 0-16 15,21-3-31-15,-5 3-28 0,-2 0-28 16,8 0-26-16,-1 0-24 0,1 0-41 16,1 0-51-16,0 0-67 0,-3 0-86 0,2 0-87 15,-7 0-76-15,-2-2-83 0,1 2-89 16,-3 0-94-16,-1 2-120 0,-10-2-184 0,13 3 77 15,-13-3-594-15,0 0-762 0</inkml:trace>
  <inkml:trace contextRef="#ctx0" brushRef="#br0" timeOffset="31010.19">2447 16531 1398 0,'-2'-11'271'0,"2"11"-75"0,0-9-39 16,0 9-19-16,0-7-23 0,0 7-15 16,0 0-19-16,-3-10-17 0,3 10-10 15,0 0 16-15,0 0 21 0,0 0 6 16,0 0 13-16,16 23 38 0,-11-13 0 0,1 3-10 16,4-4-11-16,-2 4-3 0,1-3 8 15,5 4 6-15,2-5 13 0,5 3 14 16,12-4 0-16,3-3-4 0,6-5-10 0,5-5-16 15,16-7-13-15,8-8-11 0,23-9-11 16,1-8-17-16,0-6-7 0,0-1-9 16,-3-1-8-16,-3-1-4 0,-1 2-10 0,-9 3-2 15,-18 10-7-15,-7 4-1 0,-6 5-8 16,-16 7-8-16,-3 1-7 0,-11 5-7 0,-2 3-6 16,-3-1-10-16,-3 3-12 15,0-2-15-15,-3 5-6 0,-7 1-26 0,12-3-32 16,-12 3-32-16,0 0-44 0,0 0-43 15,0 0-57-15,0 0-94 0,0 0-146 16,-12 17-124-16,3-7 64 0,-4-3-276 0,-5 5-338 16</inkml:trace>
  <inkml:trace contextRef="#ctx0" brushRef="#br0" timeOffset="31560.26">2865 16870 2669 0,'-11'4'140'15,"2"0"0"-15,3-1 4 0,6-3 14 0,-12 5 15 16,12-5-3-16,-7 3-13 0,7-3-11 16,0 0-17-16,0 0-8 0,0 0 7 15,0 0 7-15,0 0 8 0,19 14 3 0,-6-14-2 16,14-2-11-16,15-4-8 0,11-8-20 16,8-1-10-16,4-4-9 0,1-5 1 0,-1-1-16 15,-4 0-7-15,-4-3-1 16,-5 2-8-16,-6 2-4 0,-4-1-9 0,-12 8 0 15,-3-2-6-15,-7 7-4 0,-4 2-1 16,-3 1-4-16,-1 1-5 0,-3 2-4 16,1 0-5-16,-2 2-27 0,-3-1-28 0,-5 5-37 15,12-5-57-15,-12 5-69 0,8-5-63 16,-8 5-68-16,7-4-89 0,-7 4-153 0,0 0-88 16,0 0 77-16,0 0-331 0,0 0-399 15</inkml:trace>
  <inkml:trace contextRef="#ctx0" brushRef="#br0" timeOffset="36810.56">3514 13517 2341 0,'0'0'-131'16,"0"0"30"-16,0 0 13 0,0 0 17 0,0 0 5 15,0 0 9-15,0 0 11 0,0 0 10 16,0 0 11-16,0 0 10 0,23-12 11 16,-8 12 9-16,-1 0 6 0,6 0 4 0,-1 0 2 15,8 3 2-15,0 2-2 0,9 0 0 16,0 0-2-16,0 2 4 0,0 2-10 16,3-1 6-16,-3 1-5 0,2 0-1 15,0-1 3-15,-2 1-3 0,2-1-1 0,-2-1-1 16,2 1 1-16,2-1-1 0,1-2 2 15,-2-1-3-15,3 0 1 0,-3-3 0 0,0 2-1 16,-6-1 0-16,-3-2-5 0,-1 0 5 16,1 0 2-16,-3 0 1 0,-4 0 3 15,-1-2 2-15,-2 2-2 0,-3 0 1 0,-2 0 3 16,-1 0 2-16,-14 0-3 16,20 0 1-16,-20 0-2 0,18 0-3 0,-18 0 3 15,11 0-7-15,-11 0 3 0,0 0-3 16,0 0 3-16,19 0-4 0,-19 0 1 0,0 0-3 15,0 0 2-15,0 0 3 0,15 0-1 16,-15 0 1-16,0 0-2 0,0 0-3 16,0 0 0-16,0 0-1 0,0 0-1 0,0 0 1 15,-36-18-3-15,18 14-1 0,-3 1 3 16,-16-1-1-16,-3-2-3 0,0 0 3 0,-1 1 3 16,-4 0 4-16,5 0 9 0,1 0 6 15,-2 0 7-15,5-2 5 0,0 2 5 16,2-2 8-16,7 0 4 0,4 2 3 0,0-2 3 15,1 2-1-15,-1-2-4 16,1 2-4-16,-1 0-4 0,1 0 1 0,1 0-6 16,-4 0-12-16,2 1-1 0,-1 0-2 15,-1 0 4-15,-2 2-7 0,4 2-2 0,0 0-5 16,1-2-2-16,-3 4-2 0,-2 0 0 16,2-2-2-16,-2 3 1 0,0-2-4 15,7 1 4-15,-1 0-3 0,1-2 0 0,2 2 0 16,0 0 1-16,2-1-1 0,0-1-2 15,1 0 8-15,1 2 17 0,14-2 3 0,-23-2 1 16,12 2 2-16,11 0-3 16,-19-3-4-16,11 1 0 0,8 2-8 0,-19-5-4 0,10 2 3 15,0 1-6-15,-1-2 6 16,-2 0-5-16,12 4-2 0,-21-7 1 16,10 5-3-16,2-2-4 0,-5-2 1 0,3 4-1 15,0-2 1-15,-1-4-4 0,1 5-11 16,-1-1 18-16,2 2 1 0,-1-4 0 0,-1 4 8 15,3-4 0-15,0 2-1 0,0 2-3 16,9 2-2-16,-11-5 0 0,11 5 0 0,-13-6 2 16,13 6-6-16,-10-4-3 0,10 4 7 15,-7-2-4-15,7 2-1 0,0 0 7 16,-9-6-1-16,9 6 7 0,0 0 9 0,0 0-6 16,-11-6-5-16,11 6 4 0,0 0-4 15,0 0-1-15,0 0 1 0,-5-4 1 16,5 4-3-16,0 0-6 0,0 0-3 15,0 0-5-15,0 0 1 0,0 0 2 0,0 0-7 16,0 0 5-16,0 0-6 0,-4 16 7 16,4-4 9-16,-2 5-1 0,-1 4 6 0,1 4 0 15,-2 9-2-15,2 2 3 0,1 1 5 16,-1 3 1-16,0 3 2 0,0-4 1 16,-1 3 24-16,1 1 4 0,-1-2 8 0,-1 3 5 15,-2-3-2-15,3-2 0 16,-1 1-5-16,-3-3-6 0,-2 2 0 0,2-3-4 0,0-2 2 15,-2 0-3-15,0-3-4 16,2 0-2-16,-1-8-4 0,5-1-3 0,-2-3-9 16,1-2 0-16,0-5-5 0,1 5-2 15,-1-3 0-15,0-2-5 0,3 0 1 0,-1-1-3 16,0 0 0-16,-1-1-3 0,1 0-2 16,0-1-1-16,2-1 0 0,-1 1-5 0,-1-2 3 15,0-1-3-15,2 3-2 0,-2 0 1 16,0 0 1-16,2-3-1 0,-2 3-2 15,0-3 2-15,2 3-1 0,0 1-1 0,-1 0 3 16,-1 2 15-16,0 1 4 0,2 1-3 16,0 0-1-16,-2 1-3 0,0 2 0 0,2 2 1 15,-2-2-3-15,2 2 3 16,-2-2 1-16,0 2-1 0,0-2 0 0,0-2 9 0,2 2-12 16,-2 2-4-16,0-2 2 15,0 2 2-15,1 1 0 0,-1 2-3 0,-2-1 6 16,0 2 4-16,3 1 7 0,-1-2 0 15,-3 0-4-15,3-1-1 0,0-2-2 16,-1 0-3-16,1-1-1 0,-2-1-4 0,2-3-2 16,0 1 1-16,2-1 6 0,-3-2-9 15,1 1-2-15,0 0 1 0,0 2-4 16,0-2 2-16,0-1-2 0,-2 3 1 0,0-1 0 16,2 2-1-16,-1-1 2 0,-1 1 2 0,0-3-4 15,-1 2 14-15,0-3-13 16,1 1-4-16,3-3 2 0,-3-2 7 0,2 1 2 15,0-2 1-15,0 0 3 0,-1-1-1 16,3 0 0-16,0-6 1 0,-4 10-4 16,2-5-1-16,2-5-4 0,-2 11 7 0,0-6-6 15,2 2-7-15,-4-1 4 0,2 2 0 16,0 0-1-16,0 1-2 0,0 3-2 0,2-4-2 16,0 2 14-16,-3-1-11 0,3-1 2 15,-2 0 0-15,2 0 0 0,-2 0 4 0,2 1-3 16,0-2-1-16,-2 1 7 15,0 1 0-15,0-1 1 0,2 1 2 0,-1 2 1 16,-1-3-5-16,2 2-3 0,-5 1 6 16,5 0 0-16,-2 0-3 0,0 2 5 15,2-6 1-15,-1 2-6 0,-1 0 1 0,2-3 1 16,-2 1-3-16,2 0 6 0,0-7-3 16,0 10-1-16,0-4 0 0,0-6 1 0,-2 9-3 15,2-9-6-15,0 5 4 0,0-5-4 16,0 6 2-16,0-6 1 0,0 0 1 0,0 0-5 15,-2 10 1-15,2-10-3 0,0 0 2 16,0 0-3-16,0 8 2 0,0-8 5 16,0 0-6-16,0 0 3 0,0 0-2 15,-2 5 0-15,2-5 2 0,0 0-1 16,0 0 0-16,0 0 3 0,0 0 6 0,0 0 1 16,0 0 10-16,0 0 5 0,0 0 0 15,0 0 3-15,0 0-2 0,0 0-1 0,0 0-3 16,0 0-10-16,0 0 0 0,0 0 1 15,0 0-11-15,0 0-1 0,0 0-1 0,8 8 5 16,-8-8 2-16,0 0-5 0,10 4 4 16,-10-4 1-16,11 3-4 0,-11-3 2 15,15 3 3-15,-7-1-1 0,-8-2 5 0,20 4 3 16,-6-3 7-16,-1-1-1 0,1 2 9 16,-1 0-7-16,1-2-4 0,-1 1 0 15,4-1-5-15,-4 2-3 0,2 0 0 16,1 0-5-16,1-1-1 0,2 1 0 0,-2 0 6 15,2 3-11-15,4-2 0 0,0 2 4 16,2-1-1-16,2 1 2 0,7 0 2 0,-2-1 6 16,-5-1 7-16,11 2 5 0,0-2 5 15,-8 1-1-15,6-1 2 0,-7 1-9 16,-2-3-1-16,-6-1-2 0,-3 2-1 0,2 0 3 16,-1 0-6-16,-4-2 1 0,-1 1 1 15,1-1 1-15,0 2 8 0,-2-2 1 0,3 0 1 16,1 0-2-16,-2 3-3 0,6-3 0 15,0-3 2-15,0 3-6 0,6-2-12 16,-3 2-10-16,1 0 0 0,0-1 0 16,-2-1 0-16,-2 2 0 0,0-2 0 15,-2 2 0-15,-4-2 0 0,0 2 0 0,-2 0 0 16,-13 0 0-16,25-1 0 0,-15 2 0 16,-10-1 0-16,15-1 0 0,-15 1 0 0,13 0 0 15,-13 0 0-15,0 0 0 0,18-2 0 16,-18 2 0-16,0 0 0 0,15 0 0 0,-15 0 0 15,0 0 0-15,0 0 0 0,13-2 0 16,-13 2 0-16,0 0 0 0,0 0 0 16,0 0 0-16,0 0 0 0,0 0-75 0,0 0-230 15,6-3-94-15,-6 3-98 16,0 0-101-16,0 0-166 0,-29-5-63 0,18 1 87 16,-3 2-616-16,1-2-810 0</inkml:trace>
  <inkml:trace contextRef="#ctx0" brushRef="#br0" timeOffset="37658.14">1292 14488 3920 0,'-8'-13'-22'0,"4"-1"30"15,0 2 21-15,2 0 27 0,-1 4 15 16,1-1 14-16,0 2 27 0,-2 1-1 16,4 6-9-16,-1-13-12 0,1 13-18 0,-5-6-15 15,5 6-2-15,0 0-2 0,0 0-6 16,-6 35-7-16,6-16 0 0,0 7-7 0,-2 0-4 16,2 1 2-16,2 1-4 0,-4-1-2 15,1 10-4-15,-1-10-3 0,2-3 1 16,-2-1-1-16,-2 1-3 0,2-5-2 0,-1 2-2 15,-1-1-26-15,-3-3-25 16,2-3-57-16,1 0-57 0,-1-1-48 0,3-5-59 16,-2-2-102-16,2-2-134 0,2-4-146 15,0 0 54-15,0 0-202 0,-4-21-279 16</inkml:trace>
  <inkml:trace contextRef="#ctx0" brushRef="#br0" timeOffset="37841.93">1242 14369 2204 0,'-4'-10'2'16,"4"10"16"-16,-1-6 16 0,1 6 13 16,0 0 7-16,3-13-2 0,3 3 8 0,5 0 4 15,12-9 3-15,2 1-12 16,2 1-1-16,3-1-9 0,-1 1-3 0,1 2-9 16,-1 3-26-16,-6 2-39 0,-3 4-52 15,0 3-70-15,-4 3-70 0,-2 2-98 16,-3 1-163-16,1 7-38 0,-6-1-27 0</inkml:trace>
  <inkml:trace contextRef="#ctx0" brushRef="#br0" timeOffset="38025.51">1357 14609 1475 0,'-7'7'60'0,"3"-3"23"16,4-4 15-16,-5 8 23 15,5-8 23-15,0 0 14 0,0 0-1 16,0 0-14-16,0 0-9 0,0 0-18 0,23-19-13 15,-14 11-4-15,3 0-17 0,-1 2-11 16,2-3-39-16,-1 1-45 0,1 2-62 0,1 0-54 16,-3 3-83-16,0 2-94 0,-1-1-159 15,-10 2-173-15,0 0-136 0</inkml:trace>
  <inkml:trace contextRef="#ctx0" brushRef="#br0" timeOffset="38210.18">1326 14818 1785 0,'-12'11'38'0,"3"1"11"15,3-6 14-15,-1 1 25 16,0-3 10-16,4 2 9 0,3-6 3 0,-8 6 2 16,8-6-4-16,-3 6 4 0,3-6-1 15,0 0-6-15,0 0-3 0,0 0-7 16,0 0-4-16,0 0-16 0,21 2-28 0,-21-2-39 16,26-10-54-16,-10 3-69 0,-4-1-110 15,8-4-157-15,-3 3-158 0,2-2-139 16,-2 2-174-16</inkml:trace>
  <inkml:trace contextRef="#ctx0" brushRef="#br0" timeOffset="38993.43">1566 14550 1873 0,'0'0'27'0,"0"0"27"0,0 0 18 16,-10-7 18-16,10 7 9 0,0 0 1 16,0-6-1-16,0 6-7 0,0 0-5 15,10-16-8-15,-6 9-11 0,3 2-5 0,1-2-9 16,-1 2-2-16,3 2-4 0,-2-1-5 16,-8 4-7-16,13-7 1 0,-7 4-4 15,-6 3-8-15,11-3-1 0,-11 3 0 0,0 0-2 16,0 0-5-16,0 0-1 0,23 5 0 15,-23-5-4-15,8 6 0 0,-5 0-2 16,3 0-1-16,-6-6 2 0,8 9-4 0,-2-2 4 16,-1-2-3-16,-1 0-2 15,-4-5 2-15,7 9 1 0,-3-3-5 0,-4-6 3 16,7 8-3-16,-7-8 0 0,5 9 10 16,-1-3 0-16,-2 0 8 0,1 2 0 15,-3 1 5-15,2-1-1 0,0 1 2 0,2 0-3 16,-4 2 5-16,4-1 7 0,-4-1-9 15,2 1 7-15,-2 1 27 0,-2-1 7 0,2 0 16 16,-4 2 0-16,0-3 6 0,0 1-4 16,1 0-6-16,-5 2-6 0,-2-1-8 15,1-1-4-15,-2-2-2 0,-3 1-11 16,3-1-5-16,-2-1-6 0,-1 3-1 0,1-4-8 16,-3-3-12-16,4 3-26 0,-1-3-41 15,-1 0-51-15,0-1-51 0,3 1-65 16,11-3-75-16,-20 0-99 0,9-1-184 15,11 1-16-15,-13-4 68 0,13 4-102 0,-8-12-123 16</inkml:trace>
  <inkml:trace contextRef="#ctx0" brushRef="#br0" timeOffset="39224.94">1880 14430 1686 0,'0'0'0'0,"-9"-3"1"16,9 3 13-16,0 0 12 0,0 0 6 16,-28 15 10-16,17-5 4 0,0 6-1 15,0 1-3-15,3-2-5 0,-1 4-2 0,5-3-1 16,-2 1-4-16,5-1 6 0,-1-2-5 16,2 1-2-16,2 1-1 0,-1-1-3 15,3 0-1-15,2-1-23 0,1 0-45 0,1-2-83 16,-2 1-165-16,1-2-314 0,1-3-105 15</inkml:trace>
  <inkml:trace contextRef="#ctx0" brushRef="#br0" timeOffset="40124.91">1999 14582 1710 0,'0'0'51'15,"2"-7"-1"-15,-2 7-5 0,0 0 2 0,7-5 4 16,-7 5-2-16,0 0-2 0,0 0 5 16,0 0 2-16,23 10-1 0,-17-7-1 15,-3 1 6-15,-3-4 6 0,4 10 3 0,-2-6-4 16,-2 4-3-16,-2-1-2 0,0 3-5 16,-2-3-8-16,-1 2-4 0,-1-1-8 15,-1-1-9-15,-3 1-16 0,2-1-17 16,-1-3-16-16,1-3-10 0,8-1-9 0,-17-3-7 15,10-4 0-15,-2-5 4 0,4-3 9 16,1-5 3-16,2 1 9 0,1 2 8 16,1 3 9-16,-2 2 4 0,5 1-1 0,-3 3 2 15,4 1 6-15,0 1 6 0,1 3 4 16,-5 3 4-16,18 0 4 0,-18 0 6 16,27 6-3-16,-13 0 0 0,2 0-1 0,-1 3-3 15,4-1-5-15,-4-2 3 16,1 0-3-16,-5 0-1 0,1 0-3 0,-3-1 4 15,0-3-1-15,0 2-3 0,-9-4 1 16,13 4-7-16,-13-4-16 0,14-6-14 16,-7 2-13-16,-2-5-13 0,1-3-4 0,-2-2 1 15,-1-3 3-15,-1-1 3 0,0 1 5 16,-2-1 10-16,3 2 16 0,-3 4 8 0,0 2 2 16,0 2-3-16,0 8 0 0,-5-11 2 15,3 8 4-15,2 3-3 0,0 0-2 16,0 0 5-16,0 0 1 0,-18 12 0 0,16-7 0 15,2-5-1-15,0 12 2 16,0-12-1-16,4 8-3 0,-4-8-4 0,5 6 5 0,-5-6-7 16,0 0-2-16,23-13-5 15,-12 2 1-15,2-5-9 0,1-11 4 16,1-2 0-16,-1-7-5 0,1-16-5 0,0-4-3 16,-2-11-12-16,5-22-11 0,-2-5-27 15,4-16-4-15,-2-5-35 0,-2-4 14 0,0 5 22 16,-5 7 52-16,-6 33 51 0,-3 13 31 15,-2 16 17-15,-3 11-2 0,-5 17-8 16,-3 12 10-16,-3 11 4 0,-4 19 5 0,-11 21 5 16,4 12 6-16,-2 24 3 0,4 3-1 15,9 7 6-15,3 2-11 0,6-13-2 16,3-2-3-16,8-1-7 0,4-6-7 0,1-2-8 16,5-7-2-16,-2-3-5 15,4-8-2-15,-2-1-7 0,0-6 1 0,-5-11-7 16,-2-10-1-16,2-6-3 0,-6-4 3 15,1 0-2-15,-1-4-2 0,-1 0 6 0,0-5-6 16,-2-3-8-16,-2-2-7 0,0 0-5 16,0 0-6-16,13-21 3 0,-13 11-3 15,2 2 0-15,-2-4 4 0,-2 1-2 0,2 3 0 16,0 8 0-16,-1-15 0 0,-1 9 2 16,2 6-3-16,0-10-1 0,0 10-2 0,-2-10-3 15,2 10 0-15,2-7-7 0,-2 7-14 16,0-10-11-16,0 10-18 0,5-9-26 15,1 1-32-15,1-4-35 0,3-5-41 16,1 1-30-16,3-13-49 0,1-4-330 16,-4-7-99-16</inkml:trace>
  <inkml:trace contextRef="#ctx0" brushRef="#br0" timeOffset="40346.53">2618 13268 1595 0,'2'-31'4'0,"-4"7"27"0,0 5 8 15,-2 5-1-15,-1 4 0 0,-3 6-4 16,8 4 4-16,-27 18 10 0,1 18 11 15,1 12 12-15,0 10 15 0,-6 17 17 0,11-8-8 16,2-1-6-16,5 7-7 16,0-1-1-16,3 0-4 0,3 0-7 0,4-3-6 0,3-3-8 15,0-8-8-15,3 2-1 0,3-16-3 16,-3-1-5-16,1-4-7 0,1-4-4 16,3-10-15-16,-2-4-11 0,4-3-22 15,2-3-28-15,2-7-42 0,5-4-48 16,0-4-58-16,14-12-65 0,-3-4-71 0,6-12-337 15,3-7-164-15</inkml:trace>
  <inkml:trace contextRef="#ctx0" brushRef="#br0" timeOffset="40541.15">2875 13935 1795 0,'13'-19'18'0,"-5"7"19"0,0 4 3 15,-4 2-1-15,-1 4 11 0,-3 2 29 16,0 0 17-16,0 0 9 0,-5 38-1 0,-5-6 27 16,2 3 5-16,-3 2-7 0,-1 4 1 15,-3 6-4-15,0 1-10 0,0 2-10 16,-1-4-14-16,3 1-9 0,-1-9-15 15,3-5-1-15,0 2-6 0,1-4-24 16,-1-4-32-16,4-6-24 0,1-3-24 0,-2-7-30 16,4-2-33-16,-1-6-38 0,-1-3-38 15,6 0-52-15,-11-19-42 0,4-3-44 16,2-14-57-16,-1-7-261 0,5-15-136 0</inkml:trace>
  <inkml:trace contextRef="#ctx0" brushRef="#br0" timeOffset="40657.57">2687 14076 1687 0,'6'-25'18'0,"-5"8"11"0,1 4-3 0,-2 4-5 16,0 4 3-16,0 5 9 0,0 0 4 15,0 0 0-15,0 0-4 0,4 36-3 16,0-20-2-16,-1 7-5 0,1 0-3 16,6 8-25-16,-1 1-40 0,1-3-60 15,-2 3-78-15,-1-7-164 0,-5-3-116 0,0 1 29 16</inkml:trace>
  <inkml:trace contextRef="#ctx0" brushRef="#br0" timeOffset="47872.9">3849 12404 1049 0,'-16'-6'451'16,"2"1"-119"-16,-4 0-55 0,3-1-56 0,-6-1-12 15,4 0-23-15,-4 0-25 0,5 0-3 16,-2 1 15-16,2 0 4 0,3 1-3 0,0 2-5 16,1-1-15-16,3-1-18 0,-1 2-12 15,10 3-18-15,-11-4-7 0,11 4-10 16,0 0-9-16,0 0-5 0,-14 8-4 15,14-8-6-15,7 14-5 0,0-6-2 0,8 7-3 16,10 0 2-16,5 0-2 0,8 1-1 16,12-1-9-16,5-1 1 0,1-1-4 15,1-2-1-15,-1-2-9 0,-8-3-3 0,-3 0-2 16,0-3 1-16,-2 0-2 0,-7-3-6 16,-6 2 2-16,-4-4-3 0,1-1 1 0,0 0-1 15,5-5-3-15,-5 0 0 0,-1-6-5 16,3 2 1-16,-4-5-2 0,-2 0 3 15,-1 0-3-15,1-2 1 0,-1-4 4 0,-4 1 2 16,0-3 2-16,-1 0 3 16,0 0 15-16,-1-1 4 0,-3-1 2 0,-4 0 0 15,-1 3-2-15,-1 0-1 0,-1 3-9 16,-2-1 2-16,-1-1-5 0,1 6-5 0,3-4 2 16,-6 5-4-16,3 0-2 0,-2 1-1 15,0-1 3-15,0 3 4 0,-1-1 2 0,-1 1 1 16,-1 1-4-16,-1-3 3 0,-2-2-5 15,0 0 1-15,-6-2 1 0,3 0-4 16,-2-1-2-16,-7-8 0 0,3 1-3 16,-3-1 0-16,-2 1-1 0,-2 0-4 0,4 0 2 15,-4 0-5-15,-5 1 0 0,0 1-2 0,3 1-1 16,-15-3-3-16,12 6 0 16,-2 1-1-16,-4 0 6 0,-2 3-2 0,-1 1-4 15,-2 2 4-15,2-1-5 0,-2 5 1 16,-4-1 0-16,-1 1-2 0,3 0-2 0,0 2 3 15,-2 1-2-15,2 0 2 0,2 0 1 16,0-1 2-16,7 1-3 0,4 4 1 16,0-3-2-16,0 3 3 0,5 1-5 0,-1 1 4 15,-1 1-3-15,2 0-1 0,-1 0 1 16,0 1-1-16,2 3 2 0,-4 2-2 0,2-2 1 16,0 3-1-16,-2 1 0 15,4 2 2-15,0-1 0 0,-5 7-2 0,-3 2 1 16,4 1 2-16,-2 3-1 0,6 3 1 15,-6-1 2-15,8 5-3 0,-2-1 2 0,-2 4-2 16,2 0 4-16,-2 6 1 0,2-5-7 16,1-3 7-16,0 4-5 0,0-2 5 0,5 1-1 15,-2-1 4-15,2 2-5 0,1 1 9 16,1-1 0-16,-2-1-3 0,4 0 9 16,2 2 8-16,2 0 5 0,1-8 4 0,2-2-6 15,0 0 0-15,2 3 0 0,2 5 5 16,5 4-3-16,-1-4 2 0,3 2 0 15,7 1 8-15,0-2-4 0,6 4 1 16,-3-7 0-16,12 4-3 0,-1-2 1 0,4-2-6 16,2-2 3-16,4-1-7 0,-1-3-2 15,2-2-3-15,-1-1 4 0,-5-5-6 0,1-1 0 16,0-3 0-16,0 1-3 0,0-2 0 16,1-4 9-16,-1 1 16 0,2-4 15 0,0-1 10 15,5-2 9-15,-2-2-2 0,-1-4 1 16,2 0-2-16,-2-2 5 0,-2-1-2 15,-2 2 9-15,-3-4 5 0,-7 2 8 0,-3 4 2 16,-5-2-90-16,-2-1-7 0,0 1 0 16,-5 2 0-16,1 0 0 0,1-1 0 0,-4 1 0 15,3-1 0-15,-12 4 0 16,13-5 0-16,-13 5 0 0,11-3 0 0,-11 3 0 16,12-4 0-16,-12 4 0 0,0 0 0 15,10-1 0-15,-10 1 0 0,0 0 0 0,0 0 0 16,9-4 0-16,-9 4 0 0,0 0 0 15,0 0-260-15,0 0-313 0,0 0-165 0,0 0-157 16,0 0 71-16,-19-8-843 0,19 8-1103 16</inkml:trace>
  <inkml:trace contextRef="#ctx0" brushRef="#br0" timeOffset="60706.56">13308 12692 712 0,'5'-10'214'0,"-1"4"26"15,-1-1-28-15,1 1-42 0,2-2-25 0,-3 4-20 16,3-1-11-16,0-1-16 0,-2 0-4 16,-4 6-8-16,7-4 0 0,-7 4 25 0,0 0 21 15,0 0 17-15,13 19 6 0,-13-5 6 16,0 5 7-16,-1 16 13 0,-7 2-8 0,4 0 5 16,-7 13-7-16,1 2-9 0,1 4-9 15,-2-7-5-15,-3 1-8 0,7-9-13 16,-3-1-8-16,-2-3-10 0,1 2-8 15,2-5-9-15,-3-2-11 0,5-1-8 16,-4-4-6-16,0 2-4 0,2-10-9 0,4-1-8 16,-4-5-2-16,6 0-10 0,-3-1-1 15,2-2-27-15,1-3-29 0,1 0-22 0,-2 0-34 16,4-7-63-16,-3 2-81 0,3-2-64 16,0 0-86-16,0 0-118 0,5-31-159 0,2 14 60 15,3-4-303-15,4-5-374 0</inkml:trace>
  <inkml:trace contextRef="#ctx0" brushRef="#br0" timeOffset="60988.01">13392 12843 2442 0,'0'0'-7'16,"-3"-10"37"-16,1 4 30 0,2 6 19 15,4-6 1-15,-3-1-1 0,5 1 0 0,2 2 0 16,3-4 2-16,2 1-4 0,9 1-9 16,1-2-2-16,7-2-7 0,4 2-4 15,2-1-8-15,0 2-5 0,1-1-9 0,-8 4-3 16,-5-1 2-16,-1 0-5 0,0 0-1 16,-3 2 0-16,-6-1-7 0,1 1-2 0,-3 1-21 15,1-2-38-15,-3 4-44 16,0-1-51-16,-10 1-45 0,11 3-66 0,-11-3-96 15,1 7-173-15,-1-7 48 0,-7 15-74 16,-4-3-47-16</inkml:trace>
  <inkml:trace contextRef="#ctx0" brushRef="#br0" timeOffset="61705.71">13446 12992 1407 0,'2'-10'9'0,"-2"10"34"0,4-7 26 15,-4 7 25-15,1-7 17 0,3 2 9 16,-4 5 10-16,9-10 12 0,-6 6 4 16,3-1 6-16,-6 5 10 0,7-7-8 0,0 2-3 15,-2 1-17-15,-5 4-9 0,9-3-1 16,-9 3 1-16,0 0 12 0,0 0-11 0,11 9 1 15,-9 1-8-15,0 0-8 0,-2 4-4 16,0 0-4-16,-2 2-1 0,0 3-2 0,2 0-9 16,-1-1-5-16,-3-1-6 15,0-1-1-15,2-2-7 0,1-1-2 0,-1-1-6 0,0-3 1 16,0 1 4-16,0-2 11 16,-1-2 15-16,3-6 20 0,-2 11 11 0,2-11 9 15,-1 6-14-15,1-6-13 0,0 0-14 16,0 0-7-16,0 0-10 0,15-23-6 0,-7 9 11 15,1-3-31-15,1-1-4 0,5-5-4 16,1 2-6-16,-5 7-1 0,0-1-3 16,-1 3-3-16,-3 0-8 0,1 5-4 0,0-1-11 15,-1 3 7-15,-1 0-3 0,-6 5-2 16,15-4-1-16,-15 4-1 0,0 0 0 0,17 5-2 16,-17-5 0-16,11 9 1 15,-4-3-1-15,-2 1-4 0,-3 0-1 0,2 0 5 16,0 0-3-16,-4-7-3 0,3 12 2 15,-1-7 1-15,-2-5 2 0,2 9 6 0,-2-9-4 16,0 0 4-16,7 6-3 0,-7-6-1 16,0 0-4-16,0 0 6 0,14-18-4 0,-4 7 3 15,0 1-5-15,-1-2-2 0,0 2-3 16,1 0 1-16,1 1 3 0,-3 2-2 16,-1 0-4-16,2 4-5 0,-9 3 2 0,11-5 3 15,-11 5-2-15,0 0 3 0,25 10-2 16,-14-1 1-16,-3 4 0 0,-1 4-1 0,3 1 4 15,-7 0-3-15,3-1 3 0,-2 2 6 16,-2-2-10-16,-2 3-2 0,0-1-7 16,0-2-1-16,0-1-11 0,0 0-11 15,-2-1-15-15,1-1-20 0,-2 0-31 0,1-5-29 16,0 4-43-16,2-4-49 0,-2-1-45 16,2 1-37-16,0-4-29 0,0-5-72 0,2 7-85 15,-2-7-149-15,0 0 40 0,0 0-341 16,23-9-421-16</inkml:trace>
  <inkml:trace contextRef="#ctx0" brushRef="#br0" timeOffset="61953.96">14113 12982 2511 0,'2'-11'-29'0,"-2"4"55"0,0 1 43 16,0 6 21-16,2-9 3 0,-2 9-8 15,0 0-5-15,0 0 34 0,0 0 19 0,0 0 8 16,0 0 3-16,-8 34-2 0,3-13 0 15,-2 0-8-15,-4 12-15 0,4 0-9 16,-3 4-7-16,1-1-13 0,-3 1-8 0,2 2-10 16,1 1-7-16,2-3-5 0,-3 4-15 15,0-6-39-15,1 2-41 0,0-5-42 16,-1-1-43-16,2-7-39 0,3-4-35 16,-1-1-40-16,2-4-42 0,-2-4-42 0,2-1-80 0,1-2-122 15,3-4 22-15,0-4-114 16,0 0-110-16</inkml:trace>
  <inkml:trace contextRef="#ctx0" brushRef="#br0" timeOffset="62253.96">14002 13470 1604 0,'9'-11'7'0,"-4"3"31"0,2 0 30 15,-1-2 20-15,1 7 23 0,4-5 19 16,-4 0 11-16,4 4 9 0,-1 0 3 0,1 2 4 16,-11 2 12-16,23 0-5 0,-13 2-14 15,1 8-5-15,-1-2-6 0,-5 5-10 0,1 1 14 16,-2 3 1-16,-4 1 4 0,-4-1 13 15,0 3 5-15,-1 3-2 0,-7 2 3 16,-3 1 7-16,-1-2-1 0,3-5-1 16,2-4-8-16,-1 1-13 0,3-4-15 15,3-2-13-15,-1-2-6 0,2-1-9 0,4 1 3 16,1-8-13-16,-2 10-23 0,2-10-9 16,8 10-8-16,-2-7-3 0,3 1-8 0,4-2-8 15,1-1-32-15,0-1-29 0,0 1-39 16,8 2-45-16,-10-6-51 0,6 2-26 0,-1 0-55 15,-3-1-65-15,-2-2-55 16,-1 1-83-16,3-3-111 0,-3 0-124 0,0 0 66 0,-4 0-344 16,-1 0-431-16</inkml:trace>
  <inkml:trace contextRef="#ctx0" brushRef="#br0" timeOffset="63137.15">14542 12847 2431 0,'0'0'-75'0,"-8"-2"35"15,8 2 37-15,0 0 28 0,-12-4 17 0,12 4 12 16,0 0 11-16,0 0-2 0,-3-6-6 16,3 6-7-16,0 0 2 0,0 0 6 0,12-8 3 15,-12 8-4-15,14-5-1 16,-4 4-5-16,-2-2 3 0,1 1-1 0,0 0-6 16,2-2-2-16,-11 4 0 0,14-2-1 15,-14 2 6-15,14-4-8 0,-14 4 12 0,11-3-3 16,-11 3-1-16,0 0 4 0,11-3-12 15,-11 3 12-15,0 0-10 0,9-4-7 0,-9 4-5 16,0 0-2-16,0 0 1 0,0 0 14 16,0 0 7-16,15 12 7 0,-14-4 13 15,-1 0 4-15,0 4 16 0,0 1 6 0,0 4-6 16,-1 8 8-16,-5 9 15 0,1 2-1 16,-4 7-4-16,2 9-6 0,-4 2-6 15,-3 2-5-15,-1 5-7 0,1-3-7 16,-1-1-5-16,3 2-6 0,-2-3-3 0,1-3 0 15,-1-3-8-15,1-6-5 0,3-6-5 16,0-3 0-16,3-2 21 0,2-8-5 0,1-3-9 16,-1-5-2-16,2-1-4 0,-1-1-1 15,0-3 6-15,2 0 2 0,2-3-4 0,-2-1 0 16,2-1-12-16,0-7 2 0,-1 12 10 16,-1-4-11-16,2-8-2 0,-2 7-6 15,2-7-2-15,0 0 8 0,-2 10-9 0,2-10-25 16,0 0-49-16,-2 4-57 0,2-4-67 15,0 0-96-15,0 0-121 0,0 0-141 0,0 0-246 16,0-24 63-16,4 14 84 16,1-6-430-16,5-3-528 0</inkml:trace>
  <inkml:trace contextRef="#ctx0" brushRef="#br0" timeOffset="63387.55">15049 13360 3220 0,'4'-2'135'0,"-1"-4"-3"16,5 0 0-16,4-2-5 0,3 3-12 15,0-2-9-15,7 0-11 0,2 2-9 0,0-2-10 16,1 4-9-16,2-1-30 0,-3 1-42 15,-3 3-63-15,3-1-69 0,-10 1-66 16,6 1-83-16,-5 0-94 0,-2 1-199 0,-3 2 49 16,0-1-198-16,-5 2-220 0</inkml:trace>
  <inkml:trace contextRef="#ctx0" brushRef="#br0" timeOffset="63587.6">15089 13505 1987 0,'-22'3'48'0,"6"0"42"0,2-1 27 15,3 0 26-15,2 0 9 0,0-1 7 16,9-1 13-16,0 0 4 0,-13 5 15 16,13-5 9-16,0 6-12 0,0-6-13 0,0 0-15 15,22 10-18-15,-8-7-17 0,0 2-12 16,5-1-47-16,-2 1-40 0,2-2-45 0,-2-1-50 16,-1 0-44-16,1 1-45 0,-3-1-59 15,-3-2-86-15,-2 0-100 0,-9 0-152 0,17-2 22 16,-7 1-168-16,-10 1-194 0</inkml:trace>
  <inkml:trace contextRef="#ctx0" brushRef="#br0" timeOffset="64321.09">16148 13077 1936 0,'4'-15'33'16,"0"1"33"-16,-2 4 39 0,-1 0 23 16,1 1 22-16,0 1 22 0,3 1-4 0,-5 1-20 15,0 6-17-15,3-8-14 0,-3 8 4 16,0 0 10-16,0 0 10 0,2 31 18 0,-2-11-2 16,-2 14 4-16,1 9 3 0,-1 3-1 15,-7 12-10-15,8 2-10 0,-5 1-11 0,2 0-9 16,1-1-11-16,-1-4-10 0,0-11-10 15,0-1-10-15,-4-5-5 0,3-3-10 16,-3-2-7-16,1-1-4 0,0-10-5 0,2-4-5 16,-1-7-6-16,3 3-5 0,-3-3-17 15,2-2-34-15,0-3-51 0,-2-2-82 0,3-1-85 16,3-4-73-16,0 0-80 16,0 0-125-16,0 0-159 0,-8-21 66 0,14 6-345 15,5-14-428-15</inkml:trace>
  <inkml:trace contextRef="#ctx0" brushRef="#br0" timeOffset="64554.73">16196 12911 2571 0,'-12'-10'43'15,"1"2"46"-15,4 3 36 0,0 1 35 0,6-1-4 16,1 5-13-16,1-11-18 0,10 7-12 15,2-2-4-15,8 1-14 0,13-1-12 0,6 0-12 16,4 0 1-16,1 4-9 0,3-1-34 16,-2 2-47-16,-4-1-37 0,0 0-32 0,-10 1-37 15,-5-1-30-15,-8 1-23 0,0 1-44 16,-7-3-50-16,-5 3-72 0,-7 0-128 0,0 0-15 16,0 0-72-16,0 0-60 0</inkml:trace>
  <inkml:trace contextRef="#ctx0" brushRef="#br0" timeOffset="65103.59">16865 13041 1793 0,'8'-7'192'0,"-5"1"43"0,3 3 9 0,-2-1 15 16,-4 4 13-16,1-9-4 0,-1 9-17 0,0 0-25 15,-1-8-23-15,1 8-19 16,-12-7-22-16,5 5-17 0,-7 0-11 0,1 1-12 16,-1-1-15-16,-4 0-9 0,2 2-15 15,2 0-17-15,-4 0-15 0,3 2-16 0,-1-2-15 16,2 2-10-16,-6 1-10 0,7-1-7 15,-2 1-9-15,-3 2-14 0,3 2-2 0,4 0-4 16,-1 2-1-16,5-1-1 0,1 2 2 16,3-1 8-16,3 1 4 0,1 2 3 0,5 2 2 15,1 3-2-15,5-1 8 0,1-1-5 16,7 8 7-16,-4-3 0 0,0-3-3 0,-5 1 1 16,2-3 0-16,-3 0 3 15,1 1 6-15,-3-4 11 0,0 1 8 0,-2-1 5 16,-3-1 8-16,1-1 0 0,-2 0 15 15,0-1 9-15,-2-1 7 0,0-1 8 16,-2 2 7-16,-2-2 7 0,2 1 6 0,-1-3-2 16,-5 2-4-16,0-1-9 0,-1 1-5 15,-1-5-5-15,-4 4-7 0,5-2-3 0,-4-2-8 16,3-2-1-16,1 3-7 0,0-3-27 16,9 0-37-16,-22 0-42 0,13 0-53 0,9 0-76 15,-19 0-78-15,10 0-84 0,-3 1-100 16,12-1-227-16,-17-1 52 0,17 1 72 15,0 0-276-15,0 0-324 0</inkml:trace>
  <inkml:trace contextRef="#ctx0" brushRef="#br0" timeOffset="65353.52">17189 13054 2213 0,'7'-13'38'0,"-1"3"30"15,-2 2 16-15,-2 2-4 0,2 3-8 0,-4 3 36 16,0 0 20-16,0 0 14 0,-10 26 11 16,0-8 5-16,-6 13-1 0,-7 13-7 15,-2-1-8-15,-4 4-20 0,-2 6-1 16,-1 0-16-16,0-1-13 0,-12 18-3 0,10-16-17 16,2 2-34-16,-3-3-51 0,2-1-51 15,1-2-36-15,3-7-47 0,4-2-43 16,7-11-47-16,0-2-60 0,7-10-69 0,4 0-118 15,3-8-28-15,0 0-142 0,2-7-150 16</inkml:trace>
  <inkml:trace contextRef="#ctx0" brushRef="#br0" timeOffset="65638">16945 13701 1753 0,'14'-12'23'16,"-3"2"35"-16,0 3 30 0,1 1 33 15,-1 0 22-15,3 4 18 0,-3-2 15 16,2 4 7-16,-13 0-5 0,23 1-2 15,-14 2 1-15,1 5-3 0,-1 1-4 0,-1 0 1 16,-6 4-3-16,-2 2 4 0,-4 1-4 16,-2 2 2-16,-3 3 4 0,-5 3 9 0,1 0 3 15,0-5-9-15,1-4-9 0,5-3-15 16,2 0-27-16,-2-2-7 0,3-1-6 0,1-1-13 16,3-1 3-16,0-7-11 0,3 14-4 15,1-9-9-15,6 0-15 0,-1-1-44 16,5-2-61-16,-1 2-54 0,2-4-58 15,4-2-73-15,3 0-88 0,-2 0-80 0,-1-2-98 16,5-2-178-16,-3-3 5 0,-1 0 72 16,-1 2-336-16,1-5-410 0</inkml:trace>
  <inkml:trace contextRef="#ctx0" brushRef="#br0" timeOffset="66303.39">17330 12796 2317 0,'0'0'-124'0,"0"0"29"0,0 0 21 15,0 0 18-15,0 0 22 0,43 4 10 16,-12-3 4-16,10 2 3 0,0-3 4 16,2 0 2-16,-2 2 2 0,-7 0-2 15,-9 0 2-15,-3 0 1 0,-2-2 5 0,-1 0 0 16,-6 2 2-16,1 0 8 0,-5-2 2 15,2 0 11-15,-11 0 18 0,18 2 9 16,-13-2 10-16,-5 0 12 0,14 3 20 0,-10-2 6 16,-4-1 8-16,7 7 8 0,-3-2 0 15,0 4 8-15,-1-1-1 0,-3 5 13 0,2 3 6 16,-2 5 5-16,0 6 7 0,-2 13-5 16,1 1 13-16,-9 10 3 0,3 3-8 0,-1 0-3 15,-3 7-6-15,0 2 3 0,-3 3 11 16,1-2-6-16,-5 3-13 0,5-2-10 15,-2 2-7-15,0-1-11 0,-1-2-2 0,-1 0 1 16,5-3-1-16,-1-6 11 0,0-2-21 16,2-7-2-16,-1-9-1 0,2-4 4 15,5-8 0-15,-1-6-4 0,3-4 13 16,-1-1 16-16,2-2 16 0,0-2 14 0,-3-3 10 16,5 3-3-16,-3-6 0 0,3-4-13 15,-2 13-10-15,2-13-12 0,-4 10-13 0,4-10-10 16,-2 7-12-16,2-7-6 0,-1 6-12 15,1-6-10-15,0 0-63 0,-2 8 0 0,2-8 0 16,0 0 0-16,0 0 0 16,-4 10 0-16,4-10-23 0,0 0-119 0,-4 5-52 0,4-5-63 15,0 0-88-15,-1 4-116 16,1-4-133-16,0 0-259 0,-11 2 61 0,11-2 83 16,0 0-591-16,0 0-757 0</inkml:trace>
  <inkml:trace contextRef="#ctx0" brushRef="#br0" timeOffset="66603.81">18404 13614 3885 0,'-7'-7'113'16,"1"2"22"-16,6 0-9 0,0 5 10 0,10-10 7 15,-3 5-1-15,7-2-12 0,3 0-12 16,6 2-14-16,0 0-11 0,13-2-10 0,-8 3-40 16,-3 1-55-16,0-1-49 0,0 1-87 15,-4 0-84-15,-8 3-101 0,2 0-115 16,-3 0-207-16,-3 3 54 0,-9-3-338 0,10 7-419 15</inkml:trace>
  <inkml:trace contextRef="#ctx0" brushRef="#br0" timeOffset="66769.11">18359 13788 2784 0,'-7'3'56'0,"0"-3"46"15,7 0 35-15,0 0 18 0,0 0 12 16,0 0-1-16,0 0-15 0,0 0-16 15,23 9-14-15,-1-8-33 0,4 3-67 16,10-1-92-16,10-2-96 0,-2 1-123 0,1-4-178 16,3-2-110-16,-2 0 61 0,7-4-161 0,3-1-172 15</inkml:trace>
  <inkml:trace contextRef="#ctx0" brushRef="#br0" timeOffset="67186.16">19245 13505 1915 0,'2'-9'48'0,"-2"1"34"0,2-1 23 16,-2 9 5-16,3-13 5 0,3 6-5 0,2 1 0 16,2 0-13-16,2 2-10 0,2 2-4 15,-1 0-15-15,5 2-2 0,-3 0-10 0,0 4-4 16,0 0-5-16,3 4-4 0,-7 2 5 16,1 1 6-16,-5 1 10 0,1 1 15 15,-7 3 13-15,-1-4 32 0,-1 5 7 16,-5-2 2-16,-1 2 7 0,-4 1 3 0,2-2-3 15,4-2 0-15,-5-2 2 0,2 2-4 16,3-2-10-16,-3-1-6 0,5 1-4 16,-5 0-1-16,3-3 3 0,2 4 3 0,-1-4 4 15,0 4 11-15,3-1 6 0,-1 2-20 16,0-3 11-16,-2 3-3 0,2 1-7 0,0 1-5 16,-1 1 7-16,-2 0-20 0,1 0-3 15,3 1-5-15,-3-1-1 0,-2-2-9 0,3 0-4 16,-3-1 1-16,0-1 2 15,-2 0-4-15,3-3-4 0,-3 0-2 0,-4 1-8 16,1-2-8-16,-3-2-5 0,1-1-7 16,-1-2-7-16,-6-2-37 0,5-2-64 0,-4-4-66 15,0 1-67-15,-3-4-72 0,4-3-88 16,0-1-99-16,-4-7-107 0,8 2-155 16,5-3-76-16,2 2 84 0,2-1-571 0,1 1-736 15</inkml:trace>
  <inkml:trace contextRef="#ctx0" brushRef="#br0" timeOffset="67603.3">19430 13145 3274 0,'-23'-12'-111'0,"-1"1"39"0,-10 3 36 16,-3 0 33-16,-5 6 36 0,-4 6 38 15,-10 6 34-15,2 2 31 0,-2 9 8 0,3 8 12 16,-1 6 12-16,-7 16 13 0,6 12 6 16,6 3 7-16,6 4 0 0,11 4-9 0,12-11-15 15,4 6-16-15,9 1-15 0,5 0-12 16,6 1-12-16,5-5-11 0,5-4-11 0,2-3-9 16,9-6-4-16,2-7-10 15,3-5-6-15,6-7-8 0,2-5-10 0,9-6-6 16,1-7-5-16,-5-11-3 0,5-1-2 15,1-8-2-15,10-3-5 0,0-11 7 0,0-5-10 16,1-6-3-16,8-18 1 0,-3-6 0 16,-4-6-4-16,-2-3-5 0,-6-6 4 15,-3-6 1-15,-6-8-7 0,-12-4 1 0,-5-3-6 16,-18 19-5-16,-9 3-14 0,-11 3 0 16,-18 10-17-16,-11 6-35 0,-22-2-33 0,-17 14-37 15,-10 11-66-15,6 16-86 0,-2 4-85 16,1 7-130-16,0 4-211 0,10 8 56 0,1 3 73 15,12 6-344-15,11 2-413 16</inkml:trace>
  <inkml:trace contextRef="#ctx0" brushRef="#br0" timeOffset="69035.64">19957 13540 2540 0,'3'-8'79'16,"-3"1"45"-16,0 7 19 0,4-10 7 15,-4 10-11-15,4-6-13 0,-4 6 8 0,0 0 38 16,0 0 16-16,0 0 0 0,7 25-1 15,-5-15-11-15,0 2-11 0,1 3-6 16,-1 1-15-16,2-1-15 0,1 0-13 16,-4-1-5-16,1-2-16 0,0 0-5 0,2 1-8 15,-2-4 0-15,-1 1 16 0,-1-4 8 16,2 2 18-16,-2-8 10 0,2 11 21 0,-2-11 9 16,4 6 8-16,-4-6-17 0,0 0-18 15,0 0-14-15,0 0-11 0,23-14-12 0,-16 3-11 16,7-5-5-16,5-3-11 0,0-4-7 15,0 4-3-15,-2 3-12 0,-3 1-3 0,-1 1-6 16,-4 4-6-16,3 0 4 16,-5 3-13-16,-1 0-2 0,0 2-4 0,2 2-7 15,-8 3 2-15,15 0-7 0,-15 0-1 0,15 3 1 16,-15-3-3-16,13 8-2 16,-5-1 2-16,-3-2-1 0,2 1-4 0,-5 1 5 15,-2-7-3-15,5 11-1 0,1-7-4 16,-6-4 0-16,1 8 7 0,-1-8 3 0,4 8 5 15,-4-8 2-15,9 4-7 0,-9-4 7 16,0 0-5-16,20-10 0 0,-10 5-4 0,3-2-4 16,3 0 0-16,-3-1-2 15,-1 3 2-15,1-1 0 0,-2 3-4 0,-2 0-7 0,3 1 2 16,-12 2-2-16,0 0-2 16,21 5 7-16,-14 2-1 0,1 0-2 0,-3 1 1 15,1 1 0-15,0 1 1 0,-2 0 4 16,0 2-20-16,0 1-34 0,-3-3-28 0,5 1-25 15,-4 1-30-15,1-2-32 0,-1-3-32 16,1 2-44-16,1 0-39 0,-2-1-34 16,-1-5-27-16,1 3-42 0,4 0-60 0,-6-6-71 15,13 2-111-15,-13-2-25 0,15-2-455 16,-3-4-578-16</inkml:trace>
  <inkml:trace contextRef="#ctx0" brushRef="#br0" timeOffset="69203.39">20737 13597 2800 0,'9'-10'-45'0,"0"1"80"0,-4 4 59 16,1 0 40-16,-6 5 19 0,3-7 5 15,-3 7 9-15,0 0 34 0,0 0 13 16,0 0-3-16,0 0-10 0,8 21-14 16,-8-11-16-16,-2 2-16 0,0 0-18 15,0 3-11-15,0 0-14 0,1 3-43 0,-1-3-53 16,-4 1-64-16,3-3-75 0,-3 1-89 16,-1 0-88-16,2-3-117 0,-2-1-174 0,1-2-31 15,0 1 65-15,2-4-268 0,-2 2-312 16</inkml:trace>
  <inkml:trace contextRef="#ctx0" brushRef="#br0" timeOffset="69354.31">20783 13509 2383 0,'-3'-9'64'0,"0"-2"34"0,3 2 16 16,0 9-10-16,-4-12-9 15,4 12-11-15,4-9-17 0,-4 9-48 0,4-8-60 16,0 4-77-16,2 2-100 0,1-2-148 15,-7 4-116-15,12-4-132 0,-12 4-111 0</inkml:trace>
  <inkml:trace contextRef="#ctx0" brushRef="#br0" timeOffset="69770.11">20960 13517 1707 0,'0'0'48'0,"6"5"43"0,-6-5 58 16,4 8 35-16,-2-1 32 0,0 0 21 0,-2-7 14 15,5 17 5-15,-1-5-1 0,-2 0-6 16,1 3-18-16,-1-3-11 0,5 2-20 0,-4 1-13 16,-3-2-12-16,2-3-12 0,-2 1-11 15,0-3-9-15,2 0-8 0,0 2-9 16,-2-10-6-16,2 11 12 0,0-5 17 0,-2-6-5 16,1 10 26-16,-1-10-2 0,0 0-16 15,0 0-18-15,0 0-14 0,0 0-10 0,43-20-13 16,-25 11-11-16,7-7 6 15,-1 5-24-15,-8 3-5 0,0 2-3 0,-3-2-2 16,1 4-6-16,-3 4-8 0,0 0 1 16,-11 0 2-16,21 2 8 0,-9 4 3 0,-1-2-6 15,0 4 0-15,1-2 0 0,-1 3-3 16,0-3 1-16,1 4-1 0,1-3-4 0,1 1-2 16,-3 1-2-16,0-4 2 0,1-1-7 15,3 2-4-15,1-1 0 0,-1-3-16 0,0 1-16 16,-2-3-17-16,5 0-68 0,-3-1-64 15,2-3-64-15,0 0-75 0,0-3-97 16,3-1-106-16,-4-4-137 0,7-5-208 0,4-4 72 16,-4 1 79-16,1-3-556 0,-2-2-704 15</inkml:trace>
  <inkml:trace contextRef="#ctx0" brushRef="#br0" timeOffset="70637.06">23184 13336 3334 0,'0'-7'-76'0,"0"-1"47"0,0-1 39 15,0 9 31-15,0-10 14 0,0 10 13 16,-5-8 12-16,5 8 1 0,-12-7 11 0,12 7 1 16,-20 0-3-16,20 0 6 0,-34 7-1 15,16-1-8-15,-4 3-9 0,6 1-2 16,-2 2 1-16,5 3-9 0,1-3-5 0,7 2 1 16,-3 1 6-16,8-1 7 0,2 3 7 15,4-2 19-15,1 5 0 0,3-1-4 16,5 5-4-16,3 0-9 0,-4 0-5 15,-2-3-6-15,-2-6-4 0,-1 2 0 0,-2-3-2 16,2-2 10-16,-6 1 18 0,3-3-14 16,-4-1 5-16,0 0 13 0,-2-1 11 0,0 1-1 15,-2-3 13-15,-4 2 5 0,-4 1 2 16,3-5-8-16,-4 2-7 0,1-2-13 0,-5 0-7 16,2-2-5-16,-5-2-11 0,3 0-11 15,-2-2-3-15,-3-2-10 0,4 2-4 0,-5-6-37 16,6 1-52-16,1-1-74 15,1-1-85-15,5 4-84 0,-2-2-137 0,1 1-150 16,6 2-277-16,-1 0 69 0,4 4 94 16,0 0-557-16,0 0-701 0</inkml:trace>
  <inkml:trace contextRef="#ctx0" brushRef="#br0" timeOffset="71169.1">23631 13582 3637 0,'-1'-11'29'0,"-1"5"22"16,2 6-4-16,-6-9-6 0,6 9-6 16,0 0 32-16,0 0 28 0,0 0 5 0,0 0 8 15,0 0 1-15,9 27 7 0,-2-16-6 16,-5-1-3-16,0 0 2 0,-2 2-3 15,2-2 1-15,-2 0 6 0,0-2-6 0,0 0-1 16,0-8 1-16,0 13-3 0,0-13-1 16,0 12 11-16,0-12 11 0,0 8 23 0,0-8-2 15,1 6 10-15,-1-6-13 0,0 0-14 16,0 0-10-16,0 0-12 0,23-17-12 0,-8 4-12 16,1 0-9-16,-3 1-9 15,1-1-1-15,-3 3-11 0,-4 1-4 0,1 2-2 0,0 2-9 16,-3 3-10-16,-5 2-3 15,13-4 3-15,-13 4-5 0,0 0-2 0,18 15 10 16,-11-7-11-16,1 2-10 0,2 4 3 16,-1 1-1-16,-1-2 1 0,0-1-1 0,-3 0 7 15,5-1-8-15,-7-1-2 0,5-2 4 16,0-2-4-16,-1 1 8 0,3 1 4 16,0-6-6-16,3 2-5 0,-2-2 5 0,5-2-6 15,-16 0 0-15,32-6-1 16,-13 4-1-16,0-2 2 0,-2 0-2 0,0 1-3 0,-3-1 7 15,-3 2-13-15,-2 0-29 16,-1 0-44-16,-8 2-53 0,15-3-56 0,-15 3-67 16,12-3-81-16,-12 3-76 0,0 0-71 15,15 3-90-15,-15-3-193 0,16 1 42 0,-7-1 85 16,-9 0-464-16,21 0-570 0</inkml:trace>
  <inkml:trace contextRef="#ctx0" brushRef="#br0" timeOffset="71569.11">24513 13563 3260 0,'11'-14'108'0,"-2"4"58"16,-1 1 37-16,-2 2 18 16,0 2-3-16,-1 2-6 0,-5 3-6 0,0 0 10 15,0 0 2-15,20 8-4 0,-17 1-11 16,1 1-35-16,-4 2-9 0,-2 0-14 0,-2 4-6 16,-4 2-4-16,-1-4-1 0,-4 3 1 15,-7 4-12-15,-3-2-11 0,-2 1-12 0,-5-1-12 16,-2-1-6-16,-1-3-10 0,-5 1-4 15,2-4 4-15,4-4-17 0,5-3-4 0,8-3-14 16,2-4-25-16,5-3-24 0,7-3-26 16,3-4-7-16,6-4 5 0,8-13-4 0,8-10 1 15,7 0 5-15,1 3 4 16,5 4 6-16,-10 8 1 0,0 3 2 0,-7 6-1 16,0 3 13-16,-3 5 3 0,1 2 10 15,-3 3 8-15,-2 2 11 0,3 4 8 0,-1 1-4 16,0 2-2-16,1 3-1 0,-2 2-1 15,2 2 2-15,-3 4-6 0,0 1 5 16,0 0-5-16,0 0-5 0,-2 1-31 0,0-3-40 16,2 1-51-16,-4 1-45 0,3-5-58 15,-3-3-55-15,-1-1-55 0,0 2-14 0,0-6 9 16,-2 1-16-16,2-3-25 0,-4-4-35 16,5 4-23-16,-5-4-28 0,0 0-14 0,22-15-487 15,-8 3-437-15</inkml:trace>
  <inkml:trace contextRef="#ctx0" brushRef="#br0" timeOffset="71938.08">24787 13607 2471 0,'24'-19'-31'0,"-4"4"73"15,-6 3 69-15,-2 3 43 16,-2 1 44-16,-3 1-2 0,1 2 12 0,-8 5 14 16,11 0 14-16,-11 0-10 0,13 7-1 15,-4 1-6-15,-6 1-9 0,3 3-8 16,-1 0-15-16,-3 4-10 0,5-1-18 0,-5 0-21 16,0 0-10-16,-2-1-14 0,0 1-11 15,-2-4-9-15,0 1-10 0,-1-1-6 0,-1-1-7 16,1-2-2-16,1 0-6 0,2-8-6 15,-8 9-1-15,8-9-27 0,-5 4-13 0,5-4-20 16,0 0-15-16,0 0-14 0,0 0-6 16,5-35-4-16,6 16 2 0,3-4 3 15,-4 3 5-15,-1 3 4 0,-1 2 3 16,0 3 12-16,-5 2 8 0,1 3 1 16,0 0 2-16,-4 7 15 0,0-7 6 0,0 7 3 15,0 0-2-15,0 0 0 0,0 0-2 16,0 0 4-16,-25 12-1 0,23-5-4 0,-2 3 3 15,2-3-4-15,2 2 2 0,0 1-5 16,2 0 0-16,2 0 2 0,0 2-3 0,2-2 3 16,0-1-29-16,-1 1-37 0,2 2-52 15,2-5-65-15,-4 3-84 0,3-2-78 0,-5 1-76 16,-1-1-82-16,2 1-142 0,-8 0-26 16,2 1 56-16,-7 0-333 0,-7 2-415 15</inkml:trace>
  <inkml:trace contextRef="#ctx0" brushRef="#br0" timeOffset="72335.67">25204 13852 2511 0,'19'-3'-13'0,"-2"0"52"15,-5 1 26-15,-5 0 19 0,-7 2 4 16,0 0 40-16,0 0 47 0,0 0 12 0,0 0 3 16,-59 14 8-16,4-4-2 0,-15 2-2 15,-33 2-4-15,-10 5-16 0,-9-1-20 0,-9-4-11 16,-12-5-10-16,-6 1-13 0,-1-4-13 15,-1-2-3-15,8-1 10 0,6 3-12 0,15 0-9 16,11-2-13-16,25 4-6 16,11 0-9-16,3 1-11 0,20 3-4 0,6-6-23 15,8 3-42-15,4-2-38 0,9 0-38 16,5-2-28-16,5 0-8 0,6-1-21 0,5 1-37 16,4-5-50-16,0 4-64 0,0-4-87 15,0 0-132-15,0 0-108 0,26 2 60 0,-15-2-270 16,-11 0-322-16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19T02:39:38.35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1751 4654 799 0,'0'0'159'0,"2"-8"-40"16,-2 8-35-16,0 0-31 0,0 0-13 15,6-4-13-15,-6 4-1 0,0 0-10 0,0 0 1 16,0 0-4-16,0 0-3 0,0 0 0 15,0 0-8-15,0 0 3 0,0 0-7 16,0 0-2-16,0 0 7 0,0 0-3 0,0 0-2 16,0 0 3-16,0 0-1 0,0 0-2 15,0 0 8-15,0 0 13 0,0 0 8 0,0 0 8 16,0 0 20-16,0 0 10 0,0 0 15 16,0 0 12-16,0 0 10 0,0 0 1 15,0 0 8-15,0 0 4 0,0 0 4 16,0 0 5-16,0 0 5 0,19 0-3 15,-19 0 2-15,0 0 3 0,0 0-16 0,0 0 4 16,0 0 8-16,0 0-6 0,0 0-1 16,0 0 0-16,0 0 2 0,0 0 3 15,0 0 5-15,0 0-2 0,0 0-8 0,0 0-9 16,0 0-9-16,-43 6-12 0,30-4-7 16,-2 0-8-16,2 0-3 0,-1-1-8 0,1-1-5 15,13 0-7-15,-23 2-8 0,14 0-3 16,9-2-1-16,-20 1-6 0,20-1-3 15,-16 2-4-15,7 0 1 0,9-2-6 16,-16 0-4-16,16 0-2 0,-18 2-5 16,18-2 0-16,-18 2 2 0,18-2-3 0,-18 0-1 15,18 0 2-15,-15 3-1 0,15-3 2 16,-12 0-2-16,12 0-1 0,0 0 1 16,0 0 0-16,-14 3-3 0,14-3 0 0,0 0 0 15,0 0-1-15,0 0 1 0,-16 0-2 16,16 0-1-16,0 0 3 0,0 0-3 0,0 0 0 15,0 0 2-15,0 0-2 0,-13 1-1 16,13-1 1-16,0 0-2 0,0 0-2 16,0 0 0-16,0 0-4 0,0 0 2 15,0 0-4-15,0 0 1 0,-12 2-1 16,12-2-5-16,0 0 1 0,0 0 5 0,0 0-3 16,0 0-2-16,0 0 4 0,0 0 0 15,-6 6 4-15,6-6 3 0,0 0-4 16,0 0 5-16,0 0 1 0,0 0 2 0,0 0-1 15,0 0 10-15,0 0 3 0,0 0 4 16,0 0 5-16,0 0 4 0,0 0 3 0,0 0-4 16,0 0 1-16,0 0 1 0,0 0-9 15,0 0-6-15,0 0-6 0,0 0-8 16,0 0 2-16,-3 8 2 0,3-8-3 16,-2 12 0-16,2-3 1 0,-2-1 3 0,2 3 1 15,0 0-3-15,0 3-1 0,2-2-3 16,0 2 2-16,0-1-1 0,-1-1 1 15,1 1 0-15,0-1 2 0,0-1 4 0,3 1-6 16,-4-4 1-16,1-1 1 0,0-1 0 16,0 2-1-16,2-2-2 0,-4-6 2 15,9 10 0-15,-4-4 0 0,2-1-2 0,0 0 1 16,1 0-5-16,1-1 2 0,-1 4-1 16,1-1-1-16,3-1-3 0,-4 2 4 15,3 0 1-15,-2 3-4 0,1-1 4 0,-2-2-2 16,-1 1 2-16,-1 1-2 15,-3 0 5-15,2-1 8 0,-1 1 11 0,-2 0 12 16,-1 2 11-16,-1-1 10 0,0-3 9 16,-3 3 8-16,-1-1 10 0,-4 1 4 0,2-2-7 15,-1 0-8-15,-5-1-1 0,4-1-5 16,-5 1-9-16,3-2-8 0,-1-2 0 16,-2 0-17-16,1-1-30 0,-1-2-42 0,1 1-57 15,12-2-63-15,-22 2-89 0,12-2-99 16,10 0-126-16,-17-2-151 0,17 2-117 15,-5-8 69-15,5 8-458 0,5-12-601 0</inkml:trace>
  <inkml:trace contextRef="#ctx0" brushRef="#br0" timeOffset="199.15">1907 5058 3192 0,'0'0'65'0,"0"0"54"16,0 0 35-16,13-4 25 0,-13 4 18 0,0 0 18 15,0 0 2-15,0 0-19 0,0 0-19 16,12-5-16-16,-12 5-22 0,9-3-14 16,-9 3-41-16,20-7-51 0,-7 2-73 0,-2 2-105 15,6-3-109-15,1 1-133 0,2-2-184 16,3 1-90-16,-10 2 70 0,5 1-306 0,-1-1-378 16</inkml:trace>
  <inkml:trace contextRef="#ctx0" brushRef="#br0" timeOffset="649.29">2412 4896 2763 0,'-11'-12'174'16,"11"12"10"-16,0 0-3 0,-8-4-15 0,8 4-17 16,0 0-13-16,0 0-13 0,0 0-15 15,0 0-6-15,0 0 4 0,0 0-5 0,0 0-10 16,-5 19-6-16,5-19-10 0,3 17-7 15,-3-8-4-15,0 1-5 0,0 0-6 16,0-1-8-16,2 3-4 0,-2-4-9 16,0 1-10-16,2-1-8 0,0-1-12 15,-2-7-1-15,2 12 1 0,-2-12-3 0,3 7 5 16,-3-7 6-16,0 0-9 0,0 0 5 16,16-2-1-16,-16 2 11 0,0 0-2 0,0 0-1 15,17-5-1-15,-17 5-5 0,0 0-7 16,0 0 1-16,17 0 3 0,-17 0 2 15,11 5-4-15,-11-5 2 0,16 7 3 0,-7-5-2 16,2 3 3-16,3-3 7 0,-1-1 3 16,1 1 7-16,1-2 5 0,2 0 13 0,0-2 11 15,2 1-2-15,-2-3 6 0,1 1-1 16,-1-4-8-16,-2 0 1 0,3-1-9 16,-6-1-1-16,4-1-2 0,-1-4-6 15,-3-1-9-15,1 1-13 0,-2-1-28 16,5-11-18-16,-2-2-40 0,2 0-49 0,-3 3-60 15,-1 4-78-15,-3 6-92 0,-3 3-126 16,1 2-203-16,-2 3 67 0,-3 3-358 0,-2 4-452 16</inkml:trace>
  <inkml:trace contextRef="#ctx0" brushRef="#br0" timeOffset="1232.58">3178 4807 2636 0,'0'0'8'0,"8"2"35"15,-8-2 29-15,0 0 29 0,0 0 22 16,0 0 14-16,7 3 13 0,-7-3-2 0,0 0-9 16,0 0-10-16,0 0-7 0,0 0-8 15,0 0-2-15,0 0 19 0,0 0 23 0,0 0 17 16,-11 16-2-16,11-16-2 0,-7 10-4 16,0-7-31-16,7-3-8 0,-9 8 5 15,9-8 9-15,-7 4 15 0,7-4-15 0,0 0-7 16,0 0-7-16,-20-15-15 0,15 7-8 15,3-1-18-15,0 2-13 0,2 7-5 16,-2-15-10-16,0 8-9 0,2 7-12 16,0-9-9-16,0 9-3 0,0 0-4 0,0 0-3 15,0 0-2-15,0 0 0 0,0 0 1 16,29 22 2-16,-18-15 2 0,3 5-7 16,-1-4-2-16,0 1 5 0,-1 0 6 0,1 0-10 15,1-1-7-15,-1-3-5 0,-4-1-7 16,5 0-19-16,-3-2-39 0,4-2-37 0,0-4-37 15,6-3-50-15,-1-1-41 0,-2-2-37 16,9-7-24-16,-2-3-23 0,-2 1-17 16,-1-3-18-16,1-2 6 0,-3 2 28 15,0-1 33-15,-2 1 44 0,-4 5 61 0,-2 4 60 16,-2 1 56-16,-3 5 53 0,1-3 42 16,-4 2 39-16,2 2 28 0,-3-2 5 15,1 5 23-15,-4 3-14 0,4-8-11 0,-4 8-16 16,0 0-17-16,0 0 15 0,0 0 8 15,2 19 14-15,-6-2 1 0,-2 3-3 0,-3 11 1 16,0 0-6-16,-1 1-12 0,-1 3-3 16,0 0-7-16,0 3-9 0,0-2-5 15,1 3-11-15,-1-2-4 0,2-3-8 0,0 1-36 16,2-3-34-16,0-8-41 0,1-2-66 16,3-7-84-16,-4-1-86 0,1 1-107 15,-3-5-144-15,6-2-18 0,-1-1 60 16,-2-3-213-16,0-2-220 0</inkml:trace>
  <inkml:trace contextRef="#ctx0" brushRef="#br0" timeOffset="1416.01">3302 4691 2283 0,'-10'-17'169'16,"3"3"15"-16,-1 6 14 0,5-2 18 0,-1 4-2 15,0 3-13-15,4 3-21 0,-2-8-14 16,2 8-32-16,0 0-10 0,0 0-5 0,0 0-20 15,0 0-32-15,17 27-50 16,-8-17-55-16,1 7-70 0,1-1-87 0,-1-1-119 16,0 0-156-16,-3-1-111 0,-3-2 51 15,-2 3-196-15,-2-3-219 0</inkml:trace>
  <inkml:trace contextRef="#ctx0" brushRef="#br0" timeOffset="1801.14">1000 5773 2132 0,'-50'9'30'0,"12"-3"-3"16,6 0-3-16,9-4-1 0,6 2 2 0,5-4 4 16,8 0-4-16,4 0 0 0,0 0-2 15,50-12-4-15,19-3-2 0,38-10-1 16,26-8 1-16,55-14-5 0,9 1 1 0,8-2-5 16,15-1 7-16,5 3 3 15,-3-1-3-15,-4 2 6 0,-13 1 6 0,-54 13-2 16,-10 0-2-16,-13 2-1 0,-21 2-3 15,-33 11-1-15,-13-3 2 0,-17 8-3 16,-10 2-7-16,-10 0 1 0,-8 1-27 0,-8 2-31 16,-7 2-29-16,-1 4-33 0,0 0-53 15,0 0-69-15,-57 12-140 0,17 3-212 0,-10 3-84 16</inkml:trace>
  <inkml:trace contextRef="#ctx0" brushRef="#br0" timeOffset="2101.61">1759 6121 2021 0,'0'0'321'0,"-4"-7"-17"16,4 7-33-16,-4-6-28 0,4 6-23 0,0 0-27 15,0 0 8-15,0 0-5 0,0 0-14 16,13 32-15-16,-6-13-14 0,2 3-16 16,0 5-14-16,0 2-10 0,3 2-12 15,-3-2-13-15,-3-5-23 0,1-4-41 0,-3 0-40 16,1 1-51-16,-2-8-64 0,-3 3-61 16,2-4-58-16,0-2-45 0,-2-1-75 15,-2-2-143-15,2-7-74 0,-2 5 55 0,2-5-206 16,0 0-230-16</inkml:trace>
  <inkml:trace contextRef="#ctx0" brushRef="#br0" timeOffset="2500.52">1941 6019 2233 0,'8'-18'90'0,"-1"5"14"16,3 3 11-16,-2 0 15 0,1 2 11 16,1 1-13-16,-1 3 0 0,-1-2-15 15,2 4-13-15,-10 2-10 0,18 2-12 16,-18-2 0-16,22 6-15 0,-13 3-3 15,3 1 2-15,-5 0-11 0,-3 4 3 0,0 3 1 16,-1 0 19-16,-3 3 17 0,-3 1 7 16,-1 3 3-16,0-4-3 0,1-3-11 0,1-2-10 15,-3-1-7-15,5 0-8 0,3-2-1 16,-1-2-3-16,1 2 13 0,5-1 10 16,-1-2 7-16,1 2-5 0,0-2-9 0,1 1-5 15,0 1-9-15,-2-3-2 0,2 2-2 16,-3-2-4-16,3 3-6 0,-1 1 2 0,-2-2 2 15,1 1 16-15,-1 1 5 16,-3 0 19-16,1-1 18 0,-4 3 28 0,0 1 21 16,-4 3 10-16,-5 2 11 0,-4 8 7 15,-1-3-20-15,-2-1-12 0,-4-2-12 16,1 2-17-16,-1-5-11 0,-2-1-10 0,5-5-9 16,0-4-16-16,3-2-34 0,3-3-49 15,0-6-77-15,11 2-80 0,-19-9-85 0,11-2-90 16,5 0-82-16,1-3-89 0,7-2-128 15,3-3-154-15,5-10 71 0,8 2-592 16,9-4-768-16</inkml:trace>
  <inkml:trace contextRef="#ctx0" brushRef="#br0" timeOffset="2800.3">2900 5903 3827 0,'0'-8'126'0,"0"1"43"16,0 7 39-16,0-9 34 0,0 9 35 0,0-8 12 15,0 8-11-15,0 0-31 0,2-9-28 16,-2 9-32-16,0 0-20 0,0 0 0 16,0 0-25-16,13 34-12 0,-4-3-12 15,0 5-7-15,-4 4-8 0,3-1-8 16,-5-2-13-16,1 4-8 0,-2-1-9 0,0-4-18 15,-2-7-42-15,-2-5-44 0,0 1-41 16,0-4-54-16,-2-1-62 0,1-5-87 0,-1 1-96 16,0-2-98-16,-1-8-132 0,0-2-158 15,5-4 77-15,0 0-576 0,0 0-725 0</inkml:trace>
  <inkml:trace contextRef="#ctx0" brushRef="#br0" timeOffset="2984.99">2675 5879 3874 0,'-15'-3'195'0,"3"-1"22"16,3 3 17-16,9 1 2 0,-9-5-8 15,9 5-23-15,-2-7-17 0,2 7-28 0,15-16-17 16,2 8-48-16,12-6-59 0,5 1-83 16,0 1-88-16,2 0-80 0,-2 3-88 0,2 4-107 15,1-4-169-15,-11 5-86 0,-3 2 70 16,-3 4-379-16,-4 2-450 0</inkml:trace>
  <inkml:trace contextRef="#ctx0" brushRef="#br0" timeOffset="3200.28">2473 6344 2988 0,'0'0'121'0,"0"0"-20"0,-24-8-23 15,24 8-31-15,-2-2-49 0,2 2-60 0,0 0-93 16,16-10-135-16,-4 3-211 0,5-1 1 16,2 0-121-16,2 2-119 0</inkml:trace>
  <inkml:trace contextRef="#ctx0" brushRef="#br0" timeOffset="3732.99">3105 6295 2005 0,'0'0'146'15,"0"0"-1"-15,0 0 5 0,0 0 24 16,0 0 18-16,24-4 15 0,-24 4-1 16,12-1-12-16,-12 1-22 0,18-4-11 15,-9 0-16-15,3 2-14 0,-1 0-13 0,-11 2-13 16,18-8-10-16,-9 4-4 0,0 1 9 16,-2-3 10-16,0 0 11 0,-1 1 6 0,-4-2-7 15,1-5-5-15,-3 5 0 0,-1-8-4 16,-3 1-7-16,0-5-3 0,-1-3-6 0,-4 1-7 15,2 3 2-15,-1 1 4 0,1 2 2 16,-1 3-12-16,0 1-12 0,-1 1-5 0,0 0-13 16,1 6-9-16,-2 2-4 15,10 2-3-15,-17 0-6 0,17 0-5 0,0 0-3 16,-19 4-11-16,19-4-6 0,0 0 6 16,0 0-2-16,0 0 0 0,0 0 5 15,0 0 0-15,59-10-4 0,-36 3 5 0,0 1 12 16,2-1 7-16,-2 2 1 0,-5 1 2 15,0 0 9-15,-1 1-7 0,-2 1 6 0,1 2-13 16,-3 2-4-16,4 1 9 0,-4 1-9 16,2 2-2-16,4 4 6 0,-3 0-5 0,-3 3-9 15,3 3 1-15,-3-1-1 0,-2-1-3 16,-1 3-3-16,-1-5-27 0,-1 1-49 16,-5 1-52-16,2 1-73 0,0-3-112 15,-3 2-123-15,0-2-153 0,-2 0-207 16,2-4 55-16,2 0 77 0,1-4-502 0,-5-4-618 15</inkml:trace>
  <inkml:trace contextRef="#ctx0" brushRef="#br0" timeOffset="4100.16">3833 5951 3428 0,'0'0'80'15,"0"0"29"-15,0 0 7 0,0 0 16 0,-28 7 14 16,28-7 12-16,0 0-3 0,0 0-2 15,0 0 2-15,0 0-4 0,0 0-9 16,0 0-14-16,0 0-10 0,0 0-11 16,0 0-11-16,0 0-7 0,0 0-7 0,0 0-6 15,0 0-6-15,0 0-2 0,0 0 9 16,0 0-5-16,0 0-3 0,34-3-11 16,-34 3-8-16,0 0-7 0,-9-16-2 0,1 11-12 15,8 5-5-15,-17-9-2 0,8 6-6 16,9 3-3-16,-27 3 2 0,10 3-8 0,-2 4 1 15,-6 5 2-15,2 4-1 0,2 3 7 16,2 5 0-16,4-1-1 0,1 3-3 16,9-4 5-16,1-4-3 0,2 4-3 15,2-6 3-15,2 3-2 0,2-6-2 0,3 2-15 16,2-4-17-16,3-4-31 0,3 1-51 16,3-5-78-16,1-6-100 0,3-3-108 15,3-3-131-15,8-8-186 0,4-9 33 0,0-4 78 16,0-2-398-16,-3-2-471 0</inkml:trace>
  <inkml:trace contextRef="#ctx0" brushRef="#br0" timeOffset="4500.01">4222 5903 2746 0,'-13'7'155'0,"1"-3"56"0,7-1 26 16,5-3 17-16,-11 5 10 0,11-5 8 0,-9 3 6 15,9-3-7-15,0 0-12 0,0 0-11 16,0 0-16-16,0 0-24 0,0 0-17 16,0 0-23-16,34-13-16 0,-18 6-9 0,2-3-16 15,-1 1-36-15,0-1-5 0,-2-2-4 16,-1-2-1-16,-3 4-15 0,0-5-4 0,-5 4 11 16,-2 1 4-16,-2 2 4 0,0 0-3 15,-2 8-12-15,-6-11-12 0,-2 7-9 0,8 4-3 16,-36 6-8-16,2 7 2 15,-8 8-4-15,-2 1-6 0,4 5 6 0,4-1 5 16,9-2-6-16,4 1 4 0,5 1 4 16,4 2 12-16,6-6 21 0,5-1 4 0,3-2 0 15,3-5-1-15,3 3-3 0,3-2-9 16,5-1-59-16,-1-4-4 0,6-4 0 16,1 0 0-16,-2-3 0 0,5-1 0 0,2-2 0 15,2-3-34-15,-3-3-186 0,3 3-89 16,-6-2-91-16,-1 2-94 0,-7-1-110 0,-6 2-126 15,-7 2-54-15,0 0 77 0,2 9-623 16,-2-9-785-16</inkml:trace>
  <inkml:trace contextRef="#ctx0" brushRef="#br0" timeOffset="4865.14">1348 7188 3931 0,'-89'19'61'15,"13"-5"21"-15,-17 7 43 0,22-5 46 0,6-2 48 16,14-4 45-16,12-3 18 0,12-2-8 16,5-2-32-16,8-1-27 0,13-4-22 15,1 2-19-15,40-10-17 0,27-7-19 0,49-14-12 16,33-5-14-16,68-18-10 0,17-2-12 16,20 0-5-16,16 1-13 0,12 0-6 0,5-2-2 15,7 4 0-15,0 0-13 16,-14 2 0-16,-15 1-4 0,-19 6-3 0,-29 3-5 15,-59 12-3-15,-18 2 1 0,-19 1 7 16,-16 4 26-16,-34 7 36 0,-17 1 45 0,-11 4 35 16,-9-2-166-16,-11 2-20 0,-6-1 0 15,-3 4 0-15,-7 1 0 0,2-1 0 16,-5 2 0-16,1-1 0 0,-2 1 0 0,-3 5 0 16,0-8 0-16,0 8 0 0,0 0 0 15,0 0 0-15,0 0-278 0,0 0-384 0,-17 0-206 16,17 0-20-16,-23 5 100 0,10-5-813 15,-3 2-1041-15</inkml:trace>
  <inkml:trace contextRef="#ctx0" brushRef="#br0" timeOffset="6333.07">15537 4352 707 0,'11'-18'122'0,"-4"3"-17"0,0-1 14 15,-5 1-16-15,-2-2-6 0,0-1-12 16,-6-7 0-16,1 3 0 0,-4-11 1 15,-2 1 13-15,-5 1-8 0,2 2 1 0,-13-10-7 16,0 7 5-16,-3 0-3 0,-8 1-8 16,-5 0-8-16,-6 4-8 0,-6 1-7 0,-10 4-4 15,-10 4-4-15,-24 0-7 0,-10 2-4 16,-6 4 0-16,-10 3-7 0,-4 4 0 16,-10 4 5-16,-6 2 6 0,-4 7 3 0,1 10 8 15,3 5 11-15,-2 11 2 0,5 5-2 16,-32 23-5-16,12 14-2 0,1 9 1 0,14 16 1 15,3 7 1-15,10 6-10 16,17 0 5-16,29-24 11 0,6 2-1 0,10 6 1 16,6 2 22-16,16 6 0 0,3 1-7 15,11 5-1-15,6 1-8 0,12 3-4 0,7-2-6 16,11 0-7-16,11-1-3 0,11-4-5 16,6-4 3-16,15-4-1 0,2-4-1 15,9-4 3-15,7-7 0 0,3-6-4 0,10-6 11 16,5-3 9-16,-4-7-2 0,2-3-9 15,2-2 0-15,-2-4-5 0,-5 1-7 0,3-3 13 16,-5-2-4-16,2 2-4 16,1-5-6-16,1-3-2 0,5-1-2 0,7-1-3 0,7-3 2 15,4-8 16-15,8-2 5 0,3-5-4 16,11-6-4-16,3-7 2 0,3-3 2 16,7-8 0-16,1-1-4 0,2-8-4 15,-1-3-2-15,3-9-10 0,4-6-4 0,-1-6 4 16,-2-4-8-16,44-23-2 0,-11-3-2 15,-7-5-4-15,-40 9-4 0,32-21-5 0,-7-4 2 16,-39 12-3-16,23-28-2 0,-35 22-3 16,-4-10-1-16,17-29 2 0,-32 31 5 0,-7-14 8 15,-11-5 2-15,-6-9-4 0,-15-7 3 16,-9-8-6-16,-14-2 4 0,-13-8-4 16,-17 1-4-16,-16-4 4 0,-28-43-12 0,-16 12 0 15,-12 9-6-15,-20 4-3 0,-19 16 4 16,-16 14-6-16,-17 18 0 0,-16 11-15 15,-15 16-1-15,-17 14-2 0,-15 13-6 16,-13 14-16-16,-8 18-23 0,-4 9-23 0,1 11-36 16,-2 12-43-16,9 9-46 0,10 9-47 15,14 9-45-15,17 4-64 0,55 0-105 0,6 5-180 16,15 3 66-16,18 3-295 0,23 1-375 16</inkml:trace>
  <inkml:trace contextRef="#ctx0" brushRef="#br0" timeOffset="7514.59">13494 6207 2371 0,'-14'7'-14'0,"9"-1"63"16,-6 5 46-16,-5 4 31 0,-2 7 18 15,0 5 26-15,0-1 20 0,5-1 18 16,3-1 24-16,8-3-7 0,1-1 1 15,4 0-11-15,15 8-10 0,10-4-12 0,19-2-12 16,14-5-17-16,13-5-18 0,13-9-16 16,33-4-14-16,12-11-5 0,3-2-14 0,6-5-10 15,2-1-10-15,-3-4-4 0,-7-2-13 16,-10-4-6-16,-6-5-11 0,-13-4-19 0,-11 0-17 16,-8-3-12-16,-12 2-8 0,-28 16-12 15,-13 8-16-15,-3 2-28 0,-12 1-58 16,-4 5-74-16,-5 3-77 0,-10 3-61 0,2 2-74 15,0 0-108-15,0 0-123 0,-31 7 64 16,18 0-355-16,-4 2-415 0</inkml:trace>
  <inkml:trace contextRef="#ctx0" brushRef="#br0" timeOffset="9180.93">932 9772 2699 0,'-4'-11'-31'15,"1"3"14"-15,-1-1 14 0,3 3 6 0,-1 0 10 16,2 6 17-16,-4-8 7 0,4 8 2 16,-2-10-3-16,2 10-4 0,-2-5-5 15,2 5-3-15,0 0-1 0,-3-10 2 0,3 10-4 16,0-5 5-16,0 5 0 0,0 0 4 15,0 0 6-15,-2-7-1 0,2 7 3 16,0 0 2-16,0 0 3 0,0 0 4 16,-6-6-3-16,6 6-5 0,0 0 6 0,0 0-8 15,0 0 6-15,0 0-10 0,0 0 6 16,0 0-7-16,0 0 2 0,0 0 0 16,0 0 8-16,0 0 2 0,0 0 11 0,0 0 1 15,0 0-8-15,0 0-4 0,0 0-14 16,0 0 4-16,0 0-5 0,0 0 7 0,0 0 5 15,-3 33 8-15,0-11-4 0,-1 3 2 16,0 10-5-16,1 2-5 0,-1 1 3 16,2 1-6-16,2-10-5 0,2 0-5 0,5 2-4 15,-5-4 0-15,0-5-1 0,2-1 4 16,2-6-3-16,2 2 0 0,-3-5 9 16,4 0 9-16,0-4 7 0,2-1 3 15,2-3-1-15,1-1 0 0,0-3-3 16,6-1-5-16,5-6-4 0,-4 0-4 0,-1-2-2 15,2 1-8-15,-1-1-3 0,-1 1-17 16,-4 0-29-16,-1 2-32 0,-5 1-45 0,1 1-54 16,-2 1-61-16,1 0-75 0,-2 1-107 15,-8 2-156-15,9 0-34 0,-9 0 60 16,0 0-185-16,0 0-210 0</inkml:trace>
  <inkml:trace contextRef="#ctx0" brushRef="#br0" timeOffset="10114.79">1454 9861 2165 0,'0'0'57'0,"0"0"-7"0,0 0 6 0,7-4 13 15,-7 4 16-15,0 0 9 0,0 0 6 16,0 0-3-16,0 0-6 0,0 0-9 15,9-7-5-15,-9 7-5 0,0 0 0 16,10-3-4-16,-10 3 10 0,0 0-7 16,13-3 2-16,-13 3 25 0,8-4-6 0,-8 4 10 15,8-7 3-15,-8 7 0 0,4-10 5 16,-4 5 1-16,0 5-13 0,-4-15-7 16,2 6-4-16,-1 1-4 0,-2 2-2 0,-1 0-4 15,1 1-11-15,5 5-8 0,-15-6-10 16,15 6-2-16,-19 4-5 0,3 1-5 0,3 2-4 15,2 0-5-15,-1 3-2 0,3 0-4 16,-1-1-4-16,2 1-1 0,4 0 3 16,4 1-2-16,-1-1-5 0,2-2 5 15,1 1-3-15,2-1-2 0,2-1 2 16,2 0 0-16,1-2 2 0,2-1-4 0,1-2-2 16,-12-2 3-16,29-2 0 0,-13-2 1 15,4-4-5-15,-1-1 2 0,0 1-1 0,-4-3 9 16,0 3 13-16,-1 1 16 0,-3-2 11 15,-2 4 15-15,2 0 3 0,-4 0-2 16,-2-1-4-16,-5 6-13 0,13-4-10 0,-13 4-4 16,9-5-13-16,-9 5-3 0,0 0-1 15,0 0-4-15,18 5-2 0,-9-1-4 0,-2 2 2 16,0 1-3-16,3-2-5 0,-2 2 1 16,3-2-7-16,-2 0-4 0,1 0-7 15,1-2-5-15,1 1-5 0,-12-4-8 16,24-2-7-16,-8-1-5 0,4-6-8 15,-2-1-4-15,5-9-5 0,0 0 0 0,-2-5 4 16,-2-1 7-16,0-4 5 0,-2-4 3 16,-3-2 2-16,2-9 4 0,-2-2 0 15,-6 5 4-15,-1-12 2 0,-1 10 5 0,-3 1 0 16,-3 3 8-16,0 10 17 0,0 3 16 16,-2 7 4-16,2 2 5 0,-1 2-3 0,-1 3-2 15,2-1-1-15,-2 5-6 16,2-2-4-16,-2 1-5 0,2 9-7 0,0-12 1 15,0 12-1-15,0 0 1 0,0 0 0 0,0 0-5 16,0 0 0-16,-9 27 3 16,7-15-2-16,2 2 2 0,0 0-5 0,2 2 4 15,0 0 0-15,1 0-1 0,1-1 1 16,0 1-2-16,-1-3 3 0,4-1 0 0,-3-1 0 16,1-1 0-16,1-1 1 0,-3-3-3 15,1 1 7-15,0-2 0 0,-4-5 7 16,8 7 1-16,-8-7-3 0,9 2 0 0,-9-2 2 15,0 0-4-15,11 3-2 0,-11-3-1 16,0 0-4-16,0 0-3 0,12 3-1 0,-12-3-1 16,0 0-2-16,0 0-3 0,8 4 5 15,-8-4-2-15,0 0 2 0,7 8-3 16,-7-8-7-16,4 2-14 0,-4-2-20 16,0 0-26-16,8 10-38 0,-8-10-50 15,2 5-35-15,-2-5-37 0,0 0-34 0,0 12-42 16,0-12-36-16,0 12-52 0,2-5 13 15,0 1 37-15</inkml:trace>
  <inkml:trace contextRef="#ctx0" brushRef="#br0" timeOffset="10398.06">2149 9506 2496 0,'19'5'-217'16,"-2"-3"49"-16,3-2 41 0,-6 0 45 16,2 0 50-16,-3-2 41 0,-2 2 33 15,-11 0 23-15,18 0 26 0,-18 0 22 0,9 7 52 16,-7 0 41-16,-6 7 16 0,-11 15 15 16,-11 10-2-16,-12 7-2 0,-18 15 3 15,-8 0-5-15,-11 4-4 0,-6 5-7 0,-7-6-20 16,-2 2-13-16,2-2-19 0,-3 0-3 15,5-3-4-15,2-3-4 0,0-5-4 16,10-4 6-16,7-5-10 0,18-13-12 16,3-2-11-16,4-3-12 0,11-6-11 0,4-3-11 15,3 1-12-15,5-6-7 0,3-1-1 16,5-3-3-16,-2-2-7 0,5 0-9 0,-1 1 11 16,1-3-13-16,1 0-1 0,0 0-5 15,2-1-16-15,5-3-34 0,-13 4-39 16,5-4-37-16,8 0-58 0,-13 3-74 0,5-1-84 15,8-2-95-15,0 0-107 16,-19-5-161-16,19 5-86 0,-11-4 62 0,11 4-459 16,-10-11-611-16</inkml:trace>
  <inkml:trace contextRef="#ctx0" brushRef="#br0" timeOffset="15781.55">13238 4633 2816 0,'9'-3'-196'0,"-9"3"34"0,7-5 31 0,-7 5 25 16,0 0 28-16,5-6 21 15,-5 6 16-15,4-3 14 0,-4 3 5 0,0 0 1 0,4-7 9 16,-4 7 12-16,0 0 7 15,4-6 11-15,-4 6 0 0,0 0 4 0,0 0 4 16,3-7 0-16,-3 7 2 0,0 0 5 16,0 0 1-16,0 0 2 0,4-4 1 15,-4 4 1-15,0 0 0 0,0 0 5 0,0 0 0 16,0 0 2-16,0 0 1 0,0 0-2 16,0 0 6-16,6-6 0 0,-6 6-3 0,0 0-2 15,0 0-2-15,0 0-4 0,0 0-4 16,0 0-4-16,0 0 1 0,0 0 0 15,0 0-2-15,0 0 0 0,0 0-3 0,0 0 5 16,0 0-2-16,0 0 0 0,0 0-1 16,0 0 7-16,0 0 6 0,0 0 12 0,0 0-6 15,0 0 6-15,0 0 7 0,0 0 0 16,0 0 4-16,0 0-2 0,0 0 3 16,0 0-1-16,0 0-1 0,0 0-3 15,0 0-1-15,0 0 4 0,0 0-4 0,0 0 2 16,0 0 5-16,0-8-4 0,0 8 1 15,0 0-7-15,0 0 0 0,0 0-7 16,0 0-2-16,0 0-4 0,0 0-7 0,0 0-8 16,0 0-8-16,0 0-2 0,0 0 1 15,0 0-4-15,0 0 3 0,0 0 0 0,0 27-6 16,-1-15 3-16,1 1-5 0,0-1 0 16,-5 3-1-16,10-4 1 0,-5 4-4 15,1 0-1-15,1-3 10 0,2 2-6 16,0-1 0-16,-1-2-14 0,-1-1-29 0,2 0-31 15,-2-1-52-15,0-1-62 0,-1 2-60 16,-2-2-84-16,-3 0-94 0,-2 2-198 16,-3 1 52-16,-3-2-236 0,5-3-287 0</inkml:trace>
  <inkml:trace contextRef="#ctx0" brushRef="#br0" timeOffset="16497.07">7260 7066 2392 0,'0'0'57'16,"2"-12"-4"-16,5 3 2 0,7 1-4 16,6-2-3-16,-2 3-5 0,1 1-1 0,0 5-4 15,0 1-3-15,-1 3-4 0,-2 2 7 16,-4 5 18-16,0 1 11 0,-7 1 18 0,1 4 14 15,-6-3 12-15,-4 4 29 16,-2-2 18-16,-1 2 14 0,-3 0 6 0,1-1 17 16,-1-3 3-16,3-1-4 0,0-2-11 15,2-3-11-15,-1 1-15 0,5-3-18 16,1-5-6-16,-2 11-16 0,2-11-12 0,11 5-10 16,5-5-14-16,7-4-35 0,13 1-53 15,5-6-60-15,15-1-81 0,-3 0-86 0,-2-4-90 16,-1 1-97-16,-12 3-124 0,-2 4-100 15,-9 1 70-15,-8 2-377 0,-4-1-430 0</inkml:trace>
  <inkml:trace contextRef="#ctx0" brushRef="#br0" timeOffset="17515.02">18573 6984 2731 0,'0'0'-43'16,"0"0"27"-16,24-16 7 0,-14 11 6 15,3 2 7-15,2-1 12 0,7 1 3 0,-4 0 1 16,9 6 4-16,-2 2-4 0,-2 0 0 16,-1 2 1-16,-1 1-6 0,-1 3-3 0,-6 2 0 15,0-1-1-15,-3 5 5 0,-3-5 2 16,-5 2 5-16,-3 0 4 0,-1-2 10 0,-3 4 9 16,-3 0 9-16,-3 3 9 0,-2-4 4 15,3-1 13-15,0 1 9 0,1-3 14 0,-2 0-1 16,3-3-6-16,1 0-1 15,3 0-11-15,-4-2 1 0,5-1-3 0,1 2 20 16,-1 0-3-16,4 1-5 0,-2-1-8 16,1 2-8-16,-1 1-9 0,2-1-6 0,2 2-3 15,-4-2-7-15,0 2-1 0,0 0-2 16,0 0 13-16,-4 1 11 0,2-4 5 0,-7 5 8 16,2-2-2-16,-11 2-1 0,0-4-10 15,-11 3-4-15,-1-1-8 0,-6-4-9 0,2 1-11 16,0-3-37-16,-2 0-59 0,-2-1-93 15,2 0-125-15,1-3-132 0,6-2-178 0,-3 0-80 16,3 0 73-16,-10-4-411 16,6 2-475-16</inkml:trace>
  <inkml:trace contextRef="#ctx0" brushRef="#br0" timeOffset="18663.34">3742 9472 2715 0,'-4'-7'-52'0,"2"-1"21"0,-1 2 16 15,3-2 2-15,0 1 4 0,2-3 4 16,1-2 4-16,5 1 13 0,2 1 2 15,1-4 6-15,5 3-1 0,2 1 0 0,-2 5-2 16,4-2-1-16,-2 2 1 16,-4 3-5-16,0 2 0 0,-4 2-1 0,0 0 6 15,-1 1 7-15,-3 2 6 0,-1 2 1 16,-3 0 6-16,0 1-1 0,-2 4-3 0,-2-3-2 16,2 2 2-16,-4 0 4 0,2 1-1 15,2-4 1-15,-1-1-2 0,-1 3 1 0,0-3 2 16,2-7-8-16,0 14-3 0,0-14 2 15,2 12 1-15,1-6 1 0,-1 3 2 16,2-2-5-16,1 3-1 0,2 0 7 0,0 2-13 16,-1 2 10-16,-1 0 5 0,2 1 12 15,-2 0 2-15,-3 1 20 0,0-3 7 16,-2 1 6-16,-2 3 2 0,-3-1 5 16,-4 1-3-16,0 1-9 0,-2-1-7 0,-10 2-3 15,1 3-9-15,0-3-3 0,1-7-8 16,3 0-6-16,-1-4-5 0,-2 2-10 15,2-1-26-15,3-2-35 0,3-1-48 0,0 0-59 16,-1-1-65-16,3-2-94 0,0 2-107 16,0-1-193-16,9-4 44 0,-11 0-246 0,11 0-289 15</inkml:trace>
  <inkml:trace contextRef="#ctx0" brushRef="#br0" timeOffset="22580.33">21217 3089 2186 0,'2'-11'48'0,"0"-3"43"0,0 2 23 15,0 0 16-15,0 3 8 0,0 1 5 16,-1-1-6-16,-1 1 3 0,2-1 5 16,-2 9-13-16,5-10-9 0,-5 10-16 0,4-10-13 15,-4 10-13-15,0 0-6 0,0 0-12 16,0 0 12-16,14 22-3 0,-10 2-5 16,-2 15 1-16,-2 8-1 0,-6 13-4 0,1 2-2 15,-6 11-3-15,-1-1-4 0,-7 17-5 16,4-17 5-16,0-3-14 0,-5-3-4 0,6-4 3 15,-4-7 12-15,2-2-5 0,3-6-2 16,4-10-15-16,1-6-18 0,0-4-21 16,5-8-30-16,-1-3-40 0,0-3-41 0,3-3-39 15,-1-2-74-15,0-4-106 16,2-4-115-16,0 0-162 0,0 0 58 0,0 0-229 16,27-24-275-16</inkml:trace>
  <inkml:trace contextRef="#ctx0" brushRef="#br0" timeOffset="22844.88">21400 2981 2196 0,'-21'-15'1'0,"5"5"26"15,0 0 25-15,3 5 29 0,6-2 24 16,-4 2 15-16,6 1-3 0,-3-2 6 15,8 6-12-15,0 0-12 0,17-11-10 0,10 5-5 16,15 4-16-16,25-2-8 0,5 6-1 16,8-2-11-16,4 0-20 0,-1 2-37 0,0-2-23 15,-7 0-26-15,-9 0-22 0,-16 0-18 16,-9 0-21-16,-9-2-32 0,-12 0-52 0,-10-2-82 16,-6 4-130-16,-5 0-71 0,0 0-35 15,0 0-26-15</inkml:trace>
  <inkml:trace contextRef="#ctx0" brushRef="#br0" timeOffset="23345.16">21922 3231 1457 0,'0'0'23'0,"14"3"11"0,-14-3 13 15,11-3 13-15,-11 3 22 0,11-2 23 16,-11 2 25-16,0 0 10 0,11-6-9 16,-11 6-15-16,0 0-11 0,0 0-12 15,-14-10-10-15,14 10-9 0,-25-1-9 16,6 2-6-16,0 0-2 0,-4 4-6 0,-1 1-10 15,1 0-6-15,1 4 1 0,1-3-4 16,5 4-6-16,-2 2-4 0,7 0 2 0,4-1-5 16,-2 3-1-16,7-4-1 0,0 3-1 15,4 1 1-15,5 3 1 0,-2 0-9 16,5-1 2-16,-1 2 0 0,1-1-5 16,-1-1 5-16,2 1-1 0,1 1-4 15,-2-2-1-15,-3 0 1 0,-1-1-1 0,-2-2 7 16,2-1 13-16,-6-1 17 0,-2 0 17 15,0 0 10-15,-6-1 9 0,-2-1 5 0,1 1 5 16,-5-3-8-16,0 0-3 0,-2-1-1 16,-1-1-6-16,0-2-9 0,-2-2-9 0,3 0-1 15,2 0-5-15,-4-4-4 0,5 2-2 16,-1-2-17-16,1 0-32 0,0-1-57 16,1-1-70-16,1 1-86 0,1-2-121 0,5 1-154 15,-3-1-92-15,5 2 67 16,3 3-160-16,-9-5-175 0</inkml:trace>
  <inkml:trace contextRef="#ctx0" brushRef="#br0" timeOffset="23527.79">21375 3823 2015 0,'-5'4'104'0,"5"-4"38"0,-9 3 14 15,9-3 4-15,0 0-10 0,0 0-18 0,0 0-13 16,0 0-13-16,32-10-7 0,-14 7-15 15,7-1-44-15,6 1-54 0,5-1-60 16,5 0-72-16,-4 0-111 0,1 0-148 0,-5 2-114 16,-12-1-125-16,-2 2-140 0</inkml:trace>
  <inkml:trace contextRef="#ctx0" brushRef="#br0" timeOffset="23846.37">21334 3980 1757 0,'0'0'11'0,"0"0"26"16,13 4 22-16,-13-4 20 0,17 3 21 0,-6-2 8 15,-1 1 2-15,2 1-5 0,-3 0-13 16,-9-3-3-16,14 9 0 0,-10-1 5 16,-3-2 18-16,-2 3 11 0,-5 2 27 15,-2 4 0-15,-5-1 11 0,-1 2-1 16,-1 0 2-16,-6 2 2 0,2 3-8 0,5-6-16 15,3-1-9-15,4-2-8 0,1-3-11 16,2 1-3-16,4-2-2 0,2 1-12 0,3 3-7 16,11-2-7-16,9 7-9 0,5-6-11 15,5-3-30-15,2 2-39 0,3-6-75 0,3-2-82 16,2-2-88-16,-1-2-80 0,2-2-101 16,-4-6-155-16,-2 0-21 0,-6-1 71 15,-4-6-211-15,-5 5-240 0</inkml:trace>
  <inkml:trace contextRef="#ctx0" brushRef="#br0" timeOffset="24361.66">22395 3048 2210 0,'-12'-8'35'0,"3"-1"17"16,2 4 25-16,-1 2 27 0,4-2 13 0,4 5 11 15,-6-6-7-15,6 6-14 0,0 0-4 16,12-13-12-16,5 9-10 0,2 3-14 0,10-1-4 15,0-1-7-15,-1 3-3 0,1 3-9 16,-3-1-1-16,0 1-6 0,-1 1-2 16,-3 1-15-16,-9 3 3 0,-1 2-1 0,-1 6 10 15,-8 4 1-15,1 4 11 0,-8 12-2 16,1 6 5-16,-8 9-7 0,-1 6 3 0,-3 1 1 16,-5 5-3-16,4 5 13 15,-9 14-5-15,5-16 6 0,-6 16-12 0,1 0-6 16,3 2 20-16,0-18-5 0,-1 0-2 15,3-3-5-15,-3-1 2 0,2-3 0 16,1-1 1-16,3-3 11 0,-2-3 1 0,2-7 1 16,5-9-8-16,0-2-4 0,0-5-1 15,0-3-6-15,5-6-6 0,1-3 0 0,3-5-3 16,-4 0-2-16,5-3 2 0,-1-1-22 16,3-8-42-16,-6 6-58 0,6-6-80 0,0 0-93 15,0 0-125-15,0 0-189 0,-15-23-54 16,15 11 62-16,0-8-275 0,0-4-329 15</inkml:trace>
  <inkml:trace contextRef="#ctx0" brushRef="#br0" timeOffset="24894.46">22927 3808 2535 0,'-15'-2'109'15,"15"2"37"-15,0 0 23 0,-16-6 18 16,16 6 8-16,0 0 0 0,0 0-14 16,0 0-19-16,0 0-20 0,0 0-11 0,29-8-16 15,-8 7-12-15,8 1-39 0,10 1-45 16,4 1-76-16,-2 2-72 0,5-2-77 0,-6 3-80 15,2-4-93-15,-12 1-154 16,-8 2-25-16,-8-3-226 0,-3 3-273 0</inkml:trace>
  <inkml:trace contextRef="#ctx0" brushRef="#br0" timeOffset="25061.66">22965 3887 2076 0,'-13'4'-18'15,"1"-3"26"-15,2 0 21 0,10-1 25 0,-13 4 29 16,13-4 21-16,0 0 22 0,-11 2 9 15,11-2 6-15,0 0-9 0,0 0-13 0,0 0-19 16,0 0-6-16,0 0 12 0,49 3-22 16,-22-3-53-16,4 0-84 0,13 0-93 15,1-3-127-15,12-3-171 0,3 2-79 16,-1-5-146-16,0-3-163 0</inkml:trace>
  <inkml:trace contextRef="#ctx0" brushRef="#br0" timeOffset="25514.17">24022 3380 1770 0,'-3'-10'32'0,"3"0"34"0,1 3 1 15,5-1-2-15,2 1 7 0,5 2 3 0,7 0 14 16,-2 1 1-16,5 4-7 0,6 2-4 15,7 5-9-15,-2 3-4 0,1 4-7 0,-4 0-5 16,-6 2 2-16,-5-3 4 0,-6 0 13 16,-7 1 13-16,-3 1 8 0,-6-4 7 0,-2 4 1 15,-6 2-6-15,-1 3 9 0,-7 2-5 16,4-3-1-16,1-5-3 0,1 3-2 16,4-2 2-16,3-1 7 0,-1 1 13 0,4-1 5 15,4 0 1-15,0 3 1 16,4-2-4-16,-1 3-4 0,3 0-2 0,-3-3-9 15,4 1-8-15,-6-1-7 0,3 1-3 16,-3 1 8-16,1-1 8 0,-2-3 5 0,-2 1 6 16,0 0 18-16,-4-3 4 0,2 2 10 15,-3-1-24-15,-2-1 8 0,-4 2-6 16,4-2-13-16,-2-4-4 0,-3 0-9 0,1 0-13 16,-2 1-9-16,1-4-5 0,1-1-7 15,-7 1-18-15,1-4-52 0,0 0-56 0,-4-2-68 16,-3-1-78-16,-12-6-104 0,12 2-103 15,-10-6-120-15,8-3-201 0,2-3-13 0,3-3 84 16,8 4-465-16,6-3-598 0</inkml:trace>
  <inkml:trace contextRef="#ctx0" brushRef="#br0" timeOffset="25896.52">24051 3071 2953 0,'-32'-16'-104'16,"-8"4"34"-16,-16 4 31 0,-8 8 29 0,-6 10 29 16,-20 14 25-16,0 10 24 0,1 10 6 15,3 14 14-15,0 5 5 0,10 10 8 16,10 4-4-16,19 5-5 0,13 2-2 0,20-13 5 16,18 1-4-16,17 19 5 15,17 3-7-15,16-6-9 0,12 1-12 0,18-7-6 16,8-3 4-16,5-4-6 0,3-12-8 15,-2-8 0-15,-1-15 0 0,-1-12 3 0,-22-14 20 16,2-7 12-16,-1-9 12 0,1-4 9 16,2-9 0-16,14-9 15 0,-6-10 9 0,-7-9 3 15,-2-10-10-15,-7-10-14 0,-5-5-3 16,-6-8-14-16,-6-9-12 0,-11-7-13 16,-12-6-14-16,-14-1-9 0,-18-4-8 0,-17-2-9 15,-23 7-11-15,-19 11-8 16,-19 10-11-16,-15 10-15 0,-12 15-27 0,-9 13-44 0,-9 15-51 15,-2 12-77-15,-6 18-85 0,-7 16-104 16,7 9-127-16,-2 6-175 0,3 9 68 16,9 3-378-16,1 0-491 0</inkml:trace>
  <inkml:trace contextRef="#ctx0" brushRef="#br0" timeOffset="27178.16">16100 5511 2996 0,'5'-15'56'0,"-1"1"32"16,-1-1 2-16,5-2 0 0,3-1 8 15,6-5 1-15,5-3 10 0,0 4-1 16,3 2-5-16,1 3-17 0,-4 6-7 0,-4 5-16 15,0 4-2-15,-2 5-3 0,-2 2-8 16,6 6 1-16,-6 1 3 0,8 8-5 0,-11 2 2 16,-4-3 4-16,0 4 9 15,-4-1 9-15,-4 3 11 0,-1-2 11 0,-5 0 3 16,2-1 1-16,-1-3-4 0,2 1-10 16,-3-5-3-16,3 1-8 0,1-4-9 0,2-2-6 15,1-1-7-15,0 0 0 0,6-1-5 16,3-3-2-16,4 3-5 0,7-6-7 0,5-2-30 15,1 0-35-15,12-7-34 0,0-1-48 16,0-8-51-16,6-4-58 0,-6-6-48 16,0-1-53-16,-6-6-59 0,-3-4-64 0,-4-4-118 15,-4-8-11-15,-8-4-299 0,-3 2-359 16</inkml:trace>
  <inkml:trace contextRef="#ctx0" brushRef="#br0" timeOffset="27494.42">16767 4940 2302 0,'-16'-15'-71'0,"-6"7"25"16,-1 4 22-16,-1 4 28 0,-14 8 22 15,-11 6 28-15,-3 10 25 0,0 8 31 0,-13 18 27 16,3 6 15-16,2 4-8 0,3 4 9 16,6 3-7-16,5 5-11 0,8-2-7 15,15-14-10-15,8 0-4 0,11 0-4 0,10-5-11 16,9 3-2-16,16-7-9 0,5-3-5 16,25 5-16-16,8-7-5 0,8-7-10 0,-5-14 6 15,23-2-10-15,-16-9-4 16,5-8 0-16,0-8 2 0,-2-7-5 0,7-8 5 0,-7-9 3 15,-22-1 4-15,2-19 5 16,-4-8 1-16,-15-8-3 0,-12 6-4 0,-10-3-1 16,-9-5-4-16,-8-4-8 0,-13-8-1 15,-6-12-8-15,-11 7-4 0,-18 5-9 16,-11 14-5-16,-15 10-4 0,-11 16-30 0,-8 14-37 16,-17 13-44-16,17 13-53 0,-23 13-59 15,3 13-61-15,5 8-100 0,2 10-182 0,9 4-52 16,5 3 71-16,8 4-253 0,7-1-279 15</inkml:trace>
  <inkml:trace contextRef="#ctx0" brushRef="#br0" timeOffset="28629.04">9819 8966 2612 0,'-11'-2'234'0,"11"2"-17"0,-13-5 0 0,13 5-9 15,-12-7-36-15,8 4-24 0,4 3-15 16,-3-11-23-16,3 11-8 0,0-8-10 0,1 1-8 16,3 2-10-16,0-2-10 0,4 3-4 15,3 0-11-15,0 0-6 0,1 3-2 16,-1-1-4-16,2 2-6 0,-13 0-5 15,18 2-2-15,-9 1 0 0,1 2-4 0,-6 0 2 16,0 2-1-16,-2 2-2 0,-2 0 3 16,-4 5 4-16,-2 5 4 0,-4 0 4 0,-3 5 1 15,0-5 5-15,1-4 4 0,7-1-1 16,-3-1 2-16,3-1-4 0,0-4 13 16,2-2 1-16,1 1 1 0,4-2 10 0,-2-5 19 15,3 13 0-15,2-9-3 0,2 4-8 16,1-5-9-16,-1 2-2 0,3 0-11 0,-1 1-4 15,-1-1-7-15,-1 0 0 0,2 2-4 16,-4-3-6-16,2 2-1 0,-3-2-4 0,0 4 11 16,-1-3 9-16,0 2-1 0,-3-7 1 15,-3 12-1-15,2-3-2 0,-5-3-7 16,-1 1 2-16,-4 2-5 0,0-2-9 16,-1 0-5-16,-4-2-33 0,-1 0-40 0,2-2-57 15,0-5-61-15,-1 2-89 0,-1-5-89 16,0 0-95-16,2-7-99 0,-1 0-158 0,7 0 54 15,-5-3-490-15,11-2-606 0</inkml:trace>
  <inkml:trace contextRef="#ctx0" brushRef="#br0" timeOffset="28977.08">9754 8726 3295 0,'-24'1'-27'16,"-1"6"13"-16,-11 5 18 0,-8 9 25 15,-6 9 29-15,1 1 22 0,-1 9 24 0,-9 13 13 16,18-7 6-16,5 2-11 0,5 2-4 16,10-1-9-16,8 2-10 0,10-13-3 0,11 6-7 15,7 1-4-15,10-4-9 0,11-6-5 16,10-4-6-16,7-8-7 0,8-5 2 0,8-7-9 16,7-7-1-16,6-8-4 0,2-7-2 15,15-3-6-15,-5-9-6 0,-26 2-7 0,-7-3 3 16,-6-1-2-16,-8-4 20 0,-11-2 22 15,-10-4 15-15,-13 4 15 0,-5-7 1 16,-12 0-7-16,-7-11-6 0,-9 1-10 16,-6 0-7-16,-7-2-8 0,-5 6-7 0,1 3-5 15,-8 6-6-15,2 10-18 0,-3 4-31 16,4 13-45-16,1 2-67 0,-4 6-83 16,4 9-97-16,-13 3-116 0,7 4-182 0,10-3-31 15,5 3 66-15,5-5-379 0,6-1-430 16</inkml:trace>
  <inkml:trace contextRef="#ctx0" brushRef="#br0" timeOffset="30860.78">18020 8154 1904 0,'0'0'170'0,"-6"-10"-10"0,6 10-33 16,1-12-34-16,4 2-21 0,2 0-9 15,6-2-8-15,1 0-7 0,5-1 3 0,0 3 0 16,10-2-1-16,-2 3-4 0,1 0-3 16,1 2-3-16,-4 1-6 0,-5 2 0 0,0 1-3 15,-6 3-8-15,-2 0-3 0,-1 0 2 16,-1 0 3-16,-10 0 6 0,12 7 7 16,-11-1-1-16,-1 1 5 0,0 2 2 0,-3-1 6 15,-3 1 10-15,2 3 5 0,-2 0 2 16,2-4-9-16,1 3-1 0,1 2 0 15,-2-1-9-15,2 2 3 0,2-1 5 16,0 1-10-16,2 2 4 0,2-1-3 0,0 0 0 16,-3 1-8-16,3-3 3 0,2 2-1 15,-2-3-7-15,2-1-1 0,-4-1-4 0,-1 0 1 16,3 2 7-16,0-6 15 0,-4 3 12 16,2-3 14-16,-2 2 13 0,-2-2 14 0,-4 1 4 15,1 1-4-15,-5 0-8 16,-1-2 1-16,-2 1-9 0,-5-3-8 0,0 2-8 15,6 0-5-15,-1-1-8 0,1-2-9 0,1 1-4 16,1-1-3-16,0-1-6 0,10-2-5 16,-13 5-5-16,10-4-5 0,3-1-8 15,-13 4-5-15,13-4-6 0,-5 3-4 0,5-3-2 16,0 0-6-16,-7 4 2 0,7-4-3 16,0 0 1-16,0 0 0 0,-11 3 1 0,11-3 2 15,0 0-1-15,0 0 3 0,-5 4-3 16,5-4 3-16,0 0-4 0,0 0 5 0,-8 3-1 15,8-3 3-15,0 0-1 0,0 0 1 16,-1 7-3-16,1-7 1 0,0 0 2 16,0 0 1-16,0 0 2 0,9 7 0 0,-9-7 0 15,17 0-3-15,-17 0-2 0,27-7-7 16,-8 0 2-16,2 0-2 0,6-7 2 16,0-3 1-16,-3-1 3 0,0-1 0 0,1-5 0 15,-2 1-1-15,-1-2 3 0,-6 0-1 16,4 0 4-16,-4-1 8 0,-5 7 12 15,-4 4 8-15,-2 3 12 0,-1-4 8 0,3 3-3 16,-4 3 4-16,-3-1 6 0,2-1 6 16,2 4 1-16,-2 1-9 0,0 0-8 0,-2 7-9 15,1-12-3-15,-1 12-11 0,0 0 1 16,0 0-4-16,0 0 3 0,-11 36-4 0,-3-7 1 16,2 7-2-16,-8 10 0 15,2 0-6-15,-4 6 2 0,5-4-3 0,-2 0 0 16,2-2 0-16,0 0 1 0,3-11-3 15,1 0-2-15,1-8 1 0,3-3-2 0,4-5 0 16,-3-6-3-16,4 1 5 0,-2-3 2 16,2-1 1-16,3-4 9 0,-1 0 13 0,2-6-6 15,0 0-3-15,0 0 2 0,0 0-8 16,3-24 3-16,5 3-4 0,6-12-8 0,0-13-7 16,8-5 1-16,3-6 1 0,0-4-1 15,0 1-5-15,0 0 5 0,-2 4 2 0,-1 3-4 16,-11 15 1-16,-4 8 2 0,0 6-5 15,-7 7-1-15,-7 7-5 0,-4 6-4 16,-5 4 6-16,-20 6 4 0,-3 9-3 16,-13 9 0-16,-1 3 1 0,3 2 2 0,4 0 8 15,6-2-5-15,6 3 5 0,11-8 0 16,2 3 5-16,10-5 0 0,3-3 2 0,5-1 7 16,3-3-5-16,3 4 3 0,7 0 1 15,2-1-3-15,10 3-4 0,3 0 8 16,5-6-8-16,4-2-2 0,1-3 2 0,-5-4 2 15,-1-3-5-15,-1-2-2 0,11-5-2 16,-1 0-7-16,2-7-11 0,4-5-12 16,1-3-4-16,-5-1-11 0,1-4-5 15,-7-3-3-15,-2-3-5 0,-3-2-4 0,-8 9 0 16,-2-4 2-16,-5 8 1 0,-9 2 2 16,1 2 2-16,-3-4-3 0,-5 5 2 0,-3-3 4 15,-4 0 5-15,-13-2 4 0,-2 0 2 16,-5 5 6-16,-5 2 0 0,-2 1 3 0,-7 9 3 15,-2 6 6-15,-14 3 11 0,-4 9 7 16,-2 7 10-16,2 5 9 0,-8 14 8 0,21-9-5 16,3 1 1-16,8 4 1 0,8 0-7 15,6 0 1-15,12-2-1 0,5-2-5 0,6-5 0 16,9 4 2-16,7-4 1 0,9 0-1 16,12 1-1-16,2-6 2 0,1-9-5 15,16 1 1-15,5-6-3 0,2-4-3 16,4-6 8-16,1-6-5 0,-1-4-3 0,1-3-6 15,-6-6 3-15,-2-3 0 0,-7-5-6 16,-3-7 3-16,-9-5-3 0,-5-7 1 0,-10-1-1 16,-12-5-3-16,-10 8 0 0,-9-11-3 15,-10 7 0-15,-13 5-1 0,-13 11-4 16,-9 5 0-16,-14 15-1 0,-8 8-8 0,-10 12-17 16,-18 13-18-16,-6 12-43 0,4 14-60 15,7 7-89-15,6 2-108 0,7 1-133 0,10-1-242 16,27-14 57-16,11-1 80 15,6-2-447-15,12-10-514 0</inkml:trace>
  <inkml:trace contextRef="#ctx0" brushRef="#br0" timeOffset="32077.12">3845 12230 378 0,'0'0'66'0,"-15"-5"-45"0,15 5-44 16,-6-4-5-16,6 4-6 0,2-9 6 0,-2 9 15 16,7-11 21-16,2 4 21 0,-2 2 34 15,2-2 29-15,2-3 27 16,-2 3 30-16,0-1 28 0,0-1 18 0,1 2 10 15,-2 0-7-15,-1 2-8 0,-1-1-21 16,-6 6-13-16,10-4 4 0,-10 4 11 0,0 0 2 16,15 14-12-16,-8-1-12 0,1-1-10 15,0 6-19-15,1 0-12 0,1 2-8 0,-1 1-6 16,-1-4-11-16,-1 3-4 0,3-1-10 16,-2-2-4-16,-1-3-12 0,-1-2-5 15,2-2 1-15,-1-3-7 0,-3 3 3 0,2-3-5 16,-3-2-3-16,-3-5 22 0,14 5 0 15,-14-5-6-15,19-3-9 0,-4-8 6 16,9-9-8-16,-1-4-7 0,-1 1 3 16,12-10 15-16,-11 4-7 0,2 4-5 0,-2 1-4 15,-4 9-4-15,-4 2-6 0,-2 8 0 16,-1 0-2-16,-1 5 2 0,-11 0-4 16,23 9 1-16,-12-1 1 0,1 6 0 0,-2 1 9 15,1 3 1-15,-2 0 9 0,1 2 2 16,1-2-3-16,3 7-4 0,-3-3 0 0,-2-5-6 15,2-1-4-15,-4 0-2 0,0-4-4 16,-1-2 0-16,2 1-4 0,-4-3 0 16,2 1-11-16,-3-2-19 0,1 0-24 0,1-2-29 15,-5-5-51-15,4 10-59 0,-2-7-74 16,-2-3-95-16,3 5-107 0,-3-5-180 16,0 0 50-16,0 0-331 0,0 0-392 15</inkml:trace>
  <inkml:trace contextRef="#ctx0" brushRef="#br0" timeOffset="32426.47">4009 11879 2425 0,'-29'7'-1'0,"-3"7"24"16,0 2 1-16,-6 14 16 0,-1 4 30 16,5 8 20-16,0 4 22 0,1 7 3 0,1 22 8 15,9-7-6-15,6 0-17 16,5 4-7-16,10-4-10 0,9 1-6 0,8-2-11 15,13 10-8-15,14-7 1 0,13-7-2 16,4-9-14-16,10-9 6 0,9-9-9 0,12-14-8 16,-10-14-3-16,7-9-4 0,22-15-15 15,2-10-8-15,-3-9-20 0,-6-6-22 16,-7-11-15-16,-12-5-1 0,-10-6 6 0,-16-7 20 16,-11-2 19-16,-18-6 17 0,-12 10 8 15,-14-6 10-15,-18-17 9 0,-14-2-4 0,-16-2-1 16,-11 8 4-16,-8 0-5 0,-4 10-10 15,-1 12-1-15,-11 10-8 0,9 14-7 16,15 20-27-16,-4 12-27 0,14 11-40 16,-12 14-62-16,2 9-84 0,3 10-117 15,-7 13-190-15,20-7 45 0,-2 2-168 0,9-2-165 16</inkml:trace>
  <inkml:trace contextRef="#ctx0" brushRef="#br0" timeOffset="33028.37">9962 11718 1862 0,'12'-2'51'0,"-2"0"23"0,-10 2 1 16,12-2-8-16,-12 2 17 0,12 7 23 0,-8 2 13 15,4 2 7-15,-5 1-10 0,1 5-10 16,1 5-9-16,0 0 2 0,-1 0-2 0,-1 1-6 16,-1-1-10-16,2-1-12 0,2 0 0 15,-3-5-10-15,6-1 4 0,-6 1-13 16,7-4-1-16,-3-3-6 0,5-2-2 0,1-6 3 15,3-1-10-15,4-4-3 0,10-10-2 16,3-3 0-16,-3-2 10 0,1-2 13 16,-5 3 7-16,-1 0 5 0,-5 4 9 15,-5 4-4-15,-3 3-12 0,-3 2-11 0,-2 1-1 16,1 2-5-16,-8 2-1 0,10 9-5 16,-7 1-7-16,-1 4 3 0,0 2-7 0,0 1-1 15,0 6-5-15,0-2-10 0,0 4-34 16,-1-5-51-16,-1 0-61 0,2 3-59 0,-2-4-66 15,-2 0-89-15,2-2-121 0,-1-3-73 16,-3-4 58-16,0 0-221 0,-1-3-203 0</inkml:trace>
  <inkml:trace contextRef="#ctx0" brushRef="#br0" timeOffset="33345.35">10023 11505 2161 0,'-43'18'93'0,"-7"12"-1"0,0 10 3 16,-8 14 24-16,4 9 22 0,4 3 0 16,11 1-5-16,10-12-1 0,11-1-14 0,6 2-8 15,8-13-4-15,13 10-15 0,12-4 1 16,14-4-11-16,10-6-6 0,10-6-5 16,10-7-8-16,8-7-4 0,4-12-6 15,4-3-15-15,-1-8-8 0,-2-8-11 0,-8-5-1 16,-3-8-6-16,11-13-5 0,-23 4 2 15,-6-7 6-15,-10 0 1 0,-8-4 4 16,-10-2 8-16,-12-3-1 0,-11 7-8 0,-9-10 7 16,-12-4-3-16,-9 6-8 0,-11 5 2 15,-2 5-12-15,-8 12-21 0,-5 7-32 0,-1 10-45 16,0 9-49-16,-4 10-66 0,2 6-93 16,4 6-146-16,0 2-112 0,4 3 55 0,10-1-226 15,13-8-221-15</inkml:trace>
  <inkml:trace contextRef="#ctx0" brushRef="#br0" timeOffset="33843.21">13708 11872 2214 0,'-5'-24'71'0,"5"4"-9"0,6 1-7 16,2 0-7-16,8-6-5 0,6 3-4 0,4 1 0 15,1 7-8-15,4-1-2 0,-1 3-3 16,-3 6-3-16,-4 3-2 0,-1 1-4 0,0 4 0 15,-3-2-5-15,-1 3 0 0,-2 1 2 16,-5 2-3-16,3 2 7 0,-5 2 11 0,-1 1 5 16,-5 1 2-16,-3 1-6 15,2 3 3-15,0-3-1 0,-2-1 3 0,0 5 0 0,0 0 3 16,2-2 1-16,0 2 11 16,2 0 14-16,4 0 14 0,-1 3-1 0,9 3 2 15,-5-2-11-15,8 1-3 0,-4-3-6 16,-1-3-4-16,4 5-8 0,-2-6 0 15,-5-1-11-15,-2-4 3 0,4 0-2 0,-10-1-4 16,5-1 12-16,-7-2 6 0,1 4-1 16,-4-2-1-16,-1 2-7 0,-6-1-9 0,-4 0-16 15,1-2-27-15,-8-1-36 0,4 1-46 16,-8-4-57-16,5 1-71 0,-1-4-93 0,-2-4-154 16,-1-1-72-16,3-3 56 0,-5-9-179 15,4-7-157-15</inkml:trace>
  <inkml:trace contextRef="#ctx0" brushRef="#br0" timeOffset="34176.18">13853 11430 1826 0,'-32'4'37'0,"-6"5"18"0,-12 16 3 16,-12 21 5-16,-1 11 11 0,5 7 13 0,4 4 0 15,4 9-5-15,10 1-2 0,12 3-8 16,10-12-7-16,13-2-7 0,6 1-3 0,14-3-7 15,10-3-3-15,23 5 0 0,13-9-4 16,13-10 2-16,8-10-8 0,4-9-3 0,8-9 0 16,-19-11-9-16,6-11 6 0,-1-6-6 15,-6-5-5-15,14-14 4 0,-24 0 6 16,-6-6 15-16,-8-1 33 0,-11-6 25 16,-5-4 16-16,-9-7 5 0,-13-4 20 15,-11-3-9-15,-8-4-18 0,-14-4-3 0,-12-12-8 16,-6 0-15-16,-13 3-7 0,-3 9-4 15,-2 8-13-15,7 17-15 0,0 10-29 0,0 8-34 16,-6 7-65-16,8 11-74 0,1 8-86 16,-12 10-110-16,7 2-200 0,16 0-16 0,4-1 62 15,10-1-236-15,10-4-230 0</inkml:trace>
  <inkml:trace contextRef="#ctx0" brushRef="#br0" timeOffset="34876.08">19365 11367 2239 0,'-3'-15'74'0,"-1"3"16"0,0 4 7 15,4-1-9-15,4 1-8 0,1 1-3 16,3 0-10-16,4 0-7 0,1 2-7 0,1 2-4 15,6 3-5-15,-1 0-1 0,2 3-5 16,-4 1-9-16,4 4 1 0,-4 1-6 0,-3 2-2 16,-3-3-1-16,-4 3 0 0,2 1-2 15,-7 0 0-15,-1 3 2 0,-2-1 15 0,-4 3 25 16,-3-1 18-16,1 3 18 0,-2-1 14 16,-1-3 11-16,2-1-5 0,3-2-3 15,-3-2-12-15,5-2-3 0,0 3-2 16,-1-4 12-16,4 4 11 0,4-2 9 0,-1 2-7 15,0-2-8-15,3 3-6 0,1 0-6 16,1-3-10-16,-2 0-12 0,0 2-4 0,-3-4-9 16,1 3-5-16,0-4-1 0,-1 2-5 15,-3-2 4-15,0 3 12 0,-1-3 3 16,-5 2-6-16,1 2-6 0,-6-3-2 0,-2 1-6 16,1-1-8-16,-4 0-24 0,-4-2-34 15,4-2-42-15,-4 0-66 0,0-3-99 0,3 0-109 16,-7-1-123-16,8-4-162 15,-4 0-68-15,7-2 79 0,1-4-451 0,7 2-524 16</inkml:trace>
  <inkml:trace contextRef="#ctx0" brushRef="#br0" timeOffset="35276.25">19349 11219 3083 0,'-22'-18'6'0,"-6"7"8"0,-6 1 7 16,-7 10 19-16,-15 8 30 0,0 9 10 0,1 9 12 15,-18 20 1-15,-1 9 7 0,2 9-4 16,2 5-4-16,11 4-10 0,8-2-4 0,11 1-11 16,11-11-9-16,14 2-6 0,3 1-3 15,10-3-5-15,13 0-2 0,3-5 2 16,11-5-12-16,8-1-9 0,3-7-15 16,4-7-12-16,6-7-19 0,4-9-23 0,0-3-26 15,-2-11-27-15,0-6-13 0,0-2 3 16,0-4 12-16,-5-2 14 0,1-2 24 0,-8 1 14 15,-1-3 15-15,-10 7 17 0,-5-3 21 16,-4 4 24-16,-4-2 19 0,1 0-2 0,-6 4 8 16,-7 2 0-16,14-7-7 0,-9 3-3 15,-5 4 1-15,10-6-12 0,-10 6-2 16,3-4 1-16,-3 4-3 0,0 0-3 16,0 0-7-16,0 0 1 0,0 0-3 0,0 0 4 15,0 0-8-15,0 0-7 0,0 0-7 16,0 0-21-16,0 0-22 0,0 0-37 15,0 0-45-15,0 0-50 0,-13 15-58 0,13-15-44 16,0 0-75-16,0 0-109 0,0 0-33 16,0 0-193-16,0 0-180 0</inkml:trace>
  <inkml:trace contextRef="#ctx0" brushRef="#br0" timeOffset="35826.11">19471 11586 2232 0,'-5'-24'230'0,"-1"1"0"0,4 6-1 0,-1 0 18 16,3 4 13-16,-4 1-4 0,4-3-4 16,-2 5-28-16,0 2-23 0,2 0-20 0,0 8-24 15,0 0-11-15,0 0-14 0,0 0-8 16,0 32-15-16,-1 4-8 0,-4 8-9 0,-1 13-5 15,3 3-15-15,-5 4-4 0,-1 1-4 16,1-5-10-16,-1-2-3 0,-1-3-8 0,0-3-19 16,3-10-21-16,-2-2-22 0,-2-4-23 15,2-4-14-15,5-8-19 0,-1-5-16 16,1-4-13-16,0 0-24 0,1-8-24 16,0-3-25-16,3-4-21 0,0 0 2 0,0 0 12 15,0 0 11-15,14-35 16 0,-5 1 14 16,11-13 15-16,-4-7 15 0,7-4 14 0,8-19 16 15,-3-3 31-15,5-3 24 0,-5 3 34 16,-5 22 35-16,-8 6 53 0,-3 16 37 0,-3 3 10 16,-7 9 4-16,-2 5-11 0,-3 7-16 15,-8 3-7-15,-7 7 6 0,-9 3 9 16,-13 11 13-16,-13 5 5 0,-3 11-2 16,-1 2-8-16,6 5-4 0,1-3-12 0,11 6-10 15,5-4-7-15,3 2-9 0,12-7-10 16,6 1-14-16,4-5 0 0,8-2-3 15,4-1-8-15,7-1-6 0,7 3-2 0,6-3-21 16,6-7-29-16,3-3-28 0,8-5-39 16,1-4-41-16,4-4-56 0,8-6-59 0,3-7-67 15,-1-3-55-15,3-4-67 0,-2-4-57 16,-1 1-84-16,-3-3-42 0,-7-2-406 0,-4 1-477 16</inkml:trace>
  <inkml:trace contextRef="#ctx0" brushRef="#br0" timeOffset="36242.51">19693 11480 2621 0,'-27'-6'-80'16,"4"3"39"-16,7 1 26 0,-4 1 12 0,4 2 12 15,0 2 10-15,-5 5 4 0,6-3 3 16,-5 4-6-16,6 2-2 0,-4 1-3 16,5 0-1-16,-1 2 0 0,5-2-5 0,2-2 2 15,-2 2-3-15,4-3-12 0,-1 1-12 16,4-2-1-16,2-3-10 0,0-5-15 0,4 8-19 15,-4-8-20-15,18 0-18 0,-18 0-15 16,26-11 14-16,-11 1 8 0,8-7 17 0,-2-4 20 16,0-2 22-16,-2-2 26 15,3 0 25-15,-2-1 35 0,-1 3 26 0,-6 5 28 0,1 4 29 16,-3 3 3-16,-3 1-2 16,1 3-11-16,1 4 21 0,-1 3 16 0,-9 0 11 15,25 12 11-15,-4 8-7 0,0 5-1 16,-6 8 2-16,0 2-6 0,-1 11-4 0,-7-4-3 15,-1 1-12-15,-2 1-10 0,-8 11-12 16,-2-3-11-16,-3 1-11 0,-6-2-9 0,-7 0-11 16,-4-5 4-16,-6-1-3 15,-9-3-7-15,-7-5-12 0,-26 6-7 0,-1-9-12 16,-11 0-21-16,-4-5-28 0,15-12-33 0,1 0-51 16,-6-9-90-16,1 1-92 0,0-6-92 15,3-3-123-15,5-8-182 0,10-4 55 16,10-7 62-16,13-6-316 0,15 2-341 15</inkml:trace>
  <inkml:trace contextRef="#ctx0" brushRef="#br0" timeOffset="37009.3">22288 10948 2292 0,'0'0'73'0,"-7"2"28"0,7-2 22 0,0 0 12 16,0 0 0-16,0 0 2 0,0 0-11 0,0 0-10 15,0 0-7-15,0 0-4 0,0 0-6 16,30-12-14-16,-12 10-3 0,0 4-2 15,4-1-15-15,3 3-6 0,-3 1-7 16,1 0-8-16,-6 2 0 0,-2-2-4 0,1 2-5 16,-5-2-1-16,-6 4-5 0,2 1 4 15,-5 0 11-15,-7 2 8 0,0 3 7 0,-6 2 6 16,-11 4 12-16,4 1 16 0,-3-3-1 16,-3 1 6-16,10-4-10 0,0-3-9 0,3-3-7 15,3-1-8-15,2-1-3 0,0 1-2 16,6-1 2-16,0 1-2 0,0-1 3 15,6 3-5-15,2 0-2 0,1 2-7 16,4-1-5-16,1 3-3 0,-1-1-2 0,1-1-5 16,-1 1-6-16,1 0-3 0,-5-2-1 15,0 1-2-15,-1-4-5 0,-2 1 1 0,0 0 3 16,-6 0-1-16,-2-1-3 0,-4 1 1 16,-2 2-1-16,-3-3-4 0,0-1-2 0,-5 2-24 15,1-3-35-15,0-3-47 0,-5 0-79 16,4-4-93-16,-2-2-94 0,1-1-104 0,0-5-188 15,2-4 23-15,5-5 72 0,3-3-358 16,3-4-398-16</inkml:trace>
  <inkml:trace contextRef="#ctx0" brushRef="#br0" timeOffset="37325.94">22502 10819 2401 0,'-11'-15'-15'0,"-3"4"24"15,-3 1 8-15,-1 5 8 0,-2 3 17 16,-19 6 24-16,-6 13 13 0,-7 8 12 15,-14 17 16-15,-2 9 7 0,1 11 0 0,3 5-1 16,10 1-14-16,8 0-12 0,17-9-9 16,6 2-10-16,12 0-7 0,11-3 1 15,14-1-5-15,11-2-7 0,22 7-2 16,10-8-4-16,8-5 1 0,-4-19-8 0,19-1-2 0,-10-11-5 16,0-8-14-16,-1-5-3 0,-2-8-2 15,-2-6 3-15,-6-4-2 0,-4-8 0 16,-6-7 2-16,-4-7 11 0,-7-9 3 15,-8-11 3-15,-5-4 9 0,-7-8 0 0,-7-7-1 16,-8-3-1-16,-3-3-12 0,-5 2 7 16,-5 6-7-16,-3 7-5 0,-9 10-2 0,-4 9-8 15,-9 7-26-15,-4 10-42 0,-11 12-53 16,6 7-68-16,-4 8-111 0,1 4-185 0,1 5-93 16,3 0 68-16,6 2-264 0,13-2-254 15</inkml:trace>
  <inkml:trace contextRef="#ctx0" brushRef="#br0" timeOffset="37942.55">25114 10903 2028 0,'12'-4'43'15,"-2"2"24"-15,-1-3 21 0,3 1 5 16,1-2 10-16,4 2 1 0,0 0 0 0,2 2-7 16,3 2-7-16,-2 0-6 0,-1 4-3 15,1 0-13-15,-2 4-1 0,2 1-6 16,-8 1-5-16,4 2-7 0,-5 1-2 16,-3 1-1-16,-5 2 1 0,0-3-8 0,-8 5-6 0,4-3 8 15,-9 4-8-15,-9 4 3 16,-1 0 7-16,-7 0-3 0,2-1 3 0,-6-1 3 15,7-1 1-15,5-7 0 0,3-3 4 16,5 1-7-16,3-3 11 0,1 0 13 0,1 0 24 16,2-2 16-16,2 2 11 0,4 0 2 15,4-1-7-15,-1 2-4 0,1 0-9 0,2-4-8 16,0 5-9-16,3-2-9 0,-5 1-7 16,5 1-5-16,0 1-7 0,0-1-6 0,-2 0-7 15,-4-1-3-15,5-3-3 0,-6 2-4 16,2-1 2-16,-4-3-4 0,-1 4 10 15,-1-8-1-15,-3 10-4 0,-3-6-3 16,-2 2-5-16,-1-2-3 0,-4-2-10 0,-1 0-35 16,-3-2-48-16,-2-2-83 0,-4-2-102 15,1-4-93-15,-8-4-111 0,-1-1-196 0,7-4 29 16,0-2 76-16,2 0-357 0,6-5-386 16</inkml:trace>
  <inkml:trace contextRef="#ctx0" brushRef="#br0" timeOffset="38277.11">25200 10668 2534 0,'-16'-1'-24'0,"-9"2"17"0,-8 10 8 15,-13 11 31-15,-8 5 18 16,-12 20 17-16,-6 4 19 0,4 9 7 0,2 4 7 16,8 1-6-16,10 0 0 0,14-10-1 15,10 0-8-15,10 3 11 0,5 0-13 0,18 0-2 16,9-4-6-16,14-4-7 0,11-3-11 15,20 3-1-15,5-7-8 0,-5-16 0 0,5-4-10 16,5-6-12-16,1-7 3 0,-1-6 1 16,-3-6-7-16,-1-5 8 0,-3-6-13 0,-1-7 7 15,-1-6 4-15,-8-9 16 16,7-15 14-16,-19 4 16 0,-8-8 13 0,-11-6 3 16,-8-10-12-16,-11-5 1 0,-6-5-7 15,-15-11-9-15,-8 3-9 0,-8 9-5 0,1 25-7 16,-10 8-8-16,-5 7-7 0,-7 12-24 15,-7 8-35-15,-4 9-51 0,-2 8-80 0,4 7-88 16,-2 7-127-16,8 5-192 0,3 4-27 16,11-4 67-16,10 0-298 0,14-4-314 15</inkml:trace>
  <inkml:trace contextRef="#ctx0" brushRef="#br0" timeOffset="38924.85">28640 10643 2329 0,'4'-15'6'0,"2"6"19"0,-6-1 18 16,-2 0 8-16,0 2 11 0,-2 2 2 15,-2-1-5-15,-3 1-2 0,-4-1 1 0,-7 4-3 16,-1 1-4-16,1 2-1 0,-1 0-3 0,-4 4-8 16,0 0-2-16,4 0-4 0,-2 4-3 15,9 0-1-15,1 1-5 0,2-1-2 16,7 2 12-16,4 1 7 0,4 2 7 15,6 3 3-15,11 8 4 0,5 0-6 0,9 6-4 16,1 1-2-16,-2 1-5 0,-2-2-11 16,-3 1 9-16,-4-3-5 0,-5-4-7 0,-2-1 4 15,-5-2 7-15,-5-6 7 0,-2-1 29 16,-4-3 22-16,-4 0 16 0,-4 0 8 16,-2-1 7-16,-1-2 2 0,-4-1-5 0,-3-1-9 15,-3-1-8-15,0-2-11 0,-4 1-10 16,-2-1-7-16,5-3-8 0,-9 0-21 15,2-3-31-15,2-1-34 0,0 0-37 16,0-4-52-16,9-2-66 0,-2-1-62 0,7-4-63 16,6-2-77-16,5 0-90 0,5-5-121 15,10-13 56-15,12-4-258 0,5-2-276 0</inkml:trace>
  <inkml:trace contextRef="#ctx0" brushRef="#br0" timeOffset="39241.96">28797 10332 2173 0,'-18'-12'-15'0,"-5"3"19"15,-4 7 18-15,-14 2 18 0,-18 8 25 0,-4 7 21 16,-6 8 17-16,-17 20 20 0,-1 3 16 16,-1 7 14-16,2 3-4 0,8 5-15 0,12-1-9 15,11-1-12-15,17-5-1 16,11 1-14-16,13 4-7 0,10 2-7 0,13-2-12 16,18-2-8-16,18 10 1 0,10-5-12 15,6-7-20-15,6-7-26 0,5-7-4 0,-10-16-10 16,3-4-9-16,3-6 2 0,-4-5 4 15,-1-6 1-15,0-8-1 0,-4-4 3 0,-4-7 6 16,0-9 13-16,-7-5 17 0,-5-9 2 16,0-8 7-16,-11-9 2 0,2-22-4 0,-10 8-9 15,-13-3-4-15,-8-7-2 16,-8 0-1-16,-15-17 0 0,-5 7-8 0,-14 11-3 16,-7 12-21-16,-2 23-25 0,-5 11-40 15,-10 9-58-15,-4 13-86 0,-5 6-153 0,-1 10-213 16,7 4 58-16,5 5 66 0,12 3-185 15,14-3-145-15</inkml:trace>
  <inkml:trace contextRef="#ctx0" brushRef="#br0" timeOffset="92883.4">27390 4191 3365 0,'5'-14'198'0,"4"0"-36"16,-2 4 12-16,-2 0-9 0,-1 2 26 0,0 2 2 15,1 1-10-15,-5 5-8 0,3-6-9 16,-3 6 40-16,0 0 26 0,0 0 12 0,2 28-1 16,-6-6-18-16,-4 12-15 0,-3 5-19 15,-5 8-14-15,1 3-19 0,3 0-13 16,-2-1-15-16,-1-1-17 0,1 1-9 0,3-13-42 16,-1-3-63-16,1-1-55 0,2-3-50 15,0-9-49-15,6-1-52 0,-1-5-55 16,2-2-51-16,-2-4-47 0,4-3-50 15,0-5-67-15,6 4-92 0,-6-4-100 0,0 0 40 16,38-14-459-16,-21 4-558 0</inkml:trace>
  <inkml:trace contextRef="#ctx0" brushRef="#br0" timeOffset="93214.67">27560 4541 2870 0,'14'-15'-3'16,"-5"5"73"-16,-4 1 54 0,1 2 44 0,-4 3 33 16,-2 4 37-16,0 0 38 0,0 0 23 15,0 0-1-15,0 0 2 0,-15 22 1 16,8-8-17-16,0 1-18 0,3 1-38 0,3 3-20 15,-1-1-24-15,5 1-10 0,1 4-16 16,3-3-17-16,7 6-12 0,1-4-8 0,6 0-19 16,-3-6-11-16,-1-4-7 0,4-4-17 15,2-1-5-15,-1-2-21 0,5-2-1 16,-6-3-3-16,0-1-3 0,3-4-2 16,-1-2-1-16,4-7 23 0,-2-1 12 0,-4-8 19 15,0-2 7-15,-4-6 12 0,2-14-8 16,-2-1-58-16,-4 1-38 0,-3 10 0 0,0 2 0 15,-7 10 0-15,-3 5 0 0,0 4 0 16,-3 6 0-16,-5 1 0 0,-4 3 0 16,-1 3 0-16,13 1 0 0,-30 6-80 0,10 5-215 15,4-1-59-15,2 4-71 0,3-3-51 16,4 2-37-16,3-3-22 0,4-2-43 16,7 1-56-16,4-1-26 0,12-2-578 15,1-3-701-15</inkml:trace>
  <inkml:trace contextRef="#ctx0" brushRef="#br0" timeOffset="93633.37">28194 4524 3064 0,'11'4'-122'0,"-3"0"77"0,-3 2 53 16,-5-6 49-16,3 12 45 0,-1-5 35 16,-2-7 15-16,2 10 23 0,-2-3 14 15,0-7 10-15,5 12 5 0,-1-6-1 0,0-2 7 16,-4-4-11-16,10 9-8 0,-4-7-11 16,-6-2-18-16,18 2-16 0,-4-2-8 0,-14 0-20 15,34-9-13-15,-13 1-10 0,8-6-4 16,1-5-10-16,12-4 0 0,-6-4 28 15,-4-4 15-15,1-1 15 0,-10 6 21 16,0 1 19-16,-8 7 12 0,-3 5 5 0,-3 3-11 16,-4 2-16-16,1 4-19 0,-6 4-8 15,0 0-2-15,0 0-3 0,0 0-87 0,-24 49-50 16,6-16 0-16,-7 11 0 0,2 6 0 16,-1 2 0-16,-2 1 0 0,-1 1 0 15,2 0 0-15,0 0 0 0,0 2 0 0,3-1 0 16,-1-5 0-16,-2-3 0 0,0-1 0 15,-2-5 0-15,-4-3 0 0,-3-3 0 0,-4-9 0 16,1 3 0-16,-6-4 0 0,1-4 0 16,6-6 0-16,-1-1 0 0,0-4 0 15,1-1 0-15,5-6 0 0,4-1 0 16,4-6 0-16,-7-6 0 0,4-4 0 0,5-8 0 16,5-6 0-16,5-7 0 0,3-9 0 15,7 3 0-15,2-7 0 0,11-3 0 0,0 3 0 16,8 3 0-16,3 2 0 0,9 7-886 15,2 3-86-15,11 3 92 0,2 3-975 0,8 3-1279 16</inkml:trace>
  <inkml:trace contextRef="#ctx0" brushRef="#br0" timeOffset="93981.27">28587 4506 4774 0,'18'-10'-25'16,"-4"3"115"-16,-3 1 79 0,-1 3 76 16,-2 0 50-16,-8 3 35 0,11-4 15 0,-11 4 18 15,0 0 2-15,0 0 1 16,21 10-19-16,-17-2-23 0,2 0-121 0,-1 2-203 15,-1 1 0-15,0-1 0 0,4 3 0 16,-4 1 0-16,1 0 0 0,-1-1 0 0,-1-1 0 16,1-3 0-16,1 2 0 0,-2-2 0 15,-1-1 0-15,6-1 0 0,-1-5 0 0,5 2 0 16,5-5 0-16,2-2 0 0,13-4 0 16,3-5 0-16,-1 0 0 0,0-3 0 15,-4 5 0-15,-5 2 0 0,-5 1 0 16,-5 3 0-16,-3 0 0 0,1 0 0 0,-4 2 0 15,-9 2 0-15,17 2 0 0,-7 0 0 16,0 4 0-16,-1-3 0 0,-2 1 0 0,4 4 0 16,-2-6 0-16,-4 6 0 0,3-4 0 15,-1 0 0-15,1-1 0 0,-2 1 0 0,0 0 0 16,-6-4 0-16,12 6 0 0,-7-2 0 16,-5-4-481-16,11 0-119 0,-11 0-46 0,0 0-85 15,18-10-63-15,-13 0 59 0,3-3-695 16,-1-8-880-16</inkml:trace>
  <inkml:trace contextRef="#ctx0" brushRef="#br0" timeOffset="94331.48">28775 3206 3854 0,'-72'-43'-74'0,"-13"5"23"0,-25 13 35 0,-24 12 68 16,-22 10 67-16,-20 17 69 0,-59 22 48 15,-9 18 52-15,2 12 43 0,6 18 15 16,8 17 7-16,18 19-3 0,23 9 9 0,28 17-2 15,34 12-10-15,33 6-16 0,54-30-27 16,31 3-21-16,32 7-49 0,43 31-234 0,40-14 0 16,28-12 0-16,31-5 0 0,23-13 0 15,15-14 0-15,15-16 0 0,12-18 0 0,4-12 0 16,8-21 0-16,2-13 0 0,5-25 0 16,-2-22 0-16,-14-32 0 0,-6-26 0 0,-15-28 0 15,-22-27-199-15,-18-22 17 16,-26-14 15-16,-15-16-3 0,-29-4 25 0,-23-13 18 15,-20 1 18-15,-26 4 6 0,-31 46 6 16,-29 7 4-16,-45-21 10 0,-37 20 9 0,-33 14 7 16,-29 22 11-16,-37 16 2 0,-22 20-6 15,-23 18-33-15,-9 17-39 0,-13 18-72 0,8 23-99 16,12 13-93-16,18 20-114 0,20 8-211 16,20 16 59-16,24 10 72 0,21 9-360 15,20 12-430-15</inkml:trace>
  <inkml:trace contextRef="#ctx0" brushRef="#br0" timeOffset="94581.42">26068 5738 3239 0,'-12'12'454'16,"10"-5"-28"-16,5 1 0 0,11-3 14 0,22-2 31 16,29 1 24-16,15-4 6 0,39-2-17 15,17 2-29-15,21 0-43 0,13 2-41 0,11 6-354 16,59 6-17-16,-4 5 0 0,-6 0 0 15,-13 6 0-15,-54-9 0 0,-9-3 0 0,-10 1 0 16,-15-3 0-16,-21-3 0 0,-33-3 0 16,-14 0 0-16,-20-2 0 0,-8-3 0 0,-10 2 0 15,-7-2-223-15,-11-2-278 16,-5 2-109-16,0 0-123 0,0 0-103 0,0 0 73 16,-57-3-776-16,24 1-983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19T02:41:29.4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25688 3198 2604 0,'-25'-2'226'0,"12"0"-87"15,13 2-29-15,-23-2-2 0,23 2 25 16,-20 0 5-16,10-1-9 0,10 1-7 16,-15-3-2-16,15 3-2 0,0 0 3 0,0 0 21 15,0 0 12-15,0 0-2 0,0 0-5 16,51 0-8-16,-11-3-12 0,19-3-5 0,0-2-12 16,2 2-15-16,-1-4-7 0,1 2-11 15,-2 0-8-15,-3-1-5 0,-10 1 4 0,-1-1-17 16,-2 3-3-16,-5-1-5 0,-4 2-5 15,-7-1-3-15,-6 4-5 0,-2-4-4 16,-6 4-20-16,-2 1-30 0,0-1-44 16,-11 2-51-16,16-4-64 0,-8 3-80 0,-8 1-75 15,0 0-114-15,0 0-175 0,0 0-15 0,0 0 63 16,0 0-307-16,-21 18-368 16</inkml:trace>
  <inkml:trace contextRef="#ctx0" brushRef="#br0" timeOffset="868.98">25645 3237 2470 0,'0'0'7'0,"1"-10"23"16,-1 10 22-16,0-10 27 0,0 10 23 15,0-7 19-15,0 7 11 0,0 0-10 16,0 0-11-16,-3-14-4 0,3 14-15 16,0 0-15-16,0 0-6 0,0 0 16 0,0 0 13 15,0 0 7-15,0 0 3 0,-6 35 10 16,3-16 7-16,2 4-1 0,-5 11-10 0,0 0-10 16,-1 1-5-16,0 2-6 0,0 0-10 15,4-2-6-15,-5-2-4 0,3 0-6 0,-1-7-3 16,1-4-4-16,0-3 1 0,3-4-9 15,-2 1-2-15,2-3-2 0,2-1 5 16,-1-2 0-16,1-3 5 0,0 1 17 0,0-8-7 16,3 11-3-16,3-5-2 15,-6-6-5-15,19 6-4 0,-4-4-8 0,4-2-6 16,5 1-4-16,4 1-5 0,16-2 1 16,0 3-9-16,3-3-9 0,3 0-13 0,4 0-17 15,-4 0-18-15,13-5-15 0,-11 4-7 16,-2-2-2-16,-1-1 3 0,-3 0-3 0,-3 0-3 15,-2 0 9-15,-1-2 5 0,-2-2 4 16,-10 5 5-16,-5-1 5 0,2 0 3 16,-6 0 6-16,-2 0 3 0,2 2 9 0,-5-1 10 15,0 0 8-15,0 1 4 0,-1 0 7 16,1 1 5-16,-3-1 16 0,-11 2 10 16,21-2 6-16,-11-3 4 0,-1 4 1 15,-9 1-2-15,16-7 0 0,-9 3 1 0,0-1-8 16,0-2 2-16,-2 1 2 0,1-5 13 15,-2 1 4-15,-2-5 7 0,-1-3 9 0,-1-5 14 16,2-3-14-16,2-12-7 0,-1-2-10 16,0-1-13-16,3 2 9 0,-2 3-12 15,-3 1-2-15,3 6 2 0,-2 9 2 0,0 0-4 16,-2 3 0-16,2 3 0 0,-2 1 0 16,0 1-8-16,0 2-3 0,-2-1-2 0,2 3-13 15,0 8-5-15,-2-14-3 0,-2 10-8 16,4 4-1-16,-5-6 1 0,5 6-15 15,0 0-16-15,-16-1-25 0,16 1-36 16,0 0-44-16,-22 7-53 0,12-5-59 0,0 4-90 16,-1 0-88-16,-1 3-103 0,-1-1-123 15,1 0-135-15,0 2 75 0,-1-2-541 0,1 3-703 16</inkml:trace>
  <inkml:trace contextRef="#ctx0" brushRef="#br0" timeOffset="1982.37">28831 3088 3210 0,'0'0'16'16,"0"0"47"-16,0 0 18 0,0 0 3 15,0 0 5-15,0 0 18 0,0-12 28 0,13 8 11 16,4 3-1-16,8-4-9 16,13-1-12-16,4 1-9 0,-2 0-14 0,6-2-6 15,-3 1-2-15,0 2-4 0,-4-3-9 16,2 0-5-16,-3 2-5 0,-2 0-10 0,-6 2-1 16,-5-2-7-16,-2 1-8 0,-4 2-5 15,0-1-3-15,-2 0-4 0,-1 1-4 16,-3 0-3-16,-1 2-4 0,1-2-3 0,-13 2-5 15,19-2-19-15,-19 2-35 0,15-1-51 16,-15 1-59-16,12-3-72 0,-12 3-64 16,0 0-93-16,7 6-135 0,-7-6-124 15,0 0 59-15,-17 14-293 0,4-5-357 0</inkml:trace>
  <inkml:trace contextRef="#ctx0" brushRef="#br0" timeOffset="3368.42">28501 3040 2395 0,'6'-10'15'0,"-3"3"9"0,3 0 9 16,0 3 19-16,-6 4 28 0,10-11 36 0,-9 7 19 16,-1 4 17-16,6-8-18 0,-6 8-11 15,0 0-11-15,7-2-10 0,-7 2 13 16,0 0 15-16,9 14 24 0,-7-1 9 0,-1 6 10 16,-1 5 3-16,0 14 0 0,-1 1 1 15,-3 2-7-15,-5 1-9 0,2-3-9 16,2 0 2-16,-5-1-1 0,0 0 11 0,1-6 9 15,2-1 13-15,-2-6-4 0,4-5 2 16,1-1 4-16,-2-4-5 0,5-3-3 16,-1 0-6-16,0-1-5 0,0-5 0 0,2 0-4 15,0-6-8-15,4 13-12 0,-1-9-11 16,9-1-23-16,1-1-111 0,6 0 0 16,2-2 0-16,6 0 0 0,3 0 0 0,16-2 0 15,2 0 0-15,2-1 0 0,11-3 0 16,1-1 0-16,-1 1 0 0,-1-3 0 0,-1 1 0 15,-5-3 0-15,0 1-44 0,-3-2-34 16,-1 2-11-16,-8-3 13 0,-4 3 10 0,2 0 3 16,-4-2 10-16,2 4 8 15,-3-3 1-15,-5 2 4 0,-1 2 10 0,-6 2 0 0,-7 5 6 16,6-6 5-16,-7 4 28 16,6-2 13-16,-4 3 6 0,0-3 8 0,-1 4 17 15,-2-1 24-15,4 1 8 0,-3-2 0 16,0 2-2-16,5-2-8 0,-5 4-2 15,0-2-2-15,2 0-67 0,-1 0-4 0,-3 0 0 16,0 2 0-16,0-2 0 0,-2 0 0 16,1 0 0-16,-12 0 0 0,23 0 0 0,-15 0 0 15,-8 0 0-15,17-2 0 0,-17 2 0 16,15-5 0-16,-6 1 0 0,-1-4 0 16,2-2 0-16,-3-1 0 0,3-6 0 15,0 0 0-15,3-10 0 0,-2 5 0 0,-5 2 0 16,2-1 0-16,-5 3 0 0,1 1 0 15,0 0 0-15,-2 1 0 0,-2-1 0 0,1 3 0 16,-1 0 0-16,-1 1 0 0,1-1 0 16,-2 2 0-16,0-1 0 0,2 2 0 15,-2-1 0-15,2 2 0 0,-4 1 0 0,4 1 0 16,0-1 0-16,-1 3 0 0,-1-1 0 16,2 7 0-16,-2-11 0 0,2 11 0 0,-2-8 0 15,2 8 0-15,-2-7 0 0,2 7 0 16,-2-5 0-16,2 5 0 0,0 0 0 15,0 0 0-15,-1-9 0 0,1 9 0 16,0 0 0-16,0 0 0 0,-3-6 0 0,3 6 0 16,0 0 0-16,0 0 0 0,-4-4 0 15,4 4 0-15,0 0 0 0,0 0 0 0,0 0 0 16,0 0 0-16,0 0 0 0,0 0 0 16,-7-5 0-16,7 5 0 0,0 0 0 0,0 0 0 15,0 0 0-15,-15 2 0 0,15-2 0 16,0 0 0-16,-20 0 0 0,20 0 0 0,-15 2 0 15,15-2 0-15,-26 0 0 0,8 0 0 16,-1 0 0-16,-8 0 0 0,-1 0 0 16,-12 0 0-16,-6 0 0 0,-2 1 0 15,1-1 0-15,-1 2 0 0,2-2 0 16,-1 0 0-16,3 2 0 0,-2 0 0 0,5 0 0 16,-2 0 0-16,11 0 0 0,1 0 0 15,3-2 0-15,1 1 0 0,5-1 0 0,-5 1 0 16,2 2 0-16,2-2 0 0,0 1 0 15,3 2 0-15,-2-4 0 0,1 2 0 0,3-1 0 16,-4 1 0-16,3 0 0 0,1 1 0 16,0-2 0-16,-3 1 0 0,4 0 0 0,-2 0 0 15,6-1 0-15,-3 0 0 0,3 2 0 16,-3-1 0-16,3-1 0 0,2 1 0 16,11-2 0-16,-21 4 0 0,9-3 0 0,-1-1 0 15,13 0 0-15,-23 4 0 0,12-3 0 0,-3 1 0 16,1 1 0-16,0-3 0 15,-1 4 0-15,14-4 0 0,-21 2 0 0,10 1 0 16,2-1 0-16,9-2 0 0,-20 3 0 16,13-1 0-16,7-2 0 0,-14 2 0 15,14-2 0-15,-11 1 0 0,11-1 0 0,0 0 0 16,0 0 0-16,-15 4 0 0,15-4 0 16,0 0 0-16,0 0 0 0,0 0 0 0,0 0 0 15,-12 0 0-15,12 0 0 0,0 0 0 16,0 0 0-16,0 0 0 0,0 0 0 15,0 0 0-15,0 0 0 0,-11 3 0 16,11-3 0-16,0 0 0 0,0 0 0 0,-14-1-242 16,14 1-520-16,-13-6-217 0,4 3 101 15,-1-1 82-15,10 4-746 0,-17-8-986 0</inkml:trace>
  <inkml:trace contextRef="#ctx0" brushRef="#br0" timeOffset="6615.55">27210 2675 1570 0,'-12'-3'423'0,"-1"-3"-135"0,1 0-84 16,-1 4-33-16,1-2-13 0,1 1 15 16,0-2 20-16,-2 3 10 0,13 2 22 0,-12-4 9 15,12 4 4-15,-12-3-5 0,12 3-1 16,-8-6-12-16,8 6-15 0,-4-8-19 15,4 8-20-15,0-12-10 0,2 6-14 16,2-3-7-16,2-2-15 0,-3 2-6 16,6-4-9-16,-2 3-8 0,4-2-9 0,1-2 1 15,1 2-8-15,3-2-5 0,-2 2-11 16,4 0-3-16,0 4-8 0,0-1-4 0,0 4-25 16,-4 0-1-16,4 3 0 0,-3 4 3 15,2 3 3-15,7 9 4 0,-2 8 5 16,-3 5 5-16,-6 4 3 0,-1 5 8 0,1 10-3 15,-6-4 8-15,3 8 3 0,-2-1-12 16,-5-4 0-16,3-3-1 0,1 9-7 16,0-9 3-16,-2-2-8 0,3-2-2 15,-3-2-1-15,1-4-1 0,-1-8 5 0,-2-4 5 16,1-3 11-16,0-1 6 0,-3-3 2 16,-1-1 5-16,4-2 1 0,-2-3 1 0,0 1-12 15,-2 1-58-15,2-2 0 0,-2-7 0 16,1 9 0-16,-1-9 0 0,0 8 0 0,0-8 0 15,0 0 0-15,0 0 0 0,0 0 0 16,0 0-197-16,0 0-93 0,-5 6-87 16,5-6-106-16,0 0-102 0,0 0-136 0,-20-4-95 15,20 4 81-15,-20-2-621 16,20 2-811-16</inkml:trace>
  <inkml:trace contextRef="#ctx0" brushRef="#br0" timeOffset="7014.68">27259 3162 3745 0,'-6'-13'-5'16,"2"6"4"-16,4 7 22 0,-2-10 31 16,2 10 31-16,-1-8 40 0,1 8 26 15,1-8 14-15,-1 8-4 0,0 0-10 0,6-11-12 16,-6 11-2-16,0 0-4 0,7-4 7 15,-7 4 2-15,0 0 4 0,20 15 1 16,-15-7 1-16,3 4-10 0,-1 1-3 16,1 5-9-16,2-1-7 0,-3-1-2 0,0 1-17 15,5 1 0-15,1-1 12 0,5 6-6 16,-3-6 2-16,2-3-13 0,6 3 5 0,-2-5-14 16,0-4-5-16,-2 1-4 0,2-4 1 15,-4-3-10-15,3-1 10 0,-2-1-5 0,2-1 0 16,0-6-15-16,-1 0-3 0,8-7-4 15,-2-5-7-15,-2-5-2 0,-3-4-5 16,3 2-5-16,-1-3-8 0,-6-1-18 0,4 4-22 16,-9 7-34-16,-4 5-39 0,2 1-66 15,-4 3-53-15,-3 5-56 0,-4 1-64 16,2 4-77-16,0 0-95 0,0 0-115 16,-32 11-168-16,20-5 72 0,-1 3-602 0,0 3-773 15</inkml:trace>
  <inkml:trace contextRef="#ctx0" brushRef="#br0" timeOffset="11300">27779 3196 3456 0,'0'0'-110'0,"-4"4"29"0,4-4 29 0,0 0 35 16,0 0 26-16,0 0 24 0,0 0 24 15,0 0 13-15,0 0 4 0,5-27-2 0,-1 17 5 16,0 0 0-16,2-4-2 0,-2-1-4 16,0-6 7-16,-1-3-12 0,-1-2 1 15,0-13-12-15,0-3-3 0,0-17-15 16,-2-8-3-16,0 2-5 0,0-4-6 0,2-6 1 16,0-3-9-16,4 1 1 0,-2 1-5 0,-1 4 2 15,1 5-2-15,2 5 1 16,-5 5 4-16,3 15 19 0,-4 1 17 0,-2 7 6 15,2 4 4-15,-2 5 2 0,2 8-3 16,-1-3-4-16,1 3-7 0,-4 1-3 0,4 5-5 16,-2-3-8-16,0 3-2 0,0 3-6 15,2-1-16-15,0 1-15 0,0 1-20 0,0 7-33 16,0-11-36-16,0 11-41 0,0-8-17 16,0 8-17-16,0 0-29 0,0 0-31 15,0 0-49-15,0 0-53 0,-17 16-69 0,9-10-152 16,5 1 40-16,-5 0-122 0,7-3-130 15</inkml:trace>
  <inkml:trace contextRef="#ctx0" brushRef="#br0" timeOffset="11663.82">27802 1912 1806 0,'0'0'38'15,"0"0"-2"-15,0 0 0 0,0 0 6 16,0 0 22-16,-40 5 26 0,21 4 16 15,-8 2 3-15,0 5 4 0,-2-3-3 0,3 5-18 16,-5-3-9-16,4 0-3 0,5 2-4 16,5-8-7-16,4-3-9 0,2 4 2 0,6-6-7 15,-1 1-2-15,1-1-1 0,5-4-5 16,0 0 3-16,0 0-15 0,0 0 7 16,0 0-8-16,41-31-3 0,-16 12-9 15,6 1 4-15,-1-3-5 0,-1 2 9 16,-2 0 10-16,1 4-2 0,-7 3-5 0,-6 3-1 15,3 4-8-15,-5 3-7 0,-2 2 9 16,5 4-2-16,-1 3 3 0,-2 5 1 0,0 0-7 16,5 1-5-16,-2 6 3 0,2-1 3 15,-3-5-6-15,8 7-2 0,-5-3-31 16,-6-5-27-16,6 2-41 0,-3-3-35 16,0-1-41-16,0-2-55 0,-3-3-118 15,-1-4-226-15,0-1 45 0,-11 0-137 0,16-6-147 16</inkml:trace>
  <inkml:trace contextRef="#ctx0" brushRef="#br0" timeOffset="13965.87">28229 1533 1840 0,'0'0'57'0,"-2"-10"23"16,2 10 10-16,0-11 33 0,0 11 20 15,0-10 22-15,0 10 31 0,2-10 15 0,-2 10-2 16,1-9-17-16,-1 9-16 16,0 0-20-16,0 0 5 0,0 0 14 0,0 0 7 15,11 19-4-15,-7-5-9 0,1 5-5 16,-3 4-10-16,1 2-10 0,-3-2-1 0,0 1-4 15,2 1-2-15,-2-4-9 0,0-5-2 16,0 1-7-16,0-1-13 0,-2-3-9 16,2 0 2-16,0-4 11 0,0 0 13 15,0-1 5-15,0-8 14 0,0 15 10 16,0-15 16-16,0 6 7 0,0-6-19 0,0 0-18 0,0 0-18 16,0 0-12-16,0 0-12 15,11-38-12-15,-5 16-10 0,2-11-8 0,3 1-13 16,0 1-5-16,3 4-2 0,-8 5-7 15,1 6-3-15,-1 3-2 0,-2 4-8 16,2 1-16-16,-4 0-10 0,2 2 0 0,-4 6 0 16,5-7 0-16,-5 7 0 0,0 0 0 15,0 0 0-15,0 0 0 0,27 9 0 0,-22-1 0 16,3-3 0-16,-4 0 0 0,2 0-27 16,-6-5 5-16,11 11-1 0,-7-8-1 15,-4-3 3-15,12 7 2 0,-12-7 6 0,9 0 1 16,-9 0-5-16,23-9 6 0,-6 1 3 15,2-2-2-15,1-1 2 0,-4 1 1 16,4 0 3-16,-8 1-4 0,2 3 6 16,-3-2-7-16,0 4-4 0,-2 2-1 0,-9 2 2 15,0 0-2-15,0 0 3 0,22 10-3 16,-16-2 6-16,-2 3 0 0,0 1 4 16,1 2 1-16,-3-1 0 0,2-1-4 0,-2 2 2 15,1-2 1-15,1 0-16 0,-1-4-28 16,-1 1-44-16,0-1-51 0,0-1-57 0,-2-7-75 15,1 13-69-15,-1-9-59 0,0-4-88 16,6 5-148-16,-6-5-155 0,0 0 64 16,0 0-510-16,0 0-703 0</inkml:trace>
  <inkml:trace contextRef="#ctx0" brushRef="#br0" timeOffset="14330.78">28912 1599 3642 0,'0'0'38'0,"-4"11"42"16,4-11 42-16,0 0 36 0,0 0 22 0,0 0-4 16,0 0-15-16,0 0-15 0,0 0-16 15,0 0-12-15,33-16-12 0,-21 11-9 16,-3-1-11-16,0 0-10 0,3-1-3 16,-1-1-5-16,-3-1-8 0,2 1-6 15,-3-2-6-15,1 2-2 0,-5 0-2 0,1 1-1 16,-1 1-8-16,-3 6-9 0,0-12-3 15,0 12-5-15,-12-2-3 0,12 2-2 0,-21 2 0 16,8 4-5-16,-2 0 4 0,-4 6-1 16,3-1 0-16,-1 3-2 0,-2 5-3 15,4 0-2-15,1-4 0 0,5 2 0 0,0-2 0 16,0-2 1-16,6 1 3 0,-1-1-4 16,4-1 4-16,0 0 1 0,2 1 0 0,3-4-4 15,4 2-20-15,0-2-38 16,2 3-44-16,5-6-58 0,-2 2-69 15,8-3-80-15,1 1-104 0,-5-4-149 0,5-4-143 16,1 0 61-16,1-4-335 0,7-3-452 16</inkml:trace>
  <inkml:trace contextRef="#ctx0" brushRef="#br0" timeOffset="15098.33">29732 977 2909 0,'-4'-7'142'16,"4"7"-3"-16,-4-12-9 16,4 12-19-16,0 0-3 0,0 0 46 0,0 0 28 0,-13 23 17 15,6-5 2-15,-5 11 2 16,-1 6 10-16,-5 7 2 0,4 4 19 0,-2 1-10 16,3 2-12-16,1-3-24 0,3-7-16 15,1 0 1-15,-2-1-11 0,5-1-8 16,-3-2-18-16,5-7-15 0,-3-8-11 0,4-1-6 15,-1-3-9-15,3-3-16 0,-3-1 2 16,1-2-13-16,2-1-2 0,-2 0 0 16,2-9-1-16,0 7-7 0,0-7-7 0,0 0-7 15,0 0-7-15,0 0-7 0,7-28-10 16,-6 15-10-16,-1-1-10 0,-1-2-2 16,-2-2-3-16,-1 6-3 0,-1-1-7 15,-7 1-1-15,0 3 1 0,-4 5 3 0,-4 2 1 16,2 2 2-16,-7 4 2 0,2 1-9 15,-8 5 4-15,3 2 4 0,6 1 3 0,8-1-6 16,-2 1 9-16,5-1 1 0,2 3-3 16,0-1 3-16,4-2-4 0,3 0-1 0,2-2 5 15,4 0 2-15,1 2 6 0,5-3-2 16,3-1 5-16,3-1-3 0,-1-4-5 16,4 1 5-16,2-4-2 0,3-2 0 0,1-3 1 15,6-2 4-15,3-4-4 16,-2-2 2-16,-1 1-1 0,-2 0-5 0,-8 4-3 15,-4 1 9-15,-6 2-9 0,0 0 2 16,0 1-9-16,-2 3-9 0,-9 1 10 0,13-2 1 16,-13 2-12-16,0 0 11 0,14 8 3 15,-11-4 0-15,3 3 4 0,-2-2-1 16,-4-5-2-16,8 12-2 0,-2-7 10 0,-6-5-5 16,7 10 7-16,-2-6 8 0,3-1 3 15,-8-3 5-15,17 3-9 0,-2-3 1 0,-15 0-4 16,27-1 8-16,-15-1-10 0,1 0 2 15,1 1 2-15,-14 1-2 0,18-4-2 16,-8 2 0-16,-10 2 1 0,15-1-8 0,-15 1 2 16,13 0-1-16,-13 0-3 0,0 0-2 15,25 1 5-15,-19 1-4 0,-6-2 1 16,17 5-3-16,-9-3 6 0,-8-2-8 16,15 3 8-16,-6 1 5 0,-9-4-2 0,14 4 0 15,-4-3-1-15,-10-1 2 0,14 3-10 16,-14-3-29-16,23-1-48 0,-10-1-58 15,1-3-69-15,2 1-73 0,-1-2-66 0,-1-1-72 16,4-2-72-16,-2 2-125 0,-3-1-177 16,0-1 63-16,-1-1-501 0,-1 2-693 15</inkml:trace>
  <inkml:trace contextRef="#ctx0" brushRef="#br0" timeOffset="16031.84">30849 1334 3185 0,'0'0'-78'0,"1"-14"29"0,-2 7 29 0,1 7 34 16,0-10 40-16,0 10 26 16,-2-7 8-16,2 7-1 0,0 0 0 0,-9-5 12 15,9 5 14-15,-24 12 14 0,8-2 17 16,-11 9 12-16,-2 5 6 0,-3 8 3 15,-2-1-11-15,3 4 0 0,5 0-4 0,6-3-8 16,5-3-9-16,2 0-8 0,1 0-9 16,2-7-4-16,7-3-6 0,1-2-1 0,2-1-5 15,0-3-1-15,3 1 4 0,6 0 3 16,0-1 2-16,2-3-9 0,3-2-2 16,1-2-5-16,-1-3-2 0,2-1 3 0,0-2 10 15,-1 0 0-15,2-5-4 0,0 1-7 16,0-6-9-16,8-8 2 0,-6 3-2 0,-2-5-5 15,0 3-5-15,-7 2-3 16,-2 3 1-16,-1 2 0 0,-2 1-5 0,2-1-10 16,-5 3-11-16,0 2-8 0,-2 5-4 15,-2-10-6-15,2 10 3 0,0 0-9 16,-10-7-5-16,10 7 3 0,-6-3-5 0,6 3-3 16,0 0 5-16,-7-5 2 0,7 5-1 15,0 0-1-15,0 0 0 0,-4-9-1 0,4 9-6 16,0 0-9-16,0 0 0 0,0 0 0 15,0 0 0-15,0-10 0 0,0 10 0 16,0 0 0-16,4-12 0 0,-4 5-42 0,0-3-20 16,0 1-25-16,-2-3-28 0,2 0-35 15,-2 2-34-15,-3-2-44 0,-2-1-64 16,1 1-51-16,-3 5-40 0,-2 1-23 16,-6 2-37-16,-1 0-45 0,1 4-80 0,2 0-127 15,-2 2 36-15,1 2-377 0,5 0-510 16</inkml:trace>
  <inkml:trace contextRef="#ctx0" brushRef="#br0" timeOffset="16429.96">30900 1576 2748 0,'0'0'50'16,"4"-9"51"-16,-4 9 55 0,2-9 40 0,-2 9 37 15,4-6 15-15,-4 6-10 0,0 0-20 16,1-7-31-16,-1 7-18 0,0 0-12 16,0 0 6-16,-13 31-12 0,1-2-9 0,1 1-15 15,-3 6-7-15,2 0-10 0,-3 13 1 16,-3 1-2-16,4 1-1 0,1-2 7 0,2 6-5 16,2-2-2-16,3-2-20 15,-4-10-2-15,5 0-7 0,-1-2-9 0,1-5 15 16,-4-3 9-16,2-6 15 0,0-5 12 0,-1-2 6 15,0-3 12-15,2-4 13 16,-1 1 11-16,-2-1-3 0,1-5-13 0,-4 0-14 16,1-5-9-16,11-1-12 0,-21-3-85 15,5-10-27-15,2-1 0 0,-4-5 0 0,1-8 0 16,4 0 0-16,0 0 0 0,-1-1-71 16,6 6-165-16,3 2-68 0,-3-1-60 0,5 1-76 15,3 1-73-15,-2 0-109 0,7-5-130 16,1 3-12-16,9-8 75 0,4 2-480 15,4 1-634-15</inkml:trace>
  <inkml:trace contextRef="#ctx0" brushRef="#br0" timeOffset="16596.93">31085 1736 3369 0,'0'0'149'0,"4"-6"50"0,-4 6 29 0,0 0 18 15,3-5 8-15,-3 5-16 0,0 0-33 16,0 0-30-16,0 0-64 0,4-8-68 0,-4 8-73 15,0 0-93-15,0 0-88 0,10-6-110 16,-4 4-147-16,-6 2-215 0,11-4 61 16,-11 4-317-16,0 0-417 0</inkml:trace>
  <inkml:trace contextRef="#ctx0" brushRef="#br0" timeOffset="29743.7">14509 15046 1052 0,'0'0'240'0,"0"0"-44"16,8-4-32-16,-8 4-13 16,0 0-7-16,7-2-17 0,-7 2-1 0,7-4 1 15,-7 4 1-15,0 0 4 0,0 0-4 16,5-6-9-16,-5 6-13 0,0 0-8 0,0 0-13 16,0 0-4-16,0 0-9 0,0 0-2 15,0 0-9-15,0 0-3 0,-32 16-6 0,20-8-11 16,1 1-6-16,2-1 5 0,-2 0-7 15,2 0-1-15,0-1-13 0,3-1 3 16,2 0 3-16,-2 0-5 0,4 0 6 0,1 0-3 16,1-6-3-16,0 11 6 0,0-5 5 15,1 0-5-15,3 2-5 0,0-1 5 0,0 1 1 16,2 2-2-16,-2 0 1 16,-1 0-4-16,1-1 6 0,2 3-4 0,-5-3 4 15,-1 4-3-15,2-2 0 0,-2-2 6 16,-2 4 2-16,1-1-2 0,-3-2 1 0,-2 0-2 15,3 1-4-15,-3-3-2 0,2 1-3 16,-4-1-5-16,4-1-13 0,-5-1-20 16,4-3-45-16,-4-1-57 0,9-2-58 0,-15 0-72 15,15 0-84-15,-11-5-108 0,3-1-105 16,4 1 31-16,4 5-166 0,-3-9-175 0</inkml:trace>
  <inkml:trace contextRef="#ctx0" brushRef="#br0" timeOffset="30093.64">14658 15104 1861 0,'0'0'-14'0,"0"0"26"0,0 0 24 0,0 0 16 16,0 0 8-16,0 16 2 0,0-16-5 16,-2 12 0-16,2-6-10 0,-1 1-5 0,-1 2-5 15,2-5-1-15,0 6-6 0,0-10-8 16,2 12-9-16,-2-5-14 0,0-7-17 15,1 8-8-15,1-3-1 0,-2-5 8 0,0 9 1 16,0-9 5-16,0 0 14 16,-2 7 4-16,2-7 3 0,0 0 17 0,-14 0 18 15,14 0 8-15,-18-5 10 0,8 1 8 16,1 1 5-16,-1-4-1 0,-2 2-1 0,1 1 0 16,2-1 3-16,1 0 4 0,0-3-7 15,3 4 0-15,5 4-4 0,-9-12-17 0,5 3 2 16,-1 2-2-16,2 1-12 0,3 6 3 15,-2-16-11-15,2 12-37 0,0-4-48 16,0 8-61-16,0-9-92 0,0 9-105 0,2-6-173 16,-2 6-3-16,3-6-127 0,-3 6-114 15</inkml:trace>
  <inkml:trace contextRef="#ctx0" brushRef="#br0" timeOffset="33860.21">14094 14664 1671 0,'0'0'-1'0,"0"0"12"0,0 0 5 16,0 0 9-16,0 0 14 0,0 0 20 15,0 0 17-15,10-2 11 0,-10 2-1 0,0 0 0 16,0 0-8-16,0 0-9 0,0 0 0 16,0 0-10-16,-2-11-2 0,2 11-5 15,0 0-8-15,-6-9-3 0,2 3-6 0,-2 0-3 16,3 2-2-16,-5-4-2 0,-2 3-4 15,-1-3-5-15,-2 0 3 0,-1-2-6 0,-2 3 2 16,-2-3-1-16,-1 2 0 0,0 0-2 16,0-1 0-16,-3 3-2 0,2-1 1 0,3 4-1 15,-7-3-4-15,4 4-2 0,-3 0 1 16,4 2-2-16,-3 2-3 0,-3 2 4 16,0 0-4-16,-10 4 2 0,11-2-2 15,-9 5 0-15,5-1-1 0,-3 2-1 16,2 1 2-16,4-1 1 0,-1 3-4 0,-3-1 2 15,5 4 3-15,-1-1 2 0,-2 2 0 16,4 2 7-16,-2-1 2 0,0 5-3 0,3-2 6 16,-1 4 6-16,4-1 1 0,-2 6 1 15,4 0-2-15,0 2 3 0,3 11 10 0,3-7 3 16,3-1-4-16,2 2 3 16,4 3 1-16,4 1-3 0,7-2-10 0,2 7 6 15,3 0-1-15,8-2-8 0,3-2-2 16,1-7 0-16,5-1-3 0,5-4-4 15,4-4 2-15,2-6 1 0,3-3-2 0,4-4-3 16,-8-5-4-16,3-6 3 0,4-4 1 16,0-2-3-16,4-8-4 0,4-4 3 0,-5-4 2 15,-3-6-9-15,-2-2 3 0,-7-5 3 16,-2-4 1-16,-2 1 1 0,-7-5-11 0,-1-6 4 16,-9-1 8-16,-4-9-4 0,-6 4 0 15,-5-5-4-15,-4 1-1 0,-9-1 2 16,-4 5-1-16,-4 1-3 0,0 8-6 0,-6 7-1 15,0 7-11-15,-1 8-20 16,-6 4-13-16,1 7-23 0,-1 5-31 0,2 4-33 16,-9 2-39-16,-2 4-51 0,2 5-54 15,2 3-107-15,1-1-99 0,4 3-164 0,1-3-146 16</inkml:trace>
  <inkml:trace contextRef="#ctx0" brushRef="#br0" timeOffset="34560.11">13719 14672 1719 0,'0'0'39'0,"1"-5"1"16,-1 5 7-16,4-8-3 0,-4 8 2 15,2-8 14-15,0 2 11 0,0-1 1 16,0-1-5-16,-1-4-6 0,-1 1-8 0,2-5-1 16,1 0-6-16,-6-9-6 0,1 0-3 0,-1-13-5 15,-5-1-13-15,-3-9-15 16,-1-5-20-16,1 3-15 0,-3-8-16 0,1 1-9 15,0 0 1-15,0-1 6 0,-4 1 4 16,1 5 5-16,1 1 7 0,2 3 7 0,0 2 5 16,2 9 5-16,2 4 5 0,6 0 4 15,-3 6 1-15,4 4 2 0,2 4-2 16,0 3 1-16,0 2 1 0,0 0 0 0,2 0-1 16,0 4-1-16,0 2 0 0,0-1 0 15,-1 2 0-15,1 0 1 0,-2 7-3 16,4-10 5-16,0 7-4 0,-4 3 3 15,0 0-3-15,6-6 2 0,-6 6 5 0,0 0 8 16,0 0 10-16,2 19 14 0,-4-7 5 16,-4 2 10-16,-4 3 4 0,-3 7 1 15,-6 2 0-15,1-3-1 0,-4 2 1 0,3-2-3 16,0-1-4-16,0-7-5 0,5-1-3 16,1-4-2-16,4-1 0 0,-3 1-1 0,6-3 5 15,-3-2 2-15,6 0-1 0,3-5-7 16,-12 5-2-16,12-5-5 0,0 0-1 0,0 0-6 15,-15-15-13-15,13 6-11 0,6-3-3 16,-3-1-2-16,7-3 0 0,-3 3 2 16,7-3-2-16,-2 3 1 0,3-4 1 0,0 5 0 15,4 4 1-15,-1 2 3 0,0 0-4 16,2 6 3-16,1 2 2 0,3 2-2 16,0 2 2-16,-1 2 0 0,8 7-2 15,-4-1-12-15,-7 1-29 0,0-3-43 0,-4 1-49 16,-2 1-57-16,-2 0-89 0,-5-1-161 15,3 1-100-15,-7-1-47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4-19T03:13:22.3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7174 7325 959 0,'2'-9'537'15,"-2"9"-106"-15,0 0-76 0,0 0-28 0,-2-8-41 0,2 8-30 16,0 0-25-16,0 0-19 16,0 0 6-16,0 0 8 0,-24 17 3 0,12-2-3 0,-5 11-10 15,0 7-1-15,-6 10-9 16,2 5-1-16,0-2-18 0,2 1-21 0,6 1-16 0,1-13-14 15,6 2-8-15,3-2-15 0,1-9-14 0,5-4-4 16,-1-6 15-16,2-1-19 16,3-1 4-16,-2-1 4 0,2-7 4 0,4 0 1 15,2-4-9-15,-1-2-7 16,4-5-8-16,3-2-7 0,0-3-9 0,-1-5 6 16,-4 2 9-16,-3-2 9 0,1-3-1 15,0 0-8-15,-7-1-6 0,-1 1-5 0,0 4-11 16,-4-1-9-16,0 2-5 15,-1 3-17-15,-6 2-15 0,2 0-19 0,-5 5-25 0,-2-1-30 16,1 4-32-16,11 0-36 0,-27 4-49 0,11 1-56 16,-2 1-71-16,3-2-91 15,2 2-103-15,-4 1-120 0,3-1-143 16,1 1 52-16,3 0-679 0,1-1-845 16</inkml:trace>
  <inkml:trace contextRef="#ctx0" brushRef="#br0" timeOffset="8919.62">11382 3687 3490 0,'13'-7'-117'0,"-5"-1"63"0,0 2 45 15,-3 0 36-15,-5 6 28 0,8-5 29 0,-8 5 5 16,3-6 17-16,-3 6 4 0,0 0 17 15,0 0 7-15,-32 18 12 16,12 3 7-16,-3 4 5 0,-8 10 6 16,4 1 4-16,-1 3-2 0,1 1-4 0,2 1 1 15,3-2-7-15,8-4-8 0,-1-3-13 16,5 0-14-16,5-9-7 0,3 0-11 0,0-6-11 16,6 0-13-16,-1-2-3 0,6-1-5 15,-4-3-3-15,4-3-7 0,2-3-7 0,0-2-4 16,-2-3-9-16,-9 0 4 0,19-7-1 15,-11-1-8-15,-3-4-8 0,-3-4 1 16,-2-2-14-16,-2-1 1 0,-2 2-10 0,1 1-13 16,-5 3-18-16,-2-1-17 0,-1 4-32 15,-5 5-32-15,0 1-44 0,0 4-57 0,-1 4-57 16,0-2-69-16,2 5-61 0,-4 3-84 16,4-4-118-16,5 3-86 0,2-4 72 15,1-2-391-15,7-3-476 0</inkml:trace>
  <inkml:trace contextRef="#ctx0" brushRef="#br0" timeOffset="10399.81">12716 11311 3070 0,'-2'12'141'0,"-1"-3"9"16,1-2 4-16,0-2-7 0,2-5 2 0,4 8 11 15,3-6 16-15,4 2 9 0,10-4 4 0,15-6-13 16,18-4-12-16,11-5-22 0,3-8-12 16,24-8-49-16,-1-3-50 0,-3-5-58 0,-4-2-53 15,-6 1-61-15,-20 14-74 16,-9 2-63-16,-15 7-86 0,-9 11-95 0,-10 4-117 16,-9 4 32-16,-6-2-327 0,-19 32-355 15</inkml:trace>
  <inkml:trace contextRef="#ctx0" brushRef="#br0" timeOffset="10585.9">12819 11819 2973 0,'-6'9'441'0,"4"-6"3"15,-1 2-17-15,3-5-20 0,-2 5-23 0,2-5-21 16,0 0-22-16,0 0-21 0,23-26-21 16,1 4-35-16,15-12-28 0,4-3-26 0,18-15-40 15,6 3-66-15,-5-1-78 16,6 7-103-16,-14 8-114 0,-4 3-128 0,2 3-145 15,-9 4-156-15,4 5-162 0,-17 9 58 0,-5 4 90 16,-12 7-590-16,-4 4-686 0</inkml:trace>
  <inkml:trace contextRef="#ctx0" brushRef="#br0" timeOffset="10750.05">13127 11867 3919 0,'-11'9'328'0,"8"-6"-6"0,-1-3-34 16,4 0-20-16,0 0-29 0,21-16-29 0,3 1-49 0,8 1-62 15,9 2-70-15,10-3-85 16,4-2-128-16,4 5-151 0,6-1-213 0,3-1-139 16,-6 3 57-16,-1-1-534 15,-1 0-631-15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19T02:42:11.7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6878 7173 426 0,'0'0'33'0,"0"0"-32"0,0 0 4 15,0-8-9-15,0 8-3 16,0 0-8-16,0 0-1 0,0 0-9 0,0 0-1 16,0 0-13-16,0 0-75 0,0 0 39 15</inkml:trace>
  <inkml:trace contextRef="#ctx0" brushRef="#br0" timeOffset="249.65">6890 7149 370 0,'0'0'36'0,"0"0"-6"16,0 0 8-16,0 0 2 0,0 0 3 15,0 0-3-15,6-4 0 0,-6 4-5 16,0 0-3-16,0 0 4 0,0 0-11 16,0 0 4-16,0 0-4 0,0 0 2 0,0 0-6 15,0-7-7-15,0 7-1 0,0 0 7 16,0 0-8-16,0 0 0 0,0 0-3 0,0 0-14 15,0 0-7-15,0 0-20 0,0 0-16 16,0 0-21-16,0 0-32 0,0 0-131 0,4-6 79 16</inkml:trace>
  <inkml:trace contextRef="#ctx0" brushRef="#br0" timeOffset="3315.5">6885 7106 702 0,'2'-9'95'0,"-2"9"12"16,0 0 1-16,0 0-4 0,2-9-5 16,-2 9-9-16,0 0 1 0,3-7-7 15,-3 7-5-15,0 0-6 0,4-4-7 0,-4 4-7 16,0 0-8-16,0 0-3 0,6-6-5 16,-6 6-6-16,0 0-2 0,0 0-5 0,0 0-1 15,0 0-4-15,0 0-2 0,0 0 0 16,0 0-6-16,0 0-10 0,0 0-14 0,0 0-16 15,0 0-14-15,0 0-16 0,0 0-18 16,0 0-19-16,0 0-1 0,1 19-8 16,-1-19-2-16,2 9 0 0,-2-5 2 15,0-4 3-15,0 12 2 0,0-5 5 16,0 0 4-16,3 0 13 0,-3 0 2 0,2-1 6 16,2 2 17-16,-3-4 21 0,-1-4 12 15,2 10 13-15,0-6 28 0,-2-4 25 0,2 7 12 16,-2-7 9-16,2 8-4 0,-2-8 1 15,2 5-9-15,-2-5-1 0,1 8 8 0,-1-8-2 16,0 8-2-16,0-2-5 0,0-6-5 16,4 14-1-16,-4-7-9 0,2-1-4 15,3 0-6-15,-3 4 0 0,-1-3-1 0,3 1-20 16,-2-1-9-16,3 2-29 0,-3-3-19 16,0 3-32-16,0-2-32 0,-2 1-30 15,2-1-58-15,-2 2-195 0,-2-3 96 16</inkml:trace>
  <inkml:trace contextRef="#ctx0" brushRef="#br0" timeOffset="3466.2">6961 7465 1037 0,'0'0'-24'0,"0"0"31"16,2 8-2-16,-2-8 3 0,0 0 0 0,0 0 3 16,1 5-6-16,-1-5-1 0,0 0 3 15,0 8-5-15,0-8 0 0,2 6-14 0,-2-6-29 16,0 10-15-16,0-10-15 15,-2 9-26-15,2-1-174 0,0-8 211 0</inkml:trace>
  <inkml:trace contextRef="#ctx0" brushRef="#br0" timeOffset="3598.72">6926 7670 686 0,'-1'7'-41'16,"1"-7"5"-16,-2 6 2 0,2-6 3 0,0 0-11 15,0 8-30-15,0-8-75 16,-2 8 50-16</inkml:trace>
  <inkml:trace contextRef="#ctx0" brushRef="#br0" timeOffset="4081.58">6883 8074 451 0,'0'0'21'16,"2"7"7"-16,-2-7-8 0,0 0 7 0,0 9 5 16,0-9-13-16,2 6-3 0,-2-6-5 15,0 0-17-15,0 12-10 0,0-12-12 16,2 11 0-16,-1-6 2 0,-1-5 3 0,0 8 1 15,0-8 9-15,2 7 5 16,-2-7-4-16,0 0 7 0,2 11 3 0,-2-11 13 16,0 0 13-16,0 6 3 0,0-6 3 15,0 0 8-15,0 0 4 0,0 9-8 0,0-9 5 16,0 0 4-16,0 0-12 0,0 0 1 16,0 0-1-16,0 0-6 0,0 0-7 15,0 0 0-15,2 7 4 0,-2-7-29 0,0 0-32 16,0 0-28-16,0 0-60 0,0 0-98 15,0 0 76-15</inkml:trace>
  <inkml:trace contextRef="#ctx0" brushRef="#br0" timeOffset="5750.82">6711 7146 619 0,'-7'-5'0'0,"7"5"2"15,-8-2 1-15,8 2 0 0,0 0 2 0,0 0 4 16,-19 0 7-16,19 0 3 0,-13 4 2 16,13-4-9-16,-16 3 6 0,5 0 7 0,-1 1-3 15,1 2-7-15,-3-2 5 0,1 4-1 16,-4 2-8-16,2-1-2 0,-2 3 8 0,0-1-8 16,1 3 6-16,1-1 3 0,-4 7 2 15,1 2 6-15,-2 0 8 0,4 2-4 16,2 2 7-16,-2 1 8 0,1 4-5 0,4 2-1 15,-1 0 3-15,1 4-1 16,1 1 1-16,2-1 0 0,1 4-2 0,2-2-6 16,-3 2 3-16,3 0-6 0,0 2-2 15,1-2 1-15,4 0-5 0,2-2-1 0,2-1-3 16,1-1-2-16,4 0 0 0,0-4-3 16,2-1 0-16,7-3 0 0,1-1-4 0,1-5-1 15,5-2-4-15,4-1 0 0,1-6 1 16,5-2-6-16,-1-1-9 0,3-6-5 15,-5-1-4-15,0-7-8 0,8 0 5 0,0-4 2 16,2-1 2-16,5-8 3 0,-2-1-4 16,-2-4 6-16,-3-4 6 0,-1-2 2 0,-3 1 19 15,-8-6 13-15,-3 6 22 16,-8-5 27-16,-3-4 16 0,-7-1 5 0,-3-3 1 16,-6-6-9-16,-3-8-9 0,-9-4-12 15,-3 1-6-15,-1 4-6 0,-2-1-8 0,-5 9-13 16,0 4-12-16,-2 6-19 0,2 9-18 15,-3 8-23-15,-3 2-27 0,-3 8-23 0,2 3-23 16,3 4-46-16,-9 1-54 0,0 6-115 16,-2 1-216-16,4 2-42 0</inkml:trace>
  <inkml:trace contextRef="#ctx0" brushRef="#br0" timeOffset="13879.92">11621 3752 1247 0,'3'-10'88'0,"-3"10"-9"0,0 0-17 15,-7-12 7-15,7 12-3 0,-7-9-8 0,7 9-9 16,-11-8-2-16,11 8 1 0,-14 0-8 16,14 0 0-16,-25 8-1 0,7-4-4 15,3 3-4-15,-2 3 4 0,-5 0-3 16,6 0 0-16,-2-1 0 0,4 4-4 0,-2-1 0 16,3-3-4-16,5 3 1 0,-4-4-6 15,5 4 0-15,2-3-3 0,1 1 1 16,0-2 1-16,2 3 1 0,2-1-2 0,2 0 2 15,2 1-5-15,1 1 0 0,1 1-2 16,1-1-3-16,2 2 2 0,-4-1 12 0,-1 1 7 16,1 1 10-16,-3-1 9 0,-2-2 11 15,-3 9 8-15,-7 0-1 0,-5 6-4 16,-9 1-4-16,-8 3-4 0,-2-1-4 0,-2 0-9 16,-4-2-1-16,1-2-3 0,2 0-4 15,1-2-10-15,3-5-9 0,6 0-19 16,-3-3-20-16,3 2-19 0,0-2-23 15,9-4-24-15,0-2-33 0,0 2-38 0,2-2-42 16,0-3-73-16,3 0-130 0,2-4-207 16,-1 2-111-16</inkml:trace>
  <inkml:trace contextRef="#ctx0" brushRef="#br0" timeOffset="17812.49">14862 12046 3782 0,'11'-11'100'0,"2"-2"-42"0,5 5-24 0,9-9 2 16,1 1-14-16,16-3 1 0,2 0-1 15,3-2-2-15,3 3-9 0,-1-2-1 16,0 3-42-16,3 1-68 0,-4 3-78 0,-11 3-118 16,-1 3-132-16,-7 1-135 0,-10 6 62 15,-5 0-186-15,-11 7-182 0</inkml:trace>
  <inkml:trace contextRef="#ctx0" brushRef="#br0" timeOffset="17962.74">15106 12169 1915 0,'-6'8'112'0,"2"-4"23"0,4-4 9 0,0 0-5 15,0 0-3-15,0 0 16 0,32-5 6 16,-16 0-13-16,5-4-7 0,8-2-19 0,5 1 1 16,0 0-16-16,2 1-25 15,-3 1-61-15,-6 1-84 0,-6 2-80 0,-6 0-97 16,2 0-122-16,-6 3-163 0,2-2 53 15,-3 3-134-15,-10 1-109 0</inkml:trace>
  <inkml:trace contextRef="#ctx0" brushRef="#br0" timeOffset="34925.89">21965 1504 1183 0,'-2'-8'436'0,"2"8"-81"0,-3-9-37 15,3 9-25-15,-2-10 4 0,2 10-5 16,0 0-8-16,2-12-9 0,-2 12 3 15,3-8 6-15,-3 8 5 0,0 0-8 0,2-6-12 16,-2 6-26-16,0 0-20 0,0 0 24 16,0 0 2-16,0 0-9 0,0 0-9 0,15 29-16 15,-13-15-3-15,-1 2-11 0,1 3-9 16,-4 2-14-16,2 3-16 0,4 0-4 16,-6 0-11-16,0-2 6 0,1 0-147 0,1-4-6 15,0-5 0-15,-2 3 0 16,0-1 0-16,-2-3 0 0,2-1 0 0,2-2 0 15,-2 0 0-15,2-1 0 0,0-8 0 16,0 12 0-16,0-5 0 0,0-7 0 0,0 0 0 16,0 10 0-16,0-10 0 0,0 0 0 15,0 0-20-15,0 0-484 0,10-25-113 0,-7 15-133 16,1-1-161-16,0-1 96 0,0 0-741 16,-2-1-998-16</inkml:trace>
  <inkml:trace contextRef="#ctx0" brushRef="#br0" timeOffset="35442.68">22031 1184 3940 0,'-10'-7'-157'15,"1"-3"44"-15,2 3 38 0,3 2 31 0,-2 1 29 16,-2 1 25-16,8 3 14 0,-17-8 30 15,7 4 20-15,-1 4 11 0,11 0 11 0,-25 2 8 16,10 2 10-16,0 2 14 0,-14 9 21 16,2-1 17-16,1 5 13 0,-2 4 10 15,-9 6 5-15,3 4 4 0,-2 3 10 16,0 3 4-16,1 7 6 0,-1 0-9 16,8 0-18-16,-3 3-15 0,8-1-16 0,2-2-15 15,6 1-10-15,11-10-10 0,3 2-11 16,2-1-8-16,9-1-10 0,8 7-6 0,7 1-7 15,7-3-5-15,4-1-6 0,1-2-9 16,3-4-7-16,6-2-3 0,0-4-9 16,4-8-3-16,-3-3-17 0,-7-5-8 0,0-7-6 15,3-2-3-15,0-4 1 0,-2-7-3 16,11-7 0-16,0-1 3 0,-1-7-2 16,-1-1-1-16,-5-4 11 0,3-5 17 15,-5-2 14-15,-4-7-21 0,-1-3-26 0,-6-6 0 16,-1-7 0-16,-6-5 0 0,-7-6 0 0,-4 0 0 15,-6 1 0-15,-8 2 0 0,-12 4 0 16,-9 5 0-16,-6 6 0 0,-9 7 0 16,-5 8 0-16,-11 6 0 0,0 12 0 15,-7 5 0-15,-4 4 0 0,-1 8 0 0,-5 8 0 16,1 2 0-16,2 3-94 0,4-1-320 16,1 5-70-16,1 4-60 0,3-2-87 0,10 1-107 15,1-3-74-15,12-1 71 0,1-1-529 16,7 3-729-16</inkml:trace>
  <inkml:trace contextRef="#ctx0" brushRef="#br0" timeOffset="36942.14">23264 1467 3232 0,'-2'-12'-47'16,"2"5"56"-16,0 7 39 0,-4-14 63 0,4 14 49 16,-2-12 48-16,2 9 37 0,0 3 21 15,-1-12-1-15,1 12-12 0,-2-8-23 16,2 8-28-16,0 0-20 0,0 0 0 0,0 0 17 15,0 0 2-15,0 0-5 0,-15 27-17 16,8-11-8-16,2 2-8 0,-1 3-11 16,3 2-18-16,-3-1-9 0,4-3-14 15,2 0-8-15,-3 1-13 0,3-3-11 16,0 0-7-16,0-3-3 0,0 0-10 0,3-4 3 16,-1 2-6-16,2-4-10 0,-4 1 6 15,4-2-2-15,-4-7-5 0,7 7 1 0,-7-7-1 16,12 3-2-16,-12-3-5 0,0 0 1 15,18 0-19-15,-18 0-20 0,0 0 0 16,0 0 0-16,16 0 0 0,-16 0 0 0,0 0 0 16,11 3 0-16,-11-3 0 0,13 8 0 15,-5-2 0-15,2 0 0 0,1 3 0 0,3-3 0 16,0 2 0-16,4-2 0 16,-3 0 0-16,2-1 0 0,3-1 0 0,-6 0 0 15,4-4 0-15,-1 0 0 0,0-2 0 16,6-6 0-16,-4 5 0 0,0-6 0 15,0-4 0-15,-2 1 0 0,5-7 0 0,-8 2 0 16,0 3 0-16,1-13 0 0,-1 2 0 16,-3-5 0-16,2 0 0 0,1 1 0 0,-3 0 0 15,-1 6 0-15,-5 4 0 0,3 6 0 16,-3 0 0-16,-3 3 0 0,2 1-244 16,-4 4-155-16,0 5-85 0,0 0-118 0,0 0-185 15,0 0-61-15,0 0 75 16,-22 17-606-16,22-17-832 0</inkml:trace>
  <inkml:trace contextRef="#ctx0" brushRef="#br0" timeOffset="37392.57">23977 1142 4029 0,'-4'-16'37'15,"4"5"63"-15,0 1 51 0,0 4 27 16,0 6 2-16,0-9-21 0,0 9 11 0,0 0 14 15,0 0 8-15,0 0-18 0,10 32-8 16,-9-8-18-16,-1 1-9 0,0 14-15 0,2 3-6 16,0 2-10-16,-4-1-15 0,2 0-3 15,-2-1-7-15,2-2-3 16,-1-4-11-16,-3-7-4 0,-2-6-4 0,6-5-8 16,-1 0 1-16,-1-5 2 0,2-1 20 15,-2-1 23-15,-1-3 24 0,3-1-4 0,0-7-17 16,0 0-7-16,0 0-7 0,0 0-9 15,0 0-12-15,8-31-3 0,0 14-5 16,-1 2-8-16,3-3-4 0,0 3-6 0,-1 3-21 16,-6 2-20-16,6-1 0 0,-6 5 0 15,7 0 0-15,-1 4 0 0,-9 2 0 16,19 2 0-16,-8 4 0 0,1 0 0 0,1 5 0 16,1 3 0-16,-3-1 0 0,0 1 0 15,0 0 0-15,-2-2 0 0,-4-1 0 16,1 0 0-16,0-1 0 0,-2 0 0 0,0-1 0 15,-1-2 0-15,-1-2-19 0,2 0-173 16,-4-5-96-16,6 5-110 0,-6-5-124 16,0 0-158-16,0 0-208 0,12-14 90 0,-7 6-701 15,2-3-944-15</inkml:trace>
  <inkml:trace contextRef="#ctx0" brushRef="#br0" timeOffset="37775.71">24438 1459 4006 0,'0'0'-37'0,"0"0"51"0,0 0 57 0,0 0 61 15,9-4 48-15,-9 4 36 0,0 0 2 16,0 0-3-16,0 0-8 0,25 2-7 0,-25-2-14 16,18 2-6-16,-18-2-12 0,16 0-8 15,-16 0-18-15,18 0-11 0,-18 0-9 16,17-4-13-16,-9 1-4 0,-1-1-6 0,1-2-7 15,-5 0-5-15,4 0-4 0,-5-3-12 16,-2 9-11-16,-2-10-8 0,2 10-5 0,-14-10-4 16,3 6-6-16,-7 4 2 0,0 2-5 15,-5 4 0-15,-10 3 3 0,3 1 4 16,-1 6-4-16,7-1 6 0,-1 5 4 16,0 1-4-16,8 1 1 0,1-5-3 15,9 0-6-15,1 0 0 0,3-2 0 0,1 0-4 16,2 1-4-16,4-3-6 0,3 3 4 15,4-2-26-15,5-1-32 0,-2-2-66 0,6-3-68 16,-1-1-68-16,3-2-70 0,0-2-76 16,1-3-76-16,2 0-66 0,-1-6-92 15,6-3-93-15,3-3-21 0,-9 4-561 0,-4-3-748 16</inkml:trace>
  <inkml:trace contextRef="#ctx0" brushRef="#br0" timeOffset="38208.08">24651 1446 3510 0,'-7'-8'17'0,"0"-2"90"0,0 3 67 0,3 0 62 16,1 2 41-16,3 5 32 0,-8-4-7 16,8 4-23-16,0 0-22 0,0 0 25 15,0 0 1-15,0 0-14 0,-1 25-19 0,2-9-7 16,5 3-17-16,-4 5-22 0,1-1-20 16,1 3-18-16,1-2-18 0,-1 0-11 15,-4-2-10-15,1-2-5 0,-1-2-40 0,0-1-82 16,-1-4 0-16,1-1 0 0,0-1 0 15,0-3 0-15,-2 2 0 0,2-10 0 0,0 0 0 16,-2 6 0-16,2-6 0 16,0 0 0-16,0 0 0 0,11-41 0 0,2 12 0 15,3-2 0-15,-2 2 0 0,4 0 0 16,-2 6 0-16,-2 8 0 0,-3 1 0 0,1 4 0 16,1 2 0-16,-2 3 0 0,0 5 0 15,-11 0 0-15,23 9 0 0,-12 2 0 0,0 3 0 16,1 4 0-16,-5 3 0 0,3 0 0 15,-5-1 0-15,3 2 0 0,-2 0 0 16,-2-1 0-16,-3-4 0 0,1 0 0 0,2 0 0 16,-4-6 0-16,2 1 0 15,0-2 0-15,0-2 0 0,-1 1 0 0,-1-1 0 16,0-8 0-16,3 10 0 0,-3-10 0 16,6 5 0-16,-6-5 0 0,0 0 0 0,0 0 0 15,0 0 0-15,0 0-551 0,0 0-292 16,0 0-114-16,0 0 108 0,0 0-848 15,-16-19-1133-15</inkml:trace>
  <inkml:trace contextRef="#ctx0" brushRef="#br0" timeOffset="38725.15">25487 1469 4818 0,'0'0'71'0,"-11"-9"24"16,11 9 24-16,0 0 37 0,-7-3 37 16,7 3 33-16,0 0-1 0,-9 20-16 0,7-10-20 15,0 5-17-15,0 2-18 0,2 2-16 16,0-1-11-16,4 3-16 0,-2 1-10 0,0 1-10 16,1-3-6-16,3-3-6 0,-2 0-11 15,-1-3-5-15,4-2-11 0,-4-1 7 16,5-3-7-16,-1-1-7 0,2-1-2 15,3-6-2-15,3 0-5 0,-15 0-1 16,37-8-10-16,-16 1-1 0,0-1 2 0,-5-1-1 16,4 0 9-16,-6 4 7 0,-3 2-1 15,0-2-1-15,-3 3-7 0,-8 2 12 0,0 0-36 16,20 6-8-16,-12-2 0 0,-2 0 0 16,2 3 0-16,-3-1 0 0,3 3 0 15,-5-2 0-15,6 2 0 0,-2-5 0 0,0 4 0 16,4-2 0-16,-2-2 0 0,2 0 0 15,1-2 0-15,-1-2 0 0,-11 0 0 0,29-2 0 16,-16-2 0-16,2 0 0 16,2-4 0-16,0-1 0 0,1-1 0 0,-1-2 0 15,6-9 0-15,-2-3 0 0,-1-1 0 16,2-4 0-16,-1 3 0 0,-5 0 0 16,-2 7 0-16,-4 3 0 0,-5 5 0 0,1 1-155 15,-6 2-233-15,0 3-60 0,0 5-64 16,-8-6-94-16,8 6-176 0,-9-3-29 0,9 3 83 15,0 0-551-15,0 0-739 16</inkml:trace>
  <inkml:trace contextRef="#ctx0" brushRef="#br0" timeOffset="39109.74">26344 1498 3591 0,'-7'8'31'15,"7"-8"80"-15,0 0 63 0,-5 8 60 16,5-8 35-16,0 0 13 0,6 12-3 0,-2-7-7 16,2-1-24-16,3 2-28 0,-4-2-17 15,6-1-21-15,-2 1-15 0,2-1-21 16,1-2-7-16,-12-1-21 0,23 0-8 0,-23 0-15 16,24-4-6-16,-12-1-7 0,-3-1-4 15,0-2-7-15,2 1-3 0,-6-3 4 0,1 0 4 16,-3 2-13-16,-3-1-7 15,0 9-4-15,-3-12-10 0,-5 8-1 0,-4 0-4 16,-1 4-6-16,13 0-2 0,-36 4-3 16,15 3 3-16,-8 7 1 0,-1 1 12 15,1 3-1-15,4 3 1 0,1 1-7 0,1 1 1 16,6 2 1-16,0-1-6 0,5-3 1 16,7-4-6-16,-1-2-1 0,4 1-24 0,4-2-1 15,0-3 0-15,3 1-33 0,1-2-86 16,6-3-68-16,1 3-74 0,1-8-99 15,6 4-110-15,-1-4-151 0,3-2-211 0,3-4 21 16,-1 0 99-16,8-4-575 0,0-1-747 16</inkml:trace>
  <inkml:trace contextRef="#ctx0" brushRef="#br0" timeOffset="39591.61">27232 1550 3901 0,'-9'-3'160'0,"9"3"30"16,-13-6 32-16,13 6 37 0,0 0 25 0,0 0 6 15,0 0-9-15,0 0-14 0,-18 12-21 16,14-5-23-16,4 2-26 0,0-1-16 16,0 3-18-16,2-1-14 0,0 2-15 15,0-2-14-15,0-2-15 0,0 3-14 16,-1-1-2-16,3-1-18 0,-4-3-13 0,4 1-8 15,-4-7-6-15,3 11-4 0,-3-11-4 16,13 2-3-16,-13-2-4 0,18-2-3 0,-18 2-2 16,19-4 1-16,-8 2 1 0,-11 2-11 15,16-3-1-15,-16 3-5 0,15 0 3 16,-15 0-4-16,16 5 7 0,-16-5-5 0,13 7-1 16,-5-2-1-16,-1 0-1 0,4 1 6 15,1-2 0-15,-1 2-1 0,4 0 7 0,1-2-6 16,-3-2-13-16,4 0 0 15,1-2 0-15,0 0 0 0,2-2 0 0,-4-2 0 16,4-1 0-16,-3 0 0 0,-2 1 0 16,1-2 0-16,1-3 0 0,-2 1 0 15,0-4 0-15,1 0 0 0,-3-2 0 0,-2 0 0 16,1 2 0-16,-5 2 0 0,1 0 0 16,0 1 0-16,-4 3-93 0,-3-1-210 0,-1 1-92 15,0 6-89-15,0 0-107 0,-7-6-191 16,7 6-48-16,0 0 78 0,0 0-595 15,0 0-803-15</inkml:trace>
  <inkml:trace contextRef="#ctx0" brushRef="#br0" timeOffset="39991.57">28144 1506 4122 0,'-3'-4'216'16,"3"4"46"-16,-8-8 36 0,8 8 40 0,-3-9-5 15,3 9-27-15,0 0-29 0,0 0-24 16,0 0 2-16,0 0-11 0,-14 17-20 16,12-9-22-16,-2 5-21 0,2-1-18 0,-1 3-16 15,-1-1-13-15,-1 1-10 0,-4-1-12 16,2 3-112-16,-2-3 0 0,-2-3 0 0,0 0 0 16,0-1 0-16,1-2 0 15,-3-1 0-15,4-2 0 0,-3-3 0 16,12-2 0-16,0 0 0 0,-25-14 0 0,21 5 0 15,2-7 0-15,2-3 0 0,8-5 0 16,2-8 0-16,3 3 0 0,1 0 0 0,-5 10 0 16,-2 3 0-16,4 4 0 0,-4 1 0 15,0 5 0-15,3 2 0 0,-2 2 0 16,-8 2 0-16,18 2 0 0,-4 6 0 0,-3 0 0 16,0 2 0-16,5 6 0 0,-3-2 0 15,-1 1 0-15,-1-1 0 0,3 2-80 16,-7-3-311-16,3-1-55 0,-3 0-47 15,1-4-37-15,-2 1-52 0,-1-3-54 0,1 0-52 16,-1-3-11-16,2-1-541 0,-7-2-702 16</inkml:trace>
  <inkml:trace contextRef="#ctx0" brushRef="#br0" timeOffset="40341.82">28347 1494 3210 0,'5'-11'29'0,"-3"1"116"16,0 1 73-16,0 4 53 0,-2 5 41 15,0-8 22-15,0 8-5 0,0 0-19 0,2-9 7 16,-2 9 3-16,0 0-8 0,0 0-25 15,0 0-20-15,3 27-27 0,-3-19-23 0,0 4-19 16,4 1-21-16,-4-1-16 0,3 0-16 16,-1 0-15-16,0 2-11 0,-1-6-12 15,-1-1-71-15,2 0-36 0,-2-7 0 0,4 12 0 16,-4-12 0-16,2 8 0 16,-2-8 0-16,4 5 0 0,-4-5 0 0,0 0 0 15,0 0 0-15,17-13 0 0,-8 3 0 16,1-2 0-16,0 4 0 0,-1-1 0 0,-2 1 0 15,1 2 0-15,-2 2 0 0,0-2 0 16,-6 6 0-16,9-5 0 0,-9 5 0 16,0 0 0-16,0 0 0 0,23 8 0 0,-17-3 0 15,-3 3 0-15,5 1 0 0,-4 1 0 16,0 1 0-16,0 1 0 0,-1 0 0 0,3 0 0 16,-2 0 0-16,-1-2 0 0,2-2 0 15,-1 3 0-15,-2-4-84 0,1-1-492 16,1 1-135-16,-2-2-204 0,1 0 46 15,-3-5 104-15,0 0-688 0,14 2-901 16</inkml:trace>
  <inkml:trace contextRef="#ctx0" brushRef="#br0" timeOffset="40592.68">29052 1008 3840 0,'-2'-27'46'0,"0"6"71"0,2 4 67 16,-2 3 62-16,0 4 43 0,2 1 10 0,-1 1-14 15,1 0-33-15,0 8-26 0,0 0 23 16,0 0-8-16,0 0-9 0,-13 33-14 16,6-2-22-16,0 10-17 0,-5 6 4 15,1 2-18-15,0 4-14 0,-2-3-18 0,8-9-13 16,-2 13-38-16,1-12-42 0,1-1-52 16,-4-3-59-16,2 0-76 0,-1-3-65 15,3-4-61-15,-4-6-76 0,6-6-55 0,-1-4-45 16,0-4-65-16,1 0-79 0,1-4-166 15,0-3 60-15,2-4-488 0,0 0-653 16</inkml:trace>
  <inkml:trace contextRef="#ctx0" brushRef="#br0" timeOffset="40776.46">28833 1457 3376 0,'-12'-9'111'0,"3"-1"71"0,1 6 62 16,3-4 68-16,1 3 48 15,4 5 19-15,0 0-10 0,-10-8-17 0,10 8-26 16,-4-6-31-16,4 6-31 0,0 0-30 15,0 0-37-15,0 0-49 0,14-6-70 0,-5 4-110 16,4 0-109-16,5 0-118 0,1 0-107 16,5 1-95-16,5-1-169 0,10-3-179 15,2 2 70-15,-1-3-550 0,0 3-748 0</inkml:trace>
  <inkml:trace contextRef="#ctx0" brushRef="#br0" timeOffset="41441.08">30472 1049 3820 0,'-2'-8'191'16,"2"2"28"-16,0 6 10 0,-4-8-4 16,4 8 28-16,0 0 28 0,0 0 35 0,-19 29-14 15,11-9-6-15,-6 11-29 0,5 4-21 16,-2 3-27-16,-5 5-21 0,7-4-24 0,-7 7-13 15,7-8-14-15,2 0-12 16,-5-3-19-16,3-3-9 0,3-6-11 16,1-7-11-16,-2-1-13 0,3-5-36 0,1 1-36 15,-1-3 0-15,2-3 0 0,0 1 0 16,0-2 0-16,2-7 0 0,0 8 0 0,0-8-60 16,0 0-36-16,0 0-8 0,0 0 2 15,0 0 5-15,-1-29 5 0,-3 17 8 16,-2-2 3-16,-6-3 13 0,1 1 24 0,-3 3 15 15,-6-6 20-15,3 6 31 0,-3 2 28 16,4 1 33-16,-4 1 27 0,9 5 20 16,-3-4 16-16,3 4 12 0,4 0 9 15,-1 0-167-15,8 4 0 0,-10-7 0 0,10 7 0 16,0 0 0-16,0 0 0 0,20-12 0 16,3 7 0-16,13 2 0 0,3-4 0 15,4 0 0-15,-2 2 0 0,1 1 0 0,-1 1 0 16,-13 0 0-16,-2 3 0 0,-5-2 0 15,-1 4 0-15,-5-2 0 0,-2 1 0 0,2 4 0 16,-1 1 0-16,-1 2 0 0,-6 2 0 16,4 3 0-16,-6 0 0 0,1 3 0 15,-3-1 0-15,5 5 0 0,-4-4 0 0,4 3 0 16,-3 2 0-16,5-2 0 0,2 1 0 16,-3-3 0-16,2 0 0 0,3-1 0 0,1-4 0 15,2-2 0-15,4-1 0 16,1-1 0-16,0-6 0 0,-1-1 0 0,-1-2 0 15,3-5 0-15,2 0 0 0,2-6 0 16,-7-2 0-16,4-5 0 0,-5-2 0 16,-6 0 0-16,-3 7 0 0,-8-1 0 0,-4-2 0 15,-6 3 0-15,-9-9 0 0,-12 7 0 16,1 2 0-16,-10 1 0 0,-3 6 0 0,-2 7-163 16,-74-5-923-16,72 7 113 15,-1 4 104-15,3 2-865 0,0 0-1168 16</inkml:trace>
  <inkml:trace contextRef="#ctx0" brushRef="#br0" timeOffset="42290.71">23800 2530 2434 0,'-6'-8'487'0,"2"-1"-71"15,4 9-5-15,-1-10-31 0,1 10-19 16,-4-7-33-16,4 7-57 0,0 0-43 0,0 0-21 16,0 0 17-16,0 0 19 0,0 0-10 15,-10 21-19-15,6-4-22 0,-2 5-20 16,3 2-15-16,-3 9-15 0,0-2-13 0,-2 0-15 15,3-5-11-15,1-4-29 0,0-5-33 16,1 0-45-16,-4-2-51 0,5-3-54 0,-1 0-69 16,1-1-60-16,-2-5-66 0,2 1-79 15,2-7-75-15,-3 4-85 0,3-4-97 0,0 0-81 16,0 0 53-16,0-23-441 0,1 8-578 16</inkml:trace>
  <inkml:trace contextRef="#ctx0" brushRef="#br0" timeOffset="42441.61">23838 2276 3169 0,'-2'-15'79'0,"-2"0"43"16,2 6 29-16,0 2 13 0,0-1-8 15,2 8-17-15,0 0-18 0,0-10-19 0,0 10-34 16,0 0-47-16,0 0-71 0,0 0-84 16,12 20-103-16,-7-5-143 0,3 5-221 0,3 7 33 15,-1 4 67-15,0 0-119 0,-1 2-117 16</inkml:trace>
  <inkml:trace contextRef="#ctx0" brushRef="#br0" timeOffset="42809.17">23992 2576 2033 0,'0'0'257'0,"0"0"14"16,0 0 14-16,0 0 32 0,0 0 26 0,-8 14 12 16,8-14-16-16,-1 15-9 0,-1-3-18 15,0 1-17-15,0-1-17 0,0 4-19 16,0 1-22-16,-1 0-24 0,-2-3-19 0,-1 4-20 15,3-4-20-15,-1 1-12 0,0-1-18 16,1-2-6-16,-3-2-13 0,4-1-4 16,-1-2-8-16,3-7-12 0,0 0-13 15,0 0-10-15,0 0-11 0,0 0-10 0,22-19-9 0,-5-3-4 16,4-1-12-16,4-2-3 16,-2 3-3-16,0 0-1 0,-3 2 2 0,-2 7-5 15,-4 3-4-15,-3 4 4 0,-2 2-5 16,-2 2 3-16,-7 2 3 0,20 8-4 15,-13-2 4-15,-1 3-1 0,-2 2 0 0,4-2-1 16,-7 4 5-16,5 1-6 0,-2 1 5 16,-2-3-4-16,-1 2-2 0,1-2 1 0,-2 1-8 15,0 0-39-15,2-3-68 16,-2 0-71-16,3 0-84 0,-1-3-85 0,0 2-87 0,-1-3-113 16,5 0-168-16,-1 0-45 15,3-6 85-15,4 2-534 0,1-4-681 0</inkml:trace>
  <inkml:trace contextRef="#ctx0" brushRef="#br0" timeOffset="43174.93">24693 2598 3204 0,'-4'-10'-14'16,"2"4"62"-16,2 6 55 0,-5-13 41 16,-1 7 27-16,3 2 15 0,3 4 1 15,-12-6-5-15,12 6-6 0,-19-2-3 0,19 2-10 16,-27 8-13-16,12 2-12 15,0 1-11-15,-3 3-14 0,2 6-12 0,0-3-7 16,5 0-14-16,4 1-2 0,-2-1-10 16,7-1-8-16,1-3-5 0,1 3-3 0,1-3-4 15,1 3 15-15,3-2 16 0,0 1 16 16,1-1-3-16,-2-4 18 0,-1 2 20 16,1-2 26-16,0 0 11 0,-1-1 14 0,-3-1 7 15,3 0 2-15,-3-8-2 0,2 11-3 16,-4-4-7-16,2-7-10 0,-4 13-34 0,0-9-134 15,4-4 0-15,-11 8 0 0,3-5 0 16,8-3 0-16,-15 1 0 0,15-1 0 0,-22-1 0 16,11-2 0-16,-2-5 0 15,-4-2 0-15,4-2 0 0,-3-1 0 0,5-3-171 16,-1 3-299-16,5 0-126 0,-1 3-150 16,3 0-138-16,-1 1 84 0,3 4-739 15,3 5-982-15</inkml:trace>
  <inkml:trace contextRef="#ctx0" brushRef="#br0" timeOffset="43557.3">24956 2672 4461 0,'0'0'12'0,"0"0"70"0,0 0 61 0,0 0 46 16,0 0 42-16,10 3 10 0,-10-3 8 15,0 0 9-15,0 0 4 0,10 8-3 16,-10-8-11-16,11 4-20 0,-11-4-21 0,17 0-14 15,-17 0-24-15,21-2-16 0,-9 0-15 16,-1-4-12-16,3 4-14 0,-3-3-13 16,3-2-6-16,-1-2-55 0,-2 1-38 0,1-3 0 15,-5 1 0-15,0-1 0 0,-3 2 0 16,-2 2 0-16,-2-3 0 0,0 10 0 0,-7-10 0 16,-3 8 0-16,-2 2 0 0,12 0 0 15,-36 12 0-15,8 0 0 0,-1 2 0 0,0 2 0 16,4 0 0-16,1 6 0 15,1-3 0-15,4 0 0 0,4-1 0 0,5-2 0 16,1 1 0-16,5-3 0 0,0-3 0 16,4 2 0-16,2-1 0 0,2-2 0 15,1 0 0-15,7 1 0 0,-2-3 0 0,4 1-37 16,4-5-306-16,1 2-88 0,4 0-103 16,-4-4-127-16,0 0-172 0,2-1 34 0,0 3 85 15,-2-2-592-15,2-2-763 0</inkml:trace>
  <inkml:trace contextRef="#ctx0" brushRef="#br0" timeOffset="44024.86">25267 2863 3604 0,'-15'-14'65'0,"15"14"64"16,0 0 51-16,-9-5 38 0,9 5 27 0,0 0 18 16,-7-2-17-16,7 2-19 0,0 0-17 15,0 0-9-15,0 0 2 0,0 0-25 0,0 0-12 16,0 0-24-16,0 0-8 0,37 4-13 15,-37-4-17-15,15 0-1 0,-15 0-11 16,16-2 3-16,-16 2-21 0,14-2-6 0,-14 2 5 16,12-4 6-16,-12 4-5 0,10-8-4 15,-7 2-8-15,-3-1-8 0,2-2-4 16,0-3-9-16,0 0-3 0,-2 0-5 0,-2-1 0 16,0 1-1-16,0 0-12 0,1 0-4 0,-3 1 1 15,-3 1-3-15,2 2-9 16,-3-1 5-16,7 1 1 0,-3 4-1 0,0-3 2 15,4 7-3-15,-2-10 1 0,2 10 0 16,8-16-6-16,1 10 4 0,5-1-15 0,1-1-5 16,0 3-9-16,-2 4 1 0,3-1 4 15,-3 4 3-15,1 2 2 0,-1 0-1 16,-2 5 3-16,1 1 2 0,-5 2 13 0,1 2 12 16,-3 0 7-16,3 0 11 0,-2-2 9 15,-2 5 7-15,-1-5 4 0,-1 1 3 16,2-1-7-16,-2 0-3 0,0 0-6 0,-1-1-28 15,2 1-15-15,-1-4 0 0,0 1 0 16,0-3-68-16,0 3-109 0,-1-2-91 16,-1 0-106-16,6-1-125 0,-2-2-148 0,-4-4-194 15,12 6 45-15,-12-6 95 0,14 0-598 16,-14 0-758-16</inkml:trace>
  <inkml:trace contextRef="#ctx0" brushRef="#br0" timeOffset="44291.11">26102 2256 3734 0,'-4'-22'87'0,"1"5"49"15,-2 3 64-15,3 2 59 0,-2 3 34 0,2 1 0 16,2 1-23-16,0 7-20 0,-3-7-13 16,3 7 37-16,0 0 18 0,-13 24 7 15,3 7-7-15,-1 3-11 0,1 5-20 0,-2 15-19 16,3 3-30-16,-2 1-17 0,3 3-111 15,-2 1-84-15,1-5 0 0,1-2 0 16,-1-4 0-16,1-8 0 0,3-7 0 0,-4 1 0 16,2-6 0-16,1-7-128 0,3-4-215 15,-1-6-54-15,2-3-51 0,2 0-54 0,0-6-84 16,0-5-118-16,6 5-61 0,-6-5 71 16,0 0-539-16,19-12-694 0</inkml:trace>
  <inkml:trace contextRef="#ctx0" brushRef="#br0" timeOffset="44507.6">25883 2681 3774 0,'-21'-4'226'0,"5"2"79"0,3 2 71 0,2 0 40 15,11 0 23-15,-18-2 0 0,18 2-24 16,0 0-9-16,0 0-36 0,0 0-9 0,0 0-35 16,0 0-48-16,42 8-218 0,-23-6-60 15,4-2 0-15,4 0 0 0,2 2 0 16,-2-4 0-16,-1 0 0 0,-3 2-68 0,-2-1-276 15,-5 1-62-15,2-3-60 16,-3 3-59-16,-3-2-79 0,1 2-99 0,-1-2-64 16,-5 1 77-16,-7 1-541 0,11-2-692 15</inkml:trace>
  <inkml:trace contextRef="#ctx0" brushRef="#br0" timeOffset="45427.05">27379 2820 3690 0,'-10'-7'129'0,"2"2"22"0,8 5 20 16,-13-1 23-16,13 1 26 0,0 0 19 15,-16 15 4-15,9-3-1 0,0 0-23 16,1 1-14-16,1 3-18 0,0-1-28 0,-1 1-15 16,1-1-11-16,-1 1-15 0,4-3-10 15,-1 0-16-15,1-3 4 0,0-3-2 0,-1 1 21 16,1-1 19-16,2-7 4 0,0 0-8 15,0 0-12-15,0 0-11 0,0 0-14 16,22-18-7-16,-11 1-10 0,6-9-9 0,8-8-8 16,6-4-6-16,-3 1-6 0,5 3-8 15,-5 3 0-15,-3 8-4 0,-3 2-14 16,-2 7-21-16,-4 4 0 0,-2 5 0 16,-3 3 0-16,3 4 0 0,-3 5 0 0,1 1 0 15,1 8 0-15,-2-1 0 0,0 5 0 16,-2 8 0-16,-4-2 0 0,1-3 0 0,-4-6 0 15,-2 7 0-15,3-5 0 0,-3 1 0 16,-3-3 0-16,1 0 0 0,0-3 0 0,2-2 0 16,-2-2-64-16,2-2-120 0,0-8-62 15,2 11-58-15,-2-8-91 0,0-3-93 16,0 0-91-16,0 0-100 0,0 0-91 0,25-21 55 16,-13 12-566-16,3-7-741 0</inkml:trace>
  <inkml:trace contextRef="#ctx0" brushRef="#br0" timeOffset="45806.6">27901 2810 3420 0,'0'0'-15'0,"0"0"62"0,0 0 66 15,0 0 40-15,0 0 32 0,0 0 18 0,0 0-1 16,-4 22 1-16,4-22-11 0,5 14-18 16,-3-9-9-16,4 3-15 0,0-2-14 0,0-2-9 15,-1 0-11-15,-5-4-3 0,18 5-10 16,-11-3-11-16,-7-2-3 0,0 0-6 15,23-5-13-15,-11 1-3 0,-3-4 4 0,1-2 6 16,-5-1 1-16,3-1 0 0,-3-1 1 16,-3 1-10-16,0 3-17 0,-2 1-6 0,0 8-13 15,-11-11 9-15,0 8-12 16,-3 3 3-16,14 0-3 0,-34 5 1 0,14 4 4 16,2 1 8-16,-9 5-15 0,4 4 4 15,2 2 10-15,2 1-5 0,7-3 2 16,-1 0-2-16,6-2 0 0,-1 3 2 0,0-4-8 15,6 3 8-15,1-2-7 0,1-1-5 16,1-1-2-16,3 0-2 0,2-1 0 0,2-2-22 16,-1-2-27-16,5-1-56 0,0-2-61 15,2-2-75-15,6-3-88 0,-2-2-74 0,3-2-14 16,8-2-53-16,5-6-78 16,5 0-88-16,-3-5-80 0,2 1 65 0,4-7-410 15,0-1-512-15</inkml:trace>
  <inkml:trace contextRef="#ctx0" brushRef="#br0" timeOffset="46241.67">28363 2832 2712 0,'0'0'27'0,"-1"-10"61"0,1 10 55 16,-6-5 47-16,6 5 39 0,0 0 29 0,0 0 19 15,-17 0 1-15,17 0-2 0,0 0-7 16,-17 13-1-16,10-4-33 0,-4 1-14 0,4 3-24 16,1-2-7-16,-1 4-31 0,1-3-17 15,2 2-10-15,0-1-17 0,2 1-15 16,0-3 0-16,2 0-14 0,-1-1-5 0,1-2-2 15,1-1-8-15,-1-7-6 16,6 11 0-16,-1-6-11 0,-5-5 0 0,11 2-8 16,-11-2-6-16,0 0 0 0,0 0 2 15,25-4-4-15,-25 4-3 0,0 0 4 0,14-3-8 16,-14 3-8-16,0 0-3 0,12 0-4 16,-12 0-4-16,0 0-5 0,0 0 1 0,13 7 1 15,-13-7-2-15,8 6 10 0,-5-2-7 16,-3-4-8-16,12 12 4 0,-2-9-2 0,-1 3-1 15,1-3 13-15,-1-1 0 0,7-1-2 16,-3-1 0-16,-13 0-4 0,30-3-3 16,-10 0 0-16,-2-4 0 0,4 0 2 15,-8 2 5-15,6-4 2 0,-4-1 9 0,-2-1 13 16,2 0 1-16,-1-3-1 0,-4-3 2 16,3 2-6-16,-3-2-9 0,1 1-18 15,-3 0-29-15,-2 3-42 0,-1-1-51 0,0 5-45 16,-4 1-60-16,2 0-85 0,-2 3-96 15,-2 5-93-15,0 0-104 0,-8-7-152 0,8 7 4 16,0 0 68-16,0 0-492 0,0 0-635 16</inkml:trace>
  <inkml:trace contextRef="#ctx0" brushRef="#br0" timeOffset="46674">29589 2919 3412 0,'-10'-6'160'0,"10"6"52"15,-5-5 42-15,5 5 40 0,0 0 23 0,-6-8 10 16,6 8-12-16,0 0-22 0,0 0-25 16,0 0-19-16,0 0-23 0,0 0-22 0,11-8-20 15,-11 8-18-15,16-4-13 0,-9 4-16 16,-7 0-12-16,20-8-11 0,-11 4-9 15,0-1-11-15,1 1-4 0,-2-4 4 16,-1 2 2-16,-3-1-4 0,2-1-6 16,-6 0-12-16,4 0-24 0,-4 8-50 0,-5-14 0 15,-2 7 0-15,-4 2 0 0,-3 2 0 16,-3 1 0-16,2 2 0 0,-4 2 0 0,0 3 0 16,0 2 0-16,0 0 0 0,1 5 0 15,4 0 0-15,-2 5 0 0,5 1 0 0,2-1 0 16,0 3 0-16,6-1 0 0,-1-2 0 15,4 2 0-15,2-2 0 0,1 0-1 0,6 2-101 16,0-2-26-16,2-3-26 16,5-2-32-16,0 0-31 0,4-4-49 0,1 0-50 15,1-6-52-15,1 2-56 0,0-4-70 16,1 0-92-16,-2-4-127 0,1-1 26 16,7-5-520-16,1 0-671 0</inkml:trace>
  <inkml:trace contextRef="#ctx0" brushRef="#br0" timeOffset="46957.2">30165 2314 3433 0,'-12'-16'85'0,"1"2"70"0,3 3 69 16,5 3 45-16,-4 2 7 0,4 0-1 0,3 6-8 16,-11-4 26-16,11 4 2 15,-18 16-4-15,9-5-30 0,-4 15-3 0,-1 6-5 16,3 3-21-16,-5 15-23 0,5 1-18 15,-5 6-17-15,5 0-16 0,-2-1-3 0,-1-1 0 16,5 0-15-16,-3-4-12 0,7-10-114 16,-5-5-14-16,3-1 0 0,1 0 0 15,-2-3 0-15,3-8 0 0,1-7 0 0,-2-3 0 16,5-2 0-16,-1 0 0 0,0-5 0 16,-3 3 0-16,7-4-330 0,-2-6-156 15,5 6-144-15,-5-6-185 0,0 0-40 0,0 0 84 16,22-10-693-16,-10 1-912 0</inkml:trace>
  <inkml:trace contextRef="#ctx0" brushRef="#br0" timeOffset="47325.89">30271 2930 3988 0,'0'0'-6'15,"0"0"59"-15,0 0 42 0,0 0 34 0,0 0 37 16,0 0 21-16,0 0 17 0,0 0-5 15,0 0-5-15,4-11-27 0,-4 11-12 16,17 0-11-16,-17 0-19 0,20-2-7 0,-7 2-14 16,-2-3-4-16,1 2-15 15,-1-4-2-15,-2 2-4 0,1-2 8 0,0-5 4 0,-3 4 10 16,1-3 0-16,-2 1-10 16,-1 0-12-16,-1-2-7 0,-4 3-13 0,0 7-12 15,-4-12 1-15,-3 6-13 0,-5 0-1 16,-5 3-4-16,3 1-5 0,-4 2 1 0,-1 4-6 15,-1-1-1-15,0 7-2 0,-1-2-11 16,1 1 17-16,-6 9-1 0,9-5-4 16,1 1 4-16,3 0 4 0,2 1-4 0,3-1-1 15,2-1-4-15,4 2-6 0,2-3-7 16,0 0-37-16,6-2-61 0,-1 2-72 16,8-2-89-16,3 1-97 0,4-3-117 15,-3-3-137-15,5-1-161 0,3-1 28 0,0-1 75 16,-4-2-492-16,0 0-622 0</inkml:trace>
  <inkml:trace contextRef="#ctx0" brushRef="#br0" timeOffset="47923.28">30814 2784 3276 0,'-1'-8'128'0,"-1"-1"60"0,2 9 32 0,-2-7 35 0,2 7 18 15,0 0 0-15,0 0 11 0,0 0 2 16,0 0-8-16,-23 14-11 0,12 1-24 15,-1 1-21-15,-5 9-25 0,-2 1-16 16,2 2-16-16,-2-2-17 0,1 3-12 16,-2-2 4-16,-2 1 10 0,8-4 2 0,-6-2-1 15,7-5-6-15,1-3-5 0,5-1 2 16,1-4 1-16,1-1-135 0,-2-2-8 0,4-3 0 16,3-3 0-16,0 0 0 0,0 0 0 15,0 0 0-15,0 0 0 0,0 0 0 0,14-23 0 16,-1 8 0-16,0 0 0 0,10-2 0 15,0 0 0-15,-6 6 0 0,-2 0 0 0,-1 2 0 16,-3 2 0-16,2-1 0 0,-3 4 0 16,-1 3 0-16,0-3 0 0,-9 4 0 15,16 0 0-15,-16 0 0 0,15 5 0 16,-10-1 0-16,-5-4 0 0,13 8 0 0,-12-1 0 16,5-2 0-16,-6-5 0 0,5 12 0 15,-1-7 0-15,-4-5 0 0,5 10 0 16,-3-4 0-16,-2-6 0 0,2 10 0 0,-2-10 0 15,0 0 0-15,3 8 0 0,-3-8 0 16,9 0 0-16,-9 0 0 0,22-6 0 0,-4-1 0 16,3 0 0-16,2-2 0 0,6-1 0 15,-4 3 0-15,-5 0 0 0,0 1 0 0,-5 4 0 16,-2-2 0-16,-1 2 0 16,-12 2 0-16,19 4 0 0,-12 0 0 0,1 6 0 15,-6-2 0-15,0 4 0 0,-2 0 0 16,-2 4 0-16,-2-1 0 0,0 5 0 0,-1-1 0 15,-3 0 0-15,5-3 0 0,-4-1 0 16,2 1 0-16,-1-3 0 0,0-2 0 0,5-2 0 16,-1 1 0-16,-2-3 0 0,2-3 0 15,-1 2-76-15,3-6-265 0,0 8-94 16,0-8-123-16,0 0-126 0,9 4-173 0,-9-4 70 16,0 0-728-16,0 0-959 0</inkml:trace>
  <inkml:trace contextRef="#ctx0" brushRef="#br0" timeOffset="48639.98">31550 3004 4010 0,'-6'-5'-80'0,"6"5"47"0,0 0 47 16,-3-7 42-16,3 7 38 0,0 0 25 0,0 0 19 15,0 0 10-15,0 0-5 0,0 0 4 16,12-9-5-16,-12 9 10 0,14-2 14 16,-14 2 15-16,15-4 4 0,-8 2 12 15,-7 2-1-15,11-9 14 0,-8 3-2 0,3 2 14 16,-6 4-2-16,10-10-16 0,-6 5-15 16,-4 5-19-16,3-7-21 0,-3 7-18 15,0-9-15-15,0 9-14 0,0 0-6 0,-15-4-14 16,15 4-5-16,-24 2-37 0,6 4-40 15,-5-1 0-15,-6 5 0 0,-1 2 0 0,3 2 0 16,3 1 0-16,3-3 0 0,5 0 0 16,1 0 0-16,6-2 0 0,1 2 0 15,0-3 0-15,7 1 0 0,-3 2 0 0,4-5 0 16,0-7 0-16,7 14 0 16,1-8 0-16,0 0 0 0,1 0 0 0,2-2 0 0,5-1 0 15,-3-1 0-15,3-2 0 0,-3 2 0 16,-13-2 0-16,26-2 0 0,-12 2 0 15,-3-2 0-15,-11 2 0 0,20-3 0 16,-13 2 0-16,-7 1 0 0,15-3 0 0,-15 3 0 16,0 0 0-16,16 0 0 0,-16 0 0 15,0 0 0-15,0 0 0 0,14 3 0 16,-14-3 0-16,0 0 0 0,12 1 0 0,-12-1 0 16,0 0 0-16,12 3 0 0,-12-3 0 15,0 0 0-15,0 0 0 0,15 2 0 0,-15-2 0 16,0 0 0-16,22-4 0 0,-10 3 0 15,5-3 0-15,-1 0 0 0,0-2 0 16,2 1 0-16,-3 3 0 0,0-3 0 16,0 2 0-16,-3 2 0 0,-1-4 0 0,0 4 0 15,-11 1 0-15,16-2 0 0,-16 2 0 16,0 0 0-16,21 3 0 0,-13 2 0 0,-8-5 0 16,11 8 0-16,-8 0 0 0,4 2 0 15,-3-1 0-15,-1-1 0 0,1 4 0 0,0-3 0 16,-1 2 0-16,3-2 0 0,-3-3 0 15,0 1 0-15,1-3 0 0,0 2 0 16,1 0 0-16,1-4 0 0,4 2-465 0,-10-4-223 16,20-1-134-16,-8-2-71 15,5-1 91-15,2-3-736 0,3-2-981 0</inkml:trace>
  <inkml:trace contextRef="#ctx0" brushRef="#br0" timeOffset="49055.41">32518 2438 4507 0,'2'-15'44'0,"0"4"36"16,-2 3 28-16,0 8 48 0,-6-3 59 16,6 3 45-16,0 0 44 0,-27 23 16 15,9 3 4-15,-3 15-10 0,1 6-22 16,2 3-10-16,-2 6 5 0,4 1-6 0,-2 4-43 16,5-6-59-16,-1-3-179 0,-2 0 0 15,2-3 0-15,7-12 0 0,-1-1 0 16,0-5 0-16,0 2 0 0,7-10 0 0,-3-2 0 15,0-5 0-15,0-1 0 0,3-5 0 16,-1 0 0-16,-1-2-80 0,1-1-375 0,2-7-62 16,-5 4-37-16,5-4-6 0,0 0 41 15,0 0 61-15,-17-19 93 0,10 11 83 0,2-2 77 16,-1-3 80-16,1 4 71 0,-1 0 83 16,3 0 73-16,-2 4 66 0,5 5 55 15,-6-9 58-15,5 3 36 0,1 6 9 0,0 0-1 16,-2-11-17-16,2 11 1 0,7-8-24 15,-7 8-23-15,21 0-28 0,-8 0-25 0,7-2-20 16,-5 2-31-16,4-2-34 16,-3 2-41-16,2-1-60 0,0 1-70 0,-5-2-83 15,0 2-88-15,-1-2-88 0,-12 2-83 16,19-1-82-16,-19 1-131 0,5-6-207 0,-5 6 55 16,0 0 75-16,0 0-534 0,-23-13-677 15</inkml:trace>
  <inkml:trace contextRef="#ctx0" brushRef="#br0" timeOffset="50524.75">23828 3295 2069 0,'-15'-7'272'0,"15"7"-64"0,-21 1 2 16,6 5 0-16,-16 5-7 0,-1 4-4 0,-10 9-1 16,0 3-12-16,-2 8 6 0,5 0-5 15,-2 2-7-15,7 2-15 0,1-3-10 16,7-1-11-16,7-4-14 0,3-2-7 0,5-6-16 16,6-2-6-16,3-5-8 0,-1-1-7 15,6-1-6-15,1 0-8 0,-1-4-3 0,7-1-4 16,3-1-7-16,0-2-6 0,7-3-7 15,-4-2-3-15,9-5-5 0,0 0-2 16,8-9-3-16,-1 0-4 0,-2-6-4 16,6-7-1-16,-1-3-3 0,-7-2-4 0,-7 2 0 15,4-7 0-15,-10 5 9 0,1-2 17 16,-7 0 13-16,-3 4 11 0,-4 2 4 16,-2 8-4-16,-4-1-2 0,-4 5-9 0,1-1-6 15,-5 6-2-15,-5 1-6 0,-4 1-4 16,2 6 1-16,-3 4-7 0,-3 4-4 0,-8 3-1 15,3 3-2-15,3 4 1 0,4 1-7 16,6-2 4-16,2 0 1 0,4 2-5 0,2-4 5 16,6-1 15-16,3 0-1 15,1-3 9-15,6 5 9 0,0-2-14 0,8 1-2 16,3-3 4-16,3 1-1 0,-3-5-9 16,5-1-2-16,2-1 0 0,0-3-1 15,-3-1 3-15,2 0 9 0,-1 0 7 0,2-4 17 16,-5 3 13-16,1 1 12 0,-1-1 7 15,-2-1-2-15,-2 2-4 0,-1 0-53 0,-2 2-39 16,0-1 0-16,1 4 0 0,-3 1 0 16,0 1 0-16,0 1 0 0,-4 0 0 0,0 3 0 15,1-1 0-15,-2 0 0 0,0-1 0 16,-3 1 0-16,3-1 0 0,-2-1 0 0,-3-1 0 16,3-2 0-16,-4-5 0 15,9 9 0-15,-9-9 0 0,11 3 0 0,-11-3 0 16,26-8 0-16,-9 2 0 0,2-2 0 15,1 1 0-15,0-3 0 0,1 2 0 0,-1 1 0 16,-5 0 0-16,0 4 0 0,2-3 0 16,-5 5 0-16,1 0 0 0,-1-2 0 15,-12 3 0-15,22 0 0 0,-22 0 0 0,21 4 0 16,-10-1 0-16,1 1 0 0,-2-1 0 16,-1 0 0-16,3 1 0 0,-1-1 0 0,-2 1 0 15,3 0 0-15,-1-3 0 16,-2 0 0-16,-9-1 0 0,22 0 0 0,-13 0 0 0,-9 0 0 15,19-1 0-15,-19 1 0 16,18-5 0-16,-11-1 0 0,1-1 0 0,-1 3 0 16,1-4 0-16,2-5 0 0,-1-1 0 15,5-1-329-15,2-9-609 0,2 1-9 0,0 0 96 16,-4 7-892-16,-5 5-1176 0</inkml:trace>
  <inkml:trace contextRef="#ctx0" brushRef="#br0" timeOffset="51472.77">25307 3188 5089 0,'0'-9'-4'0,"-3"-1"39"0,0 4 39 16,3 6 55-16,0 0 62 0,0 0 47 15,-20 21 27-15,8-5 3 0,0 13-9 0,1 2-17 16,-1 3-5-16,1 2-16 0,0 1-13 15,-1 3-20-15,3-5-19 0,-3 6-9 0,3-6-18 16,-2 1-62-16,0-5-80 0,0 0 0 16,6-6 0-16,-3-7 0 0,2-3 0 15,0-1 0-15,3-3 0 0,-1-1 0 0,0-2 0 16,1-1 0-16,1-1 0 0,2-6 0 16,-12 8 0-16,12-8 0 0,-13 0 0 0,13 0 0 15,-29-8 0-15,12 0 0 16,-4-1 0-16,-5-5 0 0,-1 2 0 0,2 1 0 15,5 2 0-15,6 4 0 0,1-2 0 16,1 2-120-16,2 2-17 0,7-1-3 0,3 4-6 16,0 0-9-16,9-12-20 0,9 7-29 15,14-5-28-15,6 0-17 0,14-4-14 0,2 0 7 16,1-4 1-16,1 1 18 0,-1-3 22 16,3 2 23-16,-3-4 18 0,-2-2 28 0,-2-1 20 15,1-2 28-15,-7-2 29 16,0 1 34-16,-9-5 32 0,-6 3 30 0,-5 6 17 15,-6 0 22-15,-4 2 9 0,-5 5 4 16,-3 1-4-16,-5 3-5 0,-2 5-5 0,-4 1-5 16,-1 4 1-16,5 3 3 0,-23 3 7 15,-1 14 7-15,-1 4 15 0,-8 8 8 16,3 4 0-16,-3 0 5 0,3 6 8 0,1 0-1 16,1 3-7-16,1-1-12 0,2-3 2 15,4 1-10-15,4-7-6 0,-1-4-10 0,6-1-6 16,1-4-9-16,2-5 16 0,4-6-27 15,-3 2-2-15,5-4 14 0,1 0-15 0,-3-1 50 16,3-3 42-16,2-6 7 0,0 0-6 16,0 0-8-16,0 0-9 0,37-25-3 0,-11 6 17 15,1-1 7-15,1 3-3 16,3 0-135-16,-2 3 0 0,-6 3 0 0,-2 5 0 16,-4 1 0-16,-4 5 0 0,2 2 0 15,-1 1 0-15,-1 2 0 0,-2 5 0 0,-1 1 0 16,-1 0 0-16,-1 2 0 0,0-1 0 15,-2-1 0-15,-1 3 0 0,3-4 0 16,-5-1 0-16,6-1 0 0,-4 1 0 0,3-3 0 16,1-1 0-16,1-2 0 0,1-2 0 15,-11-1 0-15,25 0 0 0,-12-3 0 0,-1 0 0 16,3-3 0-16,-1-4 0 16,-1 2 0-16,-1-3 0 0,2-2 0 0,-4 2 0 0,0 3 0 15,-5 1 0-15,3 0 0 16,-5 0 0-16,3 4 0 0,-6 3 0 0,0 0 0 15,0 0 0-15,0 0 0 0,0 0 0 16,0 0 0-16,0 0 0 0,-6 22 0 0,6-22 0 16,0 16 0-16,0-8 0 0,0 2 0 15,2-5 0-15,2 5 0 0,0-4 0 0,-4-6 0 16,8 11 0-16,-3-8 0 0,3 0 0 16,-1-1 0-16,-7-2 0 0,18 0 0 0,-18 0 0 15,19-3 0-15,-10 1-337 0,3-4-365 16,1 0-181-16,0-1-6 0,7 0 103 15,2 1-776-15,17 0-1006 0</inkml:trace>
  <inkml:trace contextRef="#ctx0" brushRef="#br0" timeOffset="51905.97">26868 3721 4646 0,'-17'-5'76'0,"3"-1"35"0,3 1 40 16,3 3 40-16,8 2 38 0,-17 0 11 16,17 0-6-16,-16 4-11 0,16-4-20 0,-11 10-22 15,8-3-12-15,-3 1-11 0,1 2-10 0,0 2-4 16,-1-3-12-16,5 2-11 16,-3-1-9-16,-2 0-15 0,5 1-5 0,-3-3-11 15,2-1-9-15,2-7-3 0,-5 11-5 16,4-5-7-16,1-6-1 0,-2 9-3 0,2-9-6 15,0 0-13-15,0 0-34 0,0 0 0 16,0 0 0-16,0 0 0 0,28-19 0 16,-16 9 0-16,-1 1 0 0,0 1 0 0,2-3 0 15,-4 3 0-15,-2 2 0 0,2 2 0 16,0-2 0-16,-9 6 0 0,13-2 0 0,-13 2 0 16,15 8 0-16,-5 2 0 15,-1 0 0-15,-3 4 0 0,4-1 0 0,-5 3 0 0,2 3 0 16,0-1 0-16,-2 2 0 15,1-5 0-15,-2 0 0 0,-1-1 0 0,3-2 0 16,-1-2 0-16,-4 0 0 0,5-3 0 16,-4 3-8-16,2-6-313 0,1 0-94 15,1-1-100-15,-6-3-118 0,13 1-137 0,-13-1-36 16,19-4 74-16,-5-1-625 0,1-2-813 16</inkml:trace>
  <inkml:trace contextRef="#ctx0" brushRef="#br0" timeOffset="52222.82">27253 3792 3677 0,'0'-8'-3'16,"0"8"57"-16,0 0 42 0,0 0 37 0,0 0 39 16,0 0 39-16,0 0 29 0,0 0 11 15,0 0 9-15,0 0-1 0,-19 18 1 16,17-8-14-16,0-2-14 0,2 2-20 0,-2 1-17 16,0 1-20-16,2-5-17 0,2 4-16 15,-2-2-7-15,2 0-15 0,2-3-11 0,-3 1-15 16,5-2-6-16,-6-5-8 0,14 7-8 15,-9-5-5-15,-5-2-14 0,0 0-11 0,22-2 0 16,-22 2-4-16,11-5-5 0,-8 0-11 16,-3 5 2-16,11-15-6 0,-11 6-1 15,1 2-11-15,-1-2-3 0,0 9-4 16,-1-15-13-16,-4 8-21 0,-1 2-21 0,6 5-23 16,-13-6-25-16,3 9-24 0,10-3-33 15,-22 5-41-15,6 2-46 0,2 0-60 16,-2-1-71-16,-1 5-67 0,3-4-86 0,3 1-108 15,6-2-82-15,-2-2 68 0,5 1-477 16,2-5-598-16</inkml:trace>
  <inkml:trace contextRef="#ctx0" brushRef="#br0" timeOffset="52688.97">27769 3485 3325 0,'-3'-14'206'0,"3"-1"58"16,-2 5 51-16,0 2 79 0,2 0 17 16,0 8-15-16,-5-10-31 0,5 10-22 0,0 0 20 15,0 0 8-15,-11 22-8 0,8-5-8 16,-8 12-25-16,0 4-28 0,0 2-214 0,2 2-88 16,-8 8 0-16,5-7 0 0,-1-1 0 15,1-2 0-15,0-4 0 0,1 0 0 16,2-10 0-16,4-1 0 0,-2-5 0 15,3-3 0-15,3-1 0 0,-3-1 0 0,2-2 0 16,0-1 0-16,2-7 0 0,0 10 0 16,0-10 0-16,0 0 0 0,0 0 0 15,0 0 0-15,0 0 0 0,0 0 0 0,0 0 0 16,2-32 0-16,-7 24 0 0,-3-1 0 16,0-2 0-16,-5 3 0 0,1 1 0 0,-1 4 0 15,2 0 0-15,-3 2 0 0,-1 2 0 16,-2 5 0-16,4 0 0 0,-3-1 0 0,5 6 0 15,-1 0 0-15,3-1 0 0,-1 2 0 16,7-3 0-16,-1 2 0 0,1-4 0 16,3 3 0-16,3-2 0 0,1 0 0 15,3-1 0-15,2 0 0 0,3 0 0 0,1-4 0 16,3 0 0-16,-3 0 0 0,6-3 0 16,2 0 0-16,4-3-499 0,-4 3-209 0,6-6-227 15,5-1 84-15,2-2 89 0,0 2-747 16,-1-6-954-16</inkml:trace>
  <inkml:trace contextRef="#ctx0" brushRef="#br0" timeOffset="53105.71">27988 3823 4116 0,'0'0'-4'0,"-17"2"58"0,17-2 59 15,0 0 60-15,-11 5 32 0,11-5 31 0,0 0 23 16,0 0 12-16,0 0-9 0,0 0-14 15,0 0-18-15,17 11-21 0,-17-11-22 16,19 0-16-16,-19 0-17 0,19 0-16 0,-19 0-14 16,23-6-9-16,-12 5-11 0,0-3-12 15,0-1-10-15,-2 0-7 0,0-1-8 0,-2 0-6 16,0-2-5-16,-2 2-8 0,-3 0-4 16,-2 6-4-16,0-14-5 0,0 14-8 0,-11-12-7 15,-1 9-1-15,-3 3-2 0,0 0 6 16,-6 3 5-16,0 3 12 0,2 3 12 15,-2-1-52-15,4 5 0 0,-1-3 0 16,7 0 0-16,0 2 0 0,3-1 0 0,0-1 0 16,3-1 0-16,3 2 0 0,0-2 0 15,4 0 0-15,2-3 0 0,1 1 0 16,5 0 0-16,0-2 0 0,1 1 0 0,1-1 0 16,-1-4 0-16,0 1 0 0,-11-2 0 15,18 5 0-15,-13-3 0 0,2 0-16 0,-7-2-442 16,11 4-89-16,-11-4-109 0,0 0-189 15,0 0 33-15,3 2 81 0,-3-2-672 0,0 0-856 16</inkml:trace>
  <inkml:trace contextRef="#ctx0" brushRef="#br0" timeOffset="54157.94">28932 3817 4128 0,'0'0'38'0,"0"0"54"15,0 0 42-15,-10 14 50 0,7-6 33 0,1 2 41 16,-5-1 18-16,4 1 2 0,-3 4-14 15,2-3-14-15,1 3-19 0,-1-1-15 0,0-3-16 16,4 1-15-16,-1-3-14 0,1 0-14 16,0-1-12-16,0-7-7 0,3 10-8 0,3-4-8 15,-6-6-10-15,13 4-10 0,-13-4-12 16,21-4-17-16,-8-4-73 0,3 3 0 16,-4-2 0-16,1 2 0 0,-4 3 0 0,0-4 0 15,-1 2 0-15,-8 4 0 0,13-5 0 16,-13 5 0-16,0 0 0 0,0 0 0 15,0 0 0-15,13 17 0 0,-10-10 0 16,-3 2 0-16,2 0 0 0,-2 3 0 0,4-4 0 16,-1 2 0-16,3-1 0 0,1 0 0 15,1-3 0-15,4 2 0 0,0-5 0 0,2 0 0 16,3-3 0-16,2-2 0 0,4-2 0 16,2 0 0-16,6-4 0 0,-1-3 0 15,-6 2 0-15,-2 0 0 0,6-5 0 0,-6 3 0 16,-6 1 0-16,0-1 0 0,-1-3 0 15,-2-1 0-15,0 3 0 0,-1-2 0 0,0 3 0 16,-5 0 0-16,-2 3 0 16,4 1-46-16,-6 2-217 0,-3 5-66 0,2-7-72 0,-2 7-70 15,0 0-82-15,0 0-118 16,0 0-122-16,0 0 78 0,0 0-628 0,0 0-799 16</inkml:trace>
  <inkml:trace contextRef="#ctx0" brushRef="#br0" timeOffset="54421.78">29862 3893 4078 0,'-2'-11'209'0,"2"11"60"0,0-9 59 0,0 9 15 16,-2-9-4-16,2 9-23 0,0 0-33 15,0 0-23-15,0 0-20 0,0 0-25 16,0 0-19-16,-12 27-22 0,7-12-19 15,-5 5-22-15,-2 9-38 0,5-6-47 0,-6 4-55 16,-1 2-74-16,1-1-46 0,-1-5-40 16,3-2-49-16,6-5-38 0,-4-4-60 0,4-4-55 15,-1-1-70-15,5-3-92 0,1-4-103 16,0 0-77-16,0 0 75 0,0 0-451 0,0 0-557 16</inkml:trace>
  <inkml:trace contextRef="#ctx0" brushRef="#br0" timeOffset="54571.87">29938 3642 2859 0,'3'-19'85'0,"-3"5"66"16,4 4 41-16,-1-1 25 0,-3 5 6 15,0 6-10-15,2-11-20 0,-2 11-21 0,2-8-26 16,-2 8-36-16,0 0-44 0,1-9-69 16,-1 9-75-16,0 0-98 0,0 0-111 15,0 0-163-15,0 0-169 0,13 19 59 0,-9-8-275 16,3-6-320-16</inkml:trace>
  <inkml:trace contextRef="#ctx0" brushRef="#br0" timeOffset="55321.31">30378 3559 2727 0,'-1'-6'277'0,"1"6"0"0,-7-10 1 16,7 10 17-16,0 0 23 0,0 0 19 0,0 0-12 15,-22 30-17-15,12-11-27 0,-5 9-19 16,-1 2-23-16,0 1-24 0,-6 1-13 0,1 7-25 16,3-8-20-16,0-1-15 0,1-1-14 15,0-1-11-15,2-5-12 0,1-2-9 16,5-4-8-16,2-5-5 0,-4 2-10 16,4-4-3-16,0-1-6 0,1-1-5 15,-2 0-6-15,-1-1-4 0,-1-5-5 0,-2 4-9 16,-1-4-11-16,1 2-11 0,12-4-5 15,-29 0-12-15,13-3-11 0,5 2-1 0,11 1-1 16,-21-2-3-16,13-2-14 0,8 4 1 16,-12-4-15-16,12 4-4 0,7-12-2 0,2 1-26 15,8 1-27-15,11-7-42 0,19-7-37 16,-2-1-21-16,8 0-26 0,5-1-14 16,1 0 20-16,2 1 29 0,3-2 14 0,3 2 40 15,-4-2 17-15,17-5 22 0,-19 2 20 16,-5-1 14-16,-8-2 18 0,-1-1 29 15,-8-2 27-15,-8 4 26 0,-8 4 25 16,-4 7 26-16,-7 3 13 0,-5 7-8 0,-2-1-5 16,-5 4-10-16,-3 3-3 0,3 5 1 15,0 0 1-15,-42 13 8 0,12 4 7 0,-8 10 7 16,-3 7 23-16,0 1 3 0,-3 5 0 16,0 3 5-16,0 2-21 0,0 0-6 0,3-2-13 15,1-2-5-15,6 0-16 0,7-2-1 16,2-1-13-16,7-7-7 0,5-6-14 15,3-3-24-15,3-5-4 0,-1-2-8 0,7-5 2 16,-3 0 4-16,2-4 0 0,2-6 4 16,0 0 13-16,7 5 17 0,-7-5 6 0,24-9 13 15,-8-2 23-15,4 0 13 16,5-4 2-16,-5 2 15 0,-4 4 18 0,-4 2 14 16,0-1 9-16,0 3-12 0,-5 4-131 15,-7 1 0-15,18 1 0 0,-18-1 0 0,19 7 0 16,-12-1 0-16,3 1 0 0,-1 2 0 15,1 0 0-15,1-1 0 0,-4 3 0 0,5-3 0 16,-1 1 0-16,3 0 0 0,-3-4 0 16,2 1 0-16,-1 0 0 0,-1-3 0 15,3 0 0-15,-3-1 0 0,0 0 0 0,-11-2 0 16,20-2 0-16,-11-2 0 0,3 3-371 16,-4-2-291-16,-8 3-180 0,9-4-37 15,-9 4 90-15,0 0-792 0,0 0-1022 16</inkml:trace>
  <inkml:trace contextRef="#ctx0" brushRef="#br0" timeOffset="56405.53">23714 4300 4497 0,'-2'-10'63'16,"2"10"31"-16,0 0 14 0,0 0 19 16,0 0 35-16,0 0 30 0,0 0 37 0,0 0 7 15,-17 17-3-15,14-7-14 0,0 1-18 16,-1 3-20-16,0 1-19 0,3-1-18 0,-1 3-9 16,0-2-15-16,-2-4-13 0,4 4-10 15,-2-3-11-15,0-4-8 0,2 1-4 0,0-1-7 16,0-8 2-16,0 14-6 0,-1-9 0 15,1-5-14-15,0 0-10 0,0 0-13 0,0 0-6 16,0 0-12-16,0 0-8 0,16-25-4 16,-10 14-4-16,0 3 2 0,2-1-4 15,-3 1-1-15,4-2 1 0,-2 4-4 16,-2-2 3-16,3 4-2 0,-8 4-3 16,13-7 4-16,-3 6-1 0,-10 1 2 0,13 0 1 15,-13 0 6-15,16 3-1 0,-16-3 1 16,14 7-3-16,-8-5 2 0,0 4-2 0,-6-6 3 15,11 7-1-15,-7-3 2 0,-4-4-3 16,8 5 3-16,-8-5 9 0,0 0-1 0,13 2 4 16,-13-2-1-16,17-2-6 0,-17 2 0 15,23-8-1-15,-12 7 2 0,1-2 1 16,-1 1-7-16,-11 2-2 0,20-3-2 0,-11 3 10 16,-9 0-12-16,18 3 2 0,-11 1 8 15,-2 1-8-15,3 0 4 0,-5 4 0 16,8-1-1-16,-8 2 4 0,5-1-4 0,-5-1 4 15,1 1-20-15,3 1-29 0,-4-3-26 16,1 0-36-16,0 0-39 0,-2-1-64 16,-2-6-54-16,3 13-85 0,1-8-90 0,0-1-98 15,-4-4-157-15,8 7-29 0,-8-7 77 16,5 4-520-16,-5-4-636 0</inkml:trace>
  <inkml:trace contextRef="#ctx0" brushRef="#br0" timeOffset="56804.57">24250 4371 3577 0,'1'-11'156'0,"1"5"23"0,0 2 18 16,-2 4 15-16,4-8 5 0,-4 8 10 15,7-3-3-15,-7 3-1 0,18 6-7 0,-7-1-15 16,-1 4-21-16,-1 3-5 0,0 0 3 16,2 0 2-16,-6 3-2 0,1 0-4 0,-4 2-4 15,-2 1-11-15,-2-1-14 0,-4 2-11 16,1-1-12-16,-6 2-11 0,2-1-3 0,-2-5-16 15,-3 1-9-15,1-1-9 0,-1-5-5 16,3-1-6-16,0-5-10 0,-1 0-13 0,12-3-18 16,-18-6-18-16,8-2-21 0,2-4-18 15,6-5-2-15,1-4-7 0,4 0 8 16,7-7-1-16,-2 5 8 0,-1 6-5 16,2 0 4-16,3 2 1 0,0 5 5 0,-3 4 4 15,3 0 11-15,-5 6 13 0,2-2-3 16,-9 2 3-16,24 7 0 0,-15 0 1 0,3 1 0 15,1 6 6-15,-2-4-10 0,1 2 0 16,-3-2 2-16,2 7-1 0,-1-5-17 16,1 1-27-16,-5-3-36 0,-1 1-43 0,4-3-56 15,-4 2-71-15,3-2-72 0,-3-3-85 16,2 1-92-16,-2-2-128 0,-5-4-152 0,6 2 75 16,-6-2-589-16,0 0-750 15</inkml:trace>
  <inkml:trace contextRef="#ctx0" brushRef="#br0" timeOffset="57054.94">24531 4362 3655 0,'6'-12'80'16,"-1"1"31"-16,2 4 28 0,-2 3 24 15,3-1 29-15,-8 5 12 0,17-4 9 0,-6 6-4 16,-11-2-13-16,27 7 7 0,-9 1 5 16,-3 2-10-16,0 4 6 0,-2 1-1 0,0 3-16 15,-3-1 3-15,-2 4-3 0,-5 1 1 16,-3-4-5-16,0 6-12 0,-5-7-10 0,-1 5-13 15,-4-1-17-15,1-5-9 16,-2 1-17-16,-1-2-10 0,-1-2-34 0,2-1-40 16,-1-4-48-16,3-2-46 0,-1-3-94 15,0-2-75-15,10-1-84 0,-15-4-115 0,10-2-122 16,2-5-129-16,-1-1-118 0,4-5 78 16,2-3-647-16,3-1-833 0</inkml:trace>
  <inkml:trace contextRef="#ctx0" brushRef="#br0" timeOffset="57421.39">24809 4328 3879 0,'0'0'74'16,"0"0"26"-16,0-9 31 0,0 9 24 15,0 0 27-15,0 0 11 0,0 0 3 0,0 0-9 16,-13 27-19-16,10-16-12 0,1 3-15 16,0-2-10-16,0 5-13 0,-1 0-15 15,3 0-9-15,-1 0-8 0,2 0-12 16,-1-3-14-16,0 0-26 0,5-1-21 0,-1-2-22 15,-1-1-22-15,3-2-26 0,1-1-25 16,4-3-30-16,-2-3-27 0,-9-1-12 0,25-1-13 16,-12-6 4-16,4-1 7 0,2-2 19 15,6-8 15-15,-4-1 24 0,-3 0 21 16,0 2 43-16,-7 3 37 0,-1 2 28 0,1 1 27 16,-2 5 17-16,-2-2-2 0,-3 4 0 15,-4 4 22-15,0 0 17 0,0 0 0 16,0 0-9-16,5 26-10 0,-8-11-12 15,-1 6-4-15,-2-1-8 0,0 2-9 0,0 2-6 16,1-3-16-16,-1 1-23 0,4-5-19 16,1-2-23-16,-1-1-29 0,0-2-32 0,2-4-34 15,-3 1-39-15,6-5-56 0,-3-4-61 16,2 8-66-16,-2-8-77 0,0 0-92 0,0 0-113 16,0 0 59-16,14-18-339 0,-4 7-385 15</inkml:trace>
  <inkml:trace contextRef="#ctx0" brushRef="#br0" timeOffset="57587.89">25121 4241 2601 0,'-3'-10'106'0,"3"10"49"15,-4-7 28-15,4 7 18 0,0-10 6 0,0 10-8 16,0 0-15-16,-2-8-22 0,2 8-21 16,0 0-30-16,0 0-42 0,0 0-57 0,0 0-72 15,0 0-81-15,0 0-98 0,0 0-123 16,0 0-186-16,0 0 5 0,0 0 60 15,0 0-182-15,0 27-161 0</inkml:trace>
  <inkml:trace contextRef="#ctx0" brushRef="#br0" timeOffset="58171.2">25231 4406 2325 0,'0'0'317'0,"0"0"3"0,0 0-5 0,0 0 1 16,0 0 29-16,0 0 4 0,-4 16 3 15,4-7-14-15,0-1-30 0,-4 4-25 16,4 3-24-16,0-3-25 0,-2 6-16 0,2-2-12 16,-3 2-20-16,1 1-17 0,-2-3-15 15,0 1-15-15,-2 1-12 0,1-2-15 0,-1-2-7 16,0-2-10-16,3-2-4 16,0 0-7-16,-1-4-1 0,4-6-3 0,-3 9 1 15,3-9-14-15,0 0-7 0,0 0-8 16,0 0-31-16,12-29-21 0,2 6 0 0,0 5 0 15,1 3 0-15,-4 1 0 0,5 1 0 16,-5 3 0-16,-1 2 0 0,-1 2 0 0,0 1 0 16,-1 4 0-16,-8 1 0 0,0 0 0 15,25 7 0-15,-20 1 0 0,4-1 0 0,-4 3 0 16,1 1 0-16,-3-1 0 0,1 2 0 16,1-1 0-16,-3-1 0 0,0 0 0 0,-1-1 0 15,1-1 0-15,-2-8 0 16,2 12 0-16,-2-12 0 0,0 11 0 0,0-11 0 15,0 0 0-15,0 0 0 0,0 0 0 16,0 0 0-16,0 0 0 0,18-25 0 16,-5 9 0-16,1-9 0 0,8 0 0 0,-1 0 0 15,1 2 0-15,-3 2 0 0,-3 7 0 16,-3 2 0-16,-4 4 0 0,1 2 0 0,-2 5 0 16,-8 1 0-16,0 0 0 0,16 10 0 15,-11-1 0-15,-1 2 0 0,-2 5 0 0,-1 2 0 16,-1 1 0-16,0-2 0 0,-1 1 0 15,1-1 0-15,-2 3 0 0,2-7 0 0,-2 1 0 16,2 0 0-16,-4-5 0 16,4 0-30-16,0 2-248 0,0-4-56 0,0-3-90 15,0-4-104-15,4 7-130 0,-4-7-163 0,0 0 66 16,0 0 73-16,0 0-570 0,0 0-713 16</inkml:trace>
  <inkml:trace contextRef="#ctx0" brushRef="#br0" timeOffset="58772.84">26073 4605 3873 0,'0'0'216'0,"-3"-6"20"16,3 6 12-16,0 0 8 16,-11-9-2-16,11 9-14 0,0 0-21 0,0 0-5 15,0 0-17-15,-5 23-21 0,5-15-14 16,-2 1-17-16,-2 3-8 0,2 0-14 15,-1 1-5-15,-3 1-12 0,1-2-5 0,-6 1-5 16,4-1-8-16,-2 1-5 0,-3-3 6 16,1-2-11-16,0 1-11 0,-1-1-5 0,1-6-6 15,-1 1-10-15,2-3-7 0,10 0-17 16,-16-5-22-16,7-1-14 0,8-5-6 0,-1-2-2 16,5-6-5-16,3-3 10 0,6-7-4 15,1 5 0-15,1 3 5 0,-5 5 3 0,-2 4 3 16,4 3-2-16,-2 3-1 15,-4 0 6-15,5 5 18 0,-10 1 2 0,0 0 4 16,26 9-1-16,-14-1 6 0,-2 3-7 16,2 1 1-16,1-2-8 0,-2 0 8 0,-2 1-5 15,5-1 2-15,-3-2-5 0,1-1-8 16,-1-3-5-16,0 0-13 0,3 0-7 16,-3-4-13-16,-11 0-7 0,25-8-13 0,-14 3-16 15,3-4-13-15,-3-6-13 0,3-2-15 16,1-7-11-16,-2-5-8 0,0-1-7 0,1-5 3 15,3-6 2-15,-3-11-2 0,-9 12 12 16,4 0 16-16,-1 5 15 0,-4 7 26 0,0 7 25 16,-2 6 21-16,-2 4 6 0,0 1 5 15,-5 5 14-15,5 5 14 0,0 0 19 16,-25 22 20-16,7 4 0 0,0 7 24 16,-2 9 13-16,3 7 7 0,0 4-1 0,3-2-3 15,5-1-8-15,1-7-5 0,8-2-3 16,0-8-10-16,4 1-11 0,2-7-5 0,-3-6-4 15,7-1-11-15,2-3-10 0,-1-6-25 16,3-2-39-16,0-4-38 0,8 0-50 0,-4-3-71 16,1-4-111-16,3-2-124 0,-2-1-144 15,-1-5-186-15,1-1 61 0,-4 1 80 16,-2 0-463-16,-3 1-553 0</inkml:trace>
  <inkml:trace contextRef="#ctx0" brushRef="#br0" timeOffset="59087.83">27283 4332 3546 0,'-1'-16'367'0,"1"1"-3"0,0 6 2 16,0 1 2-16,0 0-8 0,0 8 1 15,0 0 26-15,0 0-2 0,1 24-16 16,1-1-31-16,-2 14-12 0,-2 3-24 0,1 6-21 16,-8 8-210-16,4 1-71 0,-6-3 0 15,0-2 0-15,0-11 0 0,0 1 0 16,-1-6 0-16,-1 1 0 0,2-8 0 0,-3 2 0 16,5-6 0-16,2-7 0 0,-2-3 0 15,4 2-21-15,-1-6-558 0,3-1-111 0,-1-3-111 16,4-5-46-16,0 0 76 0,0 0-753 15,0 0-970-15</inkml:trace>
  <inkml:trace contextRef="#ctx0" brushRef="#br0" timeOffset="59254.54">27359 4684 4240 0,'6'-10'102'0,"-2"2"59"16,0 1 43-16,0 2 36 0,-1-3 49 16,-3 8 9-16,8-11-13 0,-3 4-24 15,6 2-25-15,1-5-25 0,1 2-28 0,1-1-43 16,2-1-54-16,-1 0-71 0,1-1-64 15,-4-1-68-15,6 0-71 0,-3-1-80 16,0 1-83-16,-3 2-67 0,-1 0-81 0,-3 1-103 16,-2 4-89-16,-5 0 75 0,-1 5-456 15,0 0-544-15</inkml:trace>
  <inkml:trace contextRef="#ctx0" brushRef="#br0" timeOffset="59454.65">27426 4621 3061 0,'-10'12'109'0,"5"3"65"16,-1-1 55-16,5-1 53 0,-3 0 37 0,-1 2 5 15,3 2 4-15,2-1-10 0,5-1-15 16,-3 2-18-16,2-2-24 0,-1 1-24 0,3-1-30 16,-3-1-18-16,3-1-20 0,2 1-22 15,-4-4-37-15,2-3-47 0,-5 1-53 16,5-2-57-16,-2 0-53 0,1-2-61 0,4 0-69 16,-9-4-92-16,12 0-87 0,-12 0-94 15,20-6-119-15,-13 0-93 0,4-4 72 0,5-3-504 16,-5-2-615-16</inkml:trace>
  <inkml:trace contextRef="#ctx0" brushRef="#br0" timeOffset="59837.93">27733 4696 3443 0,'0'0'193'0,"0"0"51"0,0 0 31 0,0 0 47 15,0 0 50-15,6 9 6 0,-6-9-1 16,0 0-19-16,9 3-30 0,-9-3-32 0,16 4-29 15,-9-3-29-15,-7-1-24 0,19 0-22 16,-19 0-22-16,21 0-34 0,-21 0-26 0,23-1-23 16,-10-3-23-16,-1 1-19 0,-1 0-11 15,-2-3-10-15,2-1-10 0,-4-1-9 16,-2-2-12-16,1 3-6 0,-6-2-7 16,0 2-8-16,0 7-7 0,-9-13-3 0,0 9 1 15,-5 4 5-15,14 0 4 0,-42 9 1 16,13 1 6-16,1 4-1 0,-1 3 8 15,6 2-2-15,-1-1-18 0,5 3 8 0,-1 0 12 16,7-3 19-16,4-1 5 0,1-1 8 16,0-2 9-16,5 2 7 0,-1-2 2 0,4-2-3 15,0 3-1-15,4-3-6 0,-1 1-1 16,5-1-19-16,2-1-41 0,1-6-55 16,2 2-55-16,5-1-70 0,3 0-78 15,-3-3-93-15,7-1-81 0,2-2-70 0,9-5-68 16,2-3-95-16,1-3-3 0,6-7-606 15,5-3-768-15</inkml:trace>
  <inkml:trace contextRef="#ctx0" brushRef="#br0" timeOffset="60054.75">28424 4596 3356 0,'18'-14'-64'0,"-7"3"81"0,-1 1 63 0,-2 4 55 16,-7 0 22-16,-1 6 20 0,6-6 32 16,-6 6 30-16,0 0 22 0,0 0 15 0,-17 28 8 15,-2-6-3-15,-2 6 9 0,-6 8-5 16,-4 2-9-16,1 3-20 0,-4 0-23 15,-2 6-34-15,2-4-21 0,-2 3-18 16,1 0-15-16,0-2-34 0,8-3-27 0,-2-3-35 16,4-2-63-16,4-5-66 0,4-7-56 15,1-5-58-15,7-2-53 0,1-5-50 0,0-2-62 16,3-1-51-16,3-6-63 0,2-3-75 16,-4 3-110-16,4-3-6 0,0 0-558 15,0 0-686-15</inkml:trace>
  <inkml:trace contextRef="#ctx0" brushRef="#br0" timeOffset="60237.87">28126 4695 3661 0,'0'-9'146'0,"0"4"56"0,0 5 45 15,0 0 46-15,0 0 25 16,0 0-7-16,0 0-16 0,0 0-30 0,-12 31-28 16,12-21-17-16,-2 0-28 0,0-1-42 15,2 1-67-15,-2 0-64 0,2-1-99 0,0 1-78 16,0-3-105-16,0 2-123 0,0-4-148 15,0-5-191-15,0 8 23 0,0-8 90 16,2 9-469-16,-2-9-553 0</inkml:trace>
  <inkml:trace contextRef="#ctx0" brushRef="#br0" timeOffset="62836.87">29249 4383 3289 0,'1'-9'151'0,"3"2"24"0,-4 2 17 15,0 5 21-15,2-8 4 0,-2 8 5 16,0 0-4-16,0 0 40 0,0 0 26 0,0 0-4 15,-10 41-12-15,0-11-27 0,3 8-27 16,-2-1-16-16,1 4-22 0,-2 2-16 0,3-2-12 16,0-2-17-16,-4 0-12 0,6-3-15 15,-3 0-7-15,0-4-7 0,3-5-8 0,-3-6-9 16,3-4-5-16,-1-1-8 0,2-4 0 16,-2 1-4-16,0-5-6 0,5 2 1 15,-3-4-7-15,2-1-2 0,2-5-3 16,-9 4-12-16,9-4-6 0,0 0-12 15,0 0-13-15,-27-16-16 0,17 7-9 0,-3-5-11 16,0 1-9-16,-1-3-7 0,-3 3 9 16,4-2-3-16,0 3 8 0,1 0-3 0,1 4-7 15,0-1 3-15,2 5-4 0,2-4-13 16,1 3-12-16,4 0-9 0,2 5 0 0,0-9 7 16,10 2 5-16,4 2-14 0,4-5-14 15,12-3-11-15,6 1-10 0,9-7 0 0,0 2 5 16,1-4 4-16,1-1 14 15,0-2 8-15,0-1 11 0,-3 0 12 0,-4 2 12 16,-12 2 8-16,1-2 20 0,-6 1 22 16,-2-1 19-16,-4 5 22 0,-8 2 22 15,1 1 9-15,-2 1 10 0,-3 2 2 0,-1 2 6 16,-2 0-4-16,0 1 0 0,-2 1-8 16,0 8-16-16,-2-12-7 0,2 12 3 0,-11-6-13 15,11 6 10-15,-23 12 8 0,2 8 15 16,2 7-7-16,-2 3 3 0,-2 11-3 0,2 2-3 15,2 3-2-15,-2-5-6 0,8-6-4 16,0 0-5-16,-1-1-3 0,3-5-2 16,-1 0-2-16,4-7-3 0,1-3 1 0,0-4 1 15,-2-3-9-15,7 0 15 0,-3-1 10 16,3-3 13-16,-2 0 6 0,4-8 10 16,0 7 1-16,0-7-9 0,0 0-5 15,0 0-4-15,0 0-6 0,36-13-26 0,-22 9-31 16,-3-2 0-16,2 4 0 0,1-2 0 15,-14 4 0-15,21 2 0 0,-9 0 0 0,-1 4 0 16,1 2 0-16,-1 1 0 0,-2 1 0 16,-1 0 0-16,0 4 0 0,-5-5 0 0,-1 3 0 15,2 1 0-15,0-1 0 16,-3 0 0-16,-1-1 0 0,4-3 0 0,-1-1 0 0,-1 0-64 16,0 0-219-16,-2-7-58 15,1 10-79-15,1-7-86 0,-2-3-115 0,0 0-169 16,10 3 33-16,-10-3 79 0,0 0-591 15,24-13-729-15</inkml:trace>
  <inkml:trace contextRef="#ctx0" brushRef="#br0" timeOffset="63569.77">29828 4725 3860 0,'-9'-7'154'0,"9"7"10"0,0 0 24 0,0 0 39 15,0 0 35-15,0 0 20 0,0 0-8 16,0 0-16-16,0 0-18 0,0 24-18 16,0-24-19-16,12 11-19 0,-6-6-10 0,1 0-21 15,1-2-14-15,-8-3-12 0,15 7-2 16,-7-5-18-16,-8-2-3 0,17 0-6 0,-17 0-4 16,0 0-9-16,23-5-5 0,-15 1-2 15,-8 4-4-15,9-8 5 0,-5 1-5 0,0-1-4 16,-4 1-58-16,-2-4-12 0,0 1 0 15,-2 0 0-15,-3-2 0 0,-3 2 0 0,-2 1 0 16,-2 1 0-16,-2 2 0 0,-3 5 0 16,-2-1 0-16,-4 5 0 0,0 3 0 15,2-1 0-15,-5 8 0 0,6 3 0 16,4-1 0-16,5 1 0 0,3 2 0 16,2-1 0-16,5-3 0 0,3 1 0 0,0-1 0 15,3 2 0-15,5-3 0 0,4 4 0 16,1-5 0-16,3-1 0 0,-4-3 0 0,6-2 0 15,0-2 0-15,2-1 0 0,-1-2 0 16,2-2 0-16,0-2 0 0,2 1 0 0,-5-2 0 16,4 0 0-16,-5 2 0 0,-2 0 0 15,-1-2 0-15,-3 2 0 0,-11 2 0 16,19-4 0-16,-19 4 0 0,15 2 0 16,-15-2 0-16,13 8 0 0,-5-4 0 0,-2 4 0 15,-1-2 0-15,-1 1 0 0,2-1 0 16,-2 0 0-16,0 0 0 0,0 0 0 0,-4-6 0 15,5 11 0-15,-1-8 0 0,-4-3 0 16,5 7 0-16,-5-7 0 0,11 5 0 16,-11-5 0-16,13 0 0 0,-1-5 0 0,4-1 0 15,5-2 0-15,8-5 0 0,-7 4 0 16,0 2 0-16,-5 0 0 0,-2 1 0 0,1 2 0 16,-4 0 0-16,2 4 0 0,-3-2 0 15,-11 2 0-15,24 4 0 0,-13-2 0 0,-2 2 0 16,3 0 0-16,-3 2 0 0,-2-1 0 15,6 0 0-15,-4 0 0 0,2-1 0 16,-1 1 0-16,-1-2 0 0,0 1 0 16,-9-4 0-16,18 3 0 0,-11-1 0 0,-7-2 0 15,16 0 0-15,-16 0 0 0,0 0 0 16,17-2 0-16,-17 2 0 0,7-5 0 0,-2 0 0 16,-2 0 0-16,-1-3 0 0,2 2 0 15,2-3-1-15,-3-1-1069 0,3 2 114 0,-3-2-1140 16,6 1-1508-16</inkml:trace>
  <inkml:trace contextRef="#ctx0" brushRef="#br0" timeOffset="65153.53">23706 5360 5345 0,'0'-7'-245'0,"0"-1"48"15,-2-1 42-15,2 9 47 0,0-11 48 16,0 11 41-16,0-8 31 0,-1 3 19 16,1 5 5-16,0 0 1 0,0 0 4 15,0 0 18-15,0 0 21 0,0 0 20 0,-12 19 4 16,8-7 5-16,-3 5 7 0,1 1-5 15,0 1 5-15,-4 0-4 0,5 1 5 0,-3-3 7 16,5 1 18-16,-5-5 10 0,4 2 10 16,0-5 12-16,0-2 7 0,2 0 6 0,1-2 7 15,1-6 6-15,-2 11-6 0,2-11-15 16,0 0-15-16,0 0-23 0,0 0-17 16,0 0-12-16,9-28-93 0,-4 8-19 15,9-7 0-15,4 1 0 0,-1-2 0 0,-2 0 0 16,0 4 0-16,-1 6 0 0,-3 2 0 15,-4 4 0-15,1 4 0 0,-4 1 0 0,4 2 0 16,-8 5 0-16,11-4 0 0,-11 4 0 16,0 0 0-16,21 16 0 0,-14-8 0 0,3 4 0 15,-4 0 0-15,2 0 0 0,-3 3 0 16,-1-6 0-16,1 3 0 0,-3-4 0 16,3 4 0-16,-3-5 0 0,1 0 0 0,-3 0 0 15,0-7 0-15,6 13 0 0,-4-8 0 16,-2-5 0-16,0 0 0 0,0 0 0 15,0 0 0-15,0 0 0 0,27-22 0 16,-15 5 0-16,4-8 0 0,4 1 0 0,4 2 0 16,-3 1 0-16,-6 6 0 0,0 4 0 15,-5 3 0-15,3 3 0 0,-5 3 0 0,-8 2 0 16,16 4 0-16,-5 2 0 0,-4 5 0 16,0 2 0-16,0 1 0 0,-2 7 0 0,-3 2 0 15,2-4 0-15,-2 5 0 0,-2-5 0 16,2 6 0-16,-2-5 0 0,-2-1 0 0,4 0 0 15,-2-5 0-15,0-1 0 0,0-1 0 16,-2-2 0-16,4-1-47 0,-4 0-271 16,2-4-93-16,0-5-104 0,0 6-113 0,0-6-156 15,0 0-9-15,0 0 87 0,0 0-651 16,23-22-811-16</inkml:trace>
  <inkml:trace contextRef="#ctx0" brushRef="#br0" timeOffset="65553.5">24408 5453 4069 0,'0'0'121'0,"0"0"20"0,0 0 24 0,0 0 20 15,0 0 7-15,0 0 12 0,0 0-1 16,0 0-7-16,0 0-21 0,0 0-22 0,30-5-9 16,-17 3-12-16,-1 0-18 0,3 0-5 15,-15 2 7-15,25-1-28 0,-13-2-8 16,-1 1-6-16,0 0-9 0,1-2 6 15,-12 4 11-15,15-9 0 0,-8 4 3 16,0-2 2-16,-6-3-3 0,3 0-19 0,-2-1-8 16,0 3-6-16,-6-1-10 0,0 1-6 15,-4 1-6-15,-3 2-2 0,0 3 5 0,-7 2-17 16,18 0 5-16,-39 6-5 0,17 2-1 16,-1 0-2-16,-1 9 6 0,3 0-10 0,0 4-1 15,2 1 3-15,5 5-3 0,3-8-2 16,1 3 6-16,3-3 8 0,1 3-10 0,4-3-2 15,4-1 0-15,2 0 7 16,1-4-2-16,8 2-3 0,-2-2-12 0,1-4-23 16,4 0-34-16,4-4-38 0,-4 0-50 15,5-2-48-15,3-4-63 0,-4 0-79 0,5-2-78 16,2-3-79-16,3-4-108 0,-3-1-140 16,2-1 64-16,-3-3-583 0,-4-3-721 0</inkml:trace>
  <inkml:trace contextRef="#ctx0" brushRef="#br0" timeOffset="66186.87">25051 5007 3494 0,'9'-19'57'15,"-6"5"65"-15,-1 4 36 16,2 0 29-16,0 4 16 0,-2 0 10 0,-2 6 2 16,0 0 1-16,0 0 44 0,0 0 28 15,0 0 11-15,3 25-3 0,-5-1-3 0,-1 12 0 16,-5 5 2-16,0 2-10 0,-3 7-12 15,0 0-20-15,-3-1-17 0,5-9-21 16,-2-3-175-16,0-2-40 0,2 0 0 0,2-4 0 16,0-6 0-16,2-6 0 0,1-5 0 15,0-1 0-15,3-3 0 0,-1-1 0 0,0 0 0 16,0-3 0-16,2-6 0 16,-2 9 0-16,2-9 0 0,0 0 0 0,0 0 0 15,0 0 0-15,0 0 0 0,17-19 0 16,-15 9 0-16,1-2 0 0,-3-3 0 0,0 1 0 15,0-1 0-15,-1 1 0 0,-5-1 0 16,-1 5 0-16,-4 2 0 0,-3 1 0 0,-5 3 0 16,3 2 0-16,-1 2 0 0,-2 2 0 15,2 3 0-15,-2 2 0 0,2 4 0 0,-3-1 0 16,8 3 0-16,-3 3 0 0,1 1 0 16,5-1 0-16,-2 1 0 0,4 0 0 0,2-1 0 15,3-3 0-15,2-1 0 0,2 2 0 16,-1-4 0-16,9 3 0 0,0-5 0 0,1 0 0 15,3-3 0-15,2-1 0 16,2-2-219-16,0-2-121 0,2-2-51 0,5-2-30 16,-5-1-6-16,1-2 14 0,2 0 22 15,6-6 19-15,-9 1 21 0,5-3 36 16,-2-4 47-16,-5 3 66 0,-3 2 61 0,-1-2 59 16,-1-1 54-16,-2 3 55 0,-3 2 47 15,-1 1 37-15,1 2 30 0,-5 1 18 0,3 2 11 16,-1 0 9-16,-5 6-5 0,7-9 13 15,-7 9 10-15,0 0-4 0,0 0-11 0,0 0-11 16,7 21-14-16,-7-10-9 0,-1 6-23 16,1 1-6-16,-6 5-39 0,0-3-36 0,0 3-45 15,0-1-48-15,3 0-58 16,-5-3-67-16,5-2-77 0,-5-2-66 0,5-1-70 16,0-3-76-16,1-3-105 0,-2-1-82 15,2-1 70-15,2-6-414 0,0 0-469 0</inkml:trace>
  <inkml:trace contextRef="#ctx0" brushRef="#br0" timeOffset="66369.8">25227 5339 2756 0,'0'-14'110'0,"2"6"67"16,0-1 30-16,-4 3 14 16,2 6 8-16,0-9-6 0,0 9-25 0,0 0-22 15,0-12-28-15,0 12-45 0,0 0-52 16,2-5-54-16,-2 5-81 0,0 0-85 0,0 0-90 15,0 0-116-15,0 0-172 0,0 0-13 16,0 0 69-16,7 22-227 0,-5-15-211 0</inkml:trace>
  <inkml:trace contextRef="#ctx0" brushRef="#br0" timeOffset="67169.83">25408 5504 2372 0,'-2'-8'293'16,"0"0"19"-16,2 8 11 0,-3-9 7 16,3 9-7-16,0 0-5 0,0 0 3 0,0 0 1 15,0 0-9-15,0 0-14 0,0 0-22 16,0 0-10-16,9 35-11 0,-9-21-17 0,-2 3-19 16,-2 0-19-16,3-1-16 0,-7 2-10 15,2-2-19-15,0 1-10 0,-1-3-8 0,-1-1-8 16,0-1-6-16,-1-2-10 0,0 1-77 15,-3-5-37-15,0 0 0 0,3 0 0 16,-5-4 0-16,5 0 0 0,9-2 0 0,-19-4 0 16,11-4 0-16,1-2 0 0,3-5 0 15,4-3 0-15,4-6 0 0,7-3 0 16,1 0 0-16,3 3 0 0,-4 5 0 16,-1 3 0-16,-3 6 0 0,3 1 0 0,0 5 0 15,-3-2 0-15,2 4 0 0,-9 2 0 16,18 6 0-16,-11 0 0 0,4 3 0 0,-2 3 0 15,0 5 0-15,-2-3 0 0,4 3 0 16,-2-2 0-16,-2-1 0 0,1-2-68 0,0-2-117 16,-2 2-40-16,-1-3-38 0,2 1-28 15,-3-1-31-15,3-3-29 0,-6-2-25 0,5 0-24 16,-6-4-16-16,7 4-9 16,-7-4 7-16,0 0 38 0,14-12 37 0,-6 6 66 15,-3-5 68-15,4-2 62 0,0 1 64 16,0-2 61-16,-2 0 56 0,1 2 70 0,0 1 53 15,-2 0 37-15,-1 1 23 0,1 1 13 16,-3 4 5-16,1 2 17 0,-4 3 20 0,0 0 20 16,0 0 5-16,0 0-8 0,19 8-9 15,-17 1-14-15,2-1-14 0,0 3-23 0,-2-3-20 16,-1 2-15-16,-1 1-18 0,5-3-10 16,-5 1-7-16,2-1-6 0,-2 1-5 15,0-9-7-15,2 11-5 0,0-5-17 0,-2-6-119 16,0 9 0-16,0-9 0 0,0 0 0 15,0 0 0-15,0 0 0 0,0 0 0 0,0 0 0 16,0 0 0-16,25-24 0 16,-14 12 0-16,2-2 0 0,2 2 0 0,-4 2 0 15,5 1 0-15,-7 3 0 0,2 0 0 16,0 3 0-16,-2-1 0 0,-9 4 0 0,0 0 0 16,25 6 0-16,-20-3 0 0,4 4 0 15,2 0 0-15,-4 1 0 0,2 1 0 0,0-1 0 16,0 1 0-16,-2 1 0 0,2-1 0 15,0 0 0-15,-2-3 0 0,1 1 0 0,-3-2 0 16,0 0 0-16,-2 1 0 16,-3-6 0-16,10 4 0 0,-10-4 0 0,9 2 0 15,-9-2 0-15,0 0-552 0,16-5-440 16,-16 5 87-16,5-3 98 0,-5 3-871 0,0 0-1115 16</inkml:trace>
  <inkml:trace contextRef="#ctx0" brushRef="#br0" timeOffset="67640.02">26550 5726 4975 0,'-5'-11'91'0,"5"11"30"16,0 0 29-16,-5-8 44 0,5 8 52 0,0 0 20 15,0 0 2-15,0 0-8 0,-25 14-18 16,17-3-29-16,5-2-17 0,-5 3-20 0,5 0-20 15,-3 0-12-15,0-1-12 0,2 1-17 16,0-1-17-16,2-1-20 0,1 0-11 0,1-1-64 16,-2-2-3-16,2-7 0 0,2 13 0 15,-1-7 0-15,-1-6 0 0,11 3 0 0,-11-3 0 16,20 0 0-16,-20 0 0 0,29-10 0 16,-15 5 0-16,4 0 0 0,-2 1 0 0,-3-3 0 15,-2 4 0-15,1-1 0 0,-12 4 0 16,14 0 0-16,-14 0 0 0,14 6 0 15,-6-3 0-15,-8-3 0 0,11 10 0 16,-8-3 0-16,4 0 0 0,-2 1 0 0,1-1 0 16,0-1 0-16,-1 0 0 0,3-1 0 15,0 1 0-15,3-1 0 0,1-2 0 16,1-1 0-16,3-2 0 0,-4 0 0 0,8-4 0 16,-4 3 0-16,2-3 0 0,-1-1 0 15,2-2 0-15,0 1 0 0,0-3 0 0,-3 2 0 16,-2-3 0-16,0 0 0 0,1-2 0 15,-6 0 0-15,3 3-32 0,-4 1-151 0,-1 2-61 16,1 0-72-16,-6 0-97 16,2 2-98-16,-4 4-102 0,0 0-137 0,0 0 4 15,0 0 80-15,0 0-598 0,0 0-725 16</inkml:trace>
  <inkml:trace contextRef="#ctx0" brushRef="#br0" timeOffset="67886.03">27185 5704 3864 0,'0'-9'194'0,"0"5"36"16,0 4 27-16,0-11 33 0,0 11 27 15,0-8 4-15,0 8-6 0,0 0-6 0,0 0 4 16,0 0-18-16,0 0-19 0,9 23-17 16,-9-11-21-16,0 5-26 0,-4 1-20 15,1 3-19-15,-6 2-37 0,2 5-136 16,-2-4 0-16,1-2 0 0,-2-3 0 0,1 0 0 15,0-1-164-15,2-5-80 0,1 1-75 16,1-4-79-16,-1-2-73 0,3-3-85 0,-1 1-93 16,-1-3-118-16,5-3 75 0,0 0-645 15,0 0-793-15</inkml:trace>
  <inkml:trace contextRef="#ctx0" brushRef="#br0" timeOffset="68052.73">27264 5521 3553 0,'7'-15'9'0,"-2"3"63"0,-3 2 35 0,2 3 14 16,-3 1 8-16,-1 6-13 16,0-10 1-16,0 10-18 0,0 0-13 0,2-8-35 15,-2 8-48-15,0 0-84 0,0 0-100 16,0 0-108-16,0 0-157 0,2 24-137 0,-4-15 63 16,0 1-284-16,1 3-291 0</inkml:trace>
  <inkml:trace contextRef="#ctx0" brushRef="#br0" timeOffset="68302.92">27474 5499 2508 0,'2'-13'205'0,"-1"4"40"16,3 2 27-16,-2 0 13 0,-2 7 3 0,7-6 5 15,-7 6 9-15,0 0 7 0,0 0 3 16,9 20 1-16,-9-3-8 0,-2 2-20 0,-4 13-21 15,0 4-24-15,-5 0-21 0,-2 0-23 16,-5 8-15-16,5-7-17 0,-6 4-34 0,6-8-42 16,-3-3-48-16,3-1-62 0,0-5-77 15,1-3-70-15,7-4-83 0,-2-5-102 16,2 0-94-16,-1-5-94 0,5-1-111 16,-1-2-69-16,2-4 70 0,0 0-549 0,0 0-665 0</inkml:trace>
  <inkml:trace contextRef="#ctx0" brushRef="#br0" timeOffset="68553.52">27644 5482 3321 0,'7'-17'63'0,"1"2"63"0,-7 7 37 0,3 0 23 15,-2 2 13-15,-2 6 20 0,0 0 18 16,0 0 5-16,0 0-15 0,0 0-12 0,-2 27-17 16,-3-5-23-16,-5 10-12 0,1 4-22 15,-3 2-11-15,-5 6-13 0,0 1-11 0,-3 1-3 16,4-3 0-16,-2-10-5 0,7-2-6 15,-3 3-17-15,3-4-3 0,2-2-11 0,-1-6-17 16,1-6-22-16,3-3-38 16,1-3-39-16,1 0-52 0,-3-3-62 0,6-3-79 15,-1 0-90-15,2-4-82 0,0 0-95 16,0 0-105-16,0 0-58 0,0 0 69 0,0 0-453 16,10-17-535-16</inkml:trace>
  <inkml:trace contextRef="#ctx0" brushRef="#br0" timeOffset="69436.92">28101 6099 3028 0,'-5'7'171'0,"-2"-2"66"16,5-2 46-16,2-3 34 0,0 0 35 15,0 0 29-15,0 0 8 0,0 0-21 0,0 0-31 16,0 0-33-16,0 0-31 0,0 0-27 15,10-25-25-15,1 15-27 0,2-4-20 16,10-5-24-16,1-1-30 0,2-2-25 0,7-4-24 16,-1-6-21-16,4-2-14 0,2 0-13 15,-4-1-10-15,-1 5-9 0,-9 5-2 0,0 4 1 16,-3 2 0-16,-6 5 1 0,-5 4 2 16,-1 1-3-16,-4 1-10 0,-3 4 0 15,2 0-2-15,-4 4 3 0,0 0 1 16,0 0 1-16,0 0-7 0,0 0 2 0,-24 16 2 15,16-10 0-15,0 3-4 0,5 2 7 16,-1-2 2-16,-2 4 2 0,6-1 3 0,0 1 0 16,4 3 5-16,0 1 4 0,-1 0 5 15,-1-1 10-15,6 4 8 0,0-1 12 0,-4-2 14 16,-1-2 5-16,-1 3 13 0,2-3-15 16,0 1-64-16,-4-4 0 0,0-3 0 15,0 3 0-15,-2-2 0 0,2-3 0 16,-4 1 0-16,2-2 0 0,-1 0 0 0,-6 3 0 15,4-6 0-15,-3 0 0 0,8-3 0 16,-13 6 0-16,3-6 0 0,10 0 0 0,-20-2 0 16,8-2 0-16,-1 2 0 0,1-1 0 15,1-1 0-15,2 2 0 0,-2-4 0 0,2 0 0 16,0 2-51-16,2-2-573 0,0 4-127 16,2-3-151-16,5 5 77 0,-4-10 85 0,4 10-722 15,4-10-910-15</inkml:trace>
  <inkml:trace contextRef="#ctx0" brushRef="#br0" timeOffset="69985.73">28964 5777 3925 0,'2'-6'-16'16,"-2"6"77"-16,2-8 42 0,-2 8 33 15,0 0 25-15,0 0 9 0,0 0 10 0,0 0-3 16,-29 10-6-16,12 2-3 0,-8 11-17 16,0 0-11-16,1 3-23 0,-7 5-16 0,1-2-9 15,11 0-11-15,-2-3-9 0,8-1-5 16,-1-3-10-16,7-5-7 0,1-3-3 0,2-1-3 16,3-1-17-16,2-3-9 0,-1-1-28 15,8 0-36-15,-1-2-54 0,2-3-63 16,3-1-83-16,3-4-89 0,5 1-89 0,1-5-119 15,1 0-133-15,9-5 67 0,-1-1-462 16,0-2-542-16</inkml:trace>
  <inkml:trace contextRef="#ctx0" brushRef="#br0" timeOffset="70306.92">29225 5825 3237 0,'0'0'146'15,"0"0"28"-15,0 0 24 0,0 0 25 16,0 0 15-16,0 0 3 0,-44 13-17 0,33 1-12 15,0 0-20-15,-1 1-21 0,1 0-16 16,3 3-18-16,2-1-15 0,0-2-11 0,3-1-21 16,1 0-11-16,4-6-8 0,-2 2 0 15,3-1-11-15,8-3-4 0,-4 0-3 16,4-4-8-16,3 0-5 0,-1-2 1 16,-13 0-5-16,32-6-3 0,-18 4 7 0,1-3 8 15,-2 2 19-15,-1-1-1 0,-3-1 15 16,-2-1-2-16,2-2 7 0,-6 0-3 15,1-2-11-15,-4 1-6 0,0-3-9 0,0 0-7 16,-4-1-8-16,1-1-20 0,-1 2-19 16,-3 2-30-16,4 1-29 0,-5 2-47 0,-3 4-45 15,-1 1-52-15,-1 2-62 0,-4 3-85 16,-3 4-88-16,-2 0-117 0,-5 8-192 0,8-4 72 16,2-3 72-16,9 0-479 15,3-2-550-15</inkml:trace>
  <inkml:trace contextRef="#ctx0" brushRef="#br0" timeOffset="70620.6">29516 5902 3209 0,'0'0'209'0,"0"0"27"16,0 0 17-16,0 0 14 0,0 0 29 16,0 0 18-16,-26 20-11 0,20-11-14 0,-3-1-28 15,1 2-28-15,0 4-24 0,3-3-25 16,-1 1-18-16,2-3-12 0,3 0-18 15,-1 4-16-15,2-6-19 0,0-7-16 16,3 12 12-16,1-6-11 0,3-2-6 0,4 0-5 16,-11-4-15-16,24 0 3 0,-14 0-11 15,5-4-3-15,-2 0-3 0,0-2 5 0,5 0-4 16,-3-3-7-16,2-3 1 0,-2 2-7 16,1-5 0-16,7-6-4 0,-7-1-3 0,2 1-7 15,-3 3-10-15,-5 4-18 0,-3 2-29 16,3 0-29-16,-7 2-52 0,3 3-56 0,-4 2-63 15,-2 5-73-15,0 0-88 0,0 0-102 16,0 0-126-16,0 0-156 0,-21 0 77 16,21 0-658-16,0 0-816 0</inkml:trace>
  <inkml:trace contextRef="#ctx0" brushRef="#br0" timeOffset="71052.66">30243 5600 3635 0,'1'-24'172'0,"3"5"71"0,-1 5 41 16,-3 2 17-16,0 6 14 0,0-2 11 0,0 8 17 15,0 0 4-15,0 0-18 0,0 0-27 16,0 43-31-16,-5-8-25 0,0 4-25 16,-6 9-21-16,-7 0-21 0,1 6-19 15,-6-5-37-15,6-1-40 0,-4-4-36 0,-2-3-37 16,8-8-49-16,2-2-45 0,2-8-31 15,0-5-27-15,6-2-37 0,-2-1-21 16,1-1-16-16,1-5-27 0,0-3-36 0,1-2-47 16,4-4-32-16,0 0-22 0,0 0-7 15,0 0-4-15,0 0 19 0,-5-21 44 0,6 9 69 16,1-5 72-16,0-1 71 0,0 1 68 16,2-3 64-16,-1 3 65 0,-3 1 62 0,1 3 49 15,-1 1 39-15,0 3 20 16,2 1 13-16,0-1 6 0,-2 9 3 0,0-14-8 0,2 7-16 15,-2 7-11-15,5-8-19 16,-5 8-18-16,11-7-20 0,-2 5-19 0,0-1-24 16,2 1-52-16,1-1-78 0,5-1-83 15,0 1-87-15,2-2-104 0,4-2-134 0,0 2-166 16,0 0-214-16,-1-2 57 0,-1 2 84 16,3 0-499-16,-3 1-605 0</inkml:trace>
  <inkml:trace contextRef="#ctx0" brushRef="#br0" timeOffset="72085.53">30607 6123 3156 0,'-12'2'174'0,"1"-2"38"0,3 4 4 0,8-4 11 16,0 0 7-16,0 0-8 0,0 0-14 15,0 0-23-15,0 0-20 0,0 0-12 0,19-18-18 16,-6 11-16-16,3-1-14 0,-1-3-7 15,2 1-11-15,0-2-10 0,6-5-8 16,-2-3-6-16,-4 5 1 0,-1-1 21 0,1-4 8 16,-2 1 6-16,-6 4 16 0,2 3 7 15,-4 3 12-15,-2-3 5 0,1 6 6 0,-2-1-8 16,0 1-11-16,-4 6-18 16,0-4-6-16,0 4-11 0,0 0-9 0,0 0-8 0,-25 20-6 15,11-5-9-15,2-1-6 16,-1 5-8-16,6-2-4 0,-8 8-6 0,10-3 0 15,-4-5-15-15,8-3-14 0,-1-3-10 16,4 1-11-16,-1-1-7 0,8-1-8 0,-2-6 3 16,2 2 2-16,2-4-7 0,5 2 9 15,2-8-1-15,-2 0 8 0,4 0-3 0,0-3 2 16,0 0 6-16,-1-4-1 0,-1 3 5 16,2-2 9-16,-4-1 6 0,0 3 5 0,-7-2 8 15,3 3 4-15,-2 1 0 0,-3 2 1 16,-1-2-1-16,0 2-6 0,-6 4 1 15,7-2-6-15,-7 2 0 0,0 0 1 16,0 0-18-16,0 0-1 0,6 12 0 0,-6-6 0 16,0-6 0-16,-2 13 0 0,2-5 0 15,-2 0 0-15,2 3 0 0,-2-1 0 0,4-2 0 16,0 0 0-16,2 2 0 0,0-3-33 16,1 1-45-16,3-3-44 0,2-3-19 0,-1 0-21 15,3-2-27-15,-12 0-23 0,30-5-23 16,-8-4-18-16,7-3-18 0,2-4-17 0,-5-2-3 15,5-5 4-15,3-8 11 0,1-2 14 16,1-9 24-16,-2-1 20 0,4-9 16 0,9-12 21 16,-4-6 23-16,-2 2 30 15,-7 12 31-15,5-15 35 0,1 5 39 0,-9 10 41 16,-5 7 35-16,-4 4 27 0,-8 11 26 16,0 3 29-16,-4 8 8 0,-5 6-1 15,1 5-9-15,-3 0-11 0,0 6-9 0,-3 0 1 16,0 6 6-16,0 0 7 0,0 0 13 15,-25 20 21-15,6 3 15 0,-8 14 19 0,-3 7 19 16,-5 9 22-16,-8 22 5 0,-5 3-2 16,1 6-12-16,-9 4-21 0,5 3-20 0,-5 1-20 15,1 2-14-15,4-3-23 0,1-4-37 16,5-6-35-16,0-3-23 0,9-7-27 0,6-19-14 16,3-3-12-16,2-8-2 15,9-11 1-15,2-10 8 0,4-6-16 0,7-5-4 16,1-5-9-16,2-4-13 0,0 0-19 15,0 0-13-15,17-25-15 0,-2-1-10 0,4-5-7 16,8-11-5-16,3-4-1 0,0-6 6 16,15-15 10-16,0 0 8 0,5-3 9 0,-1 1 10 15,-10 19 8-15,-1 4 9 0,-6 8 15 16,-3 4 14-16,-4 12 14 0,-9 5 17 16,0 7 12-16,-3 1 11 0,3 6 7 15,-4-1 8-15,2 4 16 0,-14 0 15 0,25 8 16 16,-14 1 32-16,0 5 13 0,1 5 26 0,-6-1 9 15,-2 3 5-15,-4 0 14 16,-2 3 20-16,-6 7 18 0,-4-2 11 0,1-2-200 16,-4-2-29-16,2-5 0 0,0-5 0 15,-3-3 0-15,3-1 0 0,-1-3 0 0,1-1 0 16,1-2 0-16,-1-3 0 0,2-2 0 16,-4-2 0-16,2 0 0 0,-1-3 0 0,-1-4-107 15,1 1-491-15,1 0-132 0,-2-5-180 16,-2 2 79-16,-2 1 95 0,4 2-719 0,-1 2-905 15</inkml:trace>
  <inkml:trace contextRef="#ctx0" brushRef="#br0" timeOffset="73235.53">25659 6137 4619 0,'4'-12'263'15,"-4"7"-58"-15,2-2-24 0,-2 7 5 0,0-7-19 16,0 7-30-16,0 0-7 0,0 0 38 16,0 0 12-16,-9 25 2 0,1-4-8 15,-1 12-17-15,-1-1-13 0,1 0-9 16,-2 3-13-16,-1-2-14 0,0 0-10 0,0-1-10 16,1-1-10-16,4-7-8 0,1-2-34 15,-2-3-43-15,3-1-39 0,-3-4-65 0,4 0-69 16,-1-6-79-16,-2 1-103 0,4-4-101 15,-3-5-99-15,6 0-120 0,0 0-51 0,-7-14 73 16,9 4-552-16,0-7-675 0</inkml:trace>
  <inkml:trace contextRef="#ctx0" brushRef="#br0" timeOffset="73402.63">25724 6046 3207 0,'8'-18'3'0,"-2"3"58"15,-2 1 58-15,-3 4 32 0,-1-1 27 0,0 3 20 16,0 1-3-16,2 0-13 0,-2 0-20 15,0 7-18-15,0-10-29 0,0 5-48 16,0 5-56-16,0 0-48 0,0 0-71 0,0 0-83 16,0 0-81-16,0 0-102 0,0 0-177 15,9 24-10-15,-9-12 56 0,2 6-241 0,-2 1-238 16</inkml:trace>
  <inkml:trace contextRef="#ctx0" brushRef="#br0" timeOffset="73838.22">25799 6220 2162 0,'0'0'188'0,"0"0"47"15,4 4-8-15,-4-4 1 16,0 0 32-16,0 0 42 0,1 12 26 0,-1-7 15 16,0-5 12-16,0 16-10 0,2-7-15 15,2 3-13-15,-2 0-24 0,0-1-19 0,-1 1-21 16,1 0-24-16,3-1-25 0,-5 3-18 16,2-3-17-16,0-2-15 0,0 0-16 15,-2-3-9-15,0-6-11 0,1 14 0 16,1-9 13-16,-2-5 12 0,4 7-111 0,-4-7-32 15,0 0 0-15,0 0 0 0,17-26 0 0,-4 11 0 16,5-7 0-16,-3 4 0 0,-1 3 0 16,-2 3 0-16,0 1 0 0,-4 5 0 0,1 2 0 15,0 2 0-15,-9 2 0 16,20 8 0-16,-11-1 0 0,1 2 0 0,1 6 0 16,0 0 0-16,0 1 0 0,0 0 0 15,-2 2 0-15,1-3 0 0,-1 0 0 0,0-1 0 16,2-4 0-16,-4-1 0 0,0 0 0 15,3-3 0-15,-2-2 0 0,-1-1 0 0,-7-3 0 16,19 2 0-16,-19-2 0 0,19-5 0 16,-8-2 0-16,1-2 0 0,1-4 0 0,-1-3 0 15,3-10 0-15,-3-2 0 0,3-1 0 16,-1 4 0-16,-3 4 0 0,-6 4 0 16,5 5 0-16,-2 2 0 0,-4 2-48 15,-1 0-620-15,-1 5-96 0,-2 3-137 0,0 0 80 16,0 0-876-16,0 0-1131 0</inkml:trace>
  <inkml:trace contextRef="#ctx0" brushRef="#br0" timeOffset="75284.31">26832 6447 4332 0,'0'0'-107'0,"2"-12"68"16,-2 5 45-16,1 0 33 0,1 0 33 15,2 1 39-15,-2-2 32 0,-2 8 25 16,5-11 6-16,2 7 5 0,-7 4 16 16,0 0 9-16,16 0 17 0,-16 0-1 0,14 14-6 15,-4-4-18-15,-3 4-14 0,-2 0-19 16,2 3-13-16,-3-2-12 0,-3 2-8 0,1 0-9 15,-4-3-9-15,2 0-4 0,-3 1-7 16,-4 0-1-16,0-1-6 0,-4 1-5 0,-3-2-11 16,-3-3-7-16,2-3-5 0,0-2-7 15,-3-1-9-15,5-2-8 0,-1-4-33 0,14 2-9 16,-22-12 0-16,14-1 0 0,2-1-1 16,5-11-19-16,2-9-1 0,7 1 6 15,2 2-4-15,-1 9 2 0,-1 4 5 16,2 0-4-16,-5 4 6 0,1 6-4 0,-1 0 4 15,3 4 11-15,-8 4 15 0,17 0-3 16,-17 0 5-16,24 10 1 0,-12 0 3 0,2 3-4 16,3 2-2-16,2 2-5 0,0-1 1 15,-3-1-3-15,-4-3-9 0,0-4 0 16,0 1 0-16,-2-2 0 0,-5 0 0 0,4-4 0 16,-3 0 0-16,-6-3 0 0,14 0 0 15,-14 0 0-15,15-8 0 0,-6-2 0 0,1-2 0 16,-3-4 0-16,5-4 0 15,0-13 0-15,2 1 0 0,4-13 0 0,-2-4 0 0,2 0 0 16,0 6 0-16,-7 12 0 16,-2 4 0-16,-4 7 0 0,2 4 0 0,-3 3 0 15,-1 6 0-15,-3 2 0 0,0 5 0 16,0 0 0-16,0 0 0 0,-25 34 0 0,14-3 0 16,-3 3 0-16,3 0 0 0,-3 12 0 15,3-6 0-15,6-1 0 0,-1 3 0 0,0-6 0 16,4 1 0-16,0-9 0 0,4-5 0 15,3-2 0-15,-2-4 0 0,3-2 0 0,-1-1 0 16,5-1 0-16,0-5 0 0,1-3 0 16,0-2 0-16,3-3 0 0,1-1 0 15,0-3 0-15,4-5 0 0,-2-1 0 16,8-9 0-16,-2 3 0 0,-8-3 0 0,-1 3 0 16,-5-3 0-16,2 4 0 0,-7 0 0 15,-2 1 0-15,-2 2 0 0,-2 2 0 0,-3-1 0 16,-5 5 0-16,1 0 0 0,-5 4 0 15,-1 1 0-15,2 1 0 0,-4 1 0 16,-1 1 0-16,1 2 0 0,0-1-163 0,1 1-142 16,2 1-63-16,0-2-70 0,3 1-82 15,-2 0-95-15,3-2-167 0,0 0 51 16,3 2 73-16,7-4-570 0,-5 3-691 0</inkml:trace>
  <inkml:trace contextRef="#ctx0" brushRef="#br0" timeOffset="75634.73">27526 6431 3548 0,'0'0'94'0,"0"0"20"0,-18-3 25 16,18 3 35-16,-17 5 36 0,5-1 20 16,1 2-4-16,-3 3-9 0,7 1-11 15,-2 2-4-15,1 4-21 0,0-3-13 0,2 4-19 16,5-3-21-16,1 3-5 0,0-3-17 15,3 1-6-15,8 0-22 0,-4-3-12 16,4-2-12-16,3-2-12 0,1-1-12 16,0-3-9-16,2 0-5 0,-1-2-3 0,-2-2 0 15,0-2 4-15,1-2 1 0,-3 2-3 16,1-5-6-16,-2-1 5 0,-3-4-3 0,2 0 5 16,-7-3 2-16,3 0-7 0,-4-1 6 15,0 3-6-15,-2-1-3 0,1 2-3 0,-2 2-4 16,-3 0-15-16,-2 3-27 0,3 2-37 15,-7 3-41-15,10 2-63 0,-17 2-78 0,17-2-87 16,-23 5-101-16,10 2-115 0,-3-2-142 16,5 2 63-16,2-2-521 0,-1 2-630 15</inkml:trace>
  <inkml:trace contextRef="#ctx0" brushRef="#br0" timeOffset="75934.64">27576 6503 3594 0,'0'-8'226'0,"5"-1"34"0,-5 9 18 15,2-8 29-15,-2 8 24 0,0 0 1 16,2-9-20-16,-2 9-16 0,0 0-1 0,0 0-20 16,0 0-13-16,25 24-16 0,-16-9-23 15,0 1-17-15,0 3-22 0,1 1-20 0,2-1-16 16,0 6-12-16,-1-5-20 0,-2-3-116 16,3-1 0-16,-5-5 0 0,1 2 0 15,-3-3 0-15,1-2 0 0,-2-1 0 16,2-2 0-16,-2 1 0 0,-4-6 0 0,11 3 0 15,-11-3 0-15,0 0 0 0,0 0 0 16,23-12 0-16,-18 3 0 0,3-2 0 0,-2-3 0 16,2-1 0-16,-5-7-4 0,7 2-185 15,0-8-30-15,1 6-42 0,-6 5-60 0,4 1-81 16,-6 3-85-16,3 1-94 0,-2 2-158 16,-3-1 9-16,1 5 79 0,0 0-576 15,-2 6-689-15</inkml:trace>
  <inkml:trace contextRef="#ctx0" brushRef="#br0" timeOffset="76351.2">28282 6580 3836 0,'0'0'277'16,"0"0"24"-16,0 0 47 0,0 0 19 15,0 0 11-15,0 0-13 0,0 0-29 0,0 0-40 16,0 0-27-16,0 0-29 0,0 0-21 15,0 0-23-15,0 0-20 0,0 0-18 0,0 0-26 16,0 0-22-16,0 0-19 0,0 0-15 16,0 0-56-16,24-8-20 0,-14 2 0 15,0 1 0-15,-1-1 0 0,1-3 0 16,-3-3 0-16,3 2 0 0,-5-2 0 0,0 2 0 16,-2-1 0-16,-1 1 0 0,-2 1 0 15,-3 1 0-15,-4 1 0 0,-2 4 0 16,-4 1 0-16,13 2 0 0,-43 5 0 0,15 5 0 15,-3 4 0-15,3 1 0 0,0 4 0 16,5 2 0-16,2 2 0 0,4-2 0 0,5 0 0 16,5-3 0-16,3-1 0 0,0-3 0 15,2 1 0-15,6-1 0 0,0 1 0 0,1-3 0 16,6-2 0-16,1 1 0 0,1-1 0 16,5-4 0-16,-3-2 0 0,2-1 0 15,2-3 0-15,-4 0 0 0,9 0-200 16,-4-1-135-16,-1-3-106 0,4-1-109 0,0-2-114 15,0 1-160-15,-2-5 73 0,0 4 80 16,-4 0-606-16,-2 1-737 0</inkml:trace>
  <inkml:trace contextRef="#ctx0" brushRef="#br0" timeOffset="76669.67">29050 6317 3753 0,'-2'-13'126'16,"2"4"31"-16,0 4 27 0,0 5 32 0,0-12 29 15,0 12 30-15,0-8 1 0,0 8-19 16,0 0-25-16,0 0-16 0,0 0-14 0,0 0-3 16,0 0-9-16,-9 27-12 0,4-9-17 15,-4 11-10-15,2 2-8 0,-3 2-15 0,2-1-13 16,1-1-11-16,-3 1-15 0,3-1-7 15,-1 0-7-15,2-6-11 0,1-2-30 16,1-2-38-16,-2-5-56 0,5-1-56 16,-2-1-60-16,3 1-68 0,-2-3-89 0,2-2-99 15,2-1-113-15,2-2-141 0,2-2-73 16,-1 0 74-16,5-4-612 0,0 1-754 16</inkml:trace>
  <inkml:trace contextRef="#ctx0" brushRef="#br0" timeOffset="77117.88">29387 6517 3607 0,'0'0'30'0,"0"0"29"0,-13-2 19 16,13 2 28-16,0 0 31 0,0 0 18 0,-10 2 12 16,10-2 12-16,0 0-3 0,0 0-8 15,0 0-4-15,0 0-4 0,19 15-14 0,-8-13-10 16,0 0-6-16,0 1-13 0,-11-3-11 16,21 2-8-16,-12 0-4 0,-9-2-2 15,21 2-6-15,-21-2 1 0,19-4 0 0,-13 0-3 16,-6 4-8-16,13-6 1 0,-7-1 3 15,-2 3 9-15,-4 4-8 0,1-12-9 16,-1 12-7-16,0 0-7 0,-9-10-11 16,9 10 0-16,-23-2 8 0,6 6-6 0,-2 1 3 15,-2 2 4-15,-10 5 2 0,5 1 2 16,2 3-6-16,0 1-6 0,9-1-5 0,2-1-5 16,2-1-6-16,0 0-5 0,6-3-1 15,1 2-17-15,2-1-33 0,2-4-44 0,0 1-40 16,8 0-54-16,-3-1-66 0,7-3-74 15,1 2-91-15,3-2-77 0,2-3-84 0,2-2-111 16,-1-2-46-16,2-1 74 16,2-1-528-16,0-1-632 0</inkml:trace>
  <inkml:trace contextRef="#ctx0" brushRef="#br0" timeOffset="77401.64">29661 6528 3182 0,'8'-14'75'0,"-2"2"58"0,-6 3 46 15,4 2 28-15,-4 7 42 0,2-10 17 16,-2 10 7-16,0 0 18 0,0 0-3 0,0 0 4 15,0 0-5-15,0 0-32 0,-14 38-25 16,8-21-19-16,3 3-18 0,-5 1-22 0,5 2-17 16,-2-1-19-16,-1-3-11 0,3 1-13 15,1-5-12-15,0-1-10 0,2 0-11 0,-2-4-4 16,4 1-11-16,-2-3-3 0,4-3-3 16,1 0-6-16,-5-5-5 0,16 5-4 15,-7-5-7-15,-9 0-2 0,23-5-6 16,-5-1-7-16,-1-5-14 0,6-6-14 0,2-2-10 15,1-3-21-15,-2-5-24 0,1 0-36 16,-2 2-49-16,-1 2-51 0,-2 1-65 16,-4 5-80-16,-5 5-101 0,-4 0-112 0,2 5-164 15,-2 1-36-15,-3 0 80 0,1 3-597 16,-5 3-735-16</inkml:trace>
  <inkml:trace contextRef="#ctx0" brushRef="#br0" timeOffset="78068.83">30045 6486 3546 0,'0'0'44'0,"0"7"61"0,0-7 44 15,2 12 49-15,-2-5 35 0,2 3 17 0,-2-1 11 16,1 1-2-16,3 0-7 0,-2 0-15 16,2 1-11-16,-1-1-7 0,2-2-7 0,1 1-20 15,-1-1-14-15,-1 0-16 0,-1-3-15 16,5 0-10-16,-8-5-17 0,16 7-13 0,-9-5-8 15,-7-2-13-15,17 2-8 0,-17-2-6 16,19-2-7-16,-19 2-4 0,18-9-14 16,-11 3-5-16,-2-4-4 0,2 2-2 0,-2-1-4 15,-1-1-5-15,-2 3-3 0,-2-2-5 16,0 9-2-16,-6-11-6 0,-2 7 0 16,8 4 3-16,-22 0-6 0,4 2-1 15,2 4 0-15,-4 0 1 0,-1 3-3 0,3 1 0 16,0 2 3-16,-5 5-3 0,6-1-13 15,2-1 2-15,4-1 0 0,1-1-5 0,2 3 2 16,1-4 11-16,3 0-8 0,2 0 3 16,4-2 0-16,0 2-2 0,3-3 4 0,6 1-8 15,1-5-19-15,5 3-20 16,4-6-7-16,6 0-16 0,0-2-15 0,2-2-7 0,8-3 7 16,3-3 14-16,1-4-6 15,-3-2 12-15,5-6 2 0,0-6 11 0,-6-3 5 16,3-4 11-16,-3-3 2 0,-3-3 0 15,-1-3 8-15,-1-2 3 0,-7-4 1 16,0-4 4-16,-3 2 9 0,-4 1 7 0,-7 11 22 16,-4 7 12-16,0 11 5 0,-11 4 14 15,4 8 19-15,-7 5 15 0,7 3 13 0,0 0 17 16,-32 25 13-16,14 2 14 0,-9 14 9 16,0 7 7-16,-2 5 6 0,3 6-150 0,-10 15-13 15,7-16 0-15,0 0 0 0,4-1 0 16,4-2 0-16,4 0 0 0,2-6 0 15,7-11 0-15,5-5 0 0,1-10 0 16,4-3 0-16,1-7 0 0,5-2 0 0,2-4 0 16,1-2 0-16,0-3 0 0,3-4 0 15,2-3 0-15,4-2 0 0,-1-4 0 0,10-6 0 16,-4-1 0-16,-5-1-248 0,0-2-329 16,-6 3-142-16,-2 5-161 0,-4 1 70 0,-4 0 78 15,-3 2-705-15,-1 1-887 0</inkml:trace>
  <inkml:trace contextRef="#ctx0" brushRef="#br0" timeOffset="79216.61">31361 6568 4150 0,'-3'-15'-27'0,"-1"7"31"16,2-1 29-16,0 4 23 0,2 5 21 0,0 0 3 15,-5-7 24-15,5 7 30 0,-14 17 17 16,3 1 1-16,-3 9-6 0,-1 2-8 0,-2 4-14 16,2 1-7-16,-1-2-7 0,3 3-13 15,-3-1 5-15,5-3-23 0,2-2 5 16,1-7-2-16,0-5-3 0,7-3 11 15,-3-3 13-15,0 1 10 0,2-2 12 16,1-3 17-16,-1-1 4 0,2-6-5 0,0 0-13 16,0 0-11-16,0 0-11 0,0 0-16 15,0 0-9-15,34-29-7 0,-18 6-9 0,9-6-8 16,0-8-10-16,2 3-5 0,-7 6-2 16,0 4-9-16,-6 7 3 0,-3 2-12 15,-4 5-1-15,1-1-2 0,-2 3-9 16,0 2-3-16,-3 2-1 0,-3 4 6 0,0 0-6 15,0 0 4-15,0 0-8 0,22 15-1 16,-21-6 4-16,3 0-5 0,-4 0 4 0,2 0-3 16,0 1 2-16,-2-1 2 0,0-1 2 15,0 1-8-15,0-9 2 0,2 12 3 16,-2-12 6-16,1 8-6 0,-1-8 5 0,2 7-2 16,-2-7-5-16,0 0-8 0,0 0-8 15,0 0 1-15,33-19 1 0,-19 7 5 0,2 0-8 16,0 1 3-16,-3 2 0 0,-4 0 2 15,1 2 7-15,-2 2 3 0,-1 0-1 16,-2 2 4-16,-5 3 11 0,0 0 5 16,0 0-4-16,20 11-4 0,-18-3 0 0,0 0 0 15,-1 3-3-15,1-1-4 0,0 0-2 16,0 2-27-16,1 0-38 0,-3-2-38 0,2-1-47 16,-2 0-43-16,1-1-48 0,1 0-53 15,-2-3-57-15,2 3-54 0,-2-8-54 16,0 8-67-16,0-8-78 0,0 0-85 0,2 7 55 15,-2-7-491-15,0 0-591 0</inkml:trace>
  <inkml:trace contextRef="#ctx0" brushRef="#br0" timeOffset="79817.11">31702 6709 3000 0,'12'-13'2'0,"-3"1"47"0,1 3 43 0,-2 1 39 16,-2 3 25-16,-1-1 21 0,-5 6 25 16,11-6 8-16,-11 6-1 0,14 3-11 15,-14-3-10-15,13 7-12 0,-6-2-13 16,0 3-7-16,-2-2-23 0,1 4-12 15,-2-2-12-15,-1 3-11 0,-1-3-7 0,0 1-9 16,1-2-10-16,-3 1-4 0,0-8-6 16,-3 16-5-16,-3-10 0 0,3 1-6 0,-5 1-5 15,3-4-7-15,-5 1-6 0,0-1-11 16,3-1-20-16,7-3-16 0,-18 4-21 0,18-4-7 16,-12 0-7-16,12 0-5 0,0 0-6 15,-14-12 5-15,14 4 2 0,2-5 6 16,4 1 6-16,0 0 9 0,-1 2 16 15,1 1 18-15,-1 1 19 0,0 1 17 16,-1 1 5-16,-4 6 24 0,0 0 13 0,0 0-6 16,0 0 4-16,14 14-13 0,-10-5-3 15,0 3-3-15,-1 0-13 0,2 2-10 0,-1 2-26 16,-1-3-28-16,1 0-22 0,-2-1-15 16,2-1-20-16,1-1-17 0,0-1-11 0,-1-2-19 15,-1-2-27-15,-3-5-32 0,9 4-33 16,-9-4-16-16,10 0-14 0,-10 0-20 15,0 0-16-15,10-12-19 0,-6-1-10 0,-1-1-5 16,5-6 15-16,-1-13 22 0,3-3 34 16,5-10 36-16,1-9 47 0,0-3 46 0,6-1 58 15,1 0 49-15,-3-2 45 0,-1 8 54 16,-1 3 53-16,-7 15 41 0,-2 3 15 16,0 9 47-16,-2 4 27 0,-3 5 16 15,-1 1 11-15,1 0-14 0,-2 3-15 0,0 2-24 16,-2 8-14-16,0 0 25 0,0 0-3 15,-13 27-8-15,-1 2-22 0,-5 12-20 16,0 5-19-16,2 5-14 0,-2 0-22 0,0 4-11 16,2-1-14-16,-1-2-12 0,7-3-16 15,0 0-40-15,1-13-37 0,3-1-52 0,-3 2-50 16,2-7-57-16,1-6-68 0,3-5-83 16,-1-1-79-16,-1-3-83 0,-2 1-85 15,2-5-130-15,1-1-20 0,-1 0 70 16,2-5-448-16,4-5-536 0</inkml:trace>
  <inkml:trace contextRef="#ctx0" brushRef="#br0" timeOffset="80001.09">31893 6752 2977 0,'10'-20'48'15,"-3"1"34"-15,0 2 28 0,6 0 44 16,1-8 34-16,2 2 10 0,1-1 3 0,-4 7-9 16,6-3-16-16,-3 5-18 0,-2 1-18 15,-2 4-13-15,1-1-25 0,-1 3-46 0,-2-1-51 16,-3 4-81-16,-1 0-78 15,-6 5-55-15,10-2-66 0,-10 2-85 0,0 0-142 16,0 0-75-16,0 0 45 0,-6 21-226 16,-2-13-249-16</inkml:trace>
  <inkml:trace contextRef="#ctx0" brushRef="#br0" timeOffset="80216.92">32007 6644 2098 0,'0'0'128'0,"0"0"34"16,16 0 11-16,-16 0 29 0,5 5 40 15,-1 2 20-15,2 2 6 0,0 5-11 16,1 1-18-16,1 4-23 0,-3 0-19 0,1 1-22 16,0 2-20-16,-2 1-15 0,0 0-37 15,-2-4-29-15,-1 1-35 0,-1-1-27 16,4-5-35-16,-4 1-27 0,2-2-33 0,-2-2-30 16,0-4-31-16,2 3-34 0,-2-5-44 15,0-5-48-15,2 9-56 0,-2-9-37 16,0 0-42-16,0 0-51 0,0 0-42 0,0 0-186 15,12-20-179-15</inkml:trace>
  <inkml:trace contextRef="#ctx0" brushRef="#br0" timeOffset="80383.52">32215 6757 1825 0,'14'-24'54'0,"-5"5"54"0,-2 5 47 15,2 5 32-15,-6 0 18 0,1 2 11 16,-4 7 10-16,6-5 12 0,-6 5 4 0,0 0-13 16,0 0-21-16,2 22-23 15,-2-8-16-15,-2-2-17 0,-2 3-22 0,0 1-32 16,1 1-31-16,1-2-37 0,-3-1-52 15,0-1-56-15,3-1-63 0,-2 0-67 0,2-5-81 16,-1 3-119-16,-1-6-180 0,4-4 40 16,-9 10-283-16,9-10-316 0</inkml:trace>
  <inkml:trace contextRef="#ctx0" brushRef="#br0" timeOffset="80917.38">32354 6636 2637 0,'-1'-9'233'16,"1"9"14"-16,0-8-3 0,0 8-11 16,0 0-23-16,0-10-23 0,0 10-18 0,0 0-18 15,0 0-13-15,0 0-27 0,23 15-40 16,-16-8-36-16,-1-2-38 0,-1 3-33 0,3 1-24 16,-2-2-22-16,0 0-11 0,-5 1-4 15,5-4 1-15,-6-4 11 0,7 12 8 16,-7-12 10-16,9 6 12 0,-9-6 10 0,5 3 16 15,-5-3 12-15,0 0 6 0,0 0 15 16,19-3 10-16,-19 3 26 0,0 0 5 0,15-6 23 16,-9 2 13-16,-6 4 16 0,9-5 8 15,-9 5 5-15,0 0-7 0,10-3-5 16,-10 3-8-16,0 0 2 0,0 0-7 16,0 0-9-16,8 13-4 0,-8-13-6 15,2 12-9-15,-2-12-5 0,0 12-7 0,0-5-7 16,0-7-7-16,0 10 0 0,0-10-3 15,1 10-1-15,-1-10 12 0,4 9 37 0,-4-9 30 16,4 5 39-16,-4-5 30 0,2 7-1 16,-2-7 7-16,2 7 6 0,-2-7-2 15,4 14-4-15,-2-4-12 0,0 2-12 0,-2 1-8 16,0 3-12-16,0 3-9 16,2 0-7-16,0 5-15 0,-2-1-12 0,0 2-6 15,1-4-7-15,-1-3-10 0,2 0-7 16,-2-3-55-16,0 0-9 0,0-3 0 0,-2 0 0 15,2 1 0-15,-3-4 0 0,-1 0 0 16,-4-2 0-16,-2-2 0 0,-2 2 0 0,-4-4 0 16,-1 1 0-16,-2-3 0 0,-8-2 0 15,6 2-18-15,-6-4-395 0,5 3-94 16,-5-2-124-16,2 0-191 0,0 0-3 0,5-1 93 16,2 3-711-16,1 0-893 15</inkml:trace>
  <inkml:trace contextRef="#ctx0" brushRef="#br0" timeOffset="82102.98">26936 9443 3878 0,'10'-21'103'0,"-4"0"30"15,-2 5-4-15,-4 4 1 16,0 1 14-16,0 5 11 0,0 0 12 0,0 6 8 0,0 0 19 16,-20 14 10-16,5 9 6 15,1 8-9-15,3 6-11 0,0 2-13 0,5 11-21 16,-2-6-13-16,5-1-17 0,-1 2-11 15,-1-1-12-15,3-3-13 0,0 1-3 0,0-8-23 16,0-3-37-16,2-6-26 0,-3-1-37 16,3-5-46-16,0-4-34 0,0-1-31 0,0-3-30 15,0-5-40-15,0-1-53 0,0-5-39 16,0 0-27-16,0 0-8 0,0 0-4 0,5-25 19 16,-5 8-4-16,-5-2 43 15,0-5 31-15,-3-10 51 0,-3 1 53 0,-3 1 47 0,-4 3 47 16,-1 2 45-16,-5 6 49 15,1 6 33-15,3 1 40 0,3 6 39 0,-2 0 25 16,3 3 12-16,7-1 4 0,-1 1-10 16,3 4-8-16,1-1 17 0,6 2 8 0,0 0 3 15,0 0-5-15,0 0-17 0,32-4-18 16,-3 2-14-16,11-1-18 0,4-2-11 0,-1 0-24 16,7 1-37-16,-4-2-49 0,0-3-62 15,-3 2-75-15,-2 0-88 0,-3-3-82 16,-4 2-69-16,-4-5-64 0,-3 5-89 0,-10 1-72 15,-1 0 58-15,-4-1-351 16,1 1-372-16</inkml:trace>
  <inkml:trace contextRef="#ctx0" brushRef="#br0" timeOffset="82516.25">27278 9494 2517 0,'0'0'44'0,"0"0"31"16,0 0 34-16,-8 21 39 0,2-8 23 0,1 3 25 15,1-3 1-15,-4 8 4 0,7-4-12 16,-2 2-7-16,-1-2-12 0,4 2-17 0,0-1-16 15,2-5-14-15,3 3-9 0,-4-2-11 16,5 1-8-16,1-3-11 0,3-6-8 0,0-1-3 16,1-1-9-16,2-4-6 0,3-2-5 15,1-2-4-15,2-3-9 0,2-2-1 0,-5-2-1 16,2 0-4-16,-3-1 11 0,-1 4 19 16,-5 0 13-16,1 3 8 0,-3-3 5 15,-1 5-9-15,-6 3-7 0,7-3-6 16,-7 3-2-16,0 0-8 0,0 0-4 0,14 14-5 15,-10-5-2-15,1 3-9 0,1-2-6 16,-1 1-2-16,4 2-7 0,2 0 0 16,0-2-11-16,1-1-2 0,1-1-8 0,3-4-4 15,0-2 0-15,4-1-4 0,1-2 0 16,3-4-3-16,1-1-4 0,5-3-1 0,3-4 4 16,-8 1 0-16,-6 1 2 0,6-8 2 15,-7 5 0-15,-4-1 0 0,-3-1 0 0,-1-3 1 16,-2 1-4-16,-2 2 2 15,-1 1-18-15,-3-1-27 0,2 5-40 0,-4 1-51 16,0 4-83-16,0 5-92 0,-2-7-81 16,2 7-87-16,0 0-124 0,0 0-32 0,0 0 67 15,-15 19-400-15,15-12-453 0</inkml:trace>
  <inkml:trace contextRef="#ctx0" brushRef="#br0" timeOffset="82834.78">28230 9593 3046 0,'0'0'207'0,"0"0"14"0,0 0 24 0,0 0 26 16,0 0 17-16,-9 24-2 0,7-14-16 15,2 2-19-15,-1-3-28 0,2 5-16 16,-1-2-17-16,6 1-26 0,-1-1-14 16,3 0-17-16,2-1-11 0,3-5-9 0,-2 0-16 15,3 0-12-15,1-6-6 0,-1 0-11 16,-14 0 0-16,30-6-8 0,-15 0-10 0,-1-2 1 15,-1-1-7-15,-1-1-2 0,-1-6 2 16,-2-1-1-16,-4 2-11 0,0-7-1 0,-5 3-1 16,-5-5 3-16,2 0-15 15,-3 2-4-15,-1 1 2 0,-2 4-12 0,-3 2-14 0,0 4-31 16,-3 7-30-16,0-1-33 0,-3 5-45 16,2 5-55-16,-5 3-65 0,-6 4-71 15,5 0-83-15,-6 3-102 0,9-3-158 16,4-1 10-16,2 2 70 0,-1 1-486 0,5-4-559 15</inkml:trace>
  <inkml:trace contextRef="#ctx0" brushRef="#br0" timeOffset="84650.7">28968 10009 3322 0,'0'0'153'0,"0"0"16"0,0 0 12 15,0 0 23-15,0 0 19 16,0 0 7-16,3-24-5 0,6 11-21 0,0-1-24 15,4-1-16-15,6-7-16 0,3-2-17 16,4-2-10-16,7-6-15 0,-1-6-10 0,4 0-15 16,0-3-5-16,0-4-14 0,1-1-11 15,-3 0-7-15,0 3-5 0,-3 2-6 0,-6 5-4 16,-5 11-2-16,-6 5-2 0,-3 6-3 16,-4 2-7-16,0 3-3 0,-2 1-4 15,-3 3-5-15,-2 5 3 0,0 0-1 0,0 0-3 16,0 0 2-16,0 0-1 0,-23 27-1 15,14-12 1-15,-3 3-3 0,5 1 0 16,-3-1-1-16,7 2 0 0,-1-1 3 0,4-2 0 16,0 2 12-16,0-1 6 0,4 1 4 15,-3-2 7-15,3 4 9 0,2 1 13 16,-3-1 16-16,1-6 11 0,0 2 16 0,0 0 11 16,-4-4 11-16,0 3 6 0,0-3 5 15,0-1-3-15,-4 2-4 0,2-3-9 0,-4 0-7 16,3-1-8-16,-7 0-11 0,2 1-11 15,-1-3-9-15,0 1-8 0,-3-4-38 0,1-2-21 16,-2 1-22-16,-1-4-79 16,1 0-77-16,-1-4-83 0,1-3-116 0,4-1-125 15,-3-4-123-15,4 0-212 0,5-2 75 0,1 2 77 16,0 0-621-16,2 1-765 0</inkml:trace>
  <inkml:trace contextRef="#ctx0" brushRef="#br0" timeOffset="85016.14">29633 9732 3497 0,'12'-1'29'0,"-12"1"36"0,11-3 13 15,-11 3 17-15,9-2 24 0,-9 2 30 0,10-6 7 16,-4 2 1-16,-1-1-13 0,3 3-14 16,-1-4-16-16,2 0-6 0,-4 3-17 0,2-2-4 15,1-2-7-15,-5 2-9 16,6-4-4-16,-5 3-10 0,-3-3-3 0,1 0-1 15,-2 1 0-15,-2-1-8 0,2 3-2 16,-3-3-9-16,-5 4-3 0,0 2 2 0,-5 1-8 16,-3 4-5-16,-2 4 6 0,-3-1-1 15,-6 9 3-15,0 1 5 0,2 5-2 0,5 1 2 16,-1 1-4-16,4-1-5 0,5-2-1 16,3 1 3-16,3-3-4 0,0-2 0 0,4 1-1 15,2-3-4-15,4 3 0 0,0-3-4 16,3-1-11-16,5 0-15 0,1-7-28 0,11 2-36 15,-2-3-48-15,1-4-63 16,4 0-72-16,9-5-64 0,-2-2-68 0,0-5-65 16,0 0-77-16,-3-5-64 0,-1 0 56 15,-3-4-317-15,5-8-344 0</inkml:trace>
  <inkml:trace contextRef="#ctx0" brushRef="#br0" timeOffset="85282.87">30172 9149 2350 0,'10'-31'8'0,"-2"6"36"16,-4 2 34-16,1 4 47 0,-3 2 45 15,2 5 28-15,-2 0 11 0,-1 0-4 16,-1 4-22-16,2 1-21 0,-2 7 5 0,0 0 23 16,0 0 11-16,-18 43 13 0,-2 1 4 0,1 12 3 15,-3 4-2-15,-12 23-13 16,5 4-14-16,-1 0-12 0,-6 2-7 0,6-6-33 16,-1 1-16-16,5-3 9 0,5-17-28 15,2-2-32-15,0-3-33 0,6-4-26 0,1-3-28 16,4-14-26-16,1-4-33 0,3-9-27 15,-1-6-17-15,3-1-20 0,0-6-26 16,2-6-34-16,-2-1-37 0,2-5-36 0,0 0-30 16,0 0-29-16,0 0-32 0,13-19-20 15,-8 1-13-15,6-13-15 0,-2-3-6 16,4-12-472-16,2-3-370 0</inkml:trace>
  <inkml:trace contextRef="#ctx0" brushRef="#br0" timeOffset="85501.16">29978 9747 2285 0,'11'-31'-58'0,"2"8"30"15,-2 2 29-15,-4 5 24 16,-2 3 32-16,1 5 28 0,-2-3 22 0,0 4 25 15,2 0 17-15,-1 3 7 0,5-2 14 16,-2 4-1-16,-8 2-6 0,13 0 3 0,-13 0-9 16,19 9-3-16,-13-2-10 0,3 1-9 15,-3 3-7-15,2-1-8 0,-4 3-12 0,-3-4-6 16,3 3 9-16,-2 0 7 0,-4 0-5 16,0-2-1-16,0 3-14 0,-1-3-7 15,-4-1-13-15,2 1-7 0,-3-3-4 0,3 2-25 16,-5-4-33-16,2-2-36 0,-1 0-56 15,9-3-79-15,-18-1-93 0,11-3-96 16,0-2-135-16,-1-3-158 0,4-2 57 16,0 2-414-16,2-5-476 0</inkml:trace>
  <inkml:trace contextRef="#ctx0" brushRef="#br0" timeOffset="86032.81">30330 9518 2727 0,'0'0'7'16,"0"0"24"-16,0 0 17 0,0 0 15 0,12-19 9 16,-12 19 6-16,4-7-6 0,-2 1-2 15,-2 6 0-15,4-4-9 0,-4 4-8 16,1-8-6-16,-1 8-6 0,0 0-6 0,6-5 1 16,-6 5 6-16,0 0 12 0,0 0 14 15,0 0 18-15,-19 20 22 0,6-5 8 16,-9 6 7-16,-2 6 0 0,-1 6-3 15,2-6 2-15,2 2-6 0,3 2-6 0,0-2-2 16,0 1-7-16,9-6-7 0,4-4-5 16,-1-1-2-16,6-2 0 0,2-3 0 0,2 1-1 15,1-3 2-15,4-2 1 0,2-1-8 16,2-2-5-16,2-4-7 0,0-1-7 0,4-4-7 16,-2 2-11-16,8-6 0 0,-6-1-2 15,3-2-4-15,-2 0-8 0,-1-2-5 16,5-9-11-16,-2 2-2 0,-7-6-12 0,2-4-14 15,-5-1-9-15,-1 0-8 0,-5 3-19 16,0 5-18-16,-4 4-34 0,0 5-53 16,-6 1-66-16,-1 0-71 0,-2 6-56 0,-2-2-69 15,-2 4-89-15,-1 1-116 0,1 2 51 16,11 0-377-16,-22 2-427 0</inkml:trace>
  <inkml:trace contextRef="#ctx0" brushRef="#br0" timeOffset="86499.59">30388 9588 2739 0,'9'5'75'0,"-9"-5"45"0,6 11 54 16,-2-5 35-16,0-1 32 0,-2 2 17 16,3 0-2-16,-1 3-10 0,-1-3-12 0,6 3-15 15,0 2-18-15,-2-4-10 0,1 1-26 16,0 0-21-16,0 0-14 0,-1-1-11 16,-2-1-13-16,4 1-11 0,0-2-12 0,-2 0-5 15,3-1 0-15,-2-3-12 0,-8-2-8 16,17 4-13-16,-17-4-2 0,13 0-5 15,-13 0-12-15,0 0 1 0,19-6-3 0,-13 1-1 16,-2-5-8-16,0-2 0 0,-1-1-3 16,1-5 2-16,-2-2 10 0,0-2-15 0,0-2 4 15,-2 3-7-15,0 2 1 0,0 2 2 16,0 2 0-16,-2 3-2 0,-4 2-4 0,3 3-6 16,-5 4 2-16,8 3 2 15,-15-2-3-15,15 2 3 0,0 0-4 0,-20 6-1 16,20-6-4-16,-7 8 11 0,7-8-1 15,0 0 11-15,0 0-10 0,0 0-1 0,0 0 10 16,34 3-7-16,-15-6 12 0,-1-1 5 16,-2-1 3-16,4 2 0 0,-5 3 2 0,-1-2 3 15,-2 4-10-15,0 2-1 0,0 2 4 16,-3 4-5-16,-2 2 1 0,0 2 0 0,-4 3-6 16,1-2 0-16,-2 4 0 0,-2-2-1 15,2 2-23-15,-4-2-18 0,2 3-17 16,-2-4-29-16,0 1-23 0,0-3-26 0,2-1-44 15,-1-1-44-15,-1 0-71 0,2-2-73 16,0 0-82-16,0-5-127 0,-2 2-123 16,2-7 66-16,0 9-492 0,0-9-583 15</inkml:trace>
  <inkml:trace contextRef="#ctx0" brushRef="#br0" timeOffset="87333.96">30971 9581 3289 0,'1'-10'147'0,"3"5"23"16,-1 0 3-16,-3 5 11 0,0 0 23 15,0 0 22-15,0 0 12 0,0 0-5 16,0 0-14-16,0 0-16 0,9 17-20 16,-9-17-18-16,-2 17-11 0,0-6-20 0,1-2-12 15,-3 0-6-15,-1 2-9 0,2-2-13 16,-3 0-17-16,-1 0-4 0,1-1-2 15,-2-1-13-15,0 1 0 0,-1-4-29 0,2 0 11 16,7-4-26-16,-18 4-8 0,11-4-14 16,7 0-5-16,0 0-2 0,-21-8-3 0,15 0 1 15,2-3-1-15,2-3 0 0,4 1 3 16,-2 1 6-16,2 2-2 0,-2-1 0 0,2 3-2 16,-2 1 0-16,0 7 3 15,2-10 8-15,-2 10 0 0,0 0 10 0,0 0-2 16,0 0 2-16,0 0-1 0,0 0-5 15,0 0 1-15,25 19 8 0,-22-13-6 0,7-4 2 16,0 1 2-16,-10-3-3 0,22-1 0 16,-8-1-1-16,3-3-3 0,0-2-3 0,2-3-6 15,7-5-5-15,-3-4 8 0,2-2-14 16,0-3-7-16,-3-1-3 0,5-14-3 0,4 2-13 16,-6-5-4-16,2-2-2 0,-1-7-3 15,-3 3-3-15,1-1 6 0,-2 5 10 16,-7 11 4-16,-4 4 9 0,-3 7 19 15,-3 5 0-15,0 5 3 0,-5 3 3 0,2 2 7 16,-2 7 9-16,0 0 9 0,0 0 8 16,-43 36 1-16,25-7 4 0,-5 13 3 0,0-1-4 15,1 4 1-15,6-1-3 0,0 2-7 16,5-8 12-16,4-2-16 0,-1-2-1 0,4 0 0 16,2-9-6-16,2-4 0 0,2-3-2 15,2-2 3-15,2-3 3 0,3-1-8 16,4-3-2-16,3-1-2 0,-2-2-2 0,4-5-3 15,1 1-1-15,0-4-4 0,4-1 2 16,0-4-1-16,-4-1 0 0,2-1 7 16,-4-3 6-16,0 2 8 0,-5 0 20 15,-1 2 14-15,-2 2 2 0,0 0-2 0,-6 2 0 0,-3 4-21 16,0 0 4-16,0 0 15 16,0 0 17-16,-10 24 4 0,3-13 6 0,-2 3-12 15,1 0-1-15,2 1-7 0,0-1-3 16,1-1-5-16,1 0 4 0,2-1 2 0,-2-1 0 15,4-2-2-15,4 0-29 0,-2-3-28 16,3 3 0-16,3-4 0 0,-2 0 0 0,4-1 0 16,1-1 0-16,3-3 0 0,-14 0 0 15,32-3 0-15,-16-1 0 0,2 2 0 0,3-6 0 16,-4 3-133-16,-1-2-36 16,2 0-40-16,-4 2-56 0,-1-2-71 0,-2 0-86 0,1-1-79 15,-3 1-108-15,-3-3-172 16,-3 0 58-16,0-1 77 0,-1 1-509 0,0-2-623 15</inkml:trace>
  <inkml:trace contextRef="#ctx0" brushRef="#br0" timeOffset="87517.87">31139 9317 3575 0,'-14'-5'216'15,"3"1"17"-15,3 1 25 0,8 3 19 0,-10-5 13 16,10 5-15-16,0 0-23 15,0-8-27-15,0 8-23 0,21-4-23 0,4-1-60 16,11 0-74-16,4 1-79 0,1-1-106 16,-1 0-129-16,1 0-166 0,-4-2-205 0,1 4-69 15,-9-2 83-15,-3 5-494 0,5 0-589 16</inkml:trace>
  <inkml:trace contextRef="#ctx0" brushRef="#br0" timeOffset="88365.68">30944 10069 3400 0,'-6'-8'206'15,"6"8"17"-15,-3-5-4 0,3 5 4 16,0 0 35-16,0 0 34 0,0 0 21 0,0 0 0 15,0 0-21-15,0 0-26 0,-6 23-26 16,6-16-21-16,0 1-21 0,2-1-21 0,-2 2-17 16,2-2-14-16,-4 1-15 0,2-1-12 15,0 0-10-15,-2 0-12 0,2-7-11 0,-4 11-7 16,2-6-4-16,-1 2-3 0,3-7-16 16,0 0-13-16,-9 7-19 0,9-7-12 0,0 0-12 15,0 0-3-15,0 0-2 16,11-25 4-16,-4 13-2 0,0 0-3 0,4 2-3 0,-2 3 5 15,-2-2-1-15,1 2-2 16,-3 3 11-16,-5 4 7 0,14 2 0 0,-14-2 1 16,15 14-2-16,-7-3-1 0,-1 0 2 15,3 5-6-15,0-4-18 0,3 5-25 0,4 3-44 16,2-3-37-16,4 0-30 0,-2-5-26 16,-2 0-23-16,2-3-22 0,0-1-20 0,-2-6-2 15,0 0 3-15,-1-2 6 0,-2 0 14 16,2-4 16-16,-3-2 29 0,-3 0 13 0,4-3 23 15,0-3 21-15,0-2 26 0,-3 0 27 16,-1 2 21-16,-1 0 26 0,-2 5 19 16,-2-1 12-16,-1 2 19 0,-1 3 2 15,1-2 9-15,-6 5 16 0,0 0 8 0,0 0 2 16,12 10-5-16,-12-10-3 0,4 11-6 16,-1-5-9-16,5 3-4 0,-1 1-3 0,5 0-8 15,3 2-10-15,1 1-13 0,2-7-9 16,0 0-5-16,-1-2-2 0,5 1 0 15,1-5-1-15,4 0 3 0,0 0 2 0,-2-5-1 16,-7 1 4-16,5-4-4 0,-10 4 12 16,3-5 6-16,-5-1 3 0,-1 1 5 0,0-3 0 15,-7-2 6-15,-1 2-5 0,-2-1-2 16,0-1 1-16,-4 0-3 0,3 1-4 0,-5-1-3 16,-1 2-2-16,-4 2-6 15,0 0-20-15,-1 2-19 0,1 3-31 0,2 0-38 16,-5 2-66-16,3 1-73 0,2 2-81 15,9 0-109-15,-19 2-158 0,19-2-36 0,-12-2 65 16,12 2-332-16,0 0-376 0</inkml:trace>
  <inkml:trace contextRef="#ctx0" brushRef="#br0" timeOffset="88765.62">32326 9631 2761 0,'11'-14'214'0,"-3"7"26"16,0 1 12-16,-5 6 26 0,-3 0 60 0,0 0 63 15,-14 20 28-15,0 4 7 0,-8 2-11 16,-3 11-16-16,1 1-22 0,-2 3-17 16,1 2-27-16,0-1-33 0,2-3-21 15,8-6-32-15,-3-2-205 0,5 0-52 0,0-4 0 16,5-3 0-16,3-7 0 0,-1-4 0 16,1 0 0-16,0-3 0 0,3-2 0 0,0-1 0 15,0 0 0-15,1-3 0 0,1-4 0 16,0 0 0-16,0 0 0 0,0 0 0 0,0 0 0 15,0 0 0-15,0 0 0 0,-2-22 0 16,0 11 0-16,-2-1 0 0,-3 0 0 16,-2 2 0-16,-2 5 0 0,-2-2 0 15,0 4 0-15,0 6 0 0,-5 2 0 0,0 2 0 16,-4 3 0-16,-3 9 0 0,0-1 0 16,11 0 0-16,-8 1 0 0,8-2 0 0,3-2 0 15,4-1 0-15,0 0 0 0,3-1 0 16,2-3 0-16,2 0 0 0,2-3 0 0,4 1 0 15,-1-4 0-15,2 2 0 0,9-2-92 16,-3-2-372-16,3-2-97 0,0-2-114 0,8-2-186 16,-1-2 61-16,0 0 88 0,9-5-657 15,-1-1-824-15</inkml:trace>
  <inkml:trace contextRef="#ctx0" brushRef="#br0" timeOffset="89365.87">32270 10082 3866 0,'-21'0'65'0,"21"0"35"0,0 0 21 16,-9-3 23-16,9 3 24 0,0 0 11 0,0 0-11 15,0 0-16-15,0 0-14 0,29-10-14 16,-18 10-10-16,3-4-14 0,-2 0-12 0,4-1-10 16,-3-2-17-16,3 2-7 0,-3-1-5 15,1-1-7-15,-3 0-6 0,-2 1-5 0,-4 3-3 16,-5 3-2-16,12-8-7 15,-12 8-4-15,0 0-1 0,0 0 2 0,0 0-3 16,0 0 7-16,-61 24 7 0,35-7 9 16,-3 2 8-16,0 3 7 0,3 0 9 0,1 4 3 15,3-2 3-15,4-2 0 0,5-3 15 16,5-2-1-16,2-3 7 0,2-4 2 16,4 0 10-16,2-1-3 0,4-3-6 0,2 2-1 15,5-4-11-15,0-3-7 0,6-1-9 16,6-3-7-16,2-1-7 0,11-6-6 0,8-7-7 15,-1-1-9-15,4-5-13 0,-1-5-11 16,-1-4 4-16,2-1-1 0,1-6 0 0,-7 1 0 16,-1 1-1-16,-4 6 7 0,-11 8 6 15,-4 4 20-15,-6 3 6 0,-5 6-1 16,-7 2 0-16,-5 2-5 0,0 6 2 16,0 0 2-16,0 0-1 0,0 0-2 0,-28 4-2 15,28-4-2-15,-20 12-2 0,11-4-4 16,4-1 7-16,-3 2-6 0,4 1-29 0,-2 1 0 15,4-2 0-15,0 3 0 0,0 2 0 16,2 1 0-16,0-3 0 0,-3 5 0 0,3 0 0 16,0 0 0-16,-4 0 0 15,0-2 0-15,3 3 0 0,-8 0 0 0,4-4 0 16,-1 1 0-16,-5 3 0 0,1-5 0 0,1-1 0 16,-1 0 0-16,2-2 0 0,-1 1 0 15,0-3 0-15,-2 0 0 0,4-1 0 16,2-5 0-16,-5 0 0 0,5 2 0 15,5-4 0-15,0 0 0 0,-18-8-367 0,15 3-590 16,3-3 23-16,0 0 100 0,5-3-900 16,1-1-1167-16</inkml:trace>
  <inkml:trace contextRef="#ctx0" brushRef="#br0" timeOffset="89531.63">32791 10128 5304 0,'5'-5'339'0,"-5"5"62"0,7-8 50 0,-7 8 53 15,1-5 6-15,-1 5-7 0,0 0-324 0,0-12-179 16,0 12 0-16,2-8 0 15,-2 8 0-15,0 0 0 0,2-6 0 0,-2 6 0 16,0 0 0-16,0 0 0 0,4-3 0 16,-4 3 0-16,0 0 0 0,0 0 0 0,0 0 0 15,0 0 0-15,0 0-962 0,-33 3-12 16,14 2 103-16,-17 4-960 0,-2 1-1258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19T03:03:49.4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21820 9993 2980 0,'4'-17'336'0,"-3"3"-70"15,-1 2-37-15,2 3 3 0,-2 1 9 16,0 2 3-16,0 6-7 0,0-10-24 0,0 10-2 16,0-5-19-16,0 5 54 0,0 0 37 15,4 31 25-15,-10 8 7 0,3 19-6 0,-3 10 0 16,-6 24 7-16,1 7-20 0,-3 0 1 15,1-2-166-15,2-2-131 0,3-1 0 0,-3-18 0 16,2-7 0-16,-2-1 0 16,8-3 0-16,-5-5 0 0,3-7 0 0,-3-10 0 15,4-6 0-15,-4-2 0 0,5-11 0 16,-1-4 0-16,2-6 0 0,-2-2 0 0,1-4 0 16,-4-4 0-16,7-4 0 0,0 0 0 15,-16-17-512-15,8-4-239 0,5-16-158 0,-4-18 68 16,5-7 94-16,0-3-760 0,6-2-953 15</inkml:trace>
  <inkml:trace contextRef="#ctx0" brushRef="#br0" timeOffset="199.97">21728 10173 4547 0,'-1'-11'168'0,"1"11"14"15,0 0 19-15,0-11 33 0,0 11 30 16,7-11 23-16,4 3 4 0,8-5-9 0,14-5-17 15,8-2-26-15,11-4-23 0,5 3-24 16,1 0-18-16,-1-3-42 0,0 5-51 0,-2 3-65 16,-4-1-89-16,-8 4-100 0,-7 4-104 15,-7 2-120-15,-7 4-102 0,-7 2-95 0,-3 2-178 16,-4 2 41-16,-6 4 75 0,-6 3-568 16,-6 8-687-16</inkml:trace>
  <inkml:trace contextRef="#ctx0" brushRef="#br0" timeOffset="780.83">22392 10286 3552 0,'9'-16'112'0,"-2"4"18"15,1 3 20-15,-4-1 39 0,2 4 46 0,-2 0 46 16,-4 6 34-16,1-11 21 0,-1 11-8 16,2-9-10-16,-2 9-22 0,0 0-25 0,0 0-24 15,-14-5-24-15,14 5-17 0,-34 10-16 16,8 2-21-16,-2 3-15 0,-1 2-19 0,0-1-13 16,6 3-15-16,-2 0-10 15,4 3-69-15,5-1-28 0,2 0 0 0,6-5 0 16,5 0 0-16,3-2 0 0,3 1 0 15,7 1 0-15,3 0 0 0,9 2 0 0,-2-1 0 16,5 0 0-16,2-3 0 0,-1 0 0 16,-2-3 0-16,-8-1 0 0,4 2 0 0,-6-2 0 15,0-3 0-15,-5 1 0 0,1-2 0 16,-4 2 0-16,0-1 0 0,-3 1 0 0,-3 1 0 16,0 0 0-16,-3-1 0 0,-5 0 0 15,-2 5 0-15,1-5 0 0,-2 2 0 16,-3-1 0-16,-1-4 0 0,1 3 0 15,0-4 0-15,0-2 0 0,-1-1 0 0,1 1 0 16,-1 0-584-16,-2 1-403 0,-2 2 86 16,0 1 107-16,-2 4-881 0,0 1-1111 0</inkml:trace>
  <inkml:trace contextRef="#ctx0" brushRef="#br0" timeOffset="964.43">22109 10984 5166 0,'0'0'286'0,"0"0"38"0,0 0 39 15,-4 9 19-15,4-9 2 0,0 0-11 16,0 0-27-16,0 0-37 0,33-14-51 16,-12 7-258-16,2 0 0 0,7-1 0 0,-1 1 0 15,-2 3 0-15,-5-2 0 0,-1 6 0 16,2-1-424-16,-4 2-191 0,-2 5-149 0,-5 3-99 16,-2 3 72-16,-8 3-819 0,-4 2-1050 15</inkml:trace>
  <inkml:trace contextRef="#ctx0" brushRef="#br0" timeOffset="1217.33">22209 11265 4170 0,'-12'8'72'16,"4"0"100"-16,3-3 63 0,5-5 48 0,-8 1 16 16,8-1 28-16,0 0 25 0,0 0 16 15,0 0-12-15,26-25-2 0,-10 18-7 0,-1 0-20 16,2 2-29-16,5-2-67 16,-8 5-231-16,4 2 0 0,-3 4 0 0,-1 2 0 15,-3 3 0-15,-6 5 0 0,1 3 0 16,-3 2 0-16,-3 5 0 0,-5 10 0 0,-1-2 0 15,3-3 0-15,-1-6 0 0,0 0 0 16,4-6 0-16,0 0 0 0,4-5 0 0,2 0 0 16,1-5 0-16,3-4 0 0,1-3 0 15,10-7 0-15,-2-3 0 0,9-9 0 0,7-12 0 16,0 1 0-16,-3-5 0 0,2-2-234 16,6-3-617-16,-6 5-89 0,2-2 94 0,7 3-963 15,-5-1-1238-15</inkml:trace>
  <inkml:trace contextRef="#ctx0" brushRef="#br0" timeOffset="1933.42">22927 9943 4653 0,'1'-7'-232'0,"-1"0"37"0,0 7 42 16,0-8 44-16,0 8 46 0,0 0 33 16,0-7 17-16,0 7 3 0,0 0 5 0,0 0 11 15,0 0 31-15,0 0 24 0,0 0 22 16,0 0 10-16,0 0 12 0,0 0 5 0,-18 13-2 15,14-9-10-15,4-4-8 0,-4 5-7 16,4-5-7-16,0 0-6 0,-8 7 7 0,8-7 11 16,0 0 10-16,-2 5 11 0,2-5 12 15,0 0 8-15,-9 2 7 0,9-2 4 0,0 0 3 16,0 0 10-16,0 0-10 16,0 0-1-16,-7 6-14 0,7-6-20 0,0 0 5 15,0 0-14-15,0 0-10 0,0 0-8 16,0 0-7-16,0 0-14 0,0 0-5 0,0 0 1 15,0 0-10-15,16 9-1 0,4-6-6 16,7-6-3-16,12 2-1 0,7-1-4 0,2-2-7 16,-2-1 1-16,-1 3-15 0,-3-1 6 15,-9 0-4-15,-7 1-4 0,-7 0 13 0,-1 0 9 16,-3 2-8-16,-2 0 18 0,-3-3-3 16,1 3 9-16,-11 0 2 0,15-1 1 0,-15 1-6 15,13 1 2-15,-5 6 40 16,-2 6 30-16,-2 9-37 0,0 3-78 0,-1 16 0 15,1 14 0-15,-2 3 0 0,0 11 0 16,0 2 0-16,-1 6 0 0,-2 0 0 0,2 5 0 16,1 2 0-16,-2-2 0 0,5 2 0 15,-3-3 0-15,-2-6 0 0,3-3 0 0,-1-5 0 16,2-6 0-16,-4-12 0 0,2-8 0 16,-2-3 0-16,2-9 0 0,-2-7 0 0,0-3 0 15,0-5 0-15,0-1 0 0,0-2 0 16,1-3 0-16,-1 2 0 0,0-2 0 15,0-4 0-15,0-4 0 0,0 0 0 0,-5 7 0 16,5-7 0-16,0 0 0 0,0 0 0 16,-18-11 0-16,11 3 0 0,0-5 0 15,-5-3-800-15,2-2-170 0,3-3 103 0,1-12-1022 16,5 1-1312-16</inkml:trace>
  <inkml:trace contextRef="#ctx0" brushRef="#br0" timeOffset="2164.34">24238 10420 5997 0,'-4'-7'420'0,"2"2"16"0,2 5 12 0,0-10 6 16,4 2-18-16,2 2-436 0,9-1 0 15,4-1 0-15,16-1 0 0,1 1 0 0,5-4 0 16,3 4 0-16,0 2 0 0,-2 2 0 15,-6 1 0-15,-3-2 0 0,-6 5 0 0,-6 0-396 16,-6 3-601-16,-4 4 84 0,-3 1 100 16,-6 4-912-16,-8 5-1158 0</inkml:trace>
  <inkml:trace contextRef="#ctx0" brushRef="#br0" timeOffset="2330.87">24268 10744 5214 0,'-11'3'232'0,"2"1"31"0,3-3 48 0,6-1 36 15,0 0 22-15,-12 4 17 0,12-4-24 16,0 0-30-16,0 0-36 0,20-17-217 0,-4 8-79 16,16-8 0-16,9-4 0 0,6-8 0 15,11 0 0-15,-1-4-444 0,13-12-214 0,1-1-220 16,-2-3 31-16,-7 3 82 0,-12 6-799 16,-1 8-1007-16</inkml:trace>
  <inkml:trace contextRef="#ctx0" brushRef="#br0" timeOffset="2697.65">25214 10005 4589 0,'2'-8'50'16,"0"4"33"-16,1 0 35 0,-3 4 39 15,8-7 40-15,-8 7 1 0,9-2 20 0,-9 2-14 16,0 0 12-16,18 7-3 0,-13 3-5 16,1 0 3-16,-4 5 2 0,2 3-2 0,-4 2-8 15,-3 1-10-15,0 11-18 0,-7 1-11 16,1 2-18-16,-1-2-10 0,-1 0-48 0,-7 0-88 15,9-3 0-15,4-6 0 0,-1-1 0 16,4-3 0-16,2 1 0 0,0 1 0 16,8 0 0-16,-5-3 0 0,7 1 0 0,-2-3 0 15,3 1 0-15,-2-1 0 0,3 1 0 0,-3-5 0 16,1 3 0-16,-2-2 0 0,-1 1 0 16,1-3 0-16,-5 3 0 0,1-1 0 15,-2-3 0-15,0 3 0 0,-4 3 0 16,-4 1 0-16,-5 0 0 0,-2 8 0 0,-8-2 0 15,-2 0 0-15,-4-2 0 0,-3-1 0 16,-8 2 0-16,2-5 0 0,4-3 0 0,-4 1 0 16,4-5 0-16,0-3 0 0,8-4 0 15,1-1 0-15,3-7 0 0,6-1 0 0,-4-7 0 16,-1-13-538-16,8-7-455 0,9-9-1272 16,5-19-1666-16</inkml:trace>
  <inkml:trace contextRef="#ctx0" brushRef="#br0" timeOffset="3048.85">25256 9740 6622 0,'-29'-9'-3'15,"-1"4"22"-15,-14 7 64 0,-15 10 64 0,-6 8 67 16,-19 16 51-16,0 8 34 0,-4 13 14 16,8 10-81-16,2 9-232 0,12 11 0 0,7 7 0 15,11 4 0-15,15 3 0 0,17-2 0 16,16-19 0-16,16 13 0 0,19 0 0 0,14-10 0 15,14-7 0-15,11-10 0 0,1-12 0 16,1-14 0-16,-9-16 0 0,9-9 0 16,6-7 0-16,4-8 0 0,19-18 0 15,-7-10 0-15,-3-8 0 0,-7-8 0 0,-6-9 0 16,-8-12 0-16,-4-7 0 0,-15-12 0 16,-11-7 0-16,-8-5 0 0,-15-12 0 0,-16-2 0 15,-12 0 0-15,-12 4 0 0,-19 7 0 16,-14 9 0-16,-11 10 0 0,-11 17 0 0,-10 14 0 15,-15 22 0-15,-6 16 0 0,-10 16 0 16,0 19 0-16,-3 10 0 0,1 10-141 0,15 9-630 16,-2 9-174-16,7 4 82 0,13 4 98 15,7 3-836-15,4 7-1040 0</inkml:trace>
  <inkml:trace contextRef="#ctx0" brushRef="#br0" timeOffset="4348.64">5191 14607 4315 0,'3'-10'-111'0,"3"6"8"16,-3 0 8-16,-3 4 11 0,0 0 46 0,0 0 13 15,2 22 25-15,-2-15 32 0,3 4-5 16,1 2 18-16,1-4 15 0,5 2 17 16,5-1 7-16,14 1-9 0,9-3 0 0,3-6-10 15,11-4-4-15,9-3-6 0,6-7-10 16,1-3-42-16,1-4-57 0,2-5-73 0,-5 3-88 16,-5-4-126-16,-4 0-197 0,-5 3-63 15,-9 1 68-15,-12 7-200 0,-10 6-224 16</inkml:trace>
  <inkml:trace contextRef="#ctx0" brushRef="#br0" timeOffset="4565.39">5720 15089 2441 0,'0'0'299'0,"0"0"0"0,0 0-4 0,0 0 9 16,0 0 4-16,0 0-5 0,25-32-16 15,0 12-21-15,7 2-32 0,13-7-21 0,0 2-25 16,3-1-48-16,-1 1-65 0,-1 3-83 16,-1 0-104-16,-10 8-116 0,-5 2-149 0,-5 3-196 15,-6 5-132-15,-8 0 70 16,0 4-390-16,-11-2-500 0</inkml:trace>
  <inkml:trace contextRef="#ctx0" brushRef="#br0" timeOffset="5397.42">19146 14638 2986 0,'9'-10'-22'0,"4"-2"-1"16,12-3 3-16,9 1 7 0,4-1 7 15,-1 1 8-15,9-3 0 0,-8 5 1 0,-2 0 0 16,-1 4-2-16,-1-1-35 0,-2 3-54 15,-3 2-104-15,-2 1-143 0,-10 3-159 16,2 3-108-16,-10 2-102 0</inkml:trace>
  <inkml:trace contextRef="#ctx0" brushRef="#br0" timeOffset="5565.25">19256 14849 1930 0,'-7'5'172'0,"3"-1"-4"0,4-4 40 16,0 0 29-16,0 0 29 0,0 0 0 0,0 0-10 15,38-15-18-15,-22 9-25 0,0-2-24 16,7 2-19-16,1-1-19 0,10-1-53 16,0 0-60-16,-2 0-92 0,-1 3-121 0,-6 4-123 15,0-2-168-15,-5 3-164 0,-3 4 64 16,-4 1-254-16,-1 0-307 0</inkml:trace>
  <inkml:trace contextRef="#ctx0" brushRef="#br0" timeOffset="9763.11">18282 10510 2114 0,'22'-17'-116'0,"-9"4"10"0,-1 0 24 16,-7 0 10-16,1-1 11 0,-4 2 5 15,-2 1 13-15,-2-7 13 0,-6 1 8 0,-3 0 14 16,-8-8-3-16,-2 4 4 0,-10 1 3 15,1 2 2-15,-14-3 1 0,0 4 8 16,2 5 9-16,-13-1-8 0,-2 2-2 0,-6-1 2 16,-7 5-3-16,-7 0 1 0,-3 1 2 15,-4 2-1-15,-2-1 7 0,-3 3-3 16,-5-1 0-16,1 1 0 0,0 2 1 16,0 2 11-16,-1-1-1 0,-20 3 3 0,24 1 4 15,2 0 1-15,2 0-5 0,3 2-2 16,-1 2 10-16,2 1-6 0,-21 2 4 0,4 4-10 15,2 0 0-15,1 3-3 0,-1 2 2 16,2 2-1-16,4-1-2 0,1 2-1 0,19-2-1 16,-14 6-4-16,5 2-2 0,19-3 0 15,-4 1-3-15,-10 8 1 0,1 1-3 0,0 0 1 16,15-4-2-16,0-2 4 16,4 3 4-16,-1-4 3 0,6 6 1 0,3-1-5 0,1 0 2 15,6 4-4-15,-3 2 3 0,4-2-3 16,1 4-1-16,4-4 3 0,4 2-3 15,-3 0-3-15,7 1 4 0,-1-1 0 16,0 2-4-16,2 3 0 0,3 0 2 16,-3 3 0-16,-2-2-2 0,0 5 4 0,0-2-1 15,1-1-1-15,-5 1 2 0,3 0-1 16,-5 0 1-16,3 3 2 0,-3-2 11 0,-3 2-3 16,2-1 0-16,0-2-1 0,0 1 2 15,0 0-5-15,0 1 4 0,2-1-3 0,2 0-3 16,-1 2-2-16,4-3 3 0,5 0-4 15,1 0 0-15,1-4 3 0,6 0-5 0,4-7 0 16,0 0 0-16,5 0-2 16,-1 1 1-16,4 2 0 0,2 1 1 0,0 3 0 15,4 10 0-15,3-1 1 0,-1-1-3 16,4 1 1-16,1 4 2 0,0-1 2 0,5 2 7 16,2 2-2-16,-2-2 0 0,5 0-3 15,3-4 1-15,0 1-3 0,2-2 0 16,-1-2-1-16,4-1 1 0,-2 2-4 0,0-1 2 15,-1 0 0-15,1 0-1 0,-1 2 1 16,4 0 1-16,-1 2-2 0,10 13 1 0,-7-13 0 16,12 11 3-16,0-1 2 0,5-3 2 15,-8-16-1-15,2-2 3 0,13 8-3 0,-11-12 10 16,1-5 7-16,5-2 2 16,0-3 3-16,7-4-4 0,-5-1 0 0,7-4-7 15,-5 0 8-15,4-2-5 0,-1-4 1 16,3 0 3-16,3-2 1 0,-1-3-6 0,1 0 5 15,-1-3-8-15,0-1 6 0,2-2 0 16,-6-2-7-16,-6-2 0 0,-4-2-6 16,5 0 9-16,0-2 17 0,8 0 9 0,7-4-4 15,-3-2-5-15,2 2 2 0,-4-1-12 16,1-3 8-16,2-2-3 0,-3 1-4 0,3 3-6 16,-2-5 2-16,0 3 3 0,-2-2-10 15,0 2 2-15,-8-1-4 0,2-2 5 16,-6 2-5-16,-5 2-3 0,-6 0 10 15,-2-2 3-15,-2 0 1 0,1-1 0 0,-1-4 0 16,7-3-2-16,4-2-9 0,-4-4-1 16,7-1-2-16,4-2 1 0,-2-1-3 0,9 0-5 15,0 0 3-15,20-4-4 0,-21 8 0 16,0 1 0-16,-1 0 2 0,-4 4-5 16,-1-1 2-16,-5-1-3 0,-1 3 4 0,-5 0-3 15,2-1-3-15,-4 1 3 0,-9-1 1 16,13-2-1-16,-7-2-3 0,1-7-3 0,-1 2 0 15,1-2 2-15,3 0-2 0,-3-2 3 16,4 2-3-16,0-1 0 0,0 2 3 16,-2-1-1-16,-1 2-1 0,-2 1 1 15,1 2 1-15,-11 3-3 0,-1 2-1 0,-1-3-4 16,-1-1 15-16,-2 0 1 0,-2 0 2 16,0-5-3-16,-4 1-6 0,8-7 2 0,-5 5 2 15,0 0 1-15,1-6 1 0,2-2-2 16,1 4-5-16,-3 7 1 0,3-1 0 15,-4 3-3-15,-1 1-4 0,4 1 6 0,-8 0-6 16,5 3 10-16,-3-1 5 0,0-3 13 16,-3 8 5-16,-5 1 1 0,2-3-4 0,-1-1-4 15,3-5-1-15,-2-2-1 16,1-2-2-16,-1 1-1 0,-2-3-5 0,0 1 2 16,-2 1-4-16,2-4 0 0,2-2-5 15,-4 2 6-15,-1-4-5 0,1-1 0 0,-2-3-1 16,7-8 0-16,-6-4-4 0,0-3 1 15,-3 1-5-15,1-6 9 0,-1-2-7 0,-8-5 2 16,1-1 6-16,-1-5-3 0,-10-19 0 16,-4-3 0-16,-6-5-2 0,-8-4-4 15,-4-5 1-15,-4 4-5 0,-8 3 3 0,-5 4 5 16,-3 6-4-16,-4 7 0 0,-4 11 0 16,-7 5-10-16,-8 10-20 0,-10 9-17 0,-5 4-40 15,-12 12-49-15,-7 6-48 16,-8 12-54-16,-6 9-60 0,-7 8-50 0,-3 4-147 15,-2 5-95-15,2 5 66 0,5 1-171 16,11 6-190-16</inkml:trace>
  <inkml:trace contextRef="#ctx0" brushRef="#br0" timeOffset="22460.2">15504 13043 1861 0,'0'-9'621'0,"0"3"-179"15,0-1-92-15,0 7-52 0,0-12-52 16,0 7-19-16,0 5-15 0,0-11-12 0,0 11-2 16,-1-6-12-16,1 6-21 0,0 0 23 15,0 0 26-15,0 0 3 0,-18 27-15 0,11-10 1 16,-3 2-11-16,2 2-1 0,1 9-3 16,-3-5-18-16,5-4-11 0,-2-2-6 0,4-1-12 15,-1-1-15-15,0-1-9 0,3-3-13 16,-3-3-8-16,2 1-12 0,0-3-9 0,0 1-2 15,0-2-8-15,2 0-9 16,-2-2-4-16,-2 0-5 0,4-5-3 0,-4 8-16 16,2-3-40-16,2-5-64 0,0 0-62 15,-1 7-77-15,1-7-111 0,0 0-131 0,0 0-141 16,0 0-188-16,0 0-31 0,0 0 93 16,0 0-651-16,0 0-828 0</inkml:trace>
  <inkml:trace contextRef="#ctx0" brushRef="#br0" timeOffset="23244.9">16928 13176 4057 0,'-14'-2'138'16,"1"0"13"-16,13 2 8 0,-17-2 3 16,17 2 25-16,-11-4 35 0,11 4 18 0,0 0-5 15,-18-2-14-15,18 2-19 0,0 0-25 16,-7-2-20-16,7 2-23 0,0 0-33 0,0 0-43 15,0 0-28-15,0 0-30 0,0 0-20 16,0 0-20-16,0 0 1 0,-13-3 3 0,13 3 1 16,0 0 3-16,0 0 12 0,0 0-2 15,0 0 3-15,0 0 4 0,0 0 20 0,0 0 14 16,0 0 9-16,0 0 8 16,0 0 0-16,0 0-1 0,0 0 0 0,0 0-7 15,0 0-2-15,-9 9 55 0,6 2 15 16,-5 4 9-16,3 4 4 0,-7 10 15 0,-1 4 5 15,2 1 2-15,1 0 13 0,-1-2-6 16,-2-1-1-16,2-2-3 0,4-5-7 16,2-4-10-16,-4-5-99 0,5-1-18 0,-1 0 0 15,1-4 0-15,1-2 0 0,1 1 0 16,-2-2 0-16,0 0 0 0,4-7 0 0,-4 10 0 16,4-10 0-16,-4 3 0 0,4-3 0 15,0 0-314-15,0 0-163 0,-6-17-118 16,6 9-159-16,-1 1-106 0,-1 0 90 15,-2 0-734-15,2 2-949 0</inkml:trace>
  <inkml:trace contextRef="#ctx0" brushRef="#br0" timeOffset="68134.72">6942 16409 197 0,'0'0'28'15,"0"0"-1"-15,0 0-10 0,0 0-1 16,0 0 0-16,0 0-8 0,0 0 3 0,0 0-6 16,0 0 4-16,0 0 1 0,0 0-6 15,0 0 3-15,0 0 5 0,0 0-2 0,0 0-1 16,0 0 1-16,0 0 2 0,0 0-2 15,0 0-2-15,0 0 1 0,0 0-9 16,0 0 6-16,0 0 0 0,0 0 2 0,0 0-3 16,0 0-4-16,0 0 3 0,0 0 3 15,0 0-4-15,0 0 2 0,0 0-7 16,0 0 4-16,0 0-3 0,0 0 3 16,0 0 2-16,0 0-4 0,0 0-4 15,0 0 2-15,0 0-1 0,0 0 7 0,0 0-7 16,0 0-5-16,0 0-7 0,0 0-18 15,0 0-22-15,0 0-70 0,0 0 43 0</inkml:trace>
  <inkml:trace contextRef="#ctx0" brushRef="#br0" timeOffset="71450.98">6928 16459 395 0,'0'0'52'15,"0"0"3"-15,0 0 9 0,12 6 3 0,-12-6 6 16,0 0 8-16,0 0 2 0,0 0 1 15,0 0-1-15,0 0-2 0,0 0 0 16,0 0-5-16,0 0 2 0,0 0 2 0,0 0 5 16,0 0 4-16,0 0 0 0,0 0 3 15,0 0 4-15,0 0-1 0,0 0 4 0,0 0 3 16,0 0-5-16,0 0 0 0,0 0 1 16,0 0-3-16,0 0-5 0,0 0-1 15,0 0 0-15,0 0-7 0,0 0-3 0,0 0 1 16,0 0-4-16,0 0-6 15,0 0 5-15,0 0-3 0,0 0-9 0,0 0 4 16,0 0-5-16,0 0-1 0,0 0-5 16,0 0-5-16,0 0 1 0,0 0 3 0,0 0-17 15,0 0-1-15,0 0-8 0,0 0-3 16,0 0 12-16,0 0-5 0,0 0 3 16,0 0-4-16,0 0 0 0,0 0 5 0,0 0 4 15,0 0 2-15,0 0 4 0,0 0 2 16,0 0-1-16,0 0 0 0,0 0-4 0,0 0 1 15,0 0 4-15,0 0-4 16,0 0 1-16,0 0 1 0,0 0 0 16,0 0-10-16,0 0 6 0,0 0-3 0,0 0 1 15,0 0-2-15,0 0-1 0,0 0 0 16,0 0 0-16,0 0-3 0,0 0-1 0,0 0-3 16,0 0-1-16,0 0 2 0,0 0 3 15,-28-3-5-15,28 3 2 0,0 0-6 0,-14 3 8 16,14-3 1-16,0 0 3 0,-13 0 5 15,13 0-3-15,0 0 0 0,-14 2 3 16,14-2 0-16,0 0 3 0,0 0 0 0,0 0-6 16,-22-2 1-16,22 2-1 15,0 0 1-15,-12 0-7 0,12 0 0 0,0 0-7 0,0 0 0 16,-15-3-3-16,15 3-5 0,0 0-3 16,-16-1-3-16,16 1 0 0,0 0-2 15,-18 0 1-15,18 0-2 0,-16 0-1 16,16 0-5-16,0 0 3 0,-19 0 3 15,19 0-4-15,-13 0 1 0,13 0-4 0,0 0 4 16,-15 0 2-16,15 0-2 0,0 0-2 16,0 0 1-16,0 0-2 0,-16 0 0 15,16 0 0-15,0 0-2 0,0 0 0 0,0 0-2 16,0 0 4-16,0 0-4 0,-17 0 3 16,17 0-3-16,0 0 2 0,0 0-1 15,0 0 1-15,0 0 2 0,0 0-8 16,0 0 4-16,0 0 1 0,0 0-3 0,0 0-1 15,0 0 7-15,0 0-2 0,0 0-2 16,-15 0 1-16,15 0-2 0,0 0-1 16,0 0 4-16,0 0 0 0,0 0 0 0,0 0-4 15,0 0 3-15,0 0-1 0,0 0 2 16,0 0-1-16,0 0 0 0,0 0 2 0,0 0 2 16,0 0-2-16,0 0 0 0,0 0-3 15,0 0 1-15,0 0-1 0,0 0 1 16,0 0 2-16,0 0-3 0,0 0 0 0,0 0 2 15,0 0 1-15,0 0-3 0,0 0 5 16,0 0-3-16,0 0 1 0,0 0-3 16,0 0-2-16,0 0 1 0,0 0 2 15,0 0-2-15,0 0 2 0,0 0 0 0,0 0-3 16,0 0 2-16,0 0-3 0,-7-6 2 16,7 6 2-16,0 0-1 0,0 0 1 15,0 0 1-15,0 0-1 0,0 0-1 0,0 0 4 16,0 0 0-16,0 0-5 0,0 0 1 15,0 0 1-15,0 0-2 0,0 0 1 0,0 0 0 16,0 0 0-16,0 0 3 0,0 0-4 16,0 0 2-16,0 0 0 0,0 0-1 15,0 0 0-15,0 0 0 0,0 0 0 16,0 0 0-16,0 0-2 0,0 0 1 16,0 0-1-16,0 0 2 0,0 0-2 0,0 0 2 15,0 0 1-15,0 0-3 0,0 0 2 16,0 0 0-16,0 0-2 0,0 0 4 0,0 0 1 15,0 0-2-15,0 0 4 0,0 0-4 16,0 0-3-16,0 0 0 0,0 0 2 16,0 0 3-16,0 0-1 0,0 0-2 0,0 0-1 15,0 0 0-15,0 0 4 0,0 0 1 16,0 0-5-16,0 0 0 0,0 0 1 0,0 0 2 16,0 0-2-16,0 0 2 0,0 0-2 15,0 0 0-15,0 0 4 0,0 0-6 16,0 0 2-16,0 0-4 0,0 0 8 15,0 0-6-15,0 0 3 0,0 0-4 16,0 0 1-16,0 0 4 0,0 0 1 0,0 0-1 16,0 0-1-16,0 0 0 0,0 0-4 15,0 0 1-15,0 0 4 0,0 0 0 0,0 0-4 16,0 0 3-16,0 0 2 0,0 0-3 16,0 0-1-16,0 0-1 0,0 0 1 15,0 0 5-15,0 0-4 0,0 0 0 0,0 0-2 16,0 0 4-16,0 0 1 0,0 0-5 15,0 0 1-15,0 0 1 0,0 0 0 16,0 0-1-16,0 0 0 0,0 0-2 16,0 0-2-16,0 0 3 0,0 0 2 0,0 0 0 15,0 0-1-15,0 0 3 0,0 0-4 16,0 0-1-16,0 0 2 0,0 0 2 16,0 0-1-16,0 0-3 0,0 0 2 0,0 0-1 15,0 0 4-15,0 0-2 0,0 0 2 16,0 0-2-16,0 0-1 0,0 0 0 0,0 0 1 15,0 0-2-15,0 0 2 0,0 0-1 16,0 0-1-16,0 0-1 0,0 0 2 16,0 0 1-16,0 0 0 0,0 0-2 0,0 0 2 15,0 0 5-15,0 0-2 16,0 0-3-16,0 0 2 0,0 0-3 0,0 0-1 0,0 0 3 16,0 0-1-16,0 0-1 15,0 0-1-15,0 0 4 0,0 0-5 0,0 0 4 16,0 0-1-16,0 0 3 0,0 0-4 15,0 0 1-15,0 0 0 0,0 0 0 16,0 0-4-16,0 0 4 0,0 0 0 0,0 0 1 16,0 0-1-16,0 0 3 0,0 0-1 15,0 0 0-15,0 0-6 0,0 0 6 0,0 0-3 16,0 0-2-16,0 0 4 0,0 0-5 16,0 0 2-16,0 0 3 0,0 0-6 15,0 0 4-15,0 0 3 0,0 0 0 16,0 0-5-16,0 0 4 0,0 0 0 15,0 0 0-15,0 0-2 0,0 0 2 0,0 0 0 16,0 0 1-16,0 0-1 0,0 0 3 16,0 0-4-16,0 0-1 0,0 0 2 0,0 0-4 15,0 0 2-15,0 0 2 0,0 0-1 16,0 0 0-16,0 0 1 0,0 0 0 16,0 0 0-16,0 0-5 0,0 0 4 0,0 0 1 15,0 0 4-15,0 0-6 16,0 0 0-16,0 0 1 0,0 0-2 0,0 0 3 0,0 0-3 15,0 0 1-15,0 0 1 0,0 0 1 16,0 0-1-16,0 0 1 0,0 0-1 16,0 0-2-16,0 0 0 0,0 0 1 15,0 0 0-15,0 0 1 0,0 0 0 16,0 0 0-16,0 0 0 0,0 0-1 0,0 0 0 16,0 0 3-16,0 0-4 0,0 0 1 15,0 0 0-15,0 0 2 0,0 0-2 0,0 0 5 16,0 0-3-16,0 0 0 0,0 0-3 15,0 0 4-15,0 0 0 0,0 0 1 16,0 0-6-16,0 0 4 0,0 0 1 0,0 0-5 16,0 0 3-16,0 0 0 0,0 0-2 15,0 0 2-15,0 0-2 0,0 0 5 16,0 0-6-16,0 0 3 0,0 0-3 16,0 0 6-16,0 0-4 0,0 0 1 0,0 0 0 15,0 0 1-15,0 0 0 0,0 0-3 16,0 0-2-16,0 0 5 0,0 0-2 15,0 0-1-15,0 0 0 0,0 0 3 0,0 0-2 16,0 0 2-16,0 0-3 0,0 0 2 16,0 0-3-16,0 0 3 0,0 0-3 0,0 0 5 15,0 0 0-15,0 0-7 0,0 0 5 16,0 0 0-16,0 0-1 0,0 0 4 16,0 0-4-16,0 0 2 0,0 0-2 15,0 0 1-15,0 0-1 0,0 0-2 16,0 0 3-16,0 0-1 0,0 0-2 0,0 0 3 15,0 0-2-15,0 0 4 0,0 0-1 16,0 0-2-16,0 0 0 0,0 0 1 0,0 0 2 16,0 0-3-16,0 0-1 0,0 0 1 15,0 0 1-15,0 0 2 0,0 0-2 16,0 0 0-16,0 0-2 0,0 0 2 0,0 0 0 16,0 0-1-16,0 0 0 0,0 0-1 15,0 0 2-15,0 0 1 0,0 0-2 0,0 0 1 16,0 0 2-16,0 0-2 15,0 0-3-15,0 0 1 0,0 0 1 0,0 0 0 16,0 0 2-16,0 0 1 0,0 0-2 0,0 0-3 16,0 0 2-16,0 0 3 15,0 0-2-15,0 0-2 0,0 0 3 0,0 0 1 16,0 0-5-16,0 0 2 0,0 0-3 16,0 0 0-16,0 0-2 0,0 0 3 0,0 0-1 15,0 0-2-15,0 0 4 0,0 0-1 16,0 0-2-16,0 0 1 0,0 0 0 15,0 0 1-15,0 0 0 0,0 0-2 0,0 0 2 16,0 0-2-16,0 0 2 0,0 0 2 16,0 0 1-16,0 0-1 0,0 0-1 0,0 0-1 15,0 0 4-15,0 0-3 16,0 0-1-16,0 0 1 0,0 0 0 0,0 0-1 16,0 0-2-16,0 0 1 0,0 0 2 15,0 0-1-15,0 0-1 0,0 0 2 16,0 0 2-16,0 0-4 0,0 0 0 0,0 0-2 15,0 0 2-15,0 0 1 0,0 0-2 16,0 0 0-16,0 0 1 0,0 0 2 0,0 0-1 16,0 0-4-16,0 0-1 0,0 0 1 15,0 0 0-15,0 0 0 0,0 0 2 16,0 0-1-16,0 0-1 0,0 0 4 0,0 0 1 16,0 0-2-16,0 0 0 15,0 0 0-15,0 0 3 0,0 0 2 0,0 0-4 0,0 0 1 16,0 0 0-16,0 0 1 15,0 0 0-15,0 0 0 0,0 0-2 0,0 0 2 16,0 0 1-16,0 0-2 0,0 0 0 16,0 0 1-16,0 0-2 0,0 0 3 15,0 0-2-15,0 0 1 0,0 0-2 0,0 0 2 16,0 0-3-16,0 0-2 0,0 0-5 16,0 0-2-16,0 0-1 0,0 0-5 0,0 0-9 15,0 0 0-15,0 0-10 0,0 0 3 16,0 0-5-16,0 0-4 0,0 0 0 15,0 0-2-15,0 0-2 0,0 0-7 0,0 0-14 16,-18 0-15-16,18 0-28 16,0 0-51-16,0 0-48 0,0 0-54 0,0 0-57 15,0 0-79-15,0 0-117 0,0 0-89 16,0 0 58-16,0 0-223 0,0 0-261 16</inkml:trace>
  <inkml:trace contextRef="#ctx0" brushRef="#br0" timeOffset="77184.06">6966 16481 1912 0,'0'0'-96'16,"0"0"43"-16,0 0 17 0,9 1 19 15,-9-1 22-15,0 0 16 0,0 0 12 0,0 0 7 16,0 0 3-16,0 0 4 0,0 0 4 16,0 0-2-16,14 0-1 0,-14 0-4 15,0 0 2-15,11-3-5 0,-11 3-1 0,0 0-4 16,0 0-3-16,0 0-4 0,0 0-2 15,11 0 2-15,-11 0 1 0,0 0 7 0,0 0 4 16,0 0 5-16,0 0 2 0,0 0 5 16,0 0 2-16,0 0 3 0,0 0 8 15,0 0 3-15,0 0-8 0,0 0-8 0,0 0-2 16,-33-12-6-16,24 10 3 16,9 2-6-16,-19-4-2 0,8 0-2 0,-5 2-2 15,5 0-4-15,-5 1-4 0,-1-3-3 0,2 1 5 16,2 3-10-16,-3-3-3 0,3 1 9 15,-1-2-5-15,3 1-1 0,11 3-1 16,-17-5 5-16,7 3-5 0,10 2-4 16,-13-2-2-16,13 2-2 0,-12-3 5 0,12 3-4 15,0 0-3-15,-11-3 4 0,11 3-4 16,0 0-2-16,-14-4-6 0,14 4 8 0,0 0-5 16,-9-2 2-16,9 2-1 0,0 0-3 15,0 0 1-15,-11-5 1 16,11 5-5-16,0 0 3 0,0 0 5 0,0 0-5 15,0 0 2-15,-14-1 2 0,14 1 4 16,0 0 2-16,0 0-3 0,0 0-11 0,-9-4 8 16,9 4-1-16,0 0 2 0,0 0-7 15,0 0 4-15,0 0-1 0,0 0-1 16,0 0 4-16,0 0-7 0,0 0 1 0,0 0 5 16,0 0-1-16,0 0 1 0,0 0-4 15,0 0 6-15,0 0-2 0,0 0-5 0,0 0 10 16,0 0-10-16,0 0 1 15,0 0 5-15,0 0-10 0,0 0 5 0,0 0 0 0,0 0 5 16,0 0-3-16,0 0 4 16,0 0-4-16,0 0 5 0,0 0 2 15,0 0-9-15,0 0 3 0,0 0 2 0,-9-3-1 16,9 3-7-16,0 0 6 0,0 0-1 16,0 0 3-16,0 0 0 0,0 0-2 0,0 0 2 15,0 0-7-15,0 0 11 0,0 0-10 16,0 0-3-16,0 0 7 0,0 0-3 15,0 0 5-15,0 0-4 0,0 0-2 0,0 0-3 16,0 0 3-16,0 0 11 0,0 0-10 16,0 0 1-16,0 0 2 0,0 0 8 0,0 0-10 15,0 0 5-15,0 0 0 16,0 0 5-16,0 0-8 0,0 0 5 0,0 0-3 16,0 0 7-16,5 19 16 0,-5-11 1 15,0 4 10-15,0 0-1 0,0 3 6 16,-1 2-8-16,-3-1 4 0,2 1-3 0,0 1 1 15,-1-3-6-15,3 1 1 0,-2-1 3 16,2-3-8-16,0 0 0 0,-3 0-3 0,3-3-1 16,-2-1 3-16,0 1-10 0,-2-3 2 15,4-6-4-15,0 14 2 0,-1-9-6 16,1-5-2-16,-2 11-3 0,2-11 5 16,0 8 0-16,0-8-3 0,-2 7 1 0,2-7-1 15,0 0-5-15,-2 9 1 0,2-9 2 0,0 0-3 16,0 6-4-16,0-6 4 15,0 0 0-15,0 0-1 0,0 0 0 0,0 0 7 16,-2 11-9-16,2-11 1 0,0 0-1 16,0 0 1-16,0 0 3 0,0 0 0 15,0 0-6-15,0 0 1 0,0 0 2 0,2 6-5 16,-2-6 5-16,0 0-1 0,0 0-5 16,0 0 3-16,0 0 2 0,9 6-1 0,-9-6-4 15,0 0 3-15,0 0 0 0,16 1 2 16,-16-1-3-16,0 0 3 0,13 5 4 15,-13-5-9-15,7 0 4 0,-7 0 0 16,10 4-1-16,-10-4 0 0,12 8-4 16,-9-4 4-16,3 1 1 0,-3 0 3 0,4 2-1 15,-1 1-1-15,-5-4-2 0,5 6-1 16,-1-1 2-16,-3-1 5 0,2 1-6 0,1-1 6 16,-5 2-4-16,1 0 9 0,-1-1 2 15,2-1 11-15,-4 0 2 0,2 1 3 0,-1 1 3 16,-4-1 9-16,3 0-6 0,-2-1 3 15,-1 1-5-15,-1 1 1 0,1-3 0 16,-4 0-4-16,4 1-1 0,-2-3-4 0,-1 0 1 16,-2 1-1-16,1-3-8 15,0 0 1-15,-4 1 0 0,4-2-4 0,-2 1 1 0,-3-2-2 16,3 1-3-16,11-2-1 16,-21 5 2-16,21-5-7 0,-17 2 1 0,17-2-1 15,-12 0-1-15,12 0-10 0,0 0-11 16,-13 4-22-16,13-4-17 0,0 0-21 15,0 0-21-15,-12 0-32 0,12 0-32 0,0 0-39 16,0 0-44-16,0 0-48 0,-9 3-58 16,9-3-87-16,0 0-133 0,0 0 31 0,0 0-189 15,0 0-223-15</inkml:trace>
  <inkml:trace contextRef="#ctx0" brushRef="#br0" timeOffset="77749.27">7121 16707 2040 0,'-6'-6'34'16,"6"6"18"-16,-6-7 11 0,6 7 8 15,0 0 9-15,-5-9 10 0,5 9 4 0,0 0-2 16,-6-7-6-16,6 7-5 0,0 0-7 15,0 0-10-15,0 0-7 0,0 0-9 16,0 0-2-16,0 0-3 0,23-3-5 0,-23 3-9 16,21 0-9-16,-9 0 0 0,-12 0-2 15,20 0 2-15,-20 0-5 0,21 2 2 16,-10-2-1-16,-11 0-5 0,16 0-1 16,-16 0 2-16,13 1 1 0,-13-1-5 0,0 0-5 15,16 2 8-15,-16-2 8 0,5 8 14 16,-1 1 8-16,-4 3 3 0,-2 2 16 15,0 3-6-15,-3 5 7 0,1 0 5 0,-1 2 6 16,-6 5-1-16,2 0 0 0,4-4-6 16,-4-3-7-16,6-1-3 0,-7-1-11 0,5-1-1 15,1-5-2-15,0 1-11 0,-2 2 1 16,0-8-36-16,3 1-32 0,-1 0-26 16,0-1-40-16,2-1-44 0,1-2-43 0,1-6-64 15,-9 8-95-15,9-8-131 16,-7 0-50-16,7 0 50 0,0 0-97 0,-4-20-79 15</inkml:trace>
  <inkml:trace contextRef="#ctx0" brushRef="#br0" timeOffset="77949.53">7104 16878 1811 0,'0'0'154'0,"-13"-4"22"0,13 4 26 15,0 0-6-15,-10-4 2 0,10 4-6 16,0 0-11-16,0 0-17 0,0 0-18 0,0 0-18 15,0 0-11-15,28-10-14 0,-12 10-35 16,1 0-41-16,-2 0-53 0,4 0-52 16,0 0-45-16,1 2-48 0,-5 0-52 15,-2 0-56-15,-2-2-91 0,1 3-98 16,-12-3-7-16,13 3-86 0,-13-3-64 0</inkml:trace>
  <inkml:trace contextRef="#ctx0" brushRef="#br0" timeOffset="79065.86">6387 16233 1524 0,'0'0'19'0,"0"0"10"0,-15 4 2 0,15-4 4 16,0 0 4-16,-9 3 7 0,9-3 15 16,0 0 8-16,2 10 9 0,-2-10 2 15,16 10 1-15,-2-4 0 0,10 0-6 0,13 3-1 16,9 1-4-16,9-1-8 0,8-2-7 15,3-2-4-15,5-1-3 0,2 4-6 0,-3-5-9 16,-1 0-1-16,-1 4-4 0,-1 0-1 16,-8-2-4-16,-14 0 0 0,1 2-4 15,-8-3-4-15,-5-1 1 0,-10-1-4 16,-2 0 3-16,-3 1-3 0,0-1-2 16,-3-1 0-16,-5 1-1 0,-10-2 2 0,20 2-4 15,-8-2 2-15,-12 0 1 0,25 1-4 16,-14 1 1-16,0-2-4 0,-11 0 2 0,24 2-1 15,-11-1-7-15,-2-1 10 0,1 2 1 16,1 2-3-16,-5-1-4 0,1 2 3 16,1 0-5-16,-1 2 3 0,-1 0-2 0,-1 0 1 15,2 1 3-15,-4-2-6 0,-1 4 3 16,3 3 2-16,-1-4 0 0,0 5-2 0,-2 2 8 16,-2 3 5-16,-2 6 22 15,-2 10 12-15,-4 4 1 0,-2 2 9 0,-1 11 16 16,-2 0 4-16,1 0-13 0,-3-5 9 15,-1 2-5-15,1-1 12 0,5-12-17 16,1 1 13-16,1-4-5 0,-2-2-18 0,4-4-1 16,1-5-1-16,1-1-2 0,0-2-5 15,0-3-1-15,0-2-4 0,2-1-10 0,-1-3 3 16,1-1-7-16,-3-1 1 16,1-1-1-16,2 2-5 0,0-9 7 0,-2 12 6 15,2-12 9-15,-2 8 5 0,2-4 5 16,0-4 5-16,-2 7 5 0,2-7-5 0,0 7 4 15,0-7-4-15,-3 6-2 0,3-6-3 16,0 0-4-16,-6 5-7 0,2-1-7 16,4-4-2-16,-13 8 1 0,0-6-1 0,-5 4-3 15,2-2-5-15,-8 2-1 0,-1-1-3 16,-11 1-2-16,0-4-1 0,0 4-2 16,1-5-2-16,-3 2-1 0,-3-3-1 0,8 0 0 15,-9-3 2-15,0 0-5 0,-1-1 0 16,0 2-4-16,0-4 2 0,2 3 1 0,-4-1-4 15,5 0 1-15,-4 1 1 16,3 0-2-16,0 1 1 0,1 0 2 16,6 2-2-16,3 0-4 0,3 0 3 0,-1-2-2 15,2 4 2-15,4-2-2 0,3 2 0 16,1-2-2-16,2 2 1 0,1-2 0 0,3 0 2 16,1 0-1-16,3 2 1 0,9-2-1 15,-18 0-2-15,18 0 0 0,-16 0-5 0,16 0-2 16,-9 0-12-16,9 0-9 0,-12 0-16 15,12 0-14-15,0 0-11 0,0 0-42 16,-15 0-24-16,15 0-31 0,0 0-32 0,0 0-39 16,-12 4-37-16,12-4-78 15,0 0-140-15,-2 4-100 0,2-4 57 0,0 0-226 16,0 0-250-16</inkml:trace>
  <inkml:trace contextRef="#ctx0" brushRef="#br0" timeOffset="79802.03">6917 16459 2098 0,'0'0'-12'0,"-2"-11"16"0,2 11 4 16,0-15 4-16,0 8 17 0,0 0 11 15,0 7 8-15,0-13 6 0,0 13-3 0,0-11 3 16,0 11-6-16,0-10-5 0,0 10-6 15,0-8 0-15,0 8-6 0,0 0-1 16,0-9-4-16,0 9 0 0,0 0-2 0,0-9 7 16,0 9-5-16,0 0 8 0,0 0 2 15,0 0-1-15,0 0 16 0,0 0 25 16,0 0 7-16,0 0 16 0,10 31 3 16,-10-7 13-16,0 6-2 0,-2 12-3 0,0 5 3 15,-2 13 7-15,1 3 0 0,-6 0-3 16,6 2 6-16,-5 0 0 0,3-4-11 15,-1-1-4-15,2-4-4 0,-2-1-12 0,4-9 0 16,0-3-2-16,-1 0-3 0,-1-3-6 16,0-3-5-16,2-11-8 0,0-2-4 0,2-5-5 15,-1-1 0-15,-1-1-7 16,0-5-4-16,2 2-1 0,-2-3-6 0,2-1-5 16,-3-2-2-16,3 0-6 0,0 1 2 15,0-5-4-15,0-4-6 0,0 11-2 16,0-11-5-16,-2 9-9 0,2-9-13 0,0 8-25 0,0-8-24 15,-1 5-34-15,1-5-40 16,0 0-43-16,0 0-38 0,0 0-52 0,0 0-54 16,0 0-71-16,0 0-126 0,0 0-105 15,-17-15 48-15,13 10-246 0,4 5-305 16</inkml:trace>
  <inkml:trace contextRef="#ctx0" brushRef="#br0" timeOffset="81482.48">6395 17769 2004 0,'0'0'-125'0,"0"0"33"15,-14 1 22-15,14-1 13 0,0 0 14 0,0 0 16 16,0 0 27-16,0 0 20 0,0 0 11 16,0 0 21-16,0 0 8 0,0 0 7 0,0 0 4 15,0 0-1-15,-12 2-1 0,12-2-4 16,0 0-9-16,0 0-2 0,0 0-3 16,0 0-9-16,0 0-4 0,0 0-1 0,0 0-4 15,30 11-4-15,-17-10-1 0,6 3-3 16,0-1-1-16,0 1-3 0,6-2-1 15,2 2-5-15,-2 0-2 0,5-2 0 16,6 3-4-16,-7-2 1 0,2-1 2 16,6 0-5-16,-2-1 1 0,-7 1-2 0,3 0-3 15,-3-2-4-15,1 0-3 0,-2 0 0 16,-4 0-2-16,-1 0 0 0,1 0 3 16,-2 0-3-16,6 2 3 0,-7-2 3 0,4 0-2 15,-5 0 3-15,1 0 0 0,3 0 1 16,-5 0 3-16,2 0 0 0,0-2 3 0,-1 2-3 15,1 2 0-15,0-1 2 0,-1 1 3 16,0 1-1-16,0 2 0 0,-2 0-2 16,0-1 2-16,-1 3 0 0,-3-2-3 0,-2-2 0 15,1 1-1-15,-3 1-1 16,0 0 4-16,-2-2 4 0,-7-3 0 0,15 8 0 16,-15-8 4-16,9 4 4 0,-3-2 1 15,-6-2 3-15,0 0 8 0,13 4 4 16,-13-4 1-16,0 0 2 0,11 2 2 0,-11-2 6 15,0 0-1-15,9 3-2 0,-9-3-4 16,0 0-3-16,0 0-3 0,15 0-4 0,-15 0-5 16,0 0-2-16,0 0 1 0,0 0-7 15,0 0 4-15,13 0-5 0,-13 0 2 16,0 0-4-16,0 0 0 0,0 0-9 0,0 0 7 16,0 0-5-16,13-5-5 15,-13 5-4-15,6-12 0 0,-2 1-5 0,-3 1 0 16,1-5 0-16,3-2 2 0,-3-6 0 15,1-2 1-15,1-11-1 0,-2 0 3 16,2-2 3-16,-4 1 1 0,3 0 4 0,-1 11 0 16,0 2 3-16,-2 5-5 0,2 1 4 15,3 1-6-15,-5 3 4 0,1-1-1 16,-1 6 2-16,0-1 5 0,0 0-1 0,2 4 6 16,-2 6-2-16,0-13 2 0,0 13-2 15,0-12 1-15,0 12-6 0,0-8 2 0,0 8 1 16,0-7-5-16,0 7-4 15,0 0-6-15,0 0 10 0,0 0-6 0,0 0 1 16,0-10 3-16,0 10-7 0,0 0-2 16,0 0-9-16,0 0 2 0,0 0-11 15,0 0-8-15,0 0-11 0,0 0-12 0,0 0-14 16,0 0-19-16,0 0-16 0,0 0-25 16,0 0-17-16,-12 21-35 0,12-21-33 15,-7 6-42-15,7-6-64 0,-8 8-90 0,8-8-149 16,-7 8-59-16</inkml:trace>
  <inkml:trace contextRef="#ctx0" brushRef="#br0" timeOffset="84965.12">6503 16777 1415 0,'0'0'-49'0,"0"0"28"0,6 4 21 0,-6-4 24 16,0 0 12-16,0 0 7 0,6 7 9 15,-6-7 4-15,0 0 4 0,8 6 2 0,-8-6-1 16,0 0 5-16,5 2-2 0,-5-2 4 16,0 0-2-16,10 6 1 0,-10-6-8 15,0 0 0-15,0 0-2 0,6 4 6 0,-6-4 2 16,0 0 2-16,0 0-2 16,0 0-1-16,0 0-1 0,0 0-11 0,0 0-1 15,0 0-5-15,6 5-1 0,-6-5-5 16,0 0 5-16,0 0-4 0,0 0 0 0,0 0 14 15,0 0-6-15,0 0 1 0,-9 12 1 16,9-12 2-16,0 0-1 0,-3 6 2 16,3-6-6-16,-8 8 7 0,8-8-7 0,0 0 5 15,0 0-12-15,-7 3 9 16,7-3-12-16,0 0-1 0,0 0-2 0,0 0-7 0,0 0-4 16,0 0-5-16,0 0-10 0,0 0-4 15,0 0-4-15,0 0 2 0,0 0-5 16,0 0-1-16,0 0 9 0,2-23-5 15,-2 23-2-15,0 0 0 0,0 0 4 16,1-9-5-16,-1 9 0 0,0 0 2 0,0 0 2 16,-11-4 4-16,11 4-5 0,0 0-1 15,0 0 1-15,0 0 6 0,0 0-3 0,0 0-3 16,0 0 1-16,0 0-2 0,0 0 2 16,-25 7 2-16,25-7-4 0,0 0 1 15,0 0 3-15,0 0 1 0,0 0 1 0,0 0-4 16,0 0-7-16,0 0 15 0,0 0-8 15,0 0 4-15,0 0-9 0,0 0 2 0,0 0 3 16,0 0-12-16,0 0-7 16,-12 1-18-16,12-1-18 0,0 0-22 0,0 0-29 15,0 0-24-15,0 0-30 0,0 0-48 16,-7 5-42-16,7-5-79 0,-5 3-117 16,5-3-39-16,-8 4-69 0,8-4-53 0</inkml:trace>
  <inkml:trace contextRef="#ctx0" brushRef="#br0" timeOffset="93281.8">6331 16624 1999 0,'-7'-12'180'0,"7"12"-36"0,-7-9-18 0,7 9-10 15,-4-5-5-15,4 5-5 16,-4-7-12-16,4 7-5 0,0 0-24 0,0 0 7 0,-5-8-15 16,5 8 2-16,0 0 0 15,0 0-8-15,0 0-3 0,-2-9-4 0,2 9 3 16,0 0-2-16,0 0 5 0,0 0-4 15,0 0 7-15,-5-8 4 0,5 8-1 16,0 0 0-16,0 0-2 0,0 0-7 0,0 0-7 16,0 0-1-16,0 0-7 0,0 0 31 15,0 0 4-15,0 0-10 0,-9 25 3 0,7-13-4 16,0 3 11-16,-1 3 2 0,-1 4-10 16,0 3-4-16,-2 10-3 15,-2-3-10-15,3 0-3 0,-2 2 3 0,-4-5 9 16,4-4 0-16,3-4 1 0,-1-5-1 15,1 1-2-15,0-2-5 0,3-3-2 0,-4-2-4 16,3 1-2-16,0-3-2 0,0-1-6 16,0 0 3-16,2-7-1 0,0 12 0 15,-3-7-3-15,3-5-3 0,-2 8-1 0,2-8-2 16,0 0-2-16,-2 9 3 0,2-9-9 16,0 0-3-16,0 0-8 0,0 0-10 0,0 0-11 15,0 0-15-15,0 0-11 16,0 0-9-16,4-36-16 0,-1 24-11 0,-1-5-8 15,4-2-21-15,0-3 15 0,0-11 12 0,1 0 12 16,3 1-1-16,-4-1 10 16,1 4 3-16,1 3 6 0,-1 6 17 0,-3-1-1 15,2 4-5-15,-4 0 14 0,2 2 6 16,0 1-2-16,-1 0 6 0,1 3 16 0,0-1 4 16,-3 4 3-16,-1 2 3 0,2-1-11 15,-2 7 7-15,5-12-2 0,-3 6-5 16,-2 6 7-16,0 0 7 0,0 0 14 0,0 0 16 15,0 0 1-15,-29 22 2 0,10-1 13 16,-6 4 10-16,-2 0 8 0,-7 4 6 0,2 2 6 16,-3-2-3-16,7-5 7 15,1-2-3-15,2 2 11 0,8-9-9 0,3-1-4 16,3-4 2-16,2-1-1 0,-1-1 3 16,4-2 4-16,1-2-1 0,5-4 3 15,-4 9-3-15,4-9-10 0,0 0-10 0,25 4-6 16,-8-4-5-16,6 0-9 0,6-1-5 15,1 1-7-15,12-3-4 0,-7 3-7 0,-5 0-20 16,12 1-3-16,-10-2 0 0,-5 1-3 16,-4 0-2-16,-5 1-2 0,0 1 2 15,-3-2 1-15,-1 0 4 0,-14 0 1 0,20 0 0 16,-20 0 0-16,19 0-7 0,-19 0 1 16,13 0-4-16,-13 0-9 0,0 0-12 0,18-2-16 15,-18 2-16-15,0 0-25 16,13-1-35-16,-13 1-38 0,0 0-55 15,0 0-60-15,0 0-64 0,0 0-80 0,0 0-129 16,0 0-168-16,0 0 70 0,0 0-377 16,0 0-492-16</inkml:trace>
  <inkml:trace contextRef="#ctx0" brushRef="#br0" timeOffset="94529.6">7097 16578 2696 0,'1'-9'-74'16,"-1"2"18"-16,0 7 22 0,2-13 19 16,-2 13 29-16,2-6 12 0,-2 6 5 0,2-8 5 15,-2 8 0-15,4-10 0 0,-4 10 0 16,3-6-6-16,-3 6 6 0,9-8 6 0,-9 8 1 15,3-3 6-15,-3 3 1 0,0 0 2 16,8-8-2-16,-8 8 6 0,0 0-2 16,0 0-2-16,5-6-9 0,-5 6-8 0,0 0 2 15,0 0 17-15,0 0 13 16,0 26 10-16,-3-1-7 0,-1-1 11 0,-2 15-1 0,-4 9-7 16,-1 3-7-16,2-1-2 15,0 1 4-15,-2-1-13 0,2-9-7 0,1-3-5 16,0 2-3-16,1-4 10 0,2-5 5 15,-6-2 3-15,6-6 0 0,1-3-3 16,0-5-3-16,1-3-4 0,-1-1 0 0,4-3-1 16,-4 0 4-16,4 0 1 0,0-8-8 15,0 0-2-15,0 0-2 0,0 0-15 0,0 0-15 16,0 0-14-16,4-29-26 0,3 9-23 16,4-11-17-16,2-2-6 0,-1-13-13 15,6-1-6-15,0-3-3 0,0 2 3 16,1 1 8-16,-6 2 10 0,0 11 5 15,-1-3 9-15,-2 4 4 0,2 2-2 0,-7 6 8 16,1 4 14-16,-3 6 4 0,-1 1 17 16,0 2-2-16,0 1-5 0,-2 3 10 15,0 8 11-15,-9-8 13 0,9 8 5 0,-23 4-1 16,1 5 28-16,-8 11 20 0,2-3 9 16,-9 12 8-16,5-2 14 0,5-5 6 0,3 2 8 15,1 0 1-15,5-2 4 16,5-3-4-16,1-4-4 0,5-1 0 0,1-2 6 15,5-1 8-15,-1-2 2 0,5 0-2 0,1 2-7 16,7-2-5-16,3-2-12 16,6-2-9-16,2-3-12 0,4 4-5 0,1-4-6 15,0 2-10-15,-2-4-11 0,-7 4-10 16,2-4-9-16,-4 4-7 0,-3-4-10 16,-2 2-15-16,-1 0-12 0,-10-2-17 0,16 1-11 15,-16-1-23-15,12 4-25 0,-12-4-37 16,0 0-24-16,11 3-43 0,-11-3-27 0,0 0-37 15,2 5-49-15,-2-5-72 0,0 0-117 16,0 0-121-16,0 0 63 0,-23 8-246 16,23-8-297-16</inkml:trace>
  <inkml:trace contextRef="#ctx0" brushRef="#br0" timeOffset="95030.69">7274 16988 2280 0,'0'0'38'0,"13"-4"28"0,-13 4 16 16,0 0 25-16,0 0 15 0,5-6 18 15,-5 6 13-15,0 0 2 0,0 0-1 16,0 0-9-16,0 0-12 0,11-5-1 0,-11 5-3 16,0 0 3-16,0 0 1 0,0 0-2 15,0 0 2-15,0 0-7 0,0 0-5 0,0 0 0 16,0 0-5-16,0 0-12 0,0 0-5 16,0 0-5-16,0 0-3 0,0 0-5 15,0 0-2-15,0 0 6 0,0 0-6 0,0 0-1 16,-43 5-5-16,43-5-4 0,0 0 3 15,0 0 15-15,-11 4 2 0,11-4 16 0,0 0 3 16,0 0 1-16,0 0-11 0,0 0-14 16,0 0-10-16,0 0-5 0,0 0-2 15,0 0-6-15,0 0-17 0,38 2 2 16,-38-2-16-16,0 0-17 0,17-4-19 16,-17 4-18-16,0 0-19 0,11-7-28 0,-11 7-29 15,0 0-35-15,10-3-42 0,-10 3-58 16,0 0-74-16,0 0-63 0,0 0-54 0,0 0-75 15,0 0-131-15,0 0-57 0,0 0 76 16,0 0-342-16,-31-2-430 0</inkml:trace>
  <inkml:trace contextRef="#ctx0" brushRef="#br0" timeOffset="95479.14">7609 16786 2720 0,'6'-5'38'16,"-3"-2"22"-16,-3 7 5 0,2-9-4 15,-2 9 3-15,0 0-12 0,0 0 7 16,0 0 0-16,0 0 5 0,0 0-3 0,0 0-3 16,-2 29 1-16,-3-15-2 15,-5 2 20-15,-3 1-2 0,-2 8 5 0,-3-4-1 16,6 2 4-16,-4-3 8 0,5-2-14 15,2-3-11-15,0-1-6 0,2-3 0 0,-1 0-7 16,4-1-5-16,0 0-6 0,0-1-1 16,4-1-5-16,0-8-7 0,4 9-30 15,4-6-12-15,-8-3-17 0,15 4-8 0,-15-4 3 16,18-4 6-16,-9 0 3 0,-2-4 19 16,4-5 9-16,-6-1 51 0,-1-1 16 0,-1-4 19 15,-4 0 15-15,-3 2 12 0,-2-5 4 16,-6-6 0-16,-1 3 2 0,1 4 4 15,1 3 2-15,0 5 7 0,3-1-6 16,2 4-1-16,3 1-1 0,-3 1 1 16,4-1-1-16,2 0-11 0,0 1-16 0,8-1-14 15,1-1-20-15,9 0-49 0,-4 1-51 16,9 3-70-16,-3-1-68 0,3 3-97 0,1 1-113 16,-3 3-160-16,0 1-212 0,4 3 62 15,-3 1 74-15,-2 4-370 0,-5 3-466 16</inkml:trace>
  <inkml:trace contextRef="#ctx0" brushRef="#br0" timeOffset="96430.6">6751 17445 2506 0,'0'0'-67'0,"0"0"38"0,-34 17 15 16,25-5 15-16,-7 2 12 0,-3 6 5 15,-2 4 4-15,0-1 6 0,2-1-2 0,0-2 0 16,10-1 0-16,-5-4-5 15,3-1-6-15,0 2 1 0,2-6-7 0,2 0-15 16,1 0-19-16,1-3-31 0,1 1-22 0,2-3-30 16,2-5-61-16,0 0-93 15,0 0-389-15,0 0-147 0</inkml:trace>
  <inkml:trace contextRef="#ctx0" brushRef="#br0" timeOffset="96679.84">7121 17377 2025 0,'4'-6'120'0,"-4"6"-1"0,0 0 29 0,0 0 38 16,0 0 23-16,8 20 16 0,-14-9 1 16,2 5-11-16,-6 3-9 0,-3 10-15 15,-1 0-17-15,1 0-15 0,-4 0-19 16,2 0-14-16,-1 0-10 0,5-4-13 15,0-1-29-15,-1-7-34 0,3 1-44 0,2-5-58 16,-4 2-58-16,6-3-55 0,-1-2-68 16,3-1-88-16,-1-4-145 0,0 0-140 15,4-5 51-15,0 0-187 0,-2 6-242 0</inkml:trace>
  <inkml:trace contextRef="#ctx0" brushRef="#br0" timeOffset="106594.1">11079 13837 1074 0,'-3'-14'105'0,"-3"0"-24"16,-1 3-17-16,2-1 16 0,-1 2 4 0,-1-2 2 16,1-1-6-16,-4-1-7 15,-1-1 9-15,4 1 0 0,-3 3 2 0,-3-5 2 16,0 3 3-16,-1-1 1 0,1 0-3 16,-3 3-4-16,2-2-2 0,-4 1-2 15,0 2-3-15,2 1-6 0,-4 0-5 0,0 1-2 16,-3 1-6-16,-2 2-1 0,0 0-6 15,0 1-1-15,1 3-8 0,-3-1-4 0,1 2 0 16,-3 2 0-16,-9 1 1 0,1 2 1 16,3 4-5-16,5-6 7 0,-5 6 4 0,0-1 0 15,2 3 4-15,-1-1 11 0,5 0-1 16,-5 2-2-16,3 2 3 0,-1-2 0 16,3 2 0-16,-1-1-6 0,2 3 0 15,0 1 1-15,-1 1-1 0,2-1 0 0,-1 5 2 16,-2-2-7-16,3 2 0 0,-3 3 0 15,4-2-5-15,-5 6-3 0,6-1 6 16,4-1-3-16,-1 1-7 0,3 1 5 0,4 1-6 16,-2 2 3-16,5 0-7 0,2 3-4 15,-2-1 2-15,6 3-5 0,1-2-1 0,2 0-3 16,4 4-4-16,0-1-1 0,5-1 1 16,0-1-3-16,2-2 3 0,2 0-5 0,3-3 0 15,3 0 2-15,0-1-5 0,5-3-1 16,-2 0 0-16,1-3-2 0,2 0 5 15,1-5-3-15,3-1 1 0,3-5-2 16,-3 1 0-16,7-6 0 0,5 1-1 16,1-6 4-16,3-1-5 0,4-2 2 0,0-5-1 15,8-1 1-15,4-7-6 0,-1-1 2 16,-3-1-1-16,0-6 5 0,1-2-4 0,-2-5-1 16,2-2 2-16,-5-7 2 0,-2-2-3 15,-2-6 0-15,-6-3 11 0,-2-2-3 0,-7-1 1 16,-5-1-4-16,-10-4 3 0,-3-2 0 15,-13 15-3-15,-1-2 1 0,-15-2-4 0,-4 0-6 16,-7 6 3-16,-11 4-21 0,-3 3-13 16,-9 9-21-16,-5 1-36 0,-5 8-32 15,-4 3-30-15,1 6-29 0,-3 2-26 16,13 5-21-16,0 1-20 0,2 3-37 16,-6 3-31-16,15 3-94 0,0 0-133 0,3 5 47 15,6 3-122-15,-7 9-115 0</inkml:trace>
  <inkml:trace contextRef="#ctx0" brushRef="#br0" timeOffset="111260.93">11163 16298 1730 0,'-8'-7'19'0,"4"2"14"15,4 5 7-15,-9-9 14 0,9 9 13 16,-6-5 12-16,6 5 9 0,0 0 3 0,-7-8-6 16,7 8-5-16,0 0-8 0,-2-6-2 15,2 6-8-15,0 0-3 0,0 0-9 0,0 0-2 16,0 0-8-16,24-4 0 0,-8 4-5 15,2 0-4-15,7 0-6 0,2 0 2 16,4 2-1-16,11 0-4 0,-8-2-2 0,8 2-1 16,-8-2-3-16,-5 0-2 0,-1 0-3 15,-1 2 0-15,-6-2-1 0,-2 0-1 16,-2 0-2-16,-2 0-2 0,1 0-1 16,-1 0 1-16,-1 0 1 0,-14 0-4 15,28-2-3-15,-13 0-2 0,1 2-8 0,-2 0-3 16,4 0-4-16,-3-2-1 0,2 2 5 15,-4 0-4-15,-13 0 4 0,27-2 2 0,-15 2 4 16,-12 0-3-16,17 0 2 0,-17 0 2 16,14 0 0-16,-14 0 0 0,0 0 3 0,14-2 1 15,-14 2 1-15,0 0 5 0,0 0 3 16,16 0 1-16,-16 0 3 16,0 0-1-16,0 0 3 0,15 0-7 0,-15 0 0 15,0 0-2-15,0 0 1 0,7 8 2 16,-7 1 6-16,0 5 3 0,-3 3-1 0,-5 12 3 15,-1 5 8-15,-5 2 3 0,-3 7 3 16,-4 3 4-16,4 1 3 0,-4-4 1 16,0 1 0-16,2 0-2 0,-2 1 9 0,0-1 6 15,5 1 9-15,2-10 7 0,1 0-7 16,1 0 0-16,-1-4-10 0,3-4-4 0,0-4-4 16,3-5-9-16,1-3-4 0,5-4 1 15,-6 3 1-15,3-3-11 0,1-1 1 0,-1 2-5 16,0-2 1-16,1-1 1 15,-1 3 0-15,2-4-7 0,-3 1 2 0,4 3 0 16,-3-2-8-16,2-1-1 0,0 1 6 16,0-2 1-16,2 2-2 0,-2-1 0 15,2-1 15-15,0 1-6 0,0-2-5 0,0 0 7 16,0-1-10-16,0-6 1 0,0 12 3 16,2-8-7-16,-2-4 0 0,0 10 0 0,0-10 1 15,0 7-8-15,0-7 10 0,0 0-8 16,0 10 0-16,0-10-5 0,-2 7 12 15,2-7-8-15,0 0 5 0,0 10-6 0,0-10-2 16,0 0 3-16,0 5-4 0,0-5 6 16,0 0 1-16,0 0 0 0,-1 6-1 0,1-6 5 15,0 0-4-15,0 0 1 16,0 0-5-16,-6 5 4 0,6-5-5 0,0 0 4 16,-14 1 0-16,5 1 0 0,9-2-8 15,-29-2 12-15,8 1 0 0,3-1 3 16,-9 0 0-16,2-1 0 0,-4-1 3 0,-7 1 6 15,8-2 8-15,3 2-2 0,0-1 3 16,3-1 2-16,0 3-4 0,5-1-2 0,0-1-5 16,5 3 3-16,1-1-6 0,11 2 3 15,-18-4 0-15,18 4 1 0,-12-1-7 16,12 1 4-16,-12-2-4 0,12 2 1 0,0 0-4 16,-13-3 0-16,13 3-9 0,0 0-18 15,0 0-31-15,-13-4-33 0,13 4-44 0,0 0-60 16,-6-1-73-16,6 1-100 15,0 0-138-15,0 0-100 0,0 0 53 0,0 0-190 16,-5-9-224-16</inkml:trace>
  <inkml:trace contextRef="#ctx0" brushRef="#br0" timeOffset="114309.65">8504 16270 1876 0,'12'-4'-42'0,"-12"4"33"15,8-2 20-15,-8 2 12 0,7-4 16 16,-7 4 11-16,9-4 14 0,-9 4 10 15,4-2 5-15,-4 2 2 0,0 0 0 16,0 0-1-16,10-8-3 0,-10 8-2 16,0 0-1-16,0 0 0 0,0 0 2 0,0 0 3 15,10-4-8-15,-10 4-2 0,0 0-5 16,0 0-5-16,0 0-5 0,-27-9-9 0,8 3-2 16,-4 4-8-16,-15-4-1 0,-8 0-7 15,-1 1-1-15,-1 1-4 0,0-2-1 16,1 2-1-16,2 0-4 0,8 0-1 0,6 0-3 15,8 4 3-15,5-1-5 16,0-1-2-16,5 0-1 0,-1 2 5 0,14 0-6 16,-16-1 1-16,16 1 5 0,-12-3 0 15,12 3-2-15,-10-4-10 0,10 4 4 0,0 0 0 16,0 0 0-16,-2-10 1 0,2 10 0 16,0 0-7-16,0-7 3 0,0 7 5 15,0 0-4-15,0 0 0 0,0 0 3 0,0 0-3 16,0-11 4-16,0 11-2 0,0 0-4 15,0 0 0-15,0 0 1 0,0 0 3 0,0 0-2 16,0 0-5-16,0 0 3 0,0 0 4 16,0 0 0-16,0 0-4 0,0-8 11 15,0 8-3-15,0 0 6 0,0 0-7 16,0 0 4-16,0 0-1 0,0 0 4 16,0 0-2-16,0 0 3 0,0 0-5 0,0 0-5 15,0 0 1-15,6-7 1 0,-6 7-4 16,0 0-2-16,0 0 4 0,0 0 0 0,0 0 1 15,0 0 15-15,6 24 1 0,-5-12 4 16,-2 5 4-16,-1 6 10 0,-2 2 2 16,0 10 7-16,1 1-14 0,-3-2 9 0,1 0 3 15,-4-1-3-15,6-4-2 0,-3-5-1 16,2 1-1-16,1-4-4 0,-1 4-3 16,-1-3 0-16,3-1-8 0,-3 0 4 15,3-1-8-15,0-3-7 0,-2 0 3 0,4-2 0 16,-3 2-5-16,1 0 4 0,-2-1-10 15,2 1 1-15,1-2 1 0,-4 2-2 16,1-1 4-16,2-1 0 0,-3 3 1 0,1-2-2 16,2 1-2-16,-1 0-3 0,-1-2 3 15,-1 0 0-15,3-4-3 0,-1 6-1 0,-1-2 0 16,2-3 1-16,0 0-1 0,1 0 4 16,-3 0-7-16,2 0 0 0,0-2-1 0,0 2-1 15,0 0 1-15,1-2 3 16,-2 3 16-16,1 0 5 0,0-1-8 0,0 0-1 15,-1 1 1-15,1-1 0 0,-2 2 12 16,2-1 6-16,0-1-4 0,1-1-10 16,-3-1-3-16,-1 2 0 0,3-1-1 0,0-2 0 15,2 0 4-15,0-3-6 0,-1 3 2 16,-3-2 4-16,2 0-6 0,2-1 1 0,0 1-2 16,0-7-2-16,-4 10 2 0,4-10-1 15,0 9 1-15,-1-4-8 0,1-5 2 16,-2 7-2-16,2-7 2 0,-2 7-3 0,2-7 2 15,-2 7 1-15,2-7-6 0,0 7 7 16,0-7 0-16,0 0-6 0,-2 8 4 0,2-8-3 16,-2 7 0-16,2-7 0 0,-2 8 1 15,1-2-1-15,1-6-2 0,-5 8 4 16,5-8-2-16,-2 7 1 0,2-7-1 16,0 7 7-16,0-7-3 0,0 0 3 15,-2 7 2-15,2-7 0 0,0 0-5 0,-2 8 3 16,2-8 0-16,0 7-3 0,0-7-1 15,0 9-2-15,0-9 4 0,-1 8-2 0,1-8-2 16,0 5 2-16,0-5-3 0,-2 6 2 16,2-6-1-16,0 0 3 0,0 0 1 0,-2 9-3 15,2-9 1-15,0 0 2 0,0 0-4 16,-2 5 1-16,2-5 0 0,0 0-1 16,0 0-1-16,0 0 2 0,0 0-3 15,0 0-1-15,0 0-1 0,0 0 1 16,0 0-5-16,0 0 6 0,-2 7-1 0,2-7-4 15,0 0 3-15,0 0-11 0,0 0-7 16,0 0-12-16,0 0-20 0,0 0-25 0,0 0-43 16,0 0-60-16,0 0-75 0,0 0-113 15,0 0-166-15,0 0-105 0,0 0 63 16,0 0-272-16,0 0-331 0</inkml:trace>
  <inkml:trace contextRef="#ctx0" brushRef="#br0" timeOffset="115043.02">7891 17449 2292 0,'-11'-6'-23'0,"3"0"20"0,0 0 17 15,1 0 21-15,7 6 19 0,-9-5 15 0,9 5 14 16,-9-8 4-16,9 8 0 0,-7-4-7 16,7 4-7-16,0 0-8 0,-7-4-4 15,7 4-7-15,0 0-8 0,-9-6-1 0,9 6-3 16,0 0-10-16,0 0 4 0,0 0-2 15,0 0-2-15,0 0-5 0,0 0 3 0,0 0-1 16,45 10-5-16,-28-7-5 16,3-2 3-16,0 1-6 0,3-2-4 0,-1 2 4 15,-3 0-3-15,3-2-1 0,-8 2 1 16,2-2 1-16,-3 0-1 0,1 0-1 16,-14 0-1-16,20 0 5 0,-20 0-7 0,18 3 1 15,-18-3-3-15,13-3 3 0,-13 3-6 16,0 0-12-16,16 3-19 0,-16-3-27 15,0 0-31-15,0 0-42 0,11 2-51 0,-11-2-73 16,0 0-101-16,0 0-165 0,0 0 29 16,0 0-38-16,0 0-31 0</inkml:trace>
  <inkml:trace contextRef="#ctx0" brushRef="#br0" timeOffset="127207.71">8346 16227 755 0,'0'0'233'0,"0"0"-84"0,-7-4-44 15,7 4-23-15,0 0-4 0,-25 4 0 0,9 4 1 16,0-1-5-16,-4 5 7 0,-5 6 0 16,3 1 0-16,-3 2-2 0,4 1 2 15,0 0-6-15,2 0 0 0,0 1-4 16,2-1-4-16,3-3-4 0,3-4-5 0,-3-1-10 15,5-1-1-15,2 1-5 0,0-1-7 16,-4-1-3-16,4-2-1 0,1-2-5 16,-1-1-18-16,2 1-19 0,0 0-25 0,-1-2-31 15,1 0-32-15,1-1-51 0,0-3-48 16,4-2-74-16,-10 4-368 0,10-4-137 0</inkml:trace>
  <inkml:trace contextRef="#ctx0" brushRef="#br0" timeOffset="127507.31">8407 16383 1664 0,'-17'16'-45'0,"2"-1"21"0,-10 7 25 16,-9 7 19-16,3 1 20 0,-1 4 14 0,-2 1 6 16,3-4 10-16,3 3-1 15,3-7 1-15,5 0-3 0,2-3-9 0,0 0-5 16,6-3-3-16,-1-4-5 0,4-2-6 16,2 1-4-16,1-2-19 0,-2-1-21 0,6-3-32 15,-2 0-31-15,1-3-33 0,1-1-32 16,2-6-63-16,-2 6-91 0,2-6-229 15,0 0-19-15</inkml:trace>
  <inkml:trace contextRef="#ctx0" brushRef="#br0" timeOffset="127707.28">8303 16629 1489 0,'0'0'43'0,"-10"17"15"16,1-2 8-16,-9 9 12 0,-2 4 6 0,0-3 8 15,-1 6-3-15,1-2-4 0,-1-2-10 16,-3 2-6-16,6 0-7 0,0-4-8 16,-1-1-3-16,4 2-25 0,3-7-29 0,5-2-28 15,-1-5-35-15,1 1-38 0,3-2-47 16,-2-5-39-16,2 2-36 0,2-4-335 0,2-4-64 16</inkml:trace>
  <inkml:trace contextRef="#ctx0" brushRef="#br0" timeOffset="127890.02">8176 16903 1603 0,'-1'21'35'0,"-9"-11"18"0,-1 5 11 15,-4 8 8-15,-5 0 2 0,5 3 2 16,-2 1-1-16,2-1-8 0,-3 2-5 0,6 3-9 16,-4-2-3-16,3 0-2 0,0 0-9 15,5-7-20-15,-2-1-23 0,3 0-25 0,2-1-31 16,-2-5-30-16,2-3-49 0,-1-1-65 15,0-3-103-15,5 0-223 0,-3-5-33 16</inkml:trace>
  <inkml:trace contextRef="#ctx0" brushRef="#br0" timeOffset="129658.34">6831 13803 3086 0,'0'-9'247'0,"0"1"-92"15,0 8-47-15,0-10-36 0,0 10-22 16,0 0 32-16,0 0 28 0,0 0 16 15,-38 22 1-15,15-3-2 0,-2 1-8 0,-1 1-9 16,-5 11-5-16,2-1 2 0,7-4-7 16,3-3-12-16,0-3-6 0,0 2-6 0,7-9-9 15,3-4-4-15,1-3-5 0,3 1 7 16,0-4 5-16,5-4 1 0,0 0-7 0,0 0-10 16,0 0-11-16,14-21-10 0,7-7-18 15,3-7-26-15,5-3-25 0,3-7-17 16,3-1 0-16,-2 0 6 0,-1-3 5 0,0 4 7 15,-13 16 8-15,2 6 8 16,-7 4 0-16,-3 5 4 0,-2 5-3 0,-3 6 30 16,-6 3 14-16,0 0 13 0,19 14 7 15,-13-1 3-15,-1 5 1 0,2 3 4 0,0 8 1 16,2 4-3-16,-1 1-4 0,0 0-3 16,3 0-5-16,0-2-4 0,0-1-1 0,-2-4-4 15,-2-6-3-15,3-5-3 0,-6-3 0 16,0-3-1-16,-1 0 3 0,-1-4-2 0,0 1 5 15,0-1 11-15,-2-6 0 0,0 0-4 16,0 0-6-16,0 0-3 0,-13 6-6 16,13-6 2-16,-25-8-3 0,8 6 0 0,-6-4-3 15,0-1-1-15,0 3 2 16,0-6 4-16,3 6 3 0,-1-4-5 0,1 3-1 16,5-1-2-16,1 0-5 0,3 0 5 15,2 0-11-15,-1 3-27 0,3-1-23 0,7 4-43 16,-11-6-53-16,11 6-71 0,-13-4-82 15,13 4-88-15,0-4-113 0,0 4-163 16,0 0-12-16,14-6 82 0,-1 4-375 0,3 1-440 16</inkml:trace>
  <inkml:trace contextRef="#ctx0" brushRef="#br0" timeOffset="129842.14">7290 13875 3098 0,'0'0'278'0,"0"0"2"0,-1-10 19 16,1 10 27-16,0-9-5 0,0 9-32 16,5-9-33-16,5 4-26 0,3 0-46 0,5-2-51 15,2 2-61-15,5 0-69 0,2 2-76 16,7-5-86-16,-7 4-114 0,0 4-113 0,-4-4-158 16,-7 4-137-16,0 4 73 0,-7-4-428 15,-3 3-509-15</inkml:trace>
  <inkml:trace contextRef="#ctx0" brushRef="#br0" timeOffset="130040.16">7243 14028 2870 0,'-12'2'213'0,"3"1"61"0,9-3 28 0,-14 3 27 16,14-3 37-16,-9 0 7 0,9 0-3 16,0 0-26-16,0 0-32 0,0 0-29 0,0 0-30 15,31-12-27-15,-16 9-28 0,2-2-39 16,8 1-69-16,-2-1-95 0,2-1-93 0,-1 4-97 15,1-4-119-15,2 2-116 0,-6 2-145 16,0-4-195-16,-2 0 56 0,-4 3 81 16,-5 1-465-16,-3 0-568 0</inkml:trace>
  <inkml:trace contextRef="#ctx0" brushRef="#br0" timeOffset="131091.93">7975 11960 3187 0,'7'-6'74'0,"-5"2"21"0,-2 4 2 15,4-6-18-15,-4 6-6 0,0 0 17 0,0 0 29 16,-17 20 17-16,-6-1-6 0,-2 8-2 16,-7 2-5-16,-4 3-4 0,-3 1 1 0,3-1-4 15,-2-3-8-15,4 0-11 16,7-7-8-16,2-1-10 0,5-2-8 0,4-5-7 15,3-4-2-15,5-1-4 0,-1-5 14 16,3 2 14-16,3 0 6 0,3-6-11 0,0 0-6 16,0 0-12-16,0-18-21 0,7-1-16 15,12-12-21-15,5-8-17 0,12-6-6 0,-4 1-1 16,2 3 3-16,-2 1 1 0,-1 8-1 16,-8 8 4-16,-5 4-4 0,-2 5 3 0,-3 5-2 15,-1 4 2-15,-1 1 3 0,0 5 11 16,3 5 4-16,1 1 2 0,2 4 3 15,8 11-2-15,1 2 4 0,8 10-1 0,-4 0-2 16,2 3 0-16,3-2-3 16,-5 0 1-16,-1-1-1 0,-9-9-1 0,-1-2 0 15,-6-5 2-15,-1-2-4 0,-2-5 5 16,-5-2 2-16,3-1 8 0,-4-1 17 0,0-3 0 16,-4-3-6-16,0 0-4 0,0 0-3 15,0 0-3-15,-31-14-2 0,12 5-2 0,-12-4 3 16,1 0-4-16,-1 1 0 0,-1-1 0 15,2-1 4-15,-1 2-1 0,10 2-3 0,2 3 3 16,6 0-6-16,-2 2 2 0,3 0-4 16,3 1 0-16,-1 1-23 0,5-1-29 0,5 4-35 15,-10-3-50-15,10 3-66 0,-8-5-89 16,8 5-75-16,0 0-109 0,0 0-197 16,0 0 21-16,29-7 71 0,-13 7-363 15,2-2-415-15</inkml:trace>
  <inkml:trace contextRef="#ctx0" brushRef="#br0" timeOffset="131289.68">8589 12102 2944 0,'5'-10'215'0,"1"-4"19"16,-3 7 7-16,4-1 2 0,-4 0-4 16,5 1-18-16,-1-1-18 0,5 0-22 0,1 2-21 15,10-1 5-15,0 2-21 0,1 2-40 16,5 2-60-16,0 1-65 0,-3 0-86 15,-2 1-100-15,1 4-104 0,-11 1-98 16,0 2-138-16,-6-1-76 0,-10 4 63 16,-8 2-309-16,-14 6-351 0</inkml:trace>
  <inkml:trace contextRef="#ctx0" brushRef="#br0" timeOffset="131472.44">8395 12273 2529 0,'-9'3'107'0,"9"-3"47"0,-9 0 29 16,9 0 18-16,0 0 24 0,0 0 20 15,0 0 13-15,0 0-9 0,0 0-14 0,0 0-17 16,55-3-16-16,-30 3-24 16,1-1-20-16,19 1-15 0,-6 1-19 0,6-1-29 15,-6 0-55-15,-6 3-62 0,-7-3-81 16,-6 3-92-16,-4-3-93 0,-2 0-111 16,-3-3-192-16,-11 3-54 0,8 0 75 0,-8 0-359 15,0 0-409-15</inkml:trace>
  <inkml:trace contextRef="#ctx0" brushRef="#br0" timeOffset="131958.1">9293 11887 2803 0,'12'-20'108'15,"1"1"40"-15,0 2 7 0,5-5 19 0,-1 1 20 16,0 4 7-16,-3 3 10 0,1 0-3 16,-6 5-10-16,3 0-20 0,-5 2-18 15,-1 3-25-15,-6 4-15 0,0 0-1 0,0 0 15 16,14 16-3-16,-19 1 10 0,-4 14 19 15,-6 13 2-15,-4 6 34 0,-4 1-8 16,-2 6-7-16,1 0 5 0,-5-1 1 0,2-1-10 16,0 1-10-16,4-4-11 0,3-3-8 15,1-3 6-15,3-12-10 0,3-3-10 0,4-1-7 16,0-9-2-16,6-3-44 0,-1-3-81 16,2-3 0-16,2-3 0 0,6 0 0 0,2 0 0 15,5-1 0-15,3-4 0 0,8 1 0 16,1-1 0-16,0-2 0 0,-1 0 0 15,1-2 0-15,-2 2 0 0,0-2 0 16,-2 0 0-16,1 0 0 0,-3-2 0 0,-3 2 0 16,-3 0 0-16,3 0 0 0,-5-2-127 15,-2-2-328-15,3-3-114 0,-4 1-129 16,-3-4-177-16,2-2 78 0,-5 3 93 0,2-9-645 16,-1 1-804-16</inkml:trace>
  <inkml:trace contextRef="#ctx0" brushRef="#br0" timeOffset="132189.46">9446 11778 3987 0,'-9'-10'55'15,"1"3"21"-15,5 0 9 0,-4 1 12 16,7 1-6-16,0 5-10 0,7-9-3 0,-2 5-12 15,4 0-7-15,6 3-7 0,4-2-37 16,1 3-40-16,2 0-68 0,-1 0-76 0,6 4-66 16,-2 2-94-16,0-1-139 0,0 0-121 15,-5 0 59-15,2 2-254 0,-10 0-272 0</inkml:trace>
  <inkml:trace contextRef="#ctx0" brushRef="#br0" timeOffset="132856.01">10477 11840 2304 0,'-8'-9'69'16,"-4"1"24"-16,7 2 14 0,-1 1 14 16,6 5 23-16,-7-8 27 0,3 6 2 0,4 2 4 15,-2-8-11-15,2 8-22 16,0 0-16-16,15-6-13 0,1 4-9 0,6 2-15 16,5 0-8-16,14 2-7 0,0 2-8 15,-3 1-7-15,-4 0-10 0,-7 0-2 0,-4 0-5 16,-5 2-10-16,-5 2-4 0,-2-1 9 15,-5 7 17-15,0 5 17 0,-6 5 13 0,-8 9 11 16,-2 6 13-16,-3 12-7 0,-1-3 0 16,0 3-1-16,-8 6 1 0,1-2-10 0,3 0-9 15,-4 2-6-15,1-2-6 0,3-5-5 16,-4-1 4-16,1-2-16 0,3-7-4 0,2-6-5 16,3-3 4-16,-1-4-1 15,5-8 5-15,1-4 1 0,1-3 0 0,2-2 12 16,0-1 29-16,-1-3 11 0,3 1 13 15,-1-2 5-15,-2 0-3 0,6-6-9 16,-12 5-12-16,12-5-9 0,-16 4-11 0,16-4-6 16,-21-2-10-16,21 2-5 0,-27-4-13 15,12 3-31-15,-3-1-31 0,4 0-58 0,-6-2-58 16,4 0-68-16,2 0-88 0,-2 0-111 16,1-2-123-16,0 1-177 0,2-1-88 0,-2-2 89 15,-1 2-609-15,3-1-763 0</inkml:trace>
  <inkml:trace contextRef="#ctx0" brushRef="#br0" timeOffset="138072.41">9510 16576 1517 0,'2'-20'21'0,"0"4"24"16,0-1 10-16,1 0 16 0,-3-3 10 16,0-1 16-16,-3-2 13 0,-1-1 10 15,-1-9 4-15,-3 2-5 0,-3 4-12 16,-3 0 2-16,-5 1-1 0,-1 2-10 0,-7-1-1 15,-2 6-3-15,1-3-3 0,-6 7-5 16,-3-1-2-16,1 6-8 0,-6 3 14 16,2 1-6-16,-4 6 22 0,0 6-7 0,-11 6 12 15,3 9 2-15,1 8-1 0,-2 8 0 16,-8 19-6-16,5 6-3 0,3 3-8 0,9 5-10 16,5 4-11-16,6 1-7 0,10-10-5 15,8 0-5-15,5 5-8 0,7-4-2 16,6 1-8-16,8-1-8 0,1 0-11 15,9-4-11-15,4-4-15 0,3-5-9 16,7-5-7-16,2-6-7 0,2-7 1 0,6-8-2 0,5-5 3 16,4-11 0-16,-5-7 2 15,12-6 2-15,5-8 5 0,-2-7-2 0,-1-6 1 16,20-12-10-16,-26 3 0 0,8-14-2 16,-4-5 1-16,-9-6 2 0,1-9 14 15,-13-6-6-15,-4-4 4 0,-11-6 2 0,-9 16 1 16,-12 2 6-16,-8 1 9 0,-10 5 8 15,-8 5-2-15,-9 5-6 0,-11 3 4 0,-7 8-5 16,-5 4-14-16,-9 6-22 0,2 6-33 16,0 6-36-16,-3 6-54 0,10 9-51 15,4 3-67-15,-7 6-86 0,4 3-204 0,16 2 26 16,3 3-195-16,6-2-225 16</inkml:trace>
  <inkml:trace contextRef="#ctx0" brushRef="#br0" timeOffset="138557.2">10595 16479 2027 0,'0'0'33'0,"-9"-12"26"0,3 10 15 0,6 2 12 16,-33 8 28-16,-1 5 20 0,-10 12 32 15,-2 7 20-15,-1 3 27 0,1 2 7 0,4 4-2 16,6 2-13-16,6 6-12 15,10-3-13-15,6 5-15 0,9-10-16 0,8 2-14 16,10 6-14-16,6-3-14 0,10-3-11 16,3-4-22-16,6-8-32 0,5-2-34 15,4-7-31-15,-2-7-31 0,-3-6-24 0,4-8-24 16,0-4-13-16,9-8-5 0,-2-4 3 16,1-11 6-16,-5-9 13 0,11-23 10 0,-12-3 11 15,-7-13 13-15,-5-7 8 0,-11-9 6 16,-10-8 1-16,-10-3 5 0,-10 20 4 15,-15-13 2-15,-7 16 6 0,-6 21-1 0,-18 1-5 16,3 17-20-16,-8 8-37 0,-3 11-47 16,-4 8-77-16,0 5-128 0,11 9-181 0,-9 3 38 15,5 5-88-15,-1 0-79 16</inkml:trace>
  <inkml:trace contextRef="#ctx0" brushRef="#br0" timeOffset="139872.41">9523 12186 1842 0,'0'-11'149'0,"1"1"0"16,-1 3 1-16,0 7-4 0,4-11-8 16,-2 5-9-16,3-2-5 0,1 1-12 15,2 0-10-15,2 0-14 0,-3 2-6 0,2-2-12 16,0 1-7-16,-4 4-10 0,-5 2-1 15,9-7-5-15,-9 7-14 0,0 0 0 0,4-5-6 16,-4 5-2-16,0 0 1 0,0 0-1 16,0 0-5-16,0 0 2 0,0 0 3 0,-24-2-4 15,24 2-1-15,0 0-3 16,0 0 1-16,0 0-1 0,-16 0-2 0,16 0 6 16,0 0 9-16,0 0 8 0,0 0 3 15,0 0 5-15,0 0 22 0,0 0 8 0,0 0 15 16,-13-2 12-16,13 2 0 0,0 0-14 15,0 0-8-15,0 0-4 0,11-17-4 16,-11 17-6-16,11-11-12 0,-4 7-2 0,0-1-9 16,4 0-1-16,-1 1-8 0,-10 4-6 15,17-2-1-15,-17 2 0 0,23 7-6 0,-13 0-3 16,-3 5-3-16,-1 0 0 0,-2 2 1 16,-6 6-3-16,-2 2-2 0,-7 7 8 0,-6 1 4 15,-1-5 9-15,-3 4 11 0,1-6 9 16,0-1 8-16,6-5 8 0,3-3 9 15,2-3 8-15,6-1 12 0,-6-2 17 16,5-1 20-16,-1 0 5 0,3-2-2 0,2-5-10 16,0 0-6-16,7 12-11 0,2-8-11 15,-9-4-13-15,16 3-9 0,-5-3-10 16,-11 0-9-16,18 2-40 0,-18-2-44 0,20 0-51 16,-20 0-53-16,22-2-62 0,-14 2-65 15,1 0-99-15,-9 0-92 0,18-2-125 16,-18 2-183-16,11-1 72 0,-11 1-559 0,7-4-704 15</inkml:trace>
  <inkml:trace contextRef="#ctx0" brushRef="#br0" timeOffset="140491.01">10130 11805 3345 0,'11'-20'-75'15,"1"0"34"-15,-4 6 34 0,-1 2 32 16,1-1 37-16,-1 1 29 0,0 3 15 0,-4 1 13 16,3 0-4-16,-3 0-7 0,-1 3-17 15,-2 5-10-15,6-3-2 0,-6 3 21 0,0 0 11 16,2 32 10-16,-4-9 8 0,-9 29 0 16,-5 9 4-16,-2 3 0 0,-13 18-8 15,-3 2-7-15,-2 2-15 0,-5 2-6 0,2-3-10 16,1-3-2-16,-3-3 2 0,9-6 6 15,-8-3-8-15,11-19 1 0,2-5 5 16,4-2-14-16,-1-5 2 0,7-12-9 16,1 0-1-16,5-9-11 0,4-3-3 0,-3-3-3 15,4 0-8-15,0-3-3 0,5-4-13 16,-5 0-26-16,6-5-58 0,-4 3-67 0,4-3-72 16,0 0-82-16,0 0-90 0,0 0-115 15,8-24-195-15,-5 16-13 0,1-2 74 0,0 2-440 16,0 0-528-16</inkml:trace>
  <inkml:trace contextRef="#ctx0" brushRef="#br0" timeOffset="141371.37">10240 12223 2722 0,'4'-5'-78'0,"3"1"39"15,-2-4 32-15,1 3 34 0,-1-2 37 0,1 0 45 16,-2 2 38-16,-4 5 11 16,10-7 2-16,-10 7-12 0,3-8-15 0,-3 8-11 15,0 0 12-15,0 0 7 0,0 0-6 16,0 0-7-16,-23 29-6 0,14-15-6 15,-2 1-2-15,-3 1 0 0,5-1-6 0,1 1-7 16,0-3-5-16,2 1-10 0,1-3-5 16,1-1-7-16,1 0-7 0,3-1-2 0,0-2-6 15,0-2-7-15,1 1-1 0,7-2-7 16,-1-2-5-16,-7-2-14 0,29-4-5 0,-12 0-5 16,4-3 0-16,7-6-2 0,-1 0-2 15,0-4-7-15,-8 5 6 0,0-1 0 0,-4 5-2 16,-2 0-1-16,-1 2-6 15,-4 0-2-15,-8 6-1 0,7 0 9 0,-7 0 8 16,0 12 2-16,-3 0-1 0,-5 5-2 16,1 1-1-16,-5 10 1 0,-1-1-3 15,-1 0 3-15,-1 2-1 0,3-3-7 0,-1 2 2 16,4-8-14-16,1 0-34 0,0-1-50 16,1-7-68-16,1 3-85 0,3-1-92 0,-6-3-128 15,6-1-228-15,-5 2 58 16,5-3 70-16,-3-1-340 0,2 0-385 0</inkml:trace>
  <inkml:trace contextRef="#ctx0" brushRef="#br0" timeOffset="142855.72">9779 10270 2343 0,'10'-8'-33'16,"-6"2"45"-16,4 1 14 0,-7 3-5 0,-1 2-3 16,0 0-3-16,0 0 25 0,0 0 20 15,0 0 13-15,-17 23 3 0,4-8-2 0,-6 9 6 16,-2 1-11-16,0 2-2 0,2 0-1 15,-2 0-9-15,4-2-2 0,-1 0-5 0,3-2-1 16,1-3-5-16,5-6-8 0,2-2 1 16,0 1-8-16,1-6 2 0,1 2-1 0,2-2 5 15,-1-1-8-15,0-2 3 16,4-4-2-16,0 0-13 0,0 0 6 0,0 0-9 16,23-20-11-16,-2 0-1 0,2-4-4 15,5-7-7-15,3-2 5 0,1-3-6 0,2 2 6 16,1 2 1-16,-9 8-2 0,-3 3 7 15,-5 5-5-15,-3 3 2 0,-6 3 0 16,1 4-2-16,-1 2 11 0,1 4 8 0,-10 0 24 16,17 7 2-16,-6 2 8 0,1 2 3 15,-1 3-7-15,7 9-4 0,-1-1-2 0,-2 1-5 16,0 0-3-16,-3-5 1 16,-1-3 3-16,-2-3-13 0,-2 0 4 0,-2-2-6 0,1 0-1 15,-2-6 10-15,-2 3 12 0,-2-7-13 16,-2 7 5-16,2-7 1 0,-18 0-10 15,18 0-3-15,-29-5 6 0,11 0-5 16,-3-1 2-16,-1 1-7 0,0 0 0 0,1-2-8 16,3 4 2-16,2-2-7 0,2 0 8 15,1 3-5-15,4-2 2 0,2 1-12 0,-2 0-27 16,9 3-45-16,-15-4-33 0,15 4-48 16,-10-3-66-16,10 3-66 0,-5-2-108 15,5 2-156-15,0 0 46 0,0 0-195 0,0 0-194 16</inkml:trace>
  <inkml:trace contextRef="#ctx0" brushRef="#br0" timeOffset="143154.31">10428 10377 2224 0,'0'0'139'0,"0"0"15"0,0 0 9 0,0 0-5 16,0 0 0-16,0 0-19 16,0 0-11-16,0 0-12 0,18-14-20 0,-7 12-3 15,7-2-11-15,1 4-8 0,4-2-31 16,-2 2-42-16,0 0-54 0,4 5-56 0,-1-4-58 15,-5 3-86-15,3-2-107 0,-6 0-162 16,-2 1 45-16,-3-1-145 0,-3 1-119 0</inkml:trace>
  <inkml:trace contextRef="#ctx0" brushRef="#br0" timeOffset="143307.41">10414 10555 1895 0,'0'0'80'0,"0"0"7"0,0 0-11 0,0 0-6 16,0 0-8-16,21-13-4 0,-10 10-7 16,3 3-4-16,-1-3-20 0,3 2-44 0,2 2-52 15,-2-1-72-15,-1 3-110 0,-1-3-421 16,-1 0-167-16</inkml:trace>
  <inkml:trace contextRef="#ctx0" brushRef="#br0" timeOffset="143621.31">10105 10522 1983 0,'8'-12'15'0,"-3"4"-2"0,4-1-2 16,-4 3 1-16,3 0-2 0,-3 3-1 15,3 0-4-15,-8 3 0 0,13-4 2 16,-3 4-9-16,-10 0-17 0,14 2-17 0,-9 1-14 16,1 2-11-16,-6-5 3 15,5 9-10-15,-3-4-6 0,-2-5-17 0,0 9-17 16,0-9-46-16,-4 6-305 0,4-6 33 15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19T02:44:20.82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803 1413 1037 0,'0'0'360'0,"0"0"-81"0,-18-2-43 16,18 2-34-16,0 0-22 0,-16 0-10 16,16 0 13-16,0 0-12 0,0 0 3 0,-15-2-1 15,15 2-15-15,0 0-12 0,0 0-17 16,0 0-9-16,0 0-5 0,0 0-1 16,-14-2-3-16,14 2 3 0,0 0 19 0,0 0 11 15,0 0 11-15,0 0 2 0,0 0 2 16,0 0 0-16,0 0-5 0,0 0-11 0,63 2-5 15,-43-2-10-15,1-2-21 0,8 2-10 16,1 0-8-16,-1-2-8 0,10 2-8 16,3 0-6-16,-1 0-11 0,-9 0-1 15,-2 0-5-15,-5 0-6 0,4 2-5 0,-5-4-2 16,-1 2-5-16,-2 2 2 0,0-4 5 16,-2 4 8-16,1-4 0 0,-2 2 4 15,-2 0-3-15,2 0-6 0,2-3 2 16,-5 3-10-16,0 0 1 0,1 0-9 0,-1 0-3 15,0 0 1-15,-2 3-5 0,-13-3 0 16,27-3-4-16,-12 3-5 0,-1 3 2 16,0-3 4-16,0 2-4 0,1 0-2 0,1 0 4 15,2 0-4-15,3-1 4 0,-1 2-9 16,7-3 2-16,-1 0-1 0,2 0-2 16,4-3 7-16,5 0 1 0,-4 1-3 15,-5 2 4-15,-1-2 0 0,-3 2-13 16,-3-2 9-16,-1 2-7 0,-2 0 4 0,-2 0-1 15,-16 0-4-15,29 0 3 0,-16 0 2 16,-13 0-3-16,23 0-1 0,-23 0-1 16,21 0 1-16,-10 0 4 0,-11 0 4 0,25 0-5 15,-14 0-6-15,5 0 2 0,-1 0 0 16,2 0 6-16,4-3-7 0,-4 6 1 0,-1-3 0 16,-2 0-1-16,2 0 1 0,1 0 6 15,0 0-5-15,2 2-3 0,0-2 2 16,4 2-1-16,-2-2 0 0,5 0 2 0,3 0-3 15,3-2 9-15,-3 4-1 16,3-2-7-16,-3 0 1 0,2 2 1 0,-3 0-1 16,1-2-6-16,-6 0-4 0,2 1 6 15,-7 2 0-15,2-1 3 0,-6-2 12 16,0 0-13-16,-1 0-1 0,-13 0 5 0,23 0-2 16,-13 0 2-16,-10 0 0 0,21 0 4 15,-9 0-3-15,3 0 4 0,4 0 3 0,1 0 8 16,0 0-2-16,8 0-11 0,-1 0 1 15,0 0 2-15,0 0-2 0,-1 0 8 16,-5 0-12-16,2 2 2 0,-2-1 0 0,1-1-3 16,-2 0 2-16,-1 2 2 0,-4 0-1 15,1-2-3-15,0 2 4 0,-2-2 1 16,-14 0 1-16,22 0-4 0,-10 0 8 16,-12 0-8-16,15 0 3 0,-15 0-3 15,14 0-2-15,-14 0 4 0,13 2-8 0,-13-2 5 16,0 0-7-16,14 0 8 0,-14 0-4 15,0 0 3-15,0 0-6 0,15 1 4 0,-15-1-3 16,0 0 4-16,13 3 3 0,-13-3-6 16,0 0 11-16,19-3-5 0,-19 3-4 15,14-1-3-15,-14 1 8 0,24-4-1 0,-10 2-4 16,0 0 7-16,6 1-12 0,-4-1 9 16,4 2-8-16,-1-2 1 0,0-1 3 15,-2 2-7-15,-2-1 13 0,5 0-8 16,-3 2 1-16,0-2-5 0,-2 0 9 15,-2 2 12-15,-2-3 18 0,-11 3 9 0,25 0 5 16,-25 0 5-16,16-1-1 0,-16 1 2 16,15-2-2-16,-15 2-2 0,12-2-6 0,-12 2-2 15,0 0-5-15,15-2-1 0,-15 2 0 16,0 0-7-16,12-2-5 0,-12 2-16 16,0 0-8-16,0 0 0 0,0 0 0 0,0 0 0 15,14 0 0-15,-14 0 0 0,0 0 0 16,0 0 0-16,0 0 0 0,0 0 0 15,0 0 0-15,12-3 0 0,-12 3 0 16,0 0 0-16,0 0 0 0,0 0 0 16,0 0 0-16,0 0 0 0,0 0 0 0,0 0 0 15,0 0 0-15,0 0 0 0,0 0 0 16,0 0 0-16,0 0 0 0,0 0 0 0,10-2 0 16,-10 2 0-16,0 0-517 0,0 0-516 15,0 0 95-15,0 0 104 0,0 0-822 16,-61 0-1093-16</inkml:trace>
  <inkml:trace contextRef="#ctx0" brushRef="#br0" timeOffset="2117.19">21461 1301 1184 0,'0'0'196'15,"4"-7"-38"-15,-2 0-8 0,-2 7 2 0,4-10 12 16,-3 2 3-16,1 1 1 0,0 0 7 16,1-1 22-16,1 0 13 0,-2 2 4 15,1-4 1-15,3 3 4 0,-3-3 5 0,1 0 7 16,0 3 0-16,0 2 3 0,-4 5-3 16,4-11 0-16,0 3-14 0,-4 8-18 0,4-6-14 15,-4 6-17-15,1-8-16 0,-1 8-16 16,0 0-18-16,0 0-17 0,0 0-2 15,0 0 6-15,0 0 14 0,6 30 6 16,-10-7-3-16,1 14-4 0,-1 3 13 16,-4 14 6-16,2 6-3 0,0 0-9 0,5 3-12 15,-1-4-6-15,0 1-8 0,0-13-13 16,2-3-10-16,0 1-2 0,0-6-12 0,0-1-6 16,0-7-3-16,0-7-30 0,-2-3-23 15,2-3 0-15,-2-1 0 0,2 0 0 16,0-5 0-16,-1 0 0 0,-1 0 0 0,2-1 0 15,-2-2 0-15,0-3 0 0,2 2 0 16,0-8 0-16,-3 15 0 0,1-11 0 16,2-4 0-16,0 10 0 0,0-10 0 0,-2 8 0 15,2-8 0-15,0 0 0 0,0 0 0 16,0 0-78-16,-9 0-449 0,9 0-144 16,-21-14-222-16,10 3 12 0,-5-3 85 15,0-7-682-15,-6-3-925 0</inkml:trace>
  <inkml:trace contextRef="#ctx0" brushRef="#br0" timeOffset="2600.34">21736 1023 3828 0,'0'0'-104'15,"-6"-10"48"-15,6 10 44 0,0 0 56 16,-7-7 59-16,7 7 52 0,-9-3 31 15,9 3 19-15,0 0-3 0,0 0-11 16,-9-7-14-16,9 7-13 0,0 0-8 0,0 0-3 16,-3-5-11-16,3 5-3 0,0 0-13 15,0 0 12-15,0 0 13 0,0 0-4 16,30-4-7-16,-3 2-17 0,13 1-14 0,6-2-6 16,3-1-10-16,10-1-12 0,-2 0-6 15,0-2-11-15,-11 2-5 0,-6 0-6 16,-2 2-13-16,-7-3 9 0,-8 3-9 0,-7 0 1 15,-4 3-1-15,1-2-3 0,-1 0-5 16,-12 2-10-16,15-2 3 0,-15 2-8 0,11-2-32 16,-11 2-50-16,0 0-57 0,0 0-68 15,0 0-83-15,0 0-76 0,-18 18-78 16,4-11-98-16,-1 1-174 0,1-1-65 16,-2 5 62-16,-2 0-436 0,0-2-607 15</inkml:trace>
  <inkml:trace contextRef="#ctx0" brushRef="#br0" timeOffset="3352">21770 1049 2873 0,'0'0'-92'0,"4"-3"44"0,-4 3 26 16,0 0 33-16,0 0 26 0,3-7 26 15,-3 7 23-15,0 0 14 0,0 0 21 16,12-5 22-16,-12 5 17 0,0 0 10 0,10-2 12 16,-10 2 10-16,0 0 10 0,0 0 2 15,0 0-5-15,0 0-2 0,0 0-7 16,0 0 0-16,0 0-26 0,0 0-13 0,-50 5-12 15,26-1-15-15,-1-1-5 0,2 0-17 16,-2-1-6-16,4 0-9 0,0-1-11 0,4 1-9 16,-2 0-2-16,3-2-5 15,3 0-8-15,13 0 2 0,-23 0-12 0,12 0 2 16,11 0-6-16,-17 0-5 0,17 0-1 16,-18-4 1-16,18 4-8 0,-9-1-7 15,9 1 6-15,-9-5 2 0,9 5-5 0,-10-4-3 16,10 4 2-16,-6-5-4 0,6 5 3 15,0 0-1-15,0 0 0 0,-7-10 2 16,7 10 2-16,0 0 0 0,-8-4-2 16,8 4-7-16,0 0 8 0,0 0-5 0,0 0-12 15,0 0 9-15,-7-5-4 0,7 5 4 0,0 0-12 16,0 0 11-16,0 0-2 0,0 0-4 16,0 0 1-16,0 0-2 0,0 0-5 15,0 0-13-15,0 0 2 0,0 0 1 16,0 0 2-16,0 0 3 0,0 0 10 15,0 0-9-15,5 29 6 0,-1-18 0 0,0 1 0 16,-2 0-3-16,-1-1 3 0,1 1-8 16,0 0-30-16,2-1-35 0,-4 1-41 15,3-4-49-15,-3-1-68 0,0 2-56 0,0-2-51 16,0-1-53-16,0 0-54 0,0-6-114 16,0 9-170-16,0-9 59 0,0 0-391 0,0 0-532 15</inkml:trace>
  <inkml:trace contextRef="#ctx0" brushRef="#br0" timeOffset="4333.37">21838 1267 2581 0,'0'0'-171'16,"0"0"37"-16,0 0 46 0,0 0 29 15,0 0 37-15,0 0 33 0,0 0 25 16,0 0 20-16,0 0 18 0,0 0 13 0,0 0 17 16,0 0 14-16,0 0 8 0,0 0 21 15,0 0 13-15,0 0 17 0,0 0 14 0,0 0 17 16,0 0 10-16,0 0 8 0,0 0 4 15,-14-3-17-15,14 3-19 0,0 0-16 16,1-12-11-16,-1 12-13 0,2-11-12 16,2 5-11-16,-4 6-14 0,5-12-14 15,2 5-6-15,-1 0-9 0,1 2-14 0,0-3-13 16,3 1-5-16,0 4-8 0,1 0-4 16,3 0-6-16,-1 3-1 0,2 0-4 15,2 3-7-15,-1 2-3 0,-2 1-2 0,2-2-2 16,-3 4-3-16,1 0 2 0,-7 1-1 15,2-1 1-15,-5 0 2 0,0 3 5 0,-2-3 10 16,-4 3 9-16,-2-1 3 16,0-2 12-16,-1 3 7 0,-1-1-4 0,-1 0-8 15,1-1 2-15,-2-2-9 0,4 0 6 16,1-2-7-16,3-5 2 0,-8 10 4 16,8-10 14-16,-4 7-6 0,4-7 4 0,0 0-3 15,-2 8-5-15,2-8-4 0,0 0-5 16,10 7-3-16,-3-1-5 0,1-2 0 0,2-2-6 15,-1 3 1-15,0 2-9 0,5 0 1 16,-4 3-1-16,-1-5-8 0,-2 2 2 16,2 0 2-16,-6 1 10 0,3 0 20 15,-3-2 26-15,-3 3 16 0,0-9-5 0,-9 16-88 16,4-7 0-16,-7-3 0 0,2 0 0 16,-2 4 0-16,-8-3 0 0,-1-1 0 15,1 0 0-15,-4 0 0 0,7-2 0 0,-2-2 0 16,2-1 0-16,1-1 0 0,3 0 0 15,13 0 0-15,-27-3 0 0,16 1 0 0,4 0 0 16,7 2 0-16,-18-6 0 0,13 4 0 16,-3-2-139-16,8 4-421 0,-12-3-139 15,12 3-192-15,-1-7 8 0,1 7 104 0,0 0-663 16,0 0-892-16</inkml:trace>
  <inkml:trace contextRef="#ctx0" brushRef="#br0" timeOffset="4851.83">21822 1800 3671 0,'0'0'-118'16,"-14"-4"50"-16,14 4 46 0,-11 0 47 15,11 0 52-15,0 0 55 0,-13-2 35 16,13 2 20-16,0 0 9 0,0 0 1 0,-12-2-5 16,12 2 2-16,0 0 0 0,0 0-13 15,0 0 2-15,0 0 14 0,0 0-18 0,0 0-11 16,38-3-18-16,-12 3-13 0,17-2-13 16,0 0-11-16,2 0-10 0,-4 0-22 15,1 1-7-15,-3-2-21 0,-9 1-7 16,-3-2-6-16,-3 2-1 0,-5 0 7 15,-6 0-10-15,3 0-2 0,-3 2-3 0,-1-3-20 16,-12 3-7-16,18 0-27 0,-11 0-29 16,-7 0-38-16,9-2-52 0,-9 2-67 0,0 0-82 15,0 0-92-15,0 0-107 0,0 0-148 16,0 0-104-16,0 0 61 0,0 0-446 16,-30 13-595-16</inkml:trace>
  <inkml:trace contextRef="#ctx0" brushRef="#br0" timeOffset="5632.09">21860 2009 3008 0,'0'0'32'15,"0"0"56"-15,0 0 58 0,0 0 51 16,0 0 45-16,-22-2 34 0,22 2 38 0,0 0-3 16,0 0-32-16,0 0-30 0,0 0-15 15,0 0-17-15,14-19-11 0,-3 15-12 0,3-2-4 16,3 1-25-16,0 0-20 0,0 1-15 16,0 1-8-16,-4 1-17 0,3 2-8 0,-1 2-14 15,-15-2-6-15,27 3-11 0,-15 3-5 16,-3 0-4-16,-2 3-4 0,-1 0-4 15,-1 2-3-15,-5 1-3 0,0 0-5 16,-9 3-3-16,4 4 8 0,-5-2-5 16,-2 1 10-16,-2 5 10 0,0-5 11 0,3-4 8 15,1 0 5-15,3-2 0 0,-1-2 7 16,2-1-39-16,4-2-50 0,0 0 0 0,2-7 0 16,-3 10 0-16,3-10 0 0,0 0 0 15,13 8 0-15,-3-8 0 0,-10 0 0 0,26 2 0 16,-11-2 0-16,5-2 0 0,-5 2 0 15,2 0 0-15,0 0 0 0,-1-3 0 16,-4 3 0-16,4-1 0 0,-5-1 0 16,-11 2 0-16,23 0 0 0,-23 0 0 15,13-2 0-15,-13 2 0 0,14 2 0 0,-14-2 0 16,11 0 0-16,-11 0 0 0,0 0 0 16,9 0 0-16,-9 0 0 0,0 0 0 0,0 0-336 15,0 0-427-15,0 0-201 0,0 0 83 16,-24 8 90-16,24-8-725 0,0 0-960 0</inkml:trace>
  <inkml:trace contextRef="#ctx0" brushRef="#br0" timeOffset="6749.27">22794 998 3887 0,'0'0'-166'16,"0"0"50"-16,0 0 47 0,-10-5 49 16,10 5 43-16,0 0 36 0,0 0 40 0,0 0 22 15,-10-4 1-15,10 4 5 0,0 0 6 16,0 0-10-16,0 0-7 0,0 0-11 15,0 0-8-15,18-8-8 0,-18 8-14 16,18-4-7-16,-6 1-5 0,-1 1-3 0,3-1-8 16,-3 1-7-16,-11 2-4 0,20-5-2 15,-13 3 0-15,-7 2 4 0,15-2 15 0,-15 2 12 16,12-2 11-16,-12 2 13 0,0 0 3 16,15-4 0-16,-15 4 0 0,0 0 1 15,10 0 0-15,-10 0-12 0,0 0-3 0,0 0-7 16,0 0-11-16,0 0-10 0,0 0-5 15,13-2-9-15,-13 2-2 0,0 0-4 16,0 0 6-16,3 12 5 0,-3-4-1 16,0 1-2-16,0 5 3 0,0-1 30 15,0 6-2-15,0 7-6 0,0 10-2 0,0 5 23 16,2 2-1-16,4 12-6 0,-2 2-1 16,2 2 4-16,0 1-9 0,-3 1 1 0,1-3-14 15,-2-2-1-15,-2-8-2 0,0-2 0 16,-6 0 25-16,3-3 14 0,-3-1 5 0,0 1-104 15,-6 7 0-15,7-10 0 16,-3-2 0-16,3-2 0 0,-2-1 0 0,2-2 0 16,1-4 0-16,2-4 0 0,2-6 0 0,0 1 0 15,0-1 0-15,2-2 0 16,0 1 0-16,0-5 0 0,-2-1 0 0,2-2 0 16,-2-1 0-16,3 1 0 0,-3 0 0 15,0-10 0-15,-1 12 0 0,1-7 0 0,0-5 0 16,0 9 0-16,0-9 0 0,0 0 0 15,1 11 0-15,-1-11 0 0,0 0 0 0,2 9 0 16,-2-9 0-16,0 0 0 0,0 8 0 16,0-8 0-16,0 0 0 0,0 0 0 15,2 6 0-15,-2-6 0 0,0 0 0 0,0 0 0 16,0 0 0-16,0 0 0 0,0 0 0 16,0 0 0-16,0 0 0 0,0 0 0 15,-4-21-375-15,4 11-679 0,-1 0 115 16,-3-3-1041-16,-2 3-1399 0</inkml:trace>
  <inkml:trace contextRef="#ctx0" brushRef="#br0" timeOffset="8165.55">23708 1671 5563 0,'-21'-1'-175'0,"21"1"60"0,-17-2 76 0,17 2 71 15,0 0 54-15,-10-4 59 0,10 4 42 16,0 0 27-16,0 0 8 0,0 0-3 0,0 0-10 16,0 0-11-16,0 0-10 0,25-11-12 15,-4 5-12-15,8 3-19 0,9-4-15 16,0 2-15-16,-8 1-10 0,-1 1-11 16,8-2-9-16,-10 2-13 0,-5-2-8 15,-3 3-25-15,-2 0-26 0,-3 0-28 0,-1 1-46 16,-13 1-70-16,15-4-69 0,-15 4-87 15,13-2-81-15,-9 1-87 0,-4 1-73 0,0 0-96 16,0 0-138-16,0 0 8 0,-22 8-590 16,8-2-799-16</inkml:trace>
  <inkml:trace contextRef="#ctx0" brushRef="#br0" timeOffset="8401.21">23746 1771 3606 0,'-13'6'-29'0,"6"-2"68"0,-3 0 78 0,4 0 58 16,6-4 65-16,-7 3 54 15,7-3 39-15,0 0 4 0,0 0 2 0,-12 6-10 16,12-6-17-16,0 0-14 0,0 0-18 16,0 0-27-16,0 0-26 0,37-2-22 0,-19 2-22 15,3 0-17-15,2 0-20 0,0 0-18 16,-2-2-31-16,2 2-34 0,-4 0-36 16,2 0-30-16,-6 0-33 0,-15 0-42 0,21 2-63 15,-9-2-53-15,-12 0-75 16,14-4-88-16,-5 4-80 0,-9 0-89 0,11-7-119 15,-9 2-171-15,0-2 72 0,-1-3-589 16,1 3-789-16</inkml:trace>
  <inkml:trace contextRef="#ctx0" brushRef="#br0" timeOffset="8884.4">24574 1591 4021 0,'-9'-14'140'0,"8"4"34"16,-1-2 29-16,4 0 44 0,-2 0 46 16,3 2 14-16,4-5-7 0,-2 3-23 0,8-2-24 15,1 1-20-15,5 3-24 0,-2 1-21 16,3-3-18-16,4 7-20 0,-5 2-15 15,-1 1-13-15,4 2-15 0,-5 2-11 0,4 4-11 16,-2 6-7-16,-3-1-5 0,-1 3-9 16,-6 4-2-16,-3 2-5 0,-2-2-6 15,-8 7 12-15,-6 6-30 0,-7 1-33 16,-2-3 0-16,-4-2 0 0,-2-1 0 0,7-2 0 16,-6-3 0-16,12-3 0 0,-1-3 0 15,8-5 0-15,-1-1 0 0,5 1 0 16,2-5 0-16,-1-5 0 0,10 14 0 0,4-8 0 15,0 0 0-15,8-2 0 0,-1 2 0 16,3-3 0-16,-5-1 0 0,4 3 0 0,-2-5 0 16,-2 2 0-16,-1 0 0 0,-6-1 0 15,1-1 0-15,-1 0 0 0,-12 0 0 16,20 2 0-16,-13-2 0 0,-7 0 0 0,13 2 0 16,-13-2 0-16,9 0 0 0,-9 0-325 15,0 0-554-15,0 0-94 0,0 0 95 0,0 0-869 16,0 0-1178-16</inkml:trace>
  <inkml:trace contextRef="#ctx0" brushRef="#br0" timeOffset="9432.24">24686 1140 4384 0,'-15'-5'-250'0,"-3"1"41"0,2 3 36 16,-6 1 36-16,-1 5 45 0,-9 4 46 15,-2 6 43-15,-11 12 46 0,0 5 40 16,-1 2 27-16,4 10 44 0,5 6 32 0,-12 15 28 16,21-9 11-16,-1 6 14 15,11 2 11-15,-2-1 5 0,15 0-46 0,3-1-14 16,7 2-12-16,9 1-18 0,5-5-18 0,6-3-9 16,3-3-15-16,3-2-8 0,5-8-8 15,4-4-12-15,6-10-8 0,1-1-5 16,3-11-9-16,3-7-6 0,-7-3-8 15,5-10-7-15,10-2-2 0,0-5-5 0,0-11-13 16,-2-2 10-16,4-4-5 0,10-11 46 16,-2-6 24-16,-9-3 16 0,-10 5 19 0,3-15 16 15,-6-4 4-15,-4-10-82 0,-7-3-80 16,-10-6 0-16,-11 9 0 0,-12 3 0 0,-8 0 0 16,-12 5 0-16,-14 5 0 0,-22-3 0 15,-16 11 0-15,-7 8 0 0,7 20 0 16,-7 6 0-16,-7 5 0 0,4 8 0 15,-2 7-298-15,5 4-175 0,5 4-82 16,3 1-103-16,3 3-148 0,7 0-18 0,7-2 85 16,11 1-566-16,3-3-764 0</inkml:trace>
  <inkml:trace contextRef="#ctx0" brushRef="#br0" timeOffset="10582.21">26075 1748 3646 0,'-2'-18'9'0,"2"7"43"16,-2-1 61-16,2 4 39 0,2 1 34 0,-2 7 19 15,-2-10-1-15,2 10-14 0,0 0-20 16,0 0 34-16,0 0 31 0,0 0 10 15,0 0-4-15,-7 37-20 0,0-16-16 0,2 2-15 16,-4 6-13-16,1 5-12 0,-2-5-6 16,3-3-10-16,-1-4-9 0,3-1-15 0,-3-1-13 15,2-5-9-15,0 2-5 16,3-5-9-16,-3-1-1 0,4-3 23 0,1-1 10 16,-4 2-35-16,5-9-86 0,-4 8 0 15,4-8 0-15,0 0 0 0,0 0 0 0,0 0 0 16,2-29 0-16,5 15 0 0,0-6 0 15,2 1 0-15,0 0 0 0,3 1 0 16,-1 2 0-16,-3 3 0 0,-2 0 0 0,4 2 0 16,-7 2 0-16,6 4 0 0,0 1 0 15,-9 4 0-15,16-2 0 0,-16 2 0 0,18 8 0 16,-9-3 0-16,0 0 0 0,0 2 0 16,-4 3 0-16,3 0 0 15,-5-1 0-15,3 1 0 0,-1-1 0 0,-4-3 0 0,5 3 0 16,-2-2 0-16,-4-7 0 0,3 8 0 15,-3-8 0-15,0 0 0 0,11 0 0 16,-11 0 0-16,18-16 0 0,-5 0 0 16,12-5 0-16,0 1 0 0,-2-2 0 0,-2 2 0 15,-2 7 0-15,-4 1 0 0,-4 2 0 16,2 3 0-16,1-1 0 0,-5 6 0 16,2 0 0-16,-11 2 0 0,0 0 0 0,24 8 0 15,-16 0 0-15,-1-1 0 0,-1 3 0 16,-1 2 0-16,1 1 0 0,-1 1 0 0,-2 0 0 15,1-1 0-15,-4-1 0 0,2 0 0 16,-2 0 0-16,2-2 0 0,-2-1-26 16,0-1-373-16,0-1-47 0,2 0-41 0,-2-7-43 15,1 6-52-15,-1-6-31 16,0 0-61-16,0 0-40 0,20-9-551 0,-9-3-726 16</inkml:trace>
  <inkml:trace contextRef="#ctx0" brushRef="#br0" timeOffset="10764.98">26606 1789 3302 0,'9'-20'-64'16,"-2"5"68"-16,-1 3 59 0,-5 1 63 15,5 5 57-15,-3 0 27 0,-1-2 7 16,-2 8-7-16,5-9-24 0,-5 9-6 0,0 0 33 16,0 0 10-16,0 0-3 0,13 23-26 15,-11-12-21-15,-2 7-12 0,2-3-19 0,-2 5-12 16,0-3-17-16,0 0-41 0,-2-1-49 16,0 2-53-16,-2-3-55 15,2-3-96-15,-3 2-84 0,1-4-73 0,2 0-88 0,1-2-163 16,-1-4-113-16,2-4 61 15,-5 5-388-15,5-5-502 0</inkml:trace>
  <inkml:trace contextRef="#ctx0" brushRef="#br0" timeOffset="10931.83">26774 1477 3159 0,'-3'-18'181'15,"-1"5"49"-15,2 1 33 0,0 2 13 16,1 5-11-16,1 5-23 0,-2-14-36 15,2 14-29-15,-3-8-57 0,3 8-65 0,0 0-83 16,0 0-101-16,0 0-94 0,0 0-112 16,0 0-155-16,0 0-191 0,14 22 62 15,-16-11-289-15,0 3-389 0</inkml:trace>
  <inkml:trace contextRef="#ctx0" brushRef="#br0" timeOffset="11349.17">26807 1625 2395 0,'2'3'75'16,"-2"-3"47"-16,0 0 27 0,1 9 34 15,-1-9 53-15,4 9 62 0,-4-9 37 0,4 10 24 16,-1 0 6-16,0 0 6 0,-1 2-18 16,2 2-21-16,1 3-19 0,-3-6-18 15,4 3-16-15,-3-2-17 0,-1-1-25 0,3 2-19 16,-3-1-22-16,0 0-21 16,0-2-16-16,-1 0-19 0,-1-1-12 0,2-3-18 15,0 2-6-15,-2-8-102 0,4 8-2 16,-4-8 0-16,0 0 0 0,0 0 0 0,27-14 0 15,-13 0 0-15,9-7 0 0,2 4 0 16,-2 1 0-16,-6 3 0 0,-3 4 0 16,-5 2 0-16,0 3 0 0,0 0 0 0,0 2 0 15,-9 2 0-15,0 0 0 16,29 10 0-16,-20-6 0 0,1 4 0 0,-1-1 0 16,0 5 0-16,4-4 0 0,-2 1 0 15,0 3 0-15,-1-4 0 0,1 1 0 0,-6-1 0 16,6-2 0-16,-4 0 0 0,0-2 0 15,3-1 0-15,-10-3 0 0,15 4 0 16,-15-4 0-16,19 0 0 0,-19 0 0 0,17-9 0 16,-6 1 0-16,0 0-85 0,-2-5-315 15,-2 1-66-15,3-7-68 0,0-1-103 0,-3-1-155 16,0 2-21-16,2 1 92 0,-6 5-552 16,-4 3-733-16</inkml:trace>
  <inkml:trace contextRef="#ctx0" brushRef="#br0" timeOffset="12032.9">27390 1593 3080 0,'0'0'-260'0,"0"0"46"0,-8-9 60 16,8 9 33-16,0 0 50 0,0 0 44 0,-2-8 26 15,2 8 32-15,0 0 24 0,0-12 25 16,0 12 15-16,0 0 12 0,-3-8 0 0,3 8 22 16,0 0 6-16,2-8-11 0,-2 8 8 15,0 0 2-15,0 0 0 0,1-10-1 16,-1 10-6-16,0 0-9 0,0-9-6 15,0 9-3-15,0 0 1 0,0 0-4 16,0 0-9-16,0 0-3 0,0 0-10 0,0 0-6 16,0-8-10-16,0 8-5 0,0 0-8 15,0 0-7-15,0 0-6 0,0 0-5 16,0 0-12-16,0 0-22 0,0 0-25 0,0 0-32 16,0 0-29-16,0 0-24 0,0 0-20 15,-3-9-16-15,3 9-24 0,0 0-45 0,0 0-57 16,0 0-96-16,15 0-195 0,-15 0-7 15,12-3 60-15,-12 3-113 0,0 0-117 16</inkml:trace>
  <inkml:trace contextRef="#ctx0" brushRef="#br0" timeOffset="13214.87">27680 1601 1976 0,'5'-10'173'0,"1"2"-1"0,-1 2 20 0,4-1 28 15,-4 4 12-15,-5 3 11 0,15-3 4 16,-15 3-3-16,18 6-7 0,-7 1-13 16,1 4-2-16,-1 2 0 0,-2 3-5 0,-1-1-4 15,-2 0-3-15,-2 1 1 0,-4 3-2 16,0-2-10-16,-2-2-8 0,-2 2-7 0,-1 3-12 15,-6-4-6-15,2-3-12 0,-5-1-12 16,1 2-15-16,0-6-8 0,-2-1-13 16,0-4-8-16,1-1-15 0,-1-2-2 0,1-7-17 15,0-3-2-15,-2-7-15 16,3-10-6-16,3-4-8 0,6-6-2 0,4 1-9 0,4 7-5 16,0 5 1-16,2 4-12 15,-2 4-3-15,-1 2 1 0,5 6-4 16,-3 1 0-16,2 5 3 0,-7 2 1 0,0 0-3 15,28 15 2-15,-16-1-1 0,7 9 1 16,-1 1 3-16,2 0 0 0,-4-1-1 0,6 1-2 16,-1-1 0-16,-3-4 0 0,-2-1 3 15,-5-6 2-15,1-3-4 0,-3-1 7 16,2 0 3-16,0-4-1 0,0-1-2 16,0-1-1-16,-11-2 0 0,30-7-2 15,-10-3-1-15,7-9-2 0,-3-5-2 0,9-15-8 16,-3-5-10-16,4-6-14 0,8-16-14 15,-1-9 4-15,-2-1-17 0,-3-3-2 0,-1 0 6 16,-12 16-1-16,-6 2-1 0,-4 6 7 16,-4 2 9-16,-2 15 1 0,-5 3 0 15,-2 8 7-15,-2 4-1 0,-1 5 5 0,-1 3 3 16,3 3-2-16,-3 3-2 0,-3 6 1 16,-3 3 0-16,10 0 5 0,-26 16 2 0,2 5 3 15,5 5 1-15,-3 14 4 0,1 7 7 16,-3 4 7-16,6 5 16 0,0 4-4 15,6 3 0-15,-1 1-1 0,10 1 1 16,3-3 7-16,5 1-11 0,7-7 0 16,5-5 2-16,2-5 2 0,5-3-14 0,-1-5 6 15,1-13-6-15,-3-4 9 0,-5-5-10 16,2-6 11-16,-3-4 0 0,4-3-1 0,2-3 0 16,3-5-4-16,8-5 5 0,0-8-6 15,2-10-10-15,2-4 13 0,0-10-4 16,-1-3-3-16,-1-9-5 0,3-16-2 0,-1-5 0 15,-2-1-3-15,-9 15 8 0,-7 3-5 16,0 5 6-16,-9 14-3 0,0 5 10 0,-6 8 3 16,1 7 0-16,-4 6-6 0,-6 4 4 15,2 6-10-15,4 3 8 0,0 0 11 16,-36 20-8-16,15 2 9 0,-5 14-7 16,1 8 4-16,0 1 0 0,3 7-4 15,4-2-2-15,0 3 1 0,6 2-2 0,1-1-1 16,9-1-2-16,1-7 4 0,-1-5-7 15,4-2-9-15,1-3-41 0,6-4-38 0,0-1-46 16,-2-7-45-16,3-8-39 0,0-4-52 16,-1-1-56-16,3-1-49 0,3-5-52 15,-1-4-75-15,-1-2-59 0,3-4-112 0,2-5 17 16,-3-1-394-16,9-9-521 16</inkml:trace>
  <inkml:trace contextRef="#ctx0" brushRef="#br0" timeOffset="13514.13">28947 1527 2873 0,'0'-4'17'0,"0"4"44"0,0 0 48 0,0 0 53 16,0 0 43-16,0 0 23 0,0 0 4 16,-32 10 5-16,25-4-13 0,2 3-10 0,-1-1-15 15,3 0-20-15,1 5-14 0,0-1-11 16,0 0-16-16,4 0-13 0,0 0-8 16,3 2-9-16,1 0-14 0,3-4-7 0,5 3-6 15,-1-5-2-15,1-2-10 0,1 1-11 16,0-3-3-16,0 0 2 0,-1-4-3 15,1-3 18-15,-1-2 16 0,0-2 5 16,-2-1-7-16,1-6-6 0,-3 1-1 16,-2-1-11-16,-3-2-10 0,1 3-4 0,-4 0-13 15,0 3-6-15,-4-2-17 0,0 4-19 16,-5 1-33-16,-4 1-29 0,0 3-33 0,-2 3-49 16,13 0-69-16,-33 0-76 0,18 3-75 15,-2 5-90-15,0-3-127 0,1 0-180 16,9-2 58-16,2 1-467 0,5-4-636 0</inkml:trace>
  <inkml:trace contextRef="#ctx0" brushRef="#br0" timeOffset="13881.02">29263 1570 3090 0,'8'-3'47'16,"-8"3"82"-16,0 0 52 0,10-3 47 0,-10 3 32 16,0 0 18-16,0 0-9 0,0 0-21 15,0 0-30-15,0 0-27 0,0 0-13 16,0 0-20-16,0 0-9 0,15 10-17 0,-14-3-16 15,3 0-7-15,0 1-17 0,2 1-7 16,-2-2-6-16,2 1-6 0,-1-3-10 16,1 2-4-16,2 0-6 0,-1-4-2 0,1 1-3 15,-8-4-2-15,21 0-6 16,-21 0 0-16,25-7 3 0,-14 2 29 0,0-1 27 16,-1 3 20-16,0-2 9 0,-3 2 6 15,-7 3-7-15,12-5-11 0,-12 5-17 0,7-4-14 16,-7 4-10-16,0 0-7 0,11-2-11 15,-11 2-2-15,0 0-4 0,12 11-7 16,-12-11-6-16,8 11 0 0,-5-2-7 0,3 0-29 16,0 0-17-16,4-1-44 0,-3 0-42 15,2 1-40-15,5-1-52 0,1-4-59 0,1 1-76 16,-3-3-54-16,8 0-40 0,-1-4-29 16,5-4-41-16,7-5-39 15,1-3-42-15,7-12-60 0,2 1-10 0,0-9-369 0,4-6-487 16</inkml:trace>
  <inkml:trace contextRef="#ctx0" brushRef="#br0" timeOffset="14232.88">30364 1085 2728 0,'31'-41'-6'0,"-10"5"61"0,-3 9 66 16,-7-2 92-16,-2 10 64 0,-3 3 49 15,-2 2 19-15,0 3-6 0,0 1-26 0,-4 3-37 16,0 7-21-16,0 0-2 0,0 0 12 16,0 0-13-16,-41 34-18 0,23-5-5 15,-11 14 11-15,0 4-9 0,1 3-4 0,1 3-21 16,0 5-19-16,2 0-18 0,3-2-15 15,1 0-19-15,3-4-12 0,2-4-79 0,3-1-44 16,6-18 0-16,0-4 0 0,-1-4 0 16,6-6 0-16,-1-3 0 0,-2-2 0 15,1 0 0-15,3-3 0 0,1-7 0 16,-6 6 0-16,6-6 0 0,0 0 0 16,-15-17 0-16,7 6 0 0,-3 1 0 0,0 0 0 15,-3 3 0-15,1 2-51 0,-5 1 6 16,4 6 10-16,-6 2 12 0,1 2 18 0,0 3 17 15,2 1 6-15,0 2 4 0,1 0-1 16,4 0-3-16,1 0 2 0,4-2-4 16,1 4 3-16,3-4-6 0,-1-1-13 0,0 1 0 15,4-2-56-15,0 0-94 0,0-8-111 16,0 13-124-16,0-3-120 0,-4 0-131 16,-4 1-232-16,-6 3 65 0,-13 9 92 15,-18 4-587-15,-5 0-756 0</inkml:trace>
  <inkml:trace contextRef="#ctx0" brushRef="#br0" timeOffset="14663.99">26640 2549 3445 0,'7'-10'34'15,"-5"1"21"-15,0-1 19 0,-2 3 19 0,0 7 28 16,-10-7 27-16,10 7 11 0,-23 2-1 16,2 3-11-16,-9 8-13 0,-5 2-14 15,-6 7-7-15,-2 3-11 0,5 4-6 16,12-9-8-16,-1 3-10 0,7 0-7 16,2 0-7-16,9-5-8 0,0-1-5 0,8-1-4 15,-1-2-6-15,4-3-22 0,-1 0-31 16,10 1-48-16,-4-4-61 0,2-3-62 0,7 1-79 15,1-5-80-15,2-1-114 0,6-5-170 16,7-5 18-16,13-7-359 0,5-7-446 16</inkml:trace>
  <inkml:trace contextRef="#ctx0" brushRef="#br0" timeOffset="15081.07">27158 2085 2925 0,'-7'-22'118'0,"2"5"21"16,-3 5 40-16,-3 1 43 0,1 2 33 15,-3 6 15-15,-1 3 0 0,-2 3-12 16,-15 10 7-16,4 4-24 0,-7 10-11 0,4 8-20 16,3 9-35-16,2 2-16 0,2 0-18 15,5 4-15-15,4-2-8 0,3 4-17 0,5-9 2 16,4-1-45-16,4-1-27 0,2-3-27 16,-1-4-25-16,3-7-18 0,-1-7-7 15,6-1 3-15,-2-5-8 0,4-4 2 0,1-7 0 16,0-1-4-16,8-7 1 0,6-5 9 15,7-6 2-15,-5-4 9 0,4-7 11 16,-3 8 9-16,-6-2 19 0,-2 3 31 16,-7 5 24-16,-2 4 20 0,-5 0 9 0,-1 4 4 15,-2 2 9-15,-6 3 16 0,0 0 7 16,0 0 1-16,0 0-9 0,8 17-14 0,-8-6-9 16,0 0-13-16,2 1-6 0,-1 3-7 15,-1 1-10-15,6-1-2 0,-1 1-8 16,2-2-16-16,0-3-15 0,3 1-28 0,-1-4-36 15,5-1-30-15,-1-1-27 0,2 0-49 16,7-6-54-16,-4 2-67 0,1-4-76 0,6 0-96 16,-1-2-125-16,-1 4-197 0,-1-1 35 15,-1-2 70-15,-4 3-459 0,-2 0-589 16</inkml:trace>
  <inkml:trace contextRef="#ctx0" brushRef="#br0" timeOffset="15299.24">28150 2520 3748 0,'0'0'461'0,"-7"-3"-13"16,7 3-10-16,0 0-15 16,-11-4-21-16,11 4-40 0,0 0-38 0,0 0-38 15,0 0-56-15,0 0-76 0,45-3-85 16,-28 3-117-16,7 2-115 0,-1-1-118 0,4 1-122 15,-4-2-132-15,6 2-166 0,-10-2-86 16,0 0 78-16,-3 0-556 0,-3 1-724 0</inkml:trace>
  <inkml:trace contextRef="#ctx0" brushRef="#br0" timeOffset="15463.84">28295 2623 3754 0,'-17'4'153'0,"4"-1"17"0,3 1 18 15,3-3 19-15,7-1 0 0,-10 4-10 16,10-4-14-16,0 0-22 0,0 0-15 0,0 0-48 16,0 0-57-16,34 5-85 0,-16-7-110 15,1-1-126-15,3-5-146 0,7-2-205 0,3-2-37 16,-7 5 69-16,7-5-321 0,-9 4-399 16</inkml:trace>
  <inkml:trace contextRef="#ctx0" brushRef="#br0" timeOffset="15980.98">28922 2317 3008 0,'-7'-8'311'16,"-1"4"-12"-16,4-3-2 0,4 7 6 0,2-13 7 15,1 6-17-15,11-1-25 0,17-3-28 16,3-1-26-16,8 6-25 0,2 2-17 0,-1 4-23 16,-3 2-10-16,-1 3-21 0,-5 2-11 15,-5 5-11-15,-4 1-8 0,-7 3 0 16,-6-1-8-16,-4 1 7 0,-8 1 12 0,-2 3 22 16,-12 7 12-16,-3 2 16 0,-2-4 16 15,-4 1 10-15,-1-2 5 0,1-2 7 0,1-3-61 16,6-2-126-16,4-7 0 0,2 2 0 15,7-5 0-15,-3 3 0 0,4-2 0 0,4 1 0 16,2-3 0-16,3 0 0 16,6 4 0-16,3-6 0 0,2 2 0 0,2-4 0 15,1-1 0-15,0-2 0 0,1-3 0 16,16-1 0-16,-2-6-365 0,1-1-305 16,11-7-152-16,-2-4-88 0,-14 7 100 0,4-7-759 15,-7 0-1012-15</inkml:trace>
  <inkml:trace contextRef="#ctx0" brushRef="#br0" timeOffset="16313.52">29002 1963 4218 0,'-61'13'-46'0,"5"3"69"0,-2 9 43 16,3 9 80-16,-8 15 74 0,6 10 46 15,7 4 13-15,17-7 11 0,7 24 1 16,15-12-7-16,11 2-18 0,12 1-22 0,19 8-26 15,13-4-24-15,12-12-26 0,7-8-33 16,5-10-30-16,8-10-22 0,-11-15-4 0,6-7-2 16,-3-6 0-16,5-3 26 0,-1-9 32 15,-2-3-2-15,1-3 0 0,0-7-129 0,-7-3-4 16,15-14 0-16,-9-10 0 0,-2-3 0 16,-5-5 0-16,-6-8 0 0,-3-5 0 15,-11-2 0-15,-16 10 0 0,-11-6 0 16,-16 0 0-16,-14 6 0 0,-15 5 0 15,-32-4 0-15,-24 15 0 0,-16 11 0 0,-25 11 0 16,-24 10-98-16,-14 14-411 0,-10 5-172 16,-46 8-268-16,53 5 76 0,7 2 101 0,8 5-694 15,12 5-913-15</inkml:trace>
  <inkml:trace contextRef="#ctx0" brushRef="#br0" timeOffset="18530.73">24833 2701 1509 0,'1'-9'452'0,"1"4"-143"16,0-2-79-16,-2 7-46 0,2-8-25 15,-2 8-16-15,0 0-12 0,0 0 52 0,0 0 40 16,-9 34 16-16,-7 10 9 0,-4 9-8 16,-2 7-5-16,-6 23-23 0,-3 6 5 0,4-2-7 15,2-1 4-15,3-2-9 0,5-17-4 16,4-1 1-16,1 0 12 0,1-8-15 0,2-3-17 16,0-4-1-16,5-13-3 0,1-4 0 15,1-6-4-15,-2-6-6 0,2-7 1 16,2-1-2-16,-1-2-7 0,1-1-8 15,0-3-29-15,0-2-123 0,1 2 0 16,7-3 0-16,1-1 0 0,7 2 0 0,1-2 0 16,7-1 0-16,5-1 0 0,12 0 0 15,0-1 0-15,4-1 0 0,0 0 0 0,-2 0 0 16,2 0 0-16,-6-1 0 0,-6 1 0 16,-7-2 0-16,-2 2 0 0,-6-2 0 0,-2 2 0 15,-3 0 0-15,1-2-332 0,-5 1-111 16,-2-3-81-16,0 1-84 0,-7 3-135 0,7-8-64 15,-7 8 75-15,-4-12-629 0,4 4-816 16</inkml:trace>
  <inkml:trace contextRef="#ctx0" brushRef="#br0" timeOffset="18781.23">25107 3597 3991 0,'0'0'106'0,"0"0"-12"0,0 0-4 15,0 0 32-15,0 0 37 0,0 0 18 0,17 23 10 16,-9-8-4-16,3 5-15 0,3 6-8 16,-3 3-15-16,-4 0-12 0,2 3-8 15,-8-3 10-15,1-2-17 0,-2-3 17 0,-3 2 10 16,-4 6-2-16,2-6-8 0,-5 3-11 16,-1-1-17-16,-1-7-2 0,5-4-22 15,-1-2-29-15,0-3-46 0,1-4-55 16,-1-2-63-16,5-2-76 0,3-4-116 0,0 0-122 15,0 0-137-15,-14-13-209 0,16 1 48 16,-1-2 67-16,6-1-486 0,2-3-609 0</inkml:trace>
  <inkml:trace contextRef="#ctx0" brushRef="#br0" timeOffset="19247.38">25894 3616 3598 0,'2'-15'238'0,"-2"1"-10"0,4 4 11 16,-3-1 2-16,5 3 8 0,0-1-9 0,4 2-10 15,1 0-17-15,3 2-23 0,-1 2-16 16,0 1-19-16,4 4-19 0,1 1-17 0,-4 1-10 16,2 3-16-16,1 3-6 0,-3-2-3 15,-5 4-16-15,0 1-9 0,-2 0 4 16,-6 2-14-16,-1-3 1 0,-3 5-7 0,-6-1 2 15,-4 11 3-15,-2-4 13 0,-4 0 2 16,2 3 13-16,4-7 8 0,3-3 6 0,0-7-7 16,5 4-7-16,1-4 3 15,2-1 17-15,2-1 18 0,4 2 9 0,0-2 0 16,-1-2-48-16,5 1-75 0,0 0 0 16,-1 1 0-16,1-2 0 0,-3 0 0 0,6 1 0 15,-4 1 0-15,-2-1 0 0,3 0 0 16,-3 0 0-16,0 1 0 0,-1-2 0 15,-4-5 0-15,5 13 0 0,-3-7 0 0,-2 0 0 16,0-6 0-16,-2 12 0 0,2-12 0 16,-3 13 0-16,-1-9 0 0,-5 0 0 0,9-4 0 15,-12 7 0-15,2-6 0 0,10-1 0 16,-23 0 0-16,12-3 0 0,-3 2 0 0,-5-7 0 16,0 2 0-16,2-2 0 15,-2-3-34-15,4-3-823 0,4-3-123 0,0-2 87 16,4 1-953-16,5-7-1271 0</inkml:trace>
  <inkml:trace contextRef="#ctx0" brushRef="#br0" timeOffset="19613.48">26007 3366 5302 0,'-9'-16'-87'0,"-2"4"20"0,2 5 41 16,-3 6 54-16,-3 2 47 0,-12 13 52 15,-9 11 38-15,-6 12 27 0,-9 19 13 0,-2 8 13 16,5 10 15-16,0 6 4 0,4 1-6 0,2 0-23 15,10 6-13-15,5-4-16 16,14-15-16-16,10-3-17 0,5-4-12 0,9-2-11 16,8-6-14-16,7-7-9 0,7-6-99 15,9-10-1-15,3-7 0 0,-4-15 0 0,4-6 0 16,10-10 0-16,6-10 0 0,0-7 0 16,-2-4 0-16,15-17 0 0,-2-4 0 15,-10-9 0-15,-3 1 0 0,-11-3 0 0,-4-3 0 16,-15 7 0-16,-6-3 0 0,-7-7 0 15,-2-1 0-15,-6-3 0 0,-12 3 0 0,-6-2 0 16,-5 11 0-16,-10 6 0 0,-7 10 0 16,-12 14 0-16,-2 8 0 0,-8 11 0 0,4 10-163 15,-22 10-164-15,0 2-58 16,-19 14-65-16,1 5-61 0,4 4-92 0,11 8-199 16,2 1 47-16,24-7 77 0,3-2-518 15,6-1-661-15</inkml:trace>
  <inkml:trace contextRef="#ctx0" brushRef="#br0" timeOffset="21479.29">21995 3035 3148 0,'0'-12'16'0,"2"-2"16"15,0 4-5-15,0-1-5 0,2 3 2 16,-1 0 8-16,5 0 20 0,-3 2 6 0,4 0 6 16,-4 4-9-16,-5 2 1 0,0 0 4 15,20 8 15-15,-17-2 12 0,1 7 4 0,-6 2 4 16,-2 7 8-16,-8 7-4 0,-1 2 6 16,-2 0 6-16,0 0 5 0,-1-2-1 0,5-9-9 15,6 0-6-15,-1-8-5 0,1 5-10 16,4-7-2-16,1 0-6 0,1 0-4 15,6 1-6-15,2-3-8 0,2-2-4 0,7 2-4 16,0-1-13-16,2-2-27 16,1-2-31-16,4-3-32 0,1-3-46 0,0 0-70 15,13-6-73-15,1-3-53 0,3-7-60 16,2-5-47-16,-5-5-25 0,-4-2-30 0,-4-2-23 16,-5-6-390-16,-4 0-352 0</inkml:trace>
  <inkml:trace contextRef="#ctx0" brushRef="#br0" timeOffset="21778.95">22469 2652 2267 0,'-18'-25'-66'0,"-11"3"18"0,-3 9 17 16,-9 6 20-16,0 7 26 0,-20 13 20 0,-4 12 20 16,-19 18 21-16,2 10 13 15,0 7 10-15,4 10 22 0,6 6 17 0,6 6 13 16,12 0 1-16,8 0-5 0,11-5-11 16,21-12-21-16,5-4-4 0,15 1-8 0,13-7-4 15,14-4-5-15,11-8-19 0,22 0 9 16,1-16 1-16,23-6-24 0,-10-13-31 0,3-11-4 15,21-8 2-15,-6-12-16 0,-4-6 6 16,-10-7 3-16,-14-5 4 0,-4-6 19 16,-6-5 16-16,-11-6 16 0,-7-10 17 0,-10-7 12 15,-14 9-1-15,-7-4-5 0,-9-4-9 16,-15-22-10-16,-10 3-11 0,-13 10-5 0,-12 11-12 16,-9 12-8-16,-14 13-8 0,8 23-21 15,-9 14-34-15,-6 11-34 0,-23 13-43 16,-4 13-62-16,0 15-76 0,3 3-80 15,-2 8-114-15,4 3-201 0,6-1 15 0,10 2 74 16,12-1-228-16,11 1-258 0</inkml:trace>
  <inkml:trace contextRef="#ctx0" brushRef="#br0" timeOffset="29444.89">21060 1775 730 0,'16'-2'172'0,"-16"2"-49"15,14-2-46-15,-14 2-3 0,0 0-11 16,0 0 9-16,0 0 11 0,13 0 3 0,-13 0 8 16,0 0 1-16,0 0 0 15,0 0-10-15,0 0-8 0,0 0-11 0,0 0-2 0,-47 9-11 16,27-6-1-16,-6 3-3 15,-10-3-3-15,1 3-4 0,-1 2-4 0,4-5-3 16,5 0-7-16,-1 1 2 0,1-2-4 16,0 1-2-16,0-1 1 0,8-2 6 15,-1 0 3-15,0 0-6 0,5-2 3 0,1 0 1 16,3-1-6-16,-1-3-2 0,1 2-2 16,2-4-5-16,2-1-2 0,-2 0 1 15,7-2-5-15,-3 2-3 0,1-3 3 0,2 4-3 16,2 2-4-16,0-3 3 0,-1 3-4 15,1 6-3-15,-2-10 4 0,2 10-5 0,-2-7 0 16,2 7-1-16,0 0 0 0,0 0 2 16,4-7-1-16,-4 7 2 15,0 0 1-15,0 0-8 0,0 0 8 0,0 0-5 16,23 18 0-16,-16-6 3 0,-1 3 0 16,3 12 4-16,-2 8 2 0,2 8-2 0,-9 13 4 15,-4 7 3-15,-4 7 7 0,-2 2 3 16,-4 20-2-16,-6-2 3 0,1-2-3 15,-2-4-2-15,0-18 2 0,4-4 2 0,-2 1 6 16,0-8 3-16,2-2-2 0,1-2 27 16,-1 4-2-16,0-3 6 0,1-3-2 0,0 3-2 15,-4-3-7-15,4-3 0 0,-4 0-4 16,6-3-8-16,0-8 1 0,1-2-9 16,1-4 2-16,4-5-8 0,3-5-4 15,-1-6 2-15,5-1-2 0,-1-1 3 16,-3-1 5-16,3-3 0 0,0-1 11 0,2-6 0 15,0 12 7-15,0-12 8 0,6 5 3 16,-6-5-9-16,12 6-4 0,-3-5 0 0,7 1-6 16,2-2-3-16,5 0 0 0,4-2-4 15,15 1-6-15,2-5-10 0,3 1-7 16,12-3 6-16,-1-2-7 0,1-1 2 16,-4-1 4-16,-11 4 6 0,-4-3-12 15,2 3 2-15,-6 1-2 0,-9 0 2 0,-4 0-5 0,-7 2 0 16,4 0 1-16,-4 3 0 0,-5-3 0 15,0 2 0-15,-1 0-6 0,-10 3-29 16,15-6-38-16,-12 3-47 0,-3 3-68 16,12-5-92-16,-10 1-125 0,-2 4-190 15,6-6 46-15,-6 6-200 0,0 0-237 0</inkml:trace>
  <inkml:trace contextRef="#ctx0" brushRef="#br0" timeOffset="49207.28">6923 2719 1507 0,'-8'7'362'0,"8"-7"-66"16,0 0-43-16,-7 7-19 0,7-7-17 15,0 0 0-15,-5 5-3 0,5-5-11 0,0 0-11 16,0 0-9-16,0 0-8 0,0 0-8 16,0 0-13-16,29-17-10 0,-15 10-12 15,3-1-12-15,-2 3-11 0,2-1-11 0,0 0-8 16,-1 2-11-16,-3 2-5 0,0-1-9 15,-1 3-5-15,-12 0 15 0,18 5 13 16,-11 2 26-16,-3 0 30 0,-2 4 29 16,-8 5 8-16,-4 1 8 0,-5 7 9 0,-3 0 0 15,-2 0 5-15,1-1-4 0,3-6-5 16,3-1-9-16,2-3-17 0,1-3-12 16,2 1-6-16,3-3-13 0,1 0-43 0,2 0-94 15,2-8 0-15,-1 10 0 0,1-10 0 16,7 9 0-16,0-3 0 0,4-2 0 0,3-3 0 15,3 3 0-15,0-4 0 0,3 0 0 16,0 0 0-16,1-4 0 0,3 3 0 16,-4-5-240-16,5 0-214 0,-2 3-86 0,0-5-103 15,-3 0-155-15,-4 2-37 0,-1 2 91 16,-5 1-595-16,-1-1-795 0</inkml:trace>
  <inkml:trace contextRef="#ctx0" brushRef="#br0" timeOffset="49624.25">7077 2512 3524 0,'-13'0'-32'0,"-3"0"43"0,2 5 24 0,-6 2 22 0,-7 7 30 16,-5 4 43-16,-4 10 32 15,-2 5 20-15,4 4 4 0,-3 4 0 0,3 2 5 16,3 1-12-16,3 1-24 0,7-1-14 16,6 2-9-16,6-7-11 0,3-1-5 15,4 1-7-15,6-5-12 0,7-1-4 0,6-3-8 16,7-1-9-16,3-8-5 0,7-1-5 16,3-6-12-16,5-3-8 0,1-6-8 0,7-6-16 15,9-5-17-15,-3-3-7 0,-1-5 1 16,-4-6 3-16,-7-1 1 0,-2-4 0 15,-6-4 9-15,-5-4 11 0,-7-1 11 16,-4-7 18-16,-7-4 1 0,-6 4 7 0,-2-1-1 16,-5-3-2-16,-9-8-9 0,-2 3-5 0,-6 6-6 15,0 13-4-15,-6 6-14 16,-6 5-31-16,-8 7-52 0,-8 9-60 0,0 2-69 16,-14 8-75-16,2 4-101 0,-1 3-126 15,8 5-216-15,-4-1-27 0,2 5 74 0,9-3-432 16,-2 0-566-16</inkml:trace>
  <inkml:trace contextRef="#ctx0" brushRef="#br0" timeOffset="50307.39">3857 4645 2973 0,'0'0'69'0,"-2"-14"32"0,4 6 18 16,-1-2 7-16,1 0 13 0,0 0 11 0,2 1 1 15,-1-1-14-15,4 3-9 0,2-3-23 16,0 6-8-16,0 0-9 0,2 0-8 0,-11 4-5 15,19 0-3-15,-19 0-7 0,19 10-3 16,-12-2 11-16,1 1 19 0,-2 3 9 0,-2 0 6 16,-1 1 7-16,-1-1 4 0,0 2 7 15,0-3 6-15,0 0-1 0,0-1-3 16,-1-2 3-16,4 1-7 0,-3-4 0 0,-2-5-5 16,5 13-5-16,-5-13-16 0,2 6-8 15,-2-6-7-15,8 5-15 0,-8-5-16 16,0 0-65-16,21-3-69 0,-21 3-85 15,21-10-72-15,-8 3-80 0,3-3-74 0,-1-6-86 16,4-5-129-16,-1 0-94 0,4-4 56 16,-5-3-438-16,-2 1-556 0</inkml:trace>
  <inkml:trace contextRef="#ctx0" brushRef="#br0" timeOffset="50623.73">4185 4317 2854 0,'-20'0'-30'0,"2"4"41"15,-4 0 27-15,-10 9 42 0,-10 8 36 16,-4 1 53-16,3 7 41 0,-1 4 27 15,2 6 21-15,3 0 9 0,7 3 5 16,3-2-16-16,7-1-26 0,8-6-15 16,7-2-15-16,5-3-13 0,4-6-9 0,5-3-8 15,11 5-22-15,10-7-9 0,3-3-19 16,9-8-1-16,3-6-18 0,16-6-7 0,0-8-27 16,0-5-33-16,4-7-30 0,10-13-26 15,-16 7-13-15,-4-4 4 0,-7-3 4 16,-4-2 5-16,-8 2 17 0,-5 0 17 0,-10-1 13 15,-8 3 4-15,-4-1 2 0,-9-1-3 16,-8-12-2-16,-5 7-1 0,-6 0-2 16,-6 8-8-16,-4 5-6 0,5 12-3 0,-11 6-5 15,1 11-30-15,-8 10-24 0,-12 7-41 16,0 8-52-16,1 6-63 0,3 2-80 16,3 6-99-16,7-6-114 0,6 2-184 0,14-6-21 15,10-6 81-15,4-5-430 0,8-3-527 16</inkml:trace>
  <inkml:trace contextRef="#ctx0" brushRef="#br0" timeOffset="51673.55">9162 3813 3270 0,'0'0'217'15,"0"0"25"-15,-19-11 3 0,19 11 10 16,0 0 25-16,12-14 19 0,-3 3 7 0,4 5-15 16,6-6-23-16,3 7-19 0,-2-4-35 15,3 2-17-15,0 1-21 0,-4 4-20 16,-2-1-7-16,-1 6-5 0,-3-3-4 0,-2 6 0 16,1 3 1-16,-7 2 0 15,-3 1 9-15,-2 4 2 0,-3 2 10 0,-13 9-1 16,1-1-115-16,-1 1-46 0,-2-3 0 15,4-5 0-15,3-1 0 0,4-4 0 0,0-1 0 16,2-5 0-16,1 2 0 0,0-2 0 16,2-3 0-16,2-5 0 0,2 12 0 0,-2-12 0 15,9 0 0-15,-9 0 0 0,25-13 0 16,-7 1 0-16,9-10 0 0,5-11 0 16,4-1-213-16,0-5-233 0,2-7-21 0,1 0-4 15,-3 0 9-15,-2-2 38 0,-2 2 47 16,-5 2 49-16,-6-1 49 0,-8 11 55 15,-2 2 49-15,-7 9 53 0,-6 3 52 0,-5 3 45 16,-8-8 54-16,-4 11 39 0,-14 2 27 16,-8 7 13-16,-9 8 20 0,-18 9 15 15,-5 5 24-15,-21 14 22 0,3 8 25 0,1 4 27 16,6 9 16-16,10 3 8 0,11 3-7 16,12 0-13-16,16-8-21 0,17 0-16 15,6 0-22-15,8-11-27 0,13 2-14 0,11 3-13 16,9-4-14-16,8-8-34 0,1-5-45 15,9-7-36-15,0-4-42 0,-3-8-25 0,3-8-13 16,7-3-11-16,7-6-8 16,-4-3-10-16,2-6-3 0,-4-3 8 0,-5-3 14 15,-8-1 11-15,-4-6 24 0,-10-2 22 0,-8 2 18 16,-5-5 11-16,-10-4 2 0,-5-2 0 16,-9-12-3-16,-6 4 3 0,-12 1-10 15,-5 8 4-15,-9 3-1 0,-11 7-17 0,-11 11-34 16,-3 6-62-16,-6 6-75 0,-2 8-74 15,-1 6-94-15,2 5-127 0,1 2-177 16,4 5-74-16,5 6 87 0,6-2-464 0,5 2-587 16</inkml:trace>
  <inkml:trace contextRef="#ctx0" brushRef="#br0" timeOffset="52374.02">2850 1651 3171 0,'0'7'-99'0,"0"-7"10"0,0 0 11 16,0 0 7-16,35-14 12 0,-9 0 13 15,5-1 7-15,12-9 3 0,7 2 9 16,0-2 1-16,1 5-4 0,-1 2-1 0,-14 2-16 16,-6 6-24-16,-7 1-39 15,-8 4-41-15,-5 2-36 0,-10 2-26 0,0 0-386 16,0 0-99-16</inkml:trace>
  <inkml:trace contextRef="#ctx0" brushRef="#br0" timeOffset="53673.45">2311 6837 3270 0,'0'-9'221'0,"0"3"-43"0,0 6-39 0,0-10-23 15,2 5 21-15,0-2-3 0,3 0-14 16,2 0-14-16,2 0-10 0,4 0-5 0,1 2-11 15,2 0-10-15,0 4-7 16,3-1-7-16,-6 0-4 0,2 2-5 0,1 4-7 16,-3-3-2-16,1 3-2 0,-5 2 11 15,-2 1 11-15,0 4 8 0,-4-1 8 16,-1 2-10-16,-4 2 1 0,2 1-2 0,-5-1-1 16,0 1 6-16,3 1 4 0,1-4-1 15,-3-3 4-15,4 1 5 0,-2-2-2 0,2 1-1 16,-2-3-5-16,2-6-1 0,2 14 2 15,-2-8 9-15,4 2 6 0,-4-8 3 0,3 11-8 16,-1-1-7-16,3-3-8 0,-1 1-5 16,-1 2-1-16,-1 1 12 0,2-1 7 15,0 0 2-15,-3 2 4 0,-1 1 1 16,2-2-2-16,-4 1-4 0,2 1-9 16,0-2-8-16,-3 1-8 0,-1-2-1 0,-2 0-2 15,1 0-5-15,-3 0-9 0,-3-1-46 16,-3-3-68-16,-5 0-90 0,0 0-73 0,-4-2-86 15,-1-1-82-15,2-2-85 0,-3-2-100 16,0-2-167-16,3-7 9 0,3 1 77 16,3-3-502-16,3-5-639 0</inkml:trace>
  <inkml:trace contextRef="#ctx0" brushRef="#br0" timeOffset="54023.75">2261 6603 3382 0,'-13'-13'51'0,"0"9"15"15,1 0 17-15,1 6 29 0,-5 4 34 16,-2 5 28-16,-5 12 23 0,-6 11 7 0,2 7-8 16,2 7-9-16,3 5-19 0,3 8-14 15,6 3-7-15,3 3-15 0,6 0-9 0,6-2-11 16,12-1-8-16,4-4-3 0,9-6-10 16,9-7-19-16,10-10-5 0,8-6-13 15,7-10-2-15,5-7-10 0,1-9-27 16,1-9-16-16,3-5-3 0,-6-11-12 15,-4-4 0-15,-4-5 4 0,-4-2 3 0,-5-7 19 16,-5-6 25-16,-8-1 26 0,-7-1 31 16,-7-4 27-16,-7-3-3 0,-10 0-9 0,-4 5-8 15,-8-13-18-15,-7-2-6 0,-10 2-5 16,-13-11-15-16,-8 4-4 0,4 22-12 16,-4 7-37-16,-3 10-25 0,-3 12-31 0,5 13-36 15,-1 8-35-15,-9 9-47 0,0 13-56 16,3 6-64-16,5 9-84 0,5 0-104 0,8 1-140 15,9 1-111-15,10 0 71 16,9-11-474-16,11-9-603 0</inkml:trace>
  <inkml:trace contextRef="#ctx0" brushRef="#br0" timeOffset="54607.93">5400 6565 2996 0,'6'-14'17'0,"-2"6"49"0,-3-1 37 16,5-1 20-16,2 0 11 0,1-2 19 16,4 3 7-16,-1-1-2 0,1 3-6 0,1 2-12 15,-3 0-11-15,3 3-8 0,-3 4-7 16,2-1 3-16,-1 6 5 0,-3 4 19 0,-1 2 9 16,-5 4 15-16,-4 2 19 0,-3 6 9 15,-7 6 9-15,4-1-5 0,-9 0-2 0,5-1-2 16,-3-4-18-16,6-4-16 0,1-4-19 15,3-3-12-15,4-3-13 0,-1-1-9 0,1-2-7 16,0-8-25-16,3 12-41 0,3-10-54 16,-6-2-61-16,19-2-41 0,-4-4-51 15,3-4-48-15,4-7-48 0,1-7-53 16,2-2-30-16,5-9-35 0,-1-2-32 0,-1-6-38 16,-1 1-34-16,-2-3-48 0,-3 0-31 15,-2 1-455-15,-5 6-501 0</inkml:trace>
  <inkml:trace contextRef="#ctx0" brushRef="#br0" timeOffset="54907.88">5827 6243 2696 0,'-11'-16'-60'15,"-3"9"47"-15,-4 1 30 0,-4 6 38 16,-17 6 19-16,-6 1 32 0,-12 11 27 0,-4 3 30 16,0 8 19-16,-11 14 26 0,1 10 19 15,4 5 11-15,6 1 11 0,4 3-3 0,8 0-7 16,17-15-11-16,7 2-29 0,11-3-12 16,10-8-15-16,4-1-14 0,9-2-19 15,5-2-11-15,11-8-7 0,11 0-14 16,13-10-14-16,-6-6-38 0,5-9-20 15,13-6-30-15,5-2-23 0,-3-9-19 0,2-5-15 16,-2-1-17-16,-2-6 2 0,-4-2 6 16,-5-4 9-16,-7-2 26 0,-2-3 30 0,-18 1 25 15,0-5 15-15,-13 8 13 0,-6-6 7 16,-6-3-4-16,-7-6-4 0,-7-4-6 0,-8 6-6 16,-3 3-7-16,-6 9-7 15,-1 8 8-15,-9 8-18 0,7 6-26 0,-8 12-46 16,-2 8-51-16,-5 8-63 0,-3 4-87 15,4 5-96-15,5-1-118 0,5 4-198 0,9-3-42 16,8 1 89-16,8-6-454 0,3 0-544 16</inkml:trace>
  <inkml:trace contextRef="#ctx0" brushRef="#br0" timeOffset="55438.95">7982 6517 2890 0,'2'-5'24'15,"2"-2"15"-15,2 0 4 0,0 0 4 0,1 1 6 16,4-1 20-16,3 0 17 0,-1 0 4 15,0 4-11-15,3 1-4 0,-3 2-4 16,1 0-13-16,-3 2-1 0,1-1-1 0,-3 3 11 16,0-1 0-16,-3 2 24 0,-2 2 13 15,-4 0 6-15,-2 1 6 0,-4 3-3 0,1 2 7 16,-6 3 2-16,-2-1-4 0,4-1-1 16,2-1-1-16,0-1-10 0,-2 2-1 0,4-1-2 15,1-3 0-15,2-1 6 16,2-1 8-16,0-8-9 0,7 14 0 0,-1-7-8 15,2-2-10-15,3 2-8 0,0-2-4 16,3-2-8-16,-3 3-9 0,3-3 2 0,-3 2-10 16,0-2-1-16,1 3-5 0,-4-1 9 15,-3 0 25-15,1 0 29 0,0 2 27 16,-6-7 14-16,0 13 7 0,0-4-2 0,-8 0 3 16,-1 2-10-16,-4 2-5 15,-1-1-18-15,-3-2-119 0,0 3-11 0,-1-4 0 0,5-2 0 16,-4 0 0-16,2-1 0 15,1-6 0-15,-1 0 0 0,3 0-140 0,-4-6-257 16,3-5-115-16,-8-7-118 0,5-6-150 16,9-5-37-16,-1-4 82 0,6 4-687 0,2 3-872 15</inkml:trace>
  <inkml:trace contextRef="#ctx0" brushRef="#br0" timeOffset="55756.14">8051 6268 3749 0,'-8'-9'24'0,"-3"1"62"0,-3 6 28 0,-4 4 34 15,-5 4 36-15,-9 9 37 0,-11 10 39 16,3 8 29-16,-3 7 24 0,2 8-11 16,0 19-18-16,1 3-19 0,17-12-22 15,5 2-26-15,7-1-22 0,11-3-18 0,6-3-20 0,11-4-18 16,5-5-31-16,7-7-32 16,10-4-33-16,4-9-32 0,1-7-31 0,0-10-32 15,1-9-13-15,15-5 0 0,-5-3 3 16,4-10 8-16,-2-4 7 0,-3-5 8 0,-5-2 8 15,-3-8 14-15,-6-2 16 0,-6-5 20 16,-4-5 22-16,-8-2 11 0,-6-4-6 16,-11-3-1-16,-3 0-5 0,-8 2-3 0,-4 3-5 15,-3 4-11-15,-10 10 1 0,-6 8-1 16,-1 15-9-16,-8 5-26 0,-3 5-38 16,-11 8-71-16,-5 4-83 0,-3 7-110 15,3 3-127-15,2 2-132 0,9 1-248 0,2 3 75 16,14-3 87-16,-1-1-556 0,15-5-681 15</inkml:trace>
  <inkml:trace contextRef="#ctx0" brushRef="#br0" timeOffset="57489">11470 6711 3305 0,'-7'-5'19'16,"0"-1"63"-16,3 0 52 0,3-1 33 16,-3-1 30-16,4 8 23 0,-2-9 25 15,0 2 12-15,2 7 19 0,0-10 1 16,0 10-7-16,2-11-15 0,-2 11-22 0,2-8-22 15,-2 8-20-15,5-7-19 0,-5 7-17 16,11-6-17-16,-11 6-18 0,0 0-7 0,13-1-18 16,-13 1-6-16,0 0-6 0,0 0-9 15,15 7-10-15,-15-7-8 0,6 5-1 0,-6-5-6 16,3 6-6-16,-3-6 0 0,0 0-10 16,2 10 1-16,-2-10-9 0,0 0 1 0,0 0-2 15,-2 10-5-15,2-10-2 0,0 0-16 16,0 0-7-16,0 7-7 0,0-7-21 15,0 0-2-15,0 0-7 0,0 0 2 16,0 0 1-16,0 0 6 0,-1 10 0 0,1-10-7 16,0 0-1-16,0 0 9 0,0 0-3 15,0 0 3-15,0 0 3 0,0 0 2 16,0 0 5-16,-2 7 4 0,2-7-2 0,0 0 4 16,0 0-5-16,0 0 10 0,0 0 11 15,0 0-10-15,0 0-2 0,0 0 3 0,0 0 3 16,0 0 2-16,0 0-1 0,0 0 1 15,0 0-5-15,0 0 8 0,0 0 1 0,0 0-4 16,0 0 1-16,0 0 0 0,0 0 7 16,0 0-6-16,0 0 7 0,0 0 2 0,0 0 0 15,0 0 6-15,0 0 4 16,0 0 4-16,0 0 17 0,0 0-22 0,0 0-2 16,0 0 9-16,0 0 3 0,0 0-3 15,0 0 10-15,0 0 0 0,0 0-3 16,0 0 1-16,0 0 6 0,0 0-2 0,0 0 4 15,0 0-13-15,0 0 3 0,-14-20-5 16,14 20-7-16,12-13-2 0,-5 6 0 0,4 1-2 16,0 1-3-16,-2-1-1 0,0 1-2 15,3 4 7-15,-12 1-8 0,22-4-4 0,-8 6 2 16,-14-2 2-16,23 4-3 16,-14 0-2-16,2 3 0 0,-5-3 1 0,2 2 2 15,-2 1 15-15,-2 0 16 0,-3 2 21 16,-1-1 19-16,-5 4 3 0,-1 0 6 0,-2 0 5 15,1 0-88-15,-3 0 0 0,1 0 0 16,3-3 0-16,-2-1 0 0,5 1 0 0,-3-3 0 16,2-2 0-16,4-4 0 0,-1 10 0 15,1-10 0-15,-2 11 0 0,2-11 0 16,3 12 0-16,-1-6 0 0,4 0 0 0,-3 0 0 16,3-2 0-16,0 3 0 0,-2-1 0 15,2 2 0-15,-3-2 0 0,1 1 0 16,0 1 0-16,-1-2 0 0,-3-6 0 0,0 16 0 15,0-9 0-15,-3 1 0 0,-3 1 0 16,-3 1 0-16,-3-2 0 0,-5 0 0 16,0 2 0-16,0-5 0 0,-6 0 0 0,4-2 0 15,-3-3 0-15,2 0 0 0,-3-3 0 16,0-4 0-16,3 0 0 0,0-1-367 0,-5-7-367 16,12-1-172-16,5 2 46 0,4 1 97 15,4-2-788-15,4-1-995 0</inkml:trace>
  <inkml:trace contextRef="#ctx0" brushRef="#br0" timeOffset="57805.96">11540 6445 4534 0,'-15'-5'-2'0,"-6"5"38"0,-2 5 34 16,-13 7 36-16,-7 10 45 0,-4 11 27 16,-12 16 28-16,-2 5 13 0,4 2 17 0,3 8-8 15,7 0-23-15,8 2-16 0,12-6-15 16,7-3-18-16,15-2-9 0,3-11-21 0,13 7-10 15,10-8-8-15,4-3-22 0,10-9-29 16,2-5-40-16,3-15-42 0,4-3-36 0,10-8-23 16,9-9-5-16,3-6 6 0,-1-10 6 15,15-10 9-15,-9-5 29 0,-7-5 18 0,-14 4 28 16,-6-5 28-16,-7-2 36 16,-6-3 28-16,-6-7 2 0,-8-5-6 0,-5-2-2 15,-9-1-14-15,-5 1-5 0,-7 1-12 16,-7 5-5-16,-8 8-12 0,-6 6-3 0,-13 12-26 15,-5 12-36-15,-12 11-60 0,-9 8-73 16,1 9-85-16,-6 2-118 0,-5 8-134 0,-10 10-186 16,5 0-126-16,17-3 77 0,4 3-680 15,2-1-858-15</inkml:trace>
  <inkml:trace contextRef="#ctx0" brushRef="#br0" timeOffset="59137.96">577 5216 3582 0,'-2'-12'-183'0,"0"4"40"16,2 8 34-16,2-12 34 15,-4 5 19-15,2 7 32 0,2-14 27 16,-2 8 18-16,0 6 15 0,2-8 6 0,-2 8 0 16,0 0-7-16,0-11-4 0,0 11 12 15,0 0 47-15,0 0 30 0,0 0 11 0,-6 44 8 16,3-20 8-16,-4 8 10 0,2 4 2 16,-5 0 3-16,3 2 0 0,3-4-11 15,-2 0-6-15,4-6-9 0,0-5-7 0,4-6-13 16,0 3-5-16,1-3-7 0,0-3-2 15,1 0 6-15,3-3 4 0,1-4-2 16,6 0 0-16,-1-5-9 0,6-2-8 0,1-3-14 16,3-3-6-16,2-1-6 15,-3 1-6-15,-4-3-9 0,0 2-13 0,-4 0-28 16,0 1-41-16,-3 2-41 0,0-1-48 16,-4 2-59-16,-7 3-57 0,13-5-69 15,-6 1-71-15,-4 0-89 0,-3 4-169 0,7-4-49 16,-7 4 73-16,0 0-351 0,0 0-438 15</inkml:trace>
  <inkml:trace contextRef="#ctx0" brushRef="#br0" timeOffset="60125.97">968 5278 2858 0,'0'0'49'16,"3"-7"-7"-16,-3 7-7 0,0 0 0 16,0 0 14-16,0 0 19 0,0 0 20 0,0 0 29 15,0 0-2-15,0 0 6 0,0 0-2 16,0 0 4-16,0 0 11 0,0 0 4 16,0 0-4-16,0 20-5 0,0-20-10 0,-7 9-11 15,3-4-9-15,4-5-10 0,-10 5-12 16,5-3-7-16,5-2-2 0,-11 1-9 15,11-1-11-15,-16-5-11 0,8 0-4 16,-1-2-7-16,1-1-2 0,4 1-2 16,-1-1-5-16,1 2-2 0,0-1-3 0,1 4-7 15,3 3-2-15,0 0 1 0,0 0-2 16,0 0 4-16,0 0-3 0,14-7 1 0,-14 7 0 16,0 0 1-16,29 10 0 0,-20-4 1 15,5-1-2-15,-3-2-3 0,-1 2 5 16,1-1-1-16,0-1-2 0,-2-1 5 0,-9-2-2 15,16 3 4-15,-16-3 1 0,22-5-1 16,-11-2 0-16,3-1-2 0,-1-3 2 0,0-4-5 16,0-9 3-16,0-1-3 15,-1-1 0-15,-2 5 2 0,-3 4 0 0,-1 5 1 16,0 1 5-16,-2 1 0 0,-3 2-3 16,3 2-5-16,-2-1-5 0,-2 7 0 15,0 0-1-15,0 0 2 0,0 0 2 0,0 0-1 16,0 0 1-16,14 17-2 0,-9-9 2 15,-3 0 0-15,4 1-3 0,-3-1 4 0,1 0-6 16,2-3-6-16,0-1-5 0,-6-4-6 16,13 4-12-16,-13-4-21 0,21-11-21 15,-6 1-17-15,3-2-6 0,0-9-6 0,2-4-1 16,-5-4-2-16,0-4 2 16,4-11 10-16,-4-4 9 0,-1-1 8 0,-1-6 13 15,-6 3 16-15,0 10 28 0,-3 7 40 16,-4 9 19-16,1 7 15 0,-1 4 3 15,0 5 3-15,-1 4 13 0,1 6 13 0,0 0 4 16,-14 21 0-16,6-1-9 0,-1 9-1 16,1 4-6-16,4 0-3 0,2 4 2 0,4-8-7 15,2 7-7-15,2-1-1 0,5-2-6 16,2-4-3-16,5 3-6 0,1-4-2 16,2-5-7-16,0-2-27 0,-2-6-24 0,-4-1-25 15,3-2-27-15,-4-2-23 0,-2-3-21 16,-1-2-26-16,-3 0-14 0,-1-1 6 0,3-1-2 15,-10-3-3-15,13 0 3 16,-13 0 15-16,18-5 11 0,-9 0 18 0,-2 1 25 16,2-2 32-16,0 0 29 0,-2-2 31 15,-1 3 27-15,0 0 13 0,-6 5 13 16,12-9 6-16,-12 9 8 0,5-5 5 0,-5 5-5 16,0 0 19-16,0 0 44 0,0 0 39 15,-9 28 34-15,-12-3 19 0,-14 9 1 16,-15 8 4-16,-16 12-2 0,-12 3-14 0,-6 1-15 15,-2-1-20-15,-3 0-23 0,1-4-5 16,6-3-18-16,4-8-15 0,23-9-15 0,3-4-17 16,7-2-8-16,5-4-27 15,10-5-28-15,5-1-34 0,3-5-43 0,5-3-62 16,6-1-52-16,0-4-62 0,0 2-57 16,0-4-62-16,2 1-73 0,-1-1-71 15,10-2-92-15,-17 0-173 0,17 0 32 0,-14-5-515 16,14 5-692-16</inkml:trace>
  <inkml:trace contextRef="#ctx0" brushRef="#br0" timeOffset="62771.28">7778 894 2992 0,'6'-12'-232'16,"0"1"37"-16,-2-1 29 0,2 1 30 0,-3-1 42 16,1 2 30-16,-2-2 29 0,0 0 26 15,-2 0 30-15,0-1 13 0,-6-5 14 16,-1 1 1-16,-7 0 9 0,-3-5-2 0,-6 3 6 15,-4 4-5-15,-3-2-5 0,-3 7-1 16,-3 3-2-16,-1 3-1 0,-8 2-8 16,-2 6 1-16,-12-2-4 0,-4 9-7 15,-1-2 2-15,-2 5-4 0,-1 2-4 16,-3 4-3-16,0-2 1 0,1 3-1 0,-19 12 7 16,10 1 3-16,3 1-1 0,16 0-4 15,5-1 0-15,-12 15-2 0,17-8 1 16,-10 13-2-16,6 4-2 0,1 2-5 0,14-11 5 15,4 1-1-15,1 2-3 0,3 2-1 16,1-5-3-16,6 5 2 0,3-4-1 16,-3 4 1-16,3-2-2 0,7-3 2 0,-2 3 4 15,2-2 13-15,1-1 6 0,1 1 5 16,2 3-9-16,-4 0 6 0,6-4 0 0,3-6-7 16,-1 1-1-16,5-1-2 15,0 1 1-15,2-3 1 0,1 3-1 16,3-3-11-16,-1 2 7 0,8 7 3 0,-6 0 21 15,2-1 5-15,1-11-4 0,3 9-1 16,1 0 0-16,-3-11-4 0,10 6 0 0,-4-1-2 16,2-10 8-16,5 8 3 0,1-2 22 15,9-2 0-15,4 2-6 0,-1-1-2 16,7-2-7-16,2 0-23 0,4 1-1 0,3-3-7 16,0-2-2-16,3 1 1 15,-3-8-9-15,4 2 6 0,-4-3-3 0,3-3-4 0,-3-1 8 16,3-6-8-16,-4-1 2 0,-4-4 3 15,0-3 1-15,3-3 8 0,1-2-4 16,11-3 1-16,-12 2 0 0,9-3 0 16,-3-2 6-16,-10 1 0 0,1 2 5 15,-3-2 2-15,0 0 0 0,-4-1 1 0,1 0 3 16,-2 0 4-16,0 0 4 0,0-2 12 16,2 1 4-16,2-2 2 0,11-1 9 0,4-7 8 15,2 3 1-15,2 1 11 0,2-3-10 16,-2-1 12-16,-1-3-5 0,-1-1 7 15,2 0-15-15,-4-2-2 0,-1-2-16 0,-1-3 0 16,-2-3-9-16,-1-2-5 16,0-1-11-16,-6-2 5 0,-1-4-1 0,-2-3-2 15,-3 1-2-15,-2-3 12 0,-4 0 12 16,0-3 7-16,-2 0 7 0,-5-3 13 0,-4-1 3 16,-4-6-2-16,-6-1-12 0,1-4-25 15,-5 0-65-15,-6-4 0 0,-5-2 0 0,-3-9 0 16,-7-21 0-16,-7 1 0 0,-2 2 0 15,-4 2 0-15,-4-4 0 0,-9 6 0 16,-5-2 0-16,-9 5 0 0,-5 4 0 0,-14 3 0 16,-4 10 0-16,-8 5 0 0,-11 10 0 15,-17 11 0-15,-5 9 0 0,-12 9 0 0,-9 8-161 16,-6 11-45-16,2 8-12 16,-4 9-29-16,6 12-36 0,0 5-47 0,8 10-35 15,8 7-35-15,9 4-50 0,13 5-49 16,18-4-97-16,9 7-135 0,11-2 76 0,24-9-382 15,1-2-512-15</inkml:trace>
  <inkml:trace contextRef="#ctx0" brushRef="#br0" timeOffset="64005.37">4649 1419 2775 0,'-11'7'-68'0,"1"1"24"0,4-4 2 16,3 4 10-16,3-8 23 0,-4 9 39 16,4-9 43-16,7 8 28 0,5-6 43 15,-12-2-8-15,38-2 0 0,2-4 1 16,4-3-26-16,12-5-8 0,-2 1-16 0,4-3-29 16,-5-4-57-16,1 3-52 0,-7 0-53 15,-1 0-64-15,-12 6-79 0,-1 0-92 16,-8 4-180-16,-11 3-4 0,-3 4-71 0,-11 0-94 15</inkml:trace>
  <inkml:trace contextRef="#ctx0" brushRef="#br0" timeOffset="64172.54">4850 1730 1761 0,'-4'10'54'0,"-1"-2"-5"0,10-2 1 16,-5-6 30-16,13 4 28 0,-13-4 36 15,23 0 5-15,-2-6 5 0,13-2-6 0,1-2-24 16,3-1-16-16,10-5-11 0,-3 1-34 15,7-1-43-15,-13 4-46 0,1 3-62 0,-1 0-73 16,-3 4-113-16,-7-2-215 0,-8 3-6 16,-6 2-41-16,-6 2-40 0</inkml:trace>
  <inkml:trace contextRef="#ctx0" brushRef="#br0" timeOffset="65537.38">10521 1529 1726 0,'8'-17'188'15,"-3"5"31"-15,-1 1 29 0,-1 3 16 0,-1 2 7 16,-2 6-17-16,7-10-24 0,-7 10-28 15,0 0-24-15,0 0 43 0,0 0-3 16,5 37 1-16,-5 0-3 0,2 5-16 16,0 5-1-16,4 10-15 0,-3 0-11 15,5-3-19-15,-2 2-10 0,2-3-13 0,-3-11-8 16,1 1-18-16,-1-2-9 0,0-7-6 16,-1-4-11-16,-3-6-6 0,1-8-6 0,-2 2-15 15,2-4-44-15,-2-2-42 0,2-3-46 16,-2-1-44-16,2-5-101 0,-2-3-130 15,0 0-139-15,0 0-181 0,5-18-74 0,-1 4 89 16,8-18-407-16,-3 1-538 0</inkml:trace>
  <inkml:trace contextRef="#ctx0" brushRef="#br0" timeOffset="65737.35">10604 1541 3069 0,'-13'-14'74'16,"0"3"44"-16,3 1 46 0,3 2 31 0,3-1 38 15,1 1 21-15,-1-4-3 0,4 2-17 16,4-5-29-16,3-3-22 0,12-6-19 16,3 2-18-16,14-5-20 0,3 2-42 0,3 3-64 15,2-1-63-15,2 0-78 0,-10 10-73 16,0-1-72-16,-3 4-73 0,-5 6-104 16,-9 6-216-16,-3 0 15 0,-11 6 83 0,-5 2-204 15,-5 9-256-15</inkml:trace>
  <inkml:trace contextRef="#ctx0" brushRef="#br0" timeOffset="66287.89">10713 1684 2458 0,'0'0'237'0,"4"-8"32"15,-4 8 15-15,0 0-3 0,6-6-10 16,-6 6-18-16,0 0-20 0,0 0-26 15,0 0-21-15,0 0 17 0,0 0 10 16,0 0-6-16,15 18-20 0,-11-9-19 0,2-1-17 16,-3 4-11-16,1-3-13 0,0 1-16 15,0 2-11-15,0-4-5 0,0-1-6 0,-3 3-12 16,1-6-3-16,-2-4 7 0,4 12-7 16,-4-12 27-16,6 5 21 0,-6-5 16 15,3 6 2-15,-3-6-6 0,0 0-16 0,0 0-15 16,20-23-15-16,-11 6-1 0,1 3-12 15,1-2-8-15,-2 3-8 0,3 1-5 0,-6 0-5 16,-1 4-6-16,3 1-14 0,-3 0-21 16,0 2-8-16,-5 5 0 0,7-8 0 15,-7 8 0-15,11-2 0 0,-11 2 0 16,0 0 0-16,24 8 0 0,-19-4 0 16,3 1 0-16,-8-5 0 0,12 9 0 0,-9-6 0 15,5 0 0-15,-8-3 0 0,7 5 0 16,-7-5 0-16,10 4 0 0,-10-4 0 0,0 0 0 15,23-12 0-15,-8 5 0 0,3-3 0 16,-5 1 0-16,-1 3 0 0,-1 0 0 16,-2 1 0-16,0 0 0 0,-1 2 0 0,-8 3 0 15,12-4 0-15,-12 4 0 0,0 0 0 16,15 12 0-16,-7-3 0 0,-5 1 0 0,1 2 0 16,2-1 0-16,-3 2 0 15,1 1 0-15,2 0 0 0,-2-3 0 0,0 1-183 16,0 0-68-16,-1-1-79 0,1-1-74 15,0-2-77-15,-3-1-69 0,4 1-110 16,-1-6-151-16,-4-2 73 0,0 0-549 0,0 0-745 16</inkml:trace>
  <inkml:trace contextRef="#ctx0" brushRef="#br0" timeOffset="66487.2">11397 1422 3729 0,'6'-20'24'0,"-6"6"66"0,2 2 34 0,0 2 25 0,-2 3 6 16,0 7-8-16,0-8-16 15,0 8 23-15,0 0 34 0,0 0-13 16,-7 27-19-16,2-4-12 0,1 2-14 0,-1 12-9 16,-1 2-10-16,5 0-14 0,-1 3-30 15,2 0-68-15,0-1-77 0,0-2-94 0,-4 2-73 16,4-4-63-16,-2-8-57 0,-3-6-77 16,0 1-89-16,1-7-110 0,1-2 44 15,1-1-258-15,-2-4-338 0</inkml:trace>
  <inkml:trace contextRef="#ctx0" brushRef="#br0" timeOffset="66720.27">11366 1910 2296 0,'11'-14'4'16,"-4"2"43"-16,2 2 36 0,1 0 49 0,2 1 32 16,-3-1 53-16,1 0 29 15,-1 6 11-15,0-1-6 0,-3 0-12 0,-6 5 4 16,18-2 1-16,-18 2 2 0,15 5 13 16,-6 2 11-16,-5 1-5 0,2 3-20 0,-3 3 1 15,1-1-1-15,-4 1-7 0,0 0-13 16,0-2-19-16,-2 1-21 0,4-1-24 15,-2 2-8-15,0-6-10 0,2 1-11 0,3 0-9 16,-2 1-6-16,6 0-1 0,4-3-9 16,5-2-21-16,5-2-86 0,6-3 0 0,-1-3 0 15,10-4-210-15,2-3-119 0,12-7-124 16,-4-4-129-16,-5 1-165 0,-9 3-129 16,-1-4 93-16,-12 4-649 0,0-3-883 15</inkml:trace>
  <inkml:trace contextRef="#ctx0" brushRef="#br0" timeOffset="67339.98">11780 1085 3559 0,'-11'-7'-192'16,"1"5"42"-16,1-1 40 0,9 3 43 0,-18-5 41 16,18 5 47-16,-13-2 35 0,13 2 29 15,-11-2 16-15,11 2 9 0,0 0 21 0,-12-5 9 16,12 5 7-16,0 0 0 0,0 0-8 15,-7-3-12-15,7 3-7 0,0 0-13 16,0 0-8-16,38-10-8 0,-15 6-9 0,4 1-11 16,7-2-6-16,2-2-7 15,-9 3-1-15,-2 1-5 0,-8 1-6 0,2-1-4 16,-4 1-5-16,-4 1-6 0,1-1 6 16,-12 2-2-16,17-2 2 0,-17 2 0 15,13-2-7-15,-13 2-3 0,0 0 8 0,14 9 26 16,-10 1 12-16,-3 6 20 0,1 4 33 15,-2 18 31-15,0 3 19 0,0 5-1 16,-2 15-5-16,2 4 5 0,2 3-8 0,-2 0-12 16,0 0-15-16,2-3-17 0,-2-4-5 15,4 2-8-15,1-5-7 0,-5-9-2 0,0-6 19 16,5 0-9-16,-3-4-10 16,0-8-4-16,0-7-5 0,-1-2-59 0,1-2-33 15,-4-8 0-15,4 2 0 0,-2-1 0 16,0-3 0-16,0 1 0 0,0-3 0 0,0 0 0 15,0-8 0-15,-2 13 0 0,2-13 0 16,0 10 0-16,0-10 0 0,0 6 0 16,0-6 0-16,0 0 0 0,-1 11 0 0,1-11 0 15,0 5 0-15,0-5-298 0,0 0-311 16,0 0-233-16,0 0-83 0,-22-14 95 0,19 6-764 16,1-4-1035-16</inkml:trace>
  <inkml:trace contextRef="#ctx0" brushRef="#br0" timeOffset="67575.28">12611 1625 4920 0,'0'0'260'16,"-19"-5"-5"-16,19 5-7 0,0 0-11 0,-7-7-14 15,7 7-32-15,0 0-16 0,19-17-24 16,-4 10-54-16,18-3-96 0,-1 1-112 16,4 3-123-16,2 2-100 0,3 2-100 15,-11 2-132-15,-4 2-211 0,-7 0 57 0,-3 3-498 16,-7 2-682-16</inkml:trace>
  <inkml:trace contextRef="#ctx0" brushRef="#br0" timeOffset="67737.39">12677 1765 3199 0,'-22'12'6'0,"7"-4"69"0,2-4 31 15,3 1 60-15,2-1 64 0,3 0 51 16,5-4 25-16,-10 4 1 0,10-4-33 16,0 0-25-16,0 0-17 0,0 0-34 0,33 6-80 15,-12-6-97-15,8 0-104 16,-1 0-119-16,12-2-127 0,-6 2-161 0,-2-1-250 16,-5 1 58-16,-6 0 84 0,-6 5-301 15,-6 2-382-15</inkml:trace>
  <inkml:trace contextRef="#ctx0" brushRef="#br0" timeOffset="70553.56">13008 2721 4444 0,'4'-11'476'0,"1"3"-88"16,-3 1-27-16,-2 7-76 0,4-8-24 16,-4 8-30-16,4-7-42 0,-4 7-38 15,0 0-23-15,0 0 1 0,0 0 23 0,15 17 0 16,-4 0-4-16,2 10-11 0,1 4-9 16,6 0-15-16,-9 4-13 0,2-2-8 0,-5-2-13 15,3 2-33-15,-5-5-45 0,-3-6-64 16,-3-1-76-16,2-3-80 0,-4 3-69 15,0-4-84-15,1-5-101 0,-7 1-136 0,6-7-164 16,2-3-22-16,0-3 75 0,0 0-552 16,0 0-732-16</inkml:trace>
  <inkml:trace contextRef="#ctx0" brushRef="#br0" timeOffset="70937.39">13103 2549 3475 0,'-1'-7'-35'15,"-1"3"12"-15,2 4 2 0,0 0 9 16,0 0 28-16,0 0 16 0,0 0 15 0,0 0-3 16,0 0-3-16,41 17 4 0,-30-1-2 15,9 7-9-15,-6 2 1 0,0 2 4 0,-4 2-2 16,-5-3 1-16,-3-3 0 0,0 3 5 16,-4 0 2-16,0-1-16 0,2-2-13 15,-2-1 4-15,0-3 40 0,1-4 10 16,-1-1 19-16,2 0 3 0,0-5 12 15,3 5 17-15,-1-1 15 0,7-1 9 0,-2 2 6 16,2 1 9-16,2 2-10 0,1-1 9 16,-1 1 1-16,1 0 5 0,0 0-4 0,-3 2 3 15,-1-2-3-15,-1 2 7 0,-1-1 5 16,-2-1 5-16,-2-3 8 0,-1 1-4 0,-2-1-1 16,1 1-9-16,-6-1-10 0,0 3-13 15,1-5-13-15,-3 1-13 0,-5 1-16 16,-1-4-107-16,-1 0 0 0,-4-1 0 0,2-4 0 15,-1-2 0-15,4-1-9 0,-2-4-297 16,1-1-142-16,-1-5-158 0,7-10-166 16,4 0-110-16,7-9 95 0,7-6-703 15,12-9-937-15</inkml:trace>
  <inkml:trace contextRef="#ctx0" brushRef="#br0" timeOffset="71104.53">13828 2876 3931 0,'7'-1'123'0,"-7"1"102"15,15-4 63-15,-15 4 55 0,5-2 27 0,-5 2 11 16,0 0-5-16,11-4-24 0,-11 4-43 16,12-6-29-16,-1 2-35 0,2 0-68 15,-1-3-80-15,4 2-92 0,-1 0-108 0,4 1-107 16,-3-4-104-16,3 3-103 0,-4 0-114 16,2 0-143-16,0-1-118 0,-5 1 82 15,-3 2-566-15,-3-2-735 0</inkml:trace>
  <inkml:trace contextRef="#ctx0" brushRef="#br0" timeOffset="71320.03">14163 2559 3883 0,'0'-12'258'0,"-3"6"66"15,1-1 11-15,2 7 7 0,-1-8-2 0,1 8-24 16,0 0-34-16,0 0-29 0,0 0 23 16,0 0 1-16,-15 41-20 0,7-6-22 15,0 3-24-15,1 5-20 0,-3 7-16 16,-2 1-18-16,5-10-78 0,0 1-79 0,-1-4 0 15,0-2 0-15,2-4 0 0,3-4 0 16,-3-6 0-16,4-7 0 0,-1 2-194 16,-1-5-141-16,2-1-93 0,2-2-116 0,0-9-127 15,4 4-196-15,-4-4 83 0,0 0-702 16,0 0-932-16</inkml:trace>
  <inkml:trace contextRef="#ctx0" brushRef="#br0" timeOffset="71503.23">14069 2369 4521 0,'-6'-18'223'0,"3"3"55"0,1 8 24 16,-2-3 23-16,0 2 3 0,2 2-11 15,2 6-29-15,0-9-30 0,0 9-32 0,2-11-43 16,6 6-76-16,3-2-97 0,6 1-132 16,17-2-132-16,3 2-130 0,1 2-110 0,6 2-165 15,-14 6-151-15,-3 0 67 0,-4 2-583 16,-1 9-784-16</inkml:trace>
  <inkml:trace contextRef="#ctx0" brushRef="#br0" timeOffset="71953.42">14341 3047 4104 0,'-7'3'250'0,"7"-3"23"16,-7 5 9-16,7-5 19 0,0 0-6 15,0 0-17-15,0 0-26 0,0 0-24 0,0 0-24 16,0 0-21-16,34-17-26 0,-20 7-25 16,-2 0-19-16,6-4-16 0,4-7-12 0,-1-2-15 15,-1-2-6-15,-4-4-9 0,0-2-4 16,-1-2-8-16,-3 1-3 0,-3-1-4 0,-1 1-4 16,-5 8 5-16,-1 4-7 0,0 4 8 15,-2 3-19-15,-2 1-3 0,0 0-7 16,-1 4 0-16,-7 3-1 0,-2 4-4 15,1-2-4-15,2 2-1 0,9 1 6 16,-18-1-5-16,18 1 6 0,-11-2-7 0,11 2 3 16,0 0 4-16,0 0 4 0,0 0 3 15,36-14-8-15,-1 6 1 0,2-1-2 0,4 1 0 16,-3 0-6-16,-4 1 2 0,-7 5-1 16,-6 0-1-16,-2 2 7 0,-4 2 6 0,-3 0 11 15,1 5 14-15,-2 3 10 16,2 5 2-16,-2 3-3 0,-6 3 2 0,1 1-8 15,-5 1-2-15,-1-3-31 0,0 4-6 16,0 0 0-16,-3-2 0 0,-3 2-92 0,4-2-124 16,-5 0-104-16,2 0-137 0,-4-3-163 15,4-5-193-15,1 1-21 0,0-3 84 16,4-6-641-16,4 2-843 0</inkml:trace>
  <inkml:trace contextRef="#ctx0" brushRef="#br0" timeOffset="72304.56">15133 2689 4159 0,'0'0'125'0,"0"0"27"15,-8-6 21-15,8 6 30 0,0 0 7 0,0 0 7 16,-6-8-25-16,6 8-14 0,0 0-18 16,0 0-14-16,0 0-16 0,14-5-12 0,-14 5-8 15,17-6-10-15,-6 2-10 0,1-4-13 16,3 2 2-16,0-5-10 0,-2 3 0 0,1-2-8 15,-3 0-4-15,0 1 4 0,-1-1-9 16,0 4 0-16,-7-3-5 0,3 3-3 16,-1 0-6-16,-5 6-14 0,0 0-4 0,0 0-1 15,-22-5-4-15,22 5-2 0,-34 15-3 16,5-1 7-16,3 6-12 0,-1 4 5 16,2 1-6-16,2 2 1 0,1 2 4 15,4 1-2-15,1-1-19 0,7 0-37 0,5-5-40 16,1-2-38-16,8-4-43 0,-1 0-48 15,8-4-55-15,2 0-62 0,1-3-58 0,9-3-89 16,0-5-116-16,1-2-120 0,2-1 61 16,12-4-434-16,-2-6-560 0</inkml:trace>
  <inkml:trace contextRef="#ctx0" brushRef="#br0" timeOffset="72670.09">15519 2590 3045 0,'0'0'49'0,"-7"-6"38"15,7 6 19-15,0 0 11 16,-6-6 15-16,6 6 6 0,0 0 18 16,0 0 6-16,0 0-4 0,0 0-5 0,0 0-5 15,0 0-4-15,0 0-5 0,27 16-4 16,-20-12-14-16,3-1-5 0,0-2 3 0,-10-1 5 16,16 5 10-16,-10-3 17 0,-6-2 24 15,14 2 11-15,-14-2 24 0,0 0 18 0,9 3-3 16,-9-3-20-16,0 0-26 0,0 0-18 15,0 0-18-15,0 0-20 0,0 0-12 16,-21-20-14-16,8 18-10 0,-3 2-10 16,1 0-10-16,-4 2-6 0,1 2-6 15,-2 0-9-15,5 3-3 0,0-2-1 0,2 4-9 0,-3-1-30 16,9 1-3-16,-1 3 0 16,4-4 0-16,2 5 0 0,4-3 0 0,2 2 0 15,4-1 0-15,3 1 0 0,1-2 0 16,3 0-3-16,0 0-223 0,11 4-81 0,-1-4-97 15,-4-3-102-15,1 2-120 0,-6-4-216 16,2 2 42-16,-5 0 85 0,-1-2-565 16,-1 0-738-16</inkml:trace>
  <inkml:trace contextRef="#ctx0" brushRef="#br0" timeOffset="72870.03">15973 2830 3543 0,'0'0'84'16,"0"0"56"-16,0 0 52 0,0 0 62 15,0 0 58-15,-47 14 44 0,8-5 27 0,-12 5 7 16,-2 1-9-16,-7-1-23 0,-2 3-33 16,-9-1-27-16,0 1-28 0,-3-3-31 15,-1 3-24-15,2-2-22 0,-2-3-31 0,1 2-66 16,5-4-96-16,3 4 0 0,2-3-151 16,10 3-137-16,0-2-128 0,13-3-145 0,0-2-165 15,1 1-146-15,4 2 83 0,-3-5-703 16,1 4-940-16</inkml:trace>
  <inkml:trace contextRef="#ctx0" brushRef="#br0" timeOffset="92449.4">14881 5470 1603 0,'0'0'256'0,"0"0"-41"16,-31 5-25-16,31-5-16 0,0 0-8 0,0 0-11 16,0 0-16-16,0 0-2 0,0 0-9 15,0 0 1-15,0 0-12 0,0 0-7 0,0 0-4 16,0 0-11-16,0 0 5 16,0 0-2-16,0 0 13 0,0 0 15 0,0 0 2 15,0 0 3-15,0 0-9 0,0 0-7 16,47 4-12-16,-33-6-8 0,6 0-11 0,3-2-9 15,-1 0-1-15,1 0-10 0,-2 0-6 16,-2 0-1-16,-2 2 0 0,1-2 0 16,-7 3 3-16,2-1-4 0,-1-2-3 0,-3 3-5 15,-9 1-5-15,16-3-1 0,-16 3-9 16,11-2-1-16,-11 2-8 0,0 0-1 0,15-2-6 16,-15 2 0-16,0 0-1 15,12 4 2-15,-12-4-4 0,3 11 1 0,-1-3-2 16,-2 2 4-16,0 2-1 0,-2 8 11 15,-1 2 9-15,-5 11 10 0,0-1 0 0,1 2 2 16,-4 0-5-16,-3 1 2 0,3-3 3 16,-7 0 0-16,5-6 16 0,1 3-24 0,1-8 3 15,6-3-1-15,-3-5 9 0,3 1 34 16,0-3 2-16,-1-1 17 0,5 0 5 16,-3-3 3-16,0-2 2 0,4-5-2 0,-2 10-8 15,2-10-6-15,-3 7-10 0,3-7-8 16,0 0-9-16,-2 7-11 0,2-7-18 15,0 0-29-15,0 0-32 0,0 0-45 16,0 0-45-16,0 0-59 0,0 0-70 0,0 0-96 16,0 0-100-16,7-21-112 0,-7 21-127 15,0-12-95-15,2 7 78 0,2-2-601 0,-1 0-749 16</inkml:trace>
  <inkml:trace contextRef="#ctx0" brushRef="#br0" timeOffset="93416.75">15710 5488 3240 0,'0'0'-152'15,"6"-2"57"-15,-6 2 40 0,0 0 37 16,0 0 35-16,11-4 30 0,-11 4 31 0,0 0 20 15,0 0 24-15,6-3 4 0,-6 3 10 16,0 0 3-16,0 0 3 0,0 0 5 0,0 0 0 16,0 0-7-16,0 0-1 0,-23-8-9 15,23 8-7-15,-24-1-6 0,6 1-12 0,0-3-11 16,0 3-8-16,-5 0-7 0,4 0-6 16,-2 0-6-16,2-2-11 0,-2 2-4 0,6 0-9 15,-7-2 4-15,4 0-11 0,2 0 0 16,3 2-8-16,13 0-1 0,-23-4-4 15,14 4-5-15,9 0-3 0,-21-2 0 16,13 2-5-16,8 0 0 0,0 0 2 16,-21-4-1-16,21 4-3 0,0 0-2 0,-11-1 5 15,11 1-1-15,0 0-4 0,-12-2 2 16,12 2 1-16,0 0 1 0,0 0-3 0,0 0-1 16,-15 0 0-16,15 0-1 0,0 0 1 15,0 0 1-15,0 0-4 0,-9-4-1 0,9 4 0 16,0 0-3-16,0 0 4 0,0 0 3 15,0 0-4-15,0 0 8 0,0 0-2 0,0 0 3 16,0 0 5-16,-8-4-6 0,8 4 4 16,0 0-2-16,0 0 1 0,0 0-1 15,0 0-5-15,0 0 2 0,0 0-5 16,0 0 1-16,0 0-2 0,0 0 1 16,0 0-5-16,0 0 1 0,0 0-2 0,0 0 4 15,0 0 1-15,0 0-2 0,0 0 2 16,1 17 0-16,-1-17-2 0,2 16 0 0,-2-8 1 15,2 5-1-15,1-5 0 0,1 3 4 16,-1-1-3-16,-3 0-2 0,8 1 4 0,-5-4 2 16,-1 1-1-16,6 1 4 0,-6-2-4 15,4-1 1-15,0 1 0 0,1 0-3 0,0 0 1 16,2-2-2-16,-2 4 1 16,2-1-1-16,1 1-1 0,2-1 0 0,-5 2-2 15,2 1 5-15,-1-1 0 0,5-2 4 16,-5 5-3-16,-2-5 3 0,0 2 6 0,-3 1-2 15,-1-1 14-15,2 1 11 0,-4-2 13 16,-2-2 17-16,2-7 9 0,-4 18 28 16,-3-8 7-16,2-1 7 0,-6-1-9 0,0 1 1 15,-3 0-4-15,2-4-8 0,-2-1-9 16,3 2-8-16,-2-3-4 0,2 2-10 0,0-1-6 16,11-4-6-16,-17 3-7 0,9-1-1 15,8-2-7-15,-14 0-14 0,14 0-17 0,0 0-44 16,-18-5-37-16,14 1-49 0,4 4-52 15,-9-3-80-15,9 3-117 0,-12-5-123 16,12 5-134-16,-7-7-165 0,-1 4 63 16,5-1-649-16,3 4-831 0</inkml:trace>
  <inkml:trace contextRef="#ctx0" brushRef="#br0" timeOffset="94750.23">14601 5395 3469 0,'0'0'-188'15,"0"0"45"-15,0 0 33 0,0 0 24 16,-9-3 21-16,9 3 18 0,0 0 11 0,0 0 9 16,0 0 7-16,0 0 4 0,0 0 2 15,0 0 8-15,0 0 6 0,0 0 10 16,0 0 2-16,0 0 10 0,0 0 4 15,0 0 2-15,0 0 4 0,0 0 1 16,0 0-2-16,0 0 0 0,43 3 0 0,-22-3-3 16,1 2 1-16,3-2-1 0,16 2-1 15,3 0-2-15,-2-2 2 0,5 2-3 0,1-2-8 16,1 1 1-16,3 2-3 0,1-3-1 16,-4 2-3-16,3-4 4 0,-4 2-5 0,-4 0-2 15,-5-3 2-15,-4 3 4 0,-9 0 6 16,-1 0 9-16,-2 0 10 0,0 3 1 15,-2-6 1-15,0 3 0 0,0 0-1 0,1 3 0 16,-4-3-7-16,3 0 1 0,2 0 0 16,-1 0 0-16,5 0-14 0,0-3 6 15,2 3-3-15,-2 3-2 0,-1-3 7 16,3 0-8-16,1 0-3 0,-3-3-2 0,-1 3 2 16,1 0-5-16,2-1 1 0,-5-1 2 15,0 0-9-15,1 0 1 0,-5 0 5 0,-1 2-4 16,3-4 6-16,-4 2-4 0,1-2 2 15,-1 2 2-15,-3 1-3 0,0-1 2 0,-3 0-4 16,-1-1-4-16,-11 3-7 0,17-1 7 16,-17 1-7-16,15-2 9 0,-15 2-3 15,12-2 6-15,-12 2-9 0,0 0 5 16,13-4 13-16,-13 4 8 0,0 0 4 0,0 0 2 16,16 0 3-16,-16 0 3 0,0 0-3 15,0 0-4-15,0 0 7 0,0 0-9 16,16 2 3-16,-16-2 7 0,0 0-5 0,8 7 5 15,-8-7-1-15,2 12 3 0,-2-2 10 16,-2 6 2-16,-4 7-5 0,2 0 1 0,-5 14-6 16,-5 0-3-16,-1 8 3 0,-4 1-4 15,2 0 1-15,-2-3-5 0,0 1-2 0,0-1-2 16,3-10 6-16,0 0 17 0,-2-4 5 16,4-2 11-16,-2 0 10 0,3-6 1 15,3-5 1-15,0-5 7 0,3 1 4 0,2-2 4 16,-1-3 23-16,1 1 4 0,2-1 4 15,-1 0 7-15,4-7-3 0,-6 9-4 16,6-9-7-16,-5 6-9 0,5-6-13 16,0 0-14-16,-6 7-4 0,6-7-14 0,0 0-3 15,0 0-9-15,0 0-2 0,-10 3-14 16,10-3-3-16,0 0-3 0,0 0-7 0,0 0 2 16,-13 0-12-16,13 0 4 0,0 0-4 15,0 0-4-15,-23 0 4 0,23 0-10 0,-19-2 6 16,6 1-5-16,-5 1 2 0,0-3 2 15,-3 3-7-15,-6-2 0 0,-2 0-1 0,0 0-1 16,-10 0 0-16,-5 0 3 16,2 2-6-16,-3 0-15 0,-2 0 9 0,0 0-7 15,3-1 2-15,0 1 3 0,2 0 2 16,8 0-2-16,3 1-7 0,4-1 6 0,1 2 4 16,5-2-5-16,-2 0-1 0,4 2 3 15,0-2 4-15,4 0-5 0,0 2 11 0,1-2 2 16,3 0-5-16,11 0 4 0,-18 2-6 15,9-2-4-15,9 0 8 0,-13 0 6 0,13 0 0 16,0 0 0-16,-15 0-1 0,15 0 1 16,0 0-3-16,-13 0 0 0,13 0-8 0,0 0-13 15,0 0-30-15,-12-2-47 0,12 2-63 16,0 0-90-16,0 0-111 0,0 0-115 16,-11-2-119-16,11 2-186 0,0 0 65 15,-10-2 76-15,10 2-509 0,0 0-614 16</inkml:trace>
  <inkml:trace contextRef="#ctx0" brushRef="#br0" timeOffset="99381.23">3351 1721 2973 0,'7'2'-119'0,"2"-2"27"16,-9 0 19-16,27-10 14 0,-9 2 16 0,11-4 12 16,3-1 12-16,0 1 8 0,0-1 9 15,-3-3 4-15,-2 4-1 0,-4 0-1 16,-5 3 0-16,-1 2 2 0,-4 2-4 0,0-3-3 16,-1 5-12-16,-4-1-29 0,-1 2-43 15,-7 2-61-15,0 0-57 0,0 0-75 16,0 0-307-16,0 0-89 0</inkml:trace>
  <inkml:trace contextRef="#ctx0" brushRef="#br0" timeOffset="99547.42">3502 1763 1536 0,'-8'10'-40'0,"1"-6"25"15,3 4 42-15,3-4 34 0,1-4 39 16,0 0 43-16,0 0 27 0,0 0 9 0,11 7 2 16,-11-7-14-16,25-4-13 0,-4-1-19 15,1-2-8-15,3 2-17 0,7-5-9 16,2 3-11-16,-7 0-16 0,-6 2-31 0,1-3-33 15,-6 4-54-15,-2 1-74 0,-3 2-85 16,-2 1-79-16,-9 0-149 0,0 0-87 16,0 0-80-16,11 4-97 0</inkml:trace>
  <inkml:trace contextRef="#ctx0" brushRef="#br0" timeOffset="101613.2">16070 6011 1030 0,'0'0'101'0,"-15"-2"-18"0,15 2 1 15,0 0-4-15,-11-2-2 0,11 2-2 16,0 0-10-16,0 0-19 0,0 0-4 16,0 0-2-16,0 0-6 0,30-8-2 0,-15 8-3 15,6-2-4-15,0 0-3 0,6 2 1 16,-1 0-5-16,1-3 0 0,4 6-5 15,-5-6 5-15,-2 2-7 0,-6-1 1 0,0 2 0 16,-4 0-7-16,2 0 2 0,-7 0 2 16,-9 0-3-16,22-1 2 0,-15 1 0 0,-7 0-1 15,16 0 0-15,-16 0-4 0,11 0 0 16,-11 0 4-16,11 1 10 0,-11-1 12 0,6 6 2 16,-2 2 7-16,0 0 2 15,-2 5 3-15,-1 4 9 0,-2 3 7 0,1 6-3 16,-6 10-1-16,2 0-5 0,1 1-7 15,-4 1-2-15,2 2-3 0,-1-1-4 0,2-2-5 16,-6 0-2-16,6-3-1 0,-5-3-4 16,6-4 0-16,-3-6-1 0,2-4 0 15,0-2 9-15,-2-2 13 0,4-1 12 0,0-3 6 16,1 0 13-16,-1 0 12 16,-2-3 19-16,4-6 11 0,-2 9-3 0,2-9-13 0,0 0-10 15,-2 8-10-15,2-8-10 0,0 0-5 16,0 0-9-16,0 0-6 0,0 0-2 0,-23-3-12 15,23 3 1-15,-23-3-3 16,7 1-5-16,-9 1-10 0,-6 1 0 0,-15 0-5 16,-5 0 3-16,-14-2-3 0,-2 1-7 15,2 1 5-15,1-3-5 0,-5 3 0 0,18-2-5 16,1 2 8-16,-1 0 0 0,5 0-3 16,0-2-6-16,0 0 2 0,6 2 2 15,4 0-1-15,10-2-3 0,-5 2-2 0,4 0 4 16,4 0-9-16,0 0 9 0,1-2 4 15,1 2-7-15,-1 0 3 0,4 0 1 0,0 0-2 16,6 0-3-16,-4 0 1 16,5 0 1-16,11 0-3 0,-21 0-3 0,9 0-5 15,12 0-20-15,-13-2-19 0,13 2-20 16,-12-2-47-16,12 2-50 0,-11-3-63 0,7-2-83 16,4 5-100-16,-6-7-144 0,6 7 48 15,0-10-193-15,0 6-194 0</inkml:trace>
  <inkml:trace contextRef="#ctx0" brushRef="#br0" timeOffset="102063.47">15779 6292 1844 0,'0'0'-12'0,"0"0"24"15,-10-1 4-15,10 1 4 0,0 0 2 0,-23 6 5 16,13-2 10-16,1-1 2 0,-2 2-1 16,-3 3-2-16,1-1-5 0,-3-1-3 0,-2 2-4 15,-1 2-1-15,-3-4-7 0,2 3-16 16,-1-2-16-16,0 0-14 0,-2-2-11 15,0 0-15-15,8-1-4 0,0-3-10 0,3-1-6 16,12 0-17-16,-17-5-13 0,13 0 8 16,1-2 11-16,3-2 8 0,2 1 23 15,-1-2 31-15,1-2 15 0,4 3 28 16,-1-1 27-16,-1 0 22 0,3 4 1 0,-6 0 0 16,5 1 14-16,-6 5 15 0,9-4 20 15,-9 4 5-15,0 0-6 0,21 9-5 0,-15-1-7 16,3 2-10-16,3 5-11 0,-1 1-6 15,9 7-11-15,-6 1-8 0,4 1-33 0,0-1-48 16,-2-2-73-16,-3-1-101 16,-1-6-138-16,-4-1-117 0,-5-4-97 0,3 0-51 15</inkml:trace>
  <inkml:trace contextRef="#ctx0" brushRef="#br0" timeOffset="102963.62">14208 6803 1509 0,'9'-8'31'0,"-7"4"24"15,-2 4 21-15,9-6 16 0,-6 2 17 0,-3 4 16 16,8-7 9-16,-8 7 4 0,5-5 0 16,-5 5-16-16,4-3-8 0,-4 3-14 0,0 0 5 15,0 0 13-15,0 0 1 0,0 0 9 16,12 19-8-16,-10-7-13 0,-2 1-5 16,0 5-10-16,-2 0-8 0,0 1-9 15,2 2-5-15,-2-3 0 0,4 2-14 0,0-4 1 16,2 4-6-16,-2-3-7 0,1-2-4 15,3-3-1-15,-3 0 8 0,4-1-10 0,0-3 4 16,1-3-4-16,1-2 0 0,1-1-6 16,-1-2-4-16,-9 0-7 0,27-8 0 15,-10 2-1-15,-2-4 1 0,3-2-2 0,1 2-5 16,-4 0 2-16,-4 3-1 0,0 0 1 16,0 2-3-16,-4 0-1 0,0 0-1 0,-1 1-7 15,-6 4-2-15,0 0 6 0,0 0-3 16,16 7 2-16,-15 0-2 0,1 1 2 0,0 3-2 15,2 2 4-15,0 3-4 16,-4-1-27-16,3 2-18 0,0 1-25 0,1-1-34 16,-2-2-39-16,-1 0-44 0,1-1-44 15,0-4-68-15,2 0-65 0,-2 0-103 0,-2-4-62 16,1 0 52-16,1-2-145 0,-2-4-116 16</inkml:trace>
  <inkml:trace contextRef="#ctx0" brushRef="#br0" timeOffset="103313.2">14387 6772 1656 0,'-32'0'26'0,"-4"6"28"0,-5 1 19 0,-7 8 18 16,-4 5 19-16,0 3 14 0,7 2 11 15,0 9 3-15,8-2-12 0,4 5-3 0,8 5-10 16,11-8-11-16,3 0-7 0,11-3-9 15,9 6-6-15,4-2-3 0,10 5-7 0,9-4-11 16,8-2-3-16,6-5-6 0,13-3-6 16,2-5-13-16,4-8 1 0,1-5-12 0,1-4 4 15,-4-6-6-15,-6-2-4 0,-4-7 9 16,-5-6 1-16,-15-1 17 0,1-11 12 16,-14 4 11-16,2-16 3 0,-13 0-9 15,-5 3-9-15,-5-7-4 0,-10-7-5 16,-2 0-1-16,-4 2-15 0,-2 1-6 0,-5 10-16 15,-7 6-21-15,2 13-30 0,-5 6-22 16,-6 6-35-16,-4 6-55 0,-6 5-85 0,-2 6-94 16,7 0-195-16,-8 4 19 0,15-3 54 15,2 2-106-15,3 1-69 0</inkml:trace>
  <inkml:trace contextRef="#ctx0" brushRef="#br0" timeOffset="108348.16">14325 5420 1767 0,'0'0'133'0,"0"0"29"0,0 0 28 0,0 0 21 0,0 0 18 16,0 0 18-16,0 0 15 16,0 0 1-16,0 0-3 0,0 0-4 0,-16-16-17 15,16 16-16-15,0 0-14 0,0 0-16 16,0 0-17-16,-6-5-6 0,6 5-2 0,0 0-6 15,0 0-5-15,0 0-20 0,-3-8-9 16,3 8-15-16,-6-6 4 0,6 6-23 16,-9-7 19-16,9 7-19 0,-12-6-2 0,6 0-11 15,-1 3 6-15,7 3 5 0,-16-9 0 16,9 4-11-16,0 1-2 0,-2 0-3 0,0-1-7 16,3 0-1-16,-5-1-5 15,3 3-1-15,-1-2-7 0,0 1-9 0,-2 1-5 16,0-2-2-16,0 3-10 0,1-3 2 15,-1 2-5-15,11 3-1 0,-21-4-6 0,11 2 3 16,10 2-7-16,-21-1 1 0,21 1-7 16,-16-2 9-16,5 0-6 0,11 2-4 0,-20-1 0 15,20 1 4-15,-17 0 6 0,17 0-13 16,-17-2 0-16,17 2-3 0,-19 0 4 0,19 0-4 16,-20 0 0-16,20 0 1 0,-18 3-4 15,7-3 2-15,11 0-1 0,-20 4-1 0,10-4 7 16,1 3-2-16,9-3-4 0,-22 4 0 15,13-3 0-15,9-1 8 0,-14 4-6 16,3-2-1-16,11-2 5 0,-13 3-7 16,13-3-3-16,-15 3-1 0,15-3 5 15,-13 5 6-15,5-3-5 0,8-2 0 0,-15 5-2 16,5-1 1-16,-2-1 1 0,3 1-5 16,0-1 0-16,-1 4 8 0,2-3-4 0,-3 0-1 15,2 3 5-15,1-2-3 0,-1 0-1 16,-1 1-3-16,2 0 4 0,1-1-2 0,-1 1-1 15,3 0 0-15,-6 0 1 0,8 0 1 16,3-6-4-16,-11 7 1 0,5-1 4 0,2 0-3 16,-2 0 2-16,6-6 1 15,-7 12 6-15,5-7-4 0,-4 1-9 0,3 0 7 16,3-6 0-16,-8 12 0 0,5-6 3 16,1-1-5-16,2-5 0 0,-7 15 3 0,7-10-7 15,-4 2 5-15,4-7 6 0,-3 10-6 16,1-3-1-16,2-7-2 0,-6 12 0 15,6-7 2-15,0-5 3 0,-3 14-4 0,3-7 5 16,-3 0 0-16,3-7-3 0,-4 15 3 16,4-8-2-16,-2 1 0 0,0-1 1 0,2 1 1 15,-1 1-1-15,-1 0-1 0,0 0 7 16,2-1 0-16,0 0-5 0,-2 1-1 16,2 1 2-16,0-1-1 0,0-1 3 15,2 2 0-15,0-2-2 0,0 1 0 0,-2-3 1 16,1 5 0-16,-1-2-1 0,2-2 2 15,-2 3-6-15,4-4 4 0,-4 5-3 0,5-3 4 16,-4 0-1-16,3 3-2 0,0-2 2 16,1 0 3-16,-1 0 2 0,2 0-1 0,-3-2 2 15,4 3 1-15,-2-2 4 0,1-1-4 16,-1 2 1-16,-1-4 3 0,4 2-3 16,0 0-3-16,-3 0 2 0,3-1 0 0,0-1 0 15,-1 1 3-15,3 0-3 0,-5 0-6 16,5 0-5-16,0-2 0 0,1 1 0 15,-1 0 0-15,1-2 0 0,4 3 0 16,-3 0 0-16,3-4 0 0,-2 4 0 0,0-1 0 0,1-1 0 16,-3 0 0-16,0 0 0 15,1 0 0-15,-1 0 0 0,2 0 0 0,-4 0 0 16,0-2 0-16,-9-2 0 0,19 9 0 16,-8-5 0-16,0-2 0 0,-11-2 0 0,20 0 0 15,-8 2 0-15,1-2 0 0,3 3 0 16,-2-3 0-16,-1 1 0 0,-13-1 0 0,34-1 0 15,-22 1 0-15,6 0 0 0,-1-5 0 16,-2 5 0-16,-2 0 0 0,0-2 0 16,1 2 0-16,-1-2 0 0,3 0 0 15,-16 2 0-15,21-4 0 0,-8 4 0 0,-2-2 0 16,3 2 0-16,-3-3 0 0,-11 3 0 16,27-4 0-16,-13 0 0 0,-1 0 0 0,-1 2 0 15,1-4 0-15,-1 0 0 0,0 2 0 16,1-3 0-16,0 1 0 0,3-4 0 15,-3 3 0-15,3-3 0 0,-3 2 0 0,-1-3 0 16,2-1 0-16,-2 2 0 0,-1-2 0 16,-1 0 0-16,0 0 0 0,-1 0 0 0,0-3 0 15,3-1 0-15,-1 1 0 0,-1-1 0 16,-2 0 0-16,-1-3 0 0,3 0 0 16,-7-1 0-16,5 1 0 0,-4-4 0 15,-4 5 0-15,0-7 0 0,-1 1 0 0,-8-7 0 16,0-1 0-16,-9 3 0 0,2 0 0 15,-7 3 0-15,-13-3 0 0,-6 4 0 0,1 4 0 16,4 8 0-16,-1 3 0 0,-3-1 0 16,1 4 0-16,1 4 0 0,-4 0 0 0,1 3 0 15,5 0 0-15,2 3 0 0,7-3 0 16,1 3-503-16,4 1-216 0,5-2-142 0,5 1-7 16,4 0 96-16,4-3-748 0,5 0-964 15</inkml:trace>
  <inkml:trace contextRef="#ctx0" brushRef="#br0" timeOffset="116310.31">27255 9288 3609 0,'4'-12'251'0,"-3"2"23"0,3 1-46 16,-2 2-14-16,0 1 0 0,-2 6-19 0,2-7-15 15,-2 7-31-15,1-7-25 0,-1 7-12 16,0 0 0-16,0 0 33 0,0 0 25 16,12 17 9-16,-6-1-5 0,-4 4-12 0,2 4-4 15,-3 2-11-15,3 9-8 0,0-6-6 16,-1-4-18-16,-2-2-8 0,1 1-14 16,-2-4-6-16,2-1-7 0,0-2-11 0,0-3-9 15,-4-3-4-15,2 0-11 0,0-1-19 16,2-2-34-16,-2 1-31 0,0-2-42 15,-2-2-61-15,2-5-67 0,-4 7-80 0,4-7-91 16,0 0-100-16,0 0-111 0,0 0-168 16,-10-15 43-16,10 8 78 0,0-3-544 0,2 1-647 15</inkml:trace>
  <inkml:trace contextRef="#ctx0" brushRef="#br0" timeOffset="116529.33">27066 9457 3606 0,'-14'0'178'16,"3"0"27"-16,11 0 15 0,-15 0 13 0,15 0 2 15,0 0 0-15,-10-4-12 0,10 4-14 16,0 0-27-16,0 0-18 0,36-13-19 0,-11 5-15 16,11 2-21-16,5 0-38 0,1 0-39 15,1-2-47-15,1 3-70 0,0-2-98 16,-3 2-120-16,-5-2-119 0,-10 4-109 0,-2-3-154 15,-4 5 57-15,-6-3-503 0,-3 4-599 16</inkml:trace>
  <inkml:trace contextRef="#ctx0" brushRef="#br0" timeOffset="116996.88">27644 9356 3468 0,'0'0'157'0,"0"0"-10"0,0 0-14 0,0-8-8 16,0 8-5-16,0 0 13 0,0 0 14 15,0 0-4-15,0 0-10 0,0 0-13 0,0 0-10 16,0 0-9-16,0 25-12 0,0-17-10 16,2 0-7-16,-1 2-5 0,1-4-8 0,2 0-6 15,-2 3-7-15,0-3-6 16,1 0-8-16,-1 0-4 0,2-1-5 0,-4-5-3 15,8 4-7-15,-8-4 2 0,11 2-1 16,-11-2-2-16,18-4-1 0,-7-1-1 0,-4 3-4 16,5 0 1-16,-4-2 0 0,1 3-5 15,-9 1 4-15,12-3-4 0,-12 3-2 16,9 0 1-16,-9 0-1 0,0 0 1 0,15 3 3 16,-8-2 1-16,0 3 4 0,-2 0 7 15,7-4 1-15,-2 3 7 0,1-1-3 0,5 0 2 16,-4 0-2-16,8 0-3 0,-2-4-3 15,2 2 2-15,1-2-1 0,-3-2-1 16,2 1-7-16,-4 1 1 0,4-4-2 16,-3 0 1-16,-2 0 0 0,5-3-1 0,-7 1 0 15,0-1-6-15,-2 0-16 0,2-1-17 16,-1 0-24-16,-2-2-31 0,-1 3-39 0,-3 1-60 16,-2 1-77-16,0 0-80 0,-2 4-106 15,-2 3-151-15,0 0-20 0,0 0 65 0,0 0-362 16,-24 2-398-16</inkml:trace>
  <inkml:trace contextRef="#ctx0" brushRef="#br0" timeOffset="117327.43">28471 9244 2481 0,'0'0'80'0,"0"0"23"0,0 0 16 15,0 0 19-15,0 0 24 0,-16 15 10 16,14-10 3-16,2-5-4 0,-5 12-4 0,5-7-12 15,-2 2-8-15,2-7-10 0,0 12-9 16,3-4-10-16,1-2-9 0,3 1-8 0,0-1-9 16,2 0-7-16,0-4-12 0,3-1-6 15,1 2-4-15,3-3-6 0,-1 0-9 0,2-4-5 16,-2 0-4-16,3-1 0 16,-4-4-5-16,0 0-1 0,1-2-2 0,-5-1-3 15,1-4 0-15,0-3 2 0,-2 1-1 16,-4-3-1-16,-3 4-1 0,-2 3 1 0,0 1-7 15,-5-1-2-15,-2 6-3 0,-4-1-4 16,-2 1-7-16,-3 6-21 0,2 2-36 0,-4 2-52 16,-5 4-86-16,3 3-95 0,-9 5-103 15,8-2-126-15,1-3-127 0,6 2 62 0,3-2-397 16,2-4-453-16</inkml:trace>
  <inkml:trace contextRef="#ctx0" brushRef="#br0" timeOffset="117760.16">29113 9085 2664 0,'2'-10'127'0,"-2"3"55"0,0 1 30 16,0 6 25-16,0-9 22 0,0 9 9 0,0-7-8 16,0 7-15-16,0 0 3 0,0 0-6 15,0 0-22-15,0 0-18 0,-13 29-22 0,9-15-17 16,-3 3-15-16,4 3-11 0,-5-3-15 15,5 1-14-15,-7 3-9 0,2-2-11 0,-1-1-5 16,0 0-6-16,-2-1-9 0,4-5-5 16,0 0-7-16,1-2-2 0,2-1-8 15,0-2 0-15,4-3 1 0,0-4-3 16,0 0-8-16,0 0-9 0,0 0 1 0,25-15-12 16,-2-2-1-16,2-2-6 0,2-1-3 15,-1-4 2-15,2 3-7 0,-3 3 3 0,-6 5 2 16,-1 5-7-16,-7-1 3 0,-4 2-5 15,3 4-2-15,0 1 6 0,-10 2 3 0,0 0 1 16,20 7 2-16,-11-1-6 0,-4 4 5 16,1 0-5-16,-3 1 1 0,3 3-4 15,-1-1 0-15,-4 3-8 0,3-3-16 0,-2 2-15 16,0-1-18-16,0-1-23 0,-1-1-34 16,3 0-40-16,-2 0-53 0,0-3-68 15,1-1-65-15,4-2-71 0,-1-3-79 16,1 0-114-16,-7-3-57 0,29-10 60 0,-10 0-442 15,7-5-518-15</inkml:trace>
  <inkml:trace contextRef="#ctx0" brushRef="#br0" timeOffset="118077.59">29708 9043 2762 0,'3'-7'-19'0,"1"4"37"16,-2-1 30-16,-2 4 23 0,0 0 20 16,0 0 18-16,0 0 15 0,0 0 5 0,0 0 4 15,0 0-6-15,0 0-7 0,-2 27-11 16,2-15-10-16,0 1-11 0,0 0-10 15,0 1-9-15,2 0 0 0,0 3-12 16,0-5-6-16,-1 2 0 0,3-3-11 0,2-1-3 16,-2 3-4-16,4-3-6 0,-1-1-1 15,0-4-8-15,2-1 2 0,0-3-6 16,-2 1 1-16,-7-2-1 0,18-3 3 0,-9-1 1 16,0-4 2-16,0-1 16 0,0-3 5 15,-3-2 2-15,1-5 4 0,-1-2 5 0,0 1 6 16,-2 2 0-16,-3 3-1 0,1 1-7 15,-2 3-7-15,-2 2-9 0,-1 0-21 0,-1 6-24 16,4 3-35-16,-17-2-49 0,5 4-91 16,-1 3-103-16,-6 5-125 0,2-1-221 15,2-1 47-15,-1 6 66 0,7-4-304 16,3-5-313-16</inkml:trace>
  <inkml:trace contextRef="#ctx0" brushRef="#br0" timeOffset="118494.14">30443 8545 2608 0,'4'-30'198'0,"-4"9"36"0,0 2 42 0,0 5 26 16,0 4 14-16,0 2 2 0,0-2-35 16,0 10-4-16,0 0 20 0,0 0 12 15,0 0-7-15,-20 39-21 0,11-5-17 16,-9 15-21-16,7 2-22 0,-3 4-20 0,-4 1-18 15,1-1-21-15,2 1-16 0,-3 0-12 16,2-4-13-16,-2-3-15 0,1-3-10 0,4-9-11 16,0-6-9-16,1-2-16 0,1-8-8 15,3-3-54-15,3-7 0 0,1 0 0 0,-3-2 0 16,7-4 0-16,0-5-12 0,0 0-83 16,0 0-20-16,0 0-4 0,0 0-1 15,16-27 5-15,-10 11 12 0,-1-5 11 0,-1-4 8 16,-2 10 8-16,-2-5 10 0,-2 3 3 15,-4 3 6-15,-3 2 10 0,-3 2 20 0,-3 6 11 16,-4 1 15-16,0 3 6 16,0 5 5-16,-4 2-3 0,-8 5 3 0,8 3-4 15,-1 2-5-15,9-3-9 0,4-2-25 16,1 1-44-16,9-3-54 0,1 0-66 0,0-1-79 16,7-1-87-16,2-2-92 0,4-3-135 15,5 0-126-15,3-1 60 0,2-2-541 0,13-4-662 16</inkml:trace>
  <inkml:trace contextRef="#ctx0" brushRef="#br0" timeOffset="119127.6">30493 8973 3196 0,'-10'-2'-22'16,"10"2"42"-16,0 0 32 0,0 0 24 0,0 0 22 15,0 0 21-15,-27 3 3 0,27-3 5 16,0 0 1-16,-6 7-2 0,6-7-8 0,0 0-5 15,0 0-12-15,11 16 2 0,-11-16-10 16,14 5-12-16,-4-4-6 0,-10-1-7 0,19 2-9 16,-8-2-3-16,-11 0-7 0,21-3 1 15,-10-2-2-15,1 1 6 0,-4-1 7 0,-3 2 9 16,3-3 9-16,-8 6-3 0,4-10-5 16,-4 10-2-16,0 0-10 0,0 0-4 15,-17-6-1-15,17 6 0 0,-27 6-5 16,9 1-7-16,2 5-3 0,-5 5-3 0,-3 4 0 15,8-1-4-15,-4 2-3 0,9-3-1 16,4-4-1-16,0-1-2 0,2 1-2 16,3-3-3-16,2 0 0 0,4 0 0 0,-1-3-9 15,11 1 2-15,-3-4-2 0,9 1-16 16,1-5-6-16,3 0-7 0,5-4-6 0,8-5 0 16,2-5-8-16,1-1 4 15,6-7 3-15,1-3 3 0,2-4 1 0,-4-4 4 0,-1-1 3 16,-2-2 7-16,-3 1 16 0,-2 4 12 15,-14 4 13-15,-2 8 17 0,-5 3 18 16,-9 4-4-16,-5 2-2 0,-6 3 5 16,4 5 21-16,0 0 1 0,0 0 11 0,-41 13-22 15,25-1-7-15,-5 5-5 0,8 3 9 16,1-3-20-16,2 4 1 0,9 1-3 0,-1 0-5 16,2 2-8-16,3 11 21 0,8 2 39 15,5 7 27-15,0-9-4 0,-1-2-13 0,-2-2-6 16,-3-2 7-16,-3-7 21 0,-1-3 0 15,-4-2-133-15,-1-4 0 0,-4 3 0 16,-1-3 0-16,-3 1 0 0,-4-2 0 0,4-1 0 16,-4-1 0-16,-3-2 0 0,1 0 0 15,-3-4 0-15,-2-1 0 0,0 1 0 0,0 0 0 16,-3-4 0-16,1-2 0 0,2-2 0 16,2-1 0-16,1-3-326 0,7-2-243 15,2-2-146-15,6-1-169 0,2-3 75 16,7 0 85-16,4-1-692 0,8-2-868 0</inkml:trace>
  <inkml:trace contextRef="#ctx0" brushRef="#br0" timeOffset="119543.64">31706 9426 3988 0,'0'0'67'0,"0"0"33"15,0 0 40-15,-32-15 40 16,6 18 43-16,-22 1 55 0,-17 2 34 0,-14 2 21 15,-23 3 6-15,-9-1-12 0,-7 4-25 16,-8-1-12-16,-12 3-18 0,-13-1-15 0,-8-1-1 16,-3 1-8-16,-5 1-12 0,1-3-193 15,2 1-43-15,5 3 0 0,7 2 0 0,10 1 0 16,10-1 0-16,8 5 0 0,14 1 0 16,1 0 0-16,8 0 0 0,4 4 0 15,4 0 0-15,3-2 0 0,4 2 0 0,-1-3 0 16,16-4 0-16,2-2 0 0,3-3 0 15,3-3 0-15,6-2 0 0,3-3 0 16,12-1 0-16,6 0 0 0,10-4 0 0,2 0 0 16,6-1 0-16,4-1 0 0,-1 0 0 15,3 0 0-15,5 0 0 0,-2-2 0 0,9 0 0 16,-16 2 0-16,16-2 0 0,-13 3 0 16,13-3 0-16,-10 1 0 0,10-1 0 0,0 0 0 15,-15 2 0-15,15-2 0 0,0 0 0 16,-9 2 0-16,9-2 0 0,0 0-40 15,0 0-639-15,0 0-190 0,0 0-35 0,0 0 109 16,0 0-873-16,0 0-1104 0</inkml:trace>
  <inkml:trace contextRef="#ctx0" brushRef="#br0" timeOffset="120661.24">29516 7945 4276 0,'7'-29'-217'0,"-5"3"48"0,0 3 41 15,-1-3 35-15,3 4 46 0,0-2 39 0,0 0 28 16,1-1 39-16,5-6 12 0,-1 7 13 15,-1 7 15-15,4-3 7 0,-5 6 3 16,1 2-12-16,-3 4-10 0,1 2-10 16,-6 6 3-16,0 0 25 0,14 33 25 0,-14 10 14 15,-8 22 21-15,-15 33 15 0,-11 15 34 16,-14 9 30-16,-26 44 1 0,-12-3-6 0,-5-6 1 16,-1 0 8-16,4-2 15 0,2-3-1 15,13-4-10-15,17-36 3 0,3-4-19 0,1-3-33 16,5-10-140-16,7-4-63 0,1-6 0 15,5-6 0-15,11-19 0 0,-1-5 0 0,3-5 0 16,3-1 0-16,3-14 0 0,6-3 0 16,-1-10 0-16,2-3 0 0,3-4 0 0,-1-3 0 15,5-3 0-15,-4 1 0 16,3 0 0-16,-2-4 0 0,3 0 0 0,1-6 0 16,-2 5 0-16,2-5 0 0,0 0 0 15,0 0 0-15,0 0 0 0,0 0 0 0,0 0 0 16,0 0 0-16,0 0-244 0,0 0-381 15,0 0-164-15,3-25-100 0,-3 16 99 0,0 3-861 16,0 6-1088-16</inkml:trace>
  <inkml:trace contextRef="#ctx0" brushRef="#br0" timeOffset="144305.34">11463 7892 3377 0,'-16'2'-202'0,"3"0"43"16,1-2 40-16,12 0 31 0,-19 0 37 0,19 0 31 15,-17 0 33-15,17 0 24 0,-20-2 21 16,13 0 15-16,7 2 15 0,-15-2 20 0,15 2 7 16,-15-1 14-16,15 1 2 0,0 0 0 15,-19-4-1-15,19 4-3 0,0 0-6 16,-14-2-12-16,14 2-4 0,0 0-4 15,0 0-2-15,-13 0-7 0,13 0-8 0,0 0-8 16,0 0-7-16,-3-2-5 0,3 2-3 16,0 0-4-16,0 0-1 0,38 1-1 0,-15-1-9 15,5 1-4-15,14 3-2 0,-1-4-1 16,2 2-7-16,0-4-1 0,5 2-5 16,-6 2-1-16,1-4-4 0,0 4-2 0,0-4 2 15,-2 0-5-15,-7 0-1 0,-7 1-1 16,-3 0-3-16,-3-1 2 0,4-2-3 15,-4 3 1-15,0-1-3 0,-2 0-2 16,2 0 0-16,-2 2 1 0,2-1-3 0,2-1 0 16,-4 0 0-16,2 0-2 0,-2 1 4 15,3 1-2-15,0 0-2 0,-3 0 0 0,1 0-1 16,2 0-2-16,-3 0 4 0,0 1-3 16,-4-1-2-16,-2 2 5 0,3 0-3 0,-3 0 0 15,1-1-1-15,-1 3 1 0,1-2 1 16,-3-1 1-16,0 1-2 0,3 2 4 0,-14-4-2 15,23 1 0-15,-10 0 1 16,-1 1 2-16,4 0-4 0,-3-2 0 0,3 2-1 16,-1-2 0-16,-2 0 4 0,-13 0-4 0,27 1 0 15,-16 1-1-15,0-2 2 0,-11 0-1 16,25 2 0-16,-13 0 2 0,-1-1-2 16,-11-1 3-16,24 0-1 0,-10 2 0 15,0-2-1-15,3 0 0 0,2-2 0 0,3 4 1 16,-2-4-2-16,1 2 2 0,0-1 1 15,0-1-1-15,-4 2-3 0,-2-2 1 0,1 2-3 16,-16 0 5-16,21 0 0 0,-21 0 5 16,15 0 10-16,-15 0 5 0,15-2 10 0,-15 2 4 15,0 0 3-15,15-1 2 0,-15 1 2 16,11-4 1-16,-11 4 1 0,14 0 1 0,-14 0-7 16,0 0 2-16,13-3 0 15,-13 3-9-15,0 0 1 0,0 0-5 0,14 0-10 16,-14 0-8-16,0 0-17 0,0 0-39 15,0 0-57-15,0 0-75 0,0 0-90 0,0 0-102 16,-31-5-115-16,18 3-217 0,0 1 56 16,-5-1 68-16,3 2-372 0,-2-4-430 15</inkml:trace>
  <inkml:trace contextRef="#ctx0" brushRef="#br0" timeOffset="149304.28">12560 12911 2495 0,'0'0'-21'16,"9"-6"24"-16,-9 6 23 0,8-4 20 0,-8 4 15 16,3-8 19-16,-3 8 13 15,2-5 9-15,-2 5 10 0,3-12 10 0,-3 12 13 0,0-8-2 16,2 4-2-16,-2 4-8 0,-2-9 0 15,2 9 8-15,-3-10-8 0,1 2-5 16,-1 4-2-16,-1-2-5 0,0 0 3 16,1 1-8-16,-3-3-2 0,1 1-5 0,-4 0-7 15,4 0-5-15,-3-1-5 0,1 0-3 16,-3-1-8-16,1 1-4 0,-3-5-7 16,-1 3-3-16,-2-2 0 0,-3 0 2 0,4 0-1 15,-10-3-4-15,-1-2-2 0,0 3-1 16,2 2-3-16,-2-3 1 0,1 4-3 0,5 1-3 15,1 2-3-15,-11-5-7 0,8 5 0 16,-1 0 0-16,4 0-7 0,-1 2-6 0,-5 1 2 16,4-3-2-16,-3 4-1 15,-2 0 5-15,0-2 2 0,-2 4-5 0,-9-1-1 16,0-3 0-16,4 2 4 0,5 1 3 16,-1 2 5-16,-1-2-1 0,0 2-3 0,1 1-4 15,-3 0 4-15,2 0-9 0,-3 0 4 16,3 1-5-16,-1 2 2 0,1-3-6 15,-9 2-1-15,2 2 13 0,4 0-13 0,5 0-8 16,2-1 6-16,0 1-6 0,-1 0 2 16,2 2 4-16,-10 4-8 0,2-2-1 0,2 1 1 15,-1 1 2-15,5 0-2 0,-1 1 5 16,-3 1-8-16,9-2 2 0,1 0 2 0,-7 4 1 16,9-2-4-16,-1-2-1 15,0 2 4-15,2-2 0 0,-8 5 0 0,4-2-3 16,4-2 0-16,-6 5-2 0,-2 0-3 15,3 1 6-15,-2 1-4 0,5-6 5 0,2 3-4 16,0-2-5-16,-3 5 9 0,-2-1-3 16,3-1-2-16,8 0 3 0,-5-3-3 15,-2 8 2-15,2-4 0 0,3 0-3 0,1-1 5 16,1 1 7-16,0-2-6 0,1 1-1 16,0-3 0-16,1 4 5 0,1-4-3 0,-1 5-2 15,1-6 1-15,3 3-2 16,-4-2 6-16,4 1-6 0,-1 0 0 0,1-1 2 0,-1 3 3 15,2-3-5-15,-2 3 6 16,0-1 1-16,3 1-2 0,-3-1 1 0,3 0 4 16,-1 1 9-16,-3-1 9 0,6 1-6 15,-3-1 0-15,0 2-5 0,2-1 1 0,0 0 4 16,1 1 3-16,-3 0 3 0,4-1 0 16,0 0 1-16,0 1 11 0,2 2 7 0,0 0-3 15,-1 0-9-15,3 0-1 0,-2 1-2 16,5 2 0-16,-3-1-1 0,4-1 2 15,-2 1-2-15,1 0-2 0,7 5 8 0,-3 1 8 16,2-1-1-16,-1-5-3 0,5 2-3 16,0 0-3-16,-4 2-1 0,3-6 1 15,-5-4-3-15,5 9-2 0,-5-3 6 16,7 4 2-16,-6-7 4 0,-1-1 1 0,2-1-3 16,-2 1 3-16,2-1-11 0,8 7 2 15,-4-2-5-15,1-4-3 0,0 1-23 0,4 2-4 16,-1-2 0-16,1 0 0 0,-3-5 0 15,6 3 0-15,0-1 0 0,-1-1 0 0,-1 0 0 16,-5-5 0-16,0 3 0 0,4-2 0 16,-1 0 0-16,3 1 0 0,1 1 0 15,5 1 0-15,-5-5 0 0,8 4 0 0,-5-1 0 16,-1-3 0-16,5 1 0 0,-1 1 0 16,3-2 0-16,-5-2 0 0,-6-1 0 15,4 0 0-15,-1 0 0 0,10 1 0 16,-7-3 0-16,0 0 0 0,-1-3 0 0,10 2 0 15,-4 0 0-15,-3-2 0 0,10 0 0 16,4-2 0-16,-4 0 0 0,4 1 0 0,-6-3 0 16,3 1 0-16,-3-1 0 0,1-1 0 15,-10 3 0-15,-1-1 0 0,5 0 0 0,2-3 0 16,-6 1 0-16,6 0 0 0,-2-2 0 16,-7 1 0-16,9-2 0 0,-4 0 0 15,2-2 0-15,-2-1 0 0,3 3 0 16,-3-5 0-16,-2 3 0 0,3-2 0 0,-5 3 0 15,1-3 0-15,0-1 0 0,-3-1 0 16,1 0 0-16,-2-1 0 0,-5 1 0 0,0 4 0 16,3-5 0-16,-1-4 0 0,-1 0 0 15,-3 3 0-15,0-4 0 0,6 0 0 16,-7-2 0-16,2 1 0 0,-2-1 0 0,-2 2 0 16,-3 4 0-16,3 0 0 0,-3-3 0 15,-1 3 0-15,2-1 0 0,-3 0 0 0,1 2 0 16,-2-1 0-16,1 0 0 0,0-2 0 15,-3 1 0-15,3 0 0 0,-2 0 0 0,-1-3 0 16,2 3 0-16,3-12 0 0,-1 7 0 16,0-5 0-16,1 4 0 0,-1-2 0 15,0 1 0-15,-6 5 0 0,4-2 0 0,-1 1 0 16,-3 1 0-16,4-2 0 0,-6 0 0 16,1 1 0-16,-2 2 0 0,2-4 0 15,-4 2 0-15,1-1 0 0,-2 1 0 0,1-4 0 16,-2 0 0-16,0 0 0 0,-2 0 0 15,1-10 0-15,1 6 0 0,-2 3 0 0,-1 3 0 16,-2-13 0-16,-2 4 0 0,0 2 0 16,-5 2 0-16,1-2 0 0,-5 1 0 0,0 2 0 15,-4 1 0-15,-1-2 0 0,0 4 0 16,-5-1 0-16,-8-1 0 0,-2 2 0 16,-7 2 0-16,-2 7 0 0,-5 2 0 15,-5 6 0-15,8 4 0 0,-14 2 0 0,-8 3 0 16,7 2 0-16,-7 4 0 0,5 3 0 15,-2 2 0-15,6 6 0 0,1-3 0 0,0 2-221 16,6 6-349-16,3-1-149 0,8-1-197 16,14-2 84-16,-1 0 90 0,7-1-683 15,3 3-877-15</inkml:trace>
  <inkml:trace contextRef="#ctx0" brushRef="#br0" timeOffset="166584.37">21144 11313 3440 0,'0'0'-287'0,"0"0"51"0,0 0 49 15,0 0 26-15,0 0 37 0,0 0 25 16,0 0 25-16,0 0 11 0,0 0 12 0,0 0 8 15,0 0 7-15,0 0 3 0,11-15 2 16,-11 15 3-16,0 0 0 0,0 0-4 0,0 0-18 16,0 0-9-16,0 0-8 15,0 0-19-15,0 0-23 0,0 0-25 0,0 0-37 16,0 0-255-16,0 0 65 0</inkml:trace>
  <inkml:trace contextRef="#ctx0" brushRef="#br0" timeOffset="167217.72">21160 11396 1127 0,'0'0'1'0,"4"7"25"16,-4-7 19-16,0 0 10 0,0 7 8 0,0-7 2 15,0 0-2-15,0 0-4 0,0 0-5 16,0 0-6-16,0 6-5 0,0-6-6 16,0 0-1-16,0 0-7 0,0 6-4 0,0-6-1 15,-4 8 0-15,4-8-4 0,-2 6 0 16,2-6-8-16,-1 11-8 0,1-7-7 15,0-4-7-15,-4 12-9 0,4-6-3 0,-2 1-11 16,0 0 5-16,2-2-3 0,0-5 3 16,-2 12 0-16,2-5 2 0,0-3 6 15,0-4 3-15,0 11 1 0,-2-5 4 0,2-6 1 16,0 8-2-16,0-8 9 0,0 7 9 16,0-7 7-16,0 7 8 0,0-7 4 15,0 0 4-15,0 7-4 0,0-7 2 0,0 0-7 16,0 0 1-16,0 8-4 0,0-8-1 15,0 0 0-15,0 8-1 0,0-8-1 0,0 7-6 16,0-7-2-16,0 9-11 0,0-4-11 16,0-5-9-16,0 11-2 0,0-5-5 15,0-6 1-15,0 11 1 0,0-4-2 0,-1-1 6 16,1-6 8-16,0 9 0 0,-3-3 1 16,3-6 3-16,0 10 4 0,0-10-7 0,-2 8 13 15,2-8 3-15,0 7 10 0,0-7-2 16,0 6 7-16,0-6 0 0,0 0 5 15,0 8-1-15,0-8 1 0,0 0-4 16,0 0 4-16,0 8-6 0,0-8 1 0,2 6-4 16,-2-6 1-16,4 9 2 0,-4-3-4 0,0 1-1 15,2 0 0-15,0 1-5 16,-2 3 7-16,0-3-7 0,0 1 2 0,4-1-2 16,-4 1 5-16,2-2 5 0,-2 1 4 15,2-3 5-15,-2 2 0 0,0-7 9 0,1 9 6 16,-1-9 2-16,0 8 5 0,0-8 0 15,2 7 1-15,-2-7-6 0,4 5-6 0,-4-5-2 16,0 0-5-16,2 7-2 0,-2-7-5 16,0 0 1-16,0 7-8 0,0-7-9 15,0 0-11-15,0 0-18 0,2 5-20 0,-2-5-24 16,0 0-36-16,0 0-52 0,0 0-102 16,0 0-260-16,0 0-26 0</inkml:trace>
  <inkml:trace contextRef="#ctx0" brushRef="#br0" timeOffset="170700.03">21282 11765 824 0,'-5'4'66'0,"5"-4"5"0,0 0-5 16,0 0 3-16,0 0 10 0,0 0 5 0,0 0 11 16,0 0-1-16,-11-10-11 0,11 10-6 15,0 0-6-15,0-8-7 0,0 8-3 0,1-9-6 16,1 2 6-16,4 2 2 0,-3-3 6 15,1-2-4-15,4 1-5 0,-5-4 3 16,7-1 4-16,-2-2-2 0,-1-2 0 16,5-2-10-16,1-8-2 0,3 1 3 15,-1-2-2-15,0 2 0 0,0 1 7 0,3-4 0 16,-2 7 5-16,2-4 2 0,-2 1 3 16,4 3-6-16,-1-1 1 0,2 2 2 0,-2 1-2 15,2-1-2-15,1 1 1 0,0 1 3 16,3 3-13-16,-2 0 1 0,4-1-11 0,-4 1 0 15,4 5-7-15,-5 0-1 0,-6 1-6 16,4 5-2-16,-3-3-6 0,0 2-3 16,-5 4-5-16,-1-1 4 0,0 4-2 15,-11 0-5-15,18-3 2 0,-18 3-9 0,12 0 4 0,-12 0-1 16,0 0 2-16,22 0-7 16,-22 0 4-16,0 0-13 0,15 3-10 0,-15-3-8 15,0 0 4-15,11 0 1 0,-11 0 0 16,0 0 1-16,0 0 3 0,0 0 1 15,12 3-1-15,-12-3 7 0,0 0-2 0,0 0-6 16,0 0-9-16,0 0-17 0,0 0-25 16,0 0-27-16,-19 11-33 0,19-11-42 0,-14 5-47 15,5-1-49-15,0-1-99 0,-1 0-127 16,-1 1-168-16,-1-2-154 0</inkml:trace>
  <inkml:trace contextRef="#ctx0" brushRef="#br0" timeOffset="171400.04">21307 10790 1716 0,'9'-5'-57'0,"2"1"11"16,-8 1 10-16,3 0 18 16,-6 3 20-16,3-6 7 0,-3 6 2 0,0 0-5 15,0 0 2-15,-12-11 4 0,-1 11 3 16,2 0 12-16,-6 2 2 0,-2-1 7 15,2 2 7-15,-4 2 4 0,0 2 2 0,2-2-1 16,1 3-4-16,5 0-3 0,0-1-3 16,0 1 0-16,2 2-3 0,2-3-3 0,4 3 8 15,-3-2 1-15,5 2 9 0,3-2 2 16,0 1 3-16,1 2 4 0,3-2-4 16,3 2-3-16,6 1-2 0,-1-1-8 15,0 4-3-15,1-1-2 0,0-2-4 0,1 1-5 16,-5-1-1-16,2-2-1 0,-6-1 17 15,1 0 13-15,-5-1 23 0,3-1 17 0,-2 0 16 16,-2-7 2-16,-2 12-2 0,-2-4 0 16,4-8-1-16,-11 9-10 0,5-6 1 0,-1 1-7 15,-5 1-8-15,0-1-9 0,1-3-6 16,11-1-8-16,-17 3-5 0,6-3-5 0,11 0-6 16,-20 3-12-16,11-2-18 0,9-1-37 15,-17 0-48-15,17 0-40 0,-15 1-49 16,7-1-56-16,8 0-61 0,-14 2-70 15,14-2-142-15,0 0-53 0,0 0 58 16,0 0-127-16,0 0-106 0</inkml:trace>
  <inkml:trace contextRef="#ctx0" brushRef="#br0" timeOffset="171752.91">21485 10760 1633 0,'0'0'29'0,"-4"-9"17"16,4 9 15-16,-5-9 5 0,5 9 3 15,0-10 2-15,3 5 0 0,3-1-5 0,1-2-5 16,4 1-5-16,7 0-7 0,-4 2 3 16,6 0-13-16,-3 3-3 0,2 1-5 15,-4 1-4-15,-2 1-3 0,-1 4 10 0,-1 4 19 16,-3 1 23-16,-3 4 13 0,-3 3 19 15,-2 2 3-15,-2 5 14 0,-3 9 6 0,-4 0 1 16,-2 4-5-16,-1-3-12 0,0 2-8 16,0-2-10-16,-1-4-14 0,4 0-4 0,-1 1-10 15,3-2-3-15,-1-5-13 0,5-3-4 16,-1-4-36-16,-1 1-41 0,3-3-50 16,1-1-46-16,-1-4-44 0,0-1-44 15,0 1-37-15,2-5-67 0,0-5-136 0,4 5-63 16,-4-5 63-16,0 0-96 0,0 0-50 15</inkml:trace>
  <inkml:trace contextRef="#ctx0" brushRef="#br0" timeOffset="171916.47">21469 11093 1444 0,'-6'-3'39'16,"6"3"27"-16,-5-5 21 0,5 5 13 16,-6-5 15-16,6 5 9 0,0 0-4 0,0-9-10 15,0 9-15-15,15-7-7 0,-1-1-9 16,1 3-7-16,6-2-10 0,0 0-16 0,1 0-40 15,1 0-54-15,0 2-49 16,-4-3-91-16,2 2-89 0,-3-1-167 0,-4 2-100 16,-4-3-47-16</inkml:trace>
  <inkml:trace contextRef="#ctx0" brushRef="#br0" timeOffset="172349.92">21363 10447 1559 0,'-39'-14'16'15,"-8"-1"24"-15,-9 7 16 0,-1 2 23 16,3 6 15-16,-12 4 19 0,-3 8 15 0,1 8 9 16,-16 11 8-16,7 8 9 0,2 7 2 15,4 7 1-15,10 1 6 0,10 6-8 0,15-7-2 16,5 6-9-16,10 3 1 0,8 4-12 15,11 0-12-15,11 1-10 0,10 0-8 0,18 10-9 16,12-4-8-16,14-7-6 0,11-9-11 16,10-5-1-16,12-9-8 0,2-7-10 15,10-10-17-15,-2-10-11 0,-18-10-2 0,-1-8-2 16,18-11-5-16,-8-10 6 0,-8-8-2 16,3-10-5-16,-12-3 1 0,-8-12 0 15,-11-7-3-15,-13-7-2 0,-8-10 4 16,-11-5-2-16,-14-5-1 0,-9 9-5 0,-13-20-1 15,-15 3-5-15,-8 0 1 0,-15 10-14 16,-15 8-11-16,-7 13-10 0,-14 15-20 0,-11 14-17 16,-8 15-16-16,17 19-16 0,-24 14-15 15,-4 13-23-15,3 12-35 0,6 11-54 0,6 2-62 16,12 3-73-16,11 0-184 0,12-3 40 16,22-9-172-16,5-2-176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19T02:48:15.03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6019 2285 221 0,'2'-5'39'0,"-2"5"-22"0,0 0-11 0,0 0-2 15,0 0 1-15,7-7 0 0,-7 7 5 16,0 0-10-16,5-3-1 0,-5 3 12 16,0 0 11-16,0 0 16 0,0 0 16 0,11-3 25 15,-11 3 20-15,0 0 31 0,0 0 24 16,9-4 16-16,-9 4 20 0,0 0 21 15,0 0 16-15,12-7 15 0,-12 7 21 0,6-3 5 16,-6 3 7-16,0 0-1 0,9-4 5 16,-9 4-10-16,0 0 4 0,0 0 1 0,0 0 6 15,16 0 8-15,-16 0 12 0,0 0-13 16,0 0-6-16,0 0-14 0,0 0-13 16,0 0-10-16,0 0-16 0,0 0-23 0,0 0-21 15,-32-5-20-15,14 5-14 16,0 0-14-16,-4 2-14 0,3-2-10 0,2 0-11 15,0 0-6-15,2-2-15 0,1 2-5 16,14 0-7-16,-25 0-6 0,16-2-8 0,9 2-8 16,-18-1-46-16,18 1 0 0,-16-2 0 15,16 2 0-15,-11-2 0 0,11 2 0 16,0 0 0-16,-16-2 0 0,16 2 0 0,0 0 0 16,-11-1 0-16,11 1 0 15,0 0 0-15,0 0 0 0,0 0 0 0,0 0 0 16,-18 0 0-16,18 0 0 0,0 0 0 15,0 0 0-15,0 0 0 0,-11 8 0 0,9-3 0 16,2-5 0-16,-8 14 0 0,6-7 0 16,-1 1 0-16,-1 4 0 0,2-4 0 15,2-2 0-15,-2 3 0 0,2-1 0 0,2 4 0 16,0-3 0-16,0 2 0 0,1-2 0 16,1 6 0-16,4-1 0 0,0 1 0 0,1 2 0 15,3 0 0-15,7 5 0 0,-2 0 0 16,3 1 0-16,3-1 0 0,-1 0 0 15,3 0 0-15,-3-1 0 0,-1 0 0 16,2-4 0-16,-8-1 0 0,-1-4 0 16,-3-2 0-16,-1-1 0 0,-3-1 0 0,-1-1 0 15,0-2 0-15,-3 0 0 0,-3-5 0 16,10 8 0-16,-10-8 0 0,2 9 0 0,-2-9 0 16,0 0 0-16,-14 12 0 0,3-6 0 15,-3-2 0-15,-2 3 0 0,0-3 0 16,0 1 0-16,-4 0 0 0,4-1 0 0,-6-1 0 15,6 0 0-15,-2 1 0 0,4-3 0 16,-1 1 0-16,3 0 0 0,12-2 0 0,-22 0-206 16,10-2-211-16,12 2-89 0,-15-5-100 15,8 2-158-15,7 3-81 0,-2-5 87 16,2 5-633-16,15-11-843 0</inkml:trace>
  <inkml:trace contextRef="#ctx0" brushRef="#br0" timeOffset="366.8">6446 2421 3816 0,'0'0'-12'0,"-5"-7"26"16,5 7 16-16,0 0 24 0,0 0 42 15,0 0 21-15,-24 16 11 0,15-5 7 16,0 3-3-16,-1 5-11 0,1 2-8 0,-2 6-8 15,3-5-11-15,3-1-8 0,4-4-8 0,1 1-7 16,1-1-4-16,1-3-5 16,5 1-4-16,0-1-3 0,2 1-4 0,3-7-4 15,3 4 0-15,1-6-3 0,-1-1 1 16,-1-2 5-16,0-2 17 0,-1-1 14 16,-13 0 10-16,22-4 3 0,-10 0 14 0,-5-6-14 15,0-2-18-15,-3-2 1 0,0-6-28 16,-6 1-9-16,0-7-12 0,-4-6-17 0,-1 7-19 15,2 5-30-15,-6 1-45 0,2 3-49 16,-5 1-76-16,1 7-67 0,-6-1-81 16,-1 4-120-16,-5 1-201 0,-2 1-34 15,-2-1 74-15,1 2-356 0,-1 4-469 16</inkml:trace>
  <inkml:trace contextRef="#ctx0" brushRef="#br0" timeOffset="1251.55">5728 1985 2713 0,'-25'-7'74'16,"8"2"37"-16,0 0 3 0,3 0 11 15,5 1 14-15,0 1 21 0,9 3 15 0,-16-3-10 16,16 3-18-16,-9-4-19 0,9 4-11 16,0 0-12-16,0 0-5 0,0 0-12 15,47 0-6-15,3 2-9 0,18 0-9 0,11 0-8 16,7-2-5-16,1 0-22 0,0 4-4 16,1-4-16-16,-4 0-14 0,-2 0-14 0,-10 2-9 15,-7 0 2-15,-13-1-6 16,-8-1 4-16,-11 0 3 0,-8 2 3 0,-3-2 4 15,-5 0 6-15,-2 0 13 0,-1 0 2 16,-1 2 8-16,-13-2 5 0,19 0-12 16,-19 0 2-16,17 2-2 0,-7 1 3 0,-1 4 0 15,0 1-1-15,5 6 9 0,1 13 1 16,4 4 0-16,-4 11 4 0,1 6-1 16,-3 5 0-16,-1 3-5 0,-5 2 4 0,2 0-7 15,-3-2 1-15,2 1 1 0,-4-4 2 16,0-10-2-16,-1-6-3 0,-3-4 3 0,0-10 3 15,0 2 13-15,2-4 11 0,-4-4 11 16,2-4 15-16,0 0 24 0,0-2 22 16,0 0 21-16,0-3 15 0,0 1 11 15,0-9 1-15,-3 12-8 0,-1-7-20 16,-1 0-15-16,-6 0-13 0,2-1-17 0,-5 2-15 16,-2-2-10-16,-6 3-2 0,-10 3-7 15,-4 2-6-15,-4 1-9 0,-10 4 2 0,0-3-6 16,-2 6-4-16,-2-1 13 0,3 0-11 15,-5-1-12-15,3 1 3 0,-4-2 14 16,0 4 0-16,1-6 2 0,-1 2 1 0,4-3 9 16,0-2-3-16,-1-2-5 0,3 2 3 15,7-5-1-15,0 0-5 0,4-2 5 0,0 3-6 16,0-8-3-16,9 3-3 16,4-2 0-16,0 3 1 0,-2-2-5 0,6 0-5 15,0-2 0-15,3 0-4 0,0 0 1 16,4 0 0-16,0 0 1 0,0 2-1 15,3-2-7-15,13 0 5 0,-23 0-5 0,23 0 6 16,-17 0 2-16,17 0 9 0,-15-2 9 16,15 2 11-16,-11 0 19 0,11 0-2 0,0 0-66 15,-14-8 0-15,10 0 0 0,0-5 0 16,3-5 0-16,1-3 0 0,1-13 0 0,7-9 0 16,1-17 0-16,7-6 0 0,3-21 0 15,3-2 0-15,1 0 0 0,2-4 0 0,-1 3 0 16,-4 6 0-16,-3 23 0 0,-2 5 0 15,1 6 0-15,-7 13-96 0,-2 8-40 16,0 4-28-16,-3 7-32 0,-1 3-48 16,1 5-60-16,-2 1-73 0,2 2-45 15,-3 4-31-15,-1 3-62 0,0 0-159 0,0 0-74 16,0 0 88-16,-9 25-429 0,6-6-560 16</inkml:trace>
  <inkml:trace contextRef="#ctx0" brushRef="#br0" timeOffset="2949.58">5465 3248 2832 0,'7'-4'-8'0,"-7"4"44"0,12-7 31 0,-12 7 32 16,0 0 44-16,6-6 30 0,-6 6 36 16,0 0 16-16,0 0 1 0,0 0-12 15,0 0-24-15,0 0-16 0,-21-10-15 0,4 6-3 16,-4 4-5-16,-8 0-12 0,1-3-12 16,-14 3-12-16,-1 0-13 0,2 0-11 15,-2 0-12-15,2 3-3 0,1-3-7 16,8 4-8-16,3-4-7 0,2 0-4 0,4 0-1 15,2 2-5-15,3-2-3 0,0 0-6 16,5 0-4-16,13 0-5 0,-25 0 0 16,25 0-5-16,-18 0-1 0,18 0 2 0,-16 2-4 15,16-2-6-15,-11 0-5 0,11 0-5 16,0 0-2-16,-18 4-2 0,13 1 15 0,-1 3-12 16,-2 6 5-16,0 3 2 0,1 4 0 15,-5 6 3-15,3 4-2 0,1 1 5 16,1-3 0-16,2-3 1 0,0-2 4 0,1-2-7 15,2 3-3-15,0-4 3 16,1-1-1-16,-1-3-2 0,0 0 4 0,2-3 1 0,0 0-5 16,-2-6 6-16,2 2 3 15,0 0 3-15,0-2 7 0,0-8 0 0,-2 11-2 16,2-11-3-16,2 11 0 0,-2-11 4 16,0 9-1-16,4-5 4 0,1 3 0 15,5-2 4-15,3 2 5 0,7 0-9 0,2 0-4 16,14 0 3-16,5 3-8 0,0-2-5 15,17 0 0-15,2 1 2 0,3-1-4 0,4 0-7 16,4-2-5-16,-1-2-9 0,-1-1-7 16,-7-2-13-16,3-1 3 0,-13 0 1 0,1-1 2 15,6-3 1-15,2-1-3 0,0 0 8 16,0-2-1-16,0 2 5 0,0-2-4 16,0 0 6-16,-2 1-5 0,2 0 3 15,-12 2 6-15,10-1-3 0,-7 2 3 16,-2 0-1-16,-3 1 0 0,3 0 3 0,-3 1-4 15,-4-2 1-15,-2 3 2 0,-7 0-2 16,-5-3 6-16,-2 2-3 0,0-1 0 0,-2 0 5 16,-4-2-2-16,-3 3 3 0,4 0 3 15,-3-3-8-15,0 2 2 0,-2-2 1 16,0 2 2-16,0-1-3 0,-2 0 1 0,4 0-5 16,-6 1 6-16,1-2-2 0,-1 3-6 15,1 0 4-15,-3-3 4 0,1 2-1 16,-1 0-6-16,-11 2 4 0,25-3 2 0,-16 1-5 15,2 0 1-15,2 2 2 0,-13 0 1 16,20-5 7-16,-10 5-9 0,-10 0-3 16,18-1 4-16,-18 1-3 0,18-2 1 0,-18 2 2 15,18-2 9-15,-18 2-10 0,14-2 3 16,-14 2 8-16,0 0 1 0,18-1 0 16,-18 1 5-16,0 0 2 0,13 0-1 0,-13 0 4 15,0 0-6-15,0 0 11 0,13-1 12 16,-13 1 14-16,0 0 12 0,0 0 15 0,0 0 7 15,0 0 12-15,14-4 6 0,-14 4-3 16,0 0-6-16,5-6-9 0,-5 6-2 16,6-8 0-16,-4 1 0 0,-1-2-4 15,4-3-3-15,-1-3-13 0,-1-7-63 16,-1-5 0-16,2-10 0 0,0-6 0 0,-1-13 0 16,-1-1 0-16,2 2 0 0,1 13 0 15,-4 1 0-15,-1 12 0 0,0 4 0 0,0 6 0 16,0 1 0-16,0 0 0 0,0 5 0 15,0-1 0-15,0 3 0 0,0 1 0 0,0 2 0 16,0-1 0-16,0 9 0 0,0-14 0 16,0 8 0-16,0 6 0 0,0-11 0 0,0 11 0 15,2-12 0-15,-2 12 0 0,0-8 0 16,0 8 0-16,0 0 0 0,-2-11 0 16,2 11 0-16,0 0 0 0,2-8 0 15,-2 8 0-15,0 0 0 0,0-10 0 16,0 10 0-16,0 0 0 0,2-5 0 0,-2 5 0 15,0 0 0-15,2-11 0 0,-2 11 0 16,2-13 0-16,1 7 0 0,-1-3 0 0,2-1 0 16,0 0 0-16,-1-1 0 0,2 3 0 15,-1 0 0-15,-1 0 0 0,-1 3 0 0,-2 5 0 16,6-12 0-16,-3 4 0 0,-3 8 0 16,2-9 0-16,-2 9 0 0,2-6 0 0,-2 6 0 15,0 0 0-15,4-11 0 0,-4 11 0 16,0 0 0-16,5-7 0 0,-5 7 0 15,0 0 0-15,3-8 0 0,-3 8 0 16,0 0 0-16,2-7 0 0,-2 7 0 16,0 0 0-16,0 0 0 0,0 0 0 0,0-8 0 15,0 8 0-15,0 0 0 0,0 0 0 16,0 0 0-16,0 0 0 0,0 0 0 0,0 0 0 16,0 0 0-16,0 0 0 0,0 0 0 15,-21 0 0-15,21 0 0 0,-33 5 0 0,5 0 0 16,-8 0 0-16,-2 2 0 0,-1-4 0 15,1 2 0-15,2 2 0 0,8-2 0 0,3-1 0 16,1-1 0-16,2 2 0 0,1-3 0 16,7 1 0-16,1-1 0 0,0 1 0 15,1-3 0-15,12 0 0 0,-18 2 0 16,18-2 0-16,-16 2 0 0,16-2 0 0,-11 0 0 16,11 0 0-16,0 0 0 0,-14 2 0 15,14-2 0-15,0 0 0 0,0 0-171 16,-13-6-505-16,13 6-168 0,-2-5-83 0,2 5 94 15,0 0-779-15,0 0-1052 0</inkml:trace>
  <inkml:trace contextRef="#ctx0" brushRef="#br0" timeOffset="3483.14">6035 3149 4151 0,'6'-7'-64'0,"-6"7"78"0,1-6 54 16,-1 6 42-16,4-6 41 0,-4 6 32 0,0 0 33 16,0 0 22-16,4-6-12 0,-4 6-6 15,0 0-27-15,0 0-21 0,0 0-21 0,0 0-24 16,0 0-15-16,0 0-7 0,0 29-3 15,-4-9 0-15,0 15 6 0,-1-1 8 16,-1 4-3-16,0-1 5 0,0 3-1 16,1-1 0-16,-1-1-7 0,3-1-8 15,-1-2-3-15,0-7-7 0,1-4-8 0,1-5-7 0,1-1-2 16,-1 0-8-16,0-5-7 16,0-1-6-16,2 0-5 0,-2-2-1 0,0-3-40 15,2 2-8-15,0-9 0 0,0 12 0 16,0-12 0-16,0 11 0 0,0-11 0 15,-1 6 0-15,1-6 0 0,0 8-126 0,0-8-129 16,0 0-94-16,0 0-107 0,0 0-121 16,0 0-155-16,0 0-100 0,0 0 84 15,0 0-652-15,0 0-852 0</inkml:trace>
  <inkml:trace contextRef="#ctx0" brushRef="#br0" timeOffset="5415.54">5359 3602 3515 0,'5'-5'-205'0,"-5"5"46"0,4-8 40 16,-4 8 36-16,4-5 31 0,-4 5 29 15,0 0 21-15,3-7 11 0,-3 7 11 16,0 0 4-16,0 0 6 0,0 0 3 0,0-9 4 15,0 9 7-15,0 0 0 0,0 0-2 16,0 0 5-16,0 0 2 0,0 0 5 0,0 0 25 16,0 0 6-16,-25 17-3 0,5 4 16 15,-5 3 14-15,-9 8 2 0,-5 6 2 16,-10 1 15-16,-12 18 8 0,-3 0-3 0,-4 4-4 16,2 1 3-16,1 4-8 0,-2-3 0 15,3 2-2-15,1-2-10 0,0 4-6 0,-3 0-7 16,6 3-8-16,-3-3-7 15,4 0-4-15,-1-2-11 0,4-3 3 0,-1 0-10 16,3-4-12-16,2 2-4 0,9-13-4 16,-10 9-2-16,11-10-7 0,-1 2-3 15,4-5 13-15,3 0-8 0,0-5 28 0,5-2 6 16,1-4 19-16,8-10 13 0,1-1 10 16,6-7 11-16,3-2 15 0,5-3 8 0,1-3 3 15,-1 1-2-15,1 1-4 0,0-4-11 16,2 1-12-16,4-5-13 0,-7 7-7 0,7-7-11 15,-6 7-12-15,6-7-18 0,-8 6-61 16,8-6 0-16,0 0 0 0,-5 6 0 16,5-6 0-16,0 0 0 0,0 0 0 15,-8 6 0-15,8-6 0 0,0 0 0 16,0 0-147-16,0 0-144 0,-5 2-100 0,5-2-109 16,0 0-118-16,0 0-188 0,3-18 3 15,3 9 87-15,1-3-617 0,3 0-789 0</inkml:trace>
  <inkml:trace contextRef="#ctx0" brushRef="#br0" timeOffset="6201.01">3207 5779 3583 0,'7'-8'-31'0,"-3"2"66"16,0-2 51-16,-2 1 42 0,-2 7 33 15,5-9 28-15,-5 9 29 0,5-9 12 16,-5 9 7-16,4-8-10 0,-4 8-16 0,0 0-22 16,3-7-26-16,-3 7-26 15,0 0-18-15,0 0 8 0,4 21 20 0,-6 0 10 16,0 16 14-16,0 0 1 0,-3 8-13 15,-5 8-16-15,6-10 7 0,-7 7-8 0,4-11-17 16,-2-2-8-16,2 0 5 0,-1-5-6 16,3-6-10-16,-2-5-11 0,0-3-9 0,3-3-9 15,1-1-3-15,-1-2-51 0,0-1-23 16,1-5 0-16,2-1 0 0,1-5 0 16,-6 7 0-16,6-7-24 0,0 0-148 0,0 0-40 15,-13-18-50-15,11 7-43 0,2-7-56 16,0-2-38-16,0-5-33 0,2-9-39 15,0 3-34-15,0-5-44 0,0 2-37 16,0 5-9-16,-1 5-534 0,-1 4-596 0</inkml:trace>
  <inkml:trace contextRef="#ctx0" brushRef="#br0" timeOffset="6498.95">3125 5845 2874 0,'-2'-14'-105'0,"2"3"47"16,-2 0 38-16,0 1 38 0,2 1 32 16,-1 3 36-16,1 6 39 0,-2-14 36 0,0 9 3 15,2 5-7-15,-2-10-8 0,2 10-13 16,0 0 17-16,0 0 10 0,0 0 8 15,-35 16 3-15,20-2 8 0,-10 7 2 0,2 2 8 16,1 2-9-16,-1-3-3 0,1 0 6 16,6 0 2-16,2-3-18 0,5-5 1 0,3-1-13 15,0 1-3-15,4-3-7 16,2-1-16-16,6 0-6 0,4 0-7 0,4-1-12 16,8-3-12-16,14 2-12 0,4-2-8 15,2-3-53-15,-1-2-36 0,2 1-41 0,-9-1-26 16,-5-2-24-16,-6 1-19 0,-1 0-13 15,-3-2-7-15,-2 2-9 0,1 2-13 16,-3-2-15-16,-4-2-28 0,-1 2-57 0,-10 0-41 16,15 0-75-16,-15 0-96 0,0 0-166 15,8 5 2-15,-8-5 69 0,0 0-309 0,0 0-365 16</inkml:trace>
  <inkml:trace contextRef="#ctx0" brushRef="#br0" timeOffset="6865.07">3593 5879 2551 0,'0'0'69'0,"0"0"30"0,0 0 49 16,0 0 9-16,0 0 25 0,-15 19 18 15,10-9 17-15,-2 2-4 16,2 2-4-16,3 1-12 0,0-1-16 0,2 1-10 15,2-1-11-15,2 1-8 0,2 2-10 16,5 0-10-16,0-2-12 0,5-4-8 0,1-1-11 16,0-2-11-16,3-1-7 0,-4-5-7 15,2-2-10-15,2-2 3 0,0-1 17 0,-1-2 33 16,-2-2 7-16,-2 0 12 0,-4-7 4 16,-1 2-7-16,-2-6-10 0,-6 1-13 15,-2 0-9-15,-2-5-18 0,-5 1-12 0,0-1-8 16,-8-2-25-16,0 6-36 0,-2 5-48 15,-4 3-47-15,-1 2-61 0,-2 8-70 0,-4 0-86 16,-11 3-112-16,-3 2-138 16,1 0-210-16,2 4 34 0,5-2 83 0,13-2-472 15,0 0-592-15</inkml:trace>
  <inkml:trace contextRef="#ctx0" brushRef="#br0" timeOffset="7814.6">3016 5557 3020 0,'-24'-10'12'15,"1"0"32"-15,1 1 14 0,1 2 20 0,1-1 26 16,-1 1 36-16,3 1 29 0,3 2 10 15,2-4-5-15,1 4-11 0,5 2-15 0,7 2-19 16,-11-5-17-16,11 5-6 0,0 0-5 16,0 0-17-16,0 0-5 0,72 5-7 15,-9-3-8-15,11 2-6 0,10-2-10 0,28 2-14 16,-20-2-17-16,21 1-21 0,-24-3-27 16,-4-3-16-16,-6 3 3 0,-11-2 4 0,-5-4 7 15,-17 2 11-15,-6 2 25 0,-10-1 24 16,-5-1 22-16,0-1 18 0,-3 0 15 15,-4 1 15-15,1-2-3 0,-4 1 1 16,-1 3-7-16,-1-2-12 0,-4 1-7 16,1 0-15-16,-10 3-8 0,17 0-2 0,-17 0-10 15,18 6 0-15,-13 3-7 0,2 5-3 16,-1 9 5-16,2 12 1 0,-8 9-9 0,2 3-2 16,-2 11-2-16,0 4-2 0,2-2 0 15,0 4 16-15,2 1 0 0,-3-4-3 16,3-3-3-16,-4-13-2 0,2-5-6 0,-4-2 2 15,0-2-4-15,0-10 7 0,1-4 6 16,-1-5 11-16,0-1 19 0,0-5 29 16,2 1 24-16,-2-4 17 0,0-2-1 15,2-6 0-15,-5 7-4 0,5-7-10 0,-7 4-6 16,7-4-7-16,0 0-19 0,-13 2-11 16,13-2-4-16,-21 2-10 0,10-2-6 0,-8 6 0 15,-6 0-10-15,-13 4-3 0,-9 3-4 16,-5 3-3-16,0 1-1 0,-1 0-5 15,-2 5-6-15,-2-3 0 0,-2 0-4 0,-4 3 1 16,0-3-6-16,2 0 2 0,-2-1-2 16,2-2-1-16,0-1 1 0,-1-1-1 0,1 1 2 15,0-5-7-15,2 1 2 0,-5-1-4 16,3 2-1-16,4-4 0 0,-2 1 0 16,13-3 0-16,5 1 0 0,0-2 0 0,5-2 0 15,5 1 0-15,8 0 0 0,5-3 0 16,-2 1 0-16,6-2 0 0,-2 2 0 15,5-2 0-15,-3 0 0 0,14 0 0 0,-19 1 0 16,9-1 0-16,10 0 0 0,-16 2 0 16,16-2 0-16,-12 0 0 0,12 0 0 0,0 0 0 15,-15 0 0-15,15 0 0 0,0 0 0 16,-11-2 0-16,11 2 0 0,0 0 0 16,-9-3 0-16,9 3 0 0,-3-7 0 0,5-1 0 15,-1-3 0-15,1-4 0 16,7-7 0-16,2-9 0 0,6-12 0 0,4-3 0 15,2-4 0-15,2-7 0 0,7-22 0 16,4-2 0-16,-4 3 0 0,1-5 0 0,-3 7 0 16,1 1 0-16,-12 11 0 0,2 4 0 15,-6 6 0-15,-1 4 0 0,-5 13 0 0,-3 2 0 16,1 11 0-16,-3 7 0 0,-1 2-24 16,-3 3-111-16,3 2-43 0,-1 3-37 0,0 2-40 15,-2 5-39-15,0 0-67 0,0 0-80 16,0 0-100-16,-18 24-187 0,7-5-35 15,-3 10 77-15,-4 14-528 0,-3 3-678 16</inkml:trace>
  <inkml:trace contextRef="#ctx0" brushRef="#br0" timeOffset="9381.41">2379 6667 3182 0,'0'0'-18'0,"0"0"39"0,0 0 25 0,0 0 24 16,0 0 20-16,0 0 36 0,0 0 30 16,-36 20 13-16,4-10 11 0,-4 1 2 15,-4 1-4-15,-4-2-6 0,-10 0 1 0,3 2-5 16,-4-2-13-16,7-5-15 15,3 0-6-15,0 0-10 0,2-3-11 0,1 0-9 16,9 0-10-16,7-2-8 0,3-2-5 16,4 0-9-16,0 1-1 0,5 0-11 0,2-2-2 15,-2 1-9-15,4 2-3 0,1-1-6 16,9 1-1-16,-16-2-11 0,16 2-1 0,-11-2-6 16,11 2-6-16,0 0-3 0,-14 0-6 15,14 0 1-15,-7 5-2 0,7-5 4 16,-4 11 8-16,4 1 12 0,0 0 7 0,-1 5-1 15,-1 2 3-15,0 5 0 0,0 12 20 16,0-1-8-16,0 2-3 0,-2-1-3 16,2-7-3-16,0-3 0 0,0-1 0 15,-2-2-6-15,3-1-2 0,-3-5 0 0,2-1-5 16,0-3-6-16,0 0 7 0,1-4 2 16,-1 2 7-16,0-2-1 0,2-2-4 15,-2 0-4-15,2-7 4 0,-3 11-3 0,3-11-2 16,-2 11-8-16,2-11 4 0,0 10-6 15,0-10-1-15,0 9-6 0,5-1 6 0,-5-8 1 16,7 10-3-16,1-3-2 0,3 0-1 16,6-2-2-16,3 2 1 0,4-2 1 0,13 0 1 15,4 1-1-15,-1-3-16 0,4-2 4 16,4 1 0-16,-2-4 1 0,-1 2-2 16,1 0 3-16,-4-1-4 0,-8-1-3 15,-4 2 4-15,13-1 3 0,-3 1-5 16,-6 0 4-16,7-2-3 0,-2 2 3 0,-5 0 1 15,8-2-1-15,2 0 0 0,-2 0 2 16,4-2-5-16,-1 0 4 0,3 1 1 0,1-1 1 16,-1 2-4-16,4 1-1 0,7-4-2 15,-8 5 9-15,1 0-3 0,-2 0 1 0,2 0 3 16,2 0 2-16,11 0-6 0,-1-2 4 16,4 2-8-16,-4-2 11 0,3 1-5 15,1 1 2-15,5-4 3 0,-1 4-5 0,0-3-3 16,1-1 5-16,-6 1-3 0,-1-3 3 15,-5 2 2-15,0 2-1 0,-13-1-27 16,-4 1 3-16,-2 0 1 0,-4-1-1 16,-7 3 7-16,-6-4-2 0,-7 4 3 0,2-1-1 15,-8 1 7-15,4-2-2 0,-16 2 2 16,25-2-4-16,-16 2 4 0,-9 0 8 0,17-2-8 16,-17 2 8-16,14 0-1 0,-14 0-7 15,16-2 5-15,-16 2-7 0,14-4 0 0,-14 4 3 16,22-2 4-16,-15 0 2 0,-7 2-7 15,18-6-2-15,-6 5 6 0,-12 1-5 16,15-3 3-16,-15 3-1 0,16-2 5 0,-16 2-6 16,13-3 10-16,-13 3-8 0,10-2 15 15,-10 2-5-15,7-4-4 0,-7 4 5 16,0 0-7-16,0 0 0 0,15-4 7 16,-15 4-8-16,0 0 1 0,0 0-2 0,12-1 7 15,-12 1 1-15,0 0-8 0,0 0 6 16,11-1-2-16,-11 1-1 0,0 0 2 0,12-6 1 15,-12 6 3-15,10-6 4 0,-10 6-5 16,7-9 2-16,-2 6 2 0,4-6 0 0,-4 1-3 16,3-5 0-16,1-3 0 0,-4-1-4 15,6-15-3-15,-2-2 3 0,-2-4-4 16,3-12-1-16,-2-4 1 0,-3-5 0 16,5-3-6-16,-4-3 5 0,0 2-4 0,-5 1 5 15,1 2-4-15,0 15 4 0,-2 3 11 16,0 3 8-16,-2 3 3 0,0 8 4 15,2 6-5-15,-3 2 7 0,3 6-1 0,-2 2-3 16,2-1-3-16,-2 1-2 0,0 2-21 16,2 1-1-16,0 3 0 0,0 6 0 0,0-13 0 15,0 13 0-15,-3-12 0 0,3 12 0 16,0-8 0-16,0 8 0 0,0-7 0 0,0 7 0 16,0 0 0-16,-1-10 0 15,1 10 0-15,0 0 0 0,0 0 0 0,-4-9 0 0,4 9 0 16,0 0 0-16,0 0 0 0,-2-7 0 15,2 7 0-15,0 0 0 0,0 0 0 16,0 0 0-16,0 0 0 0,-15-3 0 16,15 3 0-16,-32 3 0 0,7 3 0 15,-18 0 0-15,0-1 0 0,-14 2 0 0,-4 4 0 16,2-1 0-16,1-2 0 0,3 1 0 16,10-1 0-16,5-2 0 0,3-1 0 0,8-2 0 15,9 0 0-15,4 1 0 0,2 0 0 16,0-3 0-16,5 2 0 0,-1-3 0 0,0 2 0 15,10-2 0-15,-13 2 0 0,13-2 0 16,-11 0 0-16,11 0 0 0,0 0 0 16,-12 2-268-16,12-2-153 0,0 0-76 0,-4 6-82 15,4-6-142-15,0 0-103 0,4 9 91 16,-4-1-678-16,0-8-862 0</inkml:trace>
  <inkml:trace contextRef="#ctx0" brushRef="#br0" timeOffset="9982.78">3170 6619 3655 0,'8'-12'-51'15,"-2"4"61"-15,-2 1 44 0,-1 3 46 16,-3 4 36-16,4-10 33 0,-4 10 30 0,0 0 18 16,2-6 5-16,-2 6-7 0,0 0-17 15,0 0-18-15,0 0 24 0,0 0 28 0,0 0 16 16,-6 43-6-16,1-10-7 0,-3 4-9 15,-4 13-13-15,1 1-7 0,4 2-14 16,-1 3-20-16,0-3-13 0,5-9-16 0,-3 7-12 16,2-9-14-16,1-5-8 15,1-2-51-15,2-10-58 0,-2-3 0 0,-3-5 0 16,3 1 0-16,2-7 0 0,-1 2 0 16,-1-4 0-16,2-2 0 0,0 3 0 0,0-10 0 15,-2 10 0-15,2-10 0 0,-2 9 0 16,2-9 0-16,0 6 0 0,0-6 0 0,0 0 0 15,0 9 0-15,0-9 0 0,0 0 0 16,0 0 0-16,0 0 0 0,0 0 0 0,0 0-474 16,0 0-318-16,0 0-158 0,2-27 102 15,-4 22-896-15,2 5-1175 0</inkml:trace>
  <inkml:trace contextRef="#ctx0" brushRef="#br0" timeOffset="11264.79">6915 3471 1702 0,'4'-9'408'16,"-4"0"-95"-16,0 9-61 0,2-11-25 16,-2 11-9-16,0 0-10 0,-4-10-14 15,4 10-15-15,0 0-12 0,0 0-8 0,-2-7-16 16,2 7-17-16,0 0-17 0,0 0-13 15,0 0-6-15,0 0 0 0,0 0 11 0,0 0 0 16,19 30 6-16,-5-14 10 0,4 7 8 16,5 4-5-16,8 6-9 0,3 1-5 15,5 2-6-15,2 2-8 0,3 0-12 0,2 1-6 16,2 1-22-16,13 10-4 16,-12-11-4-16,1-1-1 0,11 11 9 0,-4 3-8 15,-10-11 7-15,-1-1 14 0,-2-3 3 16,0 1 9-16,0-2 1 0,-3-2-2 0,0 3-5 15,0-4 2-15,2 2 10 0,-2-2-2 16,-1-1-11-16,1 2-1 0,0 0 5 16,-1 1-15-16,1-3 0 0,-1 4-5 0,-3-1-1 15,4-2 2-15,-3 2 5 0,0 0-1 16,1-1-3-16,2 2 1 0,-1 0-3 16,0-1-15-16,0-2-3 0,0 2-2 15,2-2-4-15,-2 2 1 0,4 1 4 0,-5-1 2 16,4 0-2-16,-2 2-3 0,2-4 2 15,0-2-5-15,-1 4 1 0,2-2-2 0,-2-2-3 16,2 1-5-16,1-1-4 0,-2 0-16 16,-1-2 0-16,-1 2 0 0,3-3 0 0,-2-1 0 15,-4-2 0-15,-8-5 0 0,-1-2 0 16,-2-1 0-16,-6-3 0 0,-6-5 0 16,-3 1 0-16,-3-3 0 0,2 0 0 0,-2-2 0 15,-4 0 0-15,1-1 0 0,-6-4 0 16,11 8 0-16,-11-8 0 0,8 5 0 0,-8-5 0 15,7 3 0-15,-7-3 0 16,0 0 0-16,10 5 0 0,-10-5 0 0,0 0 0 16,0 0 0-16,8 0 0 0,-8 0-152 15,0 0-210-15,4-12-118 0,-4 12-148 0,-2-13-230 16,0 4 28-16,-3-3 89 0,3-3-667 16,-5 1-860-16</inkml:trace>
  <inkml:trace contextRef="#ctx0" brushRef="#br0" timeOffset="12898.22">9057 5854 3638 0,'10'-7'-110'0,"-6"3"56"15,-4 4 44-15,5-5 37 0,-5 5 40 0,6-7 35 16,-6 7 26-16,0 0 19 0,5-6 12 16,-5 6 6-16,0 0 8 0,4-5 0 15,-4 5-2-15,0 0 1 0,0 0-2 16,0 0 5-16,7-9 0 0,-7 9-5 0,0 0-3 16,0 0-23-16,0 0 0 0,0 0 2 15,0 0 0-15,0 0-16 0,0 0-11 16,0 0-3-16,0 0-4 0,0 0-22 0,0 0 3 15,0 0-12-15,0 0-6 0,0 0-9 16,-25-2-2-16,25 2-2 0,-25 7-1 0,7 0 3 16,-2-1 0-16,-1 3 0 0,-10 3-2 15,2 4-1-15,-1-1 9 0,-1 4 0 0,-5 8 2 16,0-1-2-16,2 1-4 0,4 4-4 16,-3 2-50-16,8 2-12 0,2-6 0 15,4 0 0-15,4 1 0 0,3 1 0 0,3-2 0 16,3-5 0-16,5-1 0 15,1-2 0-15,3 1 0 0,5-3 0 0,0-1 0 16,5-2 0-16,10 1 0 0,6-4 0 16,-4-4 0-16,-5-5 0 0,1-3 0 0,0-1 0 15,-2 0 0-15,0-5 0 0,0 2 0 16,-4-3 0-16,3 0 0 0,-5-3 0 0,-2-1 0 16,-3-2 0-16,-2 2 0 0,-1-2 0 15,-1-1 0-15,-4 2 0 0,0 1 0 0,-2 0 0 16,0 1 0-16,-3-1 0 15,-1 4 0-15,-4 0 0 0,1 1 0 0,-2 4 0 0,-3 1 0 16,14 0 0-16,-27 0 0 0,14 1 0 16,1 1 0-16,1 1 0 0,2-1 0 0,2 0-276 15,7-2-129-15,-13 4-61 16,13-4-58-16,-7 1-97 0,7-1-191 0,0 0 49 16,0 0 90-16,25-15-569 0,-12 8-703 15</inkml:trace>
  <inkml:trace contextRef="#ctx0" brushRef="#br0" timeOffset="13315.69">9331 5989 3435 0,'0'0'33'0,"0"0"30"0,-3-11 15 15,3 11 7-15,0 0 37 0,0 0 24 0,0 0 22 16,-25 17 7-16,14-5 1 0,-2 2-4 16,-3 11-2-16,1 0-9 0,1 0-3 0,3 0-2 15,6-4-9-15,-2-1-10 0,3-3-13 16,4 2-2-16,0-3-14 0,2-1-5 0,5 1-4 16,0-4-3-16,6 1-4 15,3-3-18-15,2 0-11 0,4-5-5 0,-1-5 10 0,-1 0-19 16,5-3-3-16,-2-1-6 15,0-6-3-15,6-2-4 0,-2-3 15 0,-9 1 33 16,0-9-3-16,-5 2 8 0,1-6-4 16,-9 1-9-16,-3 2-6 0,-4-1-6 15,-2-10-9-15,-4 3-7 0,-3 5-15 0,0 8-16 16,-5 2-27-16,1 9-34 0,-6 0-35 16,-2 4-43-16,5 2-49 0,-6 6-60 0,0 2-73 15,0 1-73-15,-6 5-82 0,6 2-99 16,6-1-187-16,5-1 62 0,5 0 74 0,4-3-436 15,4-1-520-15</inkml:trace>
  <inkml:trace contextRef="#ctx0" brushRef="#br0" timeOffset="13763.38">9892 5886 3131 0,'-2'-17'110'0,"0"2"37"0,4 3 29 15,0 1 38-15,0 1 38 0,-2 2 25 16,0-1 12-16,0 1 11 0,0 8-11 0,0-14-19 15,0 9-25-15,0 5-21 0,0-10-22 16,0 10-26-16,0 0-19 0,0 0 13 16,0 0 7-16,0 0 8 0,-2 37 1 0,0-3-9 15,2 11-2-15,-7 9-8 0,0 6-11 16,0 0-14-16,0 3-9 0,-1-2-69 0,0-1-64 16,0-2 0-16,1-3 0 0,0-1 0 15,0-13 0-15,4-4 0 0,-7-1 0 16,7-9 0-16,-3-4 0 0,4-5 0 15,0-4 0-15,0 1 0 0,-2-5 0 0,4-3 0 16,-2 1 0-16,2-2 0 0,0-6 0 16,0 0 0-16,0 0 0 0,0 0 0 0,0 0 0 15,0 0 0-15,12-25-392 0,-5 11-179 16,-3 1-125-16,4-1-183 0,-3-2 69 0,5 1 96 16,-1 1-690-16,-1 1-857 0</inkml:trace>
  <inkml:trace contextRef="#ctx0" brushRef="#br0" timeOffset="14180.04">10335 6099 4214 0,'-16'-8'188'16,"2"1"28"-16,3 0 30 0,4 1 36 15,-3 2 31-15,10 4 8 0,-10-6-13 16,10 6-28-16,-7-5-29 0,7 5-28 0,0 0-23 16,0 0-20-16,0 0-16 0,27-10-21 15,-9 10-13-15,1-2-14 0,3 4-13 0,-4-2-24 16,2 4-21-16,-3-1-5 0,2 5-4 16,-4-2-7-16,-4 4-10 0,-1 4-32 0,-6 1 0 15,-2 0 0-15,-2 4 0 16,-5 3 0-16,2 2 0 0,-5 10 0 0,-3-3 0 15,-3 2 0-15,3-2 0 0,2 0 0 16,-3-2 0-16,5-4 0 0,-1-4 0 0,3 0 0 16,-2-1 0-16,4-4 0 0,-3-1 0 15,4-3 0-15,0 0 0 0,1-1 0 0,1-3 0 16,-2-1 0-16,2-1 0 0,0-6-100 16,3 4-286-16,-3-4-112 0,0 0-138 15,15-12-188-15,-5 2 4 0,3-4 95 0,8-5-704 16,-4 4-880-16</inkml:trace>
  <inkml:trace contextRef="#ctx0" brushRef="#br0" timeOffset="14513.73">10771 6174 4182 0,'-18'2'61'16,"18"-2"33"-16,-13 9 28 0,3 1 31 15,3 2 26-15,-3 1 12 0,1 3 3 16,-1-1-4-16,4 4-18 0,3-1-7 0,1-2-13 16,0 1-10-16,2-2 1 0,6 2-20 15,-1-3-11-15,2-2-2 0,7 3-16 16,1-5-8-16,6-3-10 0,2-4 0 16,2-1-8-16,2-2-6 0,-1-2-7 0,9-3 13 15,-1-4 23-15,-9 1 18 0,-4 0 14 16,-2-3 9-16,-2-2 7 0,0-11 1 0,1-1-8 15,-5-4-12-15,-4-4-5 0,-1 0-95 16,-6 8-20-16,-2 0 0 0,-5 2 0 16,-2 5 0-16,-10-7 0 0,-7 9 0 15,-11-1 0-15,-1 7-44 0,-1 3-267 0,-2 1-131 16,-3 4-139-16,1 1-171 0,7 1-105 16,6 1 100-16,-3 1-755 0,2 0-959 0</inkml:trace>
  <inkml:trace contextRef="#ctx0" brushRef="#br0" timeOffset="15829.81">8539 5603 3887 0,'-11'-7'-119'16,"-5"2"46"-16,5 0 28 0,0 2 25 15,0-1 35-15,11 4 36 0,-16-6 29 0,9 4 16 16,7 2 0-16,-13-4-7 0,13 4-3 16,-9-3-12-16,9 3-1 0,0 0 8 0,0 0 9 15,0 0 3-15,0 0-2 0,56-2-6 16,-11 2-10-16,25-2-4 0,10 1-7 16,8-1-8-16,34-1-6 0,8 1-9 15,5 0-10-15,4 4-3 0,13-4-5 16,4 1-3-16,9-3 2 0,-2 4-6 0,-2-3 0 15,-6-1-3-15,-10-1 0 0,-11 0 0 16,-10 0-1-16,-13-2-1 0,-31 2 0 0,-7 0-3 16,-11-5 0-16,-15 6 3 0,-8-2-2 15,-11 4 11-15,-5-3 11 0,-4 1 14 0,-2 0 10 16,-1 0 8-16,-5 0 4 0,1 2 5 16,-1-2-8-16,0 0-4 0,1 1-8 15,-1 1-8-15,5-4 0 0,0 2-8 16,-2 4-3-16,1-2-6 0,-1 0 0 15,-3 0-7-15,-11 2-3 0,23 2-5 0,-12 0 1 16,-2 3-4-16,2 3 7 0,-4 2 4 16,-1 2 2-16,-3 5-5 0,1 4 4 0,-4 5 3 15,0 1 2-15,0 11 2 0,0 1 1 16,-4 4 10-16,2 13 18 0,-3 0-17 0,1 4 23 16,1-2 34-16,-5 5-2 0,3 0 2 15,-2 1 11-15,2 0-3 0,-3-3 4 0,5 0-1 16,-4-5-1-16,1-4 15 15,3-10-10-15,-1-4-5 0,0-2-5 0,3-9 1 16,-3-5 3-16,4-3-5 0,-2-1-54 16,0-5-47-16,2 1 0 0,0-1 0 0,0-1 0 15,0 1 0-15,0-1 0 0,0 0 0 16,2-3 0-16,-2-1 0 0,0 1 0 16,0-1 0-16,0-1 0 0,0-7 0 0,2 12 0 15,-2-12 0-15,-2 10 0 0,2-10 0 16,0 11 0-16,0-11 0 0,0 6 0 0,0-6 0 15,0 0 0-15,-2 12 0 0,2-12 0 16,-3 6 0-16,3-6 0 0,-9 8 0 0,4-2 0 16,-6-3 0-16,-5 3 0 15,-5 0 0-15,-2 0 0 0,-14 2 0 0,-6-4 0 0,0 1 0 16,-18 3 0-16,0-7 0 16,-9 2 0-16,-2-3 0 0,-6 0 0 0,-5-3 0 15,-5 0 0-15,-4 1 0 0,-28 2 0 16,-2 0 0-16,-8 2 0 0,-1-2 0 0,0 3 0 15,-5 0 0-15,8-3 0 0,5 0 0 16,4 0 0-16,32 0 0 0,-3 3 0 0,4-6 0 16,8 0 0-16,6 3 0 0,5-3 0 15,20 1 0-15,1-2 0 0,6 3 0 16,9 1 0-16,6-2 0 0,2 2 0 0,3 0 0 16,-1 0 0-16,1 2 0 0,8-2 0 15,-6 1 0-15,3 1 0 0,-1 0 0 16,4 0 0-16,-2 0 0 0,-1 2 0 15,4-4 0-15,-1 3 0 0,1 0 0 0,2-1 0 16,-2 2 0-16,2-4 0 0,9 0 0 16,-14 2 0-16,7 0 0 0,7-2 0 0,-9 3 0 15,9-3 0-15,-10 4 0 0,10-4 0 16,0 0 0-16,-12 2 0 0,12-2 0 0,0 0 0 16,0 0 0-16,0 0 0 0,-13 1 0 15,13-1 0-15,0 0 0 0,0 0 0 0,0 0 0 16,-12-8 0-16,11 2 0 15,-3-3 0-15,4-2 0 0,0-6 0 0,2-7 0 16,1-15 0-16,4-14 0 0,0-5 0 16,2-6 0-16,4-7 0 0,1-23 0 0,2-3 0 15,-3-2 0-15,5 3 0 0,-7 23 0 16,-2 6 0-16,-2 5 0 0,3 7 0 0,-8 16 0 16,2 2 0-16,0 8 0 0,-3 10 0 15,1 3 0-15,0 2 0 0,0 3 0 0,0 3 0 16,0 4-266-16,-2 4-68 0,0 0-97 15,0 0-130-15,0 0-180 0,0 0-94 16,0 0 95-16,6 20-717 0,-6-20-905 16</inkml:trace>
  <inkml:trace contextRef="#ctx0" brushRef="#br0" timeOffset="18779.23">8396 6874 3694 0,'11'-6'-131'0,"-11"6"59"15,6-1 49-15,-6 1 39 0,0 0 42 0,4-6 16 16,-4 6 20-16,0 0 13 0,0 0-4 16,0 0-4-16,0-6-7 0,0 6 5 0,0 0 3 15,-17-2 3-15,17 2-3 0,-25-1-3 16,8 1-7-16,-6 0 10 0,-7 0-17 15,-1 0 1-15,-15 0-2 0,3-3-12 0,-2 3-5 16,0-3-8-16,1 2-6 16,4 1-4-16,0-4-1 0,12 4-10 0,3-2-2 15,4 2-2-15,-1-2-4 0,2 2-2 0,2 0-5 16,4 0-2-16,-2 0-1 0,16 0-1 16,-19 0-2-16,19 0 1 0,-19-1 0 15,19 1-1-15,-14 0-4 0,14 0 2 16,0 0 3-16,-16-2-4 0,16 2 2 0,0 0 0 15,0 0 2-15,-20 0-3 0,20 0-2 0,0 0-1 16,0 0-3-16,-15 5 6 0,14 1 32 16,-8 1 2-16,2 4 1 0,-1 4-1 15,-1 2 13-15,-5 13 10 0,1 1 24 0,0 4-5 16,-4 9-3-16,3-8-10 16,5 3 3-16,-4-3-7 0,3 2-12 0,2-3-2 15,1-1 7-15,3-8-7 0,1-2 2 16,-2-6-1-16,3 0-3 0,0-1-6 0,0-5-4 15,2-1-8-15,-1 0 4 0,-1-2-5 16,0-1 1-16,2-8-3 0,0 13 3 0,0-9 1 16,0-4 3-16,-2 11-8 0,2-11-4 15,2 9 2-15,-2-9-9 0,7 5-5 0,-1-1-4 16,-6-4 6-16,15 8-5 0,-5-4-1 16,4 0-1-16,0 1 1 0,9-1-4 15,2 0-2-15,11 2 4 0,6-2-4 16,4 2-5-16,13-2 0 0,2 1-1 0,2-2 4 0,0 0 2 15,-4 1-1-15,-9-1-7 16,-5-2-3-16,0 3 4 0,-4-2 2 0,-5 2 6 16,2-2-4-16,-7 3 0 0,-3-4-2 15,-1-1 0-15,11 4-1 0,-6-1 0 16,-3-1-1-16,1-2 1 0,13 0 3 0,0 0-3 16,5 1-1-16,-1-1 6 0,5 1-6 15,2-1 4-15,9 4-6 0,-14-2 1 0,0 3-1 16,-1 1 5-16,-2-3-8 0,-4 2 5 15,-2-1-1-15,-4 0-1 0,-6 0 3 0,-5-2 0 16,2-1-3-16,-4-1 2 0,3 4 4 16,3-4 2-16,-1-2-2 0,15 2-2 0,0-2-5 15,4 1 1-15,-2 1 4 16,3-2 3-16,1 0-4 0,-1-1 1 0,0 3-4 16,-3 0 5-16,1 1-6 0,1-1 2 15,0-1-2-15,-6 1-2 0,4 1 4 0,-2-1 1 16,0 2-8-16,4-2 2 0,-2 0-3 15,1 0 3-15,-1 0-3 0,3 0 7 0,-2 0 1 16,-2-2 2-16,-1 2-9 0,-2-1 4 16,1-2 2-16,-10 3 2 0,-2 0-1 0,-1 0 2 15,0 0-6-15,-1 0-1 0,-1-2 6 16,0 2 4-16,2 0-3 0,-1-2-7 16,14 2 1-16,1 0 4 0,3 0 3 15,4 0-3-15,15 2 5 0,1 0-5 0,3 1 0 16,1 0 4-16,3 1-7 0,-3 3 3 15,-1-1-1-15,-8-2 0 0,-13 1-2 16,-7-2 2-16,-8 1 2 0,-9-2-5 0,-4-1 8 16,-4 1-4-16,0 0 10 0,-3 0 9 15,-1-2 18-15,-3 0 15 0,2 0 8 0,-11 0-7 16,20-2-6-16,-9 2-3 0,-11 0-5 16,23-5-2-16,-13 5-35 0,-10 0-2 0,19-4 0 15,-19 4 0-15,15-2 0 16,-15 2 0-16,13-3 0 0,-13 3 0 0,11 0 0 15,-11 0 0-15,0 0 0 0,14-3 0 16,-14 3 0-16,0 0 0 0,20-2 0 0,-11 0 0 16,-9 2 0-16,25-1 0 0,-12 1 0 15,1-1 0-15,-14 1 0 0,20-3 0 0,-8 3 0 16,-12 0 0-16,17-2 0 0,-17 2 0 16,15-1 0-16,-15 1 0 0,11-2 0 0,-11 2 0 15,0 0 0-15,13-2 0 0,-13 2 0 16,0 0 0-16,14-2 0 0,-14 2 0 0,9-11 0 15,-3 6 0-15,0-6 0 0,2-4 0 16,-1-2 0-16,1-4 0 0,4-11 0 16,-3-2 0-16,7-13 0 0,-5-5 0 15,3-2 0-15,0-5 0 0,1 1 0 0,3-1 0 16,-5 5 0-16,0 2 0 0,-3 11 0 16,-3 4 0-16,1 2 0 0,-4 9 0 15,0 5 0-15,-1 1 0 0,-1 3 0 0,0 4 0 16,0 0 0-16,-2 1 0 0,4 2 0 15,-2 0 0-15,-2 1 0 0,1 2 0 0,-1 1 0 16,0 6 0-16,0-11 0 0,0 11 0 16,3-8 0-16,-3 8 0 0,0 0 0 0,-4-5 0 15,4 5 0-15,0 0 0 0,0 0 0 16,0 0 0-16,0 0 0 0,-33 10 0 0,22-7 0 16,-2 1 0-16,-4 1 0 15,-6 0 0-15,-1 0 0 0,-12 0 0 0,0 2 0 16,0-2 0-16,-3 0 0 0,-2-3 0 15,-1 1 0-15,-2-1 0 0,1-2 0 0,-4 0 0 16,-1-2 0-16,-13-3 0 0,1 2 0 16,9 0 0-16,-1 1 0 0,3 0 0 0,1 0 0 15,5 1 0-15,-2-1 0 0,9 2 0 16,7 0 0-16,-1 2 0 0,3-2 0 0,3 1 0 16,5 1 0-16,-1 0 0 0,6-2 0 15,-2 2 0-15,5-2 0 0,2 1 0 16,9-1 0-16,-22 0 0 0,15 2 0 15,7-2 0-15,-12 0 0 0,12 0 0 0,-13 0 0 16,13 0 0-16,0 0 0 0,0 0 0 16,-16 0 0-16,16 0 0 0,0 0 0 15,0 0 0-15,0 0 0 0,-13 0 0 0,13 0 0 16,0 0 0-16,0 0-257 0,0 0-300 16,0 0-103-16,0 0-172 0,0 0-14 0,0 0 102 15,0 0-717-15,0 0-909 0</inkml:trace>
  <inkml:trace contextRef="#ctx0" brushRef="#br0" timeOffset="19495.91">9026 6880 3727 0,'2'-2'-114'0,"-2"2"53"16,9-6 49-16,-9 6 46 0,5-5 38 0,-5 5 45 16,7-6 33-16,-7 6 30 0,2-8 22 15,-2 8 10-15,0 0 0 0,6-7-11 0,-6 7-11 16,0 0-10-16,0 0-23 0,6-7-9 16,-6 7-19-16,0 0-11 0,0 0 12 0,0 0 28 15,-1 26-12-15,-6-9 8 0,0 16 3 16,-1 2 0-16,1 6 3 0,-1 0-7 0,-2 10-9 15,3-2-12-15,-1 1-11 0,2-7-6 16,1-1-10-16,3-1-4 0,0-2 1 16,-2-3-6-16,2-7-2 0,0-6-14 15,2-3-36-15,0-2-44 0,-1-5 0 16,1 1 0-16,-2-3 0 0,2-1 0 0,0 0 0 16,-2-2 0-16,2-8 0 0,0 14 0 15,-3-7 0-15,3-7 0 0,0 8 0 0,0-8 0 16,0 9 0-16,0-9 0 0,0 0 0 15,0 10 0-15,0-10 0 0,0 5 0 0,0-5 0 16,0 0 0-16,0 0 0 0,0 7 0 16,0-7-404-16,0 0-233 0,0 0-162 0,0 0-80 15,0 0 92-15,8-20-806 16,-6 13-1035-16</inkml:trace>
  <inkml:trace contextRef="#ctx0" brushRef="#br0" timeOffset="19995.82">10141 6927 4084 0,'4'-3'-111'15,"-4"3"67"-15,0 0 54 0,6-9 41 16,-6 9 37-16,0 0 34 0,0 0 26 16,0 0 25-16,2-8 12 0,-2 8 5 0,0 0-3 15,0 0 3-15,0 0-21 0,0 0-18 16,0 0-15-16,0 0 41 0,0 0 29 0,-2 27 5 15,-2-3-1-15,0 15 2 0,2 4-1 16,-3 12 2-16,-1 5-12 0,-2 0-5 0,3 2-7 16,-3 0-15-16,3-2-8 0,-1-2-70 15,2-2-96-15,2-13 0 0,0-3 0 16,0-9 0-16,2-6 0 0,0-3 0 16,0-5 0-16,0-1 0 0,0-3 0 0,0 2 0 15,-2-6 0-15,2-1 0 0,-2 1 0 16,4-6 0-16,-2-3 0 0,0 0 0 0,0 0 0 15,0 0 0-15,0 0 0 0,0 0 0 16,0 0 0-16,0 0 0 0,8-18 0 16,-8 18 0-16,-4-11-671 0,-2 4-267 0,-3 1 34 15,2-1 101-15,-5-1-855 0,-1 1-1095 16</inkml:trace>
  <inkml:trace contextRef="#ctx0" brushRef="#br0" timeOffset="22012.82">2414 7327 695 0,'8'-7'322'0,"-3"5"-85"15,-5 2-32-15,10-7-21 0,-10 7-15 16,3-7-10-16,-3 7-10 0,7-5-4 0,-7 5 8 15,0 0 10-15,2-8-1 0,-2 8-4 16,0 0-3-16,0 0-17 0,0-9 5 16,0 9-22-16,0 0-3 0,0 0-5 0,0 0-6 15,0 0-8-15,0 0 4 0,0 0-10 16,0 0 4-16,-31 20 6 0,17-8 0 0,-4 7 8 16,-3 8 12-16,-3-2-6 0,-8 7-2 15,-2 4 8-15,-2 3-8 0,0 1-4 16,-3 0-11-16,-1-1 4 0,4 0-5 15,-2 0-7-15,1 1-7 0,1 2-8 16,0-3-8-16,2 4-3 0,-2 0 3 0,1 6-14 16,3 1-8-16,-1-1-3 0,-1 0 0 15,2 2-8-15,1 1 3 0,-3-3-7 0,2 5-1 16,0-4 0-16,-1-1-1 0,1-3 28 16,0-1 3-16,1-3-3 0,2-7-4 15,3 2-1-15,3-10-6 0,-1 0 5 0,2-1 22 16,-1-2 2-16,0 0-4 0,2 1-4 15,-1 0-2-15,0-2-3 0,-1 1-7 0,3-1-3 16,1-2-7-16,-1-3-3 0,2 5-2 16,4-8-3-16,3-1-6 0,3-4 1 0,0-1-4 15,3-3 10-15,-3 1 23 16,4 0 13-16,4-7 15 0,-7 9 8 16,7-9 10-16,-8 7 4 0,8-7-37 0,-6 5-75 15,6-5 0-15,-5 5 0 0,5-5 0 16,0 0 0-16,-6 5 0 0,6-5 0 0,0 0 0 15,0 0 0-15,0 0 0 0,-8 3 0 16,8-3 0-16,0 0 0 0,0 0 0 0,0 0 0 16,0 0 0-16,-8 4 0 0,8-4 0 15,0 0 0-15,0 0-481 0,-5-14-133 16,3 7-138-16,-2-1-137 0,3-1 72 0,-3-3-760 16,2 0-1020-16</inkml:trace>
  <inkml:trace contextRef="#ctx0" brushRef="#br0" timeOffset="23245.79">893 9408 3966 0,'0'0'-156'0,"-11"-7"58"0,11 7 51 16,0 0 43-16,-8-12 36 0,7 8 26 15,1 4 24-15,0-13 17 0,0 13 3 0,1-16-7 16,3 8-4-16,2-1-10 16,1 3-9-16,1-1-5 0,2 0-10 0,-1 3-12 15,5 1-1-15,-14 3-8 0,25 0 0 16,-12 2-3-16,-1 3-5 0,6 2-5 0,-5 0 0 15,1 3-3-15,-5 0-3 0,-2 2 1 16,0 2-5-16,-3 1 5 0,-4-1 5 16,0 4 4-16,-6-1 6 0,0 1 11 0,-4 1 1 15,3 0-2-15,-3-3 5 0,1 1-3 16,1-5 4-16,3 0-4 0,-2-4 2 16,3 1 0-16,1-3 2 0,1 0-1 15,2-6-4-15,-4 12-2 0,4-12 19 16,0 13 17-16,2-6 4 0,0 2-2 0,3 1 16 15,2 0 3-15,0 0-11 0,1 2-10 16,1 1 0-16,-1-3-12 0,0 2 0 0,-3-1 6 16,1 1-9-16,-3-2 16 0,2-2-14 15,-3 5 25-15,-2-3 9 0,-5 2 14 16,2-2 4-16,-3-1 6 0,-1 3 1 0,-3-1 0 16,-2-2-4-16,0-2-11 0,-4 2-10 15,3-3-11-15,-3-1-6 0,1-1-10 0,1-1-6 16,3-1-5-16,-1-2-38 15,-1 0-23-15,13 0 0 0,-23-7 0 0,14 4-97 16,0-3-119-16,3 0-72 0,0-3-86 16,4 2-100-16,2-2-92 0,7 0-155 0,2-2-94 15,4-2 78-15,4 1-591 0,6-5-783 16</inkml:trace>
  <inkml:trace contextRef="#ctx0" brushRef="#br0" timeOffset="23632.45">1322 9544 3519 0,'0'0'-71'0,"2"-7"28"0,-2 7 13 16,0 0 12-16,0 0 13 0,0 0 58 16,0 0 41-16,0 0 17 0,-14 22-3 0,9-12 16 15,-1 4-2-15,-1 0 8 0,0 1-1 16,4-1-6-16,-1 1 4 0,4 0-4 0,-2-3 3 15,4 1-1-15,2 3-3 0,3-4-2 16,5 3-4-16,1-1-1 0,5-5-12 16,0 1-4-16,5-2-7 0,0-4 8 0,-3-1 17 15,-2 0 19-15,0-3 10 0,-5-1-4 16,2-4-2-16,-2 3-10 0,-2-8-12 0,-2 0-10 16,-2-3-12-16,-5-3-10 15,0-3-12-15,-4-6-7 0,-4-8-8 0,-3 2-11 16,-1 0-8-16,-1 4-13 0,0 7-31 15,-1 3-29-15,-3 6-39 0,-4 1-29 16,-3 5-31-16,-3 2-47 0,-2 3-47 0,2 0-44 16,-2 4-51-16,6 2-56 0,1-1-85 15,4 2-136-15,5-4-115 0,4-1 64 0,7-2-409 16,0 0-531-16</inkml:trace>
  <inkml:trace contextRef="#ctx0" brushRef="#br0" timeOffset="24294.79">1780 9490 2964 0,'2'-12'0'0,"1"3"14"15,3-3 17-15,-1 2 18 0,6 1 12 16,-2-3 14-16,4 0 5 0,2 1 2 0,0 2-10 16,1 2-8-16,-1 2-13 15,0 2-1-15,0 1-2 0,1 4-8 0,7 4-4 0,-6-2-3 16,-2 4-8-16,-4 0 0 0,7 3 1 16,-7 1-4-16,-2 0-7 0,-1 3 3 15,-2-1 0-15,-4 3 2 0,0-4 13 16,-6 3 2-16,-2 4 12 0,-4-1 1 15,-1 0 13-15,1-4 9 0,1 1 10 0,2-5-4 16,-1 1 2-16,5 0 6 0,-4-7 9 16,3 2-2-16,2 0 3 0,2-7-7 0,-5 10-7 15,5-2-1-15,0-8 17 0,2 13-2 16,1-5-2-16,-1 0-5 0,2 1 11 16,4 1-3-16,-4 0-6 0,3 1-27 0,-3 1-8 15,3-2-2-15,0 0-7 0,-3-1 2 16,-1 3-5-16,1-4-2 0,-2 1 5 15,-2-3 6-15,2 3 13 0,-2 0 15 16,-2-1 11-16,-2-1 8 0,-1 1-3 16,-4-1-6-16,2 0-10 0,-2-2-3 0,-3 0-11 15,-1-1-5-15,0-2-13 0,-7-1-33 16,-1 1-55-16,1-4-66 0,0 2-83 0,-3 0-97 16,5 0-81-16,2 0-113 0,3-1-184 15,1 2-87-15,12-1 75 0,-15 0-490 0,15 0-634 16</inkml:trace>
  <inkml:trace contextRef="#ctx0" brushRef="#br0" timeOffset="24895.69">2513 9436 3172 0,'4'-10'-42'0,"-2"0"25"16,-2 4 19-16,0-1 16 0,0 7 14 0,-6-10 14 16,1 2 5-16,-4 5 11 15,0-4-15-15,-2 2 2 0,-5 0-2 0,-2 2-11 16,0-1 3-16,-3 2-6 0,-1 2-6 15,1 0-3-15,-1 0 1 0,-1 0-3 16,3 0-1-16,-1 2-4 0,1 2-1 0,2-2-2 16,2 2-2-16,3-2-4 0,1 1-2 15,1-1 9-15,2 2-3 0,9-4-10 0,-18 6 9 16,11-6-4-16,1 4-2 0,-2-2 0 16,8-2-2-16,-11 8 4 0,4-6 0 15,3 3-5-15,-2 0-2 0,0 2 0 16,2 1 1-16,2 2 3 0,-1-3 6 15,-1 7-1-15,4-2 10 0,4 5 5 0,1 3 5 16,3 2-6-16,7 6 4 0,8-1 10 16,6 4-2-16,0 1-11 0,3-2 8 0,0 1-7 15,-7-7-4-15,-3 0-4 0,3 0 0 16,-5-2-6-16,-2 0 12 0,-2-5 2 16,-5 0 12-16,-3-5 13 0,2 0 14 0,-5-1 11 15,-1-3 11-15,1 2 16 0,-5-3 22 16,2 0 17-16,-2-7 10 0,-5 15-4 0,-3-6-2 15,-1-1-14-15,-5 0-14 0,-2-2-14 16,-4 4-5-16,-1-5-15 0,1 1 8 16,-5 0-10-16,3-4-16 0,-4 2-24 15,5 0-36-15,0-2-43 0,2 0-58 16,4 1-80-16,-1-3-103 0,1-3-120 0,3 3-147 16,1-2-178-16,0-2 66 0,-1-2-457 15,5-2-583-15</inkml:trace>
  <inkml:trace contextRef="#ctx0" brushRef="#br0" timeOffset="26227.95">480 9169 2825 0,'0'0'-140'0,"-12"0"20"0,12 0 32 16,0 0 18-16,-9 0 15 0,9 0 11 15,0 0 12-15,0 0 21 0,0 0 22 16,0 0 13-16,34 15 3 0,-9-13 0 0,14 4 6 16,8-2-3-16,17 3 0 0,7-4-3 15,7 0 4-15,8 1-4 0,26 2-5 16,6 0-2-16,4-1 1 0,2-2-3 16,2 1-10-16,-4 1-10 0,-2-3-2 15,-6 3-10-15,-5 0-8 0,-25-2 2 0,-3 1 0 16,-2-2 3-16,-3 1 0 0,-5-3 2 15,-5 3 1-15,-18-3 3 0,-2 2 5 0,-3 0 7 16,-8-2 8-16,-6 0 8 0,1 1 4 16,-4-1 6-16,-1 0-3 0,0 0 3 15,-2 0-4-15,-3 0-3 0,2 0-2 16,-1-1 3-16,-2 1-4 0,0 0 2 16,-2 0 3-16,-2-2 4 0,1 4 0 0,-16-2-1 15,20 0-1-15,-20 0 3 0,20-2 3 16,-20 2 4-16,15 0 3 0,-15 0 13 0,11-2-2 15,-11 2 3-15,0 0-3 0,13 0-8 16,-13 0 3-16,9 9 27 0,-6 1-8 16,-3 2 11-16,0 9-6 0,0 14 12 0,-3 6 1 15,-6 9 25-15,4 4-18 0,-3-3-6 16,3 4 7-16,-3 0 4 0,0-1 12 0,4 2 1 16,-1-3 5-16,-1 0 3 0,3-9 12 15,1-4 1-15,-1-3-14 0,1-2-10 16,0-9-8-16,-1-5-5 0,1-3-2 15,0 0-7-15,0-7-1 0,2 1 7 16,-2-3 3-16,2-1-3 0,-2 1 2 0,2-9-4 16,0 15-6-16,-1-11-7 0,1-4-8 15,-2 10-5-15,2-10-7 0,-2 11-8 0,2-11-5 16,-2 6-5-16,2-6-3 0,-2 9-7 16,2-9 2-16,-6 6-2 0,6-6-2 15,-11 9 2-15,1-6-4 0,-3 1-1 0,-6 0 0 16,-6 0-3-16,-16-2-2 0,-2 1-2 15,-7-1 1-15,-13-2-4 0,-7 0 0 0,-4 0-5 16,-6-2 1-16,-1 2 2 0,-2 0-3 16,-6 2 1-16,-3-2 2 0,-1 0-8 15,3 4 3-15,1-4 0 0,5 3 3 0,3 0-3 16,4-3 1-16,4 2 3 16,4 0-4-16,3 0-2 0,-1-4 10 0,2 2-11 15,14 0-1-15,-1-2 1 0,0 0 6 16,-2 2-1-16,2 0-4 0,0-3 2 0,-1 2 0 15,2-1-2-15,-1 0 2 0,4 0-4 16,3 0 14-16,5 2-11 0,12 0 0 0,3-3 3 16,5 3-2-16,6-2 2 0,-2 2 8 15,3 0-5-15,3 0 6 0,10 0-7 16,-19-2 1-16,19 2-1 0,-14 0 0 16,14 0 1-16,-11-2-3 0,11 2 1 15,0 0 0-15,-13 0 3 0,13 0 6 0,0 0-4 16,0 0 9-16,-12-2 28 0,12 2 20 15,0 0 18-15,-7-4 24 0,7 4 9 0,-2-5-14 16,2 5-12-16,4-15-11 0,1 4-10 16,1-6-6-16,2-3-8 0,5-13 2 15,3-1-29-15,2-12-12 0,2-3-23 0,1-4-16 16,1-5-18-16,-1-7-41 0,8-17-17 16,-2 5-14-16,-6 15 2 0,-1 4 8 15,-2 6 10-15,-3 8 12 0,-3 12-4 0,-5 3-11 16,2 5-26-16,-5 9-34 0,0 1-45 15,0 7-31-15,-2 3-6 0,-2 4-11 16,0 0-31-16,0 0-45 0,0 0-65 16,4 21-121-16,-4-7-176 0,0 3 75 0,0 1-352 15,0 3-442-15</inkml:trace>
  <inkml:trace contextRef="#ctx0" brushRef="#br0" timeOffset="26827.6">1688 9492 2565 0,'2'-10'-28'0,"0"0"38"0,-2 1 25 0,2 3 23 15,0-2 29-15,-2 8 22 0,3-9 25 16,-1 1 19-16,0 2 1 0,-2 6-4 16,4-10 0-16,-4 10-11 0,3-8-19 0,-3 8-9 15,4-7-12-15,-4 7-17 0,0 0-6 16,0 0 19-16,0 0 19 0,10 25-2 0,-8-2 22 16,-2 14 2-16,0 7 14 15,0 4 11-15,-2 13 17 0,0-1-7 0,1 2-26 16,-1 4 11-16,0-5-10 0,2-1-14 15,0-11-12-15,0-3-8 0,2-3-5 16,0-4 8-16,-2-8 2 0,0-6-10 0,0-4-8 16,0-4-6-16,0-1 9 0,1-2 4 15,-1-1-1-15,0-5 9 0,0 3-2 0,0-5 2 16,0-6-7-16,0 12-6 0,2-6-8 16,-2-6-10-16,0 0-45 0,0 0-64 15,0 0-77-15,0 0-83 0,0 0-79 0,0 0-96 16,0 0-93-16,0 0-114 0,0-24-204 15,0 24-19-15,-12-7 79 0,5 5-560 0,7 2-733 16</inkml:trace>
  <inkml:trace contextRef="#ctx0" brushRef="#br0" timeOffset="30526.22">525 10352 3140 0,'0'0'-193'0,"0"0"32"0,0 0 30 15,0 0 28-15,0 0 27 0,0 0 34 16,0 0 22-16,0 0 16 0,0 0 15 0,14-6 0 15,-14 6 10-15,0 0 9 0,0 0 4 16,0 0 6-16,0 0 6 0,0 0-4 0,0 0 1 16,0 0-4-16,0 0-3 15,0 0-5-15,0 0 1 0,0 0 4 0,0 0-1 16,0 0-3-16,0 0 4 0,0 0-9 16,0 0 0-16,0 0-6 0,-44 2 7 15,29-2 6-15,15 0-4 0,-31-2 6 0,12 0-2 16,2 1 2-16,-2 1 0 0,6-3-1 15,-1 3 5-15,1-2-7 0,13 2 11 16,-19-4-23-16,8 4 13 0,11 0-5 0,-16-2-1 16,16 2-1-16,-13-4-2 0,13 4-4 15,0 0 14-15,-14-2-2 0,14 2-4 16,0 0-4-16,-13 0 4 0,13 0-3 0,0 0-2 16,-12-4 0-16,12 4-7 15,0 0 4-15,0 0-15 0,-11-3 5 0,11 3 2 16,0 0-5-16,0 0 1 0,-9-5 1 15,9 5-6-15,0 0-3 0,-10-4 7 0,10 4-14 16,0 0 11-16,-9-3 2 0,9 3-10 16,-8-4 7-16,8 4 0 0,0 0-1 15,-11-6 6-15,11 6-6 0,0 0 1 0,-10-3 0 16,10 3-9-16,0 0 5 0,0 0 13 16,-13-3-12-16,13 3 2 0,0 0-2 15,0 0-3-15,0 0-3 0,-12-4-1 0,12 4 6 16,0 0 0-16,0 0 1 0,0 0 1 15,0 0 1-15,0 0-3 0,-11-2 0 16,11 2 18-16,0 0-17 0,0 0 1 16,0 0-5-16,0 0 3 0,0 0 2 15,0 0 0-15,0 0-1 0,0 0 4 0,0 0 5 16,0 0-6-16,0 0 27 0,0 0-26 16,0 0-2-16,0 0-3 0,0 0-5 0,0 0 1 15,0 0 0-15,0 0 6 0,0 0-1 16,0 0 1-16,2 16-5 0,-2-7 18 15,2 1 1-15,-2 2 3 0,1 8-5 0,-1-3 11 16,2 8 2-16,0-1-1 16,0 4 4-16,0-3-2 0,3 11-1 0,-4-7-5 0,-1-3-2 15,2 0 8-15,-2-3-9 16,2 4 7-16,0-8 15 0,-2 1 1 16,2-1 4-16,-2-2 2 0,2-2 4 0,-1 1-4 15,-1-2-2-15,0-4 5 0,4 2-3 16,-4-3 0-16,2-1-3 0,-2 0-6 0,0-1 2 15,0-7-6-15,0 12-5 0,2-5-2 16,-2-7-2-16,2 12-6 0,-2-12 1 16,0 12 0-16,0-5-7 0,0-7 2 0,0 12-1 15,1-6 0-15,-1-6-4 0,0 12-2 16,0-12 2-16,0 7 3 0,0-7-7 16,2 10-2-16,-2-10 11 0,3 6-8 15,-3-6 3-15,0 0-5 0,2 11 1 16,-2-11 0-16,0 0-2 0,0 0 3 0,0 8-4 15,0-8 3-15,7 4 0 0,-7-4 1 16,13 2 1-16,-1 1 1 0,7 0-1 0,9-3-3 16,1 0 1-16,15-2-1 0,2 2-2 15,5 0 1-15,10 2-1 0,-7 0-2 16,9 0-1-16,1 1 0 0,1-1 2 0,-2 1-1 16,0 1 1-16,-13-1 1 0,-1-1-4 15,-3 3 1-15,1-3 2 0,-3-1-2 0,0 3 3 16,-2-1-2-16,-4-1 2 15,-4 0 0-15,-3-1-2 0,-1-1 1 16,10 0 1-16,2 2-4 0,2-2 2 0,0 3 0 16,-2-3-2-16,-1 0 0 0,2 0 12 15,-2 1-1-15,-8 0 1 0,-3 1-4 0,-1-2 4 16,0 1-4-16,8 1-3 0,-4 0 3 16,7 3-5-16,-7-3 1 0,6 0-13 15,4 1-2-15,-3 2 0 0,3-1 6 0,1-3 3 16,-2 1-2-16,2 2-1 0,-2-4 4 15,1 1 0-15,0 1-4 0,-2-2 3 0,-5 0-1 16,5 0-1-16,-5 0 2 0,-5 1-2 16,-1-2-3-16,-1 2-1 0,-1-2 1 15,-3 2 1-15,-3-1-3 0,-2 2 4 16,1-2-1-16,-6 2 1 0,3-2 0 16,-2 0-1-16,0 0 1 0,2 2 3 0,2-2 1 15,-1 1-1-15,1-1 1 0,2 0-2 16,-1 2-1-16,-1 0 6 0,1-2-1 0,-1 0-2 15,-2 2 2-15,-2-2 1 0,-3 0-3 16,1 0 4-16,-14 0 1 0,18 1-4 0,-18-1 2 16,20 0-3-16,-20 0 2 0,19 0 2 15,-19 0 0-15,17-1-5 0,-17 1 6 16,19-2-3-16,-8 0-3 0,-11 2 18 0,20 0-3 16,-20 0 2-16,16 0-6 15,-16 0 2-15,16-2 0 0,-16 2 8 0,15 0 9 16,-15 0 10-16,0 0 8 0,15-1 4 15,-15 1-3-15,0 0 2 0,12-2 3 0,-12 2-4 16,0 0-1-16,10-7-9 0,-10 7-3 16,0 0-1-16,7-9-3 0,-3 3-3 0,1-3-1 15,1-1-6-15,2-4 0 0,1-1-4 16,6-13 0-16,1-2-4 0,9-11-3 16,-5-1 0-16,3-6 0 0,0-5-4 15,2 0-1-15,-6 2-3 0,0 4 3 16,-1 4 0-16,-7 9-4 0,-2 6 7 0,-2 6-8 15,0 5 2-15,-3 4-4 0,-1 0 3 16,-1 3-2-16,0 2-3 0,0-1 4 0,0 1-4 16,-2 8 1-16,3-12 0 0,-3 12 1 15,2-7-1-15,-2 7 2 0,2-7-1 0,-2 7-1 16,0 0 3-16,3-9-2 0,-3 9-1 16,0 0 2-16,0 0 0 0,0 0-2 15,0 0 1-15,0 0 2 0,0 0-2 0,0 0 1 16,0 0 0-16,0 0-3 0,0 0 4 15,0 0-5-15,0 0 4 0,-27 4 0 0,27-4-3 16,-19 6 5-16,1-2 1 16,2 0-3-16,-8-1 0 0,-4 2 1 0,-10 0 0 15,-2-1 3-15,-4-1-1 0,-1 0 4 0,-2 1 3 16,-3-2 4-16,2 1 4 0,-1-3 4 16,6 2 13-16,9-1 3 0,5-1-1 15,2 0-3-15,4 0 1 0,2 0-3 16,6 0-2-16,2 0-2 0,1 0 4 0,12 0-8 15,-21 0 0-15,14 0-4 0,7 0-2 16,-15 0 0-16,15 0 0 0,0 0-8 0,-16 0-11 16,16 0-20-16,0 0-33 0,-9 0-39 15,9 0-51-15,0 0-52 0,0 0-53 0,0 0-68 16,-7 3-62-16,7-3-92 16,0 0-141-16,0 0-67 0,-7 9 66 0,3-7-365 15,-5 3-455-15</inkml:trace>
  <inkml:trace contextRef="#ctx0" brushRef="#br0" timeOffset="31193.38">1007 10398 2584 0,'4'-9'-71'0,"0"1"40"16,2 2 39-16,0 0 34 0,-6 6 38 0,5-9 31 16,-5 9 23-16,2-7 14 0,-2 7 5 15,0 0-8-15,6-7-9 0,-6 7-28 16,0 0-9-16,0 0 10 0,0 0 15 0,0 0-1 16,3 28 12-16,-3-8 11 0,0 16 8 15,-5 2-11-15,1 1 7 0,1 3-5 16,-3-1-3-16,2-1 2 0,2 2 7 15,1-3-12-15,-2 1-15 0,1-4-7 0,0-9-5 16,4-2-3-16,-4-2-2 0,2-5-12 16,0-1-6-16,0 1-7 0,0-5-8 15,0-1-7-15,-2 0-7 0,2-4-4 0,0-1 0 16,0-7-21-16,0 12-1 0,2-7-3 16,-2-5-3-16,0 10-32 0,0-10-33 0,0 0-48 15,0 12-66-15,0-12-72 0,2 4-66 16,-2-4-87-16,0 0-101 0,0 0-195 0,0 0-40 15,27-9 68-15,-13 4-396 16,0 1-513-16</inkml:trace>
  <inkml:trace contextRef="#ctx0" brushRef="#br0" timeOffset="31560.21">2062 10428 3115 0,'1'-11'90'0,"-1"2"13"15,0 2 19-15,0 7 6 0,2-9-10 0,-2 9 5 16,0 0-9-16,2-6-8 0,-2 6 9 16,0 0 36-16,-4 22 5 0,4-3-1 0,-7 15 7 15,3 2 17-15,-2 3-3 0,2 3-4 16,0-3 0-16,1 2 12 0,-1 0 41 15,0-1-11-15,3-1-19 0,-1-10-18 0,-5 6-16 16,5-9-18-16,0-2-14 0,-1-6-12 16,1 0-14-16,2-2-7 0,-2-2-12 0,0-3-5 15,2-1-8-15,-2 0-6 16,2-3-16-16,0 1-31 0,0-8-44 0,-3 13-51 0,1-8-48 16,2-5-107-16,-4 1-106 15,4-1-106-15,0 0-129 0,0 0-228 0,-19-15 37 16,11 8 83-16,-7-1-512 0,-2-1-656 15</inkml:trace>
  <inkml:trace contextRef="#ctx0" brushRef="#br0" timeOffset="32076.82">740 10556 3087 0,'11'-7'-113'0,"-4"1"42"0,-3 2 40 15,-4 4 26-15,7-8 24 0,-7 8 14 16,4-5 7-16,-4 5 1 0,0 0 19 15,0 0 35-15,0 0 21 0,0 0 9 0,-28 29 12 16,12-16 9-16,-5 7 9 0,4-5 0 16,-6 5-8-16,9-5-12 0,-2-1-12 0,1-1-10 15,1 1-12-15,1-1-8 0,-1-2-12 16,3-1-6-16,-1-1-8 16,3 1-7-16,0-3-8 0,3 0-8 0,-2-1-33 15,2 0-37-15,1-2-37 0,5-4-50 16,-9 9-34-16,5-7-54 0,4-2-78 0,0 0-90 15,0 0-121-15,0 0-115 0,-16-11 39 16,18 5-193-16,-2-4-250 0</inkml:trace>
  <inkml:trace contextRef="#ctx0" brushRef="#br0" timeOffset="32326.52">520 10580 2177 0,'-2'-12'49'0,"2"12"23"0,0-8 31 0,0 8 23 15,0 0 16-15,-2-9 7 0,2 9-2 16,0 0-17-16,0 0-13 0,0 0 40 15,0 0 13-15,0 0 2 0,32 19-5 16,-19-7 1-16,3 3-10 0,3 3-16 0,2 3-10 16,0 0-11-16,0-1-16 0,-1-1-10 15,2 2-7-15,-5-6-7 0,-2-1-6 16,1-4-9-16,-5 1-20 0,0-2-3 0,-1-2-6 16,-1 0-3-16,-3 0-6 0,1 0-26 15,0-4-28-15,-7-3-26 0,9 9-48 0,-5-6-57 16,-4-3-67-16,7 3-69 0,-7-3-101 15,0 0-199-15,12 0-25 0,-12 0 69 16,0 0-231-16,0 0-269 0</inkml:trace>
  <inkml:trace contextRef="#ctx0" brushRef="#br0" timeOffset="32643.02">1595 10599 2247 0,'6'-6'36'0,"-5"1"-1"0,3 2-1 16,-4 3 2-16,0 0-2 0,0 0 18 16,0 0 32-16,0 0 22 0,0 0 6 15,-23 22-1-15,10-8-9 0,1-1 8 16,-1 3 5-16,2-1 0 0,-3 1 7 0,1-1-11 15,1 0-9-15,1 1-14 0,0-3 0 16,1-1-7-16,1-2-10 0,-1 3-6 0,0-3-13 16,1-2-9-16,0 3-30 0,-1-5-54 15,0 3-53-15,1-2-65 0,1-2-85 16,0 0-111-16,8-5-180 0,-11-1-15 0,11 1 63 16,0 0-91-16,-7-13-80 15</inkml:trace>
  <inkml:trace contextRef="#ctx0" brushRef="#br0" timeOffset="32893.83">1360 10624 1739 0,'-2'-9'113'16,"2"9"16"-16,0-6 4 0,0 6 4 15,0 0-17-15,0 0-9 0,0 0 3 0,0 0 14 16,0 0 5-16,0 0 2 0,35 17-11 16,-21-4-6-16,8 8-15 0,1 1-7 0,0 0-15 15,-3-1-5-15,1 1-5 0,1-1-17 16,-9-6 4-16,2-1-1 0,-5-1-19 15,-1-4 1-15,-2-2-3 0,3 2-5 0,-4-2 4 16,-1 0-4-16,1-3-5 0,-6-4-21 16,8 9-18-16,-8-9-43 0,10 3-68 15,-5 0-79-15,-5-3-110 0,0 0-201 16,21-9-39-16,-13 3 61 0,-1 2-122 0,1-2-111 16</inkml:trace>
  <inkml:trace contextRef="#ctx0" brushRef="#br0" timeOffset="33242.96">2782 10597 1576 0,'8'-3'0'0,"-3"2"41"0,-5 1 18 16,7-5 28-16,-7 5 26 0,0 0 14 15,4-3 3-15,-4 3-3 0,0 0 15 0,0 0 34 16,0 0 6-16,-15 20 15 0,1-6 1 16,-4 6 8-16,-3 1-1 0,-4 3-4 0,3 0-8 15,-3 0-12-15,0-2-11 0,2 0-16 16,2-1-15-16,0 0-12 0,0-3-13 0,6-3-11 15,1-1-10-15,-1 1-14 16,0-5-38-16,4-1-52 0,-3 2-62 0,3-4-78 16,0 2-76-16,0-3-86 0,4-2-132 15,2-2-202-15,5-2 49 0,0 0-319 16,0 0-398-16</inkml:trace>
  <inkml:trace contextRef="#ctx0" brushRef="#br0" timeOffset="33495.65">2511 10594 2739 0,'0'0'51'0,"2"-6"-7"16,-2 6 13-16,0 0 35 15,0 0 28-15,27 11 27 0,-14 1 3 0,3 3 6 16,2 5 9-16,3 2-8 0,-1 2-8 16,-2-1-8-16,-2-1-10 0,-1-3-9 0,-3-4-11 15,-1-1-7-15,0 1-8 0,-1-5-10 16,-2 2-7-16,-3-5-8 0,2 3-5 0,0-6-9 15,-3 2-5-15,1-2-33 0,-5-4-51 16,9 8-67-16,-9-8-57 0,6 3-60 16,-6-3-77-16,4 4-127 0,-4-4-233 0,0 0 48 15,0 0 74-15,0 0-203 0,0 0-225 16</inkml:trace>
  <inkml:trace contextRef="#ctx0" brushRef="#br0" timeOffset="35327.93">4020 7204 1151 0,'0'0'176'0,"-4"-8"-34"0,4 8-22 16,-5-6-8-16,3-2-5 0,-2 4 4 15,2-3 0-15,2 7 4 0,-3-14 4 16,3 6 4-16,-2 0-7 0,2 8 3 0,-2-12-3 15,0 5-1-15,2 7 1 0,0-8-9 16,0 8-4-16,0-11-3 0,0 11-10 0,-3-6-6 16,3 6 1-16,0 0-25 0,0 0 7 15,0 0-1-15,0 0-6 0,0 0 1 16,0 0 21-16,0 0 0 0,0 0-3 0,0 0-2 16,3 35 0-16,-1-18-6 0,2 1-4 15,-1 5-1-15,3-3-6 0,1 9-5 16,5 0-9-16,-4 2-7 0,3-2 3 15,1 3-7-15,1-2 1 0,1 0-4 0,2 3 0 16,0 0 13-16,2-2 4 0,7 6-5 16,0 1 3-16,2-2 3 0,0 0 0 0,3 0 9 15,-3-1 4-15,6 1-1 0,-8-3 1 16,2 2 2-16,0 1 0 0,-6-9-2 0,-1 2-6 16,-2 0-5-16,2 0-6 15,-6 0-1-15,4-3-4 0,-2 1-4 0,-2-2-4 16,-4-2-2-16,-3-3-5 0,3-1 1 0,-1 0-7 15,1 0-1-15,2 8-1 16,-5-5 0-16,2-3 5 0,5 8 4 0,-5-3 8 16,5 5 3-16,1-4 1 0,-4 2-5 15,3 1-3-15,1-1 3 0,0-1-2 0,-3-6-1 16,1 5-3-16,-2-4-3 0,-1-4 2 16,0-1-3-16,-1 0-5 0,-2-2 0 0,2 0-2 15,-2-2 0-15,2 0-2 0,-3-4 0 16,0 1-4-16,0 1 2 0,-2-2-1 15,3-1-2-15,0 2 0 0,-3-2-4 0,1-1 0 16,0 3 0-16,1-2-3 16,-1 1 2-16,1 1 0 0,4 0 0 0,-2-1-1 0,-3 1 2 15,2-1-2-15,2 2-4 16,-4-2 3-16,3 0 0 0,-3 2-1 0,4-1-1 16,-2 2 2-16,2-2 2 0,0 2-1 15,2-1 5-15,2 3-4 0,-2-1 1 0,4 0 6 16,-2-1-21-16,1 3 9 0,-3-2-7 15,3 2 6-15,1 0-7 0,-6-3-3 16,1 3 6-16,-1-2 2 0,3 3 0 0,-2 1-2 16,-1-1 3-16,-2-1 0 0,2-1 9 15,-2 1-12-15,0 0 3 0,-3-1 2 0,3 1-3 16,0 1 6-16,-1-1-1 0,-1-2 0 16,2-1-3-16,-3-1 1 0,3-1 7 15,-4 1-6-15,3 0-1 0,-1 1 1 16,3-1 1-16,-3-1 0 0,2 1 0 0,0 0-3 15,2 0 8-15,-3 3-9 0,2-3 0 16,0 3 2-16,-1-1-2 0,0 0 3 0,2 0 0 16,-4 2-1-16,3-2-4 0,-1 0 5 15,1 0 1-15,-2-2 11 0,1-1-12 16,-3 2-1-16,0-2-1 0,-1-4-2 0,2 1 6 16,-1 0-5-16,-4-6 6 0,5 12-5 15,-3-7 4-15,-2-5 1 0,4 6 0 16,-4-6 12-16,5 6 6 0,-5-6 6 15,0 0-3-15,4 10 2 0,-4-10-8 0,0 0-2 16,5 5-1-16,-5-5 14 0,0 0 4 16,0 0-5-16,5 7 11 0,-5-7-4 0,0 0 6 15,0 0-2-15,0 0 10 0,0 0 7 16,4 7 2-16,-4-7 6 0,0 0 0 0,0 0-2 16,0 0-1-16,0 0-10 0,0 0-1 15,0 0-6-15,0 0-5 0,0 0-26 16,0 0-56-16,0 0-71 0,0 0-101 0,0 0-126 15,7-19-160-15,-7 12-183 0,-2-2-162 16,2 9 88-16,-5-11-689 0,-2 7-896 0</inkml:trace>
  <inkml:trace contextRef="#ctx0" brushRef="#br0" timeOffset="35827.65">5200 9635 3796 0,'3'-9'-102'0,"2"2"54"0,-3 0 44 0,-2 7 43 16,4-8 14-16,-4 8 21 15,3-7 0-15,-3 7-2 0,0 0 20 0,0 0 26 0,0 0 25 16,2 20 11-16,-4-4 11 15,2 4 5-15,-3 4 9 0,-1 13 6 0,-1 0 0 16,0 4-8-16,1 0 0 0,0 1-21 16,-1-2-6-16,-1-4-12 0,0 2-1 15,2-5-9-15,0-7-15 0,1-5-11 0,-1-4-7 16,0 0-10-16,4-5-8 0,-1 0-10 16,-1-2-11-16,0-1-4 0,0-3-17 0,0 1-30 15,2-7-66-15,-3 7-85 0,3-7-86 16,0 0-113-16,0 0-125 0,0 0-177 0,-3-26-121 15,1 11 76-15,2-2-578 0,0-2-730 16</inkml:trace>
  <inkml:trace contextRef="#ctx0" brushRef="#br0" timeOffset="36475.94">5219 9537 3309 0,'-5'-7'-8'0,"3"2"34"16,2 5 24-16,-4-10 25 0,4 10-11 0,0 0-6 15,8-11-2-15,1 8 3 16,8-4-10-16,5 3 6 0,7 3-12 0,17-2 0 16,0 1-1-16,3 0 1 0,3 2-13 0,1-2-14 15,0 2-8-15,1 0-10 16,0 0-7-16,-4 2 7 0,2 0-5 0,-6 0 12 15,-4-2-9-15,-8 3 2 0,-5-3 6 16,-6 1 15-16,2 1 6 0,-7-2 15 0,0 0 22 16,-2 2 3-16,-4-2 4 0,1 2 0 15,1 0-1-15,-1 1 6 0,-2 5 9 0,1 1 9 16,1 6 0-16,-1 11 2 0,-3-4-1 16,-3 1 0-16,0 12 1 0,-5-6 12 15,-1 14 7-15,-5-5 0 0,1 3-5 0,-1 1 10 16,-1-3-9-16,-1 0-2 0,-2-1 14 15,2-1 1-15,0-4 16 0,-2 0-7 16,2-10 1-16,3-5-23 0,1-4-14 16,-1-1-1-16,0-2 1 0,0-1 14 0,4-1 4 15,-3-2 7-15,0-1-6 0,3-6-4 16,-4 13-13-16,2-7-6 0,2-6-14 0,-5 7-9 16,5-7-8-16,-11 5-6 0,2-1-4 15,-2-3-6-15,-6 3-5 0,-2-2-6 16,-2 0-1-16,-8-1-5 0,-10 2-18 0,-7-3-9 15,-3 0 0-15,-3 0 0 0,-13-4 0 16,1-2 0-16,-3 1 0 0,4 2 0 16,15 1 0-16,2-2 0 0,8 3 0 15,8-1 0-15,5 0 0 0,6 2 0 0,3 0 0 16,4 0 0-16,-4-3 0 0,16 3 0 16,-19-2 0-16,19 2 0 0,-14-1 0 0,14 1 0 15,-11 0 0-15,11 0 0 0,0 0 0 16,-14-4 0-16,14 4 0 0,0 0 0 0,0 0-64 15,0-5-140-15,0 5-62 0,0 0-66 16,0 0-91-16,13-9-102 0,-10 4-128 0,3 0-170 16,-1 0 80-16,-5 5-671 0,11-9-866 15</inkml:trace>
  <inkml:trace contextRef="#ctx0" brushRef="#br0" timeOffset="37075.94">5667 9681 4065 0,'6'-11'-43'0,"-2"3"38"0,-3 2 37 15,-1 6 20-15,0-10 27 0,0 10 9 0,2-5-4 16,-2 5-14-16,0 0 21 15,0 0 25-15,0 0 12 0,-2 29 13 0,-5-12 6 16,1 5 5-16,-2 0-17 0,1 7 2 16,-2 0 5-16,-4 0-11 0,4-3-18 15,2-6 6-15,1-1 6 0,-2-4-13 0,2 2-16 16,1-3-3-16,1-2-9 0,1-2-11 16,-3 1-5-16,1-3-4 0,3 2-5 0,1-5-6 15,1-5 4-15,-6 8-16 0,6-8-32 16,0 0-26-16,0 0-26 0,0 0-28 0,0 0-35 15,0-23-29-15,7 9-23 0,2-3-16 16,4-12-20-16,4 2 1 0,-4-4 10 0,3 4 15 16,-5 0 12-16,-2 6 20 15,0 4 17-15,-4 2 12 0,-1 6 20 0,-4-1 3 0,0 0 22 16,-2 3 29-16,-4 1 18 16,-4 0 24-16,-1 3 23 0,-3 2 15 0,1 1 16 15,-8 4 23-15,5-2 14 0,-6 4 5 16,1 3 11-16,4-1 15 0,4 1-8 0,1-2-9 15,1 0 3-15,5 3 8 0,0 0 5 16,6-1 2-16,4-1-7 0,4 2-9 16,3 1-12-16,7-1-10 0,2-2-14 0,9 3-6 15,-2-4-6-15,-2 0-13 0,0-3-24 16,-2 0-13-16,-1 1-17 0,-3-2-16 16,-2-1-11-16,-1 0-15 0,-3 0-14 15,-3-1-31-15,-1-1-38 0,-9 0-41 0,18 2-56 16,-18-2-74-16,9-2-66 0,-9 2-77 15,0 0-100-15,0 0-160 0,0 0 60 0,0 0-438 16,0 0-546-16</inkml:trace>
  <inkml:trace contextRef="#ctx0" brushRef="#br0" timeOffset="37727.8">6005 9784 3000 0,'0'0'33'0,"5"-5"45"0,-5 5 45 15,0 0 21-15,7-7 9 0,-7 7 9 0,0 0-8 16,0 0-10-16,0-9-18 0,0 9-11 16,0 0-10-16,-12-10-10 0,-1 8-2 15,2-2 3-15,0 1-7 0,-8-1-5 0,4 4-10 16,-1-2-10-16,4 0-4 0,-4 2-8 15,16 0-4-15,-27-2-5 0,18 0 0 0,9 2-8 16,-18 0 1-16,18 0-3 16,0 0 0-16,-16-1-4 0,16 1-1 0,0 0-4 15,-12-3 1-15,12 3-5 0,0 0 0 16,0 0 2-16,-15-2-5 0,15 2-4 0,0 0 0 16,0 0 3-16,-11-2-6 0,11 2-1 15,0 0 0-15,0 0 0 0,0 0-5 16,0 0 2-16,0 0-2 0,-10-2-5 0,10 2-4 15,0 0-2-15,0 0 4 0,0 0 0 16,-8 14 0-16,6-7 1 0,0 1 7 0,-3 4-1 16,3-1 6-16,2 1 3 15,-2 3 2-15,2-1 2 0,-3 1 4 0,3 1-2 0,5-3 0 16,-1 3-1-16,-1-3 9 0,5 1 4 16,-1-1 4-16,2-2 5 0,0-1 9 15,0 1 9-15,3-2-19 0,-3-1 6 16,2 0 4-16,-2 0-8 0,-2-3-5 15,0 3 0-15,1-2 4 0,-3 4 1 0,0-5 11 16,1 3 0-16,-5-2 5 0,3 4 13 16,-2-4-4-16,-2 3 0 0,0-9 14 0,-4 16 9 15,2-8 6-15,-3-1 0 0,-2-1 1 16,-2 3-8-16,0-4-11 0,-5 2-6 0,3 1-7 16,0-2-11-16,1-3 0 15,-1 2-1-15,0-1-10 0,0-1-6 0,0 1-14 0,11-4-22 16,-17 2-18-16,17-2-42 15,-19 0-71-15,11 1-66 0,1 1-90 0,7-2-104 16,-22 2-111-16,13-2-131 0,-6 0-157 16,15 0 70-16,-21 0-615 0,10 1-790 15</inkml:trace>
  <inkml:trace contextRef="#ctx0" brushRef="#br0" timeOffset="38959.33">5196 10281 3466 0,'9'-5'-88'0,"0"1"63"0,-9 4 46 15,9-8 50-15,-4 4 46 0,-5 4 23 16,0 0 10-16,9-4-4 0,-9 4-10 16,0 0-15-16,0 0-10 0,0 0-11 15,-21-13-4-15,5 11 1 0,-3 0 2 16,-7-1-6-16,-3 0-12 0,-14-1-5 0,6 1-8 15,-5-4-3-15,4 4-10 0,1-3-5 16,8 3-4-16,7-2-4 0,-3 0-2 0,8 3 1 16,0-1 0-16,3-1-3 0,3 1 6 15,0 1 1-15,11 2-4 0,-16-7-2 0,9 6-9 16,7 1-3-16,-10-6-3 0,10 6 0 16,-6-3-5-16,6 3 1 0,0 0-5 15,0 0-2-15,0 0-1 0,0 0-4 16,0 0 2-16,0 0-7 0,0 0 0 15,0 0-1-15,0 0 12 0,31 15 4 0,-29-3 11 16,-2 5 13-16,0 0 10 0,-4 7 8 16,-2 10 6-16,-1-2 11 0,-3 1 10 0,3-1-2 15,-5-1 0-15,0-2 2 0,-1-2-1 16,6-6-2-16,-3-1-10 0,4-4-6 0,-1-3-5 16,1 1-3-16,1-3-6 0,-2-3-9 15,4 2 3-15,-1-2-7 0,2-1-10 16,-1-3 3-16,3-4-8 0,-6 13-2 0,6-13 1 15,-4 9-1-15,4-9-6 0,-3 7 7 16,3-7-9-16,-5 9-7 0,5-9 4 0,-4 7 0 16,4-7-3-16,0 0-2 0,2 12 4 15,-2-12-6-15,8 7 6 0,0 0-5 0,5-2-1 16,4 0-2-16,8 2-28 16,13 0-11-16,7 1 6 0,15 3 1 0,7 1-6 15,9 0 5-15,24 5-16 0,6 0 28 16,3 0-19-16,-1-2 3 0,-1 2 8 0,1-3 2 15,-3 1 4-15,-25-4-6 0,0-1-3 16,-2-2-4-16,0 0 8 0,-4 1-8 16,-1-3 4-16,-3 0 4 0,-7-4 21 0,-2 4-2 15,-15-4 8-15,-2 1-7 0,-2-3 0 16,-11 0 5-16,-2 0-2 0,-9 0-1 0,1 0 1 16,-1 0 5-16,-6 0-3 15,-3 0 0-15,-11 0 1 0,23 0 6 0,-23 0-7 16,16-1 2-16,-16 1 5 0,15 0-8 15,-15 0 2-15,0 0 0 0,18 0 2 0,-18 0 6 16,0 0 8-16,12 0 7 0,-12 0 16 16,0 0 9-16,14-4-6 0,-14 4-6 0,11-7-10 15,-5 0 9-15,-1-2-3 0,4-5-17 16,-2-2-1-16,4-12 2 0,3-4-3 0,-3-4-4 16,5-14-4-16,1-5-13 0,0-3-17 15,3-2 2-15,0 2-2 0,-1 4 0 16,-2 7 5-16,-3 11 0 0,-5 3 5 15,-2 9-5-15,-1 7 6 0,0 1 1 0,-2 3 0 16,-2 2 1-16,2-1-2 0,-3 4 2 16,1 2-1-16,0-2-7 0,-2 8 6 15,2-12 0-15,-2 12 4 0,0-7-4 0,0 7-2 16,0 0 4-16,0 0 4 0,0 0 1 16,0 0 0-16,-13-5-2 0,13 5 9 0,0 0-1 15,-39 12 10-15,17-7 6 0,-14 4-2 16,-3-3 10-16,-4 2 2 0,-3-5 9 0,-1 0 0 15,-14 2-1-15,9-3 7 0,-2 0 2 16,5-2 5-16,-2 2 8 0,1-4-5 0,6 4-9 16,3-2-1-16,5 0 0 15,13 0-13-15,1 0-2 0,1 0-5 0,6 0 9 16,-1 1-8-16,4-1-7 0,12 0-11 16,-24 3-23-16,15-3-40 0,-1 0-36 0,10 0-40 15,-15 2-49-15,15-2-61 0,-12 2-81 16,12-2-73-16,-13 4-63 0,6-2-98 15,7-2-193-15,-9 4 47 0,0-1 81 0,2 1-466 16,-2 4-561-16</inkml:trace>
  <inkml:trace contextRef="#ctx0" brushRef="#br0" timeOffset="39325.21">5684 10340 2953 0,'0'-10'53'0,"0"10"46"0,-2-6 35 16,2 6 36-16,-2-7 19 0,2 7 5 16,0 0-5-16,0 0-11 0,0 0 37 0,0 0 23 15,0 0 5-15,-9 23 7 0,5-6 15 16,-1 8 10-16,-2 8-9 0,2 1 2 0,-1 0-12 15,3 1-8-15,-3-2-15 16,4-4-20-16,-3-8-15 0,5 2-4 0,-3-4-14 16,1-2-17-16,0-2-15 0,2-1-14 15,-2-2-89-15,2-2-45 0,-2 0 0 16,2-4 0-16,0-6 0 0,0 13 0 0,0-13 0 16,0 11 0-16,0-11 0 0,-1 9 0 15,1-9 0-15,-2 7 0 0,2-7-71 0,0 0-311 16,0 0-100-16,0 0-100 0,0 0-122 15,0 0-137-15,0 0 81 0,-9-27-726 0,0 20-933 16</inkml:trace>
  <inkml:trace contextRef="#ctx0" brushRef="#br0" timeOffset="39658.98">5420 10390 3982 0,'9'-8'-83'0,"-4"1"46"0,1 1 28 16,-6 6 34-16,6-6 25 0,-6 6 16 16,0 0 25-16,0 0 40 0,0 0 14 15,0 0 1-15,-26 26 6 0,12-11 6 0,-7 8 14 16,-2-1-5-16,4-2 10 0,-2 3-10 15,0-5-17-15,0 1-2 0,5-1-16 0,2-7-21 16,1 3-4-16,3-4-13 0,0 1-10 16,-2-3-13-16,1 1-24 0,4-2-35 0,0 0-40 15,-2-3-46-15,5 2-43 0,-1-1-50 16,5-5-88-16,-9 4-89 0,9-4-85 0,0 0-98 16,0 0-162-16,0 0 42 0,-9-19-434 15,12 6-553-15</inkml:trace>
  <inkml:trace contextRef="#ctx0" brushRef="#br0" timeOffset="39891.83">5214 10372 2953 0,'0'-5'18'0,"0"5"46"15,0 0 32-15,0 0 47 0,3-12 19 0,-3 12 10 16,0 0 6-16,0 0 40 0,0 0 20 16,0 0 10-16,0 0-16 0,22 26-14 0,-15-13-4 15,0 4-17-15,6 9-41 0,3-1-20 16,-3 2-2-16,1 0-21 0,2 2-13 15,-2-4-10-15,-1 2-6 0,-1-5-17 0,-1-5-27 16,0-1-29-16,-2-3-32 16,-2-1-37-16,-1-2-43 0,-3 1-42 0,1-3-63 15,1-1-59-15,-2-2-56 0,1-1-105 16,-4-4-202-16,9 5-36 0,-9-5 77 0,16 0-387 16,-16 0-450-16</inkml:trace>
  <inkml:trace contextRef="#ctx0" brushRef="#br0" timeOffset="40175.68">6328 10553 2888 0,'6'-4'141'0,"-4"0"8"0,-2 4 11 15,2-6 1-15,-2 6-10 0,0 0 39 16,0 0 25-16,0 0 0 0,-18 16-7 0,9-6 1 15,-5 3-1-15,1 2-12 0,-8 3-8 16,6-1-8-16,-8 3-6 0,2-1-16 16,4-5-16-16,0-1-18 0,2-1-10 0,-1 0-3 15,2 0-16-15,2-3-19 0,1-1-52 16,-1-1-42-16,0 1-57 0,3-1-53 0,2-1-61 16,-3-3-72-16,2 0-78 0,8-3-72 15,-15 0-80-15,15 0-108 0,-8-8-38 0,6 2 43 16,4-5-336-16,-2-3-411 15</inkml:trace>
  <inkml:trace contextRef="#ctx0" brushRef="#br0" timeOffset="40375.82">6092 10543 2446 0,'4'-12'69'0,"-2"3"55"0,2 5 40 15,-4 4 28-15,3-11 28 0,-3 11 47 0,11-2 44 16,-11 2 21-16,22 7 1 0,-7 3-6 16,2 1-7-16,8 5-19 0,0 3-19 0,-4-1-15 15,3 3-27-15,-1-2-26 0,0 3-20 16,-1-2-21-16,-2-1-11 0,-3-3-21 0,-4-2-13 15,-1-3-15-15,-1 0-3 0,0-1-29 16,-4-3-55-16,0-1-58 0,-1 0-65 16,-1-1-62-16,-1 0-71 0,0-2-92 15,-4-3-119-15,0 0-139 0,0 0-227 0,0 0 62 16,0 0 97-16,-17 6-534 0,17-6-648 16</inkml:trace>
  <inkml:trace contextRef="#ctx0" brushRef="#br0" timeOffset="43074.66">8793 7393 3006 0,'3'-3'-123'0,"-3"3"30"0,2-7 42 16,-2 7 35-16,6-5 26 16,-6 5 31-16,3-7 31 0,-3 7 21 0,4-5 28 15,-4 5 13-15,2-5 11 0,-2 5 3 16,0 0 3-16,2-7-4 0,-2 7 4 15,0 0-3-15,5-7-7 0,-5 7-4 0,0 0-10 16,0 0-10-16,0 0-15 0,0 0-10 16,0-7-10-16,0 7-11 0,0 0-8 0,0 0-4 15,0 0 10-15,0 0 2 0,0 0 3 16,-14 24 4-16,6-11 7 0,-4 0 6 0,1 4 5 16,-4 8 3-16,0 0 22 0,0 2-22 15,-1 0 0-15,3 1 3 0,-1 0-9 16,1 1-8-16,1-4-11 0,1 4 3 15,0 1-1-15,1-3 42 0,1 1-15 0,1-5-4 16,-2 0-16-16,-1 4-4 0,4-3-10 16,-5 4-2-16,4-5 2 0,-1-2 11 0,0-2-1 15,-5 10-15-15,5-7-2 0,-5 7-1 16,7-10-9-16,-3-1-1 0,-2-1-12 0,5-1 0 16,-2-1-4-16,1-1-5 0,0 1 1 15,1-3-3-15,-1 2-3 0,1-3 0 16,-2 3-8-16,2 0 7 0,2 0-8 0,-5-2 1 15,2 3-3-15,2-1 0 0,-3 0-1 16,0 3-4-16,-1 1 6 0,2-1-2 0,-1 1 13 16,1 1 12-16,1-1-15 15,-5 3-23-15,5 0 0 0,1-4 0 0,-4 4 0 16,1-1 0-16,1 1 0 0,0-3 0 16,-1 3 0-16,2-2 0 0,-2 1 0 0,0-3 0 15,0 3 0-15,2-3 0 0,-4 2 0 16,4-2 0-16,-2 0 0 0,0 0 0 0,0 0 0 15,2-3 0-15,-1 1 0 0,2-1 0 16,-1 1 0-16,-1-1 0 0,5 1 0 0,-6-3 0 16,4 5 0-16,-1-3 0 0,1-2 0 15,-3 3 0-15,2-1 0 0,0 3 0 0,1-4 0 16,-3 3 0-16,5-3 0 16,-3 3 0-16,-1-3 0 0,0 4 0 0,3-1 0 15,-3-1 0-15,2 2 0 0,-2-1 0 16,1-3 0-16,3 4 0 0,-3-3 0 0,3 3 0 15,-3-6 0-15,1 5 0 0,0-3 0 16,1 1 0-16,0 0 0 0,1-1 0 16,-1 3 0-16,0-1 0 0,-2-1 0 0,0-1 0 15,5-2 0-15,-5 1 0 0,2-2 0 16,1 2 0-16,-1 0 0 0,-3 1 0 0,2 0 0 16,1-1 0-16,0 1 0 15,-1-1 0-15,1-2 0 0,2 3 0 0,-4-3 0 0,2 0 0 16,1 0 0-16,-1 1 0 15,0-2 0-15,2 0 0 0,0-2 0 0,-1 3 0 16,1 0 0-16,0-3 0 0,-3 5 0 16,4-2 0-16,-3 0 0 0,0-1 0 0,2-1 0 15,1 2 0-15,-1 1 0 0,-2-3 0 16,2 2 0-16,0-3 0 0,-1 3 0 0,-2 1 0 16,1-1 0-16,2 0 0 0,-1-1 0 15,-1-1 0-15,2 0 0 0,0 1 0 0,1 0 0 16,-3 2 0-16,-1 1 0 0,3-3 0 15,0 3 0-15,-3 0 0 0,1 1 0 16,2 1 0-16,-3-3 0 0,3-1 0 0,-2 2 0 16,2-1 0-16,-2-2 0 0,2 0 0 15,0-3 0-15,2 1 0 0,0-7 0 16,-2 10 0-16,2-10 0 0,-2 9 0 16,2-9 0-16,-5 9 0 0,5-9 0 0,0 0 0 15,-4 8 0-15,4-8 0 0,-2 5 0 16,2-5 0-16,0 0 0 0,0 0 0 0,0 0 0 15,0 9 0-15,0-9 0 0,0 0 0 16,0 0 0-16,0 0 0 0,0 0 0 0,0 0 0 16,-1 8 0-16,1-8 0 0,0 0 0 15,0 0 0-15,0 0 0 0,0 0 0 0,0 0 0 16,0 0 0-16,0 0 0 16,0 0 0-16,0 0 0 0,0 0 0 0,0 0 0 15,0 0 0-15,0 0 0 0,0 0 0 16,-6-25 0-16,6 16 0 0,0-5-244 0,0 1-795 15,0-6 106-15,-3-7-1099 0,1-13-1447 16</inkml:trace>
  <inkml:trace contextRef="#ctx0" brushRef="#br0" timeOffset="44457.85">7588 9763 5035 0,'0'0'-339'16,"-16"-2"58"-16,16 2 48 0,-11-1 51 0,11 1 42 16,0 0 37-16,-11-3 33 0,11 3 29 15,0 0 23-15,0 0 16 0,-12 0 6 0,12 0 4 16,0 0 12-16,0 0 24 0,0 0 15 16,0 0-2-16,37 12 0 0,-1-2-1 0,7-3-9 15,18 1-9-15,8 2-7 0,13 1 9 16,34 4-5-16,5 2 11 0,4 2-7 0,5 1-8 15,4 1 1-15,-5-2-7 0,-4-2-6 16,-3 2 5-16,-9-3-1 0,-8-3-5 16,-29-3 4-16,-9 0-9 0,-12-5 4 15,-13 3-6-15,-12-6 12 0,-7 0-1 0,-5 2 8 16,-3-2-4-16,-1-2-1 0,-14 0 1 16,12 2-6-16,-12-2-1 0,0 0-1 15,0 0-2-15,0 0-14 0,0 0-40 0,0 0-62 16,0 0-68-16,0 0-74 0,-34 12-95 15,20-9-172-15,-2 2-64 0,-4-1 56 0,-3 1-226 16,-11 4-235-16</inkml:trace>
  <inkml:trace contextRef="#ctx0" brushRef="#br0" timeOffset="45474.53">7670 9862 2078 0,'9'-6'18'0,"-1"2"24"0,-3 1 13 15,-5 3-3-15,11-5-1 0,-11 5 5 16,0 0 40-16,0 0 37 0,5 15 18 0,-7-3 28 15,0 7 9-15,-8 10 6 0,-3 8 12 16,-1 4 1-16,-6 2 3 0,3 1-9 16,0-1-11-16,3-8-8 0,3 1-12 15,0-1-12-15,1 0-11 0,2-4-9 0,3 0-7 16,-1-6-6-16,4-6-16 0,-2-4-5 16,2-3-10-16,0 0-2 0,0-2 2 0,0-1 5 15,1-2-2-15,1 0-8 0,-2-1-7 16,0-1-2-16,2-5-7 0,-4 11-6 15,4-11-6-15,0 8-4 0,6-4-7 0,-6-4-9 16,9 7-10-16,3-4 3 0,6 2-4 16,4-2-3-16,3 1-7 0,11 1-8 0,3-2-16 15,4 3-14-15,2-3-11 0,16 4-8 16,4 0-1-16,4-1 2 0,3 4 4 0,5-3 4 16,0 5 1-16,-4-6 7 15,3 2 4-15,5 3-5 0,-8-5 6 0,-2 4 1 16,-4-2 2-16,-2-1 4 0,-6-1-4 15,-12 2 3-15,-3-3-2 0,2 2 2 0,-6-2 4 16,0 1-2-16,2 1-1 0,-5 0 5 16,0 0 0-16,1-2-2 0,0 2 0 0,1 0 1 15,-5-2 2-15,-3 0 4 0,-11-3 0 16,-1 2-4-16,-4 0 2 0,-1-3 1 0,-5 0-2 16,3 1 1-16,-3-2-2 15,-9 0-1-15,13 3 5 0,-4-3 2 0,-9 0 3 16,13 2 2-16,-13-2-2 0,7 2 5 15,-7-2 0-15,0 0 7 0,12 1-3 0,-12-1 7 16,0 0 2-16,0 0 9 0,13 0 4 16,-13 0 8-16,0 0 13 0,0 0-4 15,9-3-6-15,-9 3-3 0,9-9-4 0,-6-1-7 16,3-3-3-16,-1-6-5 0,6-10-6 16,0-6-2-16,0-2-1 0,3-10-3 0,0 1 4 15,0 0-6-15,-5 11-4 0,-3 3-1 16,1 6-2-16,-2 6 0 0,1 4 0 0,-5 0 0 15,1 3-1-15,0 2-5 0,0 3 4 16,2-1-4-16,-3 3-3 0,-1-2 2 16,0 4-3-16,0 4 1 0,2-11 2 15,-2 6 0-15,0 5 0 0,0 0-5 0,0-9 0 16,0 9 0-16,-2-8 1 0,2 8 5 16,0 0 1-16,0-9-1 0,0 9-6 0,0 0-2 15,0 0-12-15,-1-7-9 0,1 7-21 16,0 0-27-16,-4-5-27 0,4 5-37 0,0 0-44 15,0 0-59-15,0 0-81 0,-21 11-66 16,11-8-80-16,1 0-138 0,-3-1-82 16,1 2 70-16,-7-1-436 0,2 0-528 0</inkml:trace>
  <inkml:trace contextRef="#ctx0" brushRef="#br0" timeOffset="46375.63">8200 10147 2687 0,'9'-3'-101'15,"1"1"51"-15,-1 0 43 0,0 1 46 0,-9 1 45 16,16-4 37-16,-8 2 39 0,-8 2 18 16,7-3 9-16,-7 3 2 0,0 0-15 0,6-5-13 15,-6 5-16-15,0 0-11 0,-25-7-5 16,12 6-1-16,-6-1-9 0,0 0-12 15,-1 0-8-15,0 1-8 0,1-1-9 0,-1 2-10 16,2-2-6-16,2 2-4 0,1 0-10 16,3 0-3-16,12 0-5 0,-18-3-4 0,10 3 0 15,8 0-6-15,-15-2-2 0,15 2-4 16,-11 0-4-16,11 0 1 0,-11 0-3 0,11 0-4 16,0 0 1-16,0 0-4 0,-16-2-2 15,16 2 0-15,0 0-2 0,0 0-3 16,-12 0 1-16,12 0-1 0,0 0-2 15,0 0-2-15,0 0-2 0,-13 0 0 0,13 0 0 16,-6 4 0-16,6-4 0 0,-7 3-2 16,7-3-2-16,-8 5 1 0,4 1 0 0,4-6 2 15,-8 8-4-15,7-3 6 0,-1 0-2 16,0 2-1-16,2-7 1 0,0 12 2 16,4-5 0-16,-1 1 1 0,3 1-2 0,6 1 1 15,-1 0 1-15,4 2-5 0,0 2 6 16,0-2-2-16,6 5 0 0,-1-2-3 0,-4-1 2 15,0 1-1-15,-1-2-2 0,-1-1-1 16,-3-2 1-16,1 1 1 0,-5-4 0 16,1 0 1-16,-3-1 8 0,-1 0 11 15,2-1 3-15,-4 0 5 0,-2-5 20 0,2 8 9 16,-2-8 9-16,-8 7 5 0,0-5 3 16,8-2-2-16,-16 3 0 0,6-3-4 0,10 0-8 15,-21 0-4-15,7-1-8 0,14 1-4 16,-25-4-4-16,14 0-3 0,0 3-6 0,-1-2 2 15,12 3-16-15,-18-4-25 0,10 3-34 16,0-1-42-16,8 2-42 0,-13-2-44 16,13 2-76-16,-12-2-67 0,12 2-70 0,-9-1-94 15,9 1-135-15,0 0-48 0,0 0 78 16,0 0-397-16,0 0-457 0</inkml:trace>
  <inkml:trace contextRef="#ctx0" brushRef="#br0" timeOffset="47023.07">8537 10207 2542 0,'10'-1'17'0,"-10"1"25"0,0 0 19 0,7-6 15 15,-7 6-1-15,0 0 13 0,0-8 10 16,0 8 2-16,0 0 6 0,-14-9-12 0,7 7-11 16,-2 2-5-16,-3-5 1 0,-1 4-12 15,0 1 0-15,-3-2-8 0,2 4-3 0,-8-2-12 16,3 0-1-16,0 1-3 0,-2 1-13 16,5-2 2-16,0 3-1 0,0-3-1 15,5 0 0-15,-2 2 1 0,13-2-8 0,-18 0-7 16,9 2 5-16,9-2-5 0,-14 0 4 15,14 0-3-15,-11 1 0 0,11-1-2 0,0 0-4 16,-14 0 3-16,14 0-3 16,0 0 0-16,-9 2 2 0,9-2 1 0,0 0-5 15,0 0 0-15,-9 2 2 0,9-2-4 16,0 0-1-16,0 0-5 0,0 0-6 0,-7 2 12 16,7-2 2-16,0 0-9 0,-3 10 0 15,3-10 6-15,4 10 5 0,-2-3 3 0,2 3 5 16,3 0 1-16,1 2-1 0,4 1 6 15,-1 1-3-15,2-1 1 0,1 1-5 0,-1-2-4 16,0-1 1-16,-3 1 10 0,-1 0 4 16,-1-4 9-16,1 1 7 0,-5-1 15 15,0 1 20-15,0-3 9 0,-3 3 17 16,-1-2 1-16,-3 0 11 0,-3-1-3 16,1 1-6-16,-3-2-4 0,-2 2 5 0,1-1-7 15,0-1-5-15,-2-2-4 0,0 0-6 16,2 1-2-16,1-1-9 0,0 0-5 0,8-3-12 15,-11 4-3-15,11-4-3 0,-10 4-6 16,10-4-7-16,-7 1-17 0,7-1-22 0,0 0-26 16,-13 2-29-16,13-2-31 0,0 0-38 15,-9 0-62-15,9 0-80 0,0 0-83 0,0 0-108 16,-12-5-167-16,12 5-43 0,0 0 74 16,0 0-413-16,5-11-483 0</inkml:trace>
  <inkml:trace contextRef="#ctx0" brushRef="#br0" timeOffset="47424.97">8691 10084 2734 0,'7'-10'53'0,"-2"1"47"0,1 0 32 16,-3 4 12-16,-3-2 6 0,0 7 6 0,6-8-7 16,-2 4-10-16,-4 4-22 0,0 0-14 15,0 0 16-15,0 0 15 0,1 24 0 0,-4-6 3 16,-5 16 2-16,1 0 2 0,3 5 7 16,-6-2-1-16,3 1-8 0,-3 3-6 0,2 0-9 15,-1 0-4-15,3-3-7 0,1-1-3 16,-3-2-8-16,4-2-1 0,-2-8 5 0,4-4-2 15,-1-4-9-15,-1-5-10 0,2 1-13 16,0-2 0-16,0-2-9 0,2 0-8 0,-1-2 5 16,1 0-14-16,-2 0 0 0,0-2-1 15,2-5-14-15,-3 9-25 0,3-9-45 16,0 0-40-16,0 0-42 0,7 5-57 16,-7-5-74-16,0 0-81 0,0 0-76 0,0 0-108 15,0 0-176-15,0 0 16 0,0 0 81 16,-7-21-428-16,5 16-498 0</inkml:trace>
  <inkml:trace contextRef="#ctx0" brushRef="#br0" timeOffset="48991.05">9082 10338 2730 0,'0'0'-11'0,"4"-6"30"16,-4 6 21-16,0 0 24 0,-10-12 21 16,3 7 13-16,-3 0 21 0,-3-2 7 15,-3 1-4-15,1 0-4 0,0 2-6 16,-2-1-9-16,1 1-11 0,5 0-7 0,0 0-13 15,1 2-7-15,3-1-3 0,7 3-6 16,-15-3-5-16,15 3-7 0,-12-4-5 0,12 4 1 16,-8-2-7-16,8 2 1 0,0 0-6 15,-13-5-3-15,13 5-3 0,0 0-4 0,-12 0 2 16,12 0-8-16,0 0-6 0,0 0 8 16,-11-4 1-16,11 4-4 0,0 0 1 0,0 0-4 15,0 0 3-15,0 0-10 0,-10-4 7 16,10 4 1-16,0 0-3 0,0 0 3 15,0 0-7-15,0 0-6 0,0 0 8 0,0 0-8 16,0 0 6-16,0 0-4 16,0 0 3-16,-16 10-2 0,8-3 3 0,5 1 0 15,-6 0-2-15,5 1 3 0,1-1-6 16,-1 2 9-16,2-2 0 0,2 1 1 0,2 1 6 16,0 0-2-16,2 2 8 0,1-3-6 15,4 2 2-15,-2-1-5 0,4 0 5 0,-2 1-2 16,3-1-2-16,-1 0-7 0,3 4 3 15,-1-2-2-15,1 0-5 0,-1 2 4 0,-4-2-8 16,-1-1 8-16,0 1 2 0,-3 2 12 16,1-5 11-16,-1 1 14 0,-3-2 7 15,0 1 15-15,-2-1 8 0,-2 0 5 16,0-2 7-16,-3 2-6 0,-2-1 0 0,-3-3 2 16,0 2 0-16,-1-2-7 0,0 0-1 15,-1-2-4-15,12-2-7 0,-19 4-2 16,9-4 3-16,10 0-16 0,-18 2-4 0,18-2-1 15,-16-4-16-15,16 4-26 0,-13-4-34 16,13 4-53-16,-14-5-59 0,11 2-79 0,-3-1-84 16,6 4-89-16,-4-9-114 0,4 9-169 15,4-12 57-15,2 4-432 0,3 2-528 0</inkml:trace>
  <inkml:trace contextRef="#ctx0" brushRef="#br0" timeOffset="49389.92">9196 10396 2717 0,'10'-6'-38'0,"-2"5"37"16,-1-2 18-16,-7 3 11 0,10-4 8 0,-10 4 3 15,0 0 34-15,0 0 32 0,0 0 20 16,9 10 6-16,-11-4 8 0,2-6 4 0,-6 17 8 16,1-7 2-16,-1 2 3 0,-1 0-4 15,0 0-11-15,0 2-10 0,2-2-14 0,-3-2-6 16,3-2-9-16,2 3-10 15,-1-5-10-15,2 3-5 0,0-4-9 0,2 2-3 16,0-7-3-16,2 10-5 0,-2-10-2 16,6 7-9-16,-6-7-3 0,6 4-3 0,-6-4-4 15,6 1 0-15,-6-1 3 0,0 0 3 16,0 0-5-16,0-18 3 0,-4 7 9 16,-4-1 1-16,0-2 7 0,-3-1 4 0,-3 0 8 15,3-3 6-15,0 3 12 0,-3 0 11 16,3 0 7-16,3 2 20 0,1 1-9 0,1 1-10 15,2-1-7-15,4 3-15 0,4-1-11 16,5-2-9-16,3 0-16 0,3 3-48 0,5 1-57 16,-4 0-68-16,5 4-62 15,-3 0-105-15,0 2-103 0,-2 4-79 0,1-2-118 16,-3 4-139-16,-3-2 69 0,-1 4-527 16,-3 0-654-16</inkml:trace>
  <inkml:trace contextRef="#ctx0" brushRef="#br0" timeOffset="50940.41">7557 10468 2968 0,'12'-4'-146'0,"-12"4"49"16,8-2 38-16,-8 2 35 0,11-1 39 16,-11 1 28-16,19-2 20 0,-8 0 24 0,2 2 23 15,-1-1 14-15,1-1 9 0,1 2 11 16,-3-2 10-16,-2 1 4 0,4 1 9 15,-13 0-1-15,12-2 5 0,-12 2 2 0,13-2-7 16,-13 2-9-16,0 0-11 0,0 0-8 16,0 0-8-16,-41-3-11 0,22 3 0 0,-7-2-8 15,-1 2-10-15,0-2-9 0,-2 2-9 16,3-1-9-16,-3-1-3 0,4 0-14 16,3 0-3-16,2 2-5 0,3-1-4 15,4-1 1-15,0 2-14 0,1-2 3 0,12 2-3 16,-17-1 2-16,7 1-3 0,10 0-5 15,-11 0-3-15,11 0-3 0,-14-2-3 0,14 2-7 16,0 0-4-16,-15 3 0 0,12 1-5 16,-5 4 7-16,0 4 11 0,-1 5 2 0,-4 9-3 15,-3 3 0-15,1 0 20 0,2 3 3 16,0 0-6-16,1-3 1 0,-3 4-8 16,6-6 0-16,-3 0 7 0,4-2-3 0,1-8 4 15,3 1 1-15,-2-6 0 16,2 1 3-16,0-4-5 0,2 3-8 0,1-6 18 0,-3 0-18 15,4-6-4-15,-2 13 1 16,2-13 0-16,2 12-3 0,2-8 12 0,-1 2-18 16,5 1 18-16,2-3-5 0,1 6 1 15,5-6-6-15,-4 4-3 0,10-1-1 0,8 3-6 16,3 0-1-16,3-1 6 0,3 1-3 16,2-1-7-16,12 1-1 0,2 0-6 0,2-3-10 15,1 3 10-15,-1 0-6 0,4-2 3 16,-2-2 4-16,2 3-6 0,0 1 1 15,2 0 5-15,0-5-5 0,-6 4 2 0,0 2-4 16,-12-4-7-16,-5-1 1 0,3 2-11 16,-5 1 2-16,-4 0-5 0,-6-4-2 15,-3 1 5-15,-2-3 1 0,12 6 2 0,-3-3 6 16,-2-2-1-16,6 3-1 0,2-4 2 16,1 0-11-16,4 1-6 0,6-2-5 0,8 3 4 15,6 0-2-15,-1-1-9 0,3 5-12 16,3-3 2-16,-3 0 3 0,0 1 0 15,0 2-1-15,-4-1 4 0,0 1-5 0,-8 0 2 16,2 1 1-16,-8-4-1 0,-4 2 4 16,3-3 2-16,9 3 2 0,-7-2-8 0,-3 0 10 15,5-1-9-15,-2 1-2 16,1-2 6-16,1-2 5 0,-2 4 3 0,-3 0 6 16,1-4-3-16,-4-2 6 0,-2 3 4 15,-12-1 4-15,-3 2 0 0,-7-4 7 0,-3 0 1 16,-3 1 9-16,1-1 10 0,-2 0 4 15,-11 0 10-15,15-1 3 0,-15 1-1 0,10-2-2 16,-10 2 5-16,0 0 6 0,9-2 2 16,-9 2 3-16,3-5-1 0,-3 5 1 0,0 0-5 15,7-5-1-15,-7 5-1 0,0 0-1 16,0-9 8-16,0 9-2 0,0-6-1 0,0 6 1 16,0-9 0-16,0 9 0 15,-2-12 1-15,0 3-10 0,2 1-1 0,0-3-3 0,0 0-3 16,2-3 0-16,-2-1-5 15,0-3-3-15,2 1 3 0,-2-2-2 0,-2 2-5 16,-3-1 1-16,4 4-2 0,-5-1-5 16,-5-2 8-16,-7-7-6 0,-2 5-5 0,-7-2 5 15,-3 3-6-15,-2 0 4 0,-15-3-1 16,0 1-1-16,-3-2 1 0,-1 3-1 0,-3 2 3 16,1 1 6-16,-4-1-6 0,3 1 3 15,5 2 16-15,7 5 16 0,6-1-4 16,9 5-3-16,4 0-4 0,8 1-2 15,1 3 3-15,2-3-5 0,-1 4-10 0,4-3 4 16,0 2-10-16,9 1 7 0,-16-2 0 16,16 2-14-16,-11 0 6 0,11 0 5 15,0 0-2-15,-19 0-5 0,19 0-1 0,0 0 0 16,-9 0-20-16,9 0-15 0,0 0-22 16,0 0-21-16,-11 2-36 0,11-2-43 0,0 0-56 15,0 0-81-15,0 0-66 0,-9 1-68 16,9-1-112-16,0 0-181 0,0 0 66 0,0 0-525 15,0 0-641-15</inkml:trace>
  <inkml:trace contextRef="#ctx0" brushRef="#br0" timeOffset="51591.05">7828 10628 2960 0,'8'-5'-130'0,"-5"-3"39"15,3 3 39-15,0 0 36 0,2-1 25 0,-3 1 30 0,4-1 18 16,-2 0 17-16,-2 2 8 0,1-2 7 16,0 2 4-16,-1 0 13 0,-5 4 13 15,8-9 3-15,-2 5-1 0,-6 4 2 16,5-4-8-16,-5 4-9 0,6-4-8 0,-6 4-17 16,0 0 32-16,0 0 28 0,7 13 17 15,-5-1 27-15,-4 5-6 0,2 7 7 0,-5 10 3 16,1 2 8-16,0 2 27 0,-3-1-8 15,3 2-9-15,-2 1-10 0,0-1-25 16,5-1-13-16,-3-2-16 0,2-8-15 0,0-6-10 16,0-5-10-16,0 0-9 0,1-1-11 15,-1-2-7-15,2-5-9 0,-2 2-6 0,2-2-4 16,-2-1-6-16,2-1 1 16,0-7-11-16,-3 10-1 0,3-10-3 0,0 8-17 15,0-8-51-15,0 0-61 0,0 0-75 16,0 0-64-16,0 0-74 0,0 0-93 0,0 0-91 15,0 0-99-15,14-20-175 0,-10 14 27 16,3-1 79-16,3-1-526 0,1 0-642 0</inkml:trace>
  <inkml:trace contextRef="#ctx0" brushRef="#br0" timeOffset="51956.21">8897 10692 3235 0,'7'-11'-2'16,"-3"-2"48"-16,4 5 51 0,-4 0 30 0,0-1 25 16,1 2 21-16,-3-1 9 0,2 4-13 15,2-1-18-15,-6 5-20 0,6-4 2 0,-6 4 40 16,0 0 28-16,6 23 12 0,-8-4 5 15,-2 5 6-15,-2 12 4 0,-4-1 0 0,1 6-13 16,0-3-9-16,-5 11-7 0,7-12-14 16,-5-1-16-16,2-2-15 0,-1 0-18 0,2-4-11 15,2-5-12-15,0-5-12 16,3-6-10-16,-1 2-8 0,1-3-8 0,2-1-8 16,1-2-7-16,-4-3-15 0,1 3-36 15,2-3-47-15,2-7-52 0,-3 12-60 0,-1-8-52 16,4-4-91-16,-4 8-114 0,4-8-101 15,0 0-113-15,0 0-193 0,-21-12 62 16,8 5 92-16,-1-3-557 0,-1 2-679 0</inkml:trace>
  <inkml:trace contextRef="#ctx0" brushRef="#br0" timeOffset="52624.88">7740 10727 3298 0,'0'0'-43'0,"2"-4"33"16,-2 4 28-16,0 0 21 0,0 0 21 16,0 0 18-16,0 0 21 0,-32 10 8 0,16-3 1 15,0 0 8-15,-4 4-1 0,5-2-3 16,-4 0-1-16,4 2-1 0,1-2-20 16,1-1-2-16,0 0-8 0,1 2-5 15,3-5-13-15,-1 1-2 0,3 0-23 16,1-2-26-16,1 2-34 0,-1-4-33 0,0 2-34 15,6-4-38-15,-8 4-50 0,8-4-44 16,0 0-27-16,0 0-30 0,-11-8 0 0,11 8-1 16,-2-15 10-16,2 6 25 0,0 0 44 15,2 1 55-15,-2-2 47 0,0 3 40 0,2-3 45 16,0 3 32-16,2 0 28 16,-4 0 24-16,0 7 11 0,3-11 7 0,1 7 7 15,-4 4 6-15,7-8 12 0,2 4 8 16,-2 2 8-16,-7 2-3 0,19-3-10 0,-19 3-10 15,24 2-9-15,-10 1-7 0,1 1-13 16,1-1-6-16,0 2-13 0,-4 0-31 0,3 3-38 16,-1-1-45-16,-1 1-45 0,1 0-50 15,-3 2-69-15,2-3-91 0,1 0-160 16,0 0 0-16,2 1-155 0,5-1-125 0</inkml:trace>
  <inkml:trace contextRef="#ctx0" brushRef="#br0" timeOffset="53039.82">8601 10752 2021 0,'4'-3'167'16,"-4"3"16"-16,7-3 3 0,-7 3-1 16,0 0-10-16,0 0 14 0,0 0-2 0,0 0-5 15,-37 12-18-15,22-3-15 0,-3-1-8 16,0 2-21-16,-7 3-7 0,-2 1-12 0,0 0-11 15,0 2-11-15,-1-1-7 0,-1 2-5 16,2-1-23-16,-2-1-29 0,0-3-29 16,6-1-31-16,4-3-44 0,4-1-29 0,-1-4-25 15,5 1-32-15,2-4-21 0,9 0-13 16,-16-4 14-16,13-2 19 0,1 0 14 16,0-2 20-16,6-3 15 0,-3-3 27 0,3-1 33 15,3 1 37-15,0 1 34 0,2 1 26 16,-1 0 13-16,-3 3 7 0,3 2 6 15,0 2 12-15,1 1 20 0,0 4 21 0,-9 0 14 16,22 2 1-16,-13 2-1 0,5 4-7 16,0 4-11-16,10 7-10 0,-3 0-12 0,0 4-8 15,1-3-6-15,-1 2-8 0,3 1-36 16,-6-1-51-16,1-2-56 0,1-1-44 16,-2-2-52-16,5 1-33 0,-3-5-64 15,8 1-109-15,3-3-135 0,-5-3 51 0,-1-5-151 16,15 2-118-16</inkml:trace>
  <inkml:trace contextRef="#ctx0" brushRef="#br0" timeOffset="53439.27">9488 10987 1799 0,'0'0'176'0,"0"0"2"0,0-6-4 16,0 6-11-16,0 0 19 0,0 0 12 0,0 0 13 15,0 0-9-15,-23 12-17 16,16-6-14-16,-1 5-18 0,-2 1-14 0,-1-2-13 16,-1 2-10-16,-1 0-10 0,-1 0-11 15,0 0-11-15,-6 1-11 0,-3 1-6 0,1-2-29 16,4-1-33-16,-3-2-37 0,1-3-48 16,0 0-38-16,4-2-36 0,2-4-36 15,3 0-31-15,-1-2-32 0,4-3-16 0,5-4-4 16,1-2 31-16,6-5 27 0,1 0 47 15,2-2 66-15,4 1 61 0,0 3 51 0,1 2 41 16,-3 2 39-16,2 3 37 0,-1 0 42 16,1 2 30-16,-1 5 19 0,-10 0 15 15,19 4-10-15,-8 1-4 0,1 3-14 16,-1 1-18-16,0 3-21 0,3 2-11 0,-3 1-17 16,3-1-18-16,-3 1-51 0,2-1-65 15,-3-2-93-15,-1-4-106 0,-3 1-114 0,2-3-172 16,-6 2-116-16,2-4 68 0,-4-4-300 15,0 0-320-15</inkml:trace>
  <inkml:trace contextRef="#ctx0" brushRef="#br0" timeOffset="54788.81">9833 7424 2260 0,'-2'-7'-22'0,"0"0"40"0,0 3 34 0,2 4 34 16,-3-9 23-16,1 3 32 0,2 6 35 15,-3-8 13-15,3 8 8 0,-2-9 1 0,2 9 3 16,-2-8-9-16,2 8-12 0,0-6-12 16,0 6-20-16,0 0-20 0,0-8-13 0,0 8-12 15,0 0-7-15,0 0-6 0,18 19 6 16,-5-4-5-16,4 11-6 0,5 6-7 15,3 6 1-15,4 5 12 0,2 4-5 16,-1-1-4-16,2 0 0 0,5 5 8 16,1-2 12-16,16 11 5 0,-1 3-10 0,2-3-4 15,2 0-12-15,-1 0-1 0,-1-2-12 16,-11-11 12-16,7 7-1 0,-11-6-4 0,1-1-7 16,-2 1 0-16,-3 2-9 0,0-2-3 15,0 0-6-15,1-2 18 0,-2 0 1 0,-1 3-4 16,-2-9-8-16,4 0-3 0,0 1-1 15,-1-2-7-15,-1 0-2 0,-3 2-5 0,1-5 1 16,1 1-3-16,-3-1-3 16,1-2-1-16,-1 0-4 0,-1-3-2 0,-1 4 1 0,3-2-2 15,-1-2 4-15,3-1-13 16,-5 1 2-16,5 0-4 0,-5 1 5 0,5 3-2 16,-7 0 0-16,5-1-8 0,-1 0 10 15,-3 2-9-15,6-2-2 0,-5 0 1 0,3-1-1 16,-1 0-3-16,1-3 7 0,-7-6-5 15,13 3 0-15,-13-3-1 0,-3-4 1 0,0-1-3 16,-2-4-1-16,-6-1-1 0,0-1 3 16,-1-2-6-16,-1-1-10 0,1 0 3 15,-4-3 1-15,1 3 7 0,-2 2-9 0,1-7-3 16,0 4 6-16,-4-4 2 0,1 1 0 16,5 0-2-16,-4-1 1 0,3 4 3 15,-3-2 0-15,3-1-4 0,1 3 32 0,-4-1 21 16,3 4-1-16,0-2-2 0,3-1-3 15,-2 1-3-15,-5 4-6 0,5-7-1 16,1 6-1-16,-5-6-4 0,4 3-10 0,-2-1-17 16,-3 1 0-16,2-2 0 0,4 1 0 15,-8-1 0-15,5-1 0 0,-5-2 0 0,1 2 0 16,0-1 0-16,-1-4 0 0,2 4 0 16,-5-6 0-16,7 7 0 0,-7-7 0 15,4 5 0-15,-4-5 0 0,6 5 0 0,-6-5 0 16,0 0 0-16,0 0 0 0,5 7 0 15,-5-7 0-15,0 0 0 0,7 5 0 16,-7-5 0-16,0 0 0 0,0 0 0 0,0 0 0 16,0 0 0-16,0 0 0 0,5 5 0 15,-5-5 0-15,0 0 0 0,0 0 0 0,0 0 0 16,0 0 0-16,0 0 0 0,0 0 0 16,0 0 0-16,-28 0-727 0,12-2-263 0,-9-1 106 15,1 0-1017-15,-13-4-1324 0</inkml:trace>
  <inkml:trace contextRef="#ctx0" brushRef="#br0" timeOffset="55989.03">11974 10188 4697 0,'-11'-3'-299'0,"0"-1"58"0,1-1 46 15,3 2 47-15,-3 1 43 0,5-3 50 0,-3 3 41 0,8 2 34 16,-13-7 22-16,7 4 19 16,6 3 8-16,-10-3 15 0,10 3 14 0,-6-4 15 15,6 4 8-15,0 0 2 0,0 0-8 16,0 0-11-16,35-3-9 0,3 8-3 0,9-3-13 16,3 1-6-16,15-1-9 0,3-1-6 15,4 3-6-15,-6-3-7 0,2-2-5 0,-5 1-1 16,-13-4-5-16,-3-1-4 0,-1 4-3 15,-8-1-1-15,-7 0 1 0,-8 1 5 0,-5-3 13 16,-2 2 1-16,-3 2 2 16,1-3-3-16,-3 1-1 0,-1 0-5 0,-10 2 3 0,15-1-10 15,-15 1-2-15,16-4-1 16,-11 1-5-16,-5 3-1 0,9-2-2 0,-9 2-6 16,10-2-2-16,-10 2-1 0,0 0-1 15,8-3-3-15,-8 3 0 0,0 0-4 0,0 0 1 16,0 0 1-16,7 12 0 0,-8-3-3 15,-1 1 3-15,-4 5-4 0,0 4 2 16,0 4-1-16,-1 10 3 0,-2 0-1 0,-4 2 0 16,2 2 16-16,-1 0 8 0,3 0 4 15,-2-1 3-15,4-5 7 0,-5 0 5 0</inkml:trace>
  <inkml:trace contextRef="#ctx0" brushRef="#br0" timeOffset="58471.75">11954 10286 305 0,'7'-6'103'0,"-1"0"20"0,0 2 19 0,-6 4 16 15,4-5 14-15,-4 5 7 0,6-3 10 16,-6 3 11-16,0 0 0 0,0 0 4 0,0 0 0 16,5-9-8-16,-5 9 4 15,0 0-13-15,0 0-14 0,0 0-13 0,0-6-13 0,0 6-15 16,0 0-12-16,-11-8-12 0,-1 5-9 15,-3 0-12-15,-4-1-7 0,-8-1-10 0,-9-1-6 16,-2-5-7-16,-2 2 1 16,-4-1 13-16,3 0 1 0,0 1-3 0,3-3-8 15,4 4-14-15,2-2 5 0,8 4-1 16,5 1-6-16,4 0 1 0,4 1-4 16,-1 0 6-16,7-1-7 0,-5-1-2 0,4 1-7 15,6 5-2-15,-7-10-4 0,7 10-2 16,-4-8-5-16,4 8 0 0,-4-9-5 0,4 9 1 15,-2-5-3-15,2 5-5 16,0 0-1-16,0 0-3 0,0 0-7 0,0 0 9 16,0 0-3-16,0 0 6 0,-9 23 8 15,4-9 7-15,0 7 7 0,-1 1 11 0,-3 7 4 0,-1 2 0 16,3 1 1-16,-3 1 7 16,-4 2 0-16,5-2-6 0,-2 1-2 0,-1-2-2 15,3-1-4-15,2-4-2 0,-4-2-6 16,4-4 3-16,1-2 0 0,-3 1 9 0,2-1 4 15,-2-1-5-15,2 1-1 0,2 0-4 16,-6 0-4-16,4 1-3 0,1-1-6 0,1-3 0 16,-1-1 1-16,1 0-3 0,0 1-3 15,3 0 4-15,1-5-3 0,-1 1-3 16,4-2 1-16,-1 1 1 0,3-1 3 16,4 0-5-16,2-1-6 0,1 0 1 15,4 0 0-15,5-1-1 0,0 1-2 0,5-5-2 16,9 4-10-16,2 2-6 0,3-3-6 15,3 3-5-15,-1 0-5 0,13 3 2 0,3 3 1 16,2 1 4-16,6-1 2 0,1-1 5 16,-1 1 0-16,3-5-1 0,-4 1 3 0,-1 1 4 15,-4-3-2-15,-2-2 4 0,-9-3-4 16,-6 1 5-16,-10-6-1 0,-3 1 3 0,0-1 8 16,-9 0 9-16,-1 0 7 0,-2-1 7 15,1-1 5-15,-6 0-1 0,1 0 5 16,-2 0 2-16,-4-1-6 0,-7 3-5 15,18 0-4-15,-13-3-1 0,-5 3-5 0,14-3-3 16,-14 3 5-16,9-2-7 0,-9 2-1 16,8-4-2-16,-8 4-4 0,3-5 2 0,-3 5-1 15,0 0-2-15,9-5 2 0,-9 5-2 16,1-7-1-16,-1 7 10 0,2-5-7 16,-2 5 5-16,2-8 7 0,0-1-3 0,2 2 4 15,-2-3 1-15,1 0 3 0,3-8-3 16,2 0-3-16,3-10-4 0,2-2 2 0,3-3-5 15,3-14-4-15,5-3 2 0,1-2-5 16,0-3-1-16,0 1 6 0,0 2-2 0,-3 1-2 16,-1 7-4-16,-8 10-5 15,-1 3 2-15,-1 5 0 0,0 6 1 0,-6 3-1 16,-1 5-5-16,0-1-4 0,-1 3 3 16,-1 1 4-16,2 1-4 0,-2 2-16 0,-1 2-13 15,-1 4-15-15,2-13-21 0,-2 13-28 16,-2-6-36-16,2 6-43 0,0 0-55 0,-11-4-58 15,11 4-70-15,-14 2-95 0,14-2-145 16,-29 8-84-16,11-6 68 0,-5 3-421 0,-9 5-511 16</inkml:trace>
  <inkml:trace contextRef="#ctx0" brushRef="#br0" timeOffset="59072.03">12078 10410 2768 0,'11'-7'-65'0,"-6"3"38"15,4 1 31-15,-4-3 28 0,-5 6 24 0,8-4 22 16,-8 4 9-16,3-5 4 0,-3 5-2 16,0-6-5-16,0 6-17 0,0 0 14 0,0 0 23 15,-25-3 3-15,11 5 11 0,-6 3 9 16,-5 0 9-16,-7 5-5 0,0 0 2 0,-2 6 1 15,-3-1 4-15,-4 4-3 16,0 3-6-16,7-3-9 0,-6 4-9 0,10-2-7 16,1-2 0-16,4 3-3 0,0-3-10 0,7 3-10 15,2-4-4-15,7 0-8 0,2 0-6 16,0-1-4-16,5-3-4 0,2 1 0 16,4-1-3-16,2 2-5 0,5 0-1 0,2-3-3 15,1-3-2-15,-1 2-5 0,1-4 3 16,-1 0 12-16,1-4 10 0,-3-2 7 0,-2 0-1 15,1-2-3-15,-10 0-9 0,17-4 0 16,-10-2-8-16,2 0-5 0,-6-6-9 16,3 3-1-16,-2-4-5 0,-3 1-6 15,1-1-5-15,-2 1-1 0,0 3-7 0,0 1-16 16,0-1-12-16,0 2-15 0,-2 0-17 16,2 7-23-16,-5-10-26 0,3 7-28 15,2 3-32-15,-11-4-53 0,11 4-54 0,-16-1-59 16,16 1-69-16,-16 1-102 0,16-1-198 15,-12 4 58-15,12-4 77 0,-8 3-328 0,8-3-372 16</inkml:trace>
  <inkml:trace contextRef="#ctx0" brushRef="#br0" timeOffset="59473.62">12302 10580 2350 0,'2'-8'-57'0,"0"1"16"16,-2 2 16-16,0 5 15 0,-4-9 14 15,4 9 9-15,-9-8 21 0,2 7 10 0,-2-2 3 16,-4 3 8-16,-1 0 7 0,-6 3 6 16,1 0 4-16,-3 1 2 0,1 2 3 0,-1-1 3 15,4 3-2-15,2 0-1 0,3 1 2 16,3-1 7-16,4 4 1 0,3-2 8 15,5 1 0-15,-1 1-9 0,5 2-4 0,-1-1-13 16,6 1-8-16,-4 1-6 0,2-3 0 16,1 0-1-16,-4 0-2 0,1-3 4 15,-3-1 3-15,2 1 9 0,-5-3 6 16,1 0-1-16,1-1 9 0,-3-5 7 0,0 0 3 16,-6 14-8-16,0-11-7 0,6-3-5 15,-13 6-10-15,13-6-4 0,-16 1-5 0,16-1-10 16,-20 0-8-16,20 0-11 0,-23 0-44 15,9-1-51-15,-1 1-66 0,1-3-78 0,-4 3-82 16,-1 0-103-16,-3 0-206 0,-3 4 20 16,0-1 75-16,-13 4-243 0,-1 2-244 0</inkml:trace>
  <inkml:trace contextRef="#ctx0" brushRef="#br0" timeOffset="60739.01">11196 10901 1990 0,'14'-4'-42'0,"2"-3"41"16,1 2 28-16,-3 0 25 0,-2-1 32 0,4 0 25 16,-5 3 26-16,0 0 28 0,-2-2 16 15,-2 3 3-15,-7 2-8 0,11-4-11 0,-4 0-17 16,-7 4-14-16,0 0-6 0,0 0-8 15,0 0-7-15,-27-8-12 0,7 8-9 16,-3 0-10-16,-3 0-4 0,-5 0-16 16,2 0 3-16,-14 0-8 0,3 0-2 0,6-3-7 0,5 3-8 15,1 0 4-15,7 0-6 16,-1-1-2-16,9 1 17 0,-2-2 8 0,2 2 5 16,4-2-9-16,-2 0-3 0,11 2-4 15,-11-5-5-15,11 5-5 0,-3-6-9 0,3 6 0 16,0-6-6-16,0 6-2 0,0 0-7 15,0 0 0-15,0 0-3 0,0 0 0 16,0 0-4-16,0 0 3 0,11 19-1 0,-10-5 10 16,-2 2 4-16,-3 3 6 0,0 2 8 15,1 4 13-15,-8 6 5 0,4-1-5 0,-4 0-2 16,4-7-4-16,-4 5-2 0,2-6-2 16,2-2-1-16,1-5-4 0,-2-1-5 15,2-2 1-15,1 2-2 0,-1-3-4 16,3-2-4-16,-4 0-4 0,5-2-1 0,-1 1 0 15,1-3-4-15,-2 2 2 0,2 0-2 16,0-2 0-16,0 1 0 0,2-6-1 0,0 11 2 16,2-4-4-16,0 1 1 0,2 0-2 15,1 3 1-15,7-1 0 0,5 2 1 0,12 3-2 16,3-1 0-16,9-3 0 0,9 4-6 16,6-5-13-16,3 2-6 0,2-2-4 15,4 1-2-15,-1-3 1 0,1 2 2 16,1-2 1-16,-5-3 3 0,-5-1-4 0,-6 0 7 15,-4-2 4-15,1 1-1 0,-2 0-1 16,-4-3 2-16,1 0 4 0,-2-3 0 16,2 2 4-16,-1-3-3 0,4 0 1 0,-2 4 0 15,3-3 1-15,1 2 2 0,2 0-1 16,-3 1 1-16,-1 0 2 0,1 1-5 0,-1 0 7 16,-3 2-2-16,1 0-2 0,-4-2 2 15,-6 3-2-15,-7-4 0 0,-4 1 2 0,-2-1 8 16,-1 0 14-16,-3-1 9 0,1-1 7 15,-2 0 3-15,2-2 8 0,1 1 3 0,-4 1 1 16,4-4-2-16,-1 3 0 16,-4-3-2-16,2 1-10 0,1 1 1 0,0-2-5 15,0 3-7-15,-1-1 4 0,-1 0-3 16,-3 1-7-16,3 0-1 0,-5-1-3 0,-9 4-2 16,18-4-3-16,-13 1 2 0,-5 3-6 15,15-5 5-15,-8 2-5 0,-7 3-2 16,16-4-2-16,-9 0 7 0,4 0-10 0,-4 0 0 15,2 2 0-15,-9 2-2 0,20-8 5 16,-11 5-4-16,-2-1 2 0,-7 4-4 0,16-5 0 16,-9 2 5-16,-7 3 2 0,11-5 20 15,-11 5 3-15,12-4 8 0,-12 4 12 0,6-3 15 16,-6 3 3-16,0 0 12 0,9-9-12 16,-2 3-7-16,-5 0-7 0,-2 6 1 15,5-15-9-15,-3 4-7 0,2 0-6 16,-3-3 0-16,-1 2-2 0,0-2-10 0,0 2-4 15,-3 0-6-15,-3-1 2 0,-4 1-1 16,-1-3 2-16,-4 4-4 0,-6 2-3 0,-8-5-1 16,-5 5-4-16,-5 3 7 0,3 0-8 15,-2 4-1-15,2-1 10 0,2 0-3 0,7 3-8 16,4 0 7-16,2 3-2 0,1-3-4 16,0 3-4-16,1-2 2 0,4 2-8 15,1-1-12-15,1 1-21 0,0 2-28 16,1-3-23-16,1 2-26 0,2-1-30 0,1 0-24 15,0 1-31-15,1 0-31 0,7-4-31 16,-14 5-30-16,7-1-31 0,7-4-39 16,-15 0-67-16,15 0-88 0,-16 0-154 0,16 0 50 15,-13 0-423-15,13 0-521 0</inkml:trace>
  <inkml:trace contextRef="#ctx0" brushRef="#br0" timeOffset="61104.85">11791 11075 2698 0,'0'0'5'0,"0"0"48"0,0-7 21 15,0 7 7-15,0 0-6 0,-1-7-4 16,1 7 51-16,0 0 35 0,0 0 2 0,-13 22-1 16,5-9 1-16,0 1 5 0,2 2-8 15,-3 3-5-15,4 0-8 0,-4-1-12 16,2 3-11-16,1-2-15 0,1-1-6 16,1 0-12-16,1-4-7 0,-4 0-10 0,3-2-6 0,1 0-6 15,-1-1-6-15,0-3-5 16,2 0-5-16,1-1-18 0,-3 0-18 0,2-2-19 15,2-5-29-15,-5 8-79 0,5-8-83 16,0 0-79-16,0 0-90 0,-18-10-99 16,12 2-152-16,5-3 43 0,-6 1-337 0,1-2-398 15</inkml:trace>
  <inkml:trace contextRef="#ctx0" brushRef="#br0" timeOffset="61504.66">11597 11102 2421 0,'0'0'37'16,"0"0"34"-16,0-12 25 0,0 12 10 15,0 0 22-15,0 0 21 0,-23 0 10 0,23 0-7 16,-22 6-7-16,8-4-11 0,0 2-11 16,-4 1-9-16,0 0-14 0,0 1-12 0,-1 1-7 15,-5-2-9-15,6 1-3 0,-1 1-9 16,2-2-4-16,1 0-7 0,2-1-9 0,-4 0-4 15,7-1-13-15,-3-2-11 0,5 2-14 16,9-3-20-16,-22-3-30 0,22 3-23 0,-18-6-26 16,10-2-5-16,2 0-2 15,1 0 11-15,-1-2 12 0,2 3 10 0,3-1 15 16,1 8 7-16,-7-12 10 0,7 12 7 16,-4-5 4-16,4 5 38 0,0 0 24 15,0 0 18-15,0 0 9 0,0 0 1 0,0 0-5 16,-7 23 12-16,7-14 4 0,2 1-6 15,0 0-1-15,1 2-9 0,-1-1-6 0,7 1-1 16,-6 1-4-16,5-1-10 0,-1 0-22 16,0 0-41-16,5-3-54 0,-1-1-52 15,3 1-62-15,1-4-81 0,3 0-114 16,-2-2-160-16,7-2 43 0,1-2-212 0,2 1-214 16</inkml:trace>
  <inkml:trace contextRef="#ctx0" brushRef="#br0" timeOffset="61870.94">12223 11128 2177 0,'9'-3'86'0,"-9"3"2"16,0 0-6-16,0 0 43 0,0 0 18 16,0 11 7-16,0-11 7 0,-16 19 3 0,7-6-3 15,-2-1-9-15,-5 5-11 0,-2 3-13 16,-1-1-10-16,-3-5-12 0,8 0-10 15,-10 3-6-15,3-5-14 0,6-1-4 16,-4 0-9-16,2-3-8 0,2-1-17 0,0-2-11 16,1-1-17-16,3-4-2 0,11 0-16 15,-18-7-11-15,11 0-7 0,3-5 4 16,4-1 3-16,4-6 3 0,5-9-4 0,3 1 2 16,-1 8 19-16,0 4 4 0,1 1 22 15,-1 4 3-15,2 1 5 0,-2 3 16 0,-4 4 11 16,3 2 11-16,-10 0-2 0,22 10-9 15,-10-3-3-15,-1 3-3 0,2 4-9 0,1 1-2 16,6 6-2-16,-7-3-46 16,-2-4-71-16,-3-1-98 0,-1 0-92 0,-1-3-117 15,-2-2-189-15,-3-1-16 0,-1 0 71 16,0-7-255-16,0 9-263 0</inkml:trace>
  <inkml:trace contextRef="#ctx0" brushRef="#br0" timeOffset="63121.21">11843 7239 1292 0,'-5'-10'129'16,"-3"1"5"-16,5-1-30 0,-4 2 2 15,3-2-12-15,1 2-2 0,-1-2-6 0,0 1-1 16,1 3 6-16,-1-1-1 0,2 0-14 15,0 1-4-15,2 6-6 0,0 0-10 16,0 0 5-16,0 0 17 0,0 0 4 0,13 14-6 16,0 0 3-16,10 7 6 0,10 8-7 15,3 2-5-15,4 0-6 0,5 8-4 0,5 3-9 16,15 12-2-16,3 3-4 0,4 1-1 16,5 2-5-16,7 0-5 0,2 2 2 0,0 1 4 15,-1-1 7-15,-3 1 3 0,2-1-1 16,-1-3-3-16,-6-4 1 0,2-1-1 15,-7-4-5-15,-4-4-8 0,0-1 1 0,-18-12 3 16,4 2-7-16,-2-2-3 0,-2 3-10 16,0-2 8-16,0 0-10 0,1 1 0 15,-3 0-3-15,-1-2 3 0,3 2 0 0,-2-1-7 16,-1 2-2-16,3 0 9 0,0 1-6 16,5-2 6-16,9 11-3 0,-8-9 2 15,8 10-2-15,2-2 2 0,-13-8 2 0,-4-1-9 16,5-2-1-16,-3 3 3 0,1-4-2 15,-2-2 2-15,-5 1-4 0,-3-1-3 0,2-2 3 16,-6 0-3-16,0-2 3 16,0 1 23-16,0-1 10 0,0 4 9 0,5-1-4 15,-7 1-3-15,3-1-7 0,-3-1 1 16,1 0-5-16,-3-1-1 0,-1-1-2 0,-6-4-1 16,-1-2 7-16,-4-1 3 0,3-2-3 15,-5-1-1-15,-4-4-6 0,-2 1 8 0,-3-5 9 16,1 1 4-16,0 2-1 0,-1-4 4 15,1 1 4-15,-1 1-4 0,2-2 5 0,-1 3 11 16,1-3-2-16,0 1-7 0,-1-1-6 16,1-1-4-16,-3 0-5 0,-3 0-4 15,2-4-5-15,1 2-4 0,-6 1-4 16,-4-6 1-16,13 6-9 0,-6-2 2 0,-7-4-4 16,9 7-3-16,-4-2 1 0,-5-5-4 15,10 5 4-15,-10-5 0 0,6 5 1 16,-6-5-1-16,7 3 3 0,-7-3-1 0,0 0-1 15,0 0-4-15,8 5-1 0,-8-5-3 16,0 0-16-16,0 0-33 0,0 0-47 0,0 0-84 16,0 0-112-16,0 0-136 0,0 0-200 15,-38-11-102-15,20 5 91 0,2 0-490 0,-6-1-590 16</inkml:trace>
  <inkml:trace contextRef="#ctx0" brushRef="#br0" timeOffset="64320.46">14884 10142 2907 0,'-12'0'-96'0,"-2"-2"50"15,1 2 38-15,2-1 37 0,-1-1 37 0,2 0 38 16,1 0 35-16,9 2 26 0,-15-1 25 15,15 1 15-15,-12-4 16 0,12 4 12 0,-10-3-1 16,10 3-14-16,0 0-22 0,0 0-19 16,18-12-22-16,3 7-13 0,4 0-15 0,15 0-8 15,-4-1-15-15,3 0-10 0,-2 2-10 16,-11 3-6-16,-3-1-10 0,-5 2-9 16,-3-2-7-16,-1 2-9 0,-14 0-7 0,18 4-3 15,-11-1-3-15,-4 3-3 0,-1 5-7 16,-4-1 7-16,0 6-5 0,-8 1 2 15,-1 10-3-15,-1 0 0 0,-1 2-1 16,-2 0-2-16,3 1-8 0,0 1 6 0,-1 0-4 16,4-4-1-16,0-1 3 0,3-4-3 15,-2-1 0-15,4-1-1 0,1-4-1 0,-3-1-11 16,4 0-28-16,-1-3-35 0,-1-3-31 16,1 2-25-16,1-2-29 0,2-5-39 0,0-4-77 15,-2 7-55-15,2-7-56 0,0 0-65 16,0 0-102-16,0 0-92 0,13-20 57 0,-10 11-320 15,1-2-380-15</inkml:trace>
  <inkml:trace contextRef="#ctx0" brushRef="#br0" timeOffset="64486.38">14909 10401 2358 0,'-11'-3'-34'0,"-3"-3"49"16,3 3 45-16,4 0 43 0,7 3 51 0,-14-5 59 16,10 3 26-16,4 2 13 0,-7-5 0 15,7 5-12-15,0 0-22 0,0 0-21 0,17-7-18 16,-2 5-18-16,7 0-18 0,2-1-10 15,4 0-20-15,11 1-17 0,-5 0-38 0,2-1-48 16,4-1-58-16,-3-2-72 16,-1 0-79-16,-5 0-75 0,-9 0-94 0,11-2-135 0,-2-5-108 15,-9 3 55-15,-5 0-288 0,2 1-329 16</inkml:trace>
  <inkml:trace contextRef="#ctx0" brushRef="#br0" timeOffset="64920.13">15937 10222 2288 0,'5'-8'31'16,"-3"4"33"-16,-2 4 20 0,2-10 18 16,-2 10 13-16,-4-10 15 0,4 10-2 0,-3-12-6 15,-5 9-7-15,8 3-1 0,-15-6 9 16,3 6 2-16,12 0 3 0,-36 6-2 0,13-3 0 15,0 4-11-15,0 0 9 16,-5 3-6-16,5 2-12 0,6-4-5 0,2 1-8 16,5 3-4-16,1-2 9 0,1 2 5 15,6 3 0-15,4-2-6 0,7 4-11 16,1 1-5-16,7 6-9 0,4-4-11 0,2 2-2 16,-2-1-7-16,0-3 1 0,-4-2 4 15,-3-4 0-15,-3-2 5 0,1 0-1 0,-5-2-3 16,-1 0-2-16,-1-3-3 15,-3 3 8-15,2-4 3 0,-4-4 6 0,-6 12-6 0,1-5-4 16,-6-1-3-16,-1-2-7 16,-3 0-3-16,-3 0-6 0,2 0-6 0,-6-3 1 15,-3 1-4-15,4 0-2 0,-1-2-9 16,3 0-19-16,-3-4-35 0,6 3-46 0,-2-3-64 16,3 2-84-16,0 0-93 0,4-3-82 15,-7 2-103-15,7-3-170 0,0 2-1 0,-1-1 77 16,3 0-403-16,-1 2-479 0</inkml:trace>
  <inkml:trace contextRef="#ctx0" brushRef="#br0" timeOffset="65803.06">14689 9895 2573 0,'-31'-10'-91'0,"3"0"45"16,-3-3 32-16,6 5 28 0,6 1 28 0,2 0 27 15,1 2 24-15,3-2 28 0,2 4 4 16,-1-3-3-16,9 2-17 0,3 4-12 15,0 0-8-15,21-7-7 0,9 3-9 16,31 3 4-16,11 2-18 0,18 1-7 16,30 2-9-16,11 1-18 0,5 5-18 0,6-2-26 15,2 1-11-15,-5-1-10 0,-6 1 3 16,-11-4 7-16,-30-3 3 0,-10-2 5 0,-6 0 20 16,-11-2 25-16,-16 0 34 0,-6 1 26 15,-13-1 25-15,-3 0 15 0,-9 1 12 0,-2 1-5 16,-1-2-16-16,-3 2-16 15,-12 0-9-15,18 0-10 0,-9 5-14 0,-4 4-4 0,-1 1 0 16,-2 7-2-16,-2 9 7 16,-6 13 15-16,0 2 3 0,-4 11-2 0,3 3-6 15,-2-1 0-15,0 6 37 0,4 0 28 16,1 1-8-16,2-5-7 0,1 2-16 0,2-13 8 16,-1-2-7-16,0-3-14 0,0-2-8 15,-1-11-8-15,2-5-6 0,-1-2-5 0,0-8-9 16,-1 2 1-16,1-2-1 0,0-2 5 15,0-1 3-15,-2 0-3 0,2-3-1 0,-2 1-5 16,2-7-3-16,-6 9-4 0,-2-4-14 16,-5 3-3-16,-4-5 1 0,-10-1-6 15,-15 5 3-15,-15 0-5 0,-10-1-5 0,-5-2 0 16,-10 1-2-16,-6 3-6 0,-23-1 1 16,-2 0-1-16,0 1 6 0,2 0-6 15,5 1-2-15,20-1-5 0,2 2 2 16,6-1-3-16,4 1-5 0,3 1 1 0,9 1-2 15,4-2 5-15,7 1 1 0,9-1 0 16,3 0-3-16,5-3 5 0,5-2 0 0,7 1-4 16,-3-3-10-16,6-2 4 0,2 3 5 15,1-2-2-15,5 1 4 0,-1-3 21 0,-1 2 28 16,13-2 16-16,-17 2-4 0,17-2 1 16,-15-6-5-16,10 1 3 0,-4-1-5 0,6-1 1 15,-3-4-5-15,2-1-14 16,4 1-1-16,-2-9-5 0,2-3-2 0,2-4-7 15,2-13-1-15,2-13-1 0,4-4-13 16,-1-6-19-16,9-1-19 0,-2-5-23 0,9-13-25 16,4-3-14-16,-11 21-4 0,3 2-6 15,1 5-11-15,-6 4-10 0,4 6-15 0,-3 4-3 16,-6 11-8-16,-1 10-7 0,-2 5-32 16,-2 1-56-16,-3 7-84 0,3 1-24 0,-4 5-34 15,-2 3-55-15,0 0-142 0,0 0-105 16,13 14 80-16,-11-2-409 0,2 11-491 0</inkml:trace>
  <inkml:trace contextRef="#ctx0" brushRef="#br0" timeOffset="67003.25">14357 10946 2683 0,'0'0'-48'0,"0"0"29"0,0 0 19 15,0 0 22-15,7-3 24 0,-7 3 29 0,0 0 39 16,0 0 30-16,0 0 4 0,0 0 8 16,-28 9-6-16,13-8-7 0,-3 1 1 0,-5-2-6 15,-3 0-6-15,-2 0-13 0,-15-2-14 16,4 1-6-16,-6 1-14 0,6-4-5 0,-3 2-13 16,1-1-3-16,9 0-6 0,6 2-5 15,-1 0-9-15,8-1-1 0,-1 0-1 0,8 0-8 16,-1 2-2-16,1-2-3 0,1 2-6 15,11 0-5-15,-20 4-2 0,15 0 1 16,-6 4 25-16,0 4 3 0,2 5 6 16,2 4 18-16,-2 0 8 0,0 8-6 0,4-2 3 15,1-3-4-15,-3 9 0 0,0-2-2 16,3-4-5-16,1-5-10 0,-3 1-3 0,2-3-1 16,1-1-1-16,-1-4-6 0,1 1-2 15,0-4-2-15,1 0 0 0,-2 0-4 0,2-4-5 16,0 1-3-16,1 2 1 0,-3-5-2 15,2 2-1-15,0 0-8 0,2-1 2 16,0 1-3-16,0-2 3 0,4 3 1 16,1 0 1-16,3 2-4 0,4-2-3 0,4 4 0 15,9 0-3-15,8-1 0 0,3 0-2 16,14 1 1-16,5-1 0 0,8-2-6 16,7 0-11-16,7 2-19 0,2-5-12 0,5 0-13 15,4-1-16-15,23-2-7 0,-21-1-5 16,-4-1 2-16,4-4-1 0,-4 0 11 0,0-1 5 15,-4-2 6-15,-3 0 6 0,-2-2 8 16,-3 2 30-16,1 0 11 0,1-1 8 0,2 2 11 16,4 2 5-16,1 3 11 0,2-1 1 15,-5 4 1-15,-1-3-3 0,-6 3 0 0,-1 1-3 16,-1 0 15-16,-4 2-3 0,1-1-1 16,-3 0-2-16,-4 1-3 0,-13-2 2 15,-3 0-6-15,-5-1 13 0,-9-2 11 16,-8-1 12-16,-4 2 16 0,0-3 6 0,-4 0 16 15,0 1 8-15,-1-1 8 0,-1-1 2 16,1-2-4-16,-5 2-8 0,0-3-4 0,3 1-1 16,-1-3-9-16,-1 1-8 0,2 0-11 15,-1 0-5-15,1-3-9 0,1-3-5 0,-1 2-9 16,2-2-4-16,-1-3-4 0,12-5-5 16,-2-1-5-16,2-5-4 0,0 0 0 15,8-8-11-15,-3-6-8 0,4-2-9 0,0-4-1 16,-1-1 6-16,-3-4-2 0,1-1-2 15,-4 2-1-15,-2 5 0 0,-5 4-2 16,-4 8-3-16,-5 2 4 0,-4 10-4 0,-1 2-2 16,-2 4-1-16,-2 1 0 0,0 1 4 15,-2 4-4-15,-2-1 2 0,2 0-1 16,-4 1 6-16,2 1-4 0,-1 0 1 0,-2 2-1 16,5 5 1-16,-4-10-1 0,3 7-1 15,1 3 3-15,-4-7-2 0,4 7 0 0,-6-4-2 16,6 4 1-16,-14-1 2 0,14 1 2 15,-27 5 0-15,6 0 0 0,-17 3 0 16,-7-3 4-16,0 2-6 0,-18 0 1 0,-2 3 1 16,-6-3 2-16,-1 0 7 0,-4 0-5 15,-2-3 2-15,5 0 0 0,3 2 0 16,3-1-1-16,8-2-4 0,13 0 1 0,4 1 3 16,8-2-3-16,8 2-1 0,1-2 3 15,5-2 0-15,4 2 1 0,2-2-3 0,1 3-1 16,4-2 2-16,-4 1 2 0,4-2-24 15,9 0-24-15,-14 4-42 0,14-4-54 0,-13 0-52 16,13 0-46-16,-12 2-31 0,1 1-37 16,2 3-55-16,-4 1-51 0,-3 4-60 0,2-2-80 15,-4 5-188-15,-9 4 61 16,2 1-529-16,-1-1-671 0</inkml:trace>
  <inkml:trace contextRef="#ctx0" brushRef="#br0" timeOffset="67339.03">15225 11046 3498 0,'1'-14'11'0,"3"3"71"0,-2 0 49 0,0 4 42 16,0 0 24-16,-1 3 13 0,-1 4-15 15,0-10-17-15,0 10-20 0,0 0 2 16,0 0 25-16,0 0 1 0,0 0-9 0,-3 41-4 16,-3-18 12-16,4 0-10 0,1 1-11 15,-6 11-10-15,5-6-14 0,-2-4-10 0,4 3-17 16,-1-2-12-16,1-2-7 0,0-3-10 16,-2-2-5-16,2-1-12 0,0-4-7 0,-2 0 0 15,2 0-16-15,-2-5-35 0,2 2-48 16,0-2-27-16,-2-1-41 0,2-1-51 15,-2-1-77-15,2-6-108 0,-12 6-108 0,12-6-110 16,-14-4-228-16,14 4 66 0,-23-9 88 16,8 2-476-16,1 1-580 0</inkml:trace>
  <inkml:trace contextRef="#ctx0" brushRef="#br0" timeOffset="67754.78">14945 11176 3268 0,'-9'-11'41'16,"6"9"26"-16,3 2 32 0,-22-4 35 16,9 4 22-16,-6 2 16 0,2 0 2 15,-8 3-6-15,0-1-13 0,-5 6-9 0,-1 0-15 16,-1 1-16-16,2 0-8 0,-1-2-10 16,3 4-9-16,3-5-7 0,1 1-11 15,6 0-7-15,-1-2-7 0,2-1-8 16,3 1-15-16,3-3-23 0,-1 2-15 0,3-4-19 15,1 0-11-15,8-2-55 0,0 0-45 16,0 0-35-16,-12-9 4 0,12 4 14 0,0 5 16 16,5-15 12-16,1 6 17 0,-5 1 24 15,3 1 29-15,-2 0 40 0,2 0 28 0,-4 7 10 16,3-10 2-16,-3 10 0 0,2-9 2 16,-2 9 1-16,4-7 6 0,-4 7 7 0,0 0 23 15,0 0 6-15,0 0-1 0,2-5-9 16,-2 5-6-16,0 0-3 0,0 0-5 0,0 0-7 15,0 0 0-15,0 0-5 16,0 0-33-16,0 0-39 0,0 0-45 0,0 0-75 16,-8 23-80-16,5-18-97 0,-1 0-98 15,4-5-175-15,-2 7 42 0,2-7-284 16,7 6-333-16</inkml:trace>
  <inkml:trace contextRef="#ctx0" brushRef="#br0" timeOffset="68135.92">14763 11163 2234 0,'-12'-10'-33'0,"5"4"37"16,2 1 40-16,-2-2 40 0,3 2 36 0,-1 0 38 16,1-1 36-16,4 6 26 0,-7-9 5 15,7 9-14-15,-7-8-15 0,5 4-17 16,2 4-25-16,0 0-15 0,0 0 19 16,0 0 20-16,0 0 0 0,0 24-7 0,2-7 1 15,3-1-8-15,0 5 3 0,3 1-7 16,1 9-15-16,3-2-9 0,-1 2-20 0,3-3-13 15,-3 1-7-15,2-4-13 0,-1-3-3 16,-5-5-16-16,3-5-13 0,-5 1-37 0,4-1-45 16,-6-2-48-16,3 1-57 0,-3-5-60 15,-1 0-72-15,0 0-61 0,-2-6-107 0,0 0-133 16,-2 7-113-16,2-7 60 0,0 0-404 16,0 0-501-16</inkml:trace>
  <inkml:trace contextRef="#ctx0" brushRef="#br0" timeOffset="68736.45">16030 11346 2727 0,'14'-6'81'0,"-5"1"49"16,-3-1 48-16,-1 2 0 0,-5 4-11 0,6-3-18 16,-6 3 38-16,0 0 19 0,0 0 3 15,-22 8-8-15,2 2-9 0,-7 4-12 16,-1 1-13-16,-1 5-11 0,1-4-17 16,1 4-11-16,1-3-16 0,3 0-9 15,2-2-10-15,6-3-8 0,-3-1-8 0,3-1-16 16,3-2-23-16,1-1-16 0,1-1-12 15,3-3-21-15,-1-1-26 0,8-2-29 0,0 0-13 16,-21-10-17-16,17 2-16 0,1-2 6 16,-1-5-7-16,4-1 2 0,2-3 13 0,2-4 15 15,-1-2 5-15,5 5 32 0,-6 2 37 16,2 5 18-16,2-3 3 0,-3 8-5 0,-1 1 40 16,6 5 42-16,-8 2 10 0,13 2 10 15,-1 5-5-15,1 5-5 0,2 0-5 0,8 8-11 16,2 1-7-16,-3 0-9 15,1 0-5-15,2-3-32 0,-3-4-48 0,-8-2-48 16,0-3-44-16,-3-1-61 0,-3-1-78 16,-3-4-99-16,0-2-120 0,-5-1-208 0,0 0 38 15,0 0 75-15,0 0-325 0,0 0-371 16</inkml:trace>
  <inkml:trace contextRef="#ctx0" brushRef="#br0" timeOffset="69918.89">14447 3333 643 0,'0'0'219'0,"-22"-5"-50"16,8 3-39-16,-4-1-25 0,1-3 3 0,-2 3 6 16,-2-2 7-16,0 0 7 0,0 2 19 15,0-4 11-15,2 2 5 0,4 1 1 0,-5-1 16 16,6 2-4-16,-4-1-26 15,5 1 6-15,2-1-15 0,-1 2-5 0,12 2-20 16,-15-5 4-16,15 5 2 0,-12-3 1 16,12 3 3-16,0 0-15 0,0 0-10 15,0 0-11-15,82 0-3 0,6 2-5 0,47-1-12 16,28 6-8-16,63 4-10 0,12 1 1 16,22 6-6-16,0 1-5 0,6 4-4 0,-10-2-1 15,8-2-2-15,-19 2-4 0,-17-1 1 16,-57-5-9-16,-12-4 0 0,-12 1 4 15,-16-1-6-15,-18-5 0 0,-34 1-2 0,-15-1-3 16,-17-4 14-16,-8 0 15 16,-10 1 3-16,-4-2-4 0,-7 1-1 0,-4-2-3 0,-3 2-5 15,0 0-4-15,-11-2-8 16,18 0-5-16,-18 0-18 0,18 1-41 0,-18-1-48 16,9 0-71-16,-9 0-79 0,0 0-90 15,0 0-145-15,0 0-184 0,0 0 46 16,0 0-337-16,0 0-428 0</inkml:trace>
  <inkml:trace contextRef="#ctx0" brushRef="#br0" timeOffset="70203.66">17627 3370 2593 0,'0'0'92'0,"0"0"47"16,-8-8 18-16,8 8-9 0,0 0-6 15,0 0 6-15,0 0 9 0,0 0 0 0,29 18-6 16,-14-5-9-16,9 10-17 0,-4 3-7 16,1 0-14-16,0 4-9 0,-6 1-7 0,-1-2-9 15,-3 0-7-15,-4-4-9 0,-5-4-5 16,-2-4 0-16,-5 4-1 0,-3-3-6 0,-3 0-1 16,-6 2-2-16,-5-1-9 0,-2-3-2 15,-2-1-7-15,-5-3-19 0,4-5-42 16,2-3-81-16,1 1-117 0,-5-4-131 0,0-1-172 15,-1-1-125-15,-8-4 63 16,0-1-322-16,-1-3-398 0</inkml:trace>
  <inkml:trace contextRef="#ctx0" brushRef="#br0" timeOffset="70652.35">15083 2623 2667 0,'8'-18'72'0,"-5"5"45"0,3-1 30 0,-2 5 30 15,0-1 31-15,-2 4 5 0,2-1-17 16,-4 7-24-16,1-8-23 0,-1 8-12 16,0 0 14-16,0 0-5 0,-5 31-11 15,-1-12-9-15,-4 14 2 0,1 0 2 16,2 2-8-16,-5-3-10 0,2 2-10 0,3-1-4 15,0-3-10-15,0-6-9 0,3-3-10 16,-1-2-3-16,1-1-11 0,1-5-3 0,-1-1-16 16,-1-2-19-16,1 1-25 15,3-5-32-15,-1 1-66 0,2-7-119 0,0 0-121 16,0 0-143-16,0 0-204 0,-15-18 2 0,13 2 78 16,2-3-325-16,2-7-416 15</inkml:trace>
  <inkml:trace contextRef="#ctx0" brushRef="#br0" timeOffset="70887.56">14999 2462 2688 0,'-9'-2'51'0,"-1"1"12"16,10 1 13-16,-17-4 28 0,17 4 46 16,-14-2 41-16,14 2 22 0,0 0 11 15,-11-1 0-15,11 1-15 0,0 0-15 0,0 0-15 16,0 0-16-16,0 0-16 0,0 0-12 15,34-5-14-15,-9 1-12 0,2 4-12 0,2-2-11 16,-3 2-7-16,1-2-14 16,0 1-34-16,-7 1-40 0,0-3-43 0,-4 3-47 15,-4 0-64-15,3 0-66 0,-15 0-68 0,23 3-99 16,-14-2-124-16,-9-1-147 16,11 2 60-16,-9 4-264 0,-2-6-354 0</inkml:trace>
  <inkml:trace contextRef="#ctx0" brushRef="#br0" timeOffset="71135.69">14633 3079 2480 0,'-13'9'64'16,"3"-2"34"-16,3-2 39 0,1-2 45 16,6-3 20-16,-5 7 39 0,5-7 24 15,0 0 5-15,-4 6-13 0,4-6-13 16,0 0-20-16,26 0-26 0,-5 0-19 0,10-3-18 15,13 3-18-15,1-6-16 0,3 2-39 16,-3-1-42-16,-5-2-39 0,-1 0-43 0,-3-1-45 16,-7 1-42-16,-13 0-41 0,0 2-46 15,-5 0-50-15,-3 0-66 0,-6 1-97 16,-2 4-163-16,0-8-28 0,0 8 63 0,0 0-211 16,-14-9-251-16</inkml:trace>
  <inkml:trace contextRef="#ctx0" brushRef="#br0" timeOffset="71619.48">15300 2876 2452 0,'2'-7'257'16,"-2"0"13"-16,0 7 12 0,4-7 4 0,-4 7 0 15,0 0-13-15,0 0-26 0,0 0-25 16,0 0-29-16,0 0-20 0,0 0-14 15,0 0-9-15,0 0-16 0,0 0-10 16,-19 20-12-16,15-11-13 0,-4 1-1 16,5 1-19-16,-7-2-6 0,3 4-8 0,0-3-3 0,0-1-2 15,2 1-8-15,-1-2-5 16,2-2-5-16,0 1 9 0,4-7-13 0,-8 10 21 16,8-10 4-16,-2 5 20 0,2-5-10 15,0 0-9-15,0 0-17 0,16-32-8 0,3 11-5 16,2-4-9-16,4 3-6 0,-5 1-4 15,3-1-4-15,0 3 3 0,-10 4-3 16,3 3 2-16,-7 2 2 0,1 3-11 0,-2 0-1 16,-3 2-6-16,3 0-5 0,-8 5-6 15,0 0 8-15,10-3 2 0,-10 3 0 0,0 0-3 16,7 16-1-16,-7-7 6 0,2 1-2 16,-2 2-1-16,0 0 11 0,0 2-9 15,0 2 7-15,0 0-4 0,0-3 3 16,2 1-2-16,-2-2 1 0,0 1 2 0,2-1-6 15,-4-3-30-15,4-1-27 0,-2-1-33 16,0 2-30-16,0-9-41 0,2 9-37 16,-2-9-53-16,2 6-86 0,-2-6-98 0,0 0-146 15,0 0-157-15,0 0 78 0,21-23-442 16,-14 11-574-16</inkml:trace>
  <inkml:trace contextRef="#ctx0" brushRef="#br0" timeOffset="72051.47">15819 2738 2959 0,'1'-5'-56'0,"-1"-2"27"16,0 7 26-16,4-8 32 0,-4 8 26 0,0 0 12 16,0-12 6-16,0 12-5 0,0 0-11 15,0 0-4-15,0 0-13 0,0 0 2 0,0 0-4 16,0 0-3-16,0 0-3 0,-41 20-4 15,25-9 3-15,-1 0-7 0,-2 10 1 16,2-8 2-16,3 0-13 0,5-1 1 16,4-1 3-16,1 1-4 0,2-3 6 15,6 1-7-15,3 3-4 0,4 0 8 0,7 0-1 16,7 1 9-16,-3 3 3 0,-1-5 11 16,-2 1 5-16,-2-3-9 0,1 0 3 0,-4 3 8 15,0-2-4-15,-3 0 25 0,-3-3 16 16,-2 1 12-16,0-1 14 0,-4 1 8 15,-2 0 4-15,0-9-2 0,-8 15-1 0,5-6-6 16,-10-1-11-16,4-1-5 0,-5-1-26 16,0-4-8-16,-4 2-7 0,3-2-3 0,-2-1-5 15,-2-1-3-15,5 0-4 0,-2-3-9 16,-2-2-27-16,1-4-41 0,0-3-61 16,3 0-70-16,3 0-53 0,4 0-49 15,-1 0-55-15,2 0-74 0,2 2-121 16,2 0-105-16,0 0 53 0,4 3-223 0,0-3-282 15</inkml:trace>
  <inkml:trace contextRef="#ctx0" brushRef="#br0" timeOffset="72769.03">16186 2914 2226 0,'0'0'105'0,"0"0"38"15,0 0 10-15,0 0 22 0,0 0 14 16,0 0 22-16,0 0 12 0,0 0-2 0,0 0-16 16,0 0-16-16,0 0-20 0,0 0-13 15,0 0-13-15,0 0-24 0,0 0-10 0,0 0-12 16,0 0-7-16,18-14-9 0,-13 8-6 16,5 0-8-16,-5 0-4 0,2-1-5 15,-7 7-1-15,7-10-8 0,-3 4 0 0,-4 6-13 16,1-6-3-16,-1 6-6 0,0 0-4 15,0 0-2-15,-14-6-1 0,14 6-1 0,-29 12-3 16,12-4-4-16,-3 1 1 16,-4 7-2-16,3 2 1 0,1-3-4 0,2 6 2 15,2-3-3-15,7-2 1 0,2 1 3 16,0-2-3-16,3 1 1 0,4-2 5 16,0-1-17-16,4 1 3 0,6-1 10 0,1 3 7 15,5-5 3-15,3-2 2 0,0 0 3 16,2-2 0-16,-2-5 8 0,0-2 2 0,2-2-2 15,2-2-3-15,1-1 2 0,-2-3 3 16,5-4 10-16,-7 0 1 0,5-7-1 0,-4 0 0 16,-3-5-1-16,-2-1-9 0,-5-4-3 15,3-2-5-15,-6 2-1 0,-3-4-3 16,1 8-2-16,-5 5-8 0,-1 3-4 0,3 5-1 16,-3 0-5-16,-3 3-2 0,0 1-2 15,-3 3 1-15,1 3 2 0,5 2-3 16,-18-2 0-16,18 2 1 0,0 0-2 15,-16 2-1-15,16-2 1 0,0 0 1 0,-8 8-2 16,8-8 6-16,0 0 1 0,20 7 6 16,-2-3-6-16,5-1-2 0,-3-1-1 0,5 1 10 15,-1 1-12-15,-3 1-2 0,-5 2-3 16,4 0 11-16,-4 3-8 0,-2 0-5 0,-1 5 9 16,-3 1 6-16,0 3 15 15,-5 1 9-15,1 3-9 0,-3-2 0 0,-1 1-4 16,3 0 0-16,-3-1-1 0,-2 3 3 15,0 0-4-15,2-6-4 0,-4 0 4 16,2-3-4-16,-2 1-1 0,2-1 2 0,-3-3-6 16,3-2-29-16,-2 3-40 0,0-3-52 15,2-3-54-15,0 1-59 0,0-4-70 0,0-4-89 16,0 12-141-16,0-12-227 0,0 0 56 16,0 0 85-16,0 0-367 0,12-21-457 15</inkml:trace>
  <inkml:trace contextRef="#ctx0" brushRef="#br0" timeOffset="73219.87">17292 2208 2893 0,'4'-22'52'0,"-4"6"28"0,0 1 24 0,0 5 34 16,-2 0 16-16,2 5-4 0,-2-1-19 15,2 6-13-15,0 0 23 0,0 0 14 16,-21 23-4-16,1 7 5 0,-5 17 10 0,1 5-5 15,0 8-8-15,-7 20 0 0,4 2 4 16,0-2-14-16,8-14-12 0,1 0-15 0,-2 0-10 16,4 0-23-16,0-8-9 15,-1 2-5-15,3-4-6 0,0-8-11 0,2-11-30 16,0 0-25-16,1-6-28 0,1-8-33 16,7-3-26-16,-5-5-44 0,4-1-34 15,3-5-18-15,-3 1-20 0,4-4-40 0,0-6-29 16,5 4-12-16,-5-4 7 0,0 0 13 15,21-20 22-15,-11 4 43 0,3-10 48 0,-4 3 47 16,-2 7 50-16,-6-2 39 0,-1 5 38 16,-1-3 40-16,-3 3 35 0,-3 0 46 0,0 1 35 15,0 0 33-15,1 4 28 0,0-1 31 16,0 2 31-16,1-1 8 0,1 3-1 16,4 5-13-16,-6-12-20 0,6 12-29 0,-3-7-24 15,3 7-20-15,0-7-22 0,0 7-26 16,0 0-65-16,13-10-91 0,-8 6-115 0,7 1-112 15,-3-1-126-15,2 3-150 16,1-3-211-16,-4 2-45 0,-8 2 81 0,13-4-487 16,-13 4-634-16</inkml:trace>
  <inkml:trace contextRef="#ctx0" brushRef="#br0" timeOffset="75103.67">17772 2660 2914 0,'0'0'-121'0,"10"0"50"0,-10 0 34 0,7-2 33 16,-7 2 33-16,0 0 31 0,0 0 32 15,16-4 42-15,-16 4 33 0,0 0 21 16,5-6 14-16,-5 6 2 0,0 0 1 0,0 0-7 16,0 0-17-16,0 0-17 15,0 0-17-15,0 0-16 0,-14-14-15 0,5 11-11 0,-4-1-8 16,1 2-12-16,-1-2-8 0,-1 0-12 15,3 4-3-15,-1-4-7 0,-1 2 0 16,2-2-10-16,11 4 2 0,-17-5-6 16,9 4-3-16,8 1-6 0,-15-5-3 0,15 5 3 15,-13-4-6-15,13 4-3 0,-9-4-6 16,9 4 0-16,-11-3-1 0,11 3-2 16,0 0 2-16,0 0-5 0,-11-3-2 0,11 3-4 15,0 0 2-15,0 0 3 0,-9-4-2 16,9 4-2-16,0 0-3 0,0 0-2 0,0 0 0 15,0 0-5-15,0 0-4 0,0 0 0 16,0 0 3-16,-25 10 2 0,20 0 0 16,-6-1 0-16,4 5 1 0,-2 4-1 15,-1-3-1-15,0-1 3 0,7 1 1 0,-3 1 4 16,3-1-5-16,1 2 4 0,2-3 4 16,0 0-4-16,2-1 5 0,3 3 0 15,2-4-19-15,4 3 3 0,2 0 0 0,-2-3 2 16,-1 1 10-16,-1-1-15 0,0-1 0 15,0 3 14-15,2 2-13 0,-4-3 3 0,0 5 0 16,4-5 0-16,-6 1 1 0,1 1 1 16,-3 1 0-16,1-1 3 0,0-4 11 15,-4 1 13-15,0-4 9 0,-4 4 11 0,2-3 17 16,-1-1 28-16,-3 1 9 16,0-2-6-16,-4 0-3 0,1-2-2 0,-2 0-13 15,-3-1-8-15,1 0-4 0,-4-1 5 16,2-3-15-16,-3 1-5 0,5-1-16 0,13 0-29 15,-26-1-44-15,13 1-49 0,13 0-68 16,-16-3-88-16,9 0-106 0,7 3-102 0,-9-7-140 16,9 7-163-16,2-7 71 0,-2 7-479 15,14-9-633-15</inkml:trace>
  <inkml:trace contextRef="#ctx0" brushRef="#br0" timeOffset="75403.12">18052 2646 3400 0,'0'0'2'0,"0"0"14"0,-1-11 18 16,1 11 21-16,0 0 12 0,0 0-3 16,0-10-10-16,0 10-5 0,0 0-9 0,0 0 3 15,0 0 6-15,0 0 16 0,14 21 2 16,-8-7 1-16,-2 1 6 0,-3 4 13 0,-1-1 6 15,0 3 5-15,-1 3 1 16,-5 8-6-16,0 1-6 0,-3-2-10 0,-1 1-6 16,1 0-5-16,0-1-7 0,-3 1-4 15,1 0-50-15,-1-2-52 0,2-1-57 16,3-7-63-16,1 1-71 0,-1-7-91 0,0-2-126 16,6-1-180-16,-1-5 56 0,0-4-266 15,2-4-329-15</inkml:trace>
  <inkml:trace contextRef="#ctx0" brushRef="#br0" timeOffset="75584.85">17869 2985 2696 0,'-19'-8'219'0,"6"3"18"0,3 1 27 0,3 0 36 16,7 4 34-16,-11-5 14 0,11 5-12 16,-13-3-39-16,13 3-30 0,0 0-27 15,0 0-20-15,0 0-17 0,0 0-32 16,52 4-83-16,-14 2-101 0,5-2-107 15,-4-1-112-15,1 1-120 0,1-1-133 0,-9-3-255 16,-5-3 35-16,-9 3 86 0,-2-4-386 16,-3 3-480-16</inkml:trace>
  <inkml:trace contextRef="#ctx0" brushRef="#br0" timeOffset="91052.04">23823 1666 2357 0,'7'-3'271'0,"1"-1"-32"15,-8 4-23-15,10-8 13 0,-10 8 6 16,7-5-9-16,-7 5-14 0,0 0-16 15,6-5 5-15,-6 5-11 0,0 0-20 0,0 0-1 16,-36-2-9-16,5 4 1 0,-15 3 4 16,-13 2-6-16,0-2-8 0,13 1-11 0,-2 0-19 15,9 0-9-15,-1 2-12 0,6-4-10 16,7 1-4-16,6-1-12 0,3 0-8 16,5-3-2-16,0 2-9 0,5-1-7 0,8-2-5 15,-19 4 1-15,19-4-3 16,-12 2-1-16,12-2-8 0,0 0-3 0,-14 0-5 15,14 0-2-15,0 0-5 0,-14 1 5 16,14-1-5-16,0 0 7 0,0 0-6 16,0 0-3-16,-13 3 5 0,13-3-7 0,0 0-4 15,0 0-3-15,0 0-1 0,0 0-3 16,0 0-2-16,-13 2-3 0,13-2 1 0,-3 6-1 16,3-6-1-16,0 13 0 0,0-3 6 15,0 0 2-15,3 3-4 0,1 1 2 16,-1-1 0-16,5 3 3 0,1 1 0 0,9 5 1 15,3 1 0-15,3-1 2 0,3-3-1 16,-1-2-1-16,9-2 6 0,-3-1-1 0,5-1-4 16,-1-1 2-16,-2-1-1 15,-2-1 1-15,1 2-8 0,-5 1-7 0,-5-5 9 16,-8 2-2-16,1-2 6 0,-7 1-7 16,0 2 14-16,-2-2 22 0,-5 2 21 15,-2-2 17-15,-2 5 9 0,-6 1 10 0,-4 0 8 16,-7 8 3-16,-3-4-1 0,-5-4-4 15,0 2-4-15,1-3-4 0,-3-2-55 0,0 0-36 16,6-7 0-16,5 1 0 0,2 0 0 16,5-3 0-16,-3 0 0 0,5-1 0 0,9-2 0 15,-20 0 0-15,20 0 0 0,0 0 0 16,-22-5 0-16,18 0 0 0,-4 1 0 16,6-2-75-16,2 6-253 0,-5-11-89 15,5 3-93-15,0-1-113 0,4-1-181 16,-1 2-13-16,11-6 79 0,3 2-581 0,9 0-777 15</inkml:trace>
  <inkml:trace contextRef="#ctx0" brushRef="#br0" timeOffset="91416.32">24225 1831 3810 0,'-13'-4'-38'15,"13"4"39"-15,-23 8 42 0,11 2 57 16,-3 2 31-16,2 1 13 0,-1 3 2 0,5 1 9 16,-1 4 8-16,2-3 7 0,6 1-5 15,1-2-5-15,2 2-3 0,3 1-13 0,3-1 1 16,13 5-14-16,-3-9-11 0,8-1-7 16,-2-3-15-16,1-2-13 0,1-4-5 0,2-5-5 15,13-4-9-15,-2 0-8 0,1-4-2 16,-3-1-4-16,-2-3-11 0,-4-2 11 15,-1-3 15-15,-8-2-3 0,-4-6 0 0,-3-1-6 16,-9-1-10-16,-3 2-5 0,-6-15-4 16,-1 1-7-16,-11-6-10 0,-3 5-10 15,-5 5 9-15,-3 11-24 0,-7 7-30 16,-16 3-44-16,2 8-51 0,4 8-64 0,-20 10-77 16,3 3-99-16,0 9-114 0,0 1-193 15,2 0-86-15,5 4 76 0,4 2-478 16,9 1-630-16</inkml:trace>
  <inkml:trace contextRef="#ctx0" brushRef="#br0" timeOffset="91931.89">23538 2605 3293 0,'9'-5'22'15,"-6"1"12"-15,-3 4-1 0,0 0 30 16,0 0 35-16,0 0 36 0,0 0 33 0,-36 11 12 16,8 7 7-16,-13 9 14 0,-4 4-2 15,-7 7 10-15,-22 12-20 0,1 1 7 16,-5 3 10-16,4 5 9 0,-4 1 0 0,1 0-16 16,2-2-8-16,0 0-15 0,3-4-11 15,3 1-16-15,4-4-10 0,16-11-15 0,2-1-12 16,2-1-12-16,7-2-8 0,1-3-8 15,3-2-11-15,7-6-5 0,5-3-7 0,1-1-3 16,2-2-7-16,4-5-6 0,1-3-3 16,5-1-4-16,0-2-1 0,0-2-5 15,4-1-3-15,-3 1-3 0,8-6-3 16,-9 10-7-16,5-6 5 0,4-4-15 16,-10 7-30-16,10-7-43 0,0 0-61 0,-9 3-76 15,9-3-91-15,0 0-116 0,0 0-124 16,4-19-173-16,5 8-100 0,3-4 74 0,4-4-638 15,8-5-827-15</inkml:trace>
  <inkml:trace contextRef="#ctx0" brushRef="#br0" timeOffset="92664.98">23692 2660 3594 0,'-1'-8'-16'0,"1"8"47"0,0 0 19 0,0 0 40 16,-4-10 39-16,4 10 43 0,0 0 35 16,0 0 21-16,0-7 18 0,0 7 2 15,0 0-21-15,0 0-10 0,0 0-1 0,0 0 4 16,25 4-3-16,-11 3-6 0,10 10-5 15,4 5-3-15,15 3-15 0,10 5-16 0,23 7-15 16,6-1-15-16,12-2-13 0,3 7-12 16,3-6-16-16,9 5-11 0,4-1-8 0,4 2-3 15,4 4-10-15,1-3-5 0,-6-5-3 16,-5-4-17-16,-12 1-44 0,-12-10 0 16,-24-7 0-16,-5-3 0 0,-21-1 0 15,-1-3 0-15,-11-3 0 0,-3 0 0 16,-5-2 0-16,-6-1 0 0,0-1 0 0,1 1 0 15,-4-3 0-15,-8-1 0 0,15 6 0 16,-15-6 0-16,12 3 0 0,-12-3 0 0,9 3 0 16,-9-3 0-16,0 0 0 0,14 2 0 15,-14-2 0-15,0 0 0 0,9 2 0 0,-9-2 0 16,0 0-337-16,0 0-131 0,0 0-145 16,0 0-161-16,0 0-87 0,0 0 90 15,-36 5-714-15,15-3-933 0</inkml:trace>
  <inkml:trace contextRef="#ctx0" brushRef="#br0" timeOffset="93531.39">21917 3926 4410 0,'0'0'75'0,"0"0"-8"16,0 0-2-16,0 0 25 0,0 0 44 0,5 16 30 15,-8-1 7-15,-7 18-22 0,-2 2 7 16,3 5-6-16,-4 8-4 0,1 2 7 0,1 0-26 16,-1 0-10-16,5-12 4 15,-1 0 0-15,1-2-1 0,-1-1-14 0,2-10-10 16,2-4-12-16,1-4-8 0,1-1-8 15,-2-5-7-15,2 1-26 0,2-4-26 16,0-8-30-16,-1 8-32 0,1-8-27 0,0 0-26 16,0 0-26-16,0 0-32 0,11-33-38 15,-8 13-23-15,7-12-27 0,2 1-7 0,-3-7-9 16,5-11 2-16,-3-6 10 0,0-1 23 16,-3 5 29-16,1 1 34 0,1 12 36 0,-7 5 27 15,2 7 39-15,-5 6 29 0,0 4 33 16,0 0 31-16,-3 5 21 0,-1-1 14 0,-1 1 15 15,-2 6 17-15,-6 0 14 0,-3 5 20 16,-5 5 19-16,-14 7 18 0,-1 6 18 16,-5 3 9-16,0 3 6 0,5 1 0 15,9-4-4-15,2 0 4 0,7 0 5 0,6-4 1 16,6-2 3-16,3 0 3 0,6 1-4 16,3-3-10-16,8 1-15 0,13 3-15 15,3-3-15-15,10-5-16 0,1-2-7 0,7-4-21 16,0-2-6-16,1-1-32 0,-1-4-23 15,0-3-17-15,-4 2-21 0,-4-1-16 0,-10 3-13 16,-7-1-13-16,-4 3-15 0,-2-3-18 16,-6 4-17-16,3-4-15 0,-5 2-29 0,1 0-38 15,-10 2-52-15,14-2-77 0,-14 2-81 16,7-2-98-16,-7 2-129 0,0 0-182 16,5-3 65-16,-5 3 76 0,0 0-484 15,9-5-599-15</inkml:trace>
  <inkml:trace contextRef="#ctx0" brushRef="#br0" timeOffset="93864.84">22491 4034 3458 0,'0'0'136'0,"-27"20"20"0,12-9 24 15,-1 5 31-15,-5 6 36 16,1 4 18-16,-2-2 5 0,7-2-24 0,2 2-12 15,2-3-8-15,2-5-12 0,6 1-13 16,3-4-16-16,3-1-14 0,1 0-15 0,4-1-17 16,4 1-11-16,1-6-17 0,4 0-33 15,2-3-35-15,5-3-22 0,-4-3-27 16,7 1-6-16,-4-4-5 0,0 2 3 0,-5-6 6 16,2 3-1-16,-7-3 4 0,-1 2 7 15,-7-4-2-15,1 1 0 0,-4-3 2 0,-6-3 0 16,-4-5 1-16,-4-7-7 0,-2-2-3 15,-8 3-16-15,-1 2-35 0,-1 3-52 0,-1 4-65 16,-3 5-91-16,3 7-112 16,0 1-135-16,0 3-190 0,5 0-35 0,-5 7 79 0,2-2-491 15,1 7-616-15</inkml:trace>
  <inkml:trace contextRef="#ctx0" brushRef="#br0" timeOffset="95015.18">25707 3771 3148 0,'0'0'-10'0,"0"0"39"0,11-3 35 0,-11 3 42 0,0 0 36 16,0 0 25-16,0 0 12 16,4-6-4-16,-4 6-11 0,0 0-5 0,0 0 3 15,0 0 15-15,-20 15 8 0,-1 6 3 16,-6 3-3-16,-7 10 10 0,-4 1 7 16,2 2-18-16,-1 2-7 0,1 3 4 0,2 3-2 15,-2-3-5-15,3 3-6 0,5-4-15 16,3 1-15-16,1-5 0 0,13-6-24 0,-1 0-5 15,9-8-5-15,5-4-7 16,-1-1-17-16,8-3-6 0,-4-1-14 0,6-2-26 16,1-4-20-16,5-1-22 0,2-3-12 15,1-1-8-15,-2-6 0 0,4 2 11 0,-4-2-2 16,0-2 5-16,-1-2 4 0,-2 0 10 16,-4-1 15-16,-1-4 10 0,-1 3 6 0,-3-1 4 15,-2 0 0-15,-3-1 0 0,-1 3-10 16,0 1 1-16,0 7-10 0,-3-17 0 0,-1 10-3 15,-1-1-3-15,-1 2-3 0,0 2 2 16,6 4-9-16,-13-7-18 0,13 7-27 16,-15-3-45-16,6 3-36 0,9 0-55 15,0 0-52-15,0 0-62 0,-20 3-75 0,20-3-85 16,0 0-91-16,-10-3-150 0,10 3-45 16,0 0 77-16,0 0-523 0,0 0-651 15</inkml:trace>
  <inkml:trace contextRef="#ctx0" brushRef="#br0" timeOffset="95399.27">26007 3970 3138 0,'0'0'68'0,"0"0"32"0,-9-10-2 0,9 10 29 15,0 0 39-15,0 0 33 16,-20 14 13-16,10-1-5 0,-1 3-16 0,-9 11-10 15,4 0-9-15,-4 1-4 0,6 1-4 16,-2 3-9-16,3-7 4 0,4-1-9 0,2-3-2 16,5-2 6-16,2-4-11 0,0-1-5 15,2 0-7-15,5-4-7 0,0 1-10 0,4-3-11 16,3-2-12-16,3-6-11 0,-2 0-9 16,6 0-28-16,4-4-14 0,3-6-9 15,3-5 6-15,-4 1-2 0,-2-3-4 0,-5-5-4 16,-4 5 5-16,-4-8-7 15,2-2 10-15,-4-3-9 0,-9 3 2 0,1 3-4 0,-4 2-1 16,1-3-6-16,-9 4-7 0,3 4 7 16,-11 2-15-16,1 4-14 0,-3 3-23 0,-4 3-30 15,1 7-38-15,-2-1-50 16,-11 9-62-16,6 0-78 0,-1 2-89 0,6-3-98 16,13 0-157-16,0 2-86 0,6-4 74 15,6-3-486-15,0-4-613 0</inkml:trace>
  <inkml:trace contextRef="#ctx0" brushRef="#br0" timeOffset="95897.64">26611 3670 3073 0,'-10'-3'-2'0,"10"3"23"16,-15-5 31-16,15 5 21 0,-10-3 38 15,10 3 32-15,0 0 4 0,-11-4-16 16,11 4-1-16,0 0 5 0,0 0-7 15,0 0-12-15,0 0-8 0,39-6-13 0,-14 4-12 0,11-4-9 16,3-2-5-16,-1 3-9 16,-7 1-8-16,-6 3-12 0,-5 1-2 0,-4 0-5 15,-4 3 1-15,2 4 6 0,-4 5 15 16,-9 3 11-16,1 5 15 0,-4 3 13 0,-3 13 12 16,-6 2 30-16,-3 7 3 0,5-4 6 15,0-2-1-15,-2 1-12 0,2 2-3 16,2-3-11-16,3-3-11 0,-1-2-14 0,3-5-8 15,1-5-10-15,1-6-3 0,0 0 2 16,0-5-18-16,1 1-13 0,-1-2-29 0,2-4-19 16,3 1-34-16,-1-4-36 15,-4-5-47-15,11 6-63 0,-11-6-82 0,17-7-95 0,-6-2-100 16,0 0-124-16,3-6-137 16,-1 1 53-16,7-10-504 0,1 4-640 0</inkml:trace>
  <inkml:trace contextRef="#ctx0" brushRef="#br0" timeOffset="96264.56">27497 3609 3516 0,'-29'24'145'15,"14"-12"27"-15,-8 9 30 0,0 2 30 0,0 4 37 16,2-1 19-16,1 3 6 0,-2 0 0 15,8 1-13-15,0-1-12 0,3 1-15 16,2-6-10-16,6-4-18 0,1 0-21 0,2-7-19 16,2 5-12-16,1-6-18 0,7 2-17 15,3-1-14-15,7-6-11 0,1-1-9 0,5-3-18 16,3-4-16-16,9-7-10 0,6 1-2 16,-5-6-36-16,8-4-23 0,-4-2 0 15,-2-5 0-15,-7-1 0 0,-7 0 0 16,0-11 0-16,-5-1 0 0,-7-7 0 0,-7 6 0 15,-3-2 0-15,-5 2 0 0,-3 2 0 16,-8 6 0-16,-7 4 0 0,-7 5 0 0,-7 8 0 16,-4 7 0-16,-6 2 0 0,-2 10 0 15,-12 6-274-15,7 5-363 0,1 2-246 0,1 3-20 16,7 1 107-16,2-1-802 0,9-3-1038 16</inkml:trace>
  <inkml:trace contextRef="#ctx0" brushRef="#br0" timeOffset="97597.8">21678 4931 4085 0,'8'-8'-143'0,"-2"1"59"0,0 0 52 16,-2 4 38-16,-4 3 29 0,3-7 16 16,-3 7 5-16,0 0 3 0,0 0 1 0,0 0 15 15,0 0 28-15,-41 29 30 0,-4 9 20 16,-19 20 19-16,-15 10 19 0,-4 5-7 15,-7 7 16-15,-7 2 18 0,-26 23 25 0,35-26-4 16,6-4 1-16,5-3 0 0,7-2-10 0,9-8-15 16,17-15-18-16,6-6-15 0,1 1-18 15,13-7-15-15,3-10-11 0,6-2-14 16,3-5-13-16,2-5-9 0,5-3-8 0,-3-1-93 16,5-1-1-16,-3-2 0 0,6-6 0 15,-5 4 0-15,5-4 0 0,0 0 0 16,0 0 0-16,0 0 0 0,0 0 0 15,-11-17 0-15,10 13-104 0,1 4-203 0,-6-9-89 16,6 9-125-16,-7-5-136 0,7 5-194 16,-16-2 66-16,16 2 94 0,-27 8-628 0,3 6-777 15</inkml:trace>
  <inkml:trace contextRef="#ctx0" brushRef="#br0" timeOffset="98167.67">19409 6595 3954 0,'-4'-15'92'0,"6"1"6"0,1-1 15 15,4 1 19-15,6-1 11 0,8-5 11 0,8 1-10 16,1 2-11-16,8 3-10 0,-4 0-12 16,4 5-13-16,3 3-10 0,-11 3-8 15,-3 3-5-15,-7 1-12 0,5 3-4 16,-2 0-4-16,-8 4-3 0,3 0 8 0,-5 3 11 16,-8 2 14-16,2 1 16 0,-5 3 22 15,-6 3 4-15,-6 11 1 0,-7-2-7 0,0 4-4 16,-8 4-9-16,-2 0-1 0,1-3 7 15,5-6 4-15,1-6-4 0,6-3-6 0,1-6-7 16,4-1-6-16,6-3-8 0,-3 1 3 16,2-1 9-16,4-3 5 0,0 4-2 0,2-2 2 15,4 0-64-15,-1 1-40 0,4-1 0 16,2 3 0-16,0-1 0 0,3 1 0 0,-3 1 0 16,2-4 0-16,-1 1 0 15,-3 0 0-15,-2-3 0 0,2 1 0 0,-4 2 0 16,1-2 0-16,-4-1 0 0,-1 1 0 15,-1-7 0-15,-3 16 0 0,-5-5 0 0,-4-4 0 16,-1 7 0-16,-1-5 0 0,2 0 0 16,-8 0 0-16,4-2 0 0,-2 0 0 0,1-3 0 15,3-2 0-15,0-1 0 0,0-2 0 16,3-1 0-16,0-2 0 0,0 2 0 0,6-3 0 16,-1 0-354-16,6 1-224 15,0 4-42-15,8-18-45 0,1 6-104 0,7-3 7 16,3-6-749-16,12-3-957 0</inkml:trace>
  <inkml:trace contextRef="#ctx0" brushRef="#br0" timeOffset="98497.96">20063 6689 3979 0,'11'-10'-36'15,"-3"-2"86"-15,-2 7 46 0,-3 1 43 0,-1 0 23 16,-2 4 16-16,0 0 13 0,0 0 26 16,0 0 5-16,0 0-5 0,-11 30-11 0,3-14-2 15,-1 2-2-15,-7 7-7 0,7-2-15 16,-1-4-17-16,3-1-9 0,2-1-9 0,3 0-19 15,1-1-11-15,2-4-13 0,1 1-5 16,7-1-5-16,0-4-7 0,4-4-10 0,4-2-9 16,5-2-7-16,3-4-9 15,7-6-7-15,-2-2-6 0,1-3-2 0,-4-2 1 16,-5-3-4-16,-3-3-6 0,-2-1 4 16,-7-3 11-16,-3-5-2 0,-3-3-1 0,-4 4-2 15,-4-3-4-15,-1 4-7 0,-9-3-15 16,-1 7-10-16,0 2 0 0,-6 10 0 0,2 4-39 15,-4 3-45-15,-1 5-48 0,1 2-41 16,-4 4-41-16,-6 4-59 0,5 2-82 0,3 4-92 16,5 2-97-16,6-5-121 15,3 1-100-15,2-6 73 0,6 0-603 0,3-1-754 16</inkml:trace>
  <inkml:trace contextRef="#ctx0" brushRef="#br0" timeOffset="99146.61">20688 6454 3468 0,'0'0'27'0,"-8"-7"59"0,8 7 12 16,-6-5 27-16,6 5-6 0,0-9 7 0,0 9 7 15,9-13 8-15,5 6-4 0,-3 0-9 16,7 0-8-16,-1 2-7 0,0 0-12 16,4 1-4-16,-2 3-5 0,-2-1-10 15,4 4-7-15,-4-1-3 0,3 1-3 0,-7 3 4 16,2-1 4-16,-5 4 9 0,-5 1 6 16,3 1 10-16,-5 2-3 0,-3 2-4 15,-2 1 7-15,-1 0-2 0,-7 6-4 0,-2 5-8 16,-2-1-4-16,3-4-4 0,0-3 3 15,2-4-4-15,4-1-2 0,-1-3-5 0,2-1 5 16,0 1-1-16,4-2 17 0,3 1 16 16,-2-2 1-16,7 2 1 0,-3-3 0 0,6 3 3 15,0-1 5-15,0 1 1 0,0-2 2 16,1 2-7-16,1-3-95 0,-1 3-20 16,-3-2 0-16,0 0 0 0,1-2 0 0,-4 0 0 15,-1 0 0-15,-5-5 0 0,10 10 0 16,-8-5 0-16,-1 2 0 0,-1-7 0 15,-3 12 0-15,-3-5 0 0,1 1 0 0,-5-2 0 16,-2 2 0-16,5-1 0 0,-2-2 0 16,-3-2 0-16,2 1 0 0,-1-2 0 0,1 0 0 15,10-2 0-15,-16 0 0 0,16 0 0 16,-11-8-275-16,10 2-340 0,2-3-80 0,4-3-151 16,4-5 34-16,10-5 90 0,6-5-715 15,5-6-888-15</inkml:trace>
  <inkml:trace contextRef="#ctx0" brushRef="#br0" timeOffset="99515.7">21447 6288 4266 0,'1'-10'82'15,"-2"0"39"-15,-2 3 34 0,3 1 22 0,0 6 10 16,-8-6-2-16,8 6-1 0,0 0-2 16,-28 8 7-16,15 1-21 0,-5 3 1 0,-2 7-8 15,1 3-9-15,3-5-7 0,7 3-14 16,-1-1-10-16,7 2-5 0,-4 1-16 0,5 2-4 15,4-2-2-15,5 2 4 0,0 5 14 16,4-1-1-16,5-1 0 0,-3-1-10 0,3-3-5 16,-4-4 7-16,1 1 2 15,-1-5-10-15,-2 2-17 0,2 0-78 0,-3-1 0 16,-2-3 0-16,-1 1 0 0,-2-2 0 16,-2 1 0-16,-4-2 0 0,2 1 0 0,-6 2 0 15,-1-2 0-15,-3-1 0 0,0 1 0 16,1-2 0-16,-6-2 0 0,1-1 0 0,0-1 0 15,-6 0 0-15,4-2 0 0,-4-2 0 16,1 1 0-16,-2-2 0 0,4-1 0 0,-3 0 0 16,4 0 0-16,-2 0 0 0,5 0 0 15,-2 0 0-15,0 2-49 0,1 2-784 0,-1-4-132 16,-1 1 92-16,4 3-988 0,-1-4-1285 16</inkml:trace>
  <inkml:trace contextRef="#ctx0" brushRef="#br0" timeOffset="100746.35">22227 4950 4935 0,'0'0'-146'0,"-5"-12"59"15,3 7 48-15,-4-3 52 0,6 8 46 0,-5-12 43 16,3 6 36-16,-3-1 25 0,5 7 15 15,-3-12 24-15,3 6 10 0,0 6-4 16,-2-11 2-16,2 11-14 0,-2-8-15 16,2 8-19-16,0 0-18 0,2-8-12 15,-2 8-14-15,0 0-5 0,0 0-4 0,40 33-7 16,-5-2-6-16,-1 4-8 0,6 6-9 16,-1 3-6-16,6 2-6 0,-6 1-7 0,4-1 0 15,-5 1-10-15,3 2-2 0,0-3-5 16,-1 0-1-16,1-3 6 0,-3-3-16 0,-3-5-32 15,-11-8 0-15,-1-3 0 0,0-2 0 16,-5-5 0-16,-3-3 0 0,-4 0 0 0,5 0 0 16,-4-1 0-16,2 1 0 0,-1-1 0 15,-1 1 0-15,-1 1 0 0,0-1 0 0,1-2 0 16,-2 1 0-16,-5-1 0 0,3 0 0 16,-2-3 0-16,0 1 0 0,-3 0 0 15,3-5 0-15,-4 1 0 0,1 2 0 16,-3-8 0-16,9 10 0 0,-6-5 0 0,-3-5 0 15,8 7 0-15,-5-2 0 0,-3-5 0 16,4 6 0-16,-4-6 0 0,8 6 0 0,-8-6 0 16,4 5 0-16,-4-5 0 0,8 7 0 15,-8-7 0-15,0 0 0 0,7 7 0 0,-7-7 0 16,4 3 0-16,-4-3 0 0,0 0 0 16,10 5 0-16,-10-5 0 0,0 0 0 0,0 0 0 15,13 0 0-15,-13 0 0 0,0 0 0 16,17-5 0-16,-11 2 0 0,-6 3 0 15,13-7 0-15,-8 3 0 0,2-1 0 16,-2 2 0-16,-5 3 0 0,6-10 0 0,-2 10 0 16,-4 0 0-16,0 0 0 0,1-7 0 15,-1 7 0-15,0 0-856 0,0 0-117 0,0 0-1191 16,-37 13-1570-16</inkml:trace>
  <inkml:trace contextRef="#ctx0" brushRef="#br0" timeOffset="101463.13">22928 6073 5687 0,'0'-12'-172'0,"2"1"70"15,-2 3 53-15,5 2 58 0,-5 2 48 0,0 4 30 16,4-8 17-16,-4 8 3 0,0 0 17 16,0 0 39-16,0 0 32 0,13 30 12 15,-12-7 12-15,7 14 0 0,-6 5 0 0,0 2-15 16,0 13-13-16,-2-10-16 0,-2 12-16 15,0-1-12-15,0-12-14 0,-2-3-25 16,0-2-108-16,1-2 0 0,1-10 0 0,-2-6 0 16,0-3 0-16,3-3 0 0,-1 0 0 15,0-5 0-15,-3-2 0 0,3 2 0 0,2-5 0 16,0-7 0-16,-1 10 0 0,1-10 0 16,0 0 0-16,0 0 0 0,0 0 0 0,0 0 0 15,0-43 0-15,3 9 0 16,7-5 0-16,-2-4 0 0,-1-11-159 0,5-2-2 15,-2-1 11-15,-3 3 18 0,-2 14 14 16,2 1 7-16,-5 10 15 0,-2 4 6 0,-2 8 13 16,-5 2 4-16,2 4 26 0,-8 3 17 15,-5 4 19-15,-3 4 16 0,-15 7 21 0,-2 2 14 16,0 3 32-16,-6 6-3 0,10 0 20 16,1 0 7-16,7 1 9 0,1 2 12 0,10-3 8 15,6-1 5-15,4-3 1 0,8 1-3 16,2-1-9-16,7 3-116 0,11 5-3 0,3-5 0 15,5-3 0-15,1-2 0 0,6-4 0 16,-2-1 0-16,3-2 0 0,-1-1 0 0,-8-3 0 16,-1 1 0-16,-4-2 0 15,-5-2 0-15,1 2 0 0,-1 0 0 0,-7 0 0 16,2 0 0-16,-3 0 0 0,-12 0 0 16,16 0 0-16,-6 0 0 0,-10 0 0 0,11 2 0 15,-11-2 0-15,14 0-55 0,-14 0-308 16,0 0-110-16,10 5-114 0,-10-5-145 0,0 0-98 15,0 5 79-15,0-5-745 0,0 0-944 16</inkml:trace>
  <inkml:trace contextRef="#ctx0" brushRef="#br0" timeOffset="101913.04">23748 6239 4197 0,'-6'-7'41'0,"3"0"16"16,-5 2 10-16,3 1 24 0,-5 0 38 0,-2-1 28 15,-1 3 14-15,-2 0 3 0,-5 4 5 16,-5 1-11-16,-9 6-13 0,4 3-9 0,-4 5-10 16,1 0-7-16,3 2-2 0,-3 3 4 15,9 1-9-15,1 0-9 0,0 0 0 0,9-2 2 16,9-4-8-16,-1 1-5 15,6 0 2-15,0 1-9 0,8 1-8 0,2-1-5 16,3 5-7-16,4 0-7 0,4-5-4 16,-2-1-3-16,-2-1 1 0,6 1-2 0,-6-3 2 15,-2-2 1-15,1-1 17 0,-5-2 7 16,-2 0 24-16,1-1-8 0,-2 1-103 0,-5-1 0 16,3-1 0-16,-4 1 0 0,-2-1 0 15,0-8 0-15,-8 18 0 0,3-10 0 0,-4 0 0 16,-5 3 0-16,-3-1 0 0,1-1 0 15,-5-1 0-15,1 2 0 0,-3-4 0 0,-2 0 0 16,2 1 0-16,-1-1 0 16,1-2 0-16,0 0 0 0,-1 2 0 0,-1-2 0 0,9 0 0 15,-2-1 0-15,4 2 0 16,1-2 0-16,2-1 0 0,0 2 0 0,3-2-240 16,1 0-782-16,7-2 88 0,-11 2 109 15,11-2-933-15,0 0-1190 0</inkml:trace>
  <inkml:trace contextRef="#ctx0" brushRef="#br0" timeOffset="104479.35">25812 4861 4496 0,'0'0'-224'15,"8"-6"55"-15,-8 6 52 16,0 0 45-16,0 0 47 0,8-6 36 0,-8 6 39 16,0 0 21-16,5-6 19 0,-5 6 15 15,0 0 14-15,0 0 3 0,6-5 9 16,-6 5 1-16,0 0-6 0,0 0-5 0,0 0-5 15,0 0-10-15,0 0-10 0,0 0-8 16,0 0-9-16,0 0-4 0,0 0-7 0,0 0-9 16,0 0-7-16,0 0-8 0,0 0-4 15,0 0-2-15,0 0-6 0,0 0 6 0,0 0-1 16,-15 25 1-16,6-14 7 16,-2 5 4-16,2 1 0 0,-1 1 2 0,-5 11 10 15,-1-2-17-15,4 2-2 0,-4 0 2 16,1 2 7-16,-1 0 15 0,3 0-16 15,-1 0 0-15,0 2 2 0,1-4-1 0,-1 3 12 16,-1 0 0-16,0 1-3 0,0-1-8 16,-1-1-1-16,3 2 10 0,-1-2-21 0,1-1 5 15,-1 2 7-15,3-3-6 0,-2 0-7 16,0-3 15-16,3-3-8 0,-1 4-2 0,1-6 3 16,3-2-15-16,-3 0 1 15,0-2 0-15,5 0 0 0,-4 0-8 0,3-1-1 0,-4 3 3 16,2-1 13-16,-3-1-1 15,3 3-9-15,1-1-3 0,-3 3 1 0,-2 4 2 16,3 3-7-16,2-4-2 0,-1 4 2 16,-2 2 9-16,5-4 20 0,-1-3-5 0,2-2-7 15,-1 2-4-15,-2-4 0 0,4 3-4 16,-3-4-25-16,2-2-7 0,3-2 0 0,-3-3 0 16,0-2 0-16,2 0 0 0,-1 2 0 15,0-1 0-15,1-3 0 0,0 2 0 0,0-1 0 16,-1-1 0-16,1 4 0 15,-2-3 0-15,2 1 0 0,-1 2 0 0,1-1 0 16,-4-1 0-16,3 1 0 0,2-1 0 16,-3-2 0-16,2 1 0 0,-2-2 0 0,1 0 0 15,3-7 0-15,-2 12 0 0,2-12 0 16,-4 10 0-16,4-10 0 0,-4 7 0 16,4-7 0-16,0 0 0 0,-1 9 0 0,1-9 0 15,0 0 0-15,-5 6 0 0,5-6 0 16,0 0 0-16,0 0 0 0,0 0 0 0,0 0 0 15,0 0 0-15,0 0 0 0,0 0 0 16,-11-15 0-16,9 6-567 0,2-3-304 0,0-1-41 16,0-1 86-16,-2-5-880 0,0 1-1139 15</inkml:trace>
  <inkml:trace contextRef="#ctx0" brushRef="#br0" timeOffset="105895.67">25121 6728 4356 0,'13'-5'-171'0,"-8"2"61"15,-5 3 48-15,9-6 60 0,-9 6 52 16,9-3 41-16,-9 3 33 0,5-3 22 0,-5 3 16 16,0 0 10-16,6-6 7 0,-6 6 0 15,0 0-7-15,0 0-13 0,0 0-21 16,-27-2-9-16,10 6-14 0,-4 0-12 0,-4-1-9 15,0 2-8-15,1 0-13 0,1 2-5 16,0-2-13-16,2 0-2 0,1 2-3 0,4 0-8 16,3-3-8-16,-1-1 0 0,5-1-5 15,1 1-8-15,8-3 1 0,-15 3-6 0,7-3-8 16,8 0-4-16,-7 4 1 0,7-4-3 16,-10 1 3-16,10-1-4 0,0 0 3 0,-11 5-5 15,11-5 6-15,0 0-2 0,-10 1-2 16,10-1 2-16,0 0-4 0,0 0 3 15,-10 1-2-15,10-1 0 0,0 0-1 16,0 0-1-16,-7 4-2 0,7-4 3 0,0 0 0 16,-8 5 1-16,5 0-5 0,-3 1 5 15,0 0-2-15,0 3 5 0,1-1-5 0,-1 4 2 16,2-1 1-16,-2 3-2 16,4-1 7-16,0-1-3 0,2 0-1 0,2-1 8 0,5 6 3 15,0-3-3-15,2 4 3 16,11 5 8-16,0 0 1 0,3-7-2 0,4 1-5 15,0-2 2-15,-1 3-2 0,-1-1-6 16,-1-2 7-16,-4-3-8 0,-4 0 4 0,-4 0 11 16,2 1 10-16,-4-3 13 0,-1 0 21 15,-2 2 14-15,0-3 29 0,-6 4 21 0,-1-3 12 16,0 4 10-16,-1-2 2 0,-6-1 10 16,0 4-4-16,-4-2-83 0,-3 0-78 15,-1-1 0-15,-3-2 0 0,0 0 0 0,-1-1 0 16,-5-1 0-16,4-1 0 0,-1-2 0 15,-2-1 0-15,3 0 0 0,-2-3 0 0,3 0 0 16,-2 1 0-16,2 0 0 16,3 0 0-16,2-2 0 0,2 2 0 0,1-2 0 0,11 0 0 15,-18 1 0-15,18-1-374 16,-15-1-118-16,15 1-85 0,-7-6-93 0,7 6-147 16,0-10 49-16,0 10 80 0,11-15-606 15,0 7-753-15</inkml:trace>
  <inkml:trace contextRef="#ctx0" brushRef="#br0" timeOffset="106595.78">25610 6814 3452 0,'8'-4'-4'0,"-8"4"55"0,5-5 47 15,-5 5 35-15,0 0 28 0,4-5 22 16,-4 5 5-16,0 0-5 0,0 0-10 16,0 0-19-16,0 0-15 0,0 0-13 0,-29-5-13 15,16 5-9-15,-6 0-5 0,1 4-9 16,-4-3-5-16,-1 4-10 0,-2-2-8 0,1 1-5 15,5-2-7-15,-1 1-5 16,-5 0-8-16,14-1-2 0,-3 0-2 0,2 0-7 16,-1 0-4-16,13-2-5 0,-20 4 0 15,20-4-5-15,-13 2-2 0,13-2-4 0,-8 2-4 16,8-2 0-16,0 0 1 0,-13 1-3 16,13-1 3-16,0 0 1 0,-9 4-7 0,9-4 4 15,0 0 0-15,0 0-6 0,0 0 0 16,-18 2 3-16,18-2-4 0,0 0-1 0,0 0 2 15,-9 6 0-15,5 0 0 0,4-6 0 16,-6 13 0-16,4-3 1 0,0-2-1 0,0 4 3 16,4-1-1-16,2 4-1 15,1-1 5-15,0 2-7 0,1 0 8 0,8 1-7 16,4 4 4-16,5-4 0 0,0 3 1 16,1-3-1-16,3 2-1 0,-2-3-1 0,0 1 0 15,-6-3-1-15,3 3 4 0,-4-5 7 16,-9 0 7-16,3-3 18 0,-3 1 8 15,3 0 20-15,-9-1 12 0,4-3 34 0,-5 2 12 16,-2 2 8-16,-2-2 7 0,-5 2 3 16,2 4 2-16,-5-3 0 0,1-2-10 0,-6 4-1 15,0-3-16-15,1-2-7 0,-6 1-12 16,6-1-11-16,-2-4-9 0,-1 3-30 16,2-4-47-16,0 2 0 0,-5-3 0 15,6 2 0-15,-2 0 0 0,3-4 0 0,-3 1-6 16,3 0-146-16,1 1-62 0,1-2-60 15,11 0-87-15,-21 2-83 0,12-2-85 0,9 0-139 16,-13-2-114-16,13 2 69 0,0 0-664 16,-4-8-830-16</inkml:trace>
  <inkml:trace contextRef="#ctx0" brushRef="#br0" timeOffset="108111.66">26188 6824 3622 0,'0'0'-97'15,"0"0"35"-15,0 0 31 0,0 0 36 16,0 0 28-16,0 0 36 0,0 0 22 0,-20-4 12 16,20 4-5-16,-19 0-1 0,6 0-4 15,-3 0 3-15,3 0-8 0,1 0-3 16,-2 0-12-16,-1 0-4 0,1 2-10 15,3-2-2-15,-1 2-4 0,12-2-9 0,-19 2-2 16,10 0-9-16,9-2 1 0,-16 1-8 16,7 2-2-16,9-3-3 0,-15 2-3 0,5 0 0 15,1 1-1-15,-1 1-3 0,1-2-1 16,-1 2-2-16,2-1 1 0,8-3-5 0,-15 5 4 16,12-3-3-16,3-2-2 0,-12 2 2 15,12-2-2-15,0 0 2 0,-10 2 2 0,10-2-3 16,0 0 5-16,0 0-2 0,-11 2 0 15,11-2-2-15,0 0 1 0,0 0 2 0,-8 2-4 16,8-2-5-16,0 0-3 0,-6 7 3 16,6-7 1-16,0 12 5 0,0-2 0 15,0 1 5-15,2 3 1 0,2 5 11 16,2 3 6-16,0-5 3 0,1 3 10 16,4-1 6-16,7 6-1 0,-2-2 6 0,-2-6 1 15,2-3 5-15,-1-3 2 0,3 1-3 16,-2 0-5-16,2-3-4 0,-2-1 1 0,2 4-2 15,-3-2-10-15,-1-3 3 0,-5 5 4 16,0-4 6-16,-1 1 11 0,-2 1 16 0,-4 2 8 16,0-1 19-16,-2 2 15 0,-4-3-4 15,-2 4 11-15,-2-2 1 0,-1 2-3 16,-2-4-9-16,-1 2-10 0,1-4-8 16,-2 1-6-16,-1-1-14 0,-1 2-7 0,1-4-7 15,-1-1-8-15,2-2-3 0,1 0-10 16,-1-1-4-16,1-2-16 0,12 0-33 0,-23 2-46 15,12-2-48-15,11 0-43 0,-17 0-49 16,17 0-60-16,-19-2-81 0,19 2-77 0,-12-2-89 16,12 2-103-16,-2-7-144 0,2 7 59 15,6-10-609-15,0 4-756 0</inkml:trace>
  <inkml:trace contextRef="#ctx0" brushRef="#br0" timeOffset="108496.13">26351 6890 3341 0,'-2'-8'-24'0,"-3"4"37"0,-1-2 25 16,6 6 26-16,-8-7 47 0,4 3 30 0,4 4 13 16,-5-4 1-16,5 4 1 0,-4-5-2 15,4 5 2-15,0 0 7 0,0 0 9 0,0 0 1 16,11-7-4-16,-11 7-6 0,18-2-7 15,-9 2-13-15,-9 0-14 0,19 3-12 0,-8 0-7 16,2 0-4-16,-6 4 1 16,2 2 2-16,-2 3 3 0,-2 4 3 0,-1 1-2 0,-2 3-3 15,-2 3 7-15,0 5-15 16,-2-1-12-16,2 0-4 0,-2 9-10 0,-3-7-6 16,3 0-16-16,1-4 6 0,1-1-9 15,-2 2-5-15,0-4-12 0,2-3 5 0,0 0-2 16,-4-3-15-16,4-2-12 0,0 0-31 15,-2-4-51-15,2 1-47 0,0-3-56 0,0 1-70 16,0-4-85-16,0-5-94 0,0 8-93 16,0-8-108-16,0 0-107 0,0 0 57 15,0 0-578-15,0 0-715 0</inkml:trace>
  <inkml:trace contextRef="#ctx0" brushRef="#br0" timeOffset="108711.47">26298 7249 3222 0,'-13'1'-10'0,"2"2"58"0,-1-3 49 16,12 0 49-16,-15 1 52 0,15-1 41 0,-12 0 22 16,12 0 15-16,0 0 7 0,0 0-19 15,0 0-11-15,0 0-19 0,0 0-18 0,0 0-20 16,0 0-34-16,32-14-16 0,-11 10-37 16,4-3-40-16,-1-1-43 0,8-2-45 0,-5 2-52 15,-5 3-45-15,-3-1-55 0,-2 2-59 16,-1-2-61-16,-5 2-58 0,-1 4-64 0,-10 0-80 15,13 0-161-15,-13 0 50 16,0 0-425-16,9 4-502 0</inkml:trace>
  <inkml:trace contextRef="#ctx0" brushRef="#br0" timeOffset="109494.79">26900 6942 3013 0,'-2'-6'90'16,"2"6"25"-16,0-12 36 0,0 8 29 0,0 4 28 15,-2-9 9-15,2 9 1 0,-1-8-19 16,-3 3-16-16,2-3-22 0,2 8-11 15,-12-6-18-15,6 0-12 0,-5 3-12 0,2 0-12 16,-5 1-11-16,3 0-9 0,-3 2-7 16,14 0-7-16,-27 4-6 0,13-2-5 0,-4 2-7 15,3 0-1-15,3 2-10 16,-1-4-3-16,2 4-2 0,-1-2-8 0,5-1 2 16,-2 1-4-16,9-4-15 0,-16 6-7 15,10-2 2-15,6-4-4 0,-11 4-1 0,11-4-1 16,-8 6 4-16,8-6-2 0,0 0 2 15,-11 2 2-15,11-2-2 0,0 0 2 0,0 0 1 16,0 0 1-16,0 0-4 0,-11 4 2 16,11-4 3-16,0 0-2 0,0 0-1 0,0 0-1 15,0 0 1-15,0 0-1 0,0 0 2 16,0 0 2-16,-18-8-2 0,18 8-5 0,0 0 3 16,0 0-2-16,0 0 1 15,0 0-1-15,0-10-1 0,0 10 1 0,0 0 1 16,0 0 0-16,0 0-1 0,0 0 4 0,0-11 0 15,0 11-1-15,0 0 1 0,0 0-3 16,0 0-3-16,0 0 3 0,0 0 0 16,0 0 3-16,0 0-2 0,0 0 3 15,-1 34-1-15,-1-22 2 0,2 5 0 0,0 0 2 16,2 1 0-16,-1-2 0 0,3-1 6 16,-2 1 0-16,2-1 6 0,2-1 9 0,0-2 5 15,1-3 12-15,-1 0 12 0,1 0 6 16,1-2 14-16,1-2-2 0,3 0-1 0,0 0-4 15,1-1-6-15,0-1-7 0,0 3-2 16,3-1-5-16,-1 1-7 0,-4 0-1 0,3 0-5 16,-3 3 0-16,1-1 4 15,-3 3 0-15,-2-1 5 0,-1 2-1 0,1 1 1 16,-6-3 11-16,1 0 1 0,0 0 6 16,-6 4 6-16,4-4 0 0,-3 2-1 0,-2-2-4 15,1 1-6-15,1-1-1 0,-3 0-2 16,1-1-13-16,-6-1-5 0,6 4-2 0,-4-5-6 15,1 1-1-15,-2-4-12 0,1 2-33 16,0-2-42-16,-2-1-52 0,11-3-65 16,-14 3-80-16,6-3-112 0,8 0-117 0,0 0-133 15,-12-6-154-15,12 6 62 0,4-13-672 16,2 4-839-16</inkml:trace>
  <inkml:trace contextRef="#ctx0" brushRef="#br0" timeOffset="109911.54">27146 7011 3572 0,'8'-8'-6'16,"0"1"68"-16,-1-2 23 0,-2 4 18 0,3 0 20 15,-8 5 15-15,12-7 1 0,-12 7-10 16,0 0-9-16,15 3-6 0,-15-3-6 0,1 18-5 16,-1-5-8-16,-1 3-6 0,-5 7-2 15,-9 6-2-15,5 5-6 0,-1-4-7 16,2 5-8-16,0-10-5 0,6-4-7 15,-3 0-2-15,4-6-3 0,4 0-5 0,-2-1 0 16,4-2-3-16,1-2-2 0,4-1-5 16,0-2-4-16,-2-6 2 0,6 3-3 15,-13-4 24-15,12 0 24 0,-12 0 21 0,11-7 18 16,-11 7 22-16,-1-12 13 0,-9 2 25 16,-1-4 19-16,-10-5 15 0,-6-2 2 0,-7-4-3 15,-2-2-11-15,-5 4-10 0,11 5 1 16,-1 1-24-16,3 0-163 0,7 5 0 0,4 4 0 15,4-1 0-15,3 2 0 0,2 2 0 16,3 1 0-16,1-2 0 0,4 6 0 0,2-12 0 16,4 7 0-16,3-2 0 0,5 0 0 15,-1 1 0-15,4-1 0 0,3 0 0 16,-6 2-270-16,4 1-265 0,0 2-102 16,0-4-120-16,0 2-72 0,2 3 74 0,-6 1-744 15,-1 1-946-15</inkml:trace>
  <inkml:trace contextRef="#ctx0" brushRef="#br0" timeOffset="111461.38">24737 6607 3895 0,'-15'4'-138'0,"2"0"34"0,2-2 39 15,0 1 43-15,4-3 38 0,7 0 41 16,-11 1 29-16,11-1 13 0,0 0 2 16,-12 3-4-16,12-3-6 0,0 0-4 0,0 0 7 15,0 0 9-15,39 0 0 0,-12 0 2 16,20-3-6-16,16 2 2 0,10 0-4 0,8-7-5 15,28-2-13-15,1-1-6 0,8-1-6 16,8-5-8-16,-6 2-6 0,-2-2-9 16,-3-2-3-16,-3 0-6 0,-6 0-1 0,-9 1-4 15,-22 2-3-15,-4 1-3 0,-9 1-4 16,-6-1-2-16,-17 5 1 0,0 1-2 0,-4 1-2 16,-11 2-3-16,-1 1 2 15,-2-1 7-15,-2-2 7 0,3 4-1 0,2 0-1 16,0 2-3-16,1-2-2 0,2 0-3 15,11 1 2-15,2-1-4 0,2 0-2 0,2 0-1 16,2 2-1-16,-3 2-4 0,4 0-5 16,-4 0-7-16,-3 0-2 0,-8 0 2 0,-5-3-1 15,-2 2 1-15,-4 1-4 0,-3-2 4 16,7-2 0-16,-1 4 4 0,0-2-3 0,7 2 0 16,9-4 2-16,-1 1 4 15,8-1-4-15,-2 0-2 0,1 2 2 0,-4-1-1 16,-2 2-1-16,-6-1 3 0,-7 2-2 15,-5 0 2-15,0 0-1 0,-7-2 1 16,-2 2-2-16,5 0 9 0,-9-2 1 0,-9 2 7 16,21 0 4-16,-21 0 4 0,15 0 5 15,-7-2 4-15,-8 2 2 0,13 0-3 0,-13 0-3 16,11 6-3-16,0 0 11 0,-6 2-6 16,3 5 2-16,-5 3 7 0,1 7-4 0,-4 16 10 15,0 4 3-15,-6 11 6 0,1 6 6 16,-2 4 8-16,-2 5 38 0,2-1 2 0,-1-1 1 15,1 3-4-15,2-2-1 0,4 1-9 16,-1-1-5-16,0-7-8 0,2-3-6 16,2-14-5-16,-2-2-7 0,-2-4-2 15,0-11 3-15,0-4 4 0,0-7 3 0,2 1-1 16,0-5 7-16,0-1 8 0,-2-1 6 16,2-1-70-16,0-1-22 0,0-8 0 0,0 12 0 15,0-12 0-15,0 9 0 0,0-9 0 16,-1 7 0-16,1-7 0 0,-6 7 0 15,6-7 0-15,-12 7 0 0,5-2 0 0,-4-2 0 16,-5 5 0-16,-3 0 0 0,-11 2 0 16,-1 2 0-16,-6 1 0 0,0 0 0 0,-17-1 0 15,1 3 0-15,-6-3 0 0,-4 0 0 16,-6 1 0-16,-7-4 0 0,-6 3 0 0,-2-2 0 16,1-1 0-16,-24 1 0 15,23-1 0-15,1-2 0 0,-2 2 0 0,5 0 0 16,-4 0 0-16,-17 5 0 0,-1-3 0 15,-4 4 0-15,2-5 0 0,-1 2 0 0,0 0 0 16,21-6 0-16,-2 2 0 0,0 0 0 16,3 1 0-16,5-5 0 0,0 2 0 0,3-1 0 15,9-3 0-15,14 0 0 0,7 0 0 16,2-2 0-16,15 3 0 0,4-3 0 0,2 0 0 16,9 0 0-16,-2 0 0 15,4 0 0-15,0 1 0 0,11-1 0 0,-18 0 0 16,18 0 0-16,-16 0 0 0,16 0 0 15,-14 0 0-15,3 2 0 0,0 0 0 0,11-2 0 16,-15 2 0-16,5-1 0 0,1 1 0 16,9-2 0-16,-16 4 0 0,9-3 0 0,7-1 0 15,-13 4 0-15,13-4 0 0,-10 2 0 16,10-2 0-16,0 0 0 0,-13 0 0 0,13 0 0 16,0 0 0-16,-16-6 0 0,11 3 0 15,-3-2 0-15,3-5 0 0,-4-1 0 0,6-4 0 16,-5-6 0-16,5-11 0 0,-1-7 0 15,4-8 0-15,4-11 0 0,1-4 0 0,3-8 0 16,2-5 0-16,5-22 0 0,-2 3 0 16,2 1 0-16,-3 19 0 0,-1 3 0 0,0 7 0 15,-2 4 0-15,-4 8 0 16,1 15 0-16,-4 8 0 0,0 7 0 0,-1 4 0 16,1 5 0-16,-2-1-7 0,2 5-45 15,-2 1-19-15,-4 5-28 0,4 3-41 0,0 0-54 16,0 0-58-16,0 0-70 0,0 0-78 15,-25 17-75-15,18-5-93 0,1-3-170 0,3 5 9 16,-1 0 76-16,-1 0-534 0,4 1-653 16</inkml:trace>
  <inkml:trace contextRef="#ctx0" brushRef="#br0" timeOffset="111994.57">25641 6767 3449 0,'-7'-18'1'0,"4"1"38"0,-1 1 38 15,-2 2 44-15,3 3 33 0,-3-1 25 0,4 0 28 16,-1 3 12-16,0-1 8 0,1 2-3 16,-2 0-14-16,4 8-20 0,-1-12-19 0,1 7-21 15,0 5-21-15,0 0-8 0,0 0-12 16,0 0 18-16,10 21-20 0,-5-1 1 0,3 16 20 15,1 14 20-15,-4 5 10 0,4 7-2 16,-6 3 4-16,3 0-9 0,-1 3-14 0,-1 1-11 16,3-3-8-16,-2 0-15 15,1-1-10-15,-1-3-8 0,3-5-8 0,-5-4-8 16,6-15-5-16,-6 1-5 0,3-5-19 16,-2-8-40-16,-3-6 0 0,3-2 0 0,-2-7 0 15,0 1 0-15,1-2 0 0,-1 0 0 16,-2-3 0-16,0 1 0 0,0-8 0 0,1 14 0 15,-1-10 0-15,0-4 0 0,0 0 0 16,-1 11 0-16,1-11 0 0,0 0-244 16,0 0-120-16,0 0-127 0,0 0-148 0,0 0-228 15,11-29 74-15,-8 19 81 0,3-5-676 16,-3 1-841-16</inkml:trace>
  <inkml:trace contextRef="#ctx0" brushRef="#br0" timeOffset="112612.77">26631 6638 3596 0,'-3'-13'-65'0,"-1"-1"49"16,2 2 29-16,-2 3 47 0,2-3 35 16,2 2 34-16,0 1 32 0,0-1 8 0,2-2-4 15,0 1 6-15,0 0 2 0,-2 1 5 16,2 3-3-16,0 0-2 0,-2 7-15 16,0-12-21-16,0 12 0 0,0 0 6 15,0 0 11-15,0 0 28 0,9 41 6 0,-6 0-4 16,-1 5 12-16,-1 14 8 0,1 10 2 15,-2 3-9-15,0 7-10 0,-2 1-17 0,1 2-15 16,-1-1-14-16,-3 20-14 0,1-24-9 16,3-1-88-16,-1-1-30 0,-2-7 0 15,0-5 0-15,4-6 0 0,-2-12 0 0,2-7 0 16,-1-3 0-16,-1-9 0 0,2-6 0 0,0-4 0 16,0-3 0-16,0-2 0 15,0-2 0-15,0-2 0 0,0-1 0 0,0-7 0 16,2 6 0-16,-2-6 0 0,0 0 0 15,0 0 0-15,0 0 0 0,0 0 0 0,0 0 0 16,0 0-200-16,-4-26-401 0,2 16-145 16,-1 1-145-16,1-1 85 0,-1 0-876 0,-1-1-1119 15</inkml:trace>
  <inkml:trace contextRef="#ctx0" brushRef="#br0" timeOffset="113860.84">26857 4782 4273 0,'-11'-5'-211'0,"11"5"45"15,-5-11 37-15,1 6 38 0,2 0 35 16,1-2 35-16,-3 0 24 0,-2-1 25 0,3-1 28 15,-2-1 26-15,-1 1 13 0,3 3 6 16,-1-1 12-16,0 0 8 0,4 7 9 0,-5-12-3 16,1 6-2-16,-1 4-6 15,5 2-10-15,0 0-7 0,-3-11-8 0,3 11-7 16,0 0-7-16,-6-7-4 0,6 7-3 16,0 0 9-16,0 0 9 0,0 0 8 0,34 19-2 15,-9-5 1-15,8 0-11 0,8 4-7 16,6 5-4-16,2-3-12 0,6 4-6 15,-2 1 0-15,5-2-4 0,-1 4-21 0,0-2-6 16,4-3 1-16,0 4 1 0,4-4 30 16,0 2-4-16,3 0-3 0,-1-2 0 15,0 2 2-15,-1 0 7 0,-3-7 10 0,0 2-6 16,-6-3 10-16,-3 0 3 0,-3-2-8 16,-11-1-1-16,-4-3-8 0,0 1-4 15,-3-1-4-15,-8-4 1 0,-4 2 5 0,-1 0-3 16,-2-3-6-16,-2 2-1 0,-2-4-9 15,4 4-2-15,2 0-5 0,1 2-2 0,1-3 4 16,0 5-12-16,7 1 1 0,3 0-4 16,0 1-2-16,2-1 2 0,0 2-6 0,0 0-1 15,2-1-1-15,7 6 7 0,3-4-7 16,4 4-3-16,1-1 4 0,5 0-6 16,1 3 0-16,2 0 0 0,4 0-1 15,2 1 2-15,-1 2-1 0,22 3-4 0,360 123-392 31,-410-138 127-31,0-1 250 16,-3 0 33-16,-1 1 36 0,0-2-162 0,-1 0 166 16,-8 1-60-16,-2-4-12 0,1-2-39 15,-8 1 89-15,4 0 145 0,-5-1-102 16,-2-2 114-16,1 2-64 0,-1-1-109 0,-2-4 174 16,-1 5-170-16,0-2-27 0,-8-3 0 15,11 4 0-15,-11-4 0 0,10 1 0 16,-10-1 0-16,9 4 0 0,-9-4 0 0,0 0 0 15,10 3 0-15,-10-3 0 0,0 0 0 16,0 0 0-16,12 4 0 16,-12-4-86-16,0 0-527 0,0 0-293 0,0 0-310 0,0 0-350 15,3-12-382-15</inkml:trace>
  <inkml:trace contextRef="#ctx0" brushRef="#br0" timeOffset="114843.59">29719 6373 710 0,'3'-13'1031'0,"1"3"-443"0,-2 2-172 15,2 0-84-15,0 2-54 16,0 2-32-16,-4 4-25 0,4-9-34 0,-4 9-20 15,2-4-17-15,-2 4 8 0,0 0 9 16,-14 21 5-16,-5 5-5 0,-9 10 10 0,-8 8 8 16,-5 4 13-16,-15 15 12 0,-4-1 1 15,5-2 3-15,1 2-3 0,15-14-12 0,0 3-13 16,6-5-16-16,10 5-14 0,1-7-13 16,10-6-15-16,7-4-9 0,3-2-10 0,2-10-10 15,4-4-9-15,2-1-3 0,5 1-15 16,0-9-8-16,9 3-12 0,-6-10-23 15,9-2-14-15,1-2-6 0,10-6-1 16,-4 0 11-16,-3-6-1 0,0 0 5 0,-2-5-23 16,-9-3 0-16,6 0 0 0,-8-2 0 15,-3 2 0-15,-6 1 0 0,-1-1 0 0,0 3 0 16,-3 1 0-16,-1 5 0 0,0-1 0 16,-1 3 0-16,-1-1 0 0,-2 2 0 15,-2 2 0-15,-2 3 0 0,-1-1 0 0,0 2 0 16,-1 4-120-16,10 0-166 0,-15-2-100 15,15 2-103-15,-11 0-104 0,11 0-117 0,0 0-87 16,0 0 80-16,0 0-675 16,0 0-845-16</inkml:trace>
  <inkml:trace contextRef="#ctx0" brushRef="#br0" timeOffset="115228.4">30338 6502 3689 0,'-8'-12'6'0,"1"1"24"16,-2 4 15-16,-3 2 29 0,1 2 38 15,-3 1 35-15,-3 2 26 0,0 4 13 16,-6 1 3-16,2 3-5 0,-7 4-6 16,1 2-17-16,4 3-11 0,2 2-3 0,6-1-1 0,5-2-7 15,3-1 2-15,4 2-8 16,3-3-3-16,5 3-3 0,4 3-20 0,6 1-6 15,2 4-9-15,1-2-5 0,0-3 3 16,2-1-2-16,-5-2 0 0,-2-3-9 0,-1-1-8 16,-3-1 5-16,-1-2 6 0,-2 1 13 15,-1-1 5-15,-3-2 10 0,0 1 13 16,-2-1 0-16,0-8-3 0,-8 17-6 0,3-10-6 16,-1-2-58-16,-4 1-50 15,1 0 0-15,-2-4 0 0,-1 1 0 0,12-3 0 16,-27 0 0-16,12-3 0 0,0-1 0 15,0-2 0-15,-5-2 0 0,6 1-142 0,-4-3-243 16,2-1-125-16,-2 1-131 0,7 0-211 16,-1-2 44-16,3 1 84 0,-1 1-680 0,2-2-857 15</inkml:trace>
  <inkml:trace contextRef="#ctx0" brushRef="#br0" timeOffset="116010.93">29480 6125 3960 0,'-36'-5'20'0,"0"1"22"0,10-1 26 0,2 2 27 15,6-1 36-15,4 2 27 0,3-1 14 16,1 0-4-16,10 3-18 0,0 0-17 0,17-12-15 15,21 3-11-15,25-1-15 0,14-1-8 16,31-2-14-16,10 0-29 0,12 0-29 0,0 1-44 16,-5-2-32-16,-3 3-22 15,-9-1-5-15,-30 4 9 0,-6 3 14 0,-11 1 10 16,-18 4 5-16,-8 0 18 0,-11 4 17 16,-6 1 21-16,-7 7 19 0,-2 2 15 0,-4 6 20 15,-7 14 11-15,-5 7 11 0,1 1 1 16,-9 13 3-16,-4 3 0 0,3 5-1 0,-4 1-7 15,0 3-8-15,1 3 6 0,1 0 22 16,2-2-22-16,5 0-1 0,-2-3-5 0,4-2-10 16,4 0-2-16,-1-16-7 0,1-4-5 15,1-3-3-15,-1-9-7 0,-1-8-2 16,1-3-1-16,0-5-6 0,-2 3 7 0,4-7 22 16,-2 1 14-16,-2-4 12 15,2 3 1-15,0-4 2 0,-2 2-4 0,2-9 7 16,-2 13 14-16,-3-5 12 0,-2 1 5 15,-4 0 7-15,-4 2 6 0,-2 2-4 0,-16 4-1 16,-6 4-5-16,-9-4-6 0,-6 6-47 16,-7-4-66-16,-7 2 0 0,-22 5 0 0,0-1 0 15,-3-1 0-15,0 3 0 0,-2-5 0 16,1 4 0-16,5-1 0 0,19-3 0 0,0 0 0 16,6 2 0-16,1 1 0 0,4-2 0 15,3 1 0-15,5 1 0 0,3-1 0 0,5-1 0 16,4 0 0-16,9-8 0 0,1 3 0 15,5-1 0-15,5-7 0 0,5-1 0 0,1-1 0 16,5-3 0-16,-2 0 0 0,5 1 0 16,-1-3 0-16,6-3 0 0,0 0 0 15,0 0 0-15,-11-14 0 0,15-1 0 16,5-18 0-16,5-11 0 0,4-7 0 0,4-7 0 16,3-5 0-16,5-23 0 0,1-1 0 15,1-7 0-15,-2-4 0 0,3-2 0 0,-3-3 0 16,1-3 0-16,-5 5 0 0,1 7 0 15,-5 6 0-15,-4 26 0 0,-3 13 0 16,-5 13 0-16,-1 5 0 0,-3 9 0 0,-5 7 0 16,1 4 0-16,-2 8-56 0,0 3-312 15,0 0-90-15,0 0-90 0,0 0-108 16,0 0-184-16,0 0 70 0,12 20 96 16,-4-16-626-16,1 1-757 0</inkml:trace>
  <inkml:trace contextRef="#ctx0" brushRef="#br0" timeOffset="116960.12">28347 3960 3424 0,'-16'-5'-113'0,"1"-1"27"15,3 0 31-15,3 1 40 16,0 4 51-16,9 1 47 0,-14-7 35 0,7 3 22 16,7 4 13-16,-10-2 7 0,10 2-7 15,0 0-11-15,0 0-11 0,0 0-4 0,0 0-4 16,36 9-6-16,-1 3-12 0,14 7-11 15,9 4-9-15,5 3-7 0,18 9-9 0,8 6-5 16,8 4-7-16,5 1-9 0,4 3 0 16,7 6-2-16,3 0-7 0,8 4 1 15,0-1 1-15,-4 0 8 0,2-1 3 0,-4-3 4 16,1-2-3-16,-7-2 1 0,-5-4-3 16,-5-1 1-16,-6 2-8 0,-4-5-1 15,-11-1-8-15,-8-1 0 0,-20-8-6 0,-5 1-2 16,-7-4-6-16,-2-2-3 0,-10-4 1 15,-5-1-3-15,1-1-1 0,-2 0-3 16,-2-1 1-16,1 1 0 0,1-1-2 0,2 2 1 16,0 1-2-16,0-3 5 0,4 4-7 15,7 4 3-15,2-1 2 0,3 2 4 16,5 4 13-16,1 0 3 0,5 0-4 0,2 2-3 16,-1-3-5-16,3 4-1 0,-4-2-5 15,2-3 2-15,-2-2-2 0,-3-2 2 0,-3-1-2 16,-10-9 2-16,-6 1 16 0,1-4 12 15,-10-2 16-15,-4-5 4 0,-1 0 10 16,-7-1 4-16,3 0 3 0,-5-1 1 16,1-2-2-16,-1 1 0 0,-7-4-4 0,12 7-7 15,-8-4-10-15,-4-3-5 0,9 5-6 0,-9-5-3 16,5 3-10-16,-5-3 1 0,0 0-7 16,12 6 0-16,-12-6-15 0,0 0-10 15,10 1-44-15,-10-1-36 0,0 0-43 0,5 4-52 16,-5-4-68-16,0 0-86 0,0 0-136 15,0 0-157-15,0 0-183 0,0 0 63 16,-36-9 84-16,17 6-529 0,-5-3-647 0</inkml:trace>
  <inkml:trace contextRef="#ctx0" brushRef="#br0" timeOffset="117894.8">31634 6150 3450 0,'4'-7'118'0,"-1"1"25"16,1-2 19-16,-4 8 10 0,5-6 6 0,-5 6 8 15,0 0 13-15,0 0 12 0,0 0 13 16,16 22 27-16,-10-1-15 0,2 15-14 0,-4 5-14 16,-4 4-15-16,0 13-16 0,-2 2-13 15,-2-4-18-15,1 2-13 0,0-4-11 0,-1-9-14 16,0-4-7-16,1-4-11 0,-1 1-12 15,0-11-8-15,1-4-8 0,-2-3-3 16,1-3-8-16,2-2-8 0,1 0-18 16,-1-6-18-16,0 0-33 0,0-1-45 0,0-6-61 15,2-2-67-15,0 0-74 0,0 0-87 16,0 0-77-16,0 0-85 0,2-31-116 0,-2 11-95 16,6-12 68-16,1-3-537 0,-1 0-665 15</inkml:trace>
  <inkml:trace contextRef="#ctx0" brushRef="#br0" timeOffset="118476.67">31680 6212 3329 0,'-12'-10'20'15,"1"1"27"-15,2 1 21 0,0 2 42 0,2-1 37 16,1 2 49-16,1 0 20 16,5 5 10-16,-7-6 11 0,7 6-18 0,-1-9-15 15,1 9-24-15,25-12-15 0,9 2-23 0,17-2-8 16,10-5-11-16,6 5-26 15,6-5-28-15,20-2-21 0,-19 3-8 0,-1 3-10 16,-6 1-3-16,-10 0-4 0,-12 8-1 16,-7-1-6-16,-7 3-4 0,-10 2 5 0,-4 4 15 15,-2 3 17-15,-3 7 16 0,-4 5 17 16,-1 12 19-16,-3 4 20 0,-4 2 10 0,-2 4 4 16,0 7 3-16,-4 4-1 0,3 4-8 15,-1 3-6-15,2-1-9 0,2 4 45 0,4-3 5 16,3 2-6-16,2-4-13 15,7-3-101-15,1 1-44 0,-1-5 0 0,2-3 0 16,0-6 0-16,-4-7 0 0,2-2 0 16,2-1 0-16,-4-5 0 0,2-1 0 0,-3-5 0 15,-2-5 0-15,-3-3 0 0,-2-2 0 16,0-1 0-16,-3-1 0 0,1 0 0 0,-2-2 0 16,-2-6 0-16,-2 11 0 0,-4-1 0 15,-3-3 0-15,-8 0 0 0,-7-2 0 16,-10 5 0-16,-5-2 0 0,-21 3 0 0,-1-1 0 15,-5-2 0-15,-4 0 0 16,-5-2 0-16,1 3 0 0,-6-1 0 0,6-1 0 16,-1-2 0-16,7 0 0 0,3-1 0 15,8 3 0-15,12-6 0 0,6 5 0 0,6-5 0 16,8 1 0-16,7 2 0 0,0-3 0 16,2 2 0-16,4-2 0 0,1 0 0 0,11-1 0 15,-20 4 0-15,13-2 0 0,7-2 0 16,-14 1 0-16,14-1 0 0,-11 0 0 0,11 0 0 15,-9 2 0-15,9-2 0 0,0 0 0 16,0 0 0-16,-13-7-417 0,13 7-303 0,2-10-198 16,-2 10 56-16,11-17 90 0,-6 5-759 15,2-2-976-15</inkml:trace>
  <inkml:trace contextRef="#ctx0" brushRef="#br0" timeOffset="118926.74">31874 6570 3994 0,'0'0'-36'0,"-18"-5"39"0,13 1 31 15,5 4 29-15,-11-2 32 0,11 2 38 0,0 0 29 16,-9-6 10-16,9 6-3 16,0 0-9-16,0 0-7 0,0 0-12 0,0 0-4 15,0 0-12-15,0 0-9 0,0 0-11 16,30-10-12-16,-15 8-6 0,2-2-13 0,-4 4-6 16,1-1-2-16,-14 1-16 0,22 5 5 15,-10 3 8-15,-2 4 11 0,-5 1 13 0,-3 3 14 16,-2 3 8-16,-2 6 15 0,-1-1 14 15,-3 9 2-15,-3-3 1 0,0 3-3 0,4-2-9 16,-1-4-14-16,5-3-9 16,-5-1-7-16,2 0-13 0,1-3-9 0,3-2-7 15,-1-2-9-15,1 1-25 0,-2-3-36 16,4-3-45-16,-2 3-52 0,0-4-60 0,0-1-57 16,0 0-54-16,1-4-56 0,-1 1-80 15,0-6-71-15,7 4-89 0,-7-4-107 16,0 0-63-16,0 0 62 0,0 0-514 0,0 0-652 15</inkml:trace>
  <inkml:trace contextRef="#ctx0" brushRef="#br0" timeOffset="119126.54">31895 6954 3134 0,'-10'-1'12'0,"10"1"49"16,-18-3 32-16,18 3 28 0,-18-1 33 15,18 1 31-15,-13-1 20 0,13 1 4 16,-12-2-3-16,12 2-20 0,0 0-18 0,0 0-16 15,0 0-15-15,0 0-16 0,29-12-47 16,-8 9-65-16,2-1-70 0,2-3-90 16,9-2-82-16,0 1-87 0,-3-3-121 0,-4 1-193 15,0-2 29-15,-5 3 71 0,-7 0-231 16,-2 0-254-16</inkml:trace>
  <inkml:trace contextRef="#ctx0" brushRef="#br0" timeOffset="119494.05">32398 6632 2086 0,'4'-8'93'15,"-3"1"39"-15,-1 7 23 0,0-10 22 0,0 10 42 16,0-8 18-16,0 8 8 0,0 0-11 16,0 0-11-16,0 0 9 0,0 0 1 0,0 0 5 15,-32 14-2-15,15-2 0 0,-7 7 14 16,-1 0-9-16,0 2-16 0,2 1-29 15,4 2 0-15,1-4-17 0,7-1-7 0,4 0-15 16,5-2-1-16,4-2-29 0,4 4-7 16,3 1-13-16,8 3-10 0,3-1-13 0,2-2-8 15,-6-4-9-15,-2 0-1 16,2-2-7-16,-5 1 2 0,3-1 11 0,-5-2 11 16,-1 2 8-16,-3-1 13 0,-1-2 16 15,-4 1-11-15,-2-2-109 0,-5 2 0 0,-4 0 0 16,-5 0 0-16,-9 1 0 0,5-1 0 15,-2-3 0-15,-1-1 0 0,-5 4 0 0,-7-4 0 16,9-3 0-16,2-1 0 0,-1-1 0 16,2-3 0-16,-2 1 0 0,2 3-265 0,4 0-557 15,-10-4-136-15,12 5 91 0,-2-2-928 16,0 1-1225-16</inkml:trace>
  <inkml:trace contextRef="#ctx0" brushRef="#br0" timeOffset="123575.85">19866 1823 1908 0,'-11'-9'712'15,"11"9"-217"-15,-8-5-156 0,8 5-110 16,-5-5-57-16,5 5-41 0,0 0 29 16,0 0 10-16,-8 22 4 0,4-7-5 0,-2 6-15 15,3 3-15-15,-3 7-8 0,1 3-12 16,-4-1-13-16,6 0-7 0,-1 1-10 0,-2-2-11 16,3-6-6-16,-3-5-26 0,1-1-33 15,2-6-44-15,-1 3-54 0,0-5-67 16,3 0-68-16,-1-4-62 0,-2-1-77 15,0-1-128-15,4-6-152 0,0 0 12 16,0 0-333-16,0 0-439 0</inkml:trace>
  <inkml:trace contextRef="#ctx0" brushRef="#br0" timeOffset="123975.57">19725 1800 2642 0,'-1'-11'4'15,"-3"2"31"-15,2 2 22 0,2-1 11 16,0 8 13-16,4-9 6 0,-1 4 10 15,-3 5 3-15,13-11 9 0,-1 5 10 0,3 3 4 16,-1 0-10-16,3 3-3 0,2 3-10 16,1 2-2-16,5 3-15 0,6 6-2 15,-3 1-8-15,-1 1-10 0,-2 1-3 0,-2 3-3 16,-10-3-1-16,-2-1-3 0,-2 2 14 16,-6-2 5-16,-1 1 14 0,2 0 10 0,-8 3 7 15,2 3 3-15,-1-1 0 0,-3 0-3 16,1-2 1-16,2-2-5 0,-1 3-7 15,0-2-6-15,3-2-9 0,-1 2-4 0,0 0-5 16,0-2-6-16,0 3-5 16,2 1-8-16,0-2 1 0,-2-1-6 0,1 1-4 0,1-2 2 15,-2 3 7-15,-1-5-2 16,-1 3 12-16,2-3 0 0,0-3 8 0,-3 3 6 16,-1-3-3-16,1 2-11 0,-4-4-10 15,0 2-4-15,0-3-8 0,-5-4-5 16,5 1-5-16,-4-4-13 0,-1 0-42 0,-1-2-44 15,-2-4-54-15,-1 2-71 0,2-2-78 16,-2-1-89-16,3-2-111 0,3-2-166 0,-1 1-98 16,2 1 68-16,8-3-434 0,-4 2-576 15</inkml:trace>
  <inkml:trace contextRef="#ctx0" brushRef="#br0" timeOffset="124358.72">20552 1471 3280 0,'-2'-12'37'0,"1"4"-4"0,-3 1-4 0,4 7 18 16,0 0 54-16,-29 15 49 0,4 11 37 15,-5 15 11-15,-2 7 8 0,-3 5 6 16,1 4 11-16,-2 13 10 0,11-8 17 0,8-1-24 16,2 6-23-16,5 0-17 0,4-1-17 15,8-4-13-15,4-2-15 0,-3 0-13 16,7-6-21-16,1-7-48 0,-3-10-53 15,0-3-57-15,1-5-64 0,1-5-71 0,-4-5-67 16,0-5-64-16,1-1-65 0,0-7-115 0,4-3-166 16,-2-3-24-16,-9 0 76 0,16-9-343 15,-2 1-433-15</inkml:trace>
  <inkml:trace contextRef="#ctx0" brushRef="#br0" timeOffset="124774.92">20621 1847 2913 0,'0'-9'127'0,"0"0"8"0,2 3-2 16,-2 6-7-16,8-14 26 0,-1 7 3 15,4 1 4-15,1 2-6 0,3 1-14 0,5 1-16 16,-2 2-8-16,1 0-11 16,3 2-14-16,-2 3-6 0,-1 5-8 0,3 0-7 15,-8 0-9-15,0 1 2 0,-4 1-4 16,-3 0 9-16,-2 3 11 0,-5-1 13 15,-1 3 4-15,-7 4 6 0,-5 8-2 0,-2-2 6 16,-2 0 5-16,3-7 4 0,5-5-2 16,1-3-18-16,4-3 3 0,-2 1-5 0,4-4-11 15,1 2 0-15,-1 0 9 0,2-8 24 16,3 13-7-16,1-2 0 0,3-1-7 0,-4 0-2 16,5-1-6-16,-1 3 1 15,0 0-9-15,2-2-8 0,-4 2-2 0,1-2-7 16,-1-1 1-16,-3 2 0 0,4-2-1 15,-3 2 6-15,-2-1 0 0,-1 1-3 16,0-2-1-16,-1 0-4 0,-4 2-7 0,-1-2-30 16,-1 3-28-16,0-4 0 0,-2 1 0 15,-2-5 0-15,-2 4-77 0,1-8-171 0,-1 2-129 16,-1-4-137-16,0-6-167 0,0-5-202 16,-1-12 57-16,6-8 94 0,2-7-579 15,7-5-767-15</inkml:trace>
  <inkml:trace contextRef="#ctx0" brushRef="#br0" timeOffset="124992.69">21040 1446 3933 0,'7'-6'107'0,"0"2"-14"0,-7 4 14 16,0 0 52-16,34 15 45 0,-7 1 22 16,5 13 9-16,2 8-10 0,-1 6-5 0,-6 5-18 15,-5 4-10-15,-7 3-24 0,-3 3-17 16,-11 6-8-16,-4 0-11 0,-7 4-28 0,-2 1-3 15,-13 16-26-15,-4-4-25 0,-3-3-55 16,-4-3-63-16,-3-3-81 0,-5-5-98 16,0-3-100-16,2-15-107 0,3-6-166 0,-7-5-132 15,6-4 72-15,0-8-512 16,10-11-657-16</inkml:trace>
  <inkml:trace contextRef="#ctx0" brushRef="#br0" timeOffset="125324.81">19270 3177 3744 0,'-38'8'207'16,"11"-1"-9"-16,4-1-5 0,8-4 20 16,2 4 34-16,3-6 49 0,10 0 17 0,0 0-17 15,0 0-33-15,0 0-24 0,72-31-23 16,24 0-23-16,22-4-30 0,21-8-47 15,55-17-55-15,-3-3-68 0,-5 0-45 16,-5 7 8-16,-41 13 5 0,-9 0 3 0,-3 6 4 16,-12 4 3-16,-18 4 3 0,-32 9 7 15,-10 3 18-15,-18 7 19 0,-8 0 12 16,-7 4-1-16,-4 1-4 0,-5-1 0 0,-3 2-12 16,-4 2 1-16,1-1-8 0,-8 3-26 15,4-3-47-15,-4 3-72 0,0 0-110 0,0 0-142 16,0 0-159-16,0 0-251 0,-44 3 60 15,22-3 80-15,-10 0-432 0,-9-3-564 0</inkml:trace>
  <inkml:trace contextRef="#ctx0" brushRef="#br0" timeOffset="129659.6">22058 8485 2017 0,'0'0'180'15,"0"-13"-23"-15,0 6-21 0,0-1-8 16,0 1 5-16,0 0 11 0,0 0 10 0,0 7-1 15,0-14-1-15,2 7 13 0,0 2 4 16,-2 5-3-16,2-12 1 0,0 7 1 0,-2 5 1 16,1-8-7-16,-1 8-10 0,0-7-14 15,0 7-20-15,0 0-13 0,0 0 7 0,0 0 9 16,0 0 0-16,6 30 5 0,-6-2-6 16,-4 11-12-16,2 4-6 0,-1 13 1 15,1 0-7-15,-4 0-8 0,5-10-6 16,-2-1-1-16,1 2-28 0,-2-3 7 0,4-3-7 15,-4-1-4-15,4-10-12 0,0-4 8 16,-3-4-9-16,3-3-6 0,0-3-4 0,-2-3 2 16,2 1-4-16,-4-4-27 0,4 1-14 15,0-5-35-15,2 0-67 0,-2-6-101 0,0 0-104 16,0 0-85-16,0 0-98 0,0 0-157 16,-7-23-23-16,0 11 82 0,2-2-459 15,-3 3-535-15</inkml:trace>
  <inkml:trace contextRef="#ctx0" brushRef="#br0" timeOffset="129890.9">21772 8898 2851 0,'-8'-4'58'0,"3"0"55"16,5 4 35-16,-10-4 12 0,10 4 17 0,-10-2 9 16,10 2 4-16,0 0 28 0,0 0 28 15,0 0 3-15,-9 14-3 0,9-14-16 0,6 17-13 16,-1-2-25-16,6-1-20 0,1 9-8 15,1-4-20-15,7 3-18 0,-5-3-9 0,6 0-14 16,-5-5-31-16,-4-2-38 0,0-2-52 16,1-1-51-16,-3 1-62 0,0-3-71 15,-3-1-71-15,2-2-56 0,-1 0-67 16,-2-2-95-16,-6-2-173 0,21-2 40 0,-9-2 65 16,1 2-345-16,6-6-385 0</inkml:trace>
  <inkml:trace contextRef="#ctx0" brushRef="#br0" timeOffset="130141.18">22340 8932 2463 0,'7'-7'59'0,"1"1"52"0,-4 2 45 16,-2 0 25-16,-2 4 17 0,0 0-2 0,6-5-12 15,-6 5 22-15,0 0 37 0,0 0 16 16,-18 21-6-16,2 1 0 0,-4 3-3 16,1 3-4-16,-10 6-6 0,1-2 12 15,5-3-22-15,0-4-9 0,0-3-9 0,5 1-18 16,-4-4-17-16,11-2-22 0,-3-5-10 15,7-2-13-15,2-2-14 0,-4 1-12 0,5-2-13 16,-1-2-8-16,-1 0-7 0,5 0-19 16,-3 0-27-16,4-5-39 0,-6 7-49 15,6-7-52-15,-6 5-80 0,6-5-96 0,0 0-111 16,-9 0-117-16,9 0-155 0,0 0-127 16,-13-8 74-16,4 4-660 0,4 1-832 0</inkml:trace>
  <inkml:trace contextRef="#ctx0" brushRef="#br0" timeOffset="131175.68">22111 9888 3935 0,'6'-5'-52'0,"-2"0"53"15,-4 5 38-15,6-5 34 0,-6 5 18 16,0 0 7-16,0 0-7 0,0 0-4 16,-16-9-7-16,-1 7 6 0,0 2 1 15,-12 2 11-15,-11-2 2 0,1 4-4 0,-4-3-1 16,3 5-6-16,4 0-11 0,6-4-8 16,3 1-4-16,2 1-9 0,2-1-6 15,6 1-4-15,0-3-4 0,2 3-3 0,1-2-8 16,3 0 0-16,2-1-6 0,-1 2-1 15,2-1-1-15,8-2-3 0,-13 2 1 0,13-2-5 16,-12 1 1-16,12-1 1 0,-9 2-3 16,9-2-3-16,0 0 3 0,0 0 2 0,-14 0-3 15,14 0 0-15,0 0-2 0,0 0 0 16,0 0-3-16,0 0-3 0,-13 0-1 16,13 0 0-16,0 0-2 0,0 0-6 15,0 0 0-15,-5 7-1 0,1 2 1 0,2-1 0 16,2 4 4-16,-2 3-1 0,2-2 1 15,0 5 2-15,2-2-4 0,0 3 2 0,4 2 1 16,-3-1 2-16,7 1-3 0,0-2 1 16,5 5 4-16,6-1 1 0,0 0-3 0,1-4 2 15,5 1-1-15,2 1-1 16,1-2-2-16,1-1 1 0,-3 1 2 0,5 0 1 0,-7 1-6 16,1-5-1-16,-4 4 3 15,-6-6 5-15,-5-1 10 0,-5-1 14 0,3-1 24 16,-9-2 28-16,-1 1 17 0,-5 0 19 15,-3-3 7-15,-4 3 2 0,1-2-4 0,-3-2 9 16,-6 0 1-16,3-2-4 0,-4-1-13 16,2-2-9-16,-2 0-12 0,0 0-16 0,2-2-2 15,-1 2-6-15,4-1-16 0,-4-1-7 16,8 0-27-16,-2 1-27 0,3-3-46 0,0 2-50 16,-2 2-67-16,13 0-65 15,-11-2-88-15,11 2-120 0,-3-6-95 0,3 6-145 16,9-10-93-16,0 3 72 0,9-4-623 15,9-1-782-15</inkml:trace>
  <inkml:trace contextRef="#ctx0" brushRef="#br0" timeOffset="131541.66">22521 10046 3646 0,'-2'-6'-44'0,"2"6"8"0,0 0 21 15,0 0 45-15,0 0 40 0,-30 13 24 16,18 1 24-16,1 1 9 0,0 2 1 0,-2 2 9 16,1 7 3-16,4-4-5 15,5-2-6-15,0 0 4 0,7 0-2 0,4 1-2 16,5 4-2-16,8 0-8 0,6-7-3 16,3-3-4-16,4-1-10 0,2-6-15 0,2-5-2 15,-3-3-11-15,3-2-6 0,0-5 6 16,-2-1 8-16,-4-4 19 0,-1-4 2 0,-6-1 0 15,-4-6-11-15,-6 0-10 0,-7-2-5 16,-6 0-10-16,-6-10-1 0,-2 0-18 0,-12-6 5 16,-7 1-13-16,-8 5-3 0,-1 4-13 15,-7 7-5-15,0 3-28 0,-1 10-29 0,-2 4-47 16,0 7-48-16,-2 5-63 0,5 2-87 16,1 3-83-16,5 7-83 0,3-5-122 15,8 5-157-15,6-5 76 0,9 2-538 16,0-1-656-16</inkml:trace>
  <inkml:trace contextRef="#ctx0" brushRef="#br0" timeOffset="132591.9">21684 10899 3252 0,'0'0'-57'0,"4"-5"10"0,-4 5 6 16,0 0 20-16,0 0 33 0,-24 15 38 0,1 2 36 15,-12 10 31-15,-9 7 30 0,-5 6 19 16,-20 14 15-16,-3 7 12 0,-7 6 3 0,-4 1 1 15,-3 5-8-15,-2-1-3 0,4-6-4 16,7-1-1-16,4-5-9 0,3-3-10 16,10-5-15-16,12-11-17 0,9-6-8 15,3 1-16-15,1-3-14 0,12-7-4 0,0-6-10 16,8-4-4-16,2-2-7 0,3-6-5 16,1 3-4-16,4-5-6 0,-4 2 1 15,4-4 1-15,-1-1-10 0,6-3 1 0,-7 4-29 16,7-4-26-16,0 0-43 0,0 0-47 15,0 0-55-15,0 0-75 0,-9-14-99 0,9 14-98 16,0 0-116-16,0-7-185 0,0 7 55 16,0 0 79-16,0 0-409 0,0 0-479 0</inkml:trace>
  <inkml:trace contextRef="#ctx0" brushRef="#br0" timeOffset="133023.34">19622 12465 2766 0,'8'-17'149'0,"-2"3"34"16,-1 4 25-16,-3 2-1 0,0 3-8 16,2-1-16-16,-4 6-14 0,0 0 40 15,0 0 25-15,0 0 0 0,12 33-8 16,-14-9-6-16,2 3-10 0,-5 14 6 0,2-1-12 16,-3 1-8-16,2-1-18 0,1-3-14 15,-5 1-11-15,5-1-18 0,-2-11-15 16,3-3-11-16,-2 0-11 0,3-1-8 0,-3-5-9 15,0-2-7-15,2 1-14 0,1-4-20 16,-3 1-20-16,0-4-28 0,-1-1-43 0,2-2-48 16,-1-5-63-16,4-1-60 0,0 0-63 15,0 0-60-15,-15-17-49 0,15 3-45 0,-1-10-39 16,4-13-70-16,5-4-95 16,3-17 29-16,4 0-422 0,2 2-511 0</inkml:trace>
  <inkml:trace contextRef="#ctx0" brushRef="#br0" timeOffset="133240.51">19746 12342 2801 0,'4'-10'-1'15,"-2"4"31"-15,-4 2 5 0,2 4 25 16,0 0 34-16,0 0 21 0,-55 24 35 0,26-6 16 16,-8 11 21-16,-2 0 12 0,-5 6 13 15,8-1 0-15,0-2-3 0,-1-4-3 16,17-5-4-16,1-1-7 0,4-7-10 0,5-1-11 16,4-2-4-16,2-2-2 0,6 0-7 15,2-1-10-15,5 1-14 0,11-1-20 0,3-2-12 16,11-2-5-16,6-2 11 0,4 1-37 15,1-3-57-15,3-1-62 0,-1 0-65 16,-1-1-68-16,-2-1-77 0,-12 0-72 16,-3 0-56-16,-8 1-77 0,-1-3-107 0,-6-1-112 15,0 2 61-15,-5-2-443 0,1 0-534 16</inkml:trace>
  <inkml:trace contextRef="#ctx0" brushRef="#br0" timeOffset="133575.7">20221 12479 3147 0,'-8'12'90'15,"1"2"49"-15,-5 2 28 0,-7 13 11 0,6 0 12 16,-4 0 10-16,1 0-2 0,0 0-8 16,2 0-11-16,3-2-10 0,0-3-4 0,4-5-9 15,3-1-10-15,4-5-6 0,0 1-16 16,6 0-3-16,1-4-9 0,3 3-13 0,7-5-8 15,4-4-8-15,6 1-14 0,4-7-5 16,8-3-34-16,4-5-13 0,-3 0-11 16,-4-3-3-16,-2-1 1 0,-4-5-3 0,-5-1 3 15,-5-5-5-15,-11 3 2 0,-4 0-1 16,-5-4 3-16,-5-10 3 0,-15-5-11 16,-4 4 2-16,1 10-2 0,-5 2-2 15,-5 6-2-15,-1 4-27 0,-3 4-41 0,-1 6-51 16,0 0-71-16,6 7-93 0,4-1-90 15,-9 4-147-15,1 4-167 0,10-2 58 0,4 0-479 16,5-2-587-16</inkml:trace>
  <inkml:trace contextRef="#ctx0" brushRef="#br0" timeOffset="134740.18">22247 10839 2917 0,'-6'-3'-63'15,"2"-2"36"-15,-4-2 34 0,3 2 28 16,-3-2 31-16,3 2 30 0,-2-2 32 0,2 0 11 16,1 1 15-16,-2-1 7 0,3 2-6 15,-1-1-8-15,0 1-6 0,4 5-7 0,-6-8-9 16,6 8-3-16,-6-7-3 0,6 7-7 15,-2-5-10-15,2 5-4 0,-3-5-3 0,3 5-7 16,0 0-1-16,-6-6 1 0,6 6 0 16,0 0-2-16,0 0-7 0,-2-5-4 15,2 5-4-15,0 0-4 0,0 0-5 16,0 0 3-16,0 0-3 0,-3-6-1 0,3 6 0 16,0 0-5-16,0 0-10 0,0 0 1 15,0 0 22-15,0 0 11 0,0 0 0 0,26 18-9 16,-11-6-4-16,12 5-8 0,4 7-2 15,8 5-6-15,7 0-9 0,3 0 5 0,7 5-9 16,12 7-4-16,11 3 1 0,7 3-9 16,11-3 3-16,3 1-11 0,6-2-6 0,-4-2-3 15,5-2 4-15,-8-4 0 16,-5-3-3-16,-10-5 0 0,-22-6-3 0,-1 2 1 16,-5-5-3-16,-7 2-1 0,-3-3 3 15,-14-3-14-15,-1 1 15 0,-8-5 0 0,-5 0-5 16,2-1-2-16,-3-1 8 0,2 1 10 15,-3-2 20-15,-4-1 14 0,-1 1 17 16,0-2 17-16,-2 1 4 0,-2-1 13 0,5 0 0 16,-2 0-4-16,-3-2 4 0,-2 1 3 15,4-1 3-15,-9-3-2 0,11 5-88 0,-11-5-20 16,7 5 0-16,-7-5 0 0,0 0 0 16,10 2 0-16,-10-2 0 0,0 0 0 15,10 6 0-15,-10-6 0 0,0 0 0 16,0 0 0-16,0 0 0 0,5 4 0 0,-5-4 0 15,0 0 0-15,0 0 0 0,0 0 0 16,0 0 0-16,0 0 0 0,8 1 0 0,-8-1 0 16,0 0-341-16,0 0-324 0,-26 10-240 15,6-4 31-15,-3-2 98 0,-7 4-799 0,-8-2-1016 16</inkml:trace>
  <inkml:trace contextRef="#ctx0" brushRef="#br0" timeOffset="136174.87">23819 12061 4031 0,'6'-7'-185'0,"-6"7"52"0,3-8 45 16,1 2 35-16,-4 6 30 0,6-8 40 15,-5 2 29-15,6 2 20 0,-7 4 24 0,4-8 7 16,-4 8 10-16,3-6 7 0,1 1 3 16,-4 5-2-16,4-6-3 0,-4 6-5 15,1-6-7-15,-1 6-10 0,0 0-8 0,0 0-10 16,0 0-11-16,0 0-5 0,0 0-7 16,-24 12-1-16,-3 4-2 0,-4 7 11 15,-10 8 6-15,-6 1 16 0,0 9 3 0,-1-1-3 16,-6 11 6-16,9-6 9 0,4-1-9 15,5-1-3-15,3-1-10 0,5-2-2 0,5-2-2 16,7-6 7-16,5-6 4 0,5-3 8 16,5-2-7-16,2-7-1 0,3 3 0 0,5-2-8 15,5-1-8-15,3-2-6 16,6-6 2-16,9 1-11 0,8-3-5 0,1-6-7 16,0-1-4-16,1-4-6 0,-3-4-5 15,-5 0-2-15,-2-3 0 0,-3-3 5 0,-6-1-1 16,-6 3 6-16,-8-3-4 0,-3 4-7 15,-2-3 7-15,-6 0-4 0,-2 1-1 16,-4-3-5-16,-3 3-1 0,-3 1-2 0,-1 1 3 16,0 4-7-16,-4 0 2 0,2 3-6 15,0 0 4-15,-1 3-13 0,4 3-34 0,-2 1-35 16,3 0-49-16,1 3-41 0,1 1-55 16,2-1-66-16,-2 1-70 0,4 1-65 0,2-2-95 15,1 2-150-15,4-5-23 16,-2 9 70-16,2-9-447 0,7 8-537 0</inkml:trace>
  <inkml:trace contextRef="#ctx0" brushRef="#br0" timeOffset="136958.26">24255 12191 2878 0,'0'0'-14'0,"2"-10"15"16,-2 10 0-16,0-5-1 0,0 5 15 0,0 0 35 15,0 0 34-15,0 0 21 0,-23 18 22 16,12-2 3-16,-7 9 12 0,0 4 8 0,-2-2 2 16,4 2-3-16,-4-1 3 0,6 0-2 15,3 0-2-15,8-8-9 0,-1 2-7 0,6-6-8 16,0-2-6-16,1-1-1 0,8-1-8 15,1-1-10-15,3-5-6 0,5-1-11 16,5-3-9-16,1-4-7 0,10-3-6 16,0-7-7-16,-3 0-2 0,-1-3-6 0,-1-2-3 15,-5-2 3-15,-3-2 5 0,-4-1 2 16,-5-3-1-16,-9 1-3 0,-3 3-6 16,-4-1-4-16,-7-13-5 0,-5 9-4 0,-1 0-7 15,-8-1-2-15,-2 9-6 0,-3 2-18 16,-5 4-36-16,-1 7-50 0,2 5-64 0,-10 3-80 15,0 4-102-15,-9 5-109 0,3 4-151 16,0-1-87-16,10 1 65 0,0-5-425 0,6 5-517 16</inkml:trace>
  <inkml:trace contextRef="#ctx0" brushRef="#br0" timeOffset="137874.75">22731 12216 2760 0,'9'-8'-29'0,"-2"1"52"16,2 0 47-16,-4 0 43 0,1 2 58 15,-3 0 31-15,-3 5 19 0,8-8 1 0,-8 8-10 16,5-9-15-16,-5 9-18 0,1-7-19 15,-1 7-17-15,-8-5-15 0,8 5-10 0,-13-5-13 16,4 3-9-16,-3 1-10 0,-1 1-8 16,-3 1-9-16,1-1-5 0,0 0-6 0,0 2-9 15,-1-2-5-15,1 3-2 0,2-3-6 16,-2 1-4-16,3 0-4 0,-1-1-1 0,4 2-6 16,-2-1 1-16,11-1-9 15,-16 2-1-15,16-2-10 0,-14 2-4 0,14-2-5 16,-11 0-2-16,11 0 2 0,-9 2-1 15,9-2 3-15,0 0 1 0,0 0-2 0,-12 1 0 16,12-1-2-16,0 0 0 0,-10 2 1 16,10-2 2-16,-5 9 0 0,-1-1 1 0,2 4 1 15,0 0 1-15,-2 3 1 0,5 4-1 16,-1-3 0-16,0 5-1 0,0-2 2 16,4 1 1-16,0 3 4 0,1-2 1 15,3-1 2-15,2 0 1 0,3-1 6 0,0-4 7 16,9 6 4-16,-3-6 5 0,0-3-2 15,6 5-2-15,2-1-6 0,-1-3 1 16,-3-1-1-16,-1 0-1 0,-4-1 2 0,4 1 3 16,-4 0 5-16,-4-1 3 0,0-1 6 15,-2-2 4-15,-5 1 1 0,3-1 7 0,-3 1 5 16,1 0 11-16,-3-2 11 0,-3 1 10 16,0-8-3-16,-9 15 3 0,4-6-6 0,-5-1-9 15,-7 3-5-15,-2-1-7 0,-6 4-9 16,-3-2-3-16,-5 0-8 0,5-1-2 15,-5 1-7-15,9-4-10 0,2-2-11 0,2 1-32 16,2-2-38-16,6 0-47 0,-1 1-54 16,4-4-61-16,4 2-67 0,-4-4-63 0,9 0-60 15,0 0-76-15,0 0-120 0,0 0-74 16,0 0 56-16,25-14-443 0,-5 6-540 16</inkml:trace>
  <inkml:trace contextRef="#ctx0" brushRef="#br0" timeOffset="138256.76">23050 12229 2975 0,'-9'-7'-4'15,"5"3"27"-15,4 4 34 0,-11-6 31 16,5 2 32-16,6 4 16 0,-7-7 17 15,7 7 0-15,-6-5-18 0,6 5-11 16,0-9-15-16,0 9-19 0,7-10 1 0,-7 10-3 16,12-8-8-16,-4 2-10 0,-1 5-9 15,-7 1-2-15,16 0 6 0,-16 0 12 0,15 13 13 16,-10-2 5-16,-1 7 13 0,0 1 3 16,-2 8 2-16,-2-1 10 0,-4 11 2 15,2 1 0-15,-2 1-12 0,0-3 0 0,3 0-18 16,-1-6-7-16,0-1-5 0,2-3-8 15,-4-3-10-15,2 0-6 0,1-3-6 16,1-1-8-16,-2 0-16 0,0-4-32 0,-1-1-43 16,1-2-59-16,2-2-68 0,-2 0-93 15,2-3-92-15,-1-2-134 0,1-5-189 0,0 7-3 16,0-7 79-16,0 0-431 0,0 0-509 16</inkml:trace>
  <inkml:trace contextRef="#ctx0" brushRef="#br0" timeOffset="138456.81">22925 12634 2793 0,'-11'0'88'0,"1"-2"39"0,10 2 36 0,-17-4 41 15,11 2 42-15,6 2 32 0,0 0-2 16,-10-6-22-16,10 6-24 0,0 0-25 0,16-15-24 16,-3 6-20-16,4 0-23 0,5-2-58 15,0 3-52-15,6-2-69 0,-3 2-79 0,-5-1-111 16,-5 3-108-16,-2 0-116 0,-2 2-197 15,1 0 46-15,-4 1 70 0,-8 3-305 0,7-2-326 16</inkml:trace>
  <inkml:trace contextRef="#ctx0" brushRef="#br0" timeOffset="139255.72">22928 12320 2319 0,'-9'-2'-5'16,"0"1"28"-16,9 1 33 0,-16-6 35 15,16 6 38-15,-9-1 31 0,9 1 5 0,-7-5-4 16,7 5-8-16,0 0-15 0,-7-2-17 16,7 2-15-16,0 0-6 0,0 0-9 0,27-10-14 15,-13 6-4-15,2 0-10 0,4 1-4 16,-3 1-4-16,4-2-10 0,-4 1-2 0,2 0-2 16,-4 1-2-16,0-2-7 15,-3 2-1-15,-1 0 1 0,-1 0-4 0,-2-2 18 16,-8 4 7-16,13-3 3 0,-13 3 3 15,12-1-5-15,-12 1-4 0,7-3-7 0,-7 3-7 16,0 0-5-16,0 0-6 0,13 4 2 16,-11 3 1-16,0 3 2 0,-2 4 6 0,0 3 3 15,-2 4 5-15,0 6 3 0,2 11 1 16,0-1 1-16,0 3-2 0,0-1-3 16,2 3-3-16,0-5-7 0,0 0-1 0,1-7-1 15,-3-4-4-15,0-1-4 0,0-4-3 16,0 0-1-16,0-4-1 0,0-2-3 15,0-3 0-15,0 0-3 0,-3 0 1 16,3-2-2-16,0-1 2 0,0-2 0 0,0-7-1 16,0 13-12-16,0-13-33 0,0 8-65 15,0-8-85-15,0 0-85 0,0 0-90 0,0 0-120 16,0 0-185-16,0 0 49 0,-10-26-406 16,7 18-494-16</inkml:trace>
  <inkml:trace contextRef="#ctx0" brushRef="#br0" timeOffset="139489.75">23011 12669 2731 0,'-10'-1'80'16,"10"1"46"-16,-13-4 28 0,13 4 25 0,-10-3 22 16,10 3 17-16,-7-4 5 0,7 4-5 15,0 0-17-15,-6-4-22 0,6 4-17 0,0 0-19 16,23-13-27-16,-10 7-41 0,6 0-51 15,0 0-57-15,4-1-64 0,-2-3-69 0,2 4-55 16,0-2-57-16,-4-1-73 0,0 1-100 16,-3 0-122-16,-4 2 37 0,-1 0-255 0,-2 3-278 15</inkml:trace>
  <inkml:trace contextRef="#ctx0" brushRef="#br0" timeOffset="140572.76">25208 11778 2177 0,'-13'-3'90'0,"2"1"30"0,-3 0 23 0,1 0 32 16,-1 1 25-16,3-2 18 0,0 3 13 16,11 0-1-16,-20-1-2 0,20 1-12 15,-14 0-10-15,14 0-18 0,-11-1-11 16,11 1 1-16,0 0 2 0,0 0-7 0,0 0-21 16,35-9-15-16,-10 3-6 0,12 1-16 15,-1-1-12-15,1 3-12 0,-4-1-13 0,-8 4-10 16,-5 2-10-16,-1 5-5 0,-4 5-3 15,-1 2-5-15,-8 11 5 0,-6 2 8 0,-6 13 13 16,-8 9 34-16,-2 7-2 0,-6-4 1 16,3 2 1-16,-1-3-3 0,0-1-8 0,4-4-10 15,-2 1-3-15,9-12-12 16,-1 0-3-16,2-3-5 0,3-1-13 0,1-7-19 0,-2-2-26 16,6-6-50-16,-1-2-54 15,1-2-52-15,-2-1-43 0,-1-1-45 0,6-2-48 16,-3-2-93-16,0-6-80 0,0 0-99 15,0 0-174-15,0 0 64 0,20-22-556 0,-14 7-688 16</inkml:trace>
  <inkml:trace contextRef="#ctx0" brushRef="#br0" timeOffset="140755.57">25111 12287 3256 0,'-13'0'-18'0,"-1"2"48"0,14-2 48 15,-19-2 47-15,19 2 39 0,-12 0 33 0,12 0 13 16,0 0 9-16,-11 0-12 0,11 0-18 15,0 0-19-15,0 0-17 0,0 0-19 16,27-14-7-16,-6 9-18 0,13-3-44 0,4-1-59 16,2 1-75-16,4 0-101 0,5-5-116 15,-4 5-137-15,5-2-200 0,-9-2-7 0,-1 4 72 16,-4 1-348-16,0 1-386 0</inkml:trace>
  <inkml:trace contextRef="#ctx0" brushRef="#br0" timeOffset="141105.2">25944 12022 2460 0,'-7'-8'129'0,"2"5"24"16,5 3 15-16,-19 3 25 0,7 2 21 0,-2 4 20 16,-11 10 16-16,0-2 2 0,2 2 4 15,-1 3-6-15,2-1-9 0,7-1-14 0,4-6-11 16,0 3-11-16,4-2-12 0,1-1-6 15,6 1-19-15,2-1-16 0,4-2-10 0,4 1-14 16,-1-3-8-16,9 0-16 0,0-1-8 16,5-5-14-16,2 0-31 0,-2-4-25 0,4-1-11 15,-5-4-10-15,3-1 2 0,-2-3-2 16,-1-1 1-16,-8-2-2 0,-1-1 2 0,-2-3-6 16,-8-1 1-16,-3-2-3 15,-3-3 0-15,-8-11 6 0,-3 1-13 0,-8 5-13 16,-8-6-32-16,-4 5-34 0,0 11-46 15,-2 1-58-15,-4 8-81 0,-6 5-75 0,-2 5-78 16,0 2-114-16,-11 7-181 0,0 3 55 16,2-1 81-16,-2 3-397 0,3 0-460 15</inkml:trace>
  <inkml:trace contextRef="#ctx0" brushRef="#br0" timeOffset="142723.7">22473 11944 2519 0,'-17'-3'-58'0,"2"-1"34"0,2 2 26 16,1 0 27-16,2-1 24 0,1 2 29 0,2-3 20 16,-3 1 27-16,10 3 18 0,-13-4 7 15,13 4 0-15,-8-5-15 0,8 5-11 0,2-8-15 16,7 1-9-16,11-2-16 16,18-4-1-16,15-3-17 0,14-1-6 0,26-4-3 15,13 4-11-15,16-2 4 0,14 1-12 16,9 1-9-16,8 1-24 0,6 0-21 0,7 0-9 15,57-8 5-15,-2 1-6 0,-4 2-9 16,-49 4-6-16,44-8-11 0,-50 3-6 0,-6 1-1 16,-7-1 1-16,-10-4 6 0,-10 2 2 15,-16 1 6-15,-16 0 5 0,-29 5 3 0,-8 3 7 16,-11 1 19-16,-12 4 17 0,-7-1 3 16,-7 5 15-16,-6 0 2 0,-2 1-1 15,-4 2-7-15,-1-1-2 0,-2 3-1 0,-1-3-2 16,1 4-16-16,-8 0 9 0,14-3 1 15,-14 3-4-15,13 3 3 0,-13-3 1 16,14 2-5-16,-3 1-2 0,-2-1 4 0,2 2 1 16,1 1-10-16,-1-2 0 0,3 4 9 15,-3 1-7-15,5 6 0 0,-3 2 0 16,-1 7 7-16,4 6 19 0,-1 5 8 0,-5 0 7 16,3 0 4-16,-4 2 1 0,3 2 3 15,-1-3-7-15,1-1 12 0,5-2 11 0,-1-1 6 16,0-2 7-16,2-7 12 15,-1 2-3-15,-5-7 4 0,-1-1-1 0,-4-6 5 16,3 0 4-16,-1-3 2 0,-1 4-1 16,-3-5-9-16,4-1-5 0,-6 0-8 0,3-1-8 15,-6-4-14-15,5 5-2 0,-1 0-5 16,0-1-10-16,-4-4-7 0,5 11 7 0,-4-1-1 16,-1-2 0-16,0 4 1 0,0 4 1 15,-1 2 29-15,-4 5 5 0,3 3 11 0,-2-1-5 16,4 1 6-16,0 1-6 0,-2 9-10 15,2-5-8-15,0 6-2 0,4-3 7 0,3 0-9 16,-4-1-2-16,7-1-3 0,-3-3-8 16,0-7-3-16,0-1-6 0,-2-6-5 0,-1 1 2 15,0-6-7-15,-1 3 4 0,-1-3-1 16,2-3-1-16,-4-1 8 0,2 2 2 0,1-2-2 16,-3-6-2-16,2 10-6 15,-4-5 2-15,-3 3 1 0,-1 0-3 0,-1-1-6 16,0 1-1-16,-5 2 0 0,-1-2-5 15,-3 4-3-15,-2-1-1 0,-11 3-1 0,0-1-2 16,-3 0 1-16,-4 1-1 0,-3-3-2 16,-12 1 1-16,-4 0 1 0,-4-3-7 15,-4 1 4-15,-4-5 3 0,-2 2-8 0,-1-3 5 16,0 4-4-16,-3-5-2 0,-1 1 3 16,-5 1 0-16,5 2-3 0,-2-2 2 0,0 3-4 15,-3 4 1-15,2-2-2 0,-4 0 6 16,4 0-2-16,-4 3-4 0,3-2 1 0,0 1 1 15,0 0 0-15,-3-1-4 16,4 1 2-16,-4 3 3 0,6-3-1 0,-6 0 3 16,7 2-4-16,0-4-2 0,2 5 0 15,-3-1 6-15,3 1-8 0,1 1 4 0,7-4-2 16,1 0-1-16,1 3 3 0,4 1-1 16,2-3 2-16,-1 3 2 0,4-2-7 0,-1 1 1 15,1-1 2-15,2-1 2 0,-3 1-1 16,0 1 0-16,2-1 0 0,-4 2-1 0,3-1 1 15,-5-1 0-15,3-1-1 16,-2 1 2-16,0-1-7 0,-2 2 5 0,4-1-1 16,-1-3-2-16,1 5 3 0,3-4 0 15,12-1 0-15,1 1 1 0,-2-4 0 0,7 1-3 16,2 3-1-16,-3-4 3 0,9-2-1 16,-7 5 0-16,8-5-2 0,-5 6 2 0,8-1 1 15,-9 1 4-15,3 2-8 0,4-5 3 16,-2 4-1-16,4-2 6 0,4-1-2 0,0-2 3 15,4-1-2-15,0-2-6 0,3 1 12 16,1-2-9-16,2 0 6 0,3-2 0 0,-3 1 22 16,8-3 10-16,-12 4 17 0,12-4-3 15,0 0-4-15,-13-6-3 0,10-1-39 16,1-3-5-16,-2-2 0 0,2-6 0 16,4-8 0-16,2-12 0 0,1-13 0 0,4-11 0 15,7-3 0-15,-1-5-32 0,10-25-55 16,2-1-21-16,3-4-15 0,1-5-7 0,-3 0-3 15,3 2 11-15,-4 8 11 0,-6 3 6 16,-5 23 14-16,-2 8 15 0,-3 8 12 16,-1 14 14-16,-7 4 9 0,4 7 11 0,-3 6 10 15,-3 5 4-15,1 1 4 0,0 5 5 16,0-1-1-16,0 0 1 0,0 3 0 0,-1 1 4 16,1 0-3-16,0 1 5 15,0 2-10-15,-2 5-6 0,2-9-15 0,-2 9-14 0,0-9-29 16,0 9-26-16,0 0-13 15,0 0-19-15,0 0-39 0,0 0-62 0,0 0-56 16,-19 14-57-16,5-6-78 0,5 4-124 16,-4 2-127-16,1-1 71 0,-1 1-407 0,-2-2-486 15</inkml:trace>
  <inkml:trace contextRef="#ctx0" brushRef="#br0" timeOffset="145840.04">22536 13435 2712 0,'0'0'-44'0,"0"-7"24"0,0 7 27 15,0-7 20-15,0 7 18 0,0-9 12 0,0 9 14 16,-2-8 7-16,2 8 8 0,-2-9 9 16,2 9-3-16,0-8-6 0,0 8-2 15,-2-6 2-15,2 6-1 0,0 0-2 16,0-9-4-16,0 9-3 0,0 0-6 0,0 0-5 15,0-7-8-15,0 7-12 0,0 0-4 16,0 0 1-16,0 0 5 0,-13 19 1 0,1-3 15 16,-4 14 9-16,-9 8 11 0,-8 7 9 15,-3 5 1-15,-8 16-4 0,-1 2 0 16,-5 4-5-16,-4 5 11 0,5-2-8 0,-4 1 8 16,3-2 0-16,3-3 3 15,2-1 6-15,4-6-7 0,7-12 0 0,3-4-1 0,4-6-4 16,1-1 6-16,1 0-15 15,4-12-9-15,4-3-2 0,-1-1-12 0,3-1 2 16,3-8 1-16,1-2-5 0,4-3 2 16,1-3 1-16,3 1 10 0,-4-2 11 0,5 0 3 15,-1-1 9-15,-3-4-6 0,6-2-2 16,-4 9-7-16,4-9-12 0,-3 5-7 0,3-5-8 16,-6 5-5-16,6-5-30 0,0 0-31 15,-3 5-43-15,3-5-39 0,0 0-50 0,-5 5-42 16,5-5-65-16,0 0-70 0,0 0-80 15,-6 6-115-15,6-6-167 0,0 0-40 16,0 0 80-16,0 0-473 0,0 0-587 0</inkml:trace>
  <inkml:trace contextRef="#ctx0" brushRef="#br0" timeOffset="147603.91">21508 14698 2924 0,'-25'2'-98'0,"3"-1"34"0,3 1 27 15,2 0 27-15,2-2 24 0,2 2 22 16,-1-2 21-16,14 0 1 0,-19 0 4 0,19 0 2 16,-13 1 4-16,13-1-7 0,0 0-3 15,0 0 3-15,0 0-6 0,0 0 1 16,57-17-10-16,0 5-1 0,4-2-7 0,14 0-6 15,22-4 2-15,-2-1-5 0,-19 5-4 16,-3 1-6-16,-9 1-3 0,-3-1 5 16,-9 3-14-16,-14 3 4 0,-7 1 3 15,-10 2 16-15,-5 1 3 0,-4 0 10 0,1 0 8 16,-3 2-10-16,-10 1 10 0,13 0-8 16,-13 0 1-16,8 8 11 0,-12 4 7 15,0 13 5-15,-4 6-6 0,-1 10 2 0,-6 11-6 16,-1 6-3-16,3 2-2 0,-2-4-1 15,4 9 40-15,-1 0 12 0,4-4 7 0,6 2-7 16,1-9-6-16,2-5-7 0,-1-5 9 16,4-6-9-16,-2-8-9 0,-2-7-6 0,2-4-9 15,0-3 5-15,-2 1 10 16,2-5 13-16,-2-1 4 0,0-1 15 0,0-1 9 16,0-2 0-16,0-7-7 0,-8 12-13 15,1-9-12-15,-6-1-10 0,-5 2-5 16,-3-4-10-16,-21 1-5 0,-1 3-5 0,-18-1-6 15,-6 4-7-15,-4 1 3 0,-7 3-15 16,-23 3-1-16,2 3-4 0,19-5-3 0,1-1 1 16,2 2-9-16,3 0 6 0,1-2 0 15,6-1-7-15,6-2-4 0,15-1 0 0,6 1-4 16,4-2 6-16,8 0-6 0,5-4-6 16,4 2 7-16,4 0-1 0,2 0 0 0,1-1-3 15,-1-1-4-15,2 0 5 0,-1 2 0 16,2-2 0-16,10-2 1 0,-17 4 0 15,17-4 5-15,-13 3 11 0,13-3 8 16,-9 1 13-16,9-1 7 0,0 0 9 16,-14 2 6-16,14-2 5 0,0 0 0 0,0 0-9 15,-11-9-6-15,11 0-8 0,0 0-2 16,2-9-19-16,-1-6-16 0,7-12-32 0,1-3-29 16,7-12-20-16,-2-6-18 0,10-5-16 15,-7-2-13-15,12-18 1 0,-11 19 10 0,5 1 13 16,-1 6 7-16,-4 6 8 0,-4 14 10 15,-3 4 7-15,-4 9 9 0,2 3 9 16,-6 8 5-16,3-2 5 0,-2 4 0 16,-3 0 2-16,3 2 2 0,-2 1 3 15,2 1 1-15,-4 6 1 0,3-11 3 0,-3 11 1 16,1-7 5-16,-1 7 1 0,0 0 2 16,4-7 0-16,-4 7 3 0,0 0-2 0,0 0-1 15,0 0 4-15,0 0-1 0,0 0 2 16,0 0 2-16,0 0 2 0,0 0-2 0,0 0 0 15,22 17 6-15,-13-9-1 0,-2 1 1 16,0-3 1-16,4 0 2 0,1 2 1 16,-2-3-2-16,0-1 2 0,1 0 0 0,-2 2 5 15,3-4-7-15,-12-2 2 16,20 0 3-16,-9 0-1 0,-11 0-3 0,26-4 3 0,-7-1-4 16,0-2 2-16,4-2-4 15,8-4-6-15,1 1-18 0,2-4-18 0,-1 4-20 16,-3 0-33-16,-7 5-36 0,-4 2-41 15,-3 0-56-15,-5 1-41 0,-2 4-34 0,-9 0-61 16,0 0-104-16,3 11-190 0,-3-11 51 16,-25 17-355-16,0 0-441 0</inkml:trace>
  <inkml:trace contextRef="#ctx0" brushRef="#br0" timeOffset="148353.26">21314 15106 2585 0,'10'-11'49'0,"-4"5"46"16,-2 0 40-16,0 0 31 0,-4 6 12 0,3-8 1 15,-3 8-3-15,0 0-15 0,-2-11-18 16,2 11-15-16,-11-8-10 0,3 6-11 0,8 2-14 16,-20-4-8-16,6 4-10 0,14 0-6 15,-31 4-7-15,15-2-3 0,-2 2-11 0,2-1-7 16,0-1 1-16,-2 4-9 0,4-2-3 16,-2-2-2-16,1 4-4 0,-1 0-3 15,3-2-6-15,0 0-5 0,3 0-1 16,-1 1-7-16,4-3 2 0,7-2-2 15,-16 6 2-15,16-6 0 0,-9 4-4 0,9-4 0 16,-12 3-2-16,12-3-5 0,-8 5 4 16,8-5-2-16,-9 9 2 0,7-3 0 0,-8 3 2 15,8 0 1-15,-1 0-6 0,1 1 8 16,2 1 1-16,0 1-4 0,2-2 3 0,1 3 1 16,6-3 1-16,0 2 2 15,0 0 1-15,9-1 1 0,-2 0 0 0,11 3-3 0,-4-1 4 16,-1-2-5-16,-4 0 1 0,1-2 3 15,-3 0 11-15,-1 0 6 0,-4-1 4 16,-1-3 16-16,-1 2 16 0,-1-2 19 16,-3 0 8-16,4-2 15 0,-6 1-2 15,-3-4 1-15,8 8 2 0,-5-5 6 0,-3-3-5 16,0 0-8-16,-7 10-12 0,1-6-8 16,-4-1-6-16,-1 0-4 0,-2 1-10 0,-1 0-7 15,-2-1-17-15,-4 1-25 0,1-2-26 16,1 4-35-16,-2-6-45 0,3 6-46 0,0-4-62 15,-1 2-54-15,5-2-62 0,2 2-62 16,1 0-85-16,3-1-129 0,-1 1-70 16,8-4 83-16,0 0-345 0,0 0-411 15</inkml:trace>
  <inkml:trace contextRef="#ctx0" brushRef="#br0" timeOffset="148805">21723 15164 2474 0,'7'-13'-24'0,"1"0"29"0,-5 4 32 16,3 2 34-16,-4 0 30 0,-2 7 28 0,4-13 7 15,-4 8 4-15,0 5-10 0,-8-10 4 0,8 10-6 16,-18-4 13-16,4 4-3 15,-5 0 1-15,-4 3 0 0,-2 2-5 0,-7 4-8 16,-1 3-12-16,5 1-6 0,-1-1-14 16,6 0-9-16,8-3-10 0,1 1-6 0,5-2-6 15,4 0-2-15,-1 0-8 0,2 0-5 16,6 1-2-16,4-2 0 0,-1 2-4 0,6-1-4 16,2 0-2-16,-1 1-1 0,0-2-5 15,3 1-2-15,-4 1-2 0,3-1-2 16,-3 0 3-16,-1-2 6 0,-2 1 10 15,-3 2 17-15,1-1 15 0,-2 1 7 0,-3 2 5 16,-1-3 0-16,-1 4-4 0,-7-1 5 16,3 4-5-16,-5-3-9 0,-2 2-3 15,-1-1-3-15,0-1-13 0,-2-4-6 0,-1 1-13 16,1-2-28-16,1 0-36 0,0-2-54 16,0-3-77-16,-1-1-103 0,1-2-117 0,-1-4-137 15,3-4-196-15,-2 1 12 0,4-4 78 16,-2 0-415-16,9-5-510 0</inkml:trace>
  <inkml:trace contextRef="#ctx0" brushRef="#br0" timeOffset="149723.4">22552 13503 2838 0,'-4'-14'-22'0,"-2"1"33"0,0 3 26 16,2 1 28-16,0 2 25 0,1 0 23 0,-3 1 6 15,4-1-1-15,2 7 14 0,-7-12 4 16,2 8 9-16,5 4 0 0,-3-10-3 0,3 10-5 15,-4-7-4-15,4 7-5 16,-6-8-15-16,6 8 2 0,0 0-1 0,-3-6 1 16,3 6-2-16,0 0 0 0,0 0 0 15,-6-8-3-15,6 8-8 0,0 0-9 0,0 0-6 16,0 0-6-16,-3-6-10 0,3 6-11 16,0 0-13-16,0 0 3 0,0 0-8 15,0 0-3-15,0 0 0 0,0 0-4 0,25 14-2 16,-11-6 2-16,7 2-1 0,3 7 20 15,9 4 5-15,7 5 2 0,2 2-1 0,6 1 5 16,8 3 6-16,17 8-2 0,1-1 1 16,5 0-11-16,-1 3-6 0,2-1 0 0,-2 2-13 15,0 1-2-15,0 4 2 0,-4-3-7 16,-1-3 0-16,-2 5-10 0,-18-12 5 16,3 0 1-16,-6-2-9 0,-2 1-4 15,2 0-5-15,-3 0 8 0,2-3-2 0,-4 0-3 16,1-2 14-16,-4 2 21 0,-5-2 5 15,2 3 6-15,-8-10-3 0,-3-2 0 16,-4-1-5-16,1-2 2 0,-5-1-1 0,-6-5 18 16,2 1 8-16,-5-4 8 0,1 0 2 15,-2-1 4-15,-1-1-41 0,-2-2-52 0,0 0 0 16,0 0 0-16,-1-2 0 0,-6-2 0 16,9 8 0-16,-6-6 0 0,-3-2 0 0,11 2 0 15,-11-2 0-15,0 0 0 0,7 5 0 16,-7-5 0-16,0 0 0 0,6 2 0 15,-6-2 0-15,0 0 0 0,0 0 0 0,0 0-266 16,0 0-270-16,0 0-168 0,0 0-207 16,0 0 74-16,0 0 92 0,-35 0-681 15,22 2-876-15</inkml:trace>
  <inkml:trace contextRef="#ctx0" brushRef="#br0" timeOffset="150920.29">24165 14648 3632 0,'-11'-5'-167'16,"-2"2"51"-16,1-3 44 0,0 2 48 15,3 2 46-15,9 2 51 0,-15-6 27 0,15 6 27 16,-12-6 19-16,12 6 6 0,-5-2 5 16,-1-1 3-16,6 3 4 0,0 0-8 0,-9-6-11 15,9 6-11-15,0 0-15 0,0 0-12 16,17-10-11-16,4 2-6 0,15-1-6 16,6 1-15-16,19-1-6 0,8-2-9 15,5 0-11-15,2-2-15 0,-4-1-15 0,5 2-10 16,-5 2-5-16,-5 0-5 0,-8 0 0 15,-18 5 0-15,-2-1 2 0,-10 1 1 16,-9 3-4-16,-2 1-1 0,-5 2-2 0,-1 5 15 16,-5 4 9-16,0 2 3 0,-3 5 4 15,1 5 2-15,-3 4 2 0,1 12 6 0,-3-1-2 16,-1 2-2-16,2 5-3 0,-1-3 0 16,0 1-1-16,6-2-3 0,-4 2-3 0,0-6-1 15,-1-7-1-15,-1-5 1 0,2 1-5 16,0-9 0-16,2 1 1 0,-4-3 3 15,2-2 9-15,-1-2 15 0,-1 0 6 16,3-2 5-16,-3 0 2 0,0-2-7 16,0 2-2-16,0-8-9 0,0 11-1 0,-4-4 1 15,-2 2 1-15,-3 2 5 0,-9 1-1 16,-7 8 7-16,-7 1 8 0,-8 1 4 0,-3 0 3 16,-3 2-5-16,-6-4-4 0,-1 4 2 15,-2-5 7-15,-4 0 5 0,-2 3 2 0,2-5 9 16,1 1-5-16,3-1 7 0,2-1 3 15,3 0-12-15,2 1-2 0,12-2-6 0,0-1-6 16,4 1-7-16,0-1-5 0,-1 3-7 16,5-4-4-16,1 1 1 0,6-2-6 0,8-2 3 15,-1-3-8-15,3 1 1 0,0-3-6 16,0 1 2-16,4-3 16 0,0 1 23 16,1-1 8-16,6-3 12 0,-14 5 1 15,11-2-31-15,3-3-48 0,-10 2 0 16,10-2 0-16,0 0 0 0,-10 6 0 0,10-6 0 15,0 0 0-15,0 0 0 0,-13-2 0 16,13 2 0-16,0 0 0 0,-11-6 0 0,7-2 0 16,-2 1 0-16,0-5 0 0,3-1 0 15,-5-8 0-15,3-11 0 0,-3-1 0 0,0-3 0 16,3-7 0-16,1-10 0 0,-2-4 0 16,4-3 0-16,2-4 0 0,2 2 0 0,0-1 0 15,4 9 0-15,-3 11 0 16,1 5 0-16,2 5 0 0,-3 6 0 0,1 6 0 15,1 3 0-15,-3 1 0 0,1-1 0 16,3 1 0-16,-3 2 0 0,3-1 0 0,0 1 0 16,0 1 0-16,0 2 0 0,1-2 0 15,-1 3 0-15,-1 2 0 0,2-1 0 16,-6 1 0-16,7 3 0 0,-5 0 0 0,-1-1 0 16,2 4 0-16,0-3 0 0,0 2 0 15,0-1 0-15,2-2 0 0,1 0 0 0,-2-1 0 16,8 1 0-16,-4-5 0 0,2 3 0 15,-3-2 0-15,3 0 0 0,0 1 0 0,0 0 0 16,-4 3 0-16,0-1 0 16,1 1 0-16,-4 2 0 0,-4 5 0 0,10-9 0 15,-7 6 0-15,-3 3 0 0,8-7-39 0,-7 4-123 16,-1 3-41-16,6-5-55 0,-6 5-56 16,0 0-72-16,0 0-78 0,0 0-109 15,-2 18-235-15,-3-6 53 0,-6 5 76 0,-7 4-528 16,0 1-672-16</inkml:trace>
  <inkml:trace contextRef="#ctx0" brushRef="#br0" timeOffset="151439.41">24348 14854 3383 0,'-3'-9'5'0,"-1"5"19"16,4 4 8-16,-9-8 10 0,0 4 20 15,9 4 16-15,-12-6 17 0,-1 4 8 16,2 1-6-16,11 1-9 0,-25-4-2 0,13 3-13 16,-4 1-5-16,16 0-5 15,-31 1-10-15,15 3-6 0,-4 1-2 0,6-1-6 0,-8 2-3 16,3 2-4-16,-1 2-3 15,0-1-7-15,3 4 6 0,0-1-8 0,1 0-2 16,2 1-2-16,1 1-3 0,2 1 0 16,6-1 3-16,-1 0-3 0,5-1-1 0,2-2 9 15,1 1 1-15,4 2-2 0,1-1 0 16,7 1-4-16,-1-2 3 0,-4-1-1 0,5 0-4 16,-1 0 7-16,1 0 6 0,1 2 1 15,-2-2 11-15,-1 1 4 0,-5-1 5 0,1 2 4 16,0-3 6-16,-3 2 0 0,1-1 5 15,-3 1 0-15,4-3 5 0,-5 0 9 16,0-1-2-16,-1-1 8 0,-1 1 5 16,0-8 1-16,-3 14 0 0,-6-7-10 15,2 1-5-15,-2-2-11 0,-3-1-3 0,-3 1-13 16,-4-2-18-16,-5-1-25 0,2 1-32 16,-3-1-39-16,0 1-56 0,0-3-62 0,-1 1-77 15,5-2-78-15,2 2-91 0,2-2-117 16,3-2-143-16,3 2 67 0,11 0-406 0,-10-4-503 15</inkml:trace>
  <inkml:trace contextRef="#ctx0" brushRef="#br0" timeOffset="151819.91">24469 14974 3103 0,'1'-7'102'0,"1"2"-6"0,-2 5 18 16,0 0-2-16,4-8-8 0,-4 8-5 15,0 0 7-15,0 0 7 0,0 0-5 16,0 0-8-16,-11 30-16 0,3-14-4 0,-2 3-3 16,5-1-2-16,-5 2-9 0,5 0-7 15,1-3-4-15,4 1-6 0,0-1-7 0,4-1-1 16,-2 0-4-16,1-1-2 0,5-3-1 16,-1 0-6-16,3-1-6 0,-4-3-3 0,1-1 5 15,1 0-7-15,-5-4 5 16,-3-3-6-16,0 0 10 0,0 0 7 0,0 0 2 15,0 0 10-15,0 0-2 0,-22-31-4 16,5 10-1-16,-6-1-2 0,0-3-2 0,2 0-3 16,-2-1 7-16,5-2 9 0,-4 4 1 15,11 7 1-15,1 3 1 0,3 4 2 16,1 0-5-16,4-1-6 0,2 1-6 0,6 0-7 16,-1-1-3-16,6-1-36 0,3 4-48 15,1 0-61-15,3 4-64 0,-1 0-72 0,4 0-64 16,0 3-69-16,-2 2-114 0,3 2-147 15,3-2 54-15,-2 5-347 0,2-4-421 16</inkml:trace>
  <inkml:trace contextRef="#ctx0" brushRef="#br0" timeOffset="153720.53">24606 13054 2461 0,'-2'-6'-91'15,"0"-1"28"-15,2-1 38 0,-2 1 25 16,0-3 19-16,2 1 31 0,0-1 23 0,0 0 19 16,2 1 17-16,-2 0 13 15,0-1 16-15,2 0 7 0,-2 1 10 0,2 1 5 16,-2 1-8-16,0 0 5 0,2 0-4 16,-2 7-8-16,4-12-5 0,-4 9-16 0,0 3-9 15,4-8-10-15,-4 8-8 0,7-6-5 16,-7 6-2-16,16-2 2 0,-3 4-8 0,-1 2-9 15,6 1-3-15,3 1 3 0,12 10 6 16,1 1 5-16,7 9-4 0,7 1-3 0,0 4-9 16,5 3-5-16,15 7-4 0,7 0-10 15,3 3 1-15,2-1-6 0,4 1-3 0,4-3-5 16,2 3-1-16,1-1-6 16,3 1-6-16,6 2 37 0,4-3 7 0,-2 0-6 15,3-3-8-15,-7 1-5 0,-5-3 1 16,-10 0-7-16,-4-5-11 0,-24-8 0 0,-4-2-4 15,-9-4 2-15,-8-2-8 0,-7-4-2 16,-4 0-3-16,-6-3 0 0,-3-3 1 0,-1-1 5 16,-4 0 12-16,-1 0 18 0,2-2 11 15,-5-1 18-15,1 1 7 0,-6-4 9 16,10 3 4-16,-5 0-10 0,-5-3-7 0,8 4-9 16,-8-4-7-16,7 4-8 15,-7-4-6-15,9 4-9 0,-9-4-14 0,0 0-38 0,7 0-58 16,-7 0-59-16,0 0-73 15,0 0-102-15,0 0-119 0,0 0-126 0,0 0-150 16,0 0-101-16,0 0 78 0,-31-4-583 16,17 2-757-16</inkml:trace>
  <inkml:trace contextRef="#ctx0" brushRef="#br0" timeOffset="154353.25">26382 14264 3740 0,'-6'-23'-16'0,"4"7"46"15,2 3 49-15,-1 1 23 0,-1 0 12 16,2 4 17-16,-2-1-6 0,0 3-15 15,2 6-15-15,0 0-6 0,0 0 27 16,0 0 7-16,2 27 3 0,2 10-10 16,-3 4-9-16,1 17-5 0,2 0-11 0,-2 0-4 15,-2 2-8-15,-2-2 1 0,-2 0 7 16,2-9 0-16,2-6-9 0,0 2-2 0,-3-5-5 16,1-2-16-16,-2-11 1 0,0-2-5 15,4-7-4-15,-2-1-8 0,0-3 2 0,0-2-2 16,2-3-9-16,0 1-4 0,-4-3-21 15,4-7-34-15,0 10-68 0,0-10-77 0,0 0-104 16,0 0-110-16,0 0-126 16,0 0-226-16,2-34 52 0,2 14 81 0,1-3-379 15,6-8-463-15</inkml:trace>
  <inkml:trace contextRef="#ctx0" brushRef="#br0" timeOffset="154919.7">26361 14105 2905 0,'-24'-7'26'0,"2"2"17"15,7 1-2-15,3 1 32 0,1 1 21 16,11 2 17-16,-12-5 5 0,12 5-9 16,0 0-4-16,36-14-13 0,18-1-10 0,11 1-8 15,30-6-5-15,6-3-42 0,8 1-28 16,-2-3-23-16,-3 2 5 0,1 0-1 15,-6 5 2-15,-20 7-2 0,-11-4 1 0,-7 6 2 16,-17 6 0-16,-10 5 22 0,-9 1 18 16,1 11 19-16,-4 3 4 0,-8 9 17 0,-1 9 21 15,-10 1 8-15,1 8 7 0,-2 2 2 16,-2 12 5-16,0 5 36 0,3 4 12 0,-1-2-12 16,8 1-6-16,-2-4-10 15,1-1-10-15,3-2-11 0,1-7-8 0,0-1-11 0,-5-11-5 16,3-5-10-16,0-2-6 0,1-4 1 15,-6-8-11-15,0-3-6 0,-3-4-4 16,1-3-4-16,-2 0 0 0,2-1-1 16,-4-3-1-16,0 2-2 0,-4 1 12 0,-4 1 12 15,-6 4 4-15,-13 3 12 0,-5 1 1 16,-15 0 7-16,-5 0 6 0,-7-2 2 16,-9 0 0-16,-2 0-3 0,-11-2-8 0,-16-1-2 15,22-2-4-15,2-2-7 0,4 0-9 16,24-5 2-16,1 2-12 0,8-4-3 0,9 3 0 15,6-5-7-15,4 0-6 0,5 2 3 16,-1-3-6-16,4 0 4 0,1 3-13 0,8-3-13 16,-15 1-16-16,15-1-25 0,-14 2-32 15,14-2-23-15,-11 0-24 0,11 0-33 16,0 0-54-16,0 0-73 0,-18-2-79 16,18 2-84-16,-5-7-102 0,-1 3-206 0,3-3 14 15,-3-2 82-15,0-1-456 0,2-3-574 16</inkml:trace>
  <inkml:trace contextRef="#ctx0" brushRef="#br0" timeOffset="155369.76">26952 14405 3192 0,'5'-12'-17'0,"-1"1"31"16,-2 5 31-16,-2 1 19 0,0 5 4 15,0 0 2-15,0 0 36 0,0 0 26 0,0 0 16 16,-36 17 12-16,11 7 5 0,-7 8 15 16,-3 4 3-16,-1 1 2 0,0 1 5 15,6 4-9-15,-1-3-11 0,5-3-7 0,4-5-12 16,8 0-7-16,-2-4-19 0,5 0 0 15,4-3-20-15,4-4-7 0,1-5-8 16,4-4-5-16,-1 6-4 0,6-5-8 0,0 0-6 16,4-4-11-16,5-2-1 0,1 0-7 15,0-4-10-15,0-1-9 0,-1-2-6 0,-2-1 9 16,-2-4-10-16,1 2-4 0,-2-4-5 16,-6 0 0-16,-1-2-6 0,-4-3 0 15,-2 1-2-15,-2 1-1 0,-4-3-1 0,0 2-4 16,-3 3 1-16,-1-1-5 0,-2 3-14 15,-2 2-21-15,1 2-39 0,1 2-37 16,1-2-46-16,13 3-51 0,-21 4-61 16,12-3-55-16,0 3-40 0,9-4-40 0,-11 3-72 15,11-3-165-15,0 0 2 0,0 0 76 0,0 0-303 16,34-5-355-16</inkml:trace>
  <inkml:trace contextRef="#ctx0" brushRef="#br0" timeOffset="155719.37">27237 14547 2606 0,'0'0'64'15,"-2"-12"19"-15,-3 6 22 0,5 6 18 16,-9-6 14-16,9 6 18 0,-16 0 7 0,16 0 10 16,-23 9 2-16,8 0-1 0,4-1-14 15,-7 4-13-15,7 2-7 0,1 0-9 16,5 1-11-16,-1-1-10 0,4 2-10 15,2-2-10-15,4 3-5 0,0 0-5 0,3 1-3 16,1 1 2-16,0-2 3 0,-3-3-4 16,1 1 8-16,-1-1 3 0,2 1-5 0,-3-3-2 15,-3-2 4-15,-1 3 8 0,2-1 9 16,-4-2-1-16,-1 1 6 0,-1-1 2 0,-6 0-4 16,1-1-9-16,-2 0-12 15,-3 0-12-15,-1-5 0 0,-5 2-10 0,-1-1-7 16,-1-1-19-16,1-2-47 0,-4 1-48 15,4-2-62-15,-2-2-79 0,0-4-98 16,2-1-107-16,0 0-118 0,2-5-180 0,4 1-26 16,4 2 80-16,1-7-452 0,2 1-571 15</inkml:trace>
  <inkml:trace contextRef="#ctx0" brushRef="#br0" timeOffset="156686.97">26396 12587 2962 0,'-14'-11'-72'0,"1"1"40"0,3 0 39 0,2 4 26 16,3-1 30-16,-1-1 30 0,3 3 24 15,3 5 2-15,-7-9 3 0,7 9-15 0,2-9-4 16,-2 9 0-16,19-4 3 0,3 4-1 16,14 6 2-16,7 1-8 0,18 7-5 15,6 5-12-15,27 7-18 0,3 2 3 0,5 3-7 16,13 5-9-16,12 0 2 0,18 5-6 16,56 19-6-16,9 2-5 0,-2-2-8 15,10 4-1-15,5-4-2 0,-2-2-4 16,-10-8-3-16,-14-1-1 0,-55-15 3 0,0-1 2 15,-13-6 11-15,-12 2-3 0,-19-3 6 16,-25-7-7-16,-12-5-2 0,-10-1 2 0,-16-5 2 16,-9 0 12-16,-6-4 9 0,-3-1 6 15,-4 1 3-15,-4-2-2 0,1 0-7 0,-2 0-7 16,-8-2-2-16,11 2-4 16,-11-2-5-16,10 2-8 0,-10-2-15 0,7 0-39 15,-7 0-49-15,0 0-85 0,6 6-81 16,-6-6-93-16,0 0-130 0,-13 12-217 0,3-7 53 15,-1 1 71-15,-5 0-281 0,-2 3-325 16</inkml:trace>
  <inkml:trace contextRef="#ctx0" brushRef="#br0" timeOffset="157152.87">29134 13784 2586 0,'-23'-4'141'0,"3"0"23"16,8 2 13-16,0-1 32 0,4 1 13 0,8 2 2 15,-11-4-6-15,11 4-15 0,0 0-15 16,0 0-5-16,0 0-14 0,0 0-16 0,43-3-15 16,-14 3-18-16,14-3-10 0,-4 3-9 15,3-2-13-15,-7 4-8 0,-7-2-12 16,-5 0-5-16,2 3-8 0,-8 0-11 0,0 4 13 16,-3 5 9-16,-3 2 7 0,-2 5 4 15,-3 3-4-15,-2 12 5 0,-2 0 7 16,-2 5-4-16,0-4-3 0,0-2-4 0,0 3-6 15,-2-6-11-15,0 7-6 0,2-7-6 16,-2-2 2-16,2-3-4 0,-2 0-11 16,2-4-3-16,-2 1-29 0,0-6-35 0,0 4-36 15,0-4-50-15,1-2-71 0,-1-1-83 16,2-1-92-16,-4-6-121 0,2 1-183 0,2-7-56 16,0 0 82-16,0 0-452 0,0 0-568 15</inkml:trace>
  <inkml:trace contextRef="#ctx0" brushRef="#br0" timeOffset="157335.75">29225 14239 3080 0,'-17'-2'49'0,"2"0"41"15,3 0 46-15,12 2 54 0,-15-4 53 0,15 4 24 16,-10 0 16-16,10 0-7 0,0 0-25 16,0 0-30-16,25-17-23 0,6 5-19 0,6 2-21 15,2-3-51-15,15-5-57 0,-2 3-60 16,6 1-73-16,-7-3-101 0,-7 7-107 0,4-4-113 15,-8 1-134-15,-4 2-145 16,-6 1 61-16,1-2-386 0,-10 3-483 0</inkml:trace>
  <inkml:trace contextRef="#ctx0" brushRef="#br0" timeOffset="157704.06">30258 13811 2990 0,'0'-8'66'0,"-2"-1"33"0,2 9 20 16,-1-12 11-16,1 12 5 0,-4-6-3 16,4 6 1-16,-12-4 10 0,12 4 6 15,-23 4-3-15,6 0-2 0,-4 4-1 0,-6 4-5 16,5-1-10-16,-3 5-4 0,6-1-16 16,2 6-10-16,3-2-9 0,9-1-6 15,1-2-8-15,6 1-3 0,3 4-3 16,11 2-10-16,1 1-9 0,2-1-3 0,-1-2-4 15,4-1-4-15,-3 1 5 0,-2-6 9 16,-3 1 4-16,-1-3 0 0,-2 3-4 0,-1-4 4 16,-3 0 3-16,-1 0 12 0,-3-2 6 15,1 0 11-15,-4 0 0 0,-4 1 6 16,-1-1-1-16,-4 0-1 0,-7 1-10 0,-1-1-3 16,-2-2-9-16,-4 1-5 15,-10 1-6-15,1-1-15 0,2-4-24 0,-6-1-43 0,0 0-50 16,1-3-70-16,9-1-98 15,-3-1-123-15,2-1-148 0,-9-8-197 0,4 0-72 16,1-3 85-16,10 3-541 0,-4-6-699 16</inkml:trace>
  <inkml:trace contextRef="#ctx0" brushRef="#br0" timeOffset="158519.04">28880 13573 3554 0,'-42'-5'-46'0,"4"-2"25"0,10 4 31 0,7-3 27 15,4 1 19-15,1 2 3 0,7 1-3 16,9 2-3-16,0 0-5 0,0 0-6 15,30-8-3-15,35 3-4 0,38-9-9 0,20 4 1 16,19-2-32-16,12-5-22 0,8 6-41 16,6-3-38-16,-5-4-18 0,-10 3 6 15,-12 1 12-15,-13 3 13 0,-10-7 33 16,-36 12 29-16,-10-3 36 0,-13-1 39 0,-16 6 31 16,-5-1 34-16,-11 4 4 0,-7-1-7 15,-4 5 12-15,-5 2 33 0,-1 7 4 0,-3 5-1 16,-3 5-2-16,0 14-5 0,-4 5-10 15,-4 15-7-15,-3 2-12 0,-2 4-12 0,2 4-6 16,-1 4-8-16,-1 2-3 0,3-1-8 16,0 0-9-16,4-2-7 0,0-4-5 15,2-4-10-15,0-4-4 0,0-10-2 0,0-8-6 16,0-6-5-16,0-10-3 0,0-4 1 16,-1 0-3-16,2-3 35 0,-1-3 23 15,0-1 21-15,-1-2 11 0,1 1 10 0,-2-3 2 16,2-8 2-16,-2 14-15 0,0-9-3 15,2-5-14-15,-12 11-13 0,1-6-10 16,-6-1-8-16,-6 0-9 0,-15 3-4 0,-17 2-2 16,-13-2-11-16,-4 1 2 0,-12 0-6 15,-22 3-8-15,-10 1 2 0,-8-1-6 0,-2 1 3 16,1 3-2-16,-4-1 1 0,5 3 5 16,2-4 0-16,13 3 5 0,7-1-8 15,23-1-8-15,5 0 0 0,10 3-2 0,3-2-4 16,5 2-1-16,4 1-2 0,6-1 0 15,11-2-3-15,1 0-2 0,4-1 1 0,1-3 2 16,6 2-5-16,6-6 3 16,2-1-1-16,2 2 0 0,3-5 5 0,-2 2 37 15,5-1 13-15,7-4-64 0,-12 3 0 16,12-3 0-16,0 0 0 0,-15-12 0 0,13 0 0 16,2-3 0-16,0-10 0 0,2-8 0 15,6-11 0-15,3-14 0 0,3-5 0 0,0-6 0 16,9-19 0-16,4 0 0 0,0-5 0 15,0 0 0-15,2 8 0 0,-3 7 0 0,-4 22 0 16,-2 7 0-16,-7 15-172 0,-1 5-52 16,-3 7-43-16,-2 7-60 0,-3 5-33 15,1 4-24-15,-5 6-37 0,0 0-75 16,0 0-151-16,0 0-102 0,-5 19 76 16,3-12-508-16,4 5-645 0</inkml:trace>
  <inkml:trace contextRef="#ctx0" brushRef="#br0" timeOffset="160602.04">19832 13164 3020 0,'3'-11'-121'16,"-1"-1"41"-16,5 4 23 0,-5-1 26 15,-1 3 13-15,-1-2 13 0,2-1 11 0,0 2 14 16,0 2 11-16,0-1 1 0,-2 6 0 15,0-11-3-15,0 11-5 0,-6-5-5 0,6 5 8 16,-23 8 21-16,-7 6 14 16,-16 13 15-16,-5 4 5 0,-24 15 16 0,-10 7 5 15,-7 5 8-15,-7 3-2 0,-4 7-6 16,2-3 2-16,-6-2 6 0,7 1 3 0,-4-2-1 16,5-4-3-16,2-2 5 0,8-3-1 15,3-3-6-15,6-6-2 0,5-3-5 16,14-8-10-16,4-2-8 0,4-2-8 0,2 0-8 15,3-1-6-15,2-4-5 0,6-2-7 16,9-5-5-16,3-3-3 0,4 1-3 0,2-5-3 16,8-3 1-16,3-1 16 0,0-2 12 15,6 2 12-15,-4-2 5 0,2-2 7 0,3 3 0 16,4-5-2-16,-11 3-5 16,11-3-6-16,-8 5-8 0,8-5-6 0,-7 1-5 15,7-1-6-15,0 0-15 0,-8 3-28 16,8-3-29-16,0 0-41 0,-5 4-50 0,5-4-50 15,0 0-76-15,0 0-70 0,-9 6-41 16,9-6-36-16,0 0-50 0,2 7-133 0,-2-7-78 16,0 0 73-16,0 0-307 0,0 0-364 15</inkml:trace>
  <inkml:trace contextRef="#ctx0" brushRef="#br0" timeOffset="162934.94">16297 15017 2463 0,'-7'-6'5'0,"-2"-4"43"0,6 3 45 0,-1 1 23 15,2-3 4-15,0 1 8 0,4-1-5 16,2-3 7-16,1-2-5 0,7 0-9 0,12-4-9 16,-1 1-12-16,6 0-4 0,2 5-8 15,-3 3-11-15,-3 1-6 0,-4 8-6 0,-2-2-5 16,0 4-8-16,1 0-5 16,-5 4-3-16,-2 0 2 0,0 1-3 0,-3 3 4 15,-7 1 13-15,2 3 6 0,-8 0-4 0,-1 3 5 16,-3 3 2-16,-8 8-5 15,-2-3-3-15,-5 3-3 0,6-3 0 0,-4-2-5 16,4-3 0-16,0-2-5 0,7-4-1 16,-1-5-7-16,4 0-2 0,2 2 2 0,1-3-6 15,1 1 0-15,2-1 0 0,4 1 0 16,-1 0 3-16,6 1 7 0,0 0 1 0,2-1 0 16,1 2 0-16,-1 0 2 0,2-4-3 15,-1 4 2-15,-1-2 6 0,0 0 7 16,-3-3 11-16,2 0 8 0,-7-1-2 0,3 1 1 15,0-2 7-15,-6-4 7 0,2 10 22 16,-2-5-14-16,0-5 2 0,-8 12-14 16,2-4-4-16,-3-4-2 0,-5 4-15 15,1-1 0-15,0-3-14 0,-2 2-11 0,4-2-27 16,-1-1-39-16,1-2-46 0,-2-1-64 16,13 0-72-16,-18-1-80 0,11-2-75 0,7 3-79 15,-9-12-85-15,9 7-151 0,0 5-2 16,9-15 71-16,0 5-339 0,6-4-432 0</inkml:trace>
  <inkml:trace contextRef="#ctx0" brushRef="#br0" timeOffset="163252.31">16838 15087 2577 0,'10'-8'32'16,"-5"-2"46"-16,-1 4 39 0,-2 0 20 0,-2 6 6 16,3-9 1-16,-3 9-7 15,0 0-14-15,0 0 15 0,0 0 12 0,0 0-3 16,0 0-10-16,-11 29-13 0,4-11-5 15,1-1-12-15,3-3-12 0,-2 4-7 16,3-1-5-16,2-3-9 0,2-1-6 0,5 3-2 16,0-2-13-16,6 1 4 0,3-5-8 15,2-1-3-15,5-2-5 0,-2-4-3 0,-1-3-3 16,0 0-1-16,1-3-5 0,-6-2 0 16,1-2-4-16,-3-4-1 0,-7 0-4 0,-2-5-2 15,-2-3-2-15,-6-3-3 0,-2-9 0 16,-5-4 1-16,-9-8-4 0,2 13 2 15,-4 1-1-15,1 0-6 0,-1 3 0 16,3 5-6-16,-1 6-21 0,5 5-38 16,0 4-47-16,2 3-40 0,-3 0-57 0,16 3-49 15,-24 12-79-15,10-6-115 0,5 5-207 16,5-3 52-16,3 1-300 0,2-1-384 0</inkml:trace>
  <inkml:trace contextRef="#ctx0" brushRef="#br0" timeOffset="163684.31">17192 14996 2643 0,'0'-12'17'0,"2"0"4"0,5 3-1 0,-4 0-2 16,5 0 4-16,1 0 3 16,3 1-3-16,-1-1-2 0,5 3-2 0,-3 2-5 15,0 0 0-15,0 4-1 0,2 4-5 16,-3-1 0-16,1 3 0 0,-1 0 2 15,-3 6 12-15,-1 0 13 0,-5 2 15 0,-3 0 1 16,-1 3 24-16,-7 3 10 0,1 1 9 16,-7 6 0-16,1 1-3 0,1-8 6 0,5-4-12 15,-1-3-1-15,5 0-7 0,-3-3 0 16,4-1-5-16,-1 1 7 0,3-2 9 0,3-1 7 16,-1 3 1-16,4 1-4 15,-3-2 1-15,3-1-3 0,-1 2-9 0,4-1-6 16,-4 1-1-16,3-2-5 0,-3 1 0 15,3 0-2-15,-2-3 5 0,-2 1 6 16,-1 0 2-16,-1 0 3 0,2 1 2 0,-2-1-2 16,-2 0-4-16,-2 0-2 0,-2 0-8 15,2 0-4-15,-1-2-10 0,-3 2-6 0,0-2-3 16,0-1-27-16,1 0-35 0,-3-1-48 16,8-3-78-16,0 0-92 0,0 0-95 0,-14-15-95 15,14 9-123-15,4-5-140 0,6-2 61 16,3-3-350-16,8-6-453 0</inkml:trace>
  <inkml:trace contextRef="#ctx0" brushRef="#br0" timeOffset="164001.22">17796 14945 2527 0,'4'-15'-10'0,"-2"7"39"0,1 2 29 0,-3 6 18 16,-5-12 6-16,5 12 4 0,0 0 4 15,-11-4 8-15,11 4 6 0,0 0 10 0,-29 18-12 16,15-7 4-16,3 1-10 0,-1 4-3 15,0 1-18-15,4-3 1 0,3 1-6 16,-3-1-3-16,6 1-14 0,1-1 8 0,2-1 2 16,3 5 0-16,0-3 3 15,1 1 0-15,5 1 1 0,-2 2 8 0,-1-8-8 16,1 4 6-16,-3-2 3 0,4 1 8 16,-6 0 5-16,3 0 4 0,-3-5 7 0,-1 4 7 15,0-3 8-15,-4 2-1 0,0-2-3 16,-3 1-6-16,-2-1-8 0,-6 1-12 0,2-2-10 15,-2-2-8-15,-6 2-24 0,3-4-40 16,-4 2-56-16,3-1-70 0,-5-3-80 16,4-2-87-16,-2-2-101 0,-1-2-116 0,3-3-194 15,-4-2 49-15,8-3-381 0,-4-1-507 16</inkml:trace>
  <inkml:trace contextRef="#ctx0" brushRef="#br0" timeOffset="164800.97">16303 14684 2710 0,'-38'-1'-84'0,"5"-3"39"15,-3 1 29-15,6 1 20 0,7 2 15 0,3-2 13 16,6 1 1-16,0 1-3 16,14 0-1-16,-11 0 13 0,11 0 14 0,0 0-3 15,0 0 1-15,87 1-13 0,-5-6 2 16,38-3-4-16,19-3 1 0,16 1-10 0,4-2-21 16,11-1-18-16,-1-1-22 0,-2 2-20 15,-6 1-16-15,-15 5-3 0,-15 0 8 0,-17 3 4 16,-32 0 9-16,-11 3 7 0,-23 0 12 15,-9 0 18-15,-6 0 26 0,-10 0 11 16,-7 3 16-16,-2-2 32 0,-3 5 6 16,0 1 5-16,-4 5-2 0,-1 6 10 15,-5 5-6-15,1 14-5 0,-2 3-2 0,0 1-12 16,2 3-4-16,-2 5-3 0,6 9 35 16,0 0 7-16,5 0-2 0,2-1-12 0,7-3-4 15,-5-3 0-15,4-7-5 0,-5-8-11 16,-5-1-4-16,2-8-8 0,-6-4-1 0,0-6-4 15,-1-4-3-15,-1 0 7 0,-4-1 14 16,-1 1 7-16,-7 3 6 0,-2 1 10 16,-5 3 3-16,-7 2 2 0,-8-1 4 0,-11 5-6 15,-5-2-4-15,-11 1-7 16,-3-3-5-16,-5 2 0 0,-24 3-1 0,-1-4-6 16,-6-3 1-16,-5-3-8 0,1 0-9 15,1-5-3-15,14-4-5 0,0-1-5 0,2-2 0 16,1 2-10-16,10-5-4 0,1 4 0 15,0 1-2-15,10-2-7 0,-1 2 0 0,7 0-3 16,15 0-2-16,1-3 0 0,3 2-3 16,9-1-3-16,3 1 2 0,2-3 1 15,2 2-4-15,4-2 2 0,0-1 0 0,2 0 9 16,3-2 41-16,-1 2 7 0,13-2-2 16,-23-7-7-16,16 0-7 0,-4-3-2 15,2-4-8-15,2-7-11 0,1-13-7 0,5-8-22 16,2-4-15-16,7-17-21 0,3-4-13 0,6-20-17 15,12-2-13-15,3-4-9 16,1 8-12-16,-1 0-3 0,0 8 3 0,-9 20-2 16,-1 12-3-16,-4-3 4 0,-4 15 5 15,-3 4-3-15,-3 7 0 0,-3 4-16 16,2 7-21-16,-6 2-35 0,-1 3-38 0,0 6-32 16,0 0-39-16,0 0-59 0,0 0-74 15,0 0-201-15,-25 23 21 0,22-11 71 0,-9 3-180 16,4 5-194-16</inkml:trace>
  <inkml:trace contextRef="#ctx0" brushRef="#br0" timeOffset="165121.07">17046 14808 2106 0,'0'0'40'0,"0"0"0"16,0 0 44-16,0 0 42 0,-10 33 51 15,6 4 13-15,1 1 15 0,1 5 2 0,4 6 4 16,0 9-9-16,3 5-6 16,5-4-12-16,0 1-16 0,1-1-9 0,1-4-13 15,1-5-11-15,-1-1-14 0,-1-11-14 16,-4-4-10-16,2-2-6 0,-2-6-12 0,-2-6-7 15,-1-4-6-15,0-1-8 0,-2-1-6 16,-1-4-27-16,1 1-28 0,0-2-33 16,-2 0-48-16,0-4-83 0,0-5-102 0,-2 8-107 15,2-8-142-15,0 0-138 0,0 0 61 16,0 0-303-16,0 0-380 0</inkml:trace>
  <inkml:trace contextRef="#ctx0" brushRef="#br0" timeOffset="165936.03">19835 13352 2605 0,'-3'-18'2'0,"1"0"32"15,0 2 13-15,0 1 20 0,0 1 17 16,0 2 20-16,2-1 10 0,-1-1 6 16,-1 2 1-16,2 1 4 0,0 3-13 15,-2 1-19-15,2 7-4 0,0 0-14 0,0 0 26 16,0 0 28-16,4 64 20 0,-3 1 10 16,1 11 6-16,4 5 6 0,-1 29-2 0,6 1-5 15,0-1 0-15,1 0-8 0,1-5-8 16,0-4-12-16,0-7 29 0,-3-22-16 0,-1-6-8 15,-1-7-10-15,1-7-2 16,-1-13-3-16,-3-3-13 0,4-9-10 0,-6-8-9 0,-1-1-9 16,2-3-6-16,-2-5-3 15,0 3-11-15,-1-5 2 0,1-1-6 0,-2 0-6 16,0-7-44-16,2 7-64 0,-2-7-61 16,0 0-65-16,0 0-66 0,0 0-77 0,0 0-81 15,-24-12-91-15,10 13-110 0,-2 3-140 16,-6 3 65-16,-10 6-483 0,0 5-628 15</inkml:trace>
  <inkml:trace contextRef="#ctx0" brushRef="#br0" timeOffset="166717.81">19584 15269 3437 0,'6'-21'77'0,"-6"3"59"0,0 1 37 15,1 4 27-15,-1 0 32 0,2 1 19 16,-2 1-10-16,3 2-27 0,-1 1-21 0,-2 8-23 16,4-6-16-16,-4 6 25 0,0 0-11 15,7 21-4-15,-3-3-16 0,-4 6-8 0,2 1-19 16,-2 5-9-16,0 7-7 0,0 1-17 16,0-2-8-16,-2-6-11 0,0-4-2 0,0-1-10 15,-2-6-3-15,4-1-5 0,-3-2-8 16,3-2-4-16,-2-2 4 0,-2-2-5 15,4-2 4-15,-3-2-30 0,3-6-44 16,0 0-27-16,0 0-24 0,0 0-24 16,-2-24-26-16,2 6-28 0,9-16-26 0,-4-3-31 15,3-4-31-15,-3-15-10 0,4 0 8 16,-6 11 19-16,-1 3 25 0,-2 5 26 0,-2 8 21 16,-4 9 33-16,-5 2 26 0,0 7 46 15,-7 4 40-15,0 5 36 0,-7 5 31 0,-9 4 28 16,1 6 24-16,3 2 10 0,1-1 4 15,6 4-3-15,5-3-9 0,7-2-6 16,6-1-2-16,1 0 6 0,1-2-7 0,8 0-2 16,2 0-10-16,4-1-8 15,5-2-4-15,4 0-8 0,7-5-8 0,4-1-5 16,11-2-21-16,3-5-39 0,0-1-41 16,-2-1-39-16,11-4-36 0,-5-2-16 0,-10 2-12 15,-2-1-14-15,-4-1 2 0,-1-1 14 16,-5-3 15-16,-6 5 14 0,-6 0 12 0,1-1 12 15,-5 2 28-15,-2-1 34 0,-1 4 14 16,0 2 9-16,-5 1 13 0,1-1 13 16,2 0-2-16,-6 7 1 0,0 0 1 0,1-7 14 15,-1 7 18-15,0 0 10 16,0 0 15-16,0 0 3 0,-34 19 2 0,25-8 11 0,0-3-7 16,-1 6-6-16,0-4-4 0,5 1-4 15,-1 4 1-15,6-4 1 0,0 0 2 16,0 3-1-16,2-3-3 0,4 3 2 15,-1 0-1-15,3 0 12 0,2-2-1 0,-5 1 1 16,6-1-4-16,-3 2-6 0,2-2-3 16,-1 0-5-16,0-1 2 0,0 0 4 15,-4-1 2-15,1-2 5 0,-1-2 0 0,-1 1 0 16,0-2 7-16,0 2-3 0,-4-7 3 16,0 13-4-16,0-13-6 0,-8 12-7 0,3-10-10 15,-5 4-5-15,1-3-37 0,-5 0-45 16,0 1-49-16,-4 0-64 0,-3 0-67 0,-1-4-94 15,-3 5-89-15,-2-3-114 16,2 2-166-16,0-2-62 0,5-1 88 0,0 2-453 16,4-6-576-16</inkml:trace>
  <inkml:trace contextRef="#ctx0" brushRef="#br0" timeOffset="167516.69">19293 14941 3054 0,'-33'-3'-35'0,"5"-2"18"16,9 0 22-16,1 1 14 0,7 1 4 0,4 0 2 15,7 3-5-15,0-11-3 0,13 4-2 16,15-6 0-16,24-2 0 0,13 1-3 0,7 1-3 16,28-3 2-16,4-1-1 0,0-1-4 15,3 1-14-15,-2-1-2 0,-3 1 3 0,-27 2 0 16,0 3 0-16,-8 0 1 0,-14 2 4 16,-13 3 0-16,-10 3 4 0,-6-1 13 15,-8 5 30-15,-2 2 38 0,1 3 25 16,-7 5 11-16,1 8-4 0,1 2-1 15,2 11-10-15,-3 3-9 0,2 4-8 0,3 9-4 16,1 4-8-16,2 0 17 0,5 2-8 16,7-1-7-16,1 0-10 0,4-6-7 0,-7 0-5 15,4-3-6-15,-4-6-3 0,-10-8-2 16,3-6-9-16,-6-5-1 0,-4-1-2 0,-2-5 13 16,-3-4 20-16,-1 1 15 0,2-3 11 15,-4 3 6-15,-1-2 2 0,-1-7-4 16,-9 15-2-16,-5-3 9 0,-10 5 2 15,-4 4 4-15,-17 4 0 0,-4 3 2 16,-6 2-4-16,-22 7 0 0,1-3 0 0,-4 2 6 16,3-4-11-16,16-4-7 0,0-2-4 15,1-2-3-15,3 0-7 0,5-2-8 0,2-1-1 16,5-1-7-16,7-4-11 0,3-1-4 16,3-3-6-16,1 2-2 0,-1-3-3 0,8 1-11 15,-5 0-3-15,3 3 5 0,-5-1-10 16,4-1 3-16,-1 1-1 0,-3 0-3 15,4-3 3-15,-1 3-4 0,5-3-4 0,2-3 3 16,4 1 28-16,-1-4 19 0,5 0 5 16,-1-2 1-16,0 2-2 0,1-5-8 0,-3 0-1 15,-1-3-6-15,2-4-5 16,-7-1-5-16,0-8-32 0,-3-4-10 0,0-4 0 16,4-4 0-16,-6-9 0 0,7-6 0 15,3-7 0-15,-2-2-32 0,7-8-25 0,3-4-13 16,5-8-21-16,8-6-4 0,1 1-15 15,9-20-16-15,7 9-19 0,0 21-20 0,-2 2-15 16,5 7-12-16,-1 7-11 0,-1 9-11 16,-8 9-19-16,-2 8-38 0,-1 6-42 15,-3 7-39-15,-5 2 1 0,2 6-15 0,-5 4-47 16,0 0-121-16,0 0-99 0,0 0 56 16,0 0-263-16,0 0-324 0</inkml:trace>
  <inkml:trace contextRef="#ctx0" brushRef="#br0" timeOffset="195678.48">14812 13389 2354 0,'-21'-5'0'16,"5"2"25"-16,-2-1 19 0,3 2 18 15,3-1 25-15,-1 0 26 0,13 3 34 16,-21-4 3-16,14 3 1 0,7 1-7 0,-16-2-8 16,16 2-12-16,0 0-8 0,0 0 23 15,0 0 7-15,0 0-7 0,19 13-12 16,17-1-8-16,14-2-10 0,13-1-12 15,7 3-10-15,9-4-10 0,7-1-3 0,-1-5-8 16,1 2-25-16,-2-6-12 0,-8 2-4 16,-4-2-4-16,-9 0-4 0,-15-1-5 0,-6-1 4 15,-12 0-7-15,-6 3 4 0,-6-2-6 16,-2 1-14-16,-3 0-30 0,-3-2-44 0,-5 2-55 16,-5 2-57-16,0 0-71 0,0 0-90 15,0 0-191-15,0 0-63 0,0 0 64 16,-38 6-223-16,19-2-256 0</inkml:trace>
  <inkml:trace contextRef="#ctx0" brushRef="#br0" timeOffset="196211.2">14691 13168 2018 0,'5'-6'-6'0,"2"1"32"0,0-1 13 16,-3 5 2-16,-4 1 1 0,0 0-5 16,0 0 1-16,0 0 19 0,0 0 20 0,-22 12 8 15,5 0 22-15,-14 7 1 0,-5 5 18 16,-3 3 4-16,-3 2 11 0,-1 0 6 16,4-2-6-16,1 2 3 0,9-10 1 0,6 3-8 15,7-7-2-15,2 1-1 0,4 1 7 16,0 0 3-16,8-2-1 0,1 4-6 15,6 3-16-15,7 7-5 0,7 0-11 0,7 4-9 16,9-1-4-16,3-3-9 0,8 0-7 16,4-6-8-16,-2-1-2 0,4-3-4 0,4-4-3 15,-20-4-2-15,0-2 1 0,-9-4 9 16,-6-1 8-16,-5 0 6 0,-2-2 0 0,-3 1-11 16,1-3-10-16,-4 2-7 15,-8-2-15-15,11 0-25 0,-11 0-40 0,0 0-61 16,0 0-70-16,0 0-103 0,0 0-104 15,0 0-137-15,0 0-223 0,0 0 50 16,-23 12 81-16,10-7-364 0,0 2-436 0</inkml:trace>
  <inkml:trace contextRef="#ctx0" brushRef="#br0" timeOffset="198128.08">5970 12704 690 0,'10'-2'339'0,"-10"2"-88"0,14-5-45 0,-5 3-24 16,-2-1-12-16,2-1-1 0,-9 4 1 15,20-8-1-15,-11 4-1 0,-2-1 17 0,2 2-5 16,-4-2-2-16,-5 5-16 0,11-8-16 16,-11 8-12-16,2-6-11 0,-2 6-12 15,0 0-11-15,-29-7-14 0,9 5-8 16,-8 2-5-16,-15 2-14 0,-2 0 0 15,0 1-4-15,0 1-11 0,2 0 0 0,-2 0-5 16,7 1-6-16,2 2-3 0,6-2 2 16,7-1-9-16,0 1 0 0,6-2-8 0,1 1 5 15,4 1-5-15,-2-4-2 0,3 3-3 16,-1-1-3-16,12-3-4 0,-17 4-1 0,17-4-3 16,-12 3 5-16,12-3-5 0,-9 2-1 15,9-2 6-15,0 0-4 0,0 0 6 16,0 0-7-16,0 0 1 0,0 0 2 0,0 0-5 15,0 0-1-15,0 0-1 0,0 0-7 16,-10 3 8-16,10-3-10 0,0 0 11 16,4 16-3-16,0-6 9 0,1 1 2 15,-3 0-4-15,2 3 10 0,4 1 11 0,-2 1-4 16,3-1 6-16,1 5 11 0,1-3-3 16,0 0 3-16,3-3 0 0,6 8-5 0,-2-7 1 15,2-3 0-15,3 4 1 0,4-5-2 16,2 2-5-16,1-3-4 0,1 0-2 15,-1 2-3-15,1-1 0 0,-6-2-5 0,-6 0-2 16,2 0 3-16,-4 2-8 0,3 1 3 16,-6 2-2-16,0-3-1 0,-5-1 2 15,-1 1-1-15,-3-2 2 0,-1 0 4 0,-2 2 6 16,-4-2 11-16,-4 0 3 0,-3 2 7 0,-2-1 4 16,-8 2 4-16,-1-2 1 15,2-1-7-15,-3-2-2 0,-1 0-6 0,2 1-2 16,2-4 0-16,1 1-3 0,2-2-2 15,-1 1-4-15,4-3-3 0,0 1-5 16,12-2-23-16,-19 2-38 0,19-2-49 0,-16 1-82 16,11 1-89-16,5-2-110 0,0 0-159 15,0 0-143-15,-15-3 67 0,15 3-347 0,0 0-438 16</inkml:trace>
  <inkml:trace contextRef="#ctx0" brushRef="#br0" timeOffset="198563.54">6541 12920 2408 0,'-2'-5'-103'0,"2"5"43"0,0 0 40 16,0 0 38-16,0 0 40 0,-37 17 32 0,20-3 17 15,-6 4 23-15,3-4 13 0,0 6 18 16,1 5 3-16,-1-2-1 0,9-4 10 16,2-1-7-16,1 0-3 0,4-1-11 15,2-2-8-15,0-1-14 0,4-2-12 0,5 5-8 16,2-2-12-16,6-1-9 0,0-1-8 16,4-2-6-16,2-3-11 0,-2-1-3 0,4-2-5 15,-6-3-6-15,4 0-2 0,-6-4-5 16,1 0-7-16,0-3-7 0,-2-2 2 15,3-5-4-15,-5-2-5 0,-1-6 3 0,-2-7-5 16,2-7-7-16,-8 2 0 0,-3 1-2 16,-3-5-2-16,-4 2-1 0,-2 5-5 15,1 5-1-15,-4 5 0 0,1 3 1 0,-2 0-1 16,-4 7 0-16,-1 1-3 0,3 0-12 16,-4 4-16-16,4 4-31 0,1 0-40 15,2 0-59-15,-1 4-60 0,1 2-72 0,0-1-102 16,2 4-222-16,7-1 0 0,-1 1 72 15,2 6-239-15,4-1-272 0</inkml:trace>
  <inkml:trace contextRef="#ctx0" brushRef="#br0" timeOffset="199196.34">7638 12801 2185 0,'0'0'17'0,"5"-7"28"0,-5 7 20 0,4-5 30 16,-4 5 16-16,0 0 21 0,4-8 6 16,-4 8-1-16,0 0 4 0,0-9-26 15,0 9 1-15,0 0-18 0,0 0-8 0,0 0 4 16,0 0 19-16,-27 9 15 0,10 1 6 15,-8 5 15-15,-5 6 9 0,-6 7-7 0,-1 1 8 16,-1 0-1-16,2 5-9 0,0 2-12 16,4-2-11-16,3 1-4 0,6-6-13 15,5 0 5-15,4-2-11 0,4-5-7 0,2-1-7 16,6-4-4-16,0 3-4 16,6-5-6-16,3 2-6 0,2-2-9 0,6-1-5 15,6 4-3-15,7-5-4 0,1-3-4 16,-4-3-7-16,0-4-5 0,-7-1-3 0,4-2 2 15,-3-2-7-15,0 2-2 0,-2-6-5 16,2-3 0-16,-6 0-6 0,-1-2-1 0,-9-1-4 16,6-2-2-16,-8 2 2 0,-1-2 2 15,-1 2-8-15,-4 2 1 0,-1-2-4 0,-1 3 3 16,-4 3-1-16,1 1-2 0,-3 1-1 16,1 2-33-16,-1 0-29 0,0 4-33 15,1 0-45-15,1 2-49 0,-3-1-68 16,5 2-81-16,0 0-88 0,0-1-118 15,9-4-151-15,-4 6 54 0,4-6-417 0,0 0-535 16</inkml:trace>
  <inkml:trace contextRef="#ctx0" brushRef="#br0" timeOffset="199594.75">7910 12926 2855 0,'2'-4'-68'0,"-2"4"13"0,0 0 47 15,0 0 41-15,0 0 32 0,0 0 27 0,0 0 20 0,-17 34 19 16,7-17 7-16,0 3 4 16,-3 6 0-16,4-4-6 0,4-1-9 0,-2 1-8 15,5 4-11-15,2-7-9 0,4-1-4 16,1 3-13-16,2 0-5 0,6 3-6 0,1-5-8 15,1-4-3-15,0-1-10 0,2-2-1 16,-1-5-2-16,-2-2-5 0,4-2-4 16,-1-1 1-16,-4-4-1 0,2-3 8 0,-1 0 0 15,-1-4 5-15,-1-2-6 16,-5-5 1-16,-1-1-3 0,-1-7-3 0,-5-1-3 0,-1-10-8 16,-3-2-1-16,-2 2-3 15,-4 0-3-15,1 8-5 0,-4 0-7 0,-1 10-36 0,3 3-37 16,-6 4-61-16,-4 1-75 15,-2 4-88-15,-4 3-135 0,2 1-261 0,-3 2 52 16,-1 1 78-16,7 1-269 0,-3 1-308 16</inkml:trace>
  <inkml:trace contextRef="#ctx0" brushRef="#br0" timeOffset="201443.64">5250 12576 2155 0,'-8'-12'-90'0,"0"4"25"16,2 2 15-16,1-3 12 0,1 3 14 16,2-2 14-16,-3 2 13 0,3-1 10 15,0 1 9-15,-1-1-2 0,3 7 2 0,0-7 1 16,0 7-1-16,7-7 6 0,-7 7 11 15,18-2 5-15,-2 3-3 0,11 0 1 0,14 1 1 16,20 5-3-16,10-2 1 0,11 0-7 16,38-1-2-16,11 4-1 0,7-5-5 15,5 1 1-15,9 0-2 0,1 0-3 0,5-2 0 16,0 2-6-16,-4 0-1 0,-7 0 2 16,-6-1-5-16,-6-2 2 0,-6 2-3 0,-10-1 0 15,-28 0-3-15,-3-4 2 0,0 2-4 16,0-3 4-16,-3 0-4 0,1 0 6 15,-6-3 6-15,-2 0 4 0,-4 0 3 16,-3-2 9-16,-6 3 4 0,-6-3 0 0,-14 4 7 16,-5-2 7-16,-3-1 4 0,-8 3-4 15,-7 2-5-15,-5-2-7 0,-4 2-3 16,-1 0-7-16,1 1-2 0,-13 1-5 0,20-1-1 16,-20 1-1-16,16 1-1 0,-16-1-3 15,14 5-4-15,-5-1-1 0,-1-2 1 0,2 3-2 16,-1 1-1-16,0 1-2 0,0 0 1 15,0 2 1-15,0 3-6 0,2 0 0 0,-4 5-3 16,2 0 1-16,-2 3 2 0,0 3 2 16,-1 9 3-16,-5-3 12 0,1 7 4 15,-2-5-2-15,-2 6 25 0,2-6 13 16,0 8-4-16,-1-3 4 0,-1 3 0 16,0-3 14-16,-3-2 0 0,3-5-9 0,0-5 5 15,1 2-9-15,-1-3-1 0,-2 3-2 16,0-1-6-16,3-1-5 0,-3 2-4 0,0-2-3 15,2 1-4-15,1 1 27 0,-4 1 1 16,5-1-6-16,0-1-5 0,0 1-1 0,0 0 1 16,5-3 0-16,-4 1-1 0,-1-5-2 15,4-1-6-15,-4-4-5 0,2-2-6 16,0 0 2-16,0-4-4 0,-1 1 17 16,-1-2 2-16,0-7 4 0,-1 13-3 0,1-7-2 15,0-6-5-15,-4 10-7 0,4-10-2 16,-7 7-1-16,-2-3-5 0,9-4-5 15,-13 6-1-15,1-3-2 0,1 1-7 0,-4-2 1 16,-4 1 1-16,-2 2-3 0,-4 1-1 16,-1-2-1-16,-6 3-2 0,-9 3 1 0,3-2-5 15,-4 0-1-15,-2 1-1 0,-10 1-2 16,-3 0 4-16,3 0 4 0,-4-3-6 0,-1 1-2 16,-2 0-1-16,2-2 2 15,-4 0 0-15,2-1-3 0,0-3 2 0,12 1 2 16,-16-3-6-16,2 1 3 0,11-1-1 15,2 3-1-15,-4-6 1 0,-11 2 0 16,2-2 1-16,-2 1-1 0,0 0-1 0,1 2 0 16,-9-2 1-16,2 1 0 0,1 1-1 15,0 0 4-15,-5 0-4 0,7 1 1 0,-1-1 0 16,-1 4 2-16,1 0-1 0,-3-2 0 16,3 2-2-16,-2 2 1 0,1-4 0 0,4 4 0 15,-3 0 0-15,4-1-3 0,2-1 3 16,4 2 1-16,12-1-2 0,-2 2 0 0,2-2-1 15,1 1 0-15,3 0-1 0,0 1 0 16,4 0 5-16,1 1-3 0,2-1 0 16,-1 0 1-16,6-2-1 0,-5 2-1 0,4 1 2 15,3-4-1-15,2 1 1 16,-9-2-2-16,0 4 2 0,-2-1 0 0,-2-2 2 16,0 3-1-16,0 2-3 0,-6-4 0 15,1 3-5-15,1-2 5 0,-4 0 3 0,2-1 0 16,1 1-3-16,2-3 2 0,0 2-2 15,2-1 4-15,5 0-6 0,6-2 6 0,5 0-3 16,6-2 1-16,2 3 3 0,2-3 1 16,1 0-8-16,1 0 6 0,4 2 0 0,9-2-2 15,-19 4-4-15,19-4 5 16,-16 0 1-16,16 0-1 0,-13 2-1 0,13-2 2 16,0 0-1-16,-15 0 2 0,15 0-2 15,0 0 5-15,0 0 2 0,0 0 3 16,-14-4-1-16,14 4 1 0,-3-7-1 0,3 7 0 15,3-14-2-15,-1 6 2 0,4-5-5 16,2-5 0-16,7-9 1 0,-1-2-2 0,1-5-1 16,4-13-3-16,-1-5-4 0,2-7-14 15,-1-1-11-15,0-5-6 0,2-5-2 0,-3 4-4 16,2-19 8-16,-6 21 4 0,0 4 2 16,-2 4-3-16,-2 2 6 0,-3 13 5 0,0 0 1 15,-1 3 2-15,1 1 3 16,-2 4-1-16,-1 6 6 0,-4 3-1 0,3-1-1 15,-3 6 4-15,0 0-1 0,2 1-1 16,0 1 8-16,-2 1 0 0,0 4-2 16,2 0 0-16,-2 2 0 0,0 1 3 0,2 1-2 15,-2 1-3-15,0 0 0 0,0 7 2 16,2-10-2-16,-2 4 3 0,0 6-2 0,0-9-1 16,0 9 0-16,-2-7 5 0,2 7 1 15,0 0-1-15,0-9 3 0,0 9-3 0,0 0 0 16,2-8 0-16,-2 8-2 0,0 0-3 15,0 0 2-15,2-5 1 0,-2 5 1 16,0 0-1-16,28 5 3 0,-3-2-1 0,18 4-1 16,9 3 0-16,7-3-1 15,4-1 6-15,-2 2-4 0,5-2-2 0,-2-2 5 16,-16 1-5-16,-2-5-11 0,-7 2-6 16,-6-2-27-16,-10 3-6 0,-2-3-39 0,-6 0-26 15,-2 2-38-15,-3 0-37 0,-3-1-62 16,-7-1-83-16,4 9-140 0,-4-9-171 0,-5 10 68 15,-3-3-288-15,-6 1-352 0</inkml:trace>
  <inkml:trace contextRef="#ctx0" brushRef="#br0" timeOffset="202712.69">4853 13929 2286 0,'2'-10'-51'0,"0"3"38"0,2 1 29 0,-2 0 17 16,-1 0 5-16,-1 6 9 0,0-11 10 15,0 11 1-15,-1-7-3 0,1 7-4 16,-6-5-6-16,6 5-2 0,0 0-4 0,-17-5 19 15,17 5 3-15,-24 7 10 0,4 0 12 16,-7 7-1-16,-3 3-3 0,-8 7 14 0,-5 3-1 16,-2 0 3-16,-3 5 2 0,-1 2 4 15,-3 0 5-15,-1 2-5 0,0 2-9 16,-11 11-12-16,16-13-5 0,-2 3-12 0,4-2-4 16,-2 1 0-16,3-2-11 0,4 0-6 15,-2 0 0-15,0-2 5 0,6 1 12 16,-3 1-3-16,-2-2-3 0,2 2-5 15,-2-2-3-15,0 2-4 0,0-3-1 0,0 2 13 16,0-6 1-16,0 0 7 0,6 0 5 16,8-12-2-16,3 3-4 0,3-6 2 0,6-2 9 15,4-4 8-15,-1 1 14 0,6-4 12 16,-4-1 3-16,4 2 0 0,1-2-9 16,6-4-8-16,-9 7-15 0,9-7-2 0,-8 3-6 15,8-3-13-15,0 0-31 0,-11 5-36 16,11-5-44-16,0 0-46 0,-8 4-55 15,8-4-67-15,-5 3-84 0,5-3-92 0,-3 5-129 16,3-5-190-16,0 0 66 0,0 0-396 16,0 0-521-16</inkml:trace>
  <inkml:trace contextRef="#ctx0" brushRef="#br0" timeOffset="203613.16">3096 15032 3013 0,'0'-13'-5'16,"0"-1"41"-16,0 3 34 0,-2 3 19 15,2 8 9-15,0-12-10 0,0 12-6 16,0 0 24-16,0 0 38 0,0 0 14 0,0 0 12 15,-7 46 16-15,3-9 12 16,1 1 3-16,0 8-5 0,1 1-10 0,0 8-9 16,2-7-7-16,0-2-11 0,0 0-12 15,2-5-13-15,-2-2-9 0,4-3-16 0,-3-9-11 16,-1-5-4-16,3-5-13 0,-1 0-8 16,-2-5 0-16,2-1 7 0,-2-1 25 15,0-2 8-15,0-8-7 0,0 9-7 0,0-9-18 16,0 0 1-16,0 0-31 0,0 0-30 15,-4-27-46-15,4 6-48 0,2-13-36 0,4-7-45 16,-1-13-44-16,1 1-32 0,4-1-15 16,-3 2 1-16,3 3 23 0,-5 11 20 15,2 1 24-15,-4 10 14 0,1 6 17 16,-4 3 7-16,-2 3 15 0,-3 1 14 16,-2 6 12-16,0 0 13 0,-4 5 18 0,-5 3 23 15,-4 3 30-15,-10 7 20 0,-4 6 21 16,-8 5 25-16,1 0 14 0,10-1 3 0,1-1 9 15,5 0 2-15,4-1-3 0,6-4 1 16,5 0 2-16,2-4 8 0,6 1 15 16,4-3 1-16,4 0-7 0,6 1-6 0,6-2-6 15,15 1-7-15,5-1-7 0,6-3-9 16,4-4-3-16,4-2-6 0,9-1-2 16,-11-1-9-16,0 2-2 0,-6-1-6 15,-5 0-9-15,-10-1-8 0,-6 3-12 0,-3 0-11 16,-8-2-15-16,2 3-17 0,-3-2-36 15,-11 2-54-15,13-1-63 0,-13 1-86 16,0 0-92-16,0 0-123 0,4 7-232 0,-4-7 59 16,0 0 84-16,0 0-262 0,0 0-329 15</inkml:trace>
  <inkml:trace contextRef="#ctx0" brushRef="#br0" timeOffset="203943.66">3724 15104 2467 0,'5'-4'47'0,"-5"4"-2"16,0 0 20-16,0 0 37 0,0 0 34 15,-23 33 26-15,6-8 21 0,-4 1 18 0,2 3 10 16,0 5-4-16,-2 3-12 0,7-4-3 16,1-2-2-16,6 0-9 0,3-6-15 0,6-3-15 15,2-1-10-15,3-2-12 0,4-2-13 16,9 2-6-16,4-2-15 0,1-3-5 15,2-6-9-15,-3-2-4 0,-1-5-7 0,0-1-9 16,-1 0-2-16,-4-3-7 0,3-4-4 16,-6-1-6-16,1-4-2 0,-5-2-5 15,-3-2-4-15,-2-2-5 0,-6 1-2 16,-2-7-7-16,-8-7-19 0,-1-1-25 16,-7 2-31-16,0 2-35 0,-7 3-46 0,0 4-43 15,-4 4-64-15,0 5-61 0,-1 7-78 16,1 2-126-16,-8-1-198 0,-5 6 56 0,-1-2-345 15,4 3-473-15</inkml:trace>
  <inkml:trace contextRef="#ctx0" brushRef="#br0" timeOffset="204760.67">2949 14928 2494 0,'-28'0'-114'0,"3"-2"37"15,1 2 33-15,1 0 13 0,1-2 42 16,4 2 32-16,0-2 26 0,4 2-2 0,3 0 0 16,11 0-3-16,0 0 5 0,0 0 4 15,0 0-1-15,38-6-10 0,10 2-5 0,24-4-6 16,12 1-2-16,33-6 0 0,5 4-5 15,11 0-8-15,-1-3-4 16,-5-1 0-16,-10 4 0 0,-13 0-11 0,-25 4 6 16,-13-1-3-16,-14 6-6 0,-9-3-2 15,-14 6-4-15,-4-3 2 0,-7 3 2 0,-4 2 15 16,-3 4 25-16,0 3 15 0,-8 2 14 16,-3 9 19-16,-2 15 23 0,-1 3-2 15,-6 9-7-15,-2 2-6 0,0 4 1 0,1-1-6 16,3 3-11-16,1-2-8 15,3 1-5-15,1-12-2 0,4-2-6 0,-1-2 1 0,3-2 0 16,3-3 0-16,-1-4-6 0,2-6 0 16,-4-4 4-16,0-6 2 0,1-1 5 15,-1-2 7-15,-2-2 17 0,1-2 17 16,-3 2 6-16,2-5 13 0,0 0-12 0,-2-6-10 16,2 12-12-16,-2-12-7 0,-2 10-19 15,-2-6-9-15,-5 3-10 0,-4 1-7 16,-6 0-3-16,-12 6-6 0,-6-1 0 0,-15 3-12 15,-5-1 0-15,-4 2-5 0,-4-1 1 16,-3-2-8-16,-7 1-2 0,-1 0 4 0,-1 0-11 16,3-1 0-16,-1 1 1 0,5-1-4 15,6-2 1-15,3 3-1 0,3-1 2 16,7-3-1-16,0 3 0 0,12-4-2 0,3 1 0 16,2-5-3-16,9 1-1 15,4-2 2-15,4 1-2 0,-1-3 1 0,7 1-2 16,-2-1 4-16,1-2 14 0,12-1 6 15,-23 4 1-15,14-4 5 0,9 0-3 0,-19 2-4 16,19-2 4-16,-21-2-7 0,11 2-1 16,1-4 1-16,0 1-8 0,-2 0 6 0,0-6-4 15,2-3-2-15,0-3-2 0,-1-4-1 16,1-10-1-16,-1-3-10 0,4-7-23 16,4-6-21-16,2-13-20 0,2-5-16 15,4-7-14-15,2-2-19 0,3-2-8 0,-1 2 6 16,-1 6 7-16,2 7 12 0,-2 6 7 15,-2 15-1-15,0 4 0 0,-1 10-12 16,-4 5-21-16,1 4-30 0,-3 3-25 0,2 3-16 16,-2 3-35-16,0 6-32 0,0 0-39 15,0 0-54-15,0 0-77 0,0 0-210 0,0 0-14 16,-9 21 80-16,2-7-227 0,-4 1-287 16</inkml:trace>
  <inkml:trace contextRef="#ctx0" brushRef="#br0" timeOffset="205526.52">2730 16113 2195 0,'0'0'-10'0,"0"-7"22"16,0 7 17-16,0 0 0 0,0-11-5 0,0 11-1 15,0 0 9-15,0 0 23 0,-32 9 27 16,3 6 20-16,-15 11 23 0,-7 3 32 15,-15 17 3-15,-7 4 13 0,-7 4 24 0,-2 0 8 16,2 1 5-16,-4 0 7 0,1-2-5 16,-2-3-1-16,7-5-14 0,4-3-7 15,17-9-21-15,3 0-11 0,9-3-20 16,-1-2-11-16,6-1-10 0,2-2-9 16,11-7-14-16,4-1-8 0,4-5-5 0,4-1-9 15,4-3-12-15,1-1 4 0,2-2-8 16,1 0-2-16,1-1 9 0,6-4 24 0,-13 7 12 15,7-4 16-15,6-3 1 0,-7 3-6 16,7-3-7-16,-9 5-8 0,9-5-11 16,0 0-10-16,0 0-32 0,0 0-57 0,0 0-74 15,-13 0-82-15,13 0-110 0,0 0-91 16,0 0-86-16,0 0-135 0,0 0-224 0,0 0 82 16,0 0-513-16,0 0-708 15</inkml:trace>
  <inkml:trace contextRef="#ctx0" brushRef="#br0" timeOffset="206476.36">722 17162 3555 0,'-18'-6'-59'0,"18"6"25"0,-1-7 11 16,1 7 14-16,3-12-1 15,7 6 5-15,-2-2 6 0,8-4 6 0,2 1-2 16,1 2 0-16,4 3 2 0,-2 0-4 15,4 4-2-15,-7-1 16 0,3 3-1 16,-1 3-6-16,-2-1-6 0,0 2 1 16,-2 3 10-16,-3 1 29 0,-4 2 18 0,-2 0 4 15,-2 1 30-15,-3 3 8 0,-2 1-1 16,-2 3-2-16,-3-1 0 0,1 3-2 0,-3-1 0 16,3-2-11-16,1-3-1 0,-1 0-6 15,0-1-12-15,1-4-2 0,0 1-4 16,1 0-3-16,0 1-6 0,4-3 2 0,-2 2-2 15,2 1 5-15,-2-3-7 0,3 2-2 16,0-2-4-16,-1 1-7 16,2-1 0-16,-2 1 1 0,1 0 6 0,-3-9 10 15,2 11 6-15,0-5 9 0,-2-6-1 16,2 12-3-16,-2-12 14 0,-2 10 6 0,2-10 10 16,-4 13-2-16,-1-7-4 0,-1 2-12 15,-6 1-10-15,5-3-1 0,-4 3-4 16,-1-2-22-16,1-2-27 0,2-1-24 0,0-1-45 15,9-3-79-15,-13 1-116 0,13-1-92 16,0 0-75-16,-9-10-64 0,9 10-128 16,2-13-111-16,3 4 67 0,5-3-331 15,2-4-459-15</inkml:trace>
  <inkml:trace contextRef="#ctx0" brushRef="#br0" timeOffset="206843.51">1221 17224 2511 0,'0'0'-64'15,"2"-7"35"-15,-2 7 28 0,0 0 24 0,0 0 27 16,5-10 21-16,-5 10 8 0,0 0 3 16,0 0-6-16,0 0-13 0,0 0-9 15,0 0 8-15,0 0-4 0,0 0 16 0,0 0 6 16,0 0-15-16,5 29-3 0,-3-23-5 16,0 3 5-16,-1-1-17 0,5 3-4 15,-1-3 4-15,3 1 3 0,0-2-8 0,1 0 0 16,4-2-1-16,-1-2-6 0,1-1 3 15,3-2-7-15,-16 0-1 0,27-5-2 16,-12 0 2-16,-2-1-3 0,-3-3 8 16,-3-2 10-16,0-1 3 0,-5-2 0 15,0-3 4-15,-2 4-6 0,-4-5 0 0,1 3-9 16,-3 1-5-16,1 2-6 0,-1 1-3 16,-4 2-8-16,-1 2 5 0,0 3-3 0,-3 0-1 15,-3 6-31-15,0 2-38 0,-6 2-43 16,4 2-41-16,0 1-32 0,1 3-40 15,7-2-68-15,2 0-98 0,5-1-198 16,2-1 20-16,4 1-104 0,4-1-155 0</inkml:trace>
  <inkml:trace contextRef="#ctx0" brushRef="#br0" timeOffset="207392.7">1737 17169 1783 0,'0'0'69'0,"2"-15"23"0,0 10-5 16,0-3-3-16,4 2-4 0,2-4-2 15,1 1 4-15,3 1-7 0,1-2-4 16,0 3-3-16,4 1-9 0,-2 2-8 0,3 2-3 16,-3 2-8-16,0 0-1 0,-15 0-2 15,29 4-2-15,-16 1 4 0,2 1 7 16,-5 2 19-16,2 1 3 0,-5 3-1 0,0 0 24 16,-3 0 20-16,-4-1 10 0,0 3 2 15,0 2 8-15,-2-1-3 0,0 1-2 16,-1-1-5-16,-1 0-12 0,2-3-2 15,0 0-16-15,2 1-6 0,-1-2-11 16,1-1-4-16,-2 2-3 0,4-3-1 0,-2 1 5 16,1 0 2-16,-1 3-2 0,2-1-3 15,2 0-11-15,0-1 2 0,-1 4-3 16,1-2 5-16,0 0 4 0,0-3 9 0,-2 0 11 16,0-1 6-16,0-3 2 0,0 3 4 15,0-2 12-15,-2-7 12 0,1 13 14 0,-1-6-6 16,-3 0-8-16,-3 2-5 0,-6-1-10 15,1 2-15-15,-3-3-9 0,-1 2-9 16,4-4-10-16,-4 0-27 0,4-1-52 0,-3-3-69 16,4-1-95-16,10 0-122 15,-17-5-87-15,11 0-64 0,4 0-101 0,2-4-220 16,0 9 47-16,8-15 82 0,0 7-329 16,5-1-450-16</inkml:trace>
  <inkml:trace contextRef="#ctx0" brushRef="#br0" timeOffset="207728.17">2355 17210 2491 0,'6'-15'-65'0,"-4"3"52"0,1 3 43 15,-1 1 44-15,0 0 30 0,-2 8-2 16,4-9 2-16,-4 9 13 0,0 0-14 0,0 0 12 16,-13-6 23-16,13 6 11 15,0 0 4-15,-29 11-7 0,17-1-11 0,3-2-4 16,0 4-15-16,1-1-9 0,2 2-12 15,0 1-5-15,3 0-7 0,1 1 8 16,2 0-11-16,3 1-7 0,-1 1-3 0,2-1-9 16,4 2-4-16,0 3 0 0,1-4-12 15,0 3 0-15,1-3 0 0,1 0 7 0,-3 1 0 16,0-4 3-16,-2-2 5 0,1 0 11 16,-3-2 7-16,-1 0 14 0,-1 1-3 15,-2-1 13-15,0-2-2 0,-5 3-3 0,-1 1-16 16,-3-2-5-16,-1-1-8 15,-3 1-9-15,-5-2-33 0,0 1-56 0,-2-1-84 16,-3-2-111-16,3 0-107 0,-1-6-100 16,0 0-168-16,-2-3-138 0,-2-2 54 15,-9-5-381-15,2-1-538 0</inkml:trace>
  <inkml:trace contextRef="#ctx0" brushRef="#br0" timeOffset="208943.37">777 17057 2643 0,'-12'-2'-170'16,"3"0"40"-16,9 2 34 0,-14-1 26 15,14 1 19-15,0 0 16 0,-9-4 4 0,9 4 3 16,0 0 7-16,0 0 3 0,0 0 10 16,46-8 3-16,-6 4 0 0,17-6 8 15,12 3-3-15,13-6 4 0,32-1-3 0,7 2 4 16,4 4 1-16,3-1-4 0,-5 0 2 16,-1 1-5-16,-5-1-2 0,-11 2-3 15,-26 1 4-15,-4 0 3 0,-7 1 2 0,-6 0-2 16,-18 0 2-16,0 0 21 15,-9-2 23-15,-7 3 18 0,-6 1 9 0,-1 0 6 16,-5-2 8-16,1-1-8 0,0 2 3 16,-2-2-8-16,-1 2-3 0,-1-3-8 15,0 3-5-15,0-1-6 0,-1 0-6 0,2-1-6 16,-1 1-4-16,1 4-16 0,-1-3-9 16,-2 4-10-16,-12 0 2 0,25 4 0 15,-14 4 2-15,3 1-7 0,-4 3 3 0,2 2-1 16,-1 4 3-16,-2-1-1 0,1 0 5 15,-1 2 7-15,-1 0-2 0,-1 2 5 0,3-3 4 16,-2 3 10-16,-1-1 4 16,1 11 11-16,0 0 9 0,-1 4 13 15,-3-2 21-15,1 4-9 0,-1 1 11 0,1 1 31 16,-2 0-1-16,3 1-11 0,1-1 22 16,-1 0 1-16,4-4-5 0,1 1-9 0,-2-5-2 15,2-4-11-15,-4-3-11 0,0-7-10 16,-3-3-6-16,2-4-2 0,-2 3 13 15,0-5 8-15,0 1 17 0,-3-3 13 0,1 1 6 16,-2-7-2-16,4 11-1 0,-4-11-7 16,0 9-11-16,0-9-5 0,0 0-10 15,-2 10-15-15,2-10-9 0,-13 7-4 0,-1-4-2 16,0 3-18-16,-17 5 0 0,-8 1-8 16,-10 4-7-16,-8 3-4 0,-4 0-5 15,-5 1-1-15,-20 7-2 0,-2-1 0 16,16-6-11-16,2 3-2 0,0-3 7 0,4-3-7 15,1 2-1-15,4-1-1 0,2-4-5 16,2-1 0-16,-1-1 0 0,7-3 0 16,7-1-3-16,-2 1 6 0,1-2-3 0,0 0-2 15,0-1 0-15,-1 1-2 0,1 0 0 16,-1 0-3-16,-2 0 8 0,-5 1 0 0,8 1-7 16,2-2 1-16,3 0 1 0,0-1-7 15,12-1 6-15,5 1 5 0,-2-3-9 16,4 1 1-16,2-1 2 0,0 0 1 15,1 1-1-15,4-2 4 0,-2 1 0 0,3-1-4 16,0-1-2-16,-1 1 6 0,3 0 0 16,-1-1-1-16,1 1 1 0,0-2-4 15,-1 2-1-15,1 0 3 0,11-2-2 16,-20 1 6-16,20-1 0 0,-14 2 5 0,14-2-4 16,0 0 3-16,-20-5-1 0,13 1 1 15,1-2 7-15,-2-3-9 0,2-7-6 16,3-7-3-16,-1-13 10 0,6-3-7 0,1-6 1 15,5-15 0-15,4-6-1 0,-1-4-7 16,8-24-7-16,-2-1-28 0,2 2-15 16,-4 2-13-16,-3 18-12 0,-1 6 0 15,1 8 7-15,-6 6 5 0,-2 13 7 0,-1 5 5 16,-1 10 5-16,-2 4 0 0,0 7-5 16,-2-1-6-16,2 5-25 0,-2 0-43 15,1 4-55-15,1 6-54 0,-8-3-37 0,8 3-42 16,0 0-56-16,-16 20-86 0,9-8-243 15,3 4 47-15,-3 3 72 0,-1 1-173 16,2 1-250-16</inkml:trace>
  <inkml:trace contextRef="#ctx0" brushRef="#br0" timeOffset="209344.44">1674 17176 2156 0,'8'-10'50'15,"-4"-2"44"-15,2 5 16 0,0 0 3 0,-3 2-5 0,-3 5-13 16,0 0 9-16,0 0 37 15,0 0 24-15,21 19 46 0,-15 3 16 0,1 15 28 16,1 5 1-16,0 10 4 0,-2 2-10 16,3-3-25-16,-2 1-16 0,2-11-24 15,-2-2-16-15,-1-1-12 0,-1-1-5 0,3-2-13 16,-4-2-15-16,0-9-9 0,-1-4-12 16,1-4-12-16,-2-2-7 0,-2-3-7 15,2 0-7-15,0-1-38 0,1-2-41 0,-3-1-50 16,2 2-58-16,-2-2-65 0,0-7-70 15,0 12-86-15,0-12-74 0,-2 5-127 0,2-5-199 16,0 0 51-16,0 0-399 16,0 0-558-16</inkml:trace>
  <inkml:trace contextRef="#ctx0" brushRef="#br0" timeOffset="210459.66">1043 17261 2715 0,'0'0'-138'16,"-9"4"39"-16,9-4 45 0,0 0 35 15,0 0 30-15,0 0 26 0,0 0 24 16,0 0 18-16,0 0 19 0,0 0 16 16,0 0 9-16,0 0 29 0,0 0 5 0,0 0 10 15,0 0 10-15,0 0 6 0,0 0 3 16,0 0-1-16,0 0 0 0,0 0-5 15,0 0-12-15,0 0-8 0,0 0-20 0,0 0-12 16,0 0-18-16,0 0-9 0,-2-17-11 16,2 17-11-16,0 0-10 0,11-11-8 15,-11 11-4-15,11-8-7 0,-6 3-7 0,-5 5 0 16,13-2-8-16,-13 2-10 0,16 0-5 16,-16 0 5-16,18 5-6 0,-8 0-2 15,-2 2 0-15,-1 2-3 0,-1-1 0 0,0 2 0 16,-2 1 4-16,0 2 9 0,-3-2 5 15,1 1 2-15,-4 1-3 0,2-1 5 16,-1 0 14-16,-3 0 1 0,-2 0 1 16,5 1 6-16,-4-4-5 0,1 1 12 15,1 2-19-15,-1-5-6 0,0 1-7 0,2 0 0 16,2-8 0-16,-3 13-8 0,1-8-2 16,2 2 2-16,0-7 0 0,2 13-8 0,-1-4-5 15,3-2-2-15,2 3 6 0,-1-2-13 16,1 3 6-16,0-1 2 0,0-2-3 15,-1 3 5-15,1-3-5 0,-1 1-2 0,0-2-2 16,-1 0 13-16,-4-7-1 16,3 11-4-16,-1-4 22 0,0 0 27 0,2 0 6 15,-4-7 12-15,-6 15 2 0,3-6-4 16,-3-1-4-16,-4 2-4 0,2-3-10 16,-3 5-3-16,-1-6-6 0,3 2-4 0,-5-4-10 15,5 1-30-15,0 1-56 0,-3-4-47 16,4 4-58-16,-1-2-71 0,9-4-101 15,-14 6-110-15,7-2-102 0,7-4-185 0,-6 2-102 16,6-2 100-16,0 0-511 0,0 0-700 16</inkml:trace>
  <inkml:trace contextRef="#ctx0" brushRef="#br0" timeOffset="212525.45">4038 15970 3217 0,'-6'-10'-103'0,"2"0"61"15,-1 0 36-15,0-1 39 0,3 2 40 0,-1 0 37 16,-1-4 16-16,2 1 16 0,-2 0 16 16,4-1 3-16,-1 0 2 0,-1 1 2 15,2-1-10-15,0 2-10 0,0 1-8 0,0 3-13 16,0 7-16-16,0-15-10 0,0 15-14 15,2-7-10-15,-2 7-8 0,0 0 9 0,0 0 2 16,34 22 4-16,-9 4 7 16,7 12 5-16,2 8 7 0,2 7 10 15,12 14 0-15,1 3-6 0,1 1-2 0,0 0-10 16,-3-3-6-16,-2-1-1 0,-11-16-4 16,2-5 34-16,-6-2-7 0,-1-3-10 0,-4-6-7 15,-7-8 0-15,0-2 16 0,-5-8 0 16,-3-3-6-16,-1-4-1 0,-3-2-8 0,-1 1-1 15,2-2-4-15,-2-2-8 0,-1-1-6 16,-4-4-4-16,9 4-22 0,-9-4-44 16,0 0-72-16,0 0-79 0,0 0-67 0,0 0-76 15,0 0-93-15,0 0-104 0,0 0-128 16,0 0-226-16,-13 14 69 0,-2-2 95 16,-10 8-488-16,-4 1-631 0</inkml:trace>
  <inkml:trace contextRef="#ctx0" brushRef="#br0" timeOffset="213075.6">4434 16903 3480 0,'-2'-20'108'0,"2"3"17"0,0 0-5 0,4 5 4 16,-4 2-3-16,3 2-11 0,-3 3-11 15,0 5 28-15,6-6 21 0,-6 6 9 16,0 0 17-16,14 23 1 0,-9-5-11 16,-1 2-18-16,0 4-6 0,0 0-17 0,-2 0-14 15,-2 1-6-15,2 1-14 0,0 1-9 16,-2-2-6-16,0-4-10 0,0-3-3 16,-2 3-4-16,2-5-7 0,0-1-7 0,-2-3 2 15,2-3-6-15,0 1-18 0,0-2-14 16,0-8-30-16,-2 7-30 0,2-7-31 0,0 0-16 15,0 0-16-15,0 0-31 0,4-36-22 16,-2 11-25-16,0-12-4 0,2-1-1 16,-3-1 6-16,-1-1 19 0,0 3 16 15,0 6 15-15,-3 7 14 0,1 6 21 16,-6 2 21-16,-9 3 31 0,-3 5 29 0,-3 5 44 16,3 3 25-16,-7 3 35 0,-9 5 24 15,2 6 20-15,-1 1 7 0,7 1-2 0,7-4-2 16,3-1-8-16,7-1-8 0,2 2 0 15,4-5 3-15,5 3-3 0,5-3-7 0,4 1-9 16,6 1-6-16,6-2-12 0,14 0-4 16,1-1-7-16,4 2-8 0,-2-6-13 15,-6 2-19-15,-3-2-25 0,-2-1-24 0,0 3-20 16,-7-2-21-16,-1-1-18 0,-1 1-12 16,-5 0-16-16,1-1-12 0,-5-1-19 15,0 2-11-15,0 0-19 0,-9-2-32 16,14 2-47-16,-14-2-82 0,11 0-123 0,-11 0-187 15,0 0 52-15,14-2-255 0,-14 2-334 16</inkml:trace>
  <inkml:trace contextRef="#ctx0" brushRef="#br0" timeOffset="213442.01">5008 16765 2449 0,'-2'-12'55'0,"2"4"31"15,-2 1 20-15,2 7 4 0,-2-10 4 16,2 10 5-16,0 0-16 0,-4-7 5 16,4 7 12-16,0 0 13 0,0 0 14 15,-34 12-1-15,22-3 8 0,-3 1-1 16,3 3-9-16,1 1-14 0,-3 1-12 0,9-1-12 16,1 1-8-16,2-1-14 0,4 3-3 15,2-1-7-15,1 0-8 0,2-1-5 0,2 4-4 16,0-2-8-16,3 0-7 0,-2-1-5 15,-1 0-1-15,1-1-5 0,-1-1-1 16,-1-3 1-16,-1 1 11 0,0-2 17 0,-2 1 12 16,-3-1 12-16,0 0 21 15,-4-2 13-15,-2-1-5 0,-4 5-4 0,-3-2-3 16,-2-3-12-16,-5 5-12 0,-1-4-11 16,-3 1-4-16,-9-1-19 0,3-2-42 0,3-2-58 15,-2-2-75-15,0 0-100 0,0-6-92 16,5 0-83-16,-3-2-121 0,2 0-231 15,2-3 53-15,2 1 84 0,-2 0-338 0,5 2-434 16</inkml:trace>
  <inkml:trace contextRef="#ctx0" brushRef="#br0" timeOffset="214242.73">3944 16672 2505 0,'-25'-2'-27'0,"6"-2"44"0,2 3 41 0,3-1 29 16,5-2 16-16,9 4-15 0,-7-6-6 15,7 6-10-15,23-19-3 0,20 0-3 16,17-1-11-16,29-5 0 0,18 1-21 15,9 1-9-15,14-4 1 0,3 2-25 16,-2-1-34-16,-4 2-24 0,-12 2-5 0,-8 1 5 16,-10 4 7-16,-25 5 7 0,-11 0 3 15,-12 5 2-15,-12 2 19 0,-10 0 18 16,-6 3 19-16,-4 2 25 0,-7 2 28 0,-4 2 16 16,-1 4 16-16,-3 3 9 0,-2 4 18 15,-4 5-10-15,1 6-7 0,-3 12-6 0,4 1-7 16,-6 4-4-16,4 11-10 0,-1 4-6 15,5 1 53-15,4 5 30 0,1 0-7 16,5-3-12-16,-1-2-8 0,4-3 4 0,-1-2-4 16,1-5-8-16,-4-11-11 15,-4-6-6-15,1-5-4 0,-3-4-6 0,-1-6-4 16,0 0-2-16,0-5 4 0,2 0 13 16,-2-2 12-16,-1-3 3 0,-1 0-2 0,0-7-8 15,0 15-11-15,-1-10-12 0,-3 1-3 16,-4 2-14-16,-3-1-6 0,-6 6-11 0,-8 2 0 15,-4 3-9-15,-5-1-3 0,-9 6-6 16,-11 0-4-16,-3-1-6 0,-8 1-2 16,-3-2-2-16,-20 5-6 0,18-9-1 15,-5 0 7-15,1-2-9 0,1-3 1 0,5 0 1 16,1-1-16-16,6-1 9 0,15-5 0 0,1 2 3 16,4-1 1-16,1-2 8 15,14-1 3-15,2-1 13 0,6 2 1 0,2-2 3 16,3-1 8-16,-1-1 14 0,14 0 7 15,-20 3 5-15,20-3-29 0,-17 0-51 16,17 0 0-16,-13 0 0 0,13 0 0 0,0 0 0 16,-18-6 0-16,13 0 0 0,-1-1 0 15,2-3 0-15,1-2 0 0,1-5 0 0,4-10 0 16,1-10 0-16,1-6 0 0,3-14 0 16,4-4 0-16,3-3 0 0,-3-5 0 15,9-20 0-15,-4 2 0 0,0 17 0 0,-5 1 0 16,1 7 0-16,-4 7 0 0,-1 16-131 15,-1 4-26-15,-2 10-13 0,-2 6-20 16,-2 3-32-16,2 6-57 0,-4 3-42 16,-3 2-54-16,5 5-56 0,-12-1-89 0,12 1-180 15,0 0-57-15,-24 10 85 0,13-7-439 16,2 0-580-16</inkml:trace>
  <inkml:trace contextRef="#ctx0" brushRef="#br0" timeOffset="-214220.84">3700 15199 2802 0,'0'0'-154'0,"-3"-6"42"15,3 6 20-15,-2-9 19 0,2 9 22 16,-2-9 19-16,2 9 16 0,-2-11 14 0,2 11 11 16,0-10 9-16,0 10 7 15,-2-9 4-15,2 9 4 0,-4-8-2 0,4 8 0 16,-4-5-7-16,4 5-1 0,0 0-1 16,-13-6-3-16,13 6 1 0,0 0-3 0,-16 0-1 15,16 0 1-15,-16 6 11 0,7-1 13 16,0 2 0-16,0 2 6 0,-2-1 5 15,1 3 9-15,2 1 5 0,-1 5 5 0,1 3 10 16,0-1-2-16,3 0-4 0,-1 5 1 16,4-2 6-16,-3 0 1 0,0 2-7 0,3-4-1 15,1 0-8-15,-1-2 5 0,2-2-9 16,2 0 3-16,-1-3 2 0,1 1 6 16,0-2 0-16,6 2 5 0,-2-3-7 15,3 2-5-15,5-5-5 0,-1 2-3 16,3-3-7-16,4 0-1 0,1-2-5 0,4-1-5 15,-4-2-2-15,0-1-3 0,0-1 17 16,0-1 17-16,-2-1 16 0,0 0 13 0,-2-3 7 16,0 0-1-16,-2-2 1 0,3-5-7 15,-4 0-3-15,0-2-3 0,-3-1-8 16,1-4-9-16,1-8-8 0,-2-2-7 0,-4 4-7 16,-2 3 0-16,-5-3-11 0,0-2-3 15,0 0-7-15,-5 3-1 0,-5-9-2 16,-1 4-10-16,-5 4-1 0,-1-1-4 15,-2 3-2-15,-3 6-4 0,2 3 0 16,-1 6-5-16,1 4 3 0,0 1-15 0,-3 3-13 16,0 6-13-16,-7 3-17 0,1 5-23 15,5 6-27-15,-1-2-46 0,6 1-47 0,2 7-59 16,3 3-73-16,1-2-122 0,6-1-222 16,2-6-25-16,2 1 86 0,-3 0-303 15,4-3-392-15</inkml:trace>
  <inkml:trace contextRef="#ctx0" brushRef="#br0" timeOffset="-208905.79">6849 13809 2297 0,'0'0'-94'0,"0"0"53"15,0 0 44-15,0 0 37 0,0 0 34 16,0 0 27-16,0 0 25 0,0 0 9 0,0 0 12 15,0 0 4-15,5-6-2 0,-5 6 0 16,0 0-11-16,0 0 0 0,0 0-1 16,0 0-9-16,0 0-4 0,0 0-4 0,0 0-10 15,0 0-6-15,0 0-3 0,0 0-1 16,0 0-4-16,0 0-5 0,0 0-7 0,0 0-7 16,0 0-10-16,0 0-6 0,0 0-10 15,0 0-3-15,0 0-4 0,0 0-9 0,0 0-4 16,0 0-4-16,0 0-2 0,0 0-4 15,0 0-3-15,0 0 0 0,0 0-1 16,6 17 4-16,-2-8 3 0,1 1 5 16,1 2 17-16,0 3-1 0,3 2-4 15,-1 2-1-15,-1 0-4 0,7 6-3 0,-1 1-3 16,1 1 1-16,-3 0 0 0,3-2 4 16,1 3 11-16,-1-2 5 0,-2-1-3 0,-1 3-2 15,2-1-5-15,-2 0-4 0,-2 2-4 16,3 0-1-16,-1 1-3 0,-4 0-2 0,5-1 1 15,-1 1-3-15,0-1-2 0,-6-5-6 16,3-1-2-16,-1 6 1 0,0-6-1 16,0 1 1-16,0-3-1 0,1 0 6 15,-3 1-2-15,2 1 2 0,2 6-2 16,-2-3-3-16,-1-6-1 0,-1 0 0 0,2-1 0 16,-2 0-2-16,1-1 2 0,-1-5-2 15,1 3 5-15,-1-6 16 0,-4 1 14 0,3-3 6 16,-2 0 9-16,2 0 11 0,-3-3 12 15,-1-5 4-15,6 12 11 0,-4-7 1 0,-2-5-5 16,4 7 2-16,-4-7-14 0,0 0-7 16,0 0-4-16,10 0-7 0,-10 0-10 15,0 0-5-15,0 0-7 0,0 0-6 0,0 0-7 16,0 0-3-16,0 0-3 0,0 0-6 16,14-6-8-16,-14 6-5 0,0 0-18 15,0 0-19-15,0 0-24 0,0 0-29 16,0 0-36-16,0 0-50 0,0 0-69 0,0 0-85 15,0 0-136-15,0 0-181 0,0 0-220 16,0 0 87-16,-18 21 101 0,6-13-515 0,1 5-652 16</inkml:trace>
  <inkml:trace contextRef="#ctx0" brushRef="#br0" timeOffset="-207520.97">6824 14887 3080 0,'-10'-4'-115'16,"2"1"47"-16,5-1 49 0,3 4 28 15,-8-6 22-15,8 6 8 0,0 0-2 0,0 0 0 16,15-12 0-16,5 9-3 0,17 1-3 16,13-2-9-16,17-2 5 0,9 4-7 0,2 0 0 15,2 0 2-15,0-2-7 0,2 0-8 16,-1 4-9-16,-9-4 3 0,-8-1-4 15,-5 1 4-15,-12 0-2 0,-10 4 3 0,-8-4-4 16,-6 2 12-16,-4 0 8 0,-5 2 6 16,-2-2-3-16,0 2 1 0,-12 0-8 15,17 0-6-15,-8 0 4 0,-9 0 1 16,16 7 1-16,-9 0 4 0,5 6-2 0,-4-1-1 16,1 5 4-16,0 3-13 0,1 9 8 15,2 4-4-15,-5-2 4 0,-1 1-4 16,2 1 5-16,-1 0 2 0,-3-7 17 0,1-1 4 15,-3-1 3-15,1-2 1 0,-1-5 5 16,2 0-1-16,-3 1 9 0,-1-6 0 0,0-1 17 16,2 2 7-16,-2-5 6 0,2 0 9 15,-2-1-1-15,0 0-4 0,0-7-6 0,0 10-8 16,0-4-7-16,0-6-6 16,-4 11-3-16,-3-3-9 0,-5 0-4 0,-3 2-7 15,-2 3 0-15,-12 2-6 0,-1 3-1 16,-6-1-6-16,0-2-1 0,-11 3 1 15,0 0 3-15,-1-3 3 0,-2-1 0 0,1 0 2 16,10-4 6-16,-6-1 7 0,2-1-3 16,-2-1-4-16,2-2 4 0,-3 0 3 0,2 0 17 15,-2-1 5-15,1 1 4 0,1-2-5 16,0 3-4-16,4-2-2 0,0 0 13 0,7-3 1 16,7 3-4-16,2-2 0 15,2-1-4-15,1 1-3 0,5-2-7 0,-2 3 0 16,5-2 16-16,-1-1-3 0,14 0-4 0,-21 1-2 15,21-1-7-15,-19 2-8 16,9-2-5-16,10 0-1 0,-16 2-9 0,16-2-3 16,-16 2 1-16,16-2-3 0,-13 0-2 15,13 0-4-15,0 0 3 0,-18 1-4 0,18-1 38 16,0 0 21-16,-11-5-11 0,11 5-4 16,-9-10-7-16,5-1-4 0,0 0-6 0,2-7-5 15,0-5-8-15,0-2-1 0,2-14-6 16,2-4-3-16,5-12-1 0,-4 0-7 15,8-3-4-15,-3 2-26 0,6 3 4 16,-3 3-9-16,-2 11 4 0,1 2-6 0,-1 6 3 16,-3 7 3-16,-1 4-2 0,0 5 1 15,-1 2-1-15,-1 3 0 0,-3 0-5 16,4 0-10-16,-2 1 13 0,0 2-14 0,2 2-6 16,-4 5 19-16,3-12-18 0,1 8-5 15,-4 4-17-15,8-8-21 0,-6 4-21 0,-2 4-33 16,9-3-36-16,-9 3-42 0,0 0-52 15,0 0-75-15,0 0-65 0,0 0-102 0,13 11-229 16,-13-1-2-16,-2-4 87 0,1 4-404 16,-7 5-525-16</inkml:trace>
  <inkml:trace contextRef="#ctx0" brushRef="#br0" timeOffset="-206823.22">7260 15040 2711 0,'9'-8'-75'0,"1"3"56"0,0 0 38 16,-3-2 29-16,1 3 31 0,2-2 36 0,-7 1 26 16,-3 5 14-16,11-9 0 0,-11 9-3 15,5-5-11-15,-5 5-13 0,0 0-10 0,0 0-19 16,0 0-5-16,-14-9-9 0,14 9-7 16,-27 2-10-16,9 1-6 0,-2-2-4 0,-4 2-7 15,0-1-5-15,0 3-4 0,1-2-4 16,2 1-6-16,4-1-5 0,4-1 4 15,-2 0-5-15,3 2-3 0,3-3-5 0,9-1 2 16,-20 1-6-16,20-1 0 0,-15 4 0 16,15-4-2-16,-12 2-3 0,12-2 4 0,-11 1-5 15,11-1 3-15,0 0-3 16,-11 3 0-16,11-3-2 0,0 0-1 0,-12 2-2 16,12-2 3-16,0 0-3 0,0 0-4 15,-11 7 3-15,11-7-1 0,-5 10 2 16,1-4-4-16,2 3 4 0,-1-3-5 0,1 4 8 15,4 0-3-15,-2-2 4 0,5 3 5 16,2 2 4-16,1-2 1 0,1 0 4 0,8 1-3 16,-1-3 1-16,3 3-4 0,0-2 5 15,-1 0-3-15,0 0-4 0,1 1-4 16,-2-3 1-16,-1 2-4 0,-1-1 3 0,-3-2 1 16,-3 2-5-16,0-4-1 0,-2 5-1 15,2-3 6-15,-4 1 3 0,-1-1 0 16,-2-2 9-16,-2 4 11 0,-2-2-2 15,-4 0 9-15,1 1-1 0,-3-3 1 0,-5 4-1 16,-3-2-2-16,1-1-5 0,-1 0-2 16,-2-1-4-16,0 0-2 0,4 0 0 0,0-3-5 15,1 1-2-15,-1 0-6 0,5-3-12 16,0 3-24-16,9-3-30 0,-18 3-50 0,12-3-57 16,6 0-87-16,0 0-86 15,-11 2-97-15,11-2-167 0,0 0-50 0,0 0 62 16,0 0-234-16,0 0-308 0</inkml:trace>
  <inkml:trace contextRef="#ctx0" brushRef="#br0" timeOffset="-206472.94">7369 15180 2187 0,'-4'-10'-7'16,"1"4"40"-16,-4 0 34 0,3-1 24 15,-3 0 16-15,3 1 10 0,4 6 3 16,-7-9-14-16,7 9-13 0,-5-7-5 0,5 7-2 16,0 0 15-16,0 0 4 0,0 0-5 15,14-7-8-15,-14 7-10 0,23 0-6 0,-23 0-6 16,24 5-20-16,-10 0 5 16,-1-1 13-16,1 5-8 0,-3 2-5 0,-2-2 13 15,2 5 1-15,-6 1 11 0,2-1-10 16,-5 3 3-16,2-2 0 0,1 0-8 15,-4 2-9-15,1 0 0 0,0-3-3 0,-2 1-8 16,2-1-1-16,-2-2-8 0,2 1-5 16,0-3-6-16,-2 0-21 0,-2 0-44 0,2-1-44 15,0 0-62-15,0-1-76 0,-2-2-111 16,2-6-168-16,-4 6-131 0,4-6 67 0,0 0-227 16,0 0-279-16</inkml:trace>
  <inkml:trace contextRef="#ctx0" brushRef="#br0" timeOffset="-206271.25">7367 15369 2231 0,'-8'-4'73'0,"8"4"57"16,-8-7 64-16,8 7 27 0,0-8 15 0,0 8 2 16,8-10-9-16,2 2-18 15,3 1-24-15,3 1-18 0,2-1-15 0,3-2-25 0,1 2-46 16,-2 1-55-16,-2 0-60 15,-6 4-96-15,2-1-77 0,-4 1-57 0,-10 2-83 16,0 0-168-16,13 2-65 0,-13-2 57 16,0 0-135-16,0 0-153 0</inkml:trace>
  <inkml:trace contextRef="#ctx0" brushRef="#br0" timeOffset="-204772.32">6900 15831 1812 0,'2'-10'-3'0,"-2"10"30"15,1-10 31-15,-1 10 26 0,0-12 18 0,0 5 21 16,0 7 2-16,0-12 8 0,0 12 1 16,0-10-14-16,0 10-9 0,2-7-14 15,-2 7-14-15,0 0-7 0,0 0 9 16,0 0 13-16,-18 27-2 0,2 1 34 0,-4 11 5 15,-3 6 7-15,-2 3-3 0,-2 3 14 16,2 2-4-16,-4 0-3 0,5 1 0 16,1-4 12-16,0-1-9 0,7-6-7 0,2-9-1 15,3-3-8-15,0-9-7 0,2-3-7 16,2-2-10-16,1-5-7 0,4 0 5 0,-4-3 7 16,4-1 2-16,0-1 0 15,-2 0-4-15,4-7-7 0,-3 9-12 0,3-9-12 16,0 0-22-16,0 0-43 0,0 0-45 15,0 0-54-15,0 0-66 0,0 0-77 16,0 0-75-16,0 0-79 0,-4-25-111 0,4 25-190 16,0 0-31-16,-2-4 73 0,2 4-350 15,0 0-466-15</inkml:trace>
  <inkml:trace contextRef="#ctx0" brushRef="#br0" timeOffset="-203955.99">6353 16502 2842 0,'-19'-7'36'0,"2"-2"31"0,6 4 20 16,0 1 19-16,2 0 18 0,9 4 10 0,-9-8 5 15,9 8 4-15,-10-4-7 0,10 4-22 16,0 0-4-16,0 0-15 0,0 0-1 0,25-11-10 15,-2 6-9-15,15-2-8 0,15-5-2 16,5 0-9-16,-1 0-7 0,0 2-25 16,-12 1-11-16,-4 3-11 0,-1-1-7 0,-10 3-6 15,-7 1 2-15,-6 1-1 0,1 2-3 16,-5 0 11-16,0 2 8 0,-5 1-16 16,1 3-1-16,-2-1 2 0,0 1 5 15,0 3 2-15,-3 0-5 0,2 2 3 0,-3 3-4 16,6 2-1-16,-2 3 9 0,-2 1 1 15,7 7-5-15,-4 2 5 0,-1-2-2 16,2 4 1-16,-1-2 3 0,0-4 5 0,1 4 3 16,-3-6 4-16,1-1 9 0,-2-3 8 15,1-2-10-15,-3-2-2 0,3-1 4 0,-3-2 4 16,1 0-4-16,-2-1 0 0,3 1 3 16,-3-2 5-16,-1-1 6 0,-1 3 5 15,-1 0 6-15,1-3 6 0,-7 3 10 0,0 1 1 16,-4-1 17-16,-5 5 5 0,-4 3-9 15,-5-1 2-15,-4 0 0 0,-2 1-9 16,-1-3-3-16,0-3 0 0,-1 1 3 16,-4 1 3-16,1-3 3 0,-1-1-2 0,-3 0-4 15,3-3 3-15,1 1-1 0,2 0 3 16,0-3 2-16,1 1 0 0,6-1-6 0,2 0-14 16,2 0-2-16,1 1-6 0,1-1-6 15,-2 0-3-15,8 0-4 0,-3-2-8 16,6 0-2-16,0-3-4 0,0 4 0 0,3-4 11 15,9-2 4-15,-16 4 22 0,9-1 9 16,7-3 14-16,-11 2 9 0,11-2 4 16,0 0 5-16,0 0-14 0,-18-5-9 15,18 5-8-15,-5-14-10 0,3 2-6 0,2-3-6 16,2-2-6-16,3-18-9 0,-1-4-20 16,5-12-5-16,2-3-16 0,0-1-7 15,1-5-12-15,-1-1-2 0,4 3 2 0,-3-1 1 16,-3 4 2-16,0 5 5 0,-1 13 1 15,-2 2 7-15,-1 10-1 0,-1 3-2 0,0 5 1 16,-2 4 0-16,-1 1 3 0,1 2-1 16,1-1-6-16,-1 3-20 0,0-1-19 0,-2 2-36 15,0 7-36-15,4-12-36 16,-4 12-34-16,1-5-36 0,-1 5-48 0,0 0-72 16,0 0-78-16,0 0-121 0,0 0-238 15,-9 28 49-15,1-16 90 0,2 0-409 16,1 0-533-16</inkml:trace>
  <inkml:trace contextRef="#ctx0" brushRef="#br0" timeOffset="-203156.84">6483 16634 2723 0,'9'-5'-93'16,"-3"-2"42"-16,1 3 33 0,-3-1 34 15,-4 5 25-15,6-6 25 0,-6 6 19 0,0 0 10 16,0 0 5-16,4-8-1 0,-4 8-11 15,0 0-5-15,0 0 3 0,0 0-19 16,0 0-7-16,-17-6-4 0,17 6-8 16,-17 2 15-16,17-2-27 0,-25 4-5 0,13 0 3 15,-1 0-4-15,-3 1-3 0,3-1 1 16,0 2-4-16,0-1-10 0,2 0 6 16,-2-1-2-16,2 1-5 0,4-3 7 0,7-2-3 15,-16 6-4-15,16-6-6 0,-13 4 8 16,13-4 15-16,-9 3-18 0,9-3-2 0,0 0-1 15,-10 3-1-15,10-3-1 0,0 0-9 16,-9 6 9-16,9-6 14 0,0 0-15 16,0 0-5-16,-8 3 2 0,8-3-3 0,0 0-1 15,0 0-2-15,-10 5 5 0,10-5 3 16,0 0-4-16,0 0-5 0,0 0 10 0,0 0-4 16,0 0-5-16,0 0 6 15,-9 4-3-15,9-4-7 0,0 0 1 0,0 0-1 16,0 0-5-16,0 0 13 0,-2 6-4 15,2-6 1-15,0 0-2 0,4 14 6 16,-1-7-5-16,-3-7-5 0,4 12 18 0,3-5 5 16,-4 0 7-16,3-1-22 0,-1 3 4 15,3-1-3-15,-3 0-8 0,4-2 7 0,-2 1 5 16,0 0-2-16,6 0 2 0,-6-1 14 16,4 2-19-16,-1-2 6 0,-1 0-8 15,-1-1 6-15,-1 1 24 0,3 0 0 16,0 0 2-16,-5-2 2 0,2 0 12 0,0 3 3 15,-7-7 13-15,13 6 3 0,-8-2-3 16,-5-4 0-16,6 10-1 0,-4-3 13 16,-2-7 10-16,0 10 9 0,-2-1 7 0,-2-2 11 15,1 1-3-15,-7 3 2 0,1-3 1 16,-3 1-8-16,3-1-8 0,-3 1-11 16,3-2-4-16,-1-2-12 0,1 0-5 0,4-2-5 15,-4 3-9-15,9-6-13 0,-11 4-29 16,11-4-41-16,-10 6-48 0,10-6-49 0,-9 1-65 15,9-1-54-15,0 0-52 0,-11 6-68 16,11-6-111-16,0 0-204 0,0 0 52 16,0 0-332-16,0 0-444 0</inkml:trace>
  <inkml:trace contextRef="#ctx0" brushRef="#br0" timeOffset="-202506.83">6745 16668 2541 0,'0'-5'-21'0,"0"5"39"0,4-9 36 16,-4 9 19-16,8-8 23 15,-8 8 11-15,2-7 17 0,-2 7 11 0,0 0-11 16,4-9-4-16,-4 9-2 0,0 0-2 16,0-6-21-16,0 6-11 0,0 0-6 15,0 0-12-15,-18-2-2 0,18 2-4 0,0 0 3 16,-28 2-8-16,28-2-13 0,-21 5-7 16,8-4-3-16,2 1-3 0,0 0-2 0,0 1-4 15,0 1 5-15,11-4-7 0,-16 3 9 16,16-3-14-16,-11 3 0 0,11-3-3 15,-12 2 1-15,12-2-3 0,-9 2-5 16,9-2 9-16,0 0-8 0,-11 5-4 16,11-5 6-16,0 0-5 0,0 0 1 0,-12 2-4 15,12-2-2-15,0 0 2 0,-6 7-9 16,6-7 7-16,-3 8-2 0,3-8 4 0,0 12 3 16,0-12-2-16,7 16 1 0,0-2-1 15,0-5 0-15,2 3 2 0,2-3-1 16,0 1-5-16,1 0 2 0,1-1-4 0,-2-1 7 15,-4 1 1-15,5 0 0 16,-3-3-1-16,2 2-2 0,1 2-3 0,-2-3-1 0,-3-1 5 16,0 2-6-16,2-4 12 15,-4 1-5-15,-1 3 8 0,1-4 7 0,-5-4 14 16,6 12 18-16,-6-6 11 0,0-6 17 16,2 11 7-16,-2-11 9 0,-2 12-3 15,-2-6-7-15,4-6-6 0,-9 9-5 0,4-7-4 16,-6 3-12-16,0-2-6 0,0 1-17 15,-3-4-47-15,1 1-73 0,-6 1-76 0,2 2-87 16,-2-3-80-16,0 1-139 0,-2-2-226 16,5 2 54-16,4-1 82 0,12-1-240 15,-18-1-286-15</inkml:trace>
  <inkml:trace contextRef="#ctx0" brushRef="#br0" timeOffset="-201688.31">7054 15654 2127 0,'-7'-8'-35'0,"-3"3"40"0,10 5 37 0,-9-7 26 16,9 7 13-16,-8-7 18 0,8 7 4 15,-4-4 6-15,4 4 8 0,0 0-7 16,-4-8-5-16,4 8-4 0,0 0-3 0,-3-7-4 16,3 7 5-16,0 0-3 0,0 0 7 15,0 0 9-15,0 0 1 0,32 5-1 0,-17 1 4 16,8 2 7-16,7 6 3 16,6 3 6-16,11 4 8 0,3 2-8 0,-3 4-4 15,8 0-11-15,2 1-6 0,15 12-24 16,-14-7-8-16,-1 1 0 0,11 9-9 15,-12-7-10-15,-3 0-6 0,-2-1-4 0,-1 0-3 16,-4-2 13-16,-2-2 14 0,-5-2 4 16,0 0 9-16,-5-2 4 0,-7-4 0 0,-3-1 7 15,3 3 4-15,-4-4 0 0,2 2-2 16,0 3 19-16,0-3 12 0,-1 1 8 0,8 6 16 16,-7-5 1-16,2-2-5 15,-2-2-8-15,-2-3-5 0,-1-2 2 0,-2-3-2 16,-5-2 0-16,-4-4-1 0,-1 0-24 15,-2-3-113-15,1 0 0 0,-1 0 0 0,-5 0 0 16,-3-4 0-16,10 8 0 0,-10-8 0 16,8 3 0-16,-8-3 0 0,0 0 0 15,9 3 0-15,-9-3 0 0,0 0 0 0,0 0 0 16,0 0 0-16,0 0 0 0,0 0 0 16,0 0 0-16,0 0 0 0,0 0 0 0,0 0 0 15,0 0 0-15,0 0-539 0,0 0-213 16,-17 9-218-16,2-2 98 0,-3 1 97 15,2 2-682-15,-4-1-905 0</inkml:trace>
  <inkml:trace contextRef="#ctx0" brushRef="#br0" timeOffset="-200991.28">8266 16644 3850 0,'21'-17'-121'0,"-21"17"46"15,11-9 37-15,-4 4 29 0,2-1 29 16,0-2 21-16,-3 4 48 0,0-2 22 15,-6 6 14-15,11-6-1 0,-11 6-11 16,6-5-8-16,-6 5-9 0,0 0-5 0,0 0-14 16,0 0-5-16,-36-4-8 0,17 8-7 15,-5 1-5-15,-12 3-2 0,2 2-8 16,0 2-2-16,4-1-5 0,1 2 1 0,6-1 3 16,6 0-3-16,1-1-1 0,5-1 2 15,4 0 1-15,3 0 3 0,0 1 1 0,7-1 1 16,-2 3 1-16,5 0-5 0,3-1-5 15,2 1-2-15,3 1-5 0,1 0-2 0,2 0-2 16,5 5 1-16,-6-5-5 16,7 6 0-16,-3-6-3 0,-5-2-3 0,-2 1-2 15,2-1 2-15,-6-2 7 0,2 1 5 16,-4-1 0-16,0-3 4 0,-1 1 14 16,-1-1 12-16,-4 2 14 0,-1-3 2 0,-6 3-6 15,0 0-2-15,-3 0-2 0,-7-1-8 16,0 0-6-16,-4 1-5 0,2-1-3 0,-3-1-8 15,-1 0-1-15,6-2-12 0,-4 1-32 16,5-2-41-16,0-2-48 0,2 0-76 16,1-2-74-16,3 2-84 0,9-2-87 0,-16-2-135 15,16 2-172-15,-6-7 67 0,6 7-412 16,0 0-548-16</inkml:trace>
  <inkml:trace contextRef="#ctx0" brushRef="#br0" timeOffset="-200557.76">8626 16697 2746 0,'14'-9'-86'0,"-3"3"38"16,-1 1 29-16,-5 0 14 0,-5 5 21 0,14-2 12 16,-14 2 29-16,0 0 33 0,11 8 21 15,-11-8 19-15,0 16 35 0,-2-6 16 0,-3 4 14 16,-5 4 1-16,0-2-3 15,1 3-9-15,-2 0-13 0,-5 5-16 0,5-3-11 16,6-2-15-16,-4-7-14 0,4 3-11 16,1-1-7-16,2-4-13 0,2 2-8 15,0-5-1-15,0 5-10 0,4-5-3 0,0-2-10 16,-4-5-15-16,10 8-19 0,-5-5-9 16,-5-3 3-16,11 4-1 0,-11-4 2 0,0 0 11 15,0 0 5-15,16-9 4 0,-16 9 1 16,-4-13 12-16,-4 4 8 0,-5-5 15 15,-3 3 13-15,-4-9 9 0,-5 3 12 0,8 3 2 16,-2 3 8-16,3-1 1 16,5 3 5-16,-3 1-4 0,5 0-6 0,2 2-9 15,0 0-4-15,-2 1-12 0,5 0-8 16,4 5-16-16,-1-12-35 0,1 12-69 0,9-13-72 16,1 5-65-16,-1 3-71 0,4-3-69 15,3 4-91-15,-1-4-118 0,0 4-203 0,0 1-17 16,1 3 79-16,-5 0-429 0,-11 0-570 15</inkml:trace>
  <inkml:trace contextRef="#ctx0" brushRef="#br0" timeOffset="-199825.08">7958 16494 2854 0,'-33'-6'-24'0,"6"0"39"16,9 3 30-16,2 1 13 0,5-1 31 15,-3 2 19-15,14 1-8 0,-7-6 2 0,7 6-6 16,0 0 0-16,53-17-12 0,7 9-11 16,6 2-8-16,15-2 0 0,3-1-28 15,1 1-41-15,22-1-39 0,-24-1-24 0,-3 1-6 16,-6 1 3-16,-6 1 8 0,-11 0 5 0,-16 4 4 15,-10 1 7-15,-6 4 12 0,-7-1 24 16,0 5 21-16,-7 4 28 0,1 3 21 16,-5 6 11-16,-3 5 9 0,-2 2 7 15,-4 15 5-15,-2 2 5 0,-3 11-4 16,1-2-6-16,0 7 8 0,2 2 32 0,2 1 20 16,6 0 1-16,0 1-6 0,0-4-14 15,2-5-11-15,0-9-12 0,-5-5-9 0,1-4-9 16,2-11-8-16,0-2 4 0,-3-6 16 15,1-2 19-15,0-5 32 0,1 2 30 16,-3-5 14-16,0-2 0 0,0-5-22 16,0 0-15-16,-3 9-21 0,3-9-13 15,0 0-7-15,0 0-18 0,0 0-11 0,-26-5-8 16,26 5-11-16,-37-2-10 0,7 2-2 16,-14 2-4-16,-17 3-8 0,-3 3-5 0,-5 1-7 15,-7 5 1-15,-3 0-11 0,3-1 7 16,4 3-9-16,-1-3 0 0,5 0-2 0,5 0-5 15,10-2 4-15,11-3-3 0,6 1-1 16,7-4-1-16,6-2 0 0,4 1 1 16,4-2-3-16,1 1 10 0,3-2 8 0,11-1 13 15,-19 2 15-15,19-2 13 0,-19 0-5 16,19 0-64-16,-12-3 0 0,12 3 0 16,-11-10 0-16,9 3 0 0,-1-4 0 15,1-1 0-15,0-1 0 0,2-7 0 0,0-5 0 16,6-10 0-16,3-4 0 0,2-12 0 15,6-4 0-15,1-5 0 0,6-4 0 16,5-15 0-16,1-1 0 0,-7 17 0 0,6-15 0 16,-6 22 0-16,-5 4 0 0,2 11-83 15,-9 12-48-15,-3 6-16 0,0 6-33 0,-7 5-20 16,-1 8-32-16,0 4-27 0,-9-2-52 16,9 2-51-16,0 0-59 0,-21 15-82 15,14-7-161-15,-2 4-95 0,2 0 84 0,-1-3-435 16,-3 3-580-16</inkml:trace>
  <inkml:trace contextRef="#ctx0" brushRef="#br0" timeOffset="-198408.22">8872 13677 2801 0,'-4'-2'-135'0,"4"2"46"0,-7-7 37 16,3 3 39-16,4 4 42 0,-12-9 40 0,12 9 23 15,-7-9 34-15,3 4 21 0,2-1 8 16,2 6 1-16,-5-14 3 0,3 7 5 0,0 0 2 15,2 7-1-15,0-11 2 0,0 11-6 16,-2-11-11-16,2 11-19 0,0-9-9 16,0 9-19-16,-1-8-6 0,1 8-13 15,0 0-11-15,0 0 8 0,0 0 8 16,0 0 2-16,34 20 4 0,-12-3 4 0,6 3-4 16,5 1-3-16,7 3-6 0,8-1-5 15,1 2-11-15,3 0-3 0,-1 1-8 0,3-2-5 16,-5 1-8-16,-1 1-2 15,-4-2-7-15,-3 0-1 0,-1 0-6 0,-3 1-19 0,-4-6 0 16,3 8 12-16,1 0 49 16,3 1 1-16,3-3-6 0,0 1 4 0,3-1 19 15,3 1 6-15,3 1 4 0,3 2-5 16,5 0-6-16,15 10-4 0,9 0-8 16,4 1-5-16,4 1-6 0,-5 0-10 0,-3-2-2 15,2-3-9-15,-6-1 1 0,-19-12-8 16,-4-1 2-16,-5-2-13 0,-14-8-3 0,-10 1-2 15,-5-4-4-15,-4 0 2 0,-3-5-2 16,-5 0-3-16,1 0 6 0,-3 1-5 0,-2-2 6 16,1 1 18-16,-8-4 18 15,15 5 8-15,-15-5 8 0,11 3 0 0,-11-3-55 16,11 4-19-16,-11-4 0 0,7 1 0 0,-7-1 0 16,0 0 0-16,0 0 0 0,11 3 0 15,-11-3 0-15,0 0 0 0,0 0 0 16,0 0 0-16,0 0 0 0,0 0 0 0,0 0-205 15,0 0-189-15,0 0-122 0,0 0-132 16,0 0-247-16,-30-10 69 0,13 10 96 16,-4 2-623-16,-4 2-807 0</inkml:trace>
  <inkml:trace contextRef="#ctx0" brushRef="#br0" timeOffset="-197508.31">10656 14841 3475 0,'-13'-2'-114'0,"-3"0"54"15,5 0 40-15,-3 0 25 0,3 2 24 0,0-1 26 16,-1-2 15-16,12 3 22 0,-14-3 10 16,14 3 5-16,-13-1-4 0,13 1-2 0,0 0 6 15,0 0 1-15,0 0-5 0,22-7-9 16,-5 4-6-16,7 0-10 0,3 0-12 15,2 0-1-15,9-1-8 0,-10 2-8 0,-3 2-7 16,-2 0-3-16,-1 0-7 16,-6 4 4-16,4 1 5 0,-4 6 9 0,-2 2 9 15,-3 3 8-15,-2 5 14 0,-2-1 12 16,-2 3 10-16,-3 4 4 0,0-4-4 0,2 2 2 16,-2 4-9-16,-1-5-3 0,-1 1-7 15,2 1-10-15,-2-3-9 0,0-3-2 0,0-1-5 16,0-1-9-16,0-2-9 0,0-3 1 15,0-1-17-15,0-2-31 0,-2 0-40 16,2-2-46-16,0-1-51 0,-1 0-84 0,-1-3-115 16,2-4-144-16,-6 6-194 0,6-6-33 15,0 0 75-15,0 0-404 0,0 0-514 0</inkml:trace>
  <inkml:trace contextRef="#ctx0" brushRef="#br0" timeOffset="-197308.15">10635 15228 2945 0,'-15'-2'48'16,"3"2"62"-16,12 0 53 0,-13-3 46 16,13 3 48-16,-7-5 4 0,7 5 17 0,0 0-6 15,14-19-4-15,2 7-18 0,4 1-25 16,11-4-34-16,13-2-15 0,3-1-30 0,0 0-65 16,-9 4-59-16,-1 3-74 0,0 3-74 15,-6-2-92-15,-4 4-100 0,-9 1-109 16,2 2-156-16,-8 2-104 0,-1 1 65 15,-4-2-354-15,-7 2-453 0</inkml:trace>
  <inkml:trace contextRef="#ctx0" brushRef="#br0" timeOffset="-196956.48">11336 14957 2598 0,'-6'-12'92'0,"-3"3"51"0,2 2 26 15,0 2 10-15,7 5-3 0,-11-8-3 0,11 8 10 16,-9-3 25-16,9 3 11 16,-16 9 1-16,11-2-8 0,-3 2-18 0,3 5-8 15,-2-1-9-15,6 4-10 0,-3-3-8 16,4 2-25-16,2-1-11 0,1 2-7 0,2-2-14 16,2 1-6-16,1-4-9 0,4 1-4 15,-1-1-13-15,6-6-2 0,-2 1-14 0,7-6-11 16,-4 2-18-16,3-6-8 0,4 1-4 15,-5-4 1-15,4-3-2 0,-9 0 0 16,2-4-3-16,-5-3 3 0,-3 2-5 0,-1-6 0 16,-7 3-1-16,-2-3-4 15,-5-3 2-15,-5-6-7 0,-1 3-2 0,-5 3-12 0,-2 2-21 16,-1 7-38-16,0 5-46 0,-3 3-58 16,-4 6-75-16,-12 5-85 0,-6 2-100 15,-6 7-147-15,2 4-135 0,-1 2 79 16,15-5-426-16,-1 0-541 0</inkml:trace>
  <inkml:trace contextRef="#ctx0" brushRef="#br0" timeOffset="-196208.27">10658 14736 2724 0,'-36'-6'-65'0,"0"1"26"15,4 3 33-15,3-1 18 16,8 3 21-16,-1-3 28 0,4 3 16 0,4-2-6 16,3 0 3-16,11 2-9 0,0 0-5 15,0 0-11-15,30-10-7 0,10 3-2 0,19 0-6 16,14-3-34-16,10-2-28 0,26-2-31 16,0-3-35-16,-2 1-22 0,-1 3-12 0,-4-1 13 15,-27 5 8-15,-4 1 16 0,-8 2 23 16,-16 4 28-16,-4 2 33 0,-11 2 25 15,-7 0 35-15,-3 6 38 0,3 7 34 0,-3 4 15 16,-11 1 22-16,-6 3 5 16,4 13 10-16,-8 1 11 0,-1 6-2 0,0 4-9 15,0 1-13-15,-1 8-10 0,1 3-16 16,1-2-7-16,1-2 5 0,4 3 13 0,-1-2-10 16,1-6-14-16,-1-6-14 0,2-7-10 15,-2-4-10-15,-3-8-9 0,0-5-6 0,0-5-2 16,2-3 2-16,-4 1 3 0,1-3 10 15,-1-2 0-15,0-1-2 0,-3-2-10 16,-5-1-8-16,-1-1-6 0,-7 1-9 0,-5-1-4 16,-17-1-3-16,-5 1-3 15,-3 2-9-15,-15 2-2 0,-4-2-6 0,-1 1 0 16,-7 4-6-16,-5-2 1 0,-1-1-4 0,0 3 2 16,0-3-6-16,-3 3 0 0,6-2 5 15,2 0 7-15,3 1 7 0,3-3 6 16,7 4 7-16,15-4-9 0,6 1-2 0,2-2 4 15,11 0-4-15,6-1-4 0,5 0 5 16,0-4-10-16,5 2 5 0,-3 0 20 16,7-2 9-16,-3 2 16 0,10-2 11 0,-14 2 20 15,14-2 12-15,-11 0 14 0,11 0 7 16,-11-4-14-16,7 0-11 0,0-4-14 0,0-2-47 16,1-6-54-16,-1-1 0 15,2-7 0-15,0-12 0 0,4-5 0 0,2 0 0 16,-1-14 0-16,7-3 0 0,0-6 0 15,-1-1-56-15,2-1-75 0,5 2-16 0,-3 2 3 16,1 4 4-16,-1 7 6 0,-3 11 6 16,-5 7-1-16,1 9-7 0,-1 7-15 0,-3 3-26 15,0 4-12-15,-2 3-10 0,-2 2-27 16,2 5-48-16,0 0-46 0,0 0-54 16,0 0-83-16,-16 15-153 0,7-3-67 0,6 1 68 15,-7 4-338-15,1-1-425 0</inkml:trace>
  <inkml:trace contextRef="#ctx0" brushRef="#br0" timeOffset="-194859.08">10460 15709 2462 0,'8'-9'-84'0,"-5"0"47"16,1 1 33-16,0 0 29 0,-1 3 29 16,-3 5 27-16,4-12 23 0,1 8 12 0,-5 4-6 15,3-8-5-15,-3 8-13 0,0 0-8 16,2-9-10-16,-2 9 2 0,0 0 34 15,0 0 17-15,-14 25 19 0,1-8 17 0,-4 13 10 16,-3 12 8-16,-5 6 15 0,-2 5 10 16,-4 6-3-16,-6 13-9 0,-1 1 3 0,2-3-7 15,6-14-1-15,1-1-5 0,5-5-3 16,3-3-3-16,5-13 1 0,3-3-19 16,2-4-11-16,1-8-15 0,5-3-12 15,-1-4-10-15,2-4-7 0,3 1-3 16,-3-3-9-16,1 2-10 0,3-8-2 0,-4 7-9 15,4-7-4-15,0 0-18 0,0 0-31 16,0 0-55-16,0 0-67 0,0 0-57 0,0 0-64 16,14-20-65-16,-10 17-74 0,-4 3-84 15,7-7-126-15,-7 7-190 0,0 0 16 0,0 0 83 16,0 0-437-16,0 0-570 0</inkml:trace>
  <inkml:trace contextRef="#ctx0" brushRef="#br0" timeOffset="-194375.58">10303 16661 2826 0,'7'-10'-47'0,"-4"2"38"0,1-1 33 0,-2 2 21 15,-2 7 17-15,4-9 14 0,-4 9 3 16,0 0 16-16,0 0 16 16,0 0 27-16,0 0 17 0,-36 23 10 0,12-3 17 15,-1 4 13-15,-5 7 8 0,1 2-3 16,-1 2-3-16,1 1 0 0,5-2-9 0,5-4-20 16,-1-2-16-16,6-1-8 0,-2-1-13 15,9-5-17-15,-3-5-12 0,7-2-10 0,-1 0-6 16,1-2-6-16,3-2-11 0,0 0-1 15,7-1-10-15,-2-1 1 0,4 0-10 16,1-4-6-16,2-1-27 0,1-1-10 0,-1-2-5 16,-12 0 7-16,20-2 0 0,-10-1-4 15,1 0 0-15,-3-2-1 0,-3-1 1 0,0-2-5 16,-3 0 4-16,-1-1-2 16,-2 1 4-16,-1 0-1 0,0-4 0 0,-3 7-4 15,3-5-2-15,-1 3 4 0,3 7-6 16,-10-10 0-16,7 5-15 0,3 5-41 15,-10-5-46-15,10 5-46 0,0 0-44 0,-13 0-36 16,13 0-45-16,0 0-42 0,-11 6-50 16,11-6-65-16,-7 6-98 0,7-6-131 0,0 0 54 15,0 0-272-15,0 0-365 0</inkml:trace>
  <inkml:trace contextRef="#ctx0" brushRef="#br0" timeOffset="-194023.92">10545 16790 2633 0,'-2'-11'79'16,"-1"5"28"-16,-1-2 36 0,4 8 10 15,-7-10 17-15,1 5-3 0,6 5-4 16,-10-6-10-16,10 6-18 0,-9-2-10 0,9 2-12 16,0 0-2-16,0 0-15 0,-31 10-7 15,24-3-6-15,1-1-11 0,2 8-5 0,0-5-8 16,2 3-4-16,2 2-8 0,0-1-3 15,2 1-4-15,2 1-2 0,-3 1-4 16,2-4-6-16,1-1-1 0,0 4-2 16,-1-3 3-16,-1 0-2 0,0 0 28 15,2-2 22-15,-4 2 12 0,-4-2 22 0,0 4 6 16,-3 0-2-16,-3-1-6 0,-5-1-7 16,-3 2-8-16,2-2-10 0,-4-2-5 0,-1 0-12 15,3 0-6-15,-4-3-17 0,-1-1-37 16,5 0-45-16,0-4-55 0,5-2-81 15,-2 0-91-15,15 0-83 0,-31-8-94 0,18 2-170 16,-1-5-100-16,7-1 70 0,0 0-368 16,1-3-485-16</inkml:trace>
  <inkml:trace contextRef="#ctx0" brushRef="#br0" timeOffset="-193323.08">9960 16490 2657 0,'-26'0'-47'15,"-1"0"38"-15,7 0 28 0,2 0 17 16,5 0 15-16,13 0 11 0,-21 0-2 0,21 0-9 16,-6-4-4-16,6 4-8 0,23-12 3 15,12-1-6-15,17-3-1 0,14 1-7 16,8-1-5-16,2 3-12 0,6 0-21 0,-4 3-9 15,-6 5 2-15,-3-2-1 0,-20 6 1 16,-4 2 0-16,-7 5 2 0,-4 2 2 16,-9 2 10-16,-3 6 18 0,-8 2 16 15,-7 2 9-15,2 1 8 0,-4 4 4 0,1 8-3 16,-3 0 2-16,1-3-4 0,2 8-10 16,1 1 39-16,1 0 4 0,5 9-1 15,1 0-13-15,5-1-8 0,-4-5 0 0,0-5-9 16,1-3-7-16,-3-4 0 15,-1 1-3-15,1-2-12 0,-4-6 1 0,1-3 0 16,-3-3-1-16,-1-2-4 0,-1-1 28 16,-3-2 6-16,0-1 18 0,0 1 2 0,-2 0 17 15,-2-1 16-15,-2 1 9 0,-1 0 18 16,-1 1 14-16,-7 4 8 0,-6 4 7 16,-4-1 1-16,-2 3-3 0,-4-3-5 0,-10 8-7 15,-5-4-2-15,-2-3-6 0,-2 0-11 16,-3-1-10-16,1-1-12 0,-1-2-15 0,0-1-6 15,-1 0-7-15,2-1-8 0,1-1-13 16,-1 0-3-16,14-2-4 0,-2 0-13 16,2-2 2-16,3 0-5 0,9-3-1 0,3 0-9 15,3-2 3-15,4 1-4 0,0-4-3 16,3 0 4-16,0 3-4 0,-2-5-2 16,13 0 0-16,-18 2-2 0,18-2-5 15,-23-5 7-15,12-3-8 0,-1-2-3 0,-5-13 2 16,1-8-11-16,5-4-11 0,-4-15-26 15,4-6-27-15,1-6-19 0,6-4-28 16,2-7-19-16,4-5-8 0,4 4 12 0,3 4 9 16,3 5 15-16,-2 9 10 0,-1 4 3 15,4 7-18-15,-3 10-16 0,-1 6-8 0,-1 6-25 16,-5 6-23-16,1 1-34 0,3 4-34 16,-4 2-35-16,-1 3-39 0,4 1-33 0,-5 0-75 15,-1 6-185-15,11-5-11 0,-6 2 66 16,-5 3-207-16,15-3-252 15</inkml:trace>
  <inkml:trace contextRef="#ctx0" brushRef="#br0" timeOffset="-192642.54">11201 15693 2050 0,'-4'-20'5'0,"3"3"40"0,-3 1 40 0,0 1 32 16,0 3 28-16,0 0 13 0,-2 1 6 16,5 0-4-16,-1 2-9 0,-2 4-21 0,2-3-16 15,2 8-11-15,-2-9-20 0,2 9-2 16,0 0-7-16,0 0 0 0,0 0 7 16,46 14 9-16,-9 0 4 0,17 6-5 0,11 4-10 15,17 10-3-15,2 7 3 0,0 1-17 16,-3 4-7-16,-4 7-6 0,-7-3-12 0,-3 5 9 15,-6-1-12-15,-17-12 2 16,-1 4-2-16,-5 1-13 0,-3-4 8 0,-2-3-6 16,-5-3-5-16,-7-10-3 0,-4-3 1 15,-4-5 8-15,-1-5 27 0,-3-4 20 16,-3-1 20-16,1-1 10 0,-2-1 3 0,2 0-2 16,-3-2-4-16,-4-5-7 0,9 8-9 15,-9-8-7-15,9 7-8 0,-9-7-7 0,3 6-6 16,-3-6-6-16,6 5-19 0,-6-5-43 15,0 0-62-15,4 5-94 0,-4-5-73 16,1 5-92-16,-1-5-123 0,0 0-237 16,-5 10 14-16,5-10 81 0,-9 10-311 0,9-10-392 15</inkml:trace>
  <inkml:trace contextRef="#ctx0" brushRef="#br0" timeOffset="-191641.16">12215 16531 2536 0,'-19'-7'140'15,"2"-2"24"-15,4 2 6 0,2 3 6 0,4-2 4 16,2 3 5-16,5 3 14 0,-12-7-2 15,12 7-10-15,-8-6-7 0,8 6-21 0,0 0-16 16,0 0-18-16,18-15-10 0,-4 10-11 16,10-4-13-16,8 0-6 0,9-2-12 15,-4 1-1-15,3-1-12 0,0 1-2 0,-1 3-12 16,-11 2-4-16,-4 2-4 0,-4 1-6 16,-1 0-4-16,0 6-6 0,-4 3 2 15,2 5 17-15,2 8 11 0,-6 7 4 16,-1 4-2-16,-2 4 3 0,-5 0 4 0,3 6 0 15,-2 0 5-15,1 10 3 0,1 2 19 16,0 1 9-16,-1-1-13 0,5-5-1 0,-5-7-15 16,1-2-5-16,1-3-1 0,-3-2-2 15,1-8-14-15,-2-6-7 0,-1-3 0 16,-1-2-5-16,-1-3-2 0,0 0-4 0,2-3-3 16,-2 1-1-16,-1-4-1 0,-1 1-6 15,0-7 1-15,2 14-2 0,0-9-4 0,-2-5 2 16,0 9 3-16,0-9-9 0,0 8 0 15,0-8 2-15,-4 9 2 0,4-9-2 0,-11 13 2 16,-2-6-3-16,-8 4 6 16,-11 0 6-16,-7 1 4 0,-8 2 5 0,-8 0 1 15,-5-1 12-15,-2-2-3 0,-5 1 19 0,-1-2 8 16,-2 0 10-16,0 1 9 16,4-3 7-16,-1 0 0 0,8-1-5 0,0 1-8 15,15 0-7-15,2-2-11 0,4 1-60 16,6-1-2-16,5 0 0 0,4-2 0 0,5 2 0 15,4-4 0-15,0 3 0 0,3-4 0 16,1 3 0-16,10-4 0 0,-17 3 0 0,17-3 0 16,-15 4 0-16,15-4 0 0,-12 0 0 15,12 0 0-15,0 0 0 0,0 0 0 16,-15 0 0-16,15 0 0 0,0 0 0 0,0 0 0 16,-14 0 0-16,14 0 0 15,0 0 0-15,-7-6 0 0,7 6 0 0,-2-11 0 16,-2-1 0-16,4-1 0 0,0-5 0 15,-1-1 0-15,1-7 0 0,0-12 0 0,0-3 0 16,1-5 0-16,-1-12 0 0,0-4 0 16,0-1 0-16,2 2 0 0,2 5 0 15,-4 9 0-15,0 1 0 0,2 5 0 0,0 4 0 16,-2 8 0-16,0 8 0 0,0 3 0 16,0 4 0-16,0 1 0 0,0 1 0 15,-2 1 0-15,4 3 0 0,-2-1 0 0,0 9 0 16,0-14 0-16,2 8 0 0,-2 6 0 0,1-12 0 15,3 5 0-15,4-1 0 16,9 1 0-16,6-3 0 0,9 2 0 0,8-1 0 16,1 3 0-16,-1 0 0 0,1 2 0 15,4-2 0-15,-2 3 0 0,1 2 0 16,0-2 0-16,-12 2 0 0,-2-1 0 0,-3 2 0 16,-2-2 0-16,0-2 0 0,-5 4-13 15,-2-3-10-15,3-3 7 0,0 2 0 0,-6 0 0 16,2-4-4-16,2 3-50 0,-5 1-57 15,1-2-65-15,-4 2-76 0,-1 2-73 0,-1 2-70 16,-9 0-32-16,12 6-56 16,-11 0-123-16,-4 3-165 0,-5 5 79 0,-6 10-523 15,-8 4-693-15</inkml:trace>
  <inkml:trace contextRef="#ctx0" brushRef="#br0" timeOffset="-191242.99">11637 16895 3222 0,'-15'-6'45'0,"3"3"41"0,1 0 39 16,4-1 15-16,7 4-5 15,-12-7 0-15,12 7 1 0,-6-3 4 0,6 3-9 0,0 0-6 16,12-15-13-16,1 10-9 15,9-3-11-15,-4 0-11 0,14-2-5 0,2-1-7 16,-2 3-8-16,-3 0-4 0,-7 3-8 16,-5 0-7-16,3 1-6 0,-5 3-6 15,-4 1 19-15,1 3 24 0,-3 4 20 0,0 2 21 16,1 5-1-16,-1 5 12 0,-3 2 9 16,1-1-8-16,0 13-10 0,0-4-9 15,-1-4 0-15,-1-2-16 0,-1-1-7 16,3-2-7-16,-4 2-4 0,3-3-10 0,-3-1-14 15,1-3-8-15,-2 1-23 0,2-5-36 16,-4 2-35-16,3-1-52 0,-3-4-55 16,0 1-65-16,0 0-58 0,0-1-64 0,-1-1-68 15,-1-1-98-15,2-6-127 0,-4 6-50 16,4-6 68-16,0 0-334 0,0 0-434 0</inkml:trace>
  <inkml:trace contextRef="#ctx0" brushRef="#br0" timeOffset="-190776.75">11931 17120 2676 0,'-7'-8'23'0,"-4"4"41"15,4 0 51-15,7 4 70 0,-13-8 35 16,13 8 40-16,-5-2 11 0,5 2-10 0,0 0-23 16,-5-7-30-16,5 7-25 15,8-13-16-15,3 6-22 0,7-3-26 0,0 1-48 16,13-3-33-16,1-5-55 0,0 5-52 16,2-1-54-16,-5-1-47 0,5 4-20 15,-9-2-2-15,0 3 4 0,2-3 15 0,-6 2 16 16,-4 1 17-16,-1-1 14 0,-1-3 15 15,-2 2 9-15,-1 1 18 0,0-4 20 0,-3 3 27 16,-2-1 21-16,2-1 20 0,-4 5 25 16,2-2 21-16,-3 0 17 0,2 2 14 15,-5 1 12-15,-1 7 6 0,6-10-7 0,-6 10-8 16,0-9-5-16,0 9 8 0,0 0 15 16,0 0 1-16,-13-3 2 0,13 3 2 15,0 0 0-15,0 0-4 0,-16 20-2 16,13-15-2-16,3 5-11 0,0-2-3 0,2 2-9 15,-1 2-12-15,8 1-1 0,0 4-5 16,0-2-5-16,3 0-6 0,-1 0-6 0,3-1-2 16,-5 0-7-16,2 0-2 0,0-2-3 15,-6-2 10-15,3 0 20 0,-5-1 13 16,3-3 9-16,-3 3 13 0,-3-2 32 0,0-7 16 16,-7 17-10-16,0-8-10 15,-2-1-6-15,-5 2-15 0,-1-3-5 0,-5 3-13 0,1-4-10 16,-3 2-37-16,1-2-64 15,-4-1-56-15,0-4-87 0,-4 4-115 0,5 1-115 16,-1 0-149-16,0-3-252 0,4 4 64 16,1-2 80-16,2-1-424 0,5 2-554 15</inkml:trace>
  <inkml:trace contextRef="#ctx0" brushRef="#br0" timeOffset="-177875.45">17943 2680 673 0,'0'0'158'16,"-5"-5"-44"-16,5 5-2 0,0 0-20 15,-11 0 6-15,11 0 3 0,0 0-4 16,-10-3 2-16,10 3 7 0,0 0 1 0,-10-4-1 16,10 4-6-16,0 0-9 0,0 0-8 15,-9-4-10-15,9 4-7 0,0 0-6 0,0 0-3 16,0 0-8-16,0 0-2 0,0 0-1 16,0 0-1-16,0 0-1 0,0 0 0 15,0 0 2-15,0 0 7 0,0 0 4 0,34 8-7 16,-13-8-6-16,-2 1 0 0,2-1-6 15,0 2-5-15,0-2 5 0,0-2 0 16,-2 2 5-16,-4-1-4 0,-2 1 4 16,1-2-1-16,-1 0 1 0,-1 0 3 0,-3-1-11 15,-9 3 3-15,18-5-3 0,-13 3 0 16,-5 2-4-16,13-8-4 0,-7 6-2 16,-6 2-3-16,10-4-3 0,-10 4-1 0,0 0 0 15,7-5-3-15,-7 5-1 0,0 0 0 16,0 0-9-16,10-3 4 0,-10 3-4 15,0 0 1-15,0 0 0 0,0 0 2 0,-11 20 2 16,1-11-6-16,0 3 1 16,-1 5-2-16,-7 5 1 0,2 2 6 0,-4 5-11 15,-1-1 8-15,5 2 1 0,-6 0-1 16,1-1-4-16,3 1 3 0,-4-1-3 0,3 1 2 16,0-2-1-16,2-5 6 0,0 1-10 15,3-3 5-15,5-6 0 0,2-1 6 16,-2-2-10-16,2 0 4 0,2-2-5 0,-1 0 1 15,0-1 3-15,5-1 4 0,-6-2 0 16,3 2-3-16,1-1 0 0,-1-2 2 0,4-5-5 16,-7 13-3-16,5-9 2 0,2-4-3 15,-4 10 1-15,4-10 6 0,-5 5-5 16,5-5-2-16,0 0 3 0,-1 12-6 0,1-12 3 16,-4 5-2-16,4-5 6 15,0 0-4-15,-2 8 6 0,2-8 0 0,0 0-4 16,0 0 5-16,-2 6-9 0,2-6 1 15,0 0 5-15,0 0-6 0,0 0-8 0,0 0-30 16,0 0-64-16,0 0-90 0,0 0-123 16,0 0-176-16,-9-18-61 0,7 9 58 15,0-2-72-15,2 1-71 0</inkml:trace>
  <inkml:trace contextRef="#ctx0" brushRef="#br0" timeOffset="-177478.06">17832 2970 1470 0,'0'0'-27'0,"-12"-2"13"0,12 2 6 15,0 0 8-15,0 0-1 0,0 0 10 16,-13-2 7-16,13 2 15 0,0 0 10 0,0 0 24 16,0 0 19-16,0 0 14 15,0 0 7-15,0 0-5 0,47 9-6 0,-26-9-5 16,10 2-7-16,-5-2-4 0,14 4-2 16,-8-4 5-16,-5 2-5 0,2-2-1 15,-8 0 10-15,-1 2 1 0,0-2-2 0,-7 0 2 16,2 0 7-16,-15 0 6 0,20 0 2 15,-20 0-4-15,16 0-2 0,-16 0-10 0,14 0-10 16,-14 0-4-16,0 0-5 0,15 0-10 16,-15 0-8-16,0 0-8 0,16-2-7 0,-16 2-38 15,0 0-54-15,0 0-76 0,0 0-111 16,0 0-168-16,0 0-165 0,0 0 60 16,0 0-149-16,0 0-163 0</inkml:trace>
  <inkml:trace contextRef="#ctx0" brushRef="#br0" timeOffset="-162332">6471 2247 1186 0,'6'-1'484'16,"-6"1"-135"-16,10-7-72 0,-10 7-19 15,0 0-35-15,5-5 8 0,-5 5-19 16,0 0 2-16,0 0 10 0,4-8 5 15,-4 8 1-15,0 0-9 0,0 0-7 0,0 0-6 16,0 0-1-16,0 0-2 0,6-6-15 16,-6 6 1-16,0 0 8 0,0 0-13 15,0 0-18-15,-4-10-9 0,4 10-13 0,0 0-3 16,-6-12-7-16,3 7-7 0,3 5-11 16,-11-11-16-16,6 5-7 0,-1-1-2 0,-1 0-7 15,0 0 1-15,-4-3-5 0,0 0-5 16,-1 3-9-16,1-2-6 0,0 0-5 15,-1 1-8-15,-1 0-6 0,-1 1-6 0,3 0-7 16,-2 0-1-16,-1-1-6 16,5 3-2-16,-2 3-1 0,-1-2-6 0,1 1 0 15,1-2-4-15,-1 5 2 0,3-4-5 16,-4 2 1-16,3 0 1 0,9 2 3 0,-16-4-8 16,3 4 0-16,2 0 3 0,11 0-6 15,-21-3 9-15,12 3-5 0,9 0-2 16,-23 0-2-16,12 0-1 0,1 0-1 0,10 0-3 15,-23 0 6-15,11 0 1 0,-1 0 1 16,1 3-5-16,1-3 1 0,0 0 1 0,11 0 0 16,-21 2 2-16,12 0-1 0,-1-2 0 15,0 2-2-15,-1 0 0 0,11-2 0 0,-19 4 4 16,12-4-4-16,-6 5-2 16,2-2 3-16,0-1-5 0,-1 2 3 0,1-1 1 15,0 3-3-15,-3 0 6 0,1 0-3 16,1 0-2-16,-1 1 2 0,1-3 0 15,1 2 0-15,2 0 0 0,-1 0 4 0,1 1 0 16,-1-2-4-16,-2 2-1 0,3-3 3 16,0 2 0-16,2-1-2 0,-4 0 0 0,4 2 1 15,0-2 2-15,-2 2-3 0,2-2-1 16,1 0 7-16,-1-1-7 0,1 3 2 16,-2-3-5-16,8-4 0 0,-11 9 3 15,6-2-2-15,-1-2 0 0,-1 2 1 0,0-2 2 16,3 2-3-16,-3 1 3 0,2 0-2 0,-2 0-2 15,1-1 7-15,-1-1-4 16,3 3 1-16,-3-2 1 0,2 1 1 0,0-1-4 16,1 0 5-16,0 0-2 0,-1 1-3 15,1-1 5-15,1 3-3 0,-4-4 1 0,1 2 0 16,1 1 4-16,1-1-1 0,-1 2 3 16,1 0 3-16,-2-1 4 0,2 1 0 15,-2 2-8-15,1-2-6 0,-1 4 0 0,1 0 0 16,-2 1 0-16,0-1 0 0,3-1 0 15,-1 1 0-15,-1 2 0 0,1-5 0 0,4 1 0 16,-5 0 0-16,2-1 0 16,2 1 0-16,-1-3 0 0,1 0 0 0,0 0 0 15,0-1 0-15,2 3 0 0,-2-5 0 16,2 4 0-16,-1-4 0 0,-1 3 0 16,2-9 0-16,0 16 0 0,0-8 0 0,0-8 0 15,2 13 0-15,-1-7 0 0,-1 2 0 16,0-8 0-16,2 14 0 0,0-7 0 0,0 0 0 15,2 1 0-15,-3-1 0 0,1 0 0 16,0 0 0-16,2 0 0 0,1 1 0 0,-2 1 0 16,3-1 0-16,-1 1 0 0,-1-1 0 15,2 0 0-15,-3-2 0 0,4 1 0 16,-2 1 0-16,-1 0 0 0,1-2 0 16,-1 3 0-16,4-3 0 0,-2 2 0 15,0-2 0-15,-1 2 0 0,1-1 0 0,-3-3 0 16,3 2 0-16,2 1 0 0,-2 0 0 15,1-2 0-15,-1 3 0 0,2-2 0 0,-1 0 0 16,1 1 0-16,-1 0 0 0,2 0 0 16,0 0 0-16,-2 0 0 0,2 1 0 15,2-3 0-15,-2 4 0 0,5-2 0 0,-1 0 0 16,-1-2 0-16,4 1 0 0,-1 1 0 16,3 0 0-16,-3-3 0 0,2 1 0 15,0 0 0-15,-2 0 0 0,1 1 0 16,1-2 0-16,-4 0 0 0,-2-1 0 0,2 0 0 15,-1-1 0-15,-1 2 0 0,3-2 0 16,-3-1 0-16,0 2 0 0,3 0 0 0,-14-3 0 16,24 0 0-16,-12 0 0 0,-1 1 0 15,-11-1 0-15,27 0 0 0,-13 0 0 16,-1 1 0-16,-13-1 0 0,27 0 0 0,-13-1 0 16,-14 1 0-16,24 1 0 0,-12-1 0 15,1-1 0-15,-13 1 0 0,26 0 0 16,-13-1 0-16,1-2 0 0,1 3 0 0,-1 0 0 15,4-3 0-15,-4 2 0 0,1-1 0 0,-1 2 0 16,-1-4 0-16,3 2 0 0,-5 1 0 16,3-3 0-16,-3 3 0 0,1-1 0 15,1-2 0-15,-2 3 0 0,2 0 0 16,-1-4 0-16,0 4 0 0,2-2 0 16,1-3 0-16,3 3 0 0,-4 0 0 0,2-3 0 15,-1 3 0-15,-1-1 0 0,2 1 0 16,-4 0 0-16,1-1 0 0,-1-1 0 0,-1 0 0 15,-1 2 0-15,0-1 0 0,-1 1 0 16,-2-1 0-16,-7 4 0 0,16-7 0 0,-8 2 0 16,-1 2 0-16,3-2 0 15,-1 0 0-15,-1-1 0 0,1 1 0 0,-1-1 0 16,3 1 0-16,-3-3 0 0,2 0 0 0,1-2 0 16,-2 1 0-16,3-5 0 15,-1 1 0-15,0-5 0 0,5-5 0 0,-3-7 0 16,3-1 0-16,-5 2 0 0,1-2 0 15,-1 2 0-15,-2-1 0 0,0 7 0 0,-6 1 0 16,1 1 0-16,-2 3 0 0,-2 1 0 16,-2-2 0-16,-2 1 0 0,1-1 0 0,-8 0 0 15,-3-3 0-15,-6 0 0 0,4 6 0 16,-13 1 0-16,-2 5 0 0,-6 5 0 0,-4 8 0 16,-1 4-611-16,-19 8-406 15,0 9 89-15,-19 10-988 0,-2 13-1339 16</inkml:trace>
  <inkml:trace contextRef="#ctx0" brushRef="#br0" timeOffset="-161198.72">5339 3434 4910 0,'0'0'-232'16,"6"-7"51"-16,-6 7 42 0,0 0 53 15,2-7 39-15,-2 7 38 0,0 0 26 0,0 0 12 16,0 0 0-16,3-7 8 0,-3 7 3 16,0 0-15-16,0 0 4 0,0 0 28 15,0 0 0-15,-16 21 17 0,7-10 1 16,-2 0 6-16,2 1 5 0,-3 3-9 0,3-4-5 16,0 0-10-16,-2 1-1 0,2-2-10 15,0 0-5-15,4-1 4 0,-4-1-11 16,5-2-5-16,-3 0-2 0,3-2 3 0,4-4-7 15,-9 8-11-15,9-8-8 0,-6 4-21 16,6-4-15-16,0 0-20 0,0 0-4 0,1-23-1 16,8 10-1-16,0-8 11 0,7-8 0 15,0 1 6-15,0 2 6 0,-1 2 3 0,1 7 0 16,-7 3 6-16,-2 3 3 0,-1 2 3 16,0 1 5-16,-2 2-1 0,2 2 7 15,-6 4 15-15,9-4 14 0,-9 4 6 16,0 0 9-16,23 7 0 0,-12 0 1 15,1 1 1-15,1 1 1 0,4 2-3 0,0 0-3 16,-3 0-2-16,3 0-7 0,-5-1 1 16,-1 2-3-16,0-4-3 0,1 1-3 0,-5-1-1 15,0-2-4-15,1 0 3 0,-2-1-2 16,-6-5-2-16,11 7-4 0,-7-4-1 16,-4-3 2-16,7 6 0 0,-7-6 0 15,0 0-3-15,9 5 1 0,-9-5-3 16,0 0 3-16,0 0 8 0,0 0 3 0,0 0 1 15,0 0-4-15,0 0 2 0,0 0 2 16,-31-11-8-16,31 11-1 0,-28-2 0 0,12 1-2 16,-2 2-5-16,0-1 0 0,-1 0 1 15,0 0-3-15,2 2-10 0,0 0-30 16,3 0-36-16,-3 0-54 0,2-2-41 0,2 2-42 16,-3 1-49-16,5-2-48 0,-1 1-86 15,12-2-159-15,-17-2-69 0,12-2 57 0,5 4-280 16,-10-4-328-16</inkml:trace>
  <inkml:trace contextRef="#ctx0" brushRef="#br0" timeOffset="-160482.16">6538 3331 2482 0,'1'-5'99'0,"1"2"21"0,-2 3 5 0,3-9 7 15,-3 9 10-15,0 0 0 0,0 0-1 16,0 0-13-16,0 0 15 15,0 0 6-15,-16 17-9 0,7-5-9 0,-5 2-17 16,1 1-17-16,-1 1-2 0,-2 5-10 16,0-6-6-16,5-3-7 0,0-2-5 0,3 0-4 15,0-1-3-15,3-3 5 0,-1 0-4 16,2 0 7-16,0-1 0 0,4-5-4 0,0 0-8 16,0 0-4-16,0 0-9 0,0 0-1 15,0 0-4-15,17-21-6 0,-6 9 1 16,3-4-8-16,1 2-3 0,1 2 1 0,-1-1 1 15,-2 2 2-15,-1 2-3 16,-5 1-1-16,1 3 3 0,1-2-2 0,-3 4 3 16,1 1-4-16,-7 2 5 0,14 2-4 15,-14-2-2-15,15 7-1 0,-5-1-1 0,-2 0-1 16,-1 2-2-16,0-3-1 0,4 2 1 16,-6 0-4-16,1 0 2 0,-1-4-3 0,-1 2 2 15,1 1 0-15,-5-6 11 0,3 6 7 16,-3-6 4-16,4 6 0 0,-4-6-3 15,0 6-2-15,0-6-4 0,0 0 0 0,0 0-8 16,-20 8 2-16,9-7-27 0,2 1-27 16,1 1-45-16,-3 0-63 0,0-3-92 0,0 4-94 15,-1 0-98-15,-4 0-130 0,-3 0-133 16,-2 4 56-16,-11 1-413 0,-1 4-520 16</inkml:trace>
  <inkml:trace contextRef="#ctx0" brushRef="#br0" timeOffset="-127803.83">9705 5584 631 0,'0'0'121'16,"0"0"-3"-16,0 0-26 0,0 0-12 16,0 0-8-16,0 0 2 0,0 0 1 15,0 0-4-15,0 0 5 0,0 0 2 0,0 0 1 16,0 0 0-16,0 0-3 0,0 0 6 16,0 0 0-16,0 0 5 0,0 0 1 15,0 0 1-15,0 0 1 0,0 0-3 16,0 0-4-16,0 0-2 0,0 0-3 0,0 7-4 15,0-7-5-15,0 0-4 0,0 0-3 16,0 0-5-16,0 0 2 0,0 0-7 0,0 0-2 16,0 0-2-16,0 0 2 0,0 0-4 15,0 0-1-15,0 0 2 0,4 9-2 0,-4-9 2 16,4 3-3-16,-4-3-4 0,5 7-3 16,-5-7-3-16,6 7 0 0,-2-4-2 15,0 2-4-15,0-1-5 0,0 3 0 0,-1-2 1 16,3 0-3-16,-1 2-8 15,-5-7 6-15,11 10-4 0,-8-5 3 0,5 1-7 16,-8-6 8-16,7 10 1 0,3-5-12 16,-4-2 3-16,1 2 10 0,2-1-6 0,2 2 1 15,-4-4 1-15,2 2 2 0,1 0-8 16,-10-4 5-16,15 4 0 0,-8-1 0 0,-7-3-4 16,14 2 17-16,-14-2-8 0,8 6 7 15,-8-6-6-15,7 4-2 0,-7-4 2 16,0 0 0-16,10 5-2 0,-10-5 2 0,0 0-8 15,8 3 5-15,-8-3-2 0,0 0 1 16,0 0-5-16,0 0 0 0,7 6-1 0,-7-6-6 16,0 0 0-16,0 0 0 15,0 0-2-15,0 0 3 0,0 0 2 0,9 3-7 16,-9-3 4-16,0 0-1 0,0 0 0 16,0 0-5-16,0 0 6 0,0 0-5 0,0 0 3 15,0 0-1-15,0 0 2 0,0 0-4 16,0 0 15-16,0 0 7 0,0 0-12 0,0 0 3 15,0 0 4-15,-3-23 0 0,3 23-2 16,-10-13-1-16,5 3 0 0,-1 4 0 0,-2-3-7 16,2 1 5-16,-3 2-2 0,2-4 2 15,-2 3-2-15,0 0 1 0,0-1-1 16,-1 1 1-16,1 2-5 0,-1-2 2 16,0 2 2-16,3 0-4 0,-1 0 3 0,1 0-2 15,1 1 0-15,-2-1 1 0,8 5 7 16,-11-9-3-16,6 6 6 0,5 3-5 15,-11-7-1-15,8 6 2 0,3 1-2 0,-8-5-5 16,8 5-3-16,-7-6 3 0,7 6-5 16,-8-3 0-16,8 3 0 0,-8-4-2 0,8 4 5 15,-7-3-4-15,7 3-1 0,0 0 1 16,-8-5-5-16,8 5 0 0,-3-3-3 0,3 3-19 16,0 0-25-16,-10-6-25 15,10 6-54-15,-8-3-58 0,8 3-79 0,-9-5-107 16,9 5-163-16,-8-4-20 0,8 4 66 15,-10-2-249-15,10 2-231 0</inkml:trace>
  <inkml:trace contextRef="#ctx0" brushRef="#br0" timeOffset="-126771.39">9741 5666 1949 0,'0'0'-25'15,"0"0"18"-15,0 0 14 0,0 0 7 0,-15 12 11 16,15-12 18-16,-4 2 9 0,4-2 11 15,0 0 4-15,-4 5 2 0,4-5 0 0,0 0-2 16,0 7-9-16,0-7-3 0,0 0-1 16,0 0-6-16,0 0-5 0,8 5 0 15,-8-5 2-15,0 0-1 0,0 0-5 16,0 0 6-16,0 0 1 0,0 0 3 16,15-8-4-16,-15 8 2 0,2-9 2 0,-2 3-5 15,0 6 2-15,0-14-9 0,0 7 5 16,0 0-4-16,-2 0-7 0,2 7 0 0,0-8-4 15,-3 2-5-15,3 6 3 0,-6-7-5 16,6 7 0-16,0 0-3 0,-14 0-1 0,14 0 0 16,0 0-6-16,-14 7 4 0,5-3 2 15,9-4 3-15,-9 8 2 0,5-4 2 0,1 4 1 16,-1-4 3-16,4-4 1 0,-6 8-2 16,6-3 1-16,0-5-2 0,0 8 0 15,0-8-1-15,0 0-5 0,6 6-1 16,-6-6 1-16,0 0-3 0,0 0-2 15,20-5-5-15,-20 5-6 0,12-5-10 0,-4 1 7 16,-5-1-1-16,3 2-2 0,-2-4 0 16,-4 7 3-16,6-10-1 0,-6 5 1 0,0 5-3 15,-2-9 2-15,2 9-3 0,-4-9 8 16,4 9 0-16,-10-2-5 0,10 2 4 0,0 0-2 16,-13-2 0-16,13 2-2 15,-12 6 0-15,7-2 0 0,-1-1 11 0,6-3-13 0,-9 9 4 16,5-6-12-16,-4 3-22 0,4-2-21 15,4-4-40-15,-9 7-44 0,7-3-64 16,2-4-77-16,-7 6-127 0,7-6-98 16,0 0 50-16,0 0-145 0,0 0-99 15</inkml:trace>
  <inkml:trace contextRef="#ctx0" brushRef="#br0" timeOffset="-124887.36">12311 5759 2070 0,'0'0'238'15,"5"-9"28"-15,-3 7 10 0,-2 2 0 16,0 0 5-16,0 0-3 0,0 0-13 0,6-10-16 16,-6 10-18-16,0 0-5 0,0 0 7 15,0 0 6-15,-2 25-25 0,-2-13-13 0,2 3-23 16,-1 3-5-16,-4 2 8 0,2 1-21 15,-3-1-9-15,4 2-9 0,-3-3-13 16,1-4-5-16,0-1-16 0,0 0-4 16,3-4-2-16,-1-1-4 0,2-3 1 15,0 2-2-15,2-8 6 0,-1 9 4 0,1-9-4 16,0 0-12-16,0 0-9 0,0 0-8 16,1-25-10-16,5 4-8 0,5-8-6 0,5 2-6 15,-1-2-16-15,-3 3-28 0,0 8 0 16,-4 2 0-16,0 4 0 0,-4 2 0 15,1 3 0-15,3-1 0 0,-3 4 0 0,6 2 0 16,-4 0 0-16,-7 2 0 0,25 6 0 0,-10-4 0 16,0 4 0-16,2 3 0 15,-1-1 0-15,-2-2 0 0,-2 2 0 0,0 1 0 16,-5-2 0-16,-2-2 0 0,6 3-8 16,-8-3-7-16,5-1 2 0,-5-1 6 0,1 2-6 15,-4-5 4-15,8 4 4 0,-8-4-5 16,0 0-6-16,15-7-7 0,-6-2-4 0,2-1 6 15,-4 0-5-15,6-4 1 0,-1 2 4 16,-1 2-1-16,-1 1-4 0,-1 1 2 0,-3 2 4 16,1 0-2-16,2 6 2 0,-9 0 1 15,0 0 1-15,16 8-8 0,-8 1 0 16,-2 5-9-16,0-2 3 0,-1 5-7 16,1-1-2-16,-3 4-4 0,3-3-10 0,1 0-3 15,-6 0-14-15,3-1-8 0,0-1-7 16,-1-3-12-16,1 0-14 0,-2-4-25 15,2-1-35-15,-3 1-26 0,1-4-65 0,-2-4-57 16,0 0-67-16,0 0-70 0,0 0-69 16,0 0-114-16,23-16 14 0,-15 1-474 0,0 3-571 15</inkml:trace>
  <inkml:trace contextRef="#ctx0" brushRef="#br0" timeOffset="-124455.49">13097 5857 3090 0,'0'0'17'0,"0"0"27"0,6 10 34 16,-6-10 25-16,0 0 23 0,4 7 21 16,-4-7-2-16,0 0 11 0,7 5-8 0,-7-5-12 15,0 0-15-15,18 0-10 0,-18 0-19 16,0 0-2-16,22-7-7 0,-12 4-8 15,-2-2-5-15,-1 0 7 0,0-4 5 0,0 2 6 16,-1-3 6-16,-5 0 3 0,3 0-6 0,-4-4-1 16,0 3-5-16,-4 2-4 15,1-3-8-15,-9 4-9 0,2 2-10 0,-1 3 1 16,-3 3-8-16,0 3-3 0,-6-1-8 16,-1 6 3-16,4 0-7 0,-2 5 5 15,2-3 1-15,3 5-7 0,3-1 14 0,-1 1-10 16,-1 1 0-16,8 1 2 0,-1-3-4 15,3 4-4-15,3-1 5 0,0-3-7 0,0 1-5 16,3-1 24-16,3 1-5 0,1-2-2 16,3-3-16-16,-2 0-22 0,3 0-28 15,5-1-29-15,-3-3-41 0,1-1-39 0,4-2-49 16,-2-3-60-16,-2 0-59 0,-1-2-56 16,1-2-78-16,1 2-126 0,-3 0-90 15,1-2 59-15,-1-2-410 0,-3 3-479 0</inkml:trace>
  <inkml:trace contextRef="#ctx0" brushRef="#br0" timeOffset="-123938.46">13957 5278 3148 0,'6'-18'232'0,"-5"3"13"0,1 5-2 15,0 3 2-15,-2 0-5 0,0 7-7 16,4-8-20-16,-4 8 19 0,0 0 15 0,0 0-3 16,-8 35-8-16,-1-2-24 0,-1 4-19 15,-5 13-17-15,-1 3-21 0,2 1-18 0,-8-1-9 16,8 0-15-16,-6-2-10 0,6-5-9 16,-6 0-14-16,3-3-6 0,4-10-18 0,0-2-6 15,-1-5-3-15,5-4-11 0,0-6-2 16,4-3-3-16,-1-1-13 0,2-3-5 0,1-1-7 15,-1-2-4-15,4-6-29 0,-2 6-9 16,2-6-6-16,0 0 6 0,0 0 2 16,0-25 6-16,2 9-3 0,-4-1 10 0,2-2-1 15,-2 1 0-15,-2-1-2 0,-4 2-1 16,-3 1 4-16,-3 4 4 0,-2 4-2 16,-4 5 2-16,0 3-1 0,-5 0 12 15,-7 9 0-15,-1 5 9 0,3 4 10 0,1 2 15 16,4 2 5-16,0 2-5 0,6 4 5 15,2-1-1-15,0 0 3 0,4 2-4 0,6 0 3 16,0-5-12-16,7-4 9 0,-2-1-13 16,9-4-1-16,-4 1 4 0,8-1-7 0,1-1-21 15,1-3-18-15,0-2-35 0,5-4-37 16,0-1-45-16,5-3-53 0,4-2-42 16,0-3-57-16,11-4-34 0,-2-2-27 15,-1-4-31-15,-1-3-30 0,-1 3-30 0,-5-1-17 16,-1-4-18-16,-3 1-8 0,-3 0-544 15,-1 1-506-15</inkml:trace>
  <inkml:trace contextRef="#ctx0" brushRef="#br0" timeOffset="-123770.56">13903 5929 2678 0,'10'-9'-28'16,"-7"1"61"-16,4 1 59 0,-3 4 33 15,-4 3 24-15,5-7 16 0,-5 7 14 0,4-4 22 16,-4 4 12-16,0 0 2 0,0 0-8 16,0 0-20-16,5 25-15 0,-5-16-18 0,-2 2-13 15,2 2-18-15,0 1-10 16,-1 3-16-16,-3 0-25 0,0 1-37 0,2-3-28 15,-1 1-40-15,-3-1-62 0,1-5-62 16,4 1-76-16,-3-1-78 0,2-3-96 0,-2 0-168 16,4-7-16-16,0 7 61 0,0-7-286 15,0 0-302-15</inkml:trace>
  <inkml:trace contextRef="#ctx0" brushRef="#br0" timeOffset="-123605.23">14047 5849 2559 0,'0'-14'243'0,"0"4"50"15,0 1 28-15,0 1 12 0,0 8-2 0,0-14-13 16,1 6-26-16,-1 8-18 0,0-7-52 16,0 7-64-16,2-12-73 0,-2 12-84 0,6-4-95 15,-6 4-121-15,5-4-124 0,-5 4-156 16,0 0-168-16,0 0 67 0,16 8-434 0,-14 0-504 16</inkml:trace>
  <inkml:trace contextRef="#ctx0" brushRef="#br0" timeOffset="-122938.46">14266 5988 3293 0,'0'0'316'0,"0"-8"-14"0,0 8-17 16,0 0 5-16,0 0 15 0,0 0 6 15,0 0-13-15,0 0-17 0,0 0-25 16,19 15-26-16,-17-7-18 0,0 0-37 0,-4 2-18 15,0 1-10-15,0 1-17 0,-4 3-16 16,-2-1-14-16,3-2-3 0,-9 3-13 0,3-1-5 16,-4-3-8-16,-1 2-7 0,3-6-4 15,-2 2-16-15,0-4-4 0,-1-2-16 0,1 1-23 16,3-6-6-16,12 2-9 0,-23-12-10 16,18 0 4-16,-1-7-3 0,4 2 7 0,2-2 2 15,4 1 5-15,-2 1 0 0,2 1 5 16,-1 3 1-16,2 3-1 0,0 0-2 15,1 4 1-15,-1 0 0 0,5 3 0 16,-10 3 10-16,17 0-8 0,-17 0 3 0,23 5 0 16,-10-1-4-16,1 5 4 0,1 2-2 15,-3-2 1-15,1 1 0 0,-4-2-4 0,1 0 9 16,0-2 4-16,-3-1 10 0,0 1 4 16,0-3 7-16,-2 0 6 0,-5-3 15 0,11 6 3 15,-11-6-1-15,11 0-2 0,-11 0-6 16,0 0-2-16,25-8-7 0,-13 2 6 0,0 0 7 15,1 0 23-15,-2 3-71 0,-1-3 0 16,-2 3 0-16,-1-2 0 0,-1 3 0 16,-6 2 0-16,15-6 0 0,-15 6 0 15,10 0 0-15,-10 0 0 0,0 0 0 0,20 4 0 16,-10-2 0-16,0 0 0 0,-3 3 0 16,3-4 0-16,-1 3 0 0,3-2 0 0,0 0 0 15,-3-2 0-15,0 3 0 0,3-3 0 16,1 0 0-16,-13 0 0 0,27-3 0 0,-16 3 0 15,3 0 0-15,-1 0 0 0,-1-2 0 16,-1 2 0-16,0-2 0 0,-11 2 0 0,19 0 0 16,-10-2 0-16,-9 2 0 15,18 0 0-15,-18 0 0 0,13 0 0 0,-13 0 0 16,12 2 0-16,-12-2 0 0,9 2 0 16,-9-2 0-16,0 0 0 0,9 2-34 0,-9-2-529 15,0 0-116-15,-5 11-193 0,-3-5 26 16,-3 4 100-16,-6 4-768 0,-8 4-959 15</inkml:trace>
  <inkml:trace contextRef="#ctx0" brushRef="#br0" timeOffset="-122586.39">12859 6454 4375 0,'-49'-4'87'0,"-11"-1"3"16,-1 0-7-16,13 2 14 0,7-1 44 16,10 0 43-16,8 3 37 0,7 0 8 0,2 1-16 15,14 0-3-15,0 0-1 0,0 0-9 16,88 8-18-16,-10-3-20 0,44 0-18 0,17-3-27 16,11 0-47-16,6-2-63 0,1 3-52 15,-2 2-19-15,-1 4 3 0,-2 1 18 0,-1 0 20 16,-11 0 27-16,-7-1 8 0,-22-2 9 15,-34-4 0-15,-11 2 28 0,-17-5 49 16,-15 0 31-16,-7 2 10 0,-7-4 2 0,-1 2-11 16,-3-3-15-16,-1 1-12 0,-4-1-16 15,-1 1-26-15,-10 2-36 0,13-5-52 16,-8 2-75-16,-5 3-96 0,9-4-121 16,-9 4-147-16,0 0-180 0,0 0-186 0,0 0 62 15,0 0 92-15,0 0-642 0,0 0-778 16</inkml:trace>
  <inkml:trace contextRef="#ctx0" brushRef="#br0" timeOffset="-104192.05">10294 1748 3638 0,'4'-10'148'15,"-4"3"-31"-15,1 1 32 0,-1 6 15 16,0-11-10-16,0 11-18 0,0 0-24 0,0-9-20 16,0 9-20-16,0 0-9 0,0 0 11 15,-9 26 1-15,4-3-5 0,-7 12-7 16,1 14-20-16,-4 6-4 0,1 5-4 15,1 4 2-15,-1-1-6 0,3-2-1 16,4 1-2-16,-3-6-3 0,4-13-2 0,0 1-4 16,-1-7 2-16,3 1-4 0,-4-6 2 15,2-4-7-15,3-8 1 0,-1-4-6 16,0-1-10-16,3-3-18 0,-6-1-32 0,5-3-45 16,0-2-99-16,2-6-87 0,0 0-100 15,0 0-142-15,-13-22-132 0,12 5 52 0,-1-7-311 16,2-1-398-16</inkml:trace>
  <inkml:trace contextRef="#ctx0" brushRef="#br0" timeOffset="-103909.21">10290 1682 2831 0,'0'0'131'15,"-7"-6"-10"-15,7 6-4 0,0 0 13 0,-6-5 7 16,6 5 0-16,0 0-8 0,0 0-9 16,0 0-1-16,35-10-9 0,2 7-13 15,7 0-13-15,6-3-9 0,11 3-8 0,-10-1-10 16,-4 1-17-16,3-1-13 0,-6 1-20 16,-5-1-43-16,-14 3-27 0,-1-1-3 15,-7 1-9-15,-2 1-13 0,-3-2 9 16,-12 2 2-16,17 2-40 0,-17-2-42 15,0 0-51-15,1 6-88 0,-1-6-120 0,-13 12-142 16,4-1 50-16,-5 0-96 0,0 1-104 16</inkml:trace>
  <inkml:trace contextRef="#ctx0" brushRef="#br0" timeOffset="-103042.53">10593 2014 1908 0,'0'0'148'0,"0"0"25"15,0 0-9-15,0 0 0 0,0 0 7 16,0 0 20-16,-9-17 3 0,9 17-2 0,4-13-18 16,-1 5-16-16,5-4-19 0,-3 4-10 15,6-1-13-15,-4 1-20 0,4 1-9 0,1 2-16 16,-3 2-5-16,2 1-6 0,-11 2-5 16,27 5-7-16,-13 3-4 0,-1 1-10 15,4 3 1-15,-5 3-4 0,-1-1 4 0,1 2-6 16,-5 0-3-16,0-2 5 0,-3 1 14 15,3-1 6-15,-6-1 0 0,3 1-4 16,-4-4-2-16,2-1 6 0,2-1-2 16,-2 1 9-16,-1-2 5 0,1-2 8 0,-2-5 17 15,4 10 25-15,-4-10 19 0,0 0-20 16,0 0-10-16,0 0-15 0,30-29-10 16,-12 5-5-16,0-3-11 0,5 4-4 0,-3 0-11 15,-1 1-9-15,-4 9-3 0,-4 0-6 16,-1 3-6-16,0 5-6 0,-3 0-3 0,1 3-1 15,-8 2-1-15,0 0-5 0,24 10 0 16,-15-5-1-16,-2 7-3 0,2 2-2 16,0 3 3-16,-2 3 1 0,0-1-2 15,-5 6-3-15,2-2 5 0,-4 1 0 16,0-1 1-16,0-4-1 0,0 0-4 0,-2-2 3 16,0 0-5-16,0-4-6 0,2-2-8 15,-1-2-25-15,1 0-31 0,0-3-53 0,0-6-77 16,-2 9-97-16,2-9-105 0,0 0-122 15,0 0-194-15,0 0 36 0,0 0 79 16,0 0-335-16,0 0-419 0</inkml:trace>
  <inkml:trace contextRef="#ctx0" brushRef="#br0" timeOffset="-101926.06">10738 2441 2616 0,'-12'-2'27'0,"12"2"21"0,-11-1-2 0,11 1 5 15,0 0 15-15,0 0 16 0,0 0 26 16,0 0 8-16,-16-3 10 0,16 3 4 0,0 0-18 15,0 0-9-15,0 0-13 0,0 0 1 16,0 0-14-16,45 6 0 0,-22-6-14 16,19 0 1-16,-8-2-6 0,8 1-8 0,-4-2-6 15,-6 3-2-15,-5-2-6 0,-4-1-2 16,-2 1-9-16,-8 0 2 0,0 0-6 16,1 2-9-16,-14 0-28 0,19-3-27 15,-19 3-29-15,14 0-35 0,-7 0-48 16,-7 0-60-16,11-2-80 0,-11 2-98 0,0 0-145 15,14-1 0-15,-14 1-166 0,0 0-198 16</inkml:trace>
  <inkml:trace contextRef="#ctx0" brushRef="#br0" timeOffset="-99926.24">10285 1826 2067 0,'0'0'0'0,"-8"15"17"16,5-4 10-16,-4 7 3 0,0 0 8 15,-1 0 6-15,0 2 11 0,2-2 9 0,3-3 0 16,1 2 3-16,0-1-5 0,4 1 2 16,2-1-9-16,-1-1-7 15,4-1-3-15,2-3-1 0,2 1-1 0,1-4-3 0,3-4-6 16,1-1-1-16,-2-3-4 15,4-3 4-15,2-6 0 0,5-8 4 0,-2 0 0 16,0-10 15-16,-6 0-9 0,1-2 22 16,-5-4-5-16,-1-1 0 0,-5 2 14 15,-2 6-1-15,-1 6 0 0,-2 4-9 0,0 3-5 16,-2 1-8-16,0 2-16 0,-6 6 5 16,6 4 8-16,-25 2-21 0,5 10 11 15,-10 5-7-15,-7 12 5 0,1 0-6 0,3 0 9 16,8-4-26-16,3 1 4 0,3 1 7 15,1 4-2-15,5-2-2 0,2-2-6 16,3-4 5-16,2-3-1 0,6-3-2 0,-2 1-2 16,4-4-4-16,0 0 1 15,2-2 4-15,-2-4-9 0,0 1 8 0,0-1-1 16,2-4 3-16,-4-4-2 0,0 0 1 16,0 0-8-16,34-16-1 0,-19 3 4 0,4-12-10 15,-4 0 4-15,5 3-1 0,-13 3 3 16,3 6 0-16,-2 1-2 0,-5 6-4 15,1-2-4-15,-4 8-2 0,0 0-1 0,0 0 18 16,0 0-20-16,-38 31 2 0,15-4 5 16,-8 5 18-16,3 4 8 0,1 2-8 0,7-9-3 15,-2 0 5-15,5-3-11 0,0-3-1 16,7-5 8-16,1-3-9 0,3-2-6 16,1-4-30-16,-1 0-44 0,4-1-51 15,0 0-56-15,2-8-57 0,0 9-117 16,0-9-181-16,0 0-41 0,0 0 66 0,38-19-136 15,-13 2-143-15</inkml:trace>
  <inkml:trace contextRef="#ctx0" brushRef="#br0" timeOffset="-99493.41">10755 2772 2228 0,'0'0'247'0,"-20"0"-23"15,20 0-21-15,-11-3 8 0,11 3 14 0,0 0 1 16,0 0-12-16,-7-5-25 0,7 5-20 15,0 0-18-15,21-11-17 0,-10 10-13 16,-11 1-12-16,29 1-14 0,-10 3-10 16,0 3-10-16,0 0-10 0,-4 3-8 15,-1 2-5-15,-5 2-6 0,-1-3-2 0,-7 5-1 16,-1 1 6-16,-1 1 5 0,-5 1 10 0,2-2 10 16,-1-3 11-16,1 2-4 15,0-5 13-15,4 1 24 0,-1-4 10 0,1-1-6 16,0-7-9-16,3 12-4 0,6-5-7 15,3-2-1-15,0-1-12 0,2-1-16 0,2 2-33 16,-3-2-40-16,-1-3-46 0,1 4-69 16,3-1-87-16,-3-1-105 0,4 0-122 0,-2-2-141 15,2 0-175-15,-2-4 56 0,5 1-538 16,-2-1-688-16</inkml:trace>
  <inkml:trace contextRef="#ctx0" brushRef="#br0" timeOffset="-98726.77">12198 1857 3590 0,'2'-9'94'0,"-2"4"-7"16,0 5-9-16,2-8-9 16,-2 8-8-16,0 0-9 0,0 0 14 0,0 0 6 15,13-2 10-15,-13 2-1 0,17 6-7 16,-4 3-4-16,6 0-9 0,-6-2-9 0,5 3-2 15,-7-1-7-15,3-3-2 0,-7 3-5 16,3-2-7-16,-2-2-3 0,-1 2-1 16,-1-4 5-16,-1 3-2 0,-5-6 1 0,12 8-3 15,-12-8 6-15,10 5 19 0,-10-5 44 16,11 0 21-16,-11 0-12 0,19-15-7 0,2-4 5 16,1 0 19-16,3 2 10 0,-1-2 4 15,-10 7-9-15,0 1-21 0,-3 5-11 16,1 1-11-16,-1 5-5 0,-11 0-1 15,23 7-10-15,-10-1-4 0,1 3-11 16,-1 3-7-16,1 2-2 0,-1 1-15 0,-2-1-33 16,1 1-42-16,-1 1-40 0,-2-5-47 15,2 1-54-15,-4 0-60 0,0-1-64 16,2-3-68-16,-6 2-102 0,3-4-167 0,-1 1-57 16,1-3 72-16,-6-4-361 0,5 8-471 15</inkml:trace>
  <inkml:trace contextRef="#ctx0" brushRef="#br0" timeOffset="-98293.54">12166 2282 3147 0,'-16'0'250'0,"7"0"7"0,9 0 5 0,-11 0 0 16,11 0-5-16,0 0-24 0,0 0-16 16,0 0-23-16,25-21-23 0,9 7-20 0,5 2-41 15,13 1-83-15,5-1-100 0,2-1-103 16,2 3-117-16,-8 0-144 0,-7 5-185 0,-4 1-56 15,-12 3 88-15,-5-1-318 16,-10 4-389-16</inkml:trace>
  <inkml:trace contextRef="#ctx0" brushRef="#br0" timeOffset="-98008.25">12331 2474 2571 0,'-11'0'222'0,"11"0"48"16,0 0 3-16,-9-8-11 0,9 8-8 0,0 0-6 15,0 0 0-15,13-16-4 0,-13 16-18 16,14-5-21-16,-3 3-28 0,-11 2-17 16,20 5-12-16,-8-1-17 0,-3 1-15 15,0 4-12-15,0 2-13 0,-6 3-2 16,-3 1-9-16,0 3-6 0,-5 2-2 0,-2 3-11 16,2-5 0-16,-3 2-3 0,5-6-11 15,-1 2-4-15,0-5-6 0,4 1-6 0,0-4-2 16,0-1-4-16,0-7-24 0,8 10-40 15,-1-6-46-15,-7-4-64 0,31-6-75 16,-3-3-78-16,6-5-78 0,2-4-130 0,7-5-188 16,0-6-2-16,4 0 86 0,0-3-392 15,-3 0-481-15</inkml:trace>
  <inkml:trace contextRef="#ctx0" brushRef="#br0" timeOffset="-97826.89">13082 2118 3157 0,'-9'0'225'16,"9"0"8"-16,-12-4 0 0,12 4-12 0,0 0-21 15,-4-5-22-15,4 5-22 0,12-11-45 16,3 2-63-16,6 1-82 0,10-8-118 16,3 2-116-16,0-3-128 0,9-6-164 0,-2 0-55 15,-9 5 79-15,-1-1-213 0,-4 0-239 16</inkml:trace>
  <inkml:trace contextRef="#ctx0" brushRef="#br0" timeOffset="-97660.14">13412 1850 1983 0,'0'0'33'16,"-16"-3"41"-16,16 3 22 0,-11-2 34 0,11 2 20 15,0 0 32-15,-16-4 30 0,16 4 5 16,0 0 3-16,-13 7 28 0,8 0 0 0,-2 2-19 16,-2 6-19-16,2 2-19 0,-1 4-21 15,-4 8-7-15,1 1-15 0,2 1-40 16,1 0-41-16,-1 2-59 0,3-7-80 0,2-4-89 15,1 0-89-15,1-3-96 16,0-2-125-16,2-5-162 0,2-2 40 0,1-3-278 0,3-3-355 16</inkml:trace>
  <inkml:trace contextRef="#ctx0" brushRef="#br0" timeOffset="-97476.64">13709 1841 2477 0,'10'-8'73'0,"-5"4"38"16,-5 4 57-16,0 0 31 0,0 0 13 15,6 24-6-15,-10-8 2 0,-2 3-10 16,-5 10-17-16,-1 5-18 0,-1 0-14 0,0 2-18 16,-8 6-34-16,6-8-52 0,-2 0-74 15,1-1-59-15,3-2-100 0,1-4-111 0,3-5-152 16,4-3-172-16,-1-4 55 0,1-3-239 16,3 0-294-16</inkml:trace>
  <inkml:trace contextRef="#ctx0" brushRef="#br0" timeOffset="-96776.95">10256 1649 2458 0,'-9'2'89'0,"0"2"-8"15,2 2-11-15,0 3-1 0,-1-1-8 16,0 2 4-16,2-1-1 0,3 1 3 15,1 2-1-15,0-3-2 0,6 1-2 0,-1 4-5 16,9-3-4-16,0 1-1 0,4-4-6 16,7-2-13-16,4-3-16 0,4-1-20 0,8-4-12 15,0-3-9-15,-3-5-5 0,-4-2 10 16,-5-2 1-16,-10-3 9 0,-5 2 9 16,-7-2-4-16,-5 0 4 0,-1-2 5 15,-9 0 0-15,-2 4 4 0,-2 1 2 16,-6 4 6-16,-1 5 3 0,1 3 1 0,-7 4 5 15,2 3 3-15,0 2 1 0,5 0 1 16,0-1-5-16,4 1-1 0,4 2 6 16,2-4-3-16,6 1 0 0,4-6-1 0,0 9 0 15,0-9 0-15,21 4-7 0,-2-4-2 16,6-5-4-16,-1 0-11 0,1 2 0 16,-4-3-3-16,-4 3 6 0,-3 1-10 0,-5-1 0 15,-9 3-10-15,9-2 7 0,-9 2-11 16,0 0-2-16,-27 12-7 0,-2 3-30 15,-6 3-30-15,-7 5-42 0,-3 4-67 16,-1-1-88-16,4 1-154 0,-2 0-101 16,6-2 51-16,10-4-32 0,-3 0-24 0</inkml:trace>
  <inkml:trace contextRef="#ctx0" brushRef="#br0" timeOffset="-74562.28">4464 2522 3166 0,'-16'-5'167'0,"0"0"-84"0,5 1 36 15,-1 1 24-15,12 3 3 0,-15-4 12 0,15 4-8 16,-10-3-12-16,10 3-7 0,0 0 4 15,0 0-11-15,0 0-7 0,0 0-8 0,35-3-10 16,7 3-10-16,17 3-10 16,11 0-6-16,9 2-11 0,0 1-7 0,1-1-6 15,-5-2-11-15,-6 3-23 0,-19-2-23 16,-3-4-30-16,-8 2-37 0,-10 0-40 16,-4 0-35-16,-6 0-37 0,-4-1-48 0,-1 1-64 15,-7-2-82-15,-7 0-132 0,8 1-105 16,-8-1 56-16,0 0-208 0,0 0-260 15</inkml:trace>
  <inkml:trace contextRef="#ctx0" brushRef="#br0" timeOffset="-74281.71">5167 2439 2404 0,'-5'-13'151'0,"5"13"1"15,-2-7 15-15,2 7 8 0,0 0 6 16,4-9-10-16,-4 9-11 0,0 0-9 0,0 0-6 15,0 0-8-15,44 18-12 0,-20-3-10 16,1 4-15-16,-2 1-4 0,-2 3 4 0,-4-2-9 16,-5-3-1-16,-4-1-2 0,-5-2 5 15,-3 1 4-15,-3 1-3 0,-5 3-6 16,-8 5-7-16,-5-4-9 0,1 1-5 0,-5-3-8 16,0 0-5-16,-2-2-5 0,4-3-5 15,3-3-16-15,4-2-28 0,1 0-41 0,1-3-64 16,3 0-80-16,0-1-94 15,-1-2-129-15,1 0-219 0,4-1-52 16,7-2 83-16,0 0-324 0,-16 2-401 0</inkml:trace>
  <inkml:trace contextRef="#ctx0" brushRef="#br0" timeOffset="-73214.11">5892 2856 2414 0,'-17'3'-4'0,"17"-3"42"0,-14 0 21 16,14 0 23-16,-13 0 22 0,13 0 21 0,0 0 34 16,-17 0 6-16,17 0 5 0,0 0 0 15,0 0-6-15,-17 0-4 0,17 0 4 0,0 0-1 16,0 0-9-16,0 0-4 0,0 0-6 16,0 0-5-16,69 10-18 0,-28-6-11 15,11-2-10-15,11 1-12 0,-12-1-7 0,0 0-16 16,-3-2-16-16,-2 0-7 0,-14 0-5 15,-5 0-5-15,-6 0-6 0,-3 0-3 0,-6 2-3 16,-1-4-5-16,-11 2-3 16,16 0 1-16,-16 0-2 0,0 0-3 15,0 0 7-15,0 0-6 0,0 0-3 0,0 0 0 16,-50 2-2-16,23-1 1 0,-12 2-2 16,-3-1 2-16,0 2-2 0,-2 0 0 0,0-2 1 15,4 3 0-15,10-4 1 0,5 1-2 16,6 1 1-16,0-1 1 0,6-1 4 15,1-1 9-15,12 0 14 0,-17 3 4 0,17-3 1 16,-10 2 1-16,10-2 10 0,0 0 0 16,0 0 3-16,45 2-6 0,-17-2-6 0,19 0-4 15,3 0 1-15,4-2-13 16,-3 2-21-16,-3 0-12 0,-5-2-11 0,-8 2-6 16,-11 0-3-16,-1-3 0 0,-3 2 1 15,-6 2 6-15,-2-2 0 0,-12 1 0 16,12-2 3-16,-12 2 5 0,0 0 2 0,0 0 0 15,0 0 4-15,-52-6 2 0,12 3 3 16,-1 1 4-16,-9 2 6 0,2 0 6 0,0 0 8 16,0 0-4-16,7 0 1 0,9 2-1 15,7 1-1-15,3-3 15 0,9 1 2 16,-1 1 12-16,3-2-5 0,11 0 2 16,-12 3 3-16,12-3-8 0,0 0 1 0,0 0-5 15,28 10-3-15,-2-6-3 0,18 0-3 16,2-2-3-16,2 2-7 0,-7 0-18 15,0-2-8-15,-11 0 0 0,-6-1 0 0,-4-1 2 16,-4 2 2-16,-4-2 2 0,-12 0-2 16,18 0 7-16,-18 0-1 0,11-3-3 15,-11 3 2-15,0-8-8 0,0 8-21 0,0 0-50 16,-21-18-70-16,10 12-93 0,-3 1-130 16,1-1-183-16,0-2-198 0,1 1 69 0,3 2-470 15,1 0-623-15</inkml:trace>
  <inkml:trace contextRef="#ctx0" brushRef="#br0" timeOffset="-67299.73">16280 4468 4050 0,'3'-14'269'0,"-1"3"-119"15,1 5 16-15,-1 0 27 0,-2 6 2 0,2-11-11 16,-2 11-22-16,0-7-31 0,0 7-26 15,0 0 6-15,0 0 23 0,0 0 14 0,-14 41-8 16,6-8-15-16,-3 4-9 0,1 0-7 16,3 1-10-16,-6 9-10 0,3-9-22 15,0 0-11-15,5-4-2 0,-3 1-6 0,-2-2-2 16,5-2-8-16,-1-6-14 0,1-5-19 16,-4 1-28-16,6 0-37 0,-3-6-43 0,2-1-55 15,1-2-61-15,-1-2-82 16,0-3-96-16,2-4-114 0,2-3-132 0,0 0-69 15,0 0 75-15,0 0-468 0,0 0-576 16</inkml:trace>
  <inkml:trace contextRef="#ctx0" brushRef="#br0" timeOffset="-67113.09">16217 4859 3135 0,'0'0'123'0,"0"0"53"0,3-9 43 16,-3 9 32-16,7-9 25 0,-2 4 21 15,1-5 15-15,3 2-36 0,3-3-21 0,10-7-21 16,3 2-20-16,6-3-14 0,-3 2-32 15,3 0-26-15,-1-1-44 0,-1-1-71 0,-4 3-64 16,-2 6-65-16,-4-1-66 16,-7 5-75-16,-1 1-72 0,-6 3-67 0,-5 2-84 15,0 0-136-15,0 0-68 0,0 0 71 16,-39 29-360-16,6-12-437 0</inkml:trace>
  <inkml:trace contextRef="#ctx0" brushRef="#br0" timeOffset="-66930.13">16231 4838 2622 0,'-2'5'123'0,"2"-5"55"15,-7 6 22-15,7-6 39 0,0 0 41 16,2 14 31-16,-2-14 16 0,8 11-13 16,-2-1-5-16,1 0-6 0,5 0-22 15,1 2-25-15,5 2-22 0,4 2-27 0,5 0-6 0,-8-4-27 16,-4-2-49-16,4-1-57 16,-6 0-67-16,1-3-72 0,-1 1-83 0,-3-2-110 15,1 2-107-15,-3-2-108 0,-1 0-128 16,1-1-118-16,-8-4 70 0,6 5-511 0,-6-5-631 15</inkml:trace>
  <inkml:trace contextRef="#ctx0" brushRef="#br0" timeOffset="-66563.43">16731 4923 3087 0,'0'0'122'0,"0"0"56"15,0 0 19-15,0 0 20 0,0 0 18 0,0 0 15 16,0 0 0-16,8-4-6 15,-8 4-13-15,0 0-13 0,15-3-25 0,-4 0-19 16,3 3-16-16,-3-4-15 0,5-1-17 16,-1 0-12-16,1-2-12 0,-3-1-8 15,-1 2-13-15,0-5-1 0,-2 1-17 0,-7 2-3 16,4 0-5-16,-5-1-5 0,-2 1-7 16,0 8-7-16,-12-15-6 0,1 7-1 0,-7 4-2 15,0 4-10-15,-4 0 1 0,-3 6-2 16,-11 2 10-16,2 5-18 0,4 1 19 0,-3 3 12 15,5 2 9-15,1 3 8 0,4-1 26 16,4 2-9-16,4 1-1 0,5-4-4 0,7-2 0 16,3-2 0-16,3 2-8 15,5-1-3-15,3 0-8 0,8 4-10 0,6-3-33 16,6-7-43-16,-1-1-51 0,6-2-69 16,4-1-76-16,-8-7-95 0,13-2-105 15,-6-3-121-15,4-7-134 0,6-3-89 0,-1-1 76 16,-5-4-587-16,-9 5-748 0</inkml:trace>
  <inkml:trace contextRef="#ctx0" brushRef="#br0" timeOffset="-66200.06">17699 4642 3646 0,'4'-11'121'16,"-2"3"33"-16,0 4 18 0,-2 4 1 15,0 0 14-15,0 0 41 0,0 0 19 16,-11 23-4-16,-5 3-41 0,-1 6-17 0,-6 10-14 15,-3 1-19-15,-1 2-8 0,0-1 2 16,-1 1-15-16,3 0-12 0,-1-4-16 0,2-4-19 16,3-7-19-16,6-7-30 0,2-2-29 15,3-7-24-15,3-1-23 0,1-3-24 0,1-4-48 16,0-4-53-16,5-2-53 0,0 0-46 16,0 0-37-16,-2-25-26 0,6 5-13 0,3-13 8 15,-2-6 26-15,1-2 29 0,-1-16 41 16,-1 5 50-16,0 8 49 0,-4 14 49 15,0 6 32-15,-2 5 28 0,0 3 27 16,-2 6 47-16,2 1 41 0,0 4 42 0,-1 2 20 16,3 3 6-16,0 0 11 0,0 0-5 15,0 0-13-15,0 0-17 0,0 0-9 16,5 24-11-16,7-16-32 0,-1 1-45 0,2-1-63 16,1 1-91-16,3 4-94 0,-3-2-118 15,-5 3-195-15,-4-1-76 0,-1 5 75 0,-6 5-268 16,-9 14-286-16</inkml:trace>
  <inkml:trace contextRef="#ctx0" brushRef="#br0" timeOffset="-65566.16">16026 5750 2699 0,'2'-12'345'0,"0"4"-28"16,2 2-8-16,-4 0-2 0,0 6 14 0,0 0 16 16,0 0 0-16,-20 20-12 15,7-3-34-15,-5 7-28 0,-7 13-24 0,6-4-23 16,-6 4-11-16,3 2-18 0,-2 2-21 15,3-10-14-15,4-2-17 0,-2 1-12 0,3-7-15 16,4-3-8-16,0-5-12 0,4-4-11 16,3-1-6-16,1-5-12 0,4-5-15 0,-6 3-20 15,6-3-18-15,0 0-4 0,13-32 1 16,7 0-14-16,6-15-8 0,7-3-3 0,8-18 2 16,4-3 7-16,-13 18-3 0,-1 7 3 15,-5 5 4-15,-7 13 6 0,-2 4 3 0,-6 5 8 16,-3 7-6-16,0 4 16 15,-2 4 11-15,-6 4 16 0,0 0 12 0,14 16 7 16,-2-1 7-16,-2 4 4 0,5 8 3 16,2 3-64-16,2 1-14 0,0-2 0 0,2 2 0 15,2-4 0-15,0-1 0 0,0-2 0 16,-4-4 0-16,-4-3 0 0,-1-8 0 0,-5 1 0 16,-4 0 0-16,4-3 0 0,-6-2 0 15,1 2 0-15,-4-7 0 0,6 10 0 16,-6-10 0-16,0 0 0 0,-10 2 0 0,10-2 0 15,-19 0 0-15,2-2 0 0,-4 2 0 16,-2-3 0-16,-4 2 0 0,0-3 0 0,3 0 0 16,-1 4 0-16,2-3 0 0,6-2 0 15,0 5 0-15,0-3 0 0,4 1 0 16,-3-2 0-16,3 1 0 0,2 0 0 16,1-1 0-16,2 2 0 0,-1 1-302 0,9 1-191 15,-10-4-118-15,10 4-133 0,-2-7-97 16,2 7 79-16,0 0-747 0,23-8-956 0</inkml:trace>
  <inkml:trace contextRef="#ctx0" brushRef="#br0" timeOffset="-65098.03">16874 5591 4251 0,'0'-13'227'15,"0"2"25"-15,0 4 37 0,0 7 8 16,0-11-4-16,0 11-21 0,0 0-1 0,0 0 5 16,0 0-24-16,-12 39-20 0,7-9-26 15,-4 6-18-15,-4 11-18 0,-3 2-18 16,1-3-6-16,-2 5-18 0,-1-3-13 0,3-2-10 16,0-1-36-16,4-12-69 0,0-2 0 15,-3-2 0-15,4-6 0 0,3-5 0 0,1-5 0 16,2-1 0-16,0-1 0 15,0-3 0-15,3-3 0 0,1-5 0 0,0 0 0 16,0 0 0-16,0 0 0 0,0 0 0 16,15-31 0-16,-11 16 0 0,0-2 0 0,-4 2 0 15,0-3 0-15,-4 2 0 0,0 1 0 16,-6 3 0-16,-3 3 0 0,-4 1 0 0,-4 4 0 16,0 2 0-16,-4 4 0 0,-2 2 0 15,4 2 0-15,5-1 0 0,-2 7 0 0,-5 8 0 16,13-3 0-16,-4 6 0 15,7-1 0-15,1-2 0 0,3 1 0 0,1 1 0 16,1-3 0-16,3 1 0 0,7-4 0 16,-4 3 0-16,7-2 0 0,-1-5 0 0,5 1 0 15,0-3-208-15,2-4-143 0,3-4-85 16,0 0-82-16,8-6-103 0,7-2-175 0,2-6 31 16,0-5 83-16,8-1-615 0,-4-8-756 15</inkml:trace>
  <inkml:trace contextRef="#ctx0" brushRef="#br0" timeOffset="-64649.87">17339 5656 3535 0,'-2'-10'151'0,"0"1"64"16,1 4 17-16,1 5 8 0,-2-8-4 15,2 8 29-15,0 0 46 0,0 0 20 16,-16 21-3-16,9-5-16 0,-4 12-23 0,-1 1-24 15,-1 3-24-15,0 2-24 0,-3 0-22 16,1 0-15-16,1 2-13 0,0-2-19 0,2 0-14 16,-1-1-13-16,1-3-43 0,4-8-78 15,3-4 0-15,-3-4 0 0,5 0 0 0,-2-5 0 16,1 3 0-16,2-6 0 0,2-6 0 16,-1 9 0-16,1-9 0 0,0 0 0 0,0 0 0 15,0 0 0-15,12-27 0 0,-10 18 0 16,-2-5 0-16,0 0 0 0,-2 1 0 15,-5 1 0-15,-2-1 0 0,-4 3 0 16,-3 6 0-16,0 0 0 0,-7 2 0 0,-6 5 0 16,-9 6 0-16,1 2 0 0,5 6 0 15,-1-2 0-15,7 6 0 0,0-2 0 16,5 3 0-16,1-2 0 0,9 1 0 0,4-2 0 16,-2-2 0-16,6 2 0 0,1-2 0 15,2-3 0-15,2 1 0 0,3 0 0 0,2-2 0 16,4-4 0-16,3-2 0 0,6-2-286 15,1-1-201-15,4-6-118 0,4-2-132 0,10-2-106 16,-3-4 79-16,2-1-756 16,-1-3-965-16</inkml:trace>
  <inkml:trace contextRef="#ctx0" brushRef="#br0" timeOffset="-64149.92">17321 6389 4564 0,'-14'-5'162'16,"3"0"42"-16,1 5 46 0,10 0 41 15,-11-6 12-15,11 6-1 0,-8-6-14 0,8 6-24 16,0 0-28-16,0 0-19 0,0 0-26 16,19-14-20-16,-9 9-16 0,-3-1-17 15,2 2-15-15,2-2-12 0,-4 1-8 16,0-3-13-16,1-2-62 0,-2 0-28 0,2-1 0 15,-5-5 0-15,1 1 0 0,-2-3 0 16,-2 1 0-16,0-2 0 0,-2 2 0 0,-2 0 0 16,1 2 0-16,-5-1 0 0,0 3 0 15,-3 1 0-15,0 1 0 0,-5 3 0 0,-2 3 0 16,4 0 0-16,-4 0 0 0,5 5 0 16,2-2 0-16,11 2 0 0,-16-4 0 0,16 4 0 15,0 0 0-15,0 0 0 16,0 0 0-16,0 0 0 0,23-10 0 0,-3 4 0 15,2 5 0-15,7-2 0 0,-6 0 0 16,4 3 0-16,-4 0 0 0,-3 0 0 0,1 6 0 16,-1-1 0-16,-4 4 0 0,0 0 0 15,-1 4 0-15,-3 3 0 0,-5-1 0 0,2 0 0 16,-1 1 0-16,-2 2 0 0,0 1 0 16,-2-5 0-16,-3 1 0 0,1 2 0 0,2-3 0 15,-2 1 0-15,-2-3 0 0,3 1 0 16,-3-3 0-16,2 2 0 0,0-4 0 15,3-2-194-15,-5 1-509 0,0-7-208 0,2 4 36 16,-2-4 96-16,0 0-829 0,22-6-1049 0</inkml:trace>
  <inkml:trace contextRef="#ctx0" brushRef="#br0" timeOffset="-63799.13">17835 6129 4767 0,'0'0'97'0,"-26"11"35"15,26-11 34-15,-11 5 45 0,11-5 33 0,-5 7 12 16,1-2 5-16,2 2-15 0,2-7-18 16,0 8-22-16,0-8-20 0,4 13-16 15,0-7-13-15,-1-1-17 0,6-1-11 16,-4-1-16-16,3 1-10 0,-8-4-9 0,11 0-2 0,-11 0-14 16,15-2 1-16,-9-3-43 15,-1 0-36-15,4-4 0 0,-4-3 0 0,3-2 0 16,-5 1 0-16,-1 3 0 0,2-2 0 15,-2 1 0-15,-4 3 0 0,-2 2 0 0,1 2 0 16,-5 0 0-16,8 4 0 0,-25 7 0 16,9 0 0-16,-2 1 0 0,-7 9 0 0,0 6 0 15,0 1 0-15,1-2 0 0,1 5 0 16,6-3 0-16,-4 3 0 0,7-2 0 0,5-4 0 16,2-7 0-16,2 2 0 15,5-4 0-15,0 1 0 0,7-3-60 0,-4-3-238 0,7-1-85 16,1 0-94-16,2-5-75 15,0-2-97-15,7 1-146 0,-1-2 64 0,1-2-713 16,0 1-894-16</inkml:trace>
  <inkml:trace contextRef="#ctx0" brushRef="#br0" timeOffset="-63051.4">17902 6394 3670 0,'0'0'-63'15,"-4"6"71"-15,4-6 48 0,0 0 33 16,0 0 25-16,0 0 21 0,0 0 16 0,0 0 0 15,0 0-5-15,0 0-17 0,15-8-13 16,-8 3-11-16,5-3-9 0,5-4-12 0,0-1-8 16,7-5-7-16,1-5-7 15,9-8 1-15,-4-2 7 0,1 0 6 0,-4-5 8 16,7 2-5-16,-9 2 0 0,-3 8-6 16,-3 3-4-16,-4 6-6 0,-5 5-3 0,-2 3-13 15,-5-1-3-15,-1 6-3 0,-2 4-1 16,-2-6-7-16,2 6-4 0,0 0-1 0,0 0 7 15,-25 14-4-15,14-5-5 0,-3 5 3 16,3 2 6-16,2 1 19 0,1 3 20 16,0 0 20-16,3-2 22 0,-1 5 12 0,4-3 19 15,1-1 21-15,1 2 20 0,-2-1 17 16,2-1 16-16,0 0 5 0,0 2 16 16,0-5-242-16,0 2 0 0,-2-1 0 15,-1-3 0-15,1-3 0 0,2 1 0 0,-2 0 0 16,0-3 0-16,1 2 0 0,-3-1 0 15,0-2 0-15,1 3 0 0,-5-2 0 0,0 1 0 16,0 0 0-16,-1-1 0 0,4-1 0 16,-6-1 0-16,4 0 0 0,2 0 0 0,1-2 0 15,-3-2 0-15,7-3 0 0,0 0 0 16,0 0 0-16,0 0 0 0,0 0 0 16,11-20 0-16,1 4 0 0,12-9 0 15,6-11 0-15,6-3 0 0,0-6 0 0,7-1 0 0,6-15 0 16,-9 17 0-16,-2 3 0 15,-6 3 0-15,-7 13 0 0,0 2 0 0,-6 3 0 16,-3 5 0-16,-5 3 0 0,-1 2 0 16,-5 3 0-16,-1 3 0 0,-4 4 0 0,0 0 0 15,0 0 0-15,0 0 0 0,0 0 0 16,0 0 0-16,-27 23 0 0,20-10 0 0,-3 1 0 16,-1 5 0-16,3 1 0 0,-2-1 0 15,4 5 0-15,-5 3 0 0,4 4 0 0,1-7 0 16,-2-2 0-16,3 0 0 0,-1 0 0 15,1 0 0-15,-4-3 0 0,4 0 0 0,-1-3 0 16,2 1 0-16,-3-3 0 16,1 0 0-16,-2-1 0 0,3-1 0 0,-3-1 0 15,3-3 0-15,-4 1 0 0,2-2 0 16,-2-2 0-16,0-2 0 0,0-1 0 0,9-2 0 16,-18 3 0-16,6-3 0 0,-1-1 0 15,-3 1 0-15,1 0 0 0,-4-2 0 0,-2 0 0 16,-5 4-136-16,-3-2-896 0,-12 3 92 15,4 2 105-15,-5 2-950 0,1 4-1214 0</inkml:trace>
  <inkml:trace contextRef="#ctx0" brushRef="#br0" timeOffset="-62763.02">16365 6671 5228 0,'-37'-1'45'0,"4"-2"18"0,6 3 7 16,6-2 38-16,3 2 68 0,2-2 49 15,9 2 21-15,7 0 1 0,0 0-13 0,0 0-24 16,57-1-21-16,19 2-16 0,38 3-21 16,17 0-27-16,14 2-55 0,0-1-58 15,2 0-64-15,-6 2-53 0,-11 1-19 16,-4-1-7-16,-18-2-3 0,-30-3-31 0,-9 0-37 15,-21-4-30-15,-7 0-2 0,-10-1 9 16,-8 0 0-16,-7-3-30 0,-2 0-44 0,-6-1-66 16,-5-3-86-16,-3 1-143 0,-3-1-16 15,-5-4 64-15,-6-3-347 0,-8-8-374 0</inkml:trace>
  <inkml:trace contextRef="#ctx0" brushRef="#br0" timeOffset="-62033.68">15924 5252 2589 0,'-27'-4'54'0,"4"-1"9"16,4 2 6-16,0 1 26 0,3-1 35 15,3 1 41-15,1-2 30 0,1 0 32 0,11 4-2 16,-13-6-17-16,13 6-21 0,0 0-17 16,26-11-22-16,30-3-13 0,15 6-15 15,19 1-15-15,35 3-4 0,14 2-13 0,9 6-13 16,9-2-25-16,-5 5-34 0,-5 1-39 15,-4 0-13-15,-6-1 3 0,-12 0 3 16,-14-2-2-16,-28-1 5 0,-13-1 1 16,-19-3 5-16,-9 0 28 0,-10 0 21 0,-7-3 19 15,-3 3 7-15,-6-2 5 0,-4-2 2 16,-1 2 1-16,-1-2-8 0,-2 0-2 0,-8 4-9 16,7-7-3-16,-7 7-7 0,0-6-5 15,0 6 0-15,0 0-3 0,0 0-5 0,-19-4-2 16,19 4-1-16,-27 4-5 15,9-1-7-15,-6 0-1 0,3 1 2 0,-3-1-4 16,-1 1-1-16,0-1 2 0,2 0-3 0,2 3 0 16,4-6 1-16,2 0-3 15,2 3 0-15,0-2 1 0,13-1 0 0,-20 2 1 16,20-2-4-16,-19 2 1 0,19-2 0 16,-17-2-1-16,17 2 0 0,-15-2-2 0,15 2-25 15,-17-4-29-15,17 4-42 0,-14 0-37 16,7-2-58-16,-1 0-60 0,8 2-53 0,-15-5-53 15,5 0-60-15,3 2-91 0,-1-3-103 16,-2 0 46-16,3 0-297 0,2 0-345 0</inkml:trace>
  <inkml:trace contextRef="#ctx0" brushRef="#br0" timeOffset="-61683.44">15769 5154 2660 0,'-33'-1'162'0,"9"-2"-3"0,-1 3 0 15,4-1 31-15,5 1 27 0,-2 0 34 16,5-2 38-16,13 2 22 0,-18 0 17 16,18 0-19-16,0 0-24 0,0 0-19 15,63 2-27-15,19 2-27 0,30-2-15 0,22 6-28 16,11-1-15-16,8 1-16 0,-1 2-35 15,1-2-37-15,-15 2-36 0,-9-7-37 16,-16 1-18-16,-31-1 1 0,-10-2-1 0,-20-1 1 16,-4 0 11-16,-14 0 2 0,-7-1 16 15,-6-2 6-15,-4 3-1 0,-2-2 2 0,-3-1 0 16,-3-3 0-16,-2 0-8 0,2 4-2 16,-5-4-6-16,-1 2-35 0,-3 4-53 0,6-7-84 15,-6 1-116-15,0 6-135 0,3-6-139 16,-3 6-190-16,0-10 68 0,0 10 69 15,6-8-461-15,-2 3-550 0</inkml:trace>
  <inkml:trace contextRef="#ctx0" brushRef="#br0" timeOffset="-61266.63">18372 4153 2826 0,'12'-24'-37'0,"-1"7"32"0,-2 1 14 0,2 3 30 16,-2 1 30-16,-2 1 42 0,1 3 36 16,-4-2 23-16,2 6 18 0,-3-4 8 0,1 3 1 15,0 1-6-15,-1-1-17 0,-3 5-20 16,0 0 11-16,0 0 34 0,0 0 29 15,-23 44 26-15,-7-1-19 0,-6 7 4 0,-13 21 12 16,-8 5 0-16,-2 7 2 0,-2 0-12 16,3 4-13-16,7-5-9 0,2-2-15 0,2 2-19 15,6-3-17-15,5-1-5 0,7-19-14 16,4-2-19-16,2-3-130 0,0-5 0 0,3-5 0 16,2-11 0-16,2-2 0 0,2-4 0 15,3-6 0-15,0-4 0 0,4-3 0 16,1-4 0-16,-1-2 0 0,2-1 0 15,-2-3 0-15,7-4 0 0,0 0 0 0,0 0 0 16,0 0-381-16,-9-15-149 0,11 2-119 16,1-2-160-16,8-6-29 0,5-4 108 15,5-4-717-15,6-7-896 0</inkml:trace>
  <inkml:trace contextRef="#ctx0" brushRef="#br0" timeOffset="-60900.06">18401 4609 4228 0,'3'-21'124'0,"-3"4"26"16,0 3 25-16,0 6 30 0,0-3 41 16,0 7 37-16,0 4 3 0,0-13-11 15,0 13-21-15,0 0-6 0,0 0 8 16,0 0 1-16,-13 28-13 0,-2 5-4 0,-2 10-21 16,0 3-16-16,-4 5-19 0,4-3-70 15,-5 2-114-15,2-3 0 0,3 2 0 0,2-3 0 16,1-8 0-16,3-6 0 0,-1 2 0 15,4-11 0-15,1-3 0 0,3-5 0 0,1-1 0 16,-2-5 0-16,1 1 0 0,2-2 0 16,2-8 0-16,9 8 0 0,-9-8 0 15,0 0 0-15,36-14 0 0,-8-4 0 16,10-11 0-16,2-3 0 0,4-6 0 0,-2-2 0 16,13-16 0-16,1 0 0 0,-15 13 0 15,-3 3 0-15,-5 4 0 0,-8 13 0 0,-8 2 0 16,-2 6 0-16,-5 3 0 0,-1 1 0 15,-3 6 0-15,-2 0 0 0,-4 5-352 0,1-4-191 16,-1 4-110-16,0 0-172 0,0 0-16 16,0 0 93-16,-16 16-690 0,6-5-889 15</inkml:trace>
  <inkml:trace contextRef="#ctx0" brushRef="#br0" timeOffset="-60214.93">18673 4882 4276 0,'-7'2'88'0,"7"-2"5"16,-6 6 22-16,6-6 32 0,-3 12 43 0,1-5 18 16,-5 3 13-16,5 1 16 0,1 1-13 15,-3 0-23-15,0 3-18 0,1 0-24 0,-3-1-13 16,-1 1-10-16,2-1-10 0,-2 1-10 16,-3-1-11-16,0-2-2 0,1 0-20 0,0-1-7 15,-3-1-7-15,1-2-4 0,0-3-17 16,-2-1-7-16,4-4-12 0,9 0-15 0,-17-9-27 15,7-5-14-15,7-1-21 0,1-7 3 16,4-4-2-16,5-10 4 0,5 2 0 16,1 3 3-16,3 7 1 0,-5 5 4 15,-2 5 2-15,0 7-2 0,2-1 9 16,-2 4-1-16,-2 4 10 0,-7 0 8 0,18 8 12 16,-11 0 11-16,0 3-7 0,4 1 5 15,0 3-7-15,-4 1 6 0,5-3-1 0,-1 3 2 16,1-3-4-16,-3-1 0 0,1-2 1 15,-1-3 7-15,1-1-6 0,1-3-1 0,1-1 7 16,1-4-12-16,5-1 3 0,-4-4-3 16,8-4-16-16,3-7-12 0,9-8-10 0,-2-7-13 15,6-4-10-15,2-9-14 0,12-20-11 16,-1-6 1-16,5-1 2 0,-6-5 8 0,0 3 8 16,-6 10 15-16,-14 15 21 0,-7 6 22 15,-3 13 20-15,-7 3 2 0,-6 10 8 16,1 1 7-16,-4 7 11 0,-4 4 12 15,0 6 15-15,0 0 22 0,-25 13 5 0,2 11 12 16,-9 14 6-16,-2 7 5 0,-2 8 12 16,-7 14-11-16,14-9-11 0,4-2-10 0,0 2-8 15,1-4-7-15,7-5-8 0,2-1-8 16,6-7-6-16,2-10-9 0,4-2-2 16,3-6-42-16,0-5-10 0,2-1 0 0,2-2 0 15,4-3 0-15,3-2 0 0,4-6 0 16,0 1 0-16,6-4 0 0,-2-2 0 15,2-1 0-15,-1-1 0 0,-2-1 0 16,1 0 0-16,-6 3 0 0,1-2 0 0,-3 1 0 16,0 2 0-16,-11 0 0 0,12 0 0 15,-12 0 0-15,8 5 0 0,-5-2 0 0,-3-3 0 16,2 9 0-16,1-4-388 0,-3 2-206 16,4-2-121-16,-4-5-162 0,2 14 71 0,-2-6 85 15,-2 6-670-15,2 3-844 0</inkml:trace>
  <inkml:trace contextRef="#ctx0" brushRef="#br0" timeOffset="-59349.53">18123 5608 3600 0,'1'-6'-57'0,"-1"6"37"15,-1-14 8-15,-1 5 4 0,-6 1 9 0,-2-4 17 16,-5-2 21-16,-10-6 12 0,-3 1 1 15,-16-3-1-15,-2 5-2 0,-6-2-14 16,-6 1 1-16,-3 1-7 0,-6 3 5 16,0 4-3-16,1-4-10 0,-4 7 0 0,-3 0-3 15,-1 0-4-15,-1 2 2 0,1 4-3 16,-1-2 1-16,3 1-2 0,-2 4 0 0,-1-2-2 16,3 4 3-16,-4 3 17 0,-2 0 7 15,-2 4 11-15,-3-2 7 0,-17 11-1 16,-5 1 3-16,-2 1-10 0,8 2 21 0,2 2-5 15,1 1-7-15,7 4 6 0,5-2 4 16,15-4-2-16,6 1 1 0,2 0-9 16,9 3 5-16,0 0-6 0,8 3 7 15,8 3-1-15,3 0-3 0,10 2-8 0,7 8-4 16,6-6-1-16,10 0 11 0,4 2-7 16,14 11-4-16,6 0-5 0,13-1-19 0,19 7-25 15,10-2-28-15,11-8-39 0,11-2-43 16,5-5-45-16,6 5-6 0,14-2 28 0,11 2 34 15,10 2 37-15,44 10 11 0,-39-14 7 16,44 9 4-16,-44-17 5 0,2-2 6 0,2-1 2 16,0-5 3-16,0-6 5 0,-4-5-7 15,0-9-3-15,-9-2-6 0,-6-8 5 16,-9-8 3-16,-7-7 12 0,-13-14 13 16,-9-11 21-16,-12-9 39 0,-12-9 37 0,-10-12 30 15,-16-9 15-15,-11-10-4 0,-9-8-12 16,-16-5-9-16,-14-1-13 0,-15 7-4 15,-10 5-5-15,-19 3-8 0,-16 9-12 0,-19 6-4 16,-20 11-13-16,-9 7-7 0,-15 11-8 16,2 7-25-16,-6 12-35 0,-2 8-54 0,-2 4-70 15,11 6-96-15,10 6-83 0,6 1-89 16,35 4-134-16,-1 4-78 0,5 0 70 0,7-3-356 16,0-1-394-16</inkml:trace>
  <inkml:trace contextRef="#ctx0" brushRef="#br0" timeOffset="-52901.73">26830 8860 1486 0,'0'-7'745'16,"-2"-1"-118"-16,-2 6-96 0,4 2-62 16,-1-12-40-16,1 12-30 0,-5-5-28 15,5 5-44-15,0 0-16 0,-4-8-29 0,4 8-30 16,0 0 3-16,0 0 13 0,0 0-5 16,9 35-16-16,-6-12-19 0,3 14-38 0,-3 4-16 15,5-2-14-15,-5 4-17 0,4-6-109 16,-1 4-34-16,1-6 0 0,-2 2 0 0,1-12 0 15,-1-3 0-15,-2-3 0 0,1-3 0 16,2-3 0-16,-5-2 0 0,3-3 0 0,2-3 0 16,-6-5 0-16,15 2 0 0,-15-2 0 15,29-17 0-15,-11-2 0 0,6-8 0 16,2-8 0-16,5-5 0 0,-1-7 0 0,1-5 0 16,-3-1 0-16,3 2 0 0,-4 0 0 15,-4 5 0-15,-7 12 0 0,-2 5 0 16,-4 8-45-16,-3 6-197 0,-2 5-56 0,2 3-60 15,-5 4-60-15,-2 3-55 0,0 0-81 16,0 0-111-16,0 0-75 0,2 18 74 0,-4-4-603 16,0 3-730-16</inkml:trace>
  <inkml:trace contextRef="#ctx0" brushRef="#br0" timeOffset="-52285.87">27420 9097 3824 0,'0'0'152'0,"0"0"26"0,0 0 26 0,0 0 33 16,12 2 30-16,-12-2 25 0,2 12-15 16,0-1 0-16,0 1-19 0,-2 3-14 0,-2 3-20 15,-4 1-8-15,0 2-8 0,-2 0-18 16,-4 7-14-16,-4-3-18 0,-1-1-17 0,-2-3-9 16,4-4-16-16,1-4-13 0,-1-1-11 15,5-5-18-15,1-3-22 0,3-2-22 0,6-2-32 16,-19-11-11-16,12-1-33 0,-1-7-21 15,6-6-30-15,2-15-1 0,2-2 0 0,6-12 10 16,-1 15-3-16,0 4 15 0,2 10-3 16,-6 2 11-16,3 8-3 0,-2 7 10 15,1 1 5-15,1 2 6 0,-2 5 7 16,-4 0 8-16,0 0-1 0,36 15 5 0,-15 2 3 16,2 2 3-16,2 0 4 0,0 1 2 15,2 1 1-15,-2-4-8 0,-5-3 0 0,-3-3 3 16,5-1 3-16,-8-4 7 0,4-4 1 15,-1 0 3-15,-2-6 2 0,4 0 0 0,2-6-5 16,6-6 5-16,-2-7-13 0,-3-4-12 16,5-10-16-16,-1-2 5 0,-4-7 4 0,-1-6 2 15,-3-4 3-15,2-8 5 0,-4-1 3 16,0 6 6-16,-5 7 2 0,-1 15 8 16,-4 6 6-16,-4 6-1 0,-4 9 1 15,-4 3 9-15,0 9 12 0,-1 0 9 0,-4 5 4 16,11-1 5-16,-27 15 7 0,5 4 0 15,4 8 1-15,-1 2 9 0,-3 12-11 0,8 5-2 16,0 4-6-16,1-1-2 0,4 4-5 16,-2 3-3-16,11 0-3 0,-1-10-16 0,2 0-22 15,5 9-19-15,4-7-17 0,-3-9-12 16,3-4-10-16,4-2-1 0,-3-6 6 0,0-4 7 16,-1-10 7-16,-1-1 3 15,5-2 1-15,-3-5-13 0,0 1-30 0,-1-3-54 0,0 0-77 16,-1-1-93-16,-9-2-117 15,12 4-180-15,-7-1-36 0,1 0 71 0,-1 2-441 16,3 1-498-16</inkml:trace>
  <inkml:trace contextRef="#ctx0" brushRef="#br0" timeOffset="-51952.71">28171 9163 3224 0,'-3'-8'258'0,"-1"0"36"0,2 4 19 16,2 4 11-16,-4-7-7 0,4 7-8 0,0 0 3 0,0 0-14 16,0 0-23-16,0 0-28 15,-1 31-26-15,-2-12-24 0,3-2-18 0,-2 8-21 16,2 1-17-16,0-2-34 0,0 2-25 16,2-1-18-16,2-3-25 0,0 2-22 0,2-2-2 15,-1-5-5-15,1-3 7 0,2-2-6 16,-1-1 4-16,4-5-5 0,2-2 1 0,-4-2-12 15,-9-2 1-15,28-6-2 0,-15 2-2 16,7-9-2-16,1-3-2 0,-3-5 3 0,6-5-1 16,-3-3 0-16,3-9 7 0,-3-3-18 15,-2 4-19-15,-2 4-32 0,-3 6-39 0,-3 6-39 16,-4 6-45-16,-2 5-61 0,-3 0-65 16,-7 8-51-16,5 2-56 0,-9-6-74 15,9 6-129-15,0 0-35 0,-23 10 66 16,17-2-465-16,-1-2-533 0</inkml:trace>
  <inkml:trace contextRef="#ctx0" brushRef="#br0" timeOffset="-51535.82">28749 9331 2925 0,'-4'-5'166'0,"4"5"64"0,-4-11 39 16,4 11 32-16,-3-8 20 0,3 8 10 0,-2-9-17 15,2 9-17-15,0 0-28 0,3-12-23 16,-3 12-30-16,10-5-18 0,-10 5-22 0,15-5-16 16,-5 0-16-16,1 2-24 0,1-1-16 15,-1-1-12-15,0 0-11 0,3-5-8 16,-3 3-8-16,1-3-6 0,-1-6 4 0,-2 4 7 16,1-1 4-16,-4-1 6 0,-1-1-1 15,-1 5-10-15,-4-1-5 0,-2 3-9 0,-3-2-12 16,-4 6-3-16,-4-2-2 0,-3 2-5 15,-4 6-2-15,-6 3 4 0,-9 6 3 0,7 6-3 16,-4 1 1-16,-6 9-6 16,3 4 3-16,5 1 5 0,1 4 0 0,12-5-26 0,4 1-12 15,1 1 0-15,8-6 0 16,2-1 0-16,4-1 0 0,4-4 0 0,6 7 0 16,-3-6 0-16,4-6 0 0,1-1 0 15,-1-3 0-15,4-4 0 0,0-1 0 0,2-1 0 16,1-5-3-16,0-2-177 0,3-1-55 15,2-5-76-15,-2 0-97 0,9-5-113 0,-1 2-138 16,-1-2-144-16,-6 2 67 0,-4 3-738 16,-1-3-923-16</inkml:trace>
  <inkml:trace contextRef="#ctx0" brushRef="#br0" timeOffset="-51168.9">29696 9268 4332 0,'-19'-7'169'0,"2"5"25"15,-1 4 39-15,1 0 52 0,2 3 40 0,0 1 19 16,-1 6-4-16,3 2-21 0,6-2-31 16,1 2-30-16,2 1-25 0,4-3-22 0,4 3-36 15,4-1-45-15,3 1-41 0,5-6-40 16,0 1-32-16,5-4-29 0,-1-2-11 0,0-2 4 15,1-2 6-15,4-6-3 16,-3 0 7-16,10-5 1 0,-4-1 19 0,-2-4 9 16,-4-1 3-16,-1-4 11 0,-6 4-4 15,-3 0-3-15,-5 0 4 0,0-2-6 0,-3 6-5 16,-2-1-5-16,-2 4-7 0,-4 1-16 16,1 1-16-16,-5 6-27 0,8 2-30 0,-21-4-39 15,8 6-47-15,-4 2-59 0,2 4-85 16,-5 1-106-16,7-1-119 0,0 1-146 0,1-1-89 15,7-1 60-15,2-2-660 0,3-5-824 16</inkml:trace>
  <inkml:trace contextRef="#ctx0" brushRef="#br0" timeOffset="-50851.84">30364 9143 4231 0,'0'0'266'0,"0"0"49"0,-3-9 30 16,3 9 24-16,0 0 11 0,0 0-19 15,-21 26-25-15,4 0-33 0,-1 3-32 0,-6 13-26 16,-1 3-27-16,-3 1-16 0,-3-1-20 16,3-2-23-16,-1-3-151 0,2-1-8 0,6-12 0 15,3-3 0-15,5-5 0 0,2-6 0 16,6-1 0-16,-1-8 0 0,2-1 0 0,4-3 0 16,0 0 0-16,0 0 0 15,19-31 0-15,2 2 0 0,12-10 0 0,5-10 0 16,10-19 0-16,2-9 0 0,2-5 0 15,-2-5 0-15,-3 0 0 0,3 5 0 0,-12 11 0 16,-8 19 0-16,-6 11 0 0,-8 10 0 16,-2 7-61-16,-3 10-223 0,-3 4-52 0,-4 6-68 15,-4 4-57-15,0 0-70 0,0 0-105 16,0 29-143-16,-6-8 72 0,-5 10-651 0,-4 14-812 16</inkml:trace>
  <inkml:trace contextRef="#ctx0" brushRef="#br0" timeOffset="-50702.99">30244 9300 3853 0,'-14'7'94'0,"0"-2"57"0,6-2 42 0,1 1 37 16,7-4 33-16,-9 5 17 0,9-5-11 15,0 0-30-15,0 0-32 0,0 0-51 0,0 0-101 16,0 0-87-16,0 0-106 0,45-14-122 16,-15 4-142-16,5-4-168 0,1 2-120 0,15-10 60 15,3-2-482-15,7-1-580 0</inkml:trace>
  <inkml:trace contextRef="#ctx0" brushRef="#br0" timeOffset="-50486.11">31110 8777 3440 0,'-9'-7'226'16,"-1"2"46"-16,2 2 54 0,1-1 44 16,7 4 20-16,0 0 3 0,-20 2-5 15,11 3-16-15,-3 5-15 0,-1 6-7 0,-6 13-21 16,-5 11-30-16,-3 6-33 0,-2 5-21 15,1 4-77-15,-3 1-168 0,3 2 0 0,-1-4 0 16,4 1 0-16,2-2 0 0,1-2 0 16,1-5 0-16,5 1-242 0,3-12-190 0,2-4-109 15,1-10-108-15,6-3-110 0,2-6-35 16,0-2 77-16,4-5-663 0,2 0-833 16</inkml:trace>
  <inkml:trace contextRef="#ctx0" brushRef="#br0" timeOffset="-50318.77">30798 9385 3749 0,'4'-15'87'0,"-1"3"92"0,1 2 69 16,0 1 53-16,-1-1 52 0,3 2 19 16,-3-3-3-16,8 1-17 0,0-4-28 0,1 1-35 15,3-1-32-15,4-5-51 0,3-3-67 16,3 3-99-16,2-6-113 0,0 6-120 0,-1 0-132 16,-1-3-152-16,0 7-161 0,-8 3-157 15,-1 6 71-15,-7-2-650 0,-4 8-828 16</inkml:trace>
  <inkml:trace contextRef="#ctx0" brushRef="#br0" timeOffset="-50151.17">30750 9358 4109 0,'-8'17'162'0,"3"1"62"0,-2-3 52 16,5-1 22-16,-3 2 9 0,5-3-15 0,2-1-25 15,0-1-27-15,1 1-35 0,4 0-69 16,-2-6-86-16,6 1-85 0,0-3-91 0,3 0-104 15,1-4-131-15,1 0-137 0,0-4-167 16,4 0-38-16,-1-1 72 0,2-3-497 16,7-4-597-16</inkml:trace>
  <inkml:trace contextRef="#ctx0" brushRef="#br0" timeOffset="-49785.58">31198 9304 3212 0,'-6'-4'132'16,"6"4"52"-16,0 0 45 0,-12-3 30 16,12 3 23-16,0 0 18 0,0 0 5 0,0 0-6 15,0 0-27-15,0 0-22 16,48 3-29-16,-29-3-21 0,0 2-18 0,1-2-18 0,-4 0-23 16,4 0-13-16,-6-2-15 15,6 0-11-15,-4-1-6 0,-4 0-9 0,3 1 1 16,-5-3 3-16,1 1-6 0,-11 4-14 15,10-7-7-15,-10 7-7 0,0 0-4 0,0 0-9 16,-22-6 2-16,22 6-5 0,-36 3-2 16,12 4-5-16,-8 1 0 0,0 4-7 0,3 2-8 15,2 3 2-15,2 2-4 0,4 1 1 16,3 3 1-16,0 0 1 0,5 3-2 16,3-6 6-16,3-2 3 0,3-2-6 0,4-1 6 15,2-1-7-15,1 0-36 0,5-2-62 16,4 0-77-16,4-2-87 0,9-3-102 15,11 0-126-15,-5-4-122 0,15-5-136 16,-1-1-72-16,14-5 75 0,-1-8-647 0,1-1-825 16</inkml:trace>
  <inkml:trace contextRef="#ctx0" brushRef="#br0" timeOffset="-49535.4">31992 9218 3696 0,'2'-7'9'15,"0"-1"96"-15,-2 8 66 0,2-7 58 16,-2 7 46-16,0 0 6 0,0 0 31 0,0 0 12 15,0 0 11-15,0 0 8 0,-32 10 1 16,5 7-23-16,-9 9-17 0,0 6-32 16,-7 4-20-16,2 5-31 0,-1 2-23 15,-2-1-27-15,-2 4-143 0,6-2-28 0,-2-2 0 16,6-3 0-16,6-5 0 0,5-10 0 16,3-5-113-16,10-1-108 0,2-9-39 15,4-1-37-15,2-6-38 0,4-2-42 0,0 0-26 16,0 0-41-16,0 0-41 0,23-31-25 15,-8 6-24-15,3-6 20 0,1-8 38 0,-1-2-620 16,4-2-566-16</inkml:trace>
  <inkml:trace contextRef="#ctx0" brushRef="#br0" timeOffset="-49402.39">31573 9436 2838 0,'9'-28'-53'0,"-1"9"66"0,-4 3 35 15,0 7 16-15,-6 1 28 0,2 8 13 16,0 0 30-16,0 0 14 0,0 0 10 0,-21 19-7 0,15-7-11 16,-1 4-15-16,1-1-15 15,2 1-9-15,2-1-28 0,0-1-45 0,2-1-47 16,2 1-69-16,1-1-74 0,2-3-86 15,-1 2-117-15,0-2-150 0,-1-1-19 0,-1 4 52 16,-4-1-159-16,-3 2-136 0</inkml:trace>
  <inkml:trace contextRef="#ctx0" brushRef="#br0" timeOffset="-49069.88">28783 10007 2310 0,'7'-14'555'0,"0"2"8"0,-2-1 9 0,1 5 12 16,-2 1-13-16,-3 2-38 0,-1 5-31 15,0 0-36-15,0 0-36 0,20 16-41 0,-15 5-36 16,1 10-31-16,-1 4-281 0,-5 3-41 16,5 3 0-16,-8-2 0 0,3 6 0 0,-2-6 0 15,2 1 0-15,0-9 0 16,-1-3 0-16,1-5 0 0,-2 0 0 0,2-4 0 16,-2-6-271-16,2-1-255 0,-2-3-116 15,2-3-125-15,0-6-52 0,-2 5 73 0,2-5-757 16,0 0-950-16</inkml:trace>
  <inkml:trace contextRef="#ctx0" brushRef="#br0" timeOffset="-48919.02">28962 10183 4034 0,'7'-15'99'0,"-5"3"73"0,9-2 55 0,1-1 39 16,8-6 58-16,3 1-15 0,-1 3-12 16,3-1-28-16,0 1-27 0,2 1-34 15,0 5-55-15,-7 1-68 0,-3 0-81 16,1 4-109-16,-3-1-120 0,-2 1-148 0,-1 2-148 15,-1-2-194-15,-4 4 11 0,2 2 75 16,-9 0-533-16,0 0-629 0</inkml:trace>
  <inkml:trace contextRef="#ctx0" brushRef="#br0" timeOffset="-48719.87">29105 10142 3639 0,'-2'9'288'0,"2"-3"68"0,-1 5 59 0,2-1 51 16,1 2 31-16,4 2-5 0,-1 1-37 15,3 2-48-15,2 0-37 0,-3 0-43 16,4 0-34-16,1 1-107 0,-2-3-186 0,1 3 0 16,-1-6 0-16,-1-1 0 0,0 0-78 15,2-1-240-15,-4-3-114 0,2 0-108 0,0-4-132 16,0 2-159-16,0-3 71 0,0 0 82 16,1-2-642-16,-10 0-778 0</inkml:trace>
  <inkml:trace contextRef="#ctx0" brushRef="#br0" timeOffset="-48369.56">29708 10247 4148 0,'0'0'322'0,"0"0"65"0,0 0 22 16,0 0 22-16,-20-12 9 0,20 12-28 16,0 0-25-16,0 0-41 0,0 0-31 15,20-6-33-15,-9 3-33 0,2-1-186 0,1 3-63 16,0-2 0-16,-2-1 0 0,-1 0 0 15,5-2 0-15,-7 2 0 0,2-1 0 0,-2-2 0 16,-6 2 0-16,3-2 0 0,-4 2 0 16,-2 5 0-16,-6-12 0 0,-4 7 0 0,-3 2 0 15,-2 1-21-15,-4 4-77 0,-8-1 11 16,4 4 9-16,1 2 14 0,-8 5 5 16,1 2 29-16,0 2 35 0,6 2 34 15,2 3 29-15,2 2 33 0,6-2 19 0,1 1-16 16,2-3-104-16,5 3 0 0,3-5 0 15,2 1 0-15,2 1 0 0,5 0 0 0,5-2 0 16,1-2 0-16,14 4 0 0,0-5 0 16,5-4 0-16,6-3 0 0,4-4-321 0,0-3-190 15,2 0-152-15,15-6-186 0,2-3 29 16,4-3 84-16,2-2-723 0,-1-6-909 0</inkml:trace>
  <inkml:trace contextRef="#ctx0" brushRef="#br0" timeOffset="-48019.75">30692 10084 4184 0,'0'0'153'0,"-9"-7"70"0,9 7 72 16,-14-2 71-16,14 2 40 0,0 0 24 0,-24 15 5 15,10-2-7-15,-5 11-30 0,-9 8-33 16,0 9-34-16,-9 4-154 0,-3 4-177 16,-12 18 0-16,2 0 0 0,-2-2 0 0,6-2 0 15,10-14 0-15,1-4 0 0,7-3 0 16,3-6 0-16,6-10 0 0,4-4 0 0,4-5-123 15,5-6-181-15,-1-8-32 0,6 0-44 16,1-3-32-16,0 0-22 0,0 0-13 16,14-37-19-16,-3 8-5 0,2-7 21 15,6-12 39-15,0-7 82 0,1 1 98 0,-4-4 104 16,0 2 73-16,-1 9 44 0,-3 12 54 16,-5 4 49-16,1 8 49 0,-5 8 32 0,1 3 29 15,-4 6 20-15,0 2 10 0,0 4-8 16,0 0-18-16,0 0-25 0,0 0-19 0,0 0-25 15,-11 21-47-15,7-9-57 0,2-2-80 16,2 0-102-16,0-1-114 0,-1 1-111 0,1-3-165 16,0 2-92-16,-2-6 66 15,-3 3-387-15,5-6-431 0</inkml:trace>
  <inkml:trace contextRef="#ctx0" brushRef="#br0" timeOffset="-47434.7">26710 8932 3062 0,'0'0'184'0,"-23"8"-13"15,1-4-23-15,-17 8-9 0,-19 5 21 0,-6 7 45 16,-17 15 35-16,-4 4 19 0,-4 6 0 15,-5 3-12-15,-2 6-18 0,5 6-10 0,6 2-9 16,6 0-6-16,9-2 3 16,13-8-3-16,21-15-8 0,7 0-13 0,15-7-13 15,7-1-12-15,9-4-14 0,9 2-7 16,16 7-16-16,12 0-7 0,9-2-16 0,25 10-24 16,7-2-4-16,10 0-8 0,6-2-8 15,14-4-13-15,0-4-28 0,9-3-54 0,-2-9-41 16,1-3-44-16,2-7-50 0,-1-3-34 15,-5-7-12-15,1-4 27 0,-26-2 50 0,-6-1 62 16,-2 0 39-16,-15-4 37 0,-5 1 33 16,-16-1 46-16,-7 4 41 0,-12 2 18 0,-7-3 2 15,-2 3-3-15,-4 1-8 16,-1 1-9-16,-2-1-12 0,-1 0-16 0,-9 2-11 16,17 0-42-16,-7 2-59 0,-10-2-91 15,13 5-125-15,-3-2-170 0,-7 1-208 0,-3-4-215 16,14 5 64-16,-14-5 72 0,9 4-679 15,-9-4-831-15</inkml:trace>
  <inkml:trace contextRef="#ctx0" brushRef="#br0" timeOffset="-46486.94">27888 11448 3024 0,'2'-13'978'0,"-2"3"-495"15,1 1-184-15,-1 3-55 0,0 6 5 16,0 0 33-16,0 0-13 0,0 0-21 0,-28 32-7 16,10-6-15-16,2 0-10 0,-6 3-22 15,5 1-16-15,-4-3-17 0,4 2-16 0,0-3-12 16,2-3-16-16,2-6-8 0,2-3-15 15,4-2-7-15,2-3-11 0,-1-1-1 16,2-4-28-16,4-4-31 0,0 0-16 16,0 0-14-16,0 0-24 0,10-29-13 0,2 0-21 15,8-13-19-15,3-5-7 0,0-5 9 16,3 3 3-16,-1 3 15 0,-2 5 20 16,-7 14 5-16,-3 6 8 0,-4 5-5 0,1 6 21 15,-3 5 16-15,-1 3 28 0,-6 2 23 16,0 0 6-16,23 19-12 0,-12-4-4 0,5 12-1 15,2 2 10-15,7 9 11 0,4-3-4 16,-1 1-8-16,7-3-6 0,-10-9-1 0,1-2-7 16,-1-5-6-16,-6-3 1 15,-3-4-7-15,-4-2-1 0,1-2 5 0,-2-1-2 16,-2-3 3-16,-2 2 18 0,-7-4 15 16,0 0 3-16,0 0-58 0,0 0 0 0,0 0 0 15,0 0 0-15,0 0 0 0,-40-15 0 16,16 13 0-16,-3-2 0 0,-1 0 0 0,-1 2 0 15,1 1 0-15,5 1 0 0,-4 0 0 16,6 0 0-16,0 1 0 0,4-1 0 0,2 2-49 16,1-2-269-16,3 0-81 0,11 0-96 15,-18-3-109-15,17-6-191 0,2-3 9 16,7-5 83-16,9-10-672 0,12-4-828 0</inkml:trace>
  <inkml:trace contextRef="#ctx0" brushRef="#br0" timeOffset="-46118.53">28673 11054 3988 0,'7'-12'153'0,"-3"7"25"16,-2 3 34-16,-2 2 55 0,0 0 62 0,-9 23 8 15,-2-6-3-15,-1 13-12 0,-2 4-22 16,-7 9-25-16,7 1-24 0,0-1-27 0,2-4-19 16,1-3-21-16,0-1-16 15,2-4-19-15,4-5-13 0,-1-3-17 0,2-8-59 0,1 1-60 16,-1-2 0-16,0-4 0 15,4-2 0-15,0-1 0 0,0-7 0 0,0 7 0 16,0-7 0-16,0 0 0 0,0 0 0 16,0 0 0-16,0 0 0 0,8-27 0 0,-12 18 0 15,0 2 0-15,-2 0 0 0,-5 1 0 16,0 4 0-16,-5 2 0 0,-2 2 0 0,-6 4 0 16,-6 5 0-16,-1 2 0 0,7 3 0 15,4-3 0-15,5 1 0 0,0 2 0 0,5-1 0 16,3-1 0-16,3-1 0 0,2 1 0 15,4-2 0-15,4-2 0 0,1 3 0 0,2-5 0 16,7-1 0-16,4-2 0 0,0-2-68 16,7-5-369-16,11-3-143 0,0-1-157 15,13-8-121-15,1-3 75 0,0-4-825 16,-2-4-1048-16</inkml:trace>
  <inkml:trace contextRef="#ctx0" brushRef="#br0" timeOffset="-45719.76">29322 11017 4765 0,'0'0'106'16,"0"0"55"-16,-32 18 55 0,14 5 46 15,2 2 15-15,-4 4 4 0,6 6-2 16,-8 8 0-16,5 1-6 0,4-6-12 0,-3 7-22 16,5-8-22-16,4-4-18 0,-1-1-15 15,2-8-18-15,0-3-140 0,6-5-26 16,-3-3 0-16,3-1 0 0,0-3 0 0,2-2 0 15,-2-7 0-15,1 7 0 0,-1-7 0 16,0 0 0-16,0 0 0 0,0 0 0 0,18-24 0 16,-16 10 0-16,-2 0 0 0,-2 1 0 15,-4-2 0-15,-2 3 0 0,-3 2 0 16,-8 2 0-16,0 4-48 0,-8 6-6 0,-11 4 18 16,3 7 29-16,1 3 35 0,-6 11 37 15,4 2-13-15,2 0-52 0,7 4 0 16,6-8 0-16,5 4 0 0,2-1 0 0,4-4 0 15,5-3 0-15,0-3 0 0,5-4 0 16,5 1 0-16,0-1 0 0,7-3 0 16,1-4 0-16,4-2 0 0,2-2 0 0,5-3 0 15,12-5 0-15,1-4 0 0,3 1-491 16,6-10-177-16,5 0-139 0,-5-4-45 0,1 0 78 16,-4 5-790-16,-13 0-1007 0</inkml:trace>
  <inkml:trace contextRef="#ctx0" brushRef="#br0" timeOffset="-45419.83">29393 11701 4685 0,'-6'2'148'0,"6"-2"35"16,0 0 50-16,0 0 51 0,-15 2 25 16,15-2 9-16,0 0-9 0,0 0-24 0,0 0-24 15,0 0-28-15,0 0-23 0,0 0-23 16,0 0-17-16,0 0-16 0,0 0-25 0,0 0-36 15,42-6-93-15,-37 3 0 0,-5 3 0 16,10-11 0-16,-6 6 0 0,0-2 0 0,0 1 0 16,-4 6 0-16,3-11 0 0,1 5-32 15,-4 6-46-15,2-11-3 0,-2 11 7 0,-4-9-8 16,4 9 4-16,-5-7-11 0,5 7-13 16,-10-2-24-16,10 2-32 0,0 0-40 15,-25 2-44-15,15 2-63 0,1 2-71 16,-2-2-78-16,-5 3-103 0,7-1-176 0,-2 0 56 15,3 0 78-15,2-4-472 0,6-2-544 16</inkml:trace>
  <inkml:trace contextRef="#ctx0" brushRef="#br0" timeOffset="-45053.52">29988 10876 2868 0,'0'-23'93'0,"1"5"61"0,-2 5 22 15,1 1 15-15,0 4 21 0,0 8 37 16,-2-6 35-16,2 6 57 0,0 0 25 0,0 0 19 16,-14 26 1-16,10-3-5 0,-3 12-11 15,-4 17 9-15,-5 5-8 0,-3 6 9 0,-7 18-17 16,-5 3-121-16,-1 2-242 0,-3-4 0 15,2 1 0-15,-4-5 0 0,2-2 0 0,-1-5 0 16,8-10 0-16,-1-6 0 16,4-2 0-16,-2-4 0 0,6-4 0 0,-1-4 0 15,4-12 0-15,5-4 0 0,1-3 0 16,5-9 0-16,2 1 0 0,-1-5 0 0,0-1 0 16,6-3 0-16,-2 1 0 0,2-6 0 15,0 0 0-15,0 0 0 0,0 0-24 0,0 0-815 16,23-19-116-16,-11 8 86 0,3-2-1003 15,9-8-1296-15</inkml:trace>
  <inkml:trace contextRef="#ctx0" brushRef="#br0" timeOffset="-43836.9">30262 11579 4854 0,'4'-17'-165'0,"-1"1"60"0,-1 5 58 16,-2-1 46-16,-4 4 29 0,3 2 28 15,-7-1 17-15,-4 2 20 0,-3 5 21 0,-4 1 13 16,-6 6 16-16,-7 3 27 0,-4 6 16 16,-4 4 22-16,0 4-13 0,5 5 6 15,5 0-3-15,6-6 2 0,2 2 0 0,3 4-2 16,6-5-3-16,4-4-11 0,1-1-11 15,4-2-19-15,4-3-15 0,2-3-13 16,1 0-30-16,6-3-39 0,2 1-53 0,4-6-45 16,4-1-63-16,2-2-42 0,13-5-39 15,4-4-30-15,9-10-29 0,0-3-23 0,-3-7-28 16,1-9-7-16,1-7 6 0,12-18 6 16,-4-5 15-16,0-8 8 0,-2-8 3 15,-4-5 14-15,2-5 35 0,-2-3 36 0,-4 5 36 16,-6 13 26-16,-13 25 17 0,-8 5 29 15,-9 15 29-15,-8 10 30 0,-4 8 42 0,-3 8 41 16,-7 6 41-16,-1 6 31 16,-16 9 21-16,3 8 19 0,-6 8 8 0,-1 5 6 15,7 7 0-15,-1 5-15 0,4 1-16 16,2 3-12-16,4 0-7 0,4-1 1 0,-1 5 8 16,1-5 10-16,6 4 4 0,1-15-3 15,0 1-11-15,7 2-12 0,-1-12-20 0,2-5-11 16,0-7-13-16,0 3-6 0,2-5-5 15,1-1-12-15,3-4-5 0,0-3-4 0,5-2-14 16,-3-1-3-16,-8-4-15 16,21 2-6-16,-21-2-2 0,18 0-7 0,-18 0 3 0,18 0-3 15,-18 0-8-15,16 0-4 0,-16 0 5 16,11 1 0-16,-11-1-1 0,11 6 11 16,-7-3-4-16,-4-3 2 0,14 10 2 15,-9-5-3-15,1-1-6 0,-1 2 1 0,3-2-1 16,0 1 3-16,1 0 8 0,-9-5-2 15,18 5-3-15,-9-1 3 0,0-1-5 16,1 0 0-16,-10-3-7 0,17 4 2 0,-11-2-6 16,-6-2-2-16,15 3-6 0,-15-3 0 15,9 5 0-15,-9-5 0 0,0 0 0 0,12 0 0 16,-12 0 0-16,0 0 0 0,0 0 0 16,11 2 0-16,-11-2 0 0,0 0 0 15,0 0 0-15,0 0 0 0,12 3 0 16,-12-3 0-16,0 0 0 0,0 0 0 0,6 7 0 0,-6-7 0 15,0 0 0-15,4 7 0 16,-4-7 0-16,5 8 0 0,-5-8-18 0,9 5-48 16,-9-5-33-16,14 5-20 0,-8-5-32 15,-6 0-27-15,21-4-27 0,-12 0-27 0,6 0-22 16,1-4-14-16,0-4-8 0,8-6-4 16,1-6 3-16,3-9-4 0,3-4-2 0,-5-5-1 15,7-5 18-15,-3-7 20 0,12-18 29 16,-1-5 27-16,0 0 33 0,1 1 27 0,-4 3 47 15,-7 16 31-15,-4 5 39 0,-7 12 27 16,-6 6 17-16,-7 14 23 0,-1 6 26 0,-4 1 17 16,-4 6 27-16,0 3 20 15,2 4 20-15,0 0 7 0,-21 18 2 0,8-3 4 16,-3 16 13-16,-4 10 1 0,-1 9 3 16,-3 5 9-16,-1 3 1 0,0 21 38 0,3-15 16 15,-6 23-3-15,-3-7-22 0,3-2-23 16,5-17-21-16,-1-1-18 0,0-1-9 15,3-4-22-15,2-5-10 0,0-5-14 0,5-10-14 16,3-3-1-16,2-10-12 0,3-4-73 16,2-8-16-16,-2 0 0 0,6-3 0 0,0-7 0 15,0 0 0-15,0 0 0 0,0 0 0 16,0 0 0-16,0 0 0 0,33-18 0 16,-26 10-1-16,0 2-68 0,-2 0-12 15,-1-1 5-15,-4 7 8 0,5-6-1 0,-5 6 9 16,8-7 7-16,-8 7 2 0,0 0 12 15,0-8 6-15,0 8 11 0,0 0 15 0,0 0 9 16,0 0 2-16,0 0 3 0,0 0 3 16,-33 6 0-16,33-6 0 0,-14 5-1 0,14-5-6 15,-14 4-21-15,6-1-38 0,8-3-51 16,-16 3-53-16,7 1-66 0,-2-2-86 0,0 1-100 16,1 1-106-16,-3-3-142 0,-3 1-78 15,5 0 67-15,-6 1-601 0,4 1-731 16</inkml:trace>
  <inkml:trace contextRef="#ctx0" brushRef="#br0" timeOffset="-43603.83">31092 11937 3976 0,'-30'7'361'0,"8"-1"36"0,-17 0 1 15,-16 2 8-15,-16 1 9 0,-4-2 1 16,-29 6-12-16,-6-1-34 0,-2 5-35 0,-3 0-36 15,-3-1-34-15,-1 0-116 0,1 1-149 16,5 2 0-16,5-4 0 0,10 6 0 16,23-7 0-16,3 1 0 0,7 4-30 15,6-2-366-15,7 0-119 0,5 1-144 0,15-7-168 16,1 3 21-16,8-3 87 0,6-1-723 16,5-3-891-16</inkml:trace>
  <inkml:trace contextRef="#ctx0" brushRef="#br0" timeOffset="132396.84">4889 12628 716 0,'0'0'399'0,"0"0"-101"0,-5-6-58 0,5 6-29 16,0 0-17-16,-6-9 4 15,6 9-3-15,0 0-9 0,-5-8 7 0,5 8-3 16,0 0-1-16,-9-6-6 0,9 6-3 15,0 0-8-15,-3-6-3 0,3 6-13 0,0 0-7 16,0 0-10-16,0 0-11 0,0 0-7 16,-4-6-3-16,4 6-2 0,0 0-4 15,0 0-3-15,0 0 2 0,0 0-6 0,0 0-1 16,0 0 5-16,0 0 2 0,0 0 6 16,0 0 0-16,0 0-1 0,0 0-6 15,21-5-5-15,-21 5-2 0,15-2 9 16,-15 2-17-16,21 0-7 0,-11-1-3 0,-10 1-4 0,23 0-3 15,-9 0-2-15,2 1-14 0,-1-2-9 16,4 2-4-16,3-1-6 0,-4 0-3 16,1 0-2-16,3 0-2 0,-2 0-1 15,-1 0-6-15,3 0-1 0,-4 2 1 16,2-4 1-16,-1 2-7 0,1 0 2 0,-4 0-27 16,2 2 12-16,-4-4 12 0,1 2 4 15,-15 0 0-15,25 2-5 0,-13-2 0 0,-12 0-6 16,20 0 3-16,-9 2 7 0,-11-2-13 15,22 0-1-15,-7 2 0 0,-2-2 1 0,3 1-8 16,-1-1 4-16,2 2 0 16,2-2 1-16,2 2 2 0,0-2 1 0,3-2-7 15,-2 2 3-15,-1-2-5 0,2 2 1 16,-3 0-4-16,2 0 2 0,-5 0 0 0,0-1 0 16,-3 1 3-16,-5 0 0 0,2-2-6 15,-11 2 6-15,19 0-2 0,-19 0-1 16,14-2 0-16,-14 2-5 0,13 0 7 0,-13 0-1 15,11 0-3-15,-11 0 1 0,12 0 0 16,-12 0 1-16,11-2 1 0,-11 2-2 0,14 0 5 16,-14 0-11-16,11-1 5 0,-11 1 0 15,11 0-1-15,-11 0 3 0,12-3 3 16,-12 3-5-16,19 0 1 0,-5 0-2 16,0 0 1-16,6 0 1 0,3 0-4 0,3 0-1 15,1 0 6-15,1-2 0 0,-1 4 6 16,2-2-13-16,-1 0 6 0,1 0 6 0,0 0-11 15,-3 0 2-15,-2 0 2 0,-8 0 9 16,0 0-7-16,-1 0-4 0,-1 0 1 16,-14 0-1-16,20 0 6 0,-20 0-6 0,17 3 4 15,-17-3 4-15,13 0-4 0,-13 0 3 16,0 0-2-16,18-3 0 0,-18 3 0 0,0 0-8 16,18 0 4-16,-18 0-1 15,12 0-3-15,-1-2 0 0,-11 2 6 0,22-4-3 0,-9 4-1 16,0 0 3-16,2-2-4 0,-15 2 0 15,25 0 0-15,-16 0 6 0,-9 0-2 16,25-2 8-16,-13 2-7 0,1 0-3 16,3 0 5-16,-3-2-3 0,3 2 0 0,-3 0 3 15,-13 0-3-15,25-2-1 0,-16 2 2 16,-9 0 0-16,19-2 3 0,-19 2-2 0,17 0-2 16,-17 0-2-16,10-2 3 0,-10 2 1 15,0 0-1-15,15 0-1 0,-15 0 4 16,0 0-4-16,14-2-2 0,-14 2-2 0,0 0 1 15,0 0 5-15,14-2-3 0,-14 2-3 16,0 0 4-16,16 0 3 0,-16 0-1 0,15-1-3 16,-4-1 0-16,5 1 2 15,0-2 4-15,6 3-6 0,-3-2 1 0,1 0-4 16,2 0 4-16,-3 0-4 0,-1 2 14 16,2-2-16-16,-1 2 6 0,-4 0 1 0,3-2 0 15,-6 2-6-15,-12 0 2 0,24 0 1 16,-24 0-2-16,14 0 4 0,-14 0 1 0,18 0 2 15,-18 0-2-15,13-2 2 0,-13 2-3 16,17-3-2-16,-17 3 1 0,11 0 4 0,-11 0-2 16,0 0 2-16,18 0-2 0,-18 0-3 15,0 0-3-15,19-1 4 0,-19 1-4 16,19-2 1-16,-2 2 4 0,4 0-5 16,6-2 5-16,3 2-4 0,11-2-6 15,0 2 1-15,1-2-7 0,0 2-8 0,-7 0 6 16,-5 0-10-16,-1 0-1 0,-6 0-2 15,-3 0-11-15,-1 0 6 0,-4 0 3 0,1 0 12 16,-16 0 2-16,21 0 1 0,-21 0-3 16,22 0 0-16,-22 0 6 0,14 0 3 0,-14 0 3 15,17-3-4-15,-17 3 0 0,12 0 7 16,-12 0 0-16,15-4 7 0,-15 4-11 0,15-4 2 16,-15 4 1-16,11-4 8 15,-11 4-8-15,14-2 17 0,-14 2-18 0,13-4-3 16,0 2 12-16,3 0-8 0,7 0 4 15,4 0-4-15,14 1 0 0,-1-1-2 16,4 2-3-16,0 0-2 0,-2-2-8 0,2 2-9 16,-5 0 2-16,2-1 2 0,-5 1 4 15,-7 0-1-15,-1-1 4 0,-4 1 4 0,-6 0 0 16,1 0 5-16,-4 0 1 0,-1 0 0 16,-14 0 0-16,20-2 1 0,-20 2 1 0,20 0 0 15,-20 0 15-15,16 0-15 0,-16 0 7 16,12-2-12-16,-12 2 9 0,13 0 1 0,-13 0 4 15,18-2 1-15,-18 2-8 16,19-2 2-16,-19 2 1 0,19 0-4 0,-9-1 5 16,3 0-3-16,-13 1 11 0,27 0-11 15,-18-3 1-15,-9 3 4 0,21 0 3 16,-21 0-6-16,15-1 7 0,-15 1-3 0,14 0-5 16,-14 0 3-16,11-2 4 0,-11 2 3 15,0 0-6-15,0 0 3 0,17-2-6 0,-17 2-3 16,0 0 4-16,12-2 1 0,-12 2 3 15,0 0 6-15,0 0-7 0,15-2-6 0,-15 2 1 16,9-3 0-16,-9 3-1 16,0 0 4-16,13-2 3 0,-13 2-4 0,0 0 7 0,14-1-8 15,-14 1 1-15,0 0 2 0,11-2 0 16,-11 2 10-16,0 0-8 0,12-4-3 16,-12 4 1-16,0 0 1 0,15-3-1 15,-15 3 1-15,9-2-4 0,-9 2 4 16,0 0 0-16,0 0-4 0,12-3 2 0,-12 3 1 15,0 0 2-15,0 0-4 0,11-2 4 16,-11 2 0-16,0 0-2 0,13-3 3 0,-13 3-2 16,0 0-1-16,0 0 0 0,0 0 0 15,11-2 0-15,-11 2 8 0,0 0-3 0,0 0-5 16,0 0-4-16,0 0 4 0,0 0-1 16,0 0-3-16,0 0 7 0,0 0-14 15,12 7 15-15,-12-7-7 0,4 8 5 0,-1-1-1 16,-1 0 1-16,2 3 0 0,-3 0 9 15,-1 1-2-15,2 1 7 0,0 1 7 16,-2 1-4-16,2 4 3 0,-2-1 1 0,0 2 3 16,0 0 3-16,0 1 2 0,0 1 25 15,0 3 6-15,-2-2-1 0,2 2 21 16,0 0 14-16,-2-2-9 0,2 2-13 0,2-1 22 16,-2 0-8-16,2-5-6 0,-2 3-7 15,2-2-7-15,0-3-6 0,-1-2-5 0,-1-3-9 16,2 2-48-16,0-1 0 15,0-3 0-15,0-2 0 0,0 1 0 0,1-1 0 0,-3-7 0 16,1 12 0-16,-1-12 0 16,0 10 0-16,0-10 0 0,0 9 0 0,0-9 0 15,0 8 0-15,0-8 0 0,0 0 0 16,2 11 0-16,-2-11 0 0,-2 8 0 0,2-8 0 16,4 10 0-16,-4-5 0 0,2 4 0 15,0 0 0-15,1-1 0 0,-1 4 0 0,0 1 0 16,4 1 0-16,-5 1 0 0,6 1 0 15,-5-1 0-15,2 0 0 0,-3 1 0 0,1 2 0 16,0-1 0-16,2-1 0 0,-2-3 0 16,-2 1 0-16,1-1 0 0,1-2 0 15,-2 1 0-15,2-2 0 0,-2-1 0 0,2-1 0 16,-2 0 0-16,0 0 0 0,2-1 0 16,0 1 0-16,-2-8 0 0,0 10 0 15,0-2 0-15,0-8 0 0,0 9 0 16,2-3 0-16,-2-6 0 0,0 12 0 0,0-6 0 15,0-1 0-15,0 3 0 0,-2-2 0 16,2 2 0-16,0 1 0 0,0-9 0 0,0 12 0 16,-2-6 0-16,0 3 0 0,2 0 0 15,0-1 0-15,0 1 0 0,0-1 0 0,0 1 0 16,-2-3 0-16,2 1 0 0,0 2 0 16,0-9 0-16,0 10 0 0,0-5 0 15,0-5 0-15,-2 11 0 0,2-11 0 16,0 6 0-16,0-6 0 0,0 8 0 0,0-8 0 15,0 0 0-15,0 8 0 0,0-8 0 16,0 0 0-16,-2 7 0 0,2-7 0 0,0 0 0 16,0 0 0-16,0 0 0 0,0 6 0 15,0-6 0-15,0 0 0 0,0 0 0 0,0 0 0 16,-1 8 0-16,1-8 0 0,0 0 0 16,0 0 0-16,-2 6 0 0,2-6 0 0,-2 5 0 15,2-5 0-15,0 0 0 0,-2 10 0 16,2-10 0-16,-2 4 0 0,2-4 0 15,0 0 0-15,-2 8 0 0,2-8 0 0,0 0 0 16,-1 6 0-16,1-6 0 0,0 0 0 16,0 0 0-16,-6 6 0 0,6-6 0 15,0 0 0-15,0 0 0 0,0 0 0 16,0 0 0-16,0 0 0 0,-7 5 0 0,7-5 0 16,0 0 0-16,-5 2 0 0,5-2 0 15,0 0 0-15,0 0 0 0,0 0 0 0,-7 4 0 16,7-4 0-16,0 0 0 0,0 0 0 15,0 0 0-15,-14 0 0 0,14 0 0 0,0 0 0 16,-17-2 0-16,17 2 0 0,-14-4 0 16,14 4 0-16,-18 0 0 0,9 0 0 0,-7-3 0 15,1 3 0-15,1 0 0 0,-1 0 0 16,-4-1 0-16,3 1 0 0,0 1 0 16,-2-1 0-16,3 0 0 0,0 0 0 15,-2 0 0-15,-1 0 0 0,4 0 0 0,-2 0 0 16,-1 0 0-16,2 0 0 0,-2-1 0 15,-1 1 0-15,-1 0 0 0,1 0 0 0,-4 1 0 16,1-1 0-16,1 3 0 0,-2-3 0 16,-1 2 0-16,3-2 0 0,1 2 0 0,-3 0 0 15,6 0 0-15,-4-1 0 0,7 2 0 16,-2-3 0-16,2 0 0 0,-1 2 0 16,1 0 0-16,3 0 0 0,1-2 0 15,9 0 0-15,-22 2 0 0,15-2 0 0,7 0 0 16,-17 2 0-16,7-2 0 0,10 0 0 15,-15 2 0-15,3-2 0 0,12 0 0 16,-20 0 0-16,10 0 0 0,-3 0 0 0,0 0 0 16,-1 2 0-16,-1-2 0 0,2 0 0 15,0 0 0-15,-3 0 0 0,3 0 0 0,-1 0 0 16,-1 0 0-16,1 0 0 0,2 0 0 16,-4 0 0-16,1 0 0 0,1 0 0 0,3 0 0 15,-2 0 0-15,-3 0 0 0,4 0 0 16,-4 0 0-16,7 0 0 0,-7 3 0 15,1-3 0-15,1 0 0 0,-1 2 0 0,3 0 0 16,-4 0 0-16,3 2 0 0,-5-2 0 16,5 0 0-16,0 1 0 0,0-2 0 15,-1 1 0-15,1 2 0 0,-1-4 0 0,3 2 0 16,0-2 0-16,1 3 0 0,0-3 0 16,1 1 0-16,9-1 0 0,-21 3 0 0,10-3 0 15,-1 2 0-15,-1 0 0 0,-1 0 0 16,-1 0 0-16,-1-1 0 0,0 0 0 0,0 2 0 15,3-2 0-15,-2-1 0 0,2 2 0 16,-5 0 0-16,5 0 0 0,-1 0 0 16,5-2 0-16,9 0 0 0,-18 0 0 0,7 0 0 15,11 0 0-15,-16 3 0 0,16-3 0 16,-14 2 0-16,14-2 0 0,-11 0 0 16,11 0 0-16,-9 1 0 0,9-1 0 15,0 0 0-15,-16 2 0 0,16-2 0 0,-9 2 0 16,9-2 0-16,-11 2 0 0,11-2 0 15,-12 0 0-15,12 0 0 0,-18 3 0 0,9-3 0 16,-2 2 0-16,-1-2 0 0,1 3 0 16,-2-3 0-16,-1 1 0 0,1 1 0 0,-1-2 0 15,1 4 0-15,-3-4 0 0,3 2 0 16,0-1 0-16,-4-1 0 0,1 2 0 0,3 0 0 16,-2-2 0-16,0 1 0 0,-1 1 0 15,-1-2 0-15,4 2 0 0,-4-2 0 16,-1 2 0-16,5-1 0 0,-2 1 0 15,0-2 0-15,-1 2 0 0,3-2 0 0,-1 0 0 16,0 0 0-16,-2 3 0 0,1-3 0 16,1 1 0-16,0-1 0 0,1 0 0 0,-3 0 0 15,3 2 0-15,-3-2 0 0,3 0 0 16,-1 0 0-16,3 0 0 0,-2 0 0 0,-2 0 0 16,1-2 0-16,-1 2 0 0,-1 0 0 15,4 0 0-15,-6 0 0 0,-1 0 0 16,-2 0 0-16,2 0 0 0,0 0 0 0,-2 2 0 15,3-2 0-15,-2 0 0 0,-1 2 0 16,3-2 0-16,-2 0 0 0,4 0 0 16,-2 0 0-16,0 2 0 0,2-2 0 15,0 2 0-15,-1-2 0 0,0 0 0 0,-1 0 0 16,0 0 0-16,-2 0 0 0,2 0 0 16,0 0 0-16,-1 1 0 0,2 1 0 0,0-2 0 15,2 2 0-15,-3-1 0 0,2-1 0 16,0 2 0-16,1-2 0 0,1 2 0 0,0 0 0 15,0-2 0-15,-1 0 0 0,1 0 0 16,-1 1 0-16,2-1 0 0,-2 0 0 0,-1 2 0 16,1 0 0-16,1-2 0 0,-2 0 0 15,0 0 0-15,-1 0 0 0,0 2 0 16,2-2 0-16,-1 0 0 0,-4 1 0 16,4-1 0-16,-1 0 0 0,-2 0 0 0,2-1 0 15,0 1 0-15,1 0 0 0,-2 0 0 16,0 0 0-16,1 0 0 0,2 0 0 0,-2 0 0 15,0 1 0-15,-1-1 0 0,5 0 0 16,-4 0 0-16,2 2 0 0,-1-2 0 16,2 1 0-16,0-1 0 0,-1 2 0 0,3-2 0 15,3 2 0-15,9-2 0 0,-20 0 0 16,9 2 0-16,11-2 0 0,-16 0 0 0,16 0 0 16,-18 1 0-16,11-1 0 0,7 0 0 15,-20 2 0-15,9 0 0 0,-1-1 0 16,-1 1 0-16,-1-2 0 0,1 2 0 15,-1 0 0-15,0-1 0 0,-1 1 0 0,1 0 0 16,-1 0 0-16,0-2 0 0,-2 1 0 16,1 1 0-16,0 1 0 0,0-3 0 0,1 0 0 15,0 2 0-15,0-2 0 0,-1 2 0 16,1-1 0-16,0-1 0 0,-3 2 0 0,1 0 0 16,4-2 0-16,-2 2 0 0,-1-2 0 15,3 0 0-15,0 1 0 0,3-1 0 0,10 0 0 16,-20 2 0-16,10-2 0 0,-2 2 0 15,12-2 0-15,-19 0 0 0,10 1 0 0,0 1 0 16,9-2 0-16,-24 4 0 0,12-2 0 16,1-1 0-16,-2 2 0 0,-2-3 0 15,2 4 0-15,-1-2 0 0,1-1 0 16,1 1 0-16,1 0 0 0,0-1 0 0,2 3 0 16,9-4 0-16,-16 1 0 0,10 1 0 15,6-2 0-15,-14 2 0 0,14-2 0 16,-9 4 0-16,9-4 0 0,0 0 0 0,-11 1 0 15,11-1 0-15,0 0 0 0,-8 3 0 16,8-3 0-16,0 0 0 0,0 0 0 0,-8 2 0 16,8-2 0-16,0 0 0 15,0 0 0-15,0 0 0 0,0 0 0 0,0 0 0 16,0 0 0-16,0 0 0 0,0 0 0 16,-11 2 0-16,11-2 0 0,0 0 0 0,0 0 0 15,0 0 0-15,0 0 0 0,0 0 0 16,0 0 0-16,0 0 0 0,4-16 0 0,-4 16 0 15,7-13 0-15,-3 5 0 0,0-5 0 16,2-2 0-16,-2-1 0 0,3-4 0 0,-1-1 0 16,-1 1 0-16,6-9 0 0,-4 3 0 15,0-6 0-15,1 3 0 0,-2 2 0 0,4-4 0 16,-5 1 0-16,-1 4 0 0,3-6 0 16,1 6 0-16,-4 3 0 0,0 0 0 15,0-1 0-15,-1 1 0 0,1 0 0 0,0 1 0 16,-3 3 0-16,2 2 0 0,-3-3 0 15,2 1 0-15,-2 5 0 0,0-1 0 16,0 1 0-16,0 1 0 0,-2 1 0 16,2-2 0-16,0 2 0 0,-3 0 0 0,3 0 0 15,0-1 0-15,0 1 0 0,0 0 0 16,0 1 0-16,-1-1 0 0,-1 1 0 0,2-1 0 16,0 0 0-16,0 0 0 0,0 1 0 15,0-2 0-15,0 1 0 0,0 4 0 0,0-2 0 16,2 1 0-16,-2 0 0 0,0 1 0 15,1-2 0-15,-1 1 0 0,3 1 0 0,-1-4 0 16,0 0 0-16,0 3 0 0,2-3 0 16,-3 2 0-16,1-2 0 0,0 0 0 15,2-1 0-15,-1 5 0 0,-1-3 0 16,0 1 0-16,0 3 0 0,1-1 0 0,-1 4 0 16,-1-4 0-16,-1 8 0 0,2-10 0 15,0 2 0-15,-2 8 0 0,2-8 0 0,0 3 0 16,-2 5 0-16,4-8 0 0,-4 8 0 15,1-9 0-15,-1 4 0 0,0 5 0 0,4-7 0 16,-4 7 0-16,2-7 0 0,-2 7 0 16,0 0 0-16,4-7 0 0,-4 7 0 15,0 0 0-15,1-7 0 0,-1 7 0 0,0 0 0 16,0 0 0-16,3-5 0 0,-3 5 0 16,0 0 0-16,0 0 0 0,0 0 0 15,4-5 0-15,-4 5 0 0,0 0 0 16,0 0 0-16,0 0 0 0,0 0 0 0,0 0 0 15,4-5 0-15,-4 5 0 0,0 0 0 16,0 0 0-16,0 0 0 0,0 0 0 0,0 0 0 16,0 0 0-16,0 0 0 0,0 0 0 15,0 0 0-15,0 0 0 0,0 0 0 0,0 0 0 16,0 0 0-16,0 0 0 16,0 0 0-16,0 0 0 0,0 0 0 0,0 0 0 0,0 0 0 15,0 0 0-15,0 0 0 16,0 0 0-16,0 0 0 0,0 0 0 0,0 0 0 15,-31 3 0-15,31-3 0 0,0 0 0 16,0 0 0-16,0 0 0 0,-10 4 0 0,10-4 0 16,0 0 0-16,0 0 0 0,0 0 0 15,-6-7 0-15,6 7 0 0,0 0 0 0,0-9 0 16,0 9 0-16,0-7 0 0,0 7 0 16,2-10 0-16,2 5 0 0,2-2 0 0,2-3 0 15,1 1 0-15,3-1 0 0,3 0 0 16,2-2 0-16,-4 4 0 0,1-1 0 15,-3 2 0-15,0-1 0 0,0 4 0 0,-4-1 0 16,-2 0 0-16,1 2 0 16,1-1 0-16,-7 4 0 0,9-6 0 0,-9 6 0 15,0 0-67-15,0 0-600 0,0 0-215 16,7 14-30-16,-7-7 94 0,2-1-830 0,-2 4-1085 16</inkml:trace>
  <inkml:trace contextRef="#ctx0" brushRef="#br0" timeOffset="145479.94">4486 13887 4020 0,'0'0'-279'0,"9"-4"48"0,-9 4 27 16,5-3 19-16,-5 3 17 0,0 0 25 15,0 0 32-15,0 0 26 0,0 0 20 16,4-5 16-16,-4 5 11 0,0 0 8 16,0 0 10-16,0 0 11 0,0 0 13 0,0 0 15 15,0 0 9-15,0 0 7 0,0 0 1 16,0 0 3-16,0 0-5 0,-40 10-1 16,29-8-4-16,-8 3-1 0,1-1-2 0,-6 0-2 15,-8 5 0-15,-3-1-3 0,4-2 10 16,-5 0 3-16,2 2 2 0,7-4 1 0,2-2 3 15,0 1 0-15,0-3-4 0,3 2 1 16,1-2 6-16,3 0 1 0,2 0 0 16,1 0 1-16,1-2-9 0,1 2 3 0,1 0-1 15,1-5-8-15,2 5 5 0,0-4 5 16,2 2-15-16,0-4 7 0,7 6-1 16,-11-6-1-16,4-1-5 0,4 2 2 0,-1 1-10 15,4 4 7-15,-9-7-2 0,7 3-5 16,2 4 9-16,-6-8-8 0,6 8 0 15,-6-6-4-15,6 6-2 0,-6-4 0 0,6 4-3 16,0 0-4-16,-3-5 3 0,3 5-4 16,0 0 0-16,0 0-3 0,0 0 2 15,0 0 4-15,-8 15 1 0,3-3 16 0,3 4 8 16,-5 3-5-16,4 4 3 0,-3-2 0 16,4 4 7-16,-3-3 5 0,1 2-4 0,0-2-2 15,4-3 1-15,-3-2-6 0,-2 0 4 16,5-1-6-16,-2-3-5 0,0-1-5 15,1 0 1-15,-1-2-4 0,0 2-2 16,2-6 1-16,-2 0 6 0,2 1-5 0,-2 0-5 16,2-7-3-16,-2 11 6 0,2-7-7 15,0 3-1-15,0-7 3 0,-3 12-2 16,3-2 1-16,-2-4-4 0,2 1-1 0,0 1 1 16,0 0-1-16,0 0 4 0,0-1-2 15,2-1 0-15,-2 2 4 0,2-2-3 0,-1 0 1 16,1 1-4-16,2-3 7 15,1 2 4-15,-1 1 1 0,1-4-1 0,2 2 1 16,2-1-4-16,2 0 5 0,0 2-2 0,3-3-1 16,0 1 4-16,1 1-7 15,4-2 5-15,5 1-4 0,-2-1-3 0,3 1 3 16,1-1 0-16,1 0 3 0,2-1-4 16,9 1-3-16,1 1 5 0,2-2-5 0,-7-1 1 15,-3 1 0-15,7 0-2 0,-4 0-4 16,-5-1 9-16,-3 1-8 0,1 0 1 0,0-1 1 15,-4 3-3-15,1-2-1 0,-3 1 2 16,1-2 0-16,-4 4 0 0,3-3-1 16,2 2 3-16,0-2 0 0,-4-1-7 0,4 1 8 15,2 0-4-15,0-1 2 0,-1 3-3 16,1-2 2-16,2-2 3 0,-4 0-1 0,0 2-7 16,2-2 2-16,-3 1-1 15,1-1 5-15,-2 0-2 0,1 2-1 0,0-2 1 16,-1 0-2-16,0 1 3 0,0-1-2 15,-2 0 3-15,-1 2-3 0,2-2 4 0,1 0-6 16,-1 0 4-16,5-2 0 0,4 1-3 16,-2-1 1-16,12-1 2 0,0-1 0 15,-3 1-6-15,2-1 2 0,-5 3-1 0,-5-1 4 16,-1 0 0-16,0 0-1 0,0 0-3 16,-2-1 0-16,-5 1 6 0,3 2-6 15,-4 0 0-15,2 0 2 0,-2-1-1 16,2 1-1-16,1-2 3 0,3 1 4 0,2-1-4 15,11 0-3-15,1-3 0 0,1 3 5 16,-1-1 2-16,2-1-4 0,1 3-3 0,-5-1 1 16,-1 2-1-16,-9-2 0 0,4 4 4 15,-4-2-2-15,-1 0 2 0,-3 0-2 16,2 2 1-16,-4-2-5 0,0 0 6 0,-2 0 2 16,0 0-5-16,2 0 0 0,0 0-2 15,3-2-1-15,13-3 5 0,1 0 3 0,2 1-2 16,2 1-5-16,5-2 7 0,2 0 0 15,-1 1-2-15,12-1-7 0,-9 3 5 16,-1-1 0-16,1 1-1 0,-3 0-2 16,-3 0 3-16,2 1 1 0,-8 1 2 15,-5-2-8-15,-5 2 2 0,-6 0 7 0,6 0-5 16,-4-1 1-16,3 1 1 0,-1-4 2 16,13 3-3-16,2-3-2 0,0 1 3 0,1-2-3 15,4-1 6-15,-4 3-1 0,3-2-5 16,-2 2 0-16,-3-3 2 0,0 3-1 0,-9 0 3 15,-5 1 0-15,0 0 1 0,-5 0-4 16,-1 2-1-16,1-2-1 0,-6 0 2 16,4 0 2-16,-3 0 4 0,2 2-7 0,0-3 8 15,6-1-2-15,11-1-2 0,5 0-1 16,2-1-2-16,4 0 4 0,1 3-5 16,1-2 1-16,1 2 1 0,0-3 4 15,-3 4-7-15,-1-4 9 0,1 2-6 0,0 1 2 16,-4 0 0-16,-1-1 1 0,-2 1-3 15,-2-1-5-15,-6 4 5 0,-5-4 2 0,-2 0-2 16,0 2 5-16,-5-3-6 0,2 4 3 16,-3-3-5-16,-1 0 4 0,2 1 0 15,-1 1 0-15,2-2-1 0,0 0 1 0,-4 0-1 16,7-1 1-16,0 2-2 0,0 1-1 16,1-1 0-16,2-1 1 0,2 3 1 0,0-1-4 15,-4 0 5-15,4 1-3 0,-4 1 5 16,2-2-3-16,-4 2-2 0,-3-2 1 15,1 2 2-15,-5 0-3 0,-1 0 5 16,1 0-1-16,-3-2-5 0,-13 2 4 0,23-1-1 16,-23 1 1-16,16 1 0 0,-16-1-3 15,16-3 1-15,-16 3 2 0,13 0 4 16,-13 0-3-16,0 0 1 0,17-2-1 0,-17 2-1 16,8-1 2-16,-8 1 0 0,0 0-3 15,16-4 4-15,-16 4-3 0,7-5 6 0,-7 5-5 16,7-5 0-16,-7 5 0 0,11-5 1 15,-6-2-2-15,2 0 3 0,-3-2-2 0,2-1-1 16,-1-2 0-16,4-1 2 16,-4-1-2-16,2-5 0 0,1 0 0 0,0-1-4 15,0 1 4-15,-3-3 4 0,2 5-4 16,-3 0 2-16,3-5-1 0,-4 9-3 16,1-3 4-16,-2 4 5 0,3 0 0 0,-5 2 1 15,4-2-3-15,-2 2-5 0,2-1 6 16,-3 3-1-16,2-4-2 0,-1 3-2 0,0 1-2 15,0-2 4-15,2 3 2 0,-3 0-5 16,-1 0 1-16,0 7 0 0,4-12 0 0,-2 6 4 16,-2 6-3-16,2-9 2 0,-2 9-7 15,2-10 5-15,-2 10-1 0,1-6-3 16,-1 6 1-16,0 0 0 0,0-11-1 0,0 11-2 16,0 0 2-16,2-6 1 15,-2 6-3-15,0 0 3 0,0 0 0 0,0 0 1 16,0 0-1-16,0-8 0 0,0 8-2 15,0 0 1-15,0 0 2 0,0 0 0 0,0 0-2 16,0 0-1-16,0 0 1 0,-3-10 3 16,3 10-6-16,0 0 4 0,-17-2-6 0,17 2 5 15,-18 0-2-15,18 0 4 0,-21-3 2 16,10 3 0-16,11 0 1 0,-29-1-3 16,17 1 6-16,-8 1 5 0,4-2-4 0,-8 1 0 15,5 0 1-15,-2 0-1 16,0 0 0-16,0 1 1 0,-2-1-1 0,5 0-1 15,-4 0 1-15,-1 3 1 0,5-3-2 16,-2 0-1-16,-3 0-2 0,5 0 0 0,-2 2 2 16,5 0 0-16,0-2-4 0,-3 2 0 15,5 0 0-15,-4-2-3 0,2 1 0 0,-1 2-1 16,3-3 4-16,-4 0-2 0,4 2 1 16,-3 0-1-16,1 0 2 0,-2 0-2 15,2 0 1-15,1 0 1 0,1 0 4 0,13-2-4 16,-25 0 2-16,12 3 2 15,13-3-1-15,-17 0 0 0,17 0 5 0,-17 2-3 16,17-2 6-16,-14 2 7 0,14-2-1 16,0 0 1-16,-12 2 0 0,12-2-1 0,0 0 1 15,-13 2 0-15,13-2-2 0,0 0-2 16,0 0-2-16,0 0 0 0,-14 2-2 0,14-2-7 16,0 0 4-16,0 0-1 0,0 0-1 15,0 0 0-15,0 0-1 0,-12 2-4 0,12-2-15 16,0 0-20-16,0 0-27 0,0 0-40 15,0 0-73-15,0 0-91 0,0 0-111 16,-6 2-174-16,6-2-104 0,0 0 65 0,0 0-353 16,0 0-419-16</inkml:trace>
  <inkml:trace contextRef="#ctx0" brushRef="#br0" timeOffset="146478.94">5101 13966 2418 0,'4'-6'-106'0,"-2"1"29"0,-2 5 30 16,1-9 10-16,-1 9 21 0,2-5 23 0,-2 5 5 16,4-6 9-16,-4 6 2 0,0 0-1 15,3-6-4-15,-3 6 1 0,0 0-4 16,0 0 12-16,0 0 23 0,0 0 10 0,0 17 11 16,-3-1 2-16,1 1 12 0,0 8 8 15,0 1 2-15,1-1 5 0,-3 11 5 0,0 0-1 16,2-9 9-16,0-1-1 0,1 0-8 15,-3-3-1-15,2 2-8 0,2-7 3 0,-2 3-8 16,-1-3-8-16,3-1-5 0,0-3-5 16,0-1-5-16,-3 1-6 0,3-3-3 15,-2 0-11-15,2-1-1 0,-2-3-4 16,0 2-7-16,2-3 0 0,0 1-8 16,0-7 0-16,-2 11-1 0,2-11-1 0,0 7-2 15,0-7-3-15,0 9-3 0,0-9-16 16,0 6-12-16,0-6-32 0,0 0-37 0,0 7-53 15,0-7-61-15,2 5-69 0,-2-5-113 16,0 0-166-16,0 0-20 0,0 0 63 0,23-4-159 16,-23 4-155-16</inkml:trace>
  <inkml:trace contextRef="#ctx0" brushRef="#br0" timeOffset="147060.68">6089 14038 1710 0,'1'-8'-21'0,"1"-1"15"0,0 4 6 16,0-3 8-16,-2 8 13 16,2-8 7-16,2 5 16 0,-4 3 8 0,1-10 8 15,1 4 3-15,-2 6-1 0,4-6-7 16,-4 6-2-16,4-5-5 0,-4 5-5 0,0 0-1 16,0 0 27-16,0 0 17 0,0 0 16 15,12 17 10-15,-11 1 0 0,3 3-3 16,0 3-8-16,0 10-3 0,-1-1-6 0,4 1-1 15,-4-2 0-15,1 2 1 0,3-1-6 16,-5-7-9-16,2-3-8 0,-2-6-5 0,2 1-4 16,-3-1-5-16,2-3-8 0,-1-2-1 15,-2 0-8-15,2-1-6 0,0-4-5 16,-2 1 6-16,2-1-21 0,-1 0-22 16,-1-7-28-16,0 8-47 0,0-8-71 0,0 0-101 15,0 0-119-15,0 0-191 0,0 0 48 16,0 0-180-16,0 0-193 0</inkml:trace>
  <inkml:trace contextRef="#ctx0" brushRef="#br0" timeOffset="148077.03">8002 13779 1806 0,'0'0'-56'15,"4"-7"25"-15,-4 7 21 0,3-5 13 16,-3 5 21-16,2-8 22 0,-2 8 13 0,4-4 17 16,-4 4 6-16,3-5 1 0,-3 5-1 15,0 0-2-15,2-5-10 0,-2 5-7 0,0 0-2 16,0 0-8-16,8-4 11 0,-8 4 26 15,0 0 17-15,6 26 3 0,-2-9 1 0,0 4-8 16,-1 14-4-16,-1 1-11 0,2 4 6 16,-1-1 6-16,-1-1-3 0,-2-1-9 15,2-2 4-15,1-6-3 0,-1-5-8 16,-2-5-10-16,2 0-1 0,0-4-8 0,-1-1-7 16,1 1-6-16,-2-3-5 0,4-3-18 15,-2 1-32-15,0 0-42 0,-2-5-58 16,1 4-76-16,-1-4-111 0,0-5-158 0,0 10-124 15,-1-5 52-15,1-5-190 0,-10 8-207 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19T02:54:45.3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11488 3884 2846 0,'-5'-16'170'16,"1"3"-8"-16,1 1-10 0,-3 4-3 16,2 2-19-16,2-1-31 0,2 7-12 15,-6-10-30-15,6 10-16 0,-6-4-26 16,6 4 15-16,0 0 8 0,0 0-13 15,-9 27 0-15,9-6 8 0,0 7 5 0,2 14-9 16,0 16 8-16,3 3 4 0,6 4-12 16,-4 2 6-16,2 5-8 0,0 2-1 0,2 1-7 15,-6 0 5-15,1-1-5 0,-4-2-2 16,-4-3-2-16,0-3 19 0,-2-2-6 0,-1-6-5 16,-9 1-6-16,6-8-3 0,1-10 1 15,0-5-5-15,-4-4 2 0,4-9-5 16,2-3-11-16,-3-4-23 0,2-3-19 0,0-1-36 15,4-1-42-15,-1-5-57 0,3-6-71 16,-6 8-109-16,2-4-160 0,4-4-29 0,0 0 62 16,0 0-172-16,0 0-155 15</inkml:trace>
  <inkml:trace contextRef="#ctx0" brushRef="#br0" timeOffset="1865.76">11624 3918 1796 0,'-3'-9'22'16,"-5"0"24"-16,2 1 18 0,-4 0 11 0,5 1 0 15,-2 0 9-15,-4-3 6 0,4 5 8 16,1-2 5-16,-1 0 2 0,2 1-2 16,5 6-5-16,-11-10-12 0,8 7-10 0,3 3-10 15,-4-8-5-15,4 8-6 0,0 0-7 16,0 0-3-16,18-8-6 0,-4 8-7 15,6 0 2-15,0 0-12 0,24 4 5 16,5-2-1-16,16-4-10 0,10 2 2 0,13-4-2 16,34-2-2-16,12 0 0 0,13-3-8 15,13 1-5-15,8-4-1 0,4 1 7 16,53-4-3-16,-55 6 0 0,0-2 0 0,1 1-5 16,-2 1 5-16,-1-2-6 0,-3 0 5 15,3-3 0-15,4 2 1 0,-5-2-4 0,1-3 2 16,46-7 4-16,-53 7-2 15,7-4-3-15,43-4-1 0,-48 4 1 0,0 0-6 16,4 4 8-16,-6-3-3 0,1 1 0 0,2 1 4 16,-9 0-8-16,-6 2 7 15,-7-2-8-15,-5 1 3 0,-4 1 0 0,1-1 3 16,-1 0 0-16,0 0-1 0,1-5-1 16,-1 1-1-16,1-4 9 0,-1-1-6 0,-1 0 2 15,-6 6 5-15,-4-5 4 0,-5 6 9 16,-6 0-1-16,-3 0-8 0,-31 6 6 15,0 3-6-15,-13-1-3 0,-4 1 4 0,-21 3 20 16,-5 2 9-16,-7 2 10 0,-5-3 10 16,-6 5 16-16,-4-1 1 0,1-1-10 0,-1 2 3 15,-12 1-11-15,19-3-4 0,-19 3-13 16,21 3-10-16,-10 4-4 0,3 7-9 0,1 15 7 16,-3 9 7-16,-3 13-20 15,-4 13 40-15,-3 5 18 0,-2 9 21 0,-2 2 9 16,1 23 21-16,-1 4 10 0,-2-5 13 15,2 3 19-15,0-22 0 0,2-2 0 16,2-1-21-16,-2-3-8 0,4-7-17 0,0-3-1 16,-3-3 11-16,3-7-17 0,-2-11-8 15,0-6-14-15,0-2-5 0,-1-6-4 0,-2-6-18 16,1 1-3-16,-2 9 8 0,0-7 7 16,-2-5-7-16,2 1-22 0,-1 8-6 15,-3-6 7-15,2 0-3 0,1-6 4 16,-6 1 1-16,4-1-7 0,-2-2 9 0,-1-1-9 0,0-5 3 15,-1 3 5-15,-3-4-7 16,-5-1-4-16,-14 0-6 0,-5-4-3 0,-12 0-1 16,-16-4-5-16,-19-1-7 0,-2-4-5 15,-35 0-6-15,-10-1-15 0,-10 1-3 16,-15-3-7-16,-1 1 0 0,-12-1-1 0,-4 0 5 16,-2-1-1-16,-63-3-1 0,60 5 0 15,-10-2-2-15,-46 0 5 0,54 3 6 0,-6 0-27 16,1 3 5-16,-7 0 13 15,-42 6-12-15,58-2 26 0,0 1-4 0,0 2-2 0,3 4-1 16,7 7 3-16,0-4-5 16,9-1 13-16,9 1 3 0,10-2-10 0,5 3 1 15,12 1 5-15,10-4-5 0,28-2 4 16,6-2-2-16,7-1 3 0,2 3-4 0,8-2 6 16,6 1-2-16,9-3 1 0,3 1-11 15,0 0 0-15,5 2-10 0,-2 3-8 0,2-2 1 16,0 2-9-16,-3 0-2 0,1 0 5 15,4 2 4-15,0-2-1 0,0 1 9 0,2-1 0 16,-4 2 4-16,2-2 2 0,0 0 0 16,0 0-1-16,-2-2 0 0,2 0 5 15,-5 1-1-15,1 1 3 0,-2-2 7 0,1 3-5 16,-13 1-3-16,0 1-9 0,0-1 6 16,2-2-6-16,5-1 0 0,6-1 5 15,-1-2 4-15,4-3-5 0,-3-1 5 16,8 0 9-16,5-4-10 0,-7 0 8 0,-6-2-5 15,-1 0 11-15,-3 0-6 0,6 0-1 16,-1-3-3-16,-5 1 1 0,13 2 3 0,-10 0 0 16,9 1 2-16,3-2-4 0,3 1-1 15,5 0 3-15,0 0 7 0,3 0-10 0,2 2 8 16,1-2 0-16,3 0-3 0,2 0 1 16,9 2-2-16,-20 0 0 0,13 0 1 15,7 0-1-15,-20 0-2 0,20 0 1 0,-11-3-4 16,11 3-25-16,-19-1-43 0,19 1-45 15,-15 1-58-15,15-1-65 0,-17 0-84 16,17 0-77-16,-15-1-94 0,6 0-203 16,4-5 3-16,-1 2 77 0,3-6-438 0,-1 0-531 15</inkml:trace>
  <inkml:trace contextRef="#ctx0" brushRef="#br0" timeOffset="2304.48">12085 4439 3094 0,'4'-14'44'15,"0"2"41"-15,-3 2 29 0,4 3 30 0,-5 2 18 16,0 5 9-16,2-8-17 0,-2 8-12 16,4-8-20-16,-4 8-12 0,0 0 21 15,0 0-2-15,5 23 3 0,-1-8-3 16,1 7-4-16,-1 9-8 0,4 2-8 0,0 2-8 15,-3-2-9-15,3 1-7 0,-3 0-5 16,4-3-11-16,-6-4-8 0,1-5-3 16,-4 0-9-16,4-1-3 0,-6-2-5 0,2 0-39 15,-2-1-34-15,0-2-43 0,2-5-35 16,-2 1-40-16,2-4-58 0,0-2-67 0,0-6-86 16,-7 5-83-16,7-5-100 15,0 0-82-15,0 0 55 0,0 0-280 0,6-31-336 16</inkml:trace>
  <inkml:trace contextRef="#ctx0" brushRef="#br0" timeOffset="2483.25">12234 4717 2349 0,'4'-5'97'0,"-4"5"50"16,3-12 39-16,-3 5 13 0,2-2 24 15,2-1 14-15,4-4 11 0,1-4 9 0,9-7-4 16,1 1-11-16,4-2-17 0,2 1-27 16,3-5-19-16,-1 7-20 0,-3 0-14 0,-1-1-14 15,0 0-39-15,-3 4-50 0,-7 5-58 16,-4 3-65-16,-4 3-76 0,0 2-90 15,-3 4-73-15,-2 3-75 0,0 0-81 0,0 0-128 16,0 0 3-16,-39 13-322 16,24-1-402-16</inkml:trace>
  <inkml:trace contextRef="#ctx0" brushRef="#br0" timeOffset="2670.34">12354 4530 2581 0,'0'0'20'0,"0"15"50"0,4-3 55 15,-1 3 54-15,3 5 25 0,2 1 24 0,2 11 21 16,1 0 9-16,4-1 2 0,-2 2-22 15,7-4-17-15,-4 0-20 0,6-2-20 16,-3 0-18-16,1-6-16 0,-4-3-16 0,-3-4-13 16,-3-4-15-16,1-1-35 0,-2-1-37 15,-4 1-49-15,2-5-54 0,-1 0-88 0,-6-4-101 16,11 4-93-16,-11-4-120 0,0 0-191 16,0 0 28-16,0 0 77 0,12-12-316 15,-12 12-359-15</inkml:trace>
  <inkml:trace contextRef="#ctx0" brushRef="#br0" timeOffset="3052.23">12836 4691 2787 0,'0'0'243'0,"0"0"4"16,0 0 4-16,10-3 4 0,-10 3 5 0,0 0-8 15,0 0-11-15,5-9-11 0,3 5-28 16,-2-3-15-16,3 5-19 0,0-5-15 15,5 0-20-15,-3 1-8 0,5-2-12 16,-3 0-18-16,3-3-2 0,-3 3-15 0,-1-2 2 16,1 1-10-16,-6-1-9 0,0-1-4 15,-2 1-9-15,-3-2-11 0,-4-1-1 0,-3 2-6 16,-2 2-3-16,0 2-4 0,-4 2-4 16,-9 3 2-16,-3 6 0 0,-13 8-5 15,-6 6-5-15,-4 9 6 0,5 0 14 0,-2 2 7 16,9 0 7-16,5 4 12 15,9-6-3-15,6 1 3 0,7-6 1 0,3-2 5 0,4-1-6 16,6 0-4-16,5 1-9 16,6-1 3-16,8 0-26 0,6-5-6 0,1 0-3 15,0-3-31-15,4-7-37 0,-1-2-52 16,2 2-55-16,-3-6-73 0,5 0-100 0,1-4-104 16,-4 0-114-16,-2-5-176 0,3 3 7 15,-4-4 79-15,-5 3-489 0,-6-3-600 16</inkml:trace>
  <inkml:trace contextRef="#ctx0" brushRef="#br0" timeOffset="3299.4">13507 4422 3011 0,'0'-19'76'0,"-2"5"91"16,0 0 47-16,1 6 21 0,-1 0 16 16,2 8 0-16,-4-9-7 0,4 9 8 15,0 0 30-15,0 0 8 0,-18 24-16 16,7 7-13-16,-3 6-16 0,0 16-19 15,-4-1-23-15,3 4-23 0,-2-2-26 0,2 1-19 16,1-1-13-16,1-6-15 0,-1 3-31 16,5-14-35-16,2 3-32 0,-2-7-53 0,0-1-50 15,7-10-40-15,-1-3-59 0,-1-6-52 16,2-2-50-16,0-3-79 0,0-5-75 0,2-3-94 16,0 0-126-16,0 0-12 0,0 0 80 15,-6-25-414-15,6 8-490 0</inkml:trace>
  <inkml:trace contextRef="#ctx0" brushRef="#br0" timeOffset="3482.49">13210 4574 2950 0,'-10'-13'151'0,"7"2"53"0,-3 3 25 15,1 2 8-15,5 6 15 0,-3-8 0 0,3 8-18 16,0 0-22-16,0 0 5 0,0 0-13 16,0 0-13-16,0 0-26 0,0 0-3 0,28 29-22 15,-12-15-40-15,-3 1-70 0,6 6-75 16,-4-3-89-16,1-3-111 0,-1 0-117 15,-5 1-148-15,1-1-199 0,-2 1 60 16,1-1 65-16,-6-3-332 0,0 0-396 0</inkml:trace>
  <inkml:trace contextRef="#ctx0" brushRef="#br0" timeOffset="3999.27">14300 3777 2755 0,'-4'-23'93'0,"4"3"31"0,-2 5 30 0,0 3 17 16,2 1 14-16,-1 2 3 0,-1 2 3 16,0 1-19-16,2 6-19 0,-4-7-16 0,4 7 9 15,-10 20 16-15,-1 12 10 0,-9 20 9 16,-1 11 25-16,-8 27 0 0,-5 7-14 15,0 9 4-15,4 5-14 0,-3 3-16 16,-1 0-13-16,4 0-9 0,-3 1-10 16,1-4-15-16,3 0 3 0,4-6 10 0,0-7 2 15,5-7-3-15,4-21-6 0,-2-6-5 16,4-8-9-16,3-7-12 0,4-13-9 0,-2-5-4 16,4-6-9-16,1-8-5 0,0-3-10 15,1-4-1-15,3-2 0 0,-4-3-35 0,4-5-26 16,0 0 0-16,0 0-77 0,0 0-64 15,0 0-65-15,0 0-76 0,-3-27-93 0,6 18-115 16,-6-1-117-16,6-3-228 16,-1-1 67-16,0-3 95 0,1-5-598 15,3 1-731-15</inkml:trace>
  <inkml:trace contextRef="#ctx0" brushRef="#br0" timeOffset="4349.68">14158 4555 3793 0,'-1'-20'184'0,"1"6"49"15,-2 0 26-15,2 6 4 0,0 1-10 16,0 7-10-16,0-10-17 0,0 10 42 16,0 0 23-16,0 0-10 0,19 17-18 0,-10-2-27 15,7 9-22-15,2 3-18 0,-2 4-23 16,1-2-12-16,0 3-16 0,-4-3-17 15,3 0-14-15,-1-2-11 0,-5-6-13 0,-1-2-16 16,0-4-74-16,-2-1 0 0,-2-4 0 16,1-1 0-16,0-1 0 0,-3-3 0 0,-3-5 0 15,10 6 0-15,-10-6 0 0,0 0 0 16,23-13 0-16,-11 1 0 0,-1-7 0 0,4-11 0 16,0-4 0-16,5-11 0 0,-6-1 0 15,2-3 0-15,-5 15 0 0,-2 2 0 16,0 9-101-16,-6 7-246 0,1 3-96 15,0 3-108-15,-4 3-122 0,2 1-184 16,-2 6 70-16,1-7 88 0,-1 7-571 0,0 0-729 16</inkml:trace>
  <inkml:trace contextRef="#ctx0" brushRef="#br0" timeOffset="4732.45">14642 4518 3863 0,'0'0'163'16,"0"0"1"-16,0 0-4 0,0 0-1 15,-9 7-6-15,9-7 10 0,0 0 6 0,8 11 2 16,-3-2-21-16,4 1-10 0,0 2-19 16,0 5-8-16,1-1-9 0,-1 1-11 15,-3 2-8-15,-2-1-7 0,-4-5-10 16,0 6-5-16,-6-2-7 0,1 2-4 0,-5-2-2 16,-2 0-8-16,-1-2 1 0,-1 1-8 15,2-4 1-15,-6 0-2 0,5-5-2 0,2-4-3 16,-1 0-6-16,12-3 2 0,-21-13-6 15,11-3-6-15,3-16 0 0,7-4-1 16,2-3-3-16,3 3 2 0,1 3-4 0,2 10 5 16,-4 3-3-16,0 7-6 0,-1 3 4 15,3 4 7-15,1 2 20 0,-7 4-1 0,0 0 2 16,25 20-4-16,-15-5-4 0,2 3 0 16,-1-1-6-16,-1 3-26 0,-1-1-32 15,0 0-31-15,1-2-22 0,0-2-26 16,-3-1-22-16,-1-4-22 0,-3 0-26 0,4-4-35 15,-4 0-78-15,1-2-90 0,-4-4-126 16,0 0-188-16,0 0 33 0,17-14 91 16,-11 2-373-16,3-7-430 0</inkml:trace>
  <inkml:trace contextRef="#ctx0" brushRef="#br0" timeOffset="5215.6">14925 4093 3058 0,'-3'-12'303'0,"-4"2"33"16,5 2 20-16,0 4 20 0,2 4 1 15,-2-7-21-15,2 7-36 0,0 0-10 16,0 0 8-16,-7 23-15 0,3 2-32 0,3 16-23 16,-1 3-25-16,-5 16-20 0,5 4-23 15,0 2-13-15,1 1-16 0,-3 0-16 0,0-2-21 16,1-3-38-16,-1-3-66 0,0-5-26 16,1-11-81-16,-4-3-55 0,3-2-41 0,2-12-41 15,2-6-29-15,-1-5-17 0,1-4-14 16,1-7-34-16,1 0-19 0,-2-4 4 0,0 0 11 15,16-12 31-15,-7-3 31 0,7-14 26 16,1-8 36-16,2-11 48 0,-1-1 45 16,0 2 59-16,-7 11 60 0,1 4 58 15,-3 8 55-15,-5 6 29 0,2 5 20 0,-5 3 14 16,3 4 24-16,-4 6 35 0,0 0 33 16,0 0 11-16,0 0-9 0,0 0-19 15,10 31-21-15,-10-13-17 0,0 1-23 0,2-2-12 16,0 1-28-16,4 1-13 0,-5-2-14 15,3-1-11-15,3-3-13 0,-4-2-10 0,5-1-4 16,-3-2-8-16,4-2-10 0,3-1-3 16,0-2-11-16,-12-3-7 0,19 0-16 0,-19 0-18 15,27-5-17-15,-18 0-15 16,2-4-11-16,-1-1-17 0,-1-3-23 0,3-5-32 16,-4-1-37-16,-1 1-36 0,-1 1-50 15,-3-2-61-15,-1 3-81 0,0 1-98 16,-4 1-129-16,0 3-223 0,-1 3 62 0,-5 2 86 15,7 2-515-15,1 4-645 0</inkml:trace>
  <inkml:trace contextRef="#ctx0" brushRef="#br0" timeOffset="5583.74">15327 4603 3760 0,'0'0'328'0,"0"0"23"0,0 0-22 0,0 0 27 16,0 0 11-16,0 0 2 0,0 0-19 15,0 0-30-15,0 0-33 0,0 0-30 16,11-13-29-16,-3 9-20 0,4 2-22 16,-1-2-20-16,2-4-20 0,0 3-26 0,1-1-57 15,-1 0-63-15,0-4 0 0,-3 6 0 16,0-3 0-16,-3-2 0 0,-1-2 0 0,-2 1 0 16,-4-2 0-16,0 3 0 0,-4-1 0 15,-4 0-41-15,-1 5 2 0,-2 1-1 16,-7 3 3-16,1 4 7 0,-6 4 3 0,-3 5 2 15,-3 5-2-15,4 3 7 0,6 3-1 16,8-3 4-16,1-1 6 0,3 3 10 16,4-5 4-16,1 3 5 0,7-1 0 15,1 0-1-15,-1-2 3 0,4 0 0 0,5-4 4 16,-3 1-3-16,9-4-4 0,-4-1-37 16,4-2-72-16,3-2-74 0,3-2-88 0,0-3-103 15,11-5-124-15,-1 2-147 0,0-4-186 16,0-5 69-16,-3 2 79 0,-1-1-552 0,2 3-690 15</inkml:trace>
  <inkml:trace contextRef="#ctx0" brushRef="#br0" timeOffset="5899.42">16240 4386 3768 0,'-8'-12'212'0,"-2"3"43"15,7 3 38-15,-3 1 19 0,6 5-1 16,-7-6-23-16,7 6-17 0,0 0-4 15,-20 11-17-15,13 1-24 0,-1 3-17 0,-2 5-21 16,8 1-15-16,1 3-15 0,1 0-15 16,3 0-13-16,7 5-15 0,2-2-11 15,-1-4-7-15,1-5-9 0,1-1-21 0,0-5-4 16,6-1-8-16,-2-2-2 0,5-2-7 16,0-4-4-16,-1-1-35 0,0-2-7 0,-4-2 0 15,1-1 0-15,-6-1 0 16,2-2 0-16,-3-1 0 0,-3-3 0 0,-5-2 0 15,0-2 0-15,-6-5 0 0,2-2 0 16,-7 0 0-16,5 1 0 0,-7 1-4 0,0 2-139 16,-1 1-62-16,4 4-69 0,-5 4-90 15,-1 4-108-15,0 1-129 0,-3 3-235 0,3 0 40 16,13 0 101-16,-17 2-598 0,17-2-751 16</inkml:trace>
  <inkml:trace contextRef="#ctx0" brushRef="#br0" timeOffset="6215.28">16657 4270 3471 0,'0'-7'190'0,"2"-1"76"0,-2 8 59 16,2-8 42-16,-2 8 8 0,0 0 11 0,0 0-12 15,0 0-34-15,0 0-29 0,0 0-2 0,0 0-7 16,-12 29-31-16,8-6-26 0,-5 10-25 16,4 3-18-16,-5 4-23 0,2-2-121 15,2-1-58-15,-1 0 0 0,3-4 0 16,1-8 0-16,-2-4 0 0,3-7 0 0,0 1 0 15,1-3 0-15,1-4 0 0,0-2 0 16,0-6 0-16,0 0 0 0,0 0 0 0,0 0 0 16,10-23 0-16,-7 5 0 0,8-15 0 15,-1-5 0-15,4-13 0 0,0-6 0 0,4-6 0 16,1-7 0-16,3-11 0 16,0 15 0-16,-3 5 0 0,1 7 0 0,-6 7 0 15,-1 15 0-15,-4 10 0 0,2 4-278 16,-6 7-210-16,1 4-46 0,-3 5-73 0,-3 2-130 15,0 0-84-15,-3 26 85 0,-8 3-621 16,-3 0-812-16</inkml:trace>
  <inkml:trace contextRef="#ctx0" brushRef="#br0" timeOffset="6365.63">16644 4338 3812 0,'-13'16'68'0,"-3"-5"48"0,8-2 32 0,1 0 31 16,3-3 34-16,-1 0 17 0,5-6-8 15,-7 5-16-15,7-5-21 0,0 0-19 0,0 10-20 16,0-10-44-16,0 0-74 0,29-2-93 15,-11-1-126-15,0-2-157 0,5-2-181 16,9-3-197-16,-3-2 75 0,0 1-475 16,-1-3-595-16</inkml:trace>
  <inkml:trace contextRef="#ctx0" brushRef="#br0" timeOffset="6599.39">17445 3953 3541 0,'-20'-15'271'16,"7"3"44"-16,3 4 49 16,3-1-2-16,-1 6-21 0,3-3-31 0,5 6-34 15,0 0 13-15,-18 12-12 0,14 1-22 16,1 9-26-16,-1 2-23 0,2 14-20 0,2 1-26 16,2 1-17-16,2-3-30 0,-1 1-42 15,-1-1-65-15,4-2-75 0,-4 1-75 16,-1 0-74-16,-1-7-67 0,-1-3-97 0,-3-2-80 15,-3 7-100-15,-1-9-136 0,4-1-48 16,-2-6 74-16,0 1-511 0,3-7-647 0</inkml:trace>
  <inkml:trace contextRef="#ctx0" brushRef="#br0" timeOffset="6765.37">17425 4384 3590 0,'7'-30'165'0,"6"-1"46"0,-4 1 34 15,-2 4 44-15,-1 6 5 0,-2 2 11 16,2 3-13-16,-2 0-29 0,3 3-31 15,-2 0-29-15,-1 3-24 0,1-1-105 0,-1 3-88 16,-1 0-86-16,3 2-99 0,-3 2-110 16,5-2-119-16,-5 0-148 0,-3 5-153 0,3-6 74 15,-3 6-478-15,0 0-602 0</inkml:trace>
  <inkml:trace contextRef="#ctx0" brushRef="#br0" timeOffset="6915.02">17418 4199 3420 0,'-4'7'145'0,"2"-2"34"15,0 4 43-15,-2-3 28 0,2 4 15 16,-2 1 4-16,2 1-8 0,2 1-32 0,0 1-19 16,4 3-16-16,2 3-27 0,2-1-21 15,-1 1-75-15,4-3-72 0,7 4-76 0,-2-3-93 16,0-5-107-16,-1-3-105 0,4-2-135 16,-8-1-184-16,2-3 50 0,-2-1-455 0,1 0-576 15</inkml:trace>
  <inkml:trace contextRef="#ctx0" brushRef="#br0" timeOffset="7265.55">17787 4313 3034 0,'0'0'258'0,"0"0"62"16,0 0 23-16,0 0 13 0,-9-10 9 0,9 10 16 16,0 0-11-16,0 0-25 0,-4-4-33 15,4 4-30-15,0 0-29 0,0 0-25 0,0 0-21 16,17-7-21-16,-17 7-20 0,19-4-18 15,-6 0-17-15,5 0-21 0,-7 0-23 16,0-1-15-16,-1 1-11 0,1 0-15 0,-2-2-15 16,2-1-11-16,-8 2-4 0,3-2-7 15,-4-2-5-15,-2 9-10 0,-4-9-4 16,4 9 4-16,-15-6-4 0,5 5 4 16,10 1-4-16,-29 8 2 0,18-3 1 0,-3 2 5 15,3 2-4-15,2 2 0 0,4-3 3 16,-2 2 3-16,3 3 3 0,4-1 1 0,0 1 2 15,2-1-4-15,2 1 3 0,4 1-1 16,0-2-28-16,-1-1-67 0,5-1-79 0,-1-2-83 16,2 1-95-16,8-1-125 0,1-2-144 15,1-4-232-15,3-2 66 0,2 0 86 16,18-4-589-16,2-3-744 0</inkml:trace>
  <inkml:trace contextRef="#ctx0" brushRef="#br0" timeOffset="7465.33">18730 3885 3757 0,'2'-19'153'0,"0"6"58"16,-2 1 33-16,0 2 30 0,0 4 14 16,0 6-3-16,0 0-1 0,0 0-8 15,0 0-16-15,-40 23-34 0,17 2-20 0,-3 9-22 16,-3 4-15-16,2 1-20 0,0 2-13 16,3-1-49-16,1 1-59 0,0-1-60 0,2-1-80 15,4-8-69-15,2 0-66 0,-4-2-74 16,3-4-68-16,5-5-50 0,-3-7-65 15,5-2-75-15,0-6-103 0,0 0 46 16,-1-3-417-16,0-2-525 0</inkml:trace>
  <inkml:trace contextRef="#ctx0" brushRef="#br0" timeOffset="7615.07">18286 4276 2864 0,'0'-10'39'0,"0"-1"81"16,0 11 42-16,5-10 51 0,-5 10 60 0,7-2 47 16,-7 2 30-16,0 0-1 0,0 0-32 15,29 12-33-15,-22-8-27 0,2 1-24 0,0 2-25 16,-2-2-24-16,2-1-71 0,-1 0-82 15,-8-4-85-15,15 6-101 0,-7-4-134 0,-8-2-170 16,17 0-238-16,-17 0-20 0,0 0 84 16,0 0-494-16,0 0-595 0</inkml:trace>
  <inkml:trace contextRef="#ctx0" brushRef="#br0" timeOffset="9648.62">11379 5368 2833 0,'0'0'-120'16,"0"0"31"-16,7-7 27 0,-2 2 20 0,-1 0 24 15,3 0 34-15,-2 0 31 0,4-2 29 16,-3 0 30-16,4 0 21 0,-1 2 17 0,-1-2 18 16,1 1 20-16,1 0 11 0,1 3 20 15,-2-4 7-15,3 4 4 0,-2-2-3 16,-3 1 1-16,-7 4 8 0,12-7 3 0,-5 4-25 16,-7 3 7-16,0 0-23 0,0 0-19 15,0 0-17-15,0 0-14 0,-73 15-15 0,13 2-1 16,-7-1-23-16,-23 11-11 15,2 0-8-15,-2-2-7 0,17-7-6 0,5-1-8 16,-2-1-7-16,-2-5-3 0,6 1-6 16,3-4-1-16,4-2-6 0,14-6 3 0,0 0 6 15,7-2-21-15,8-2 2 0,7 2 6 16,3-2-6-16,6 4-9 0,1 0 3 0,-1 0-3 16,5-2-6-16,9 2-7 0,-20 0-4 15,20 0-6-15,-13 8 6 0,5 5 2 0,2 18 13 16,1 9 4-16,-1 1 2 0,-1 15-7 15,0 1 12-15,0 3 0 0,2 2 14 16,-5-4-1-16,5 0 4 0,-4-3-6 16,4-2-3-16,1-10-7 0,2-3 6 15,-3-1-9-15,3-1-7 0,-2-4 0 0,2-5 1 0,-2-6 1 16,0-1-6-16,2-3 0 16,0-3-6-16,1-1-2 0,-1-1 0 0,0-3-4 15,2 2 3-15,-2-3-4 0,2-2 0 16,0 3 0-16,2-3 4 0,3 3-1 0,1-3-2 15,4-1 3-15,5 0-1 0,6-2-2 16,4-2 3-16,19-4-4 0,-1-1-1 0,23-3-2 16,0-4-1-16,10-1 0 0,6 0 0 15,27-1 0-15,8-1 0 0,8 2 0 0,10 2 0 16,8 1 0-16,8-3 0 16,5 8 0-16,7-3 0 0,2 0 0 0,2-2-18 15,-2 1-1-15,-6 2-3 0,-2 2 5 16,-9-3 1-16,-5 1 0 0,-10 1 4 0,-5-2-1 15,-6-1 1-15,-8 2 4 0,-1-2-1 16,-27 2-2-16,-1-3 4 0,19-3-1 16,-23 2-2-16,3 0 3 0,23-1 6 0,-24 1-1 15,26-4-1-15,-2 1 5 0,-22 5-4 16,24-2 1-16,-23-1 3 0,-2 4-3 0,0 0-3 16,-2 0 5-16,-2 2-4 0,3-1 4 15,1-1-15-15,2 0 4 0,0 0 5 16,6 1-5-16,20-1-1 0,2 4 4 15,2 1 2-15,-3 3-7 0,4 0 2 0,1 4 5 16,-1-2-4-16,1 2 7 0,1 3-1 16,-5-1 2-16,4-1-4 0,-3 0 2 0,-5-2 1 15,-19-4 0-15,3 2 0 0,-1-6 2 16,23 4-2-16,-1-6 5 0,0 0-3 0,-6 0 0 16,2 0 0-16,0-1 1 0,-21 3-8 15,-1 2 7-15,1 2 2 0,2 3-5 0,-8-1-2 16,4 2 7-16,-6 0-4 15,-1 3 6-15,-7-1 1 0,-4-2-6 0,-1 4-2 0,-2-1 7 16,-1-1-5-16,4 2 6 16,4-6-3-16,-2 2-1 0,2-1 0 0,2-3 6 15,6-2-5-15,1 0-3 0,0-2-1 16,1 0 9-16,0 0-10 0,-2 2-4 0,1 0 10 16,-1 0-4-16,1 0 4 0,-6 2-5 15,2 0 5-15,-5-2-7 0,-3 2 3 0,-3 0 4 16,-1 0-3-16,-3 1-1 0,-12-3 2 15,11-3-4-15,-11 1 5 0,-3 2-1 0,1-4 3 16,-5 0-4-16,-5 0 0 0,-2 1 0 16,-7-1 4-16,-8 2 0 0,-5-2 0 15,-2 2-10-15,-1 0 16 0,-3-1 7 16,-1 2-2-16,-2-1 7 0,1 2-6 0,-10 0 4 16,13-4-3-16,-4 2-2 0,-9 2-5 15,13-3 0-15,-13 3 9 0,5-4-2 0,1-2-6 16,-5-1 4-16,1-2 1 0,0-4 1 15,1-6-3-15,-1-8-3 0,2-13-2 16,-3-4-3-16,-1-16 0 0,4-6-4 0,0-9-5 16,-1-5-8-16,5-21 1 0,0-4-7 15,5 2 5-15,-2 2-8 0,5 6 12 0,-5 24-2 16,-3 7 2-16,3 5 0 0,-3 19-8 16,-5 0 6-16,6 8 0 0,-6 6 0 0,1 7 7 15,0 2-1-15,-2 2 3 0,0 3-3 16,-1 3-1-16,-1 1 0 0,2-1-5 0,-2 2 0 15,4 0-2-15,-4 7 9 16,2-10-7-16,-2 10-1 0,0-8-3 0,0 8-1 16,0 0 4-16,0 0 1 0,0 0 8 15,-8-2 0-15,8 2-7 0,0 0 7 0,0 0-1 16,-14 14-2-16,3-8 3 0,2 1 1 16,0-3-3-16,-3 6-2 0,-3 0 2 0,-1-1 3 15,2 1 1-15,-6 0 2 0,4-3 1 16,-7 1-2-16,-1-1 1 0,-13 0-4 0,-3-2 6 15,-8 1 0-15,-4-6-2 16,-14 0 3-16,-8-2 0 0,-9 0-6 0,-1-3 0 16,-7 0 3-16,-19 0 0 0,-3-3-4 15,2 4 8-15,24-1 3 0,2-1 16 0,2 0-1 16,7 4 5-16,2 2-5 0,6-4 0 16,2 2-2-16,13 1 9 0,5-2 7 0,7 3 1 15,-2-2-4-15,11 0-29 0,3 2-6 16,9-1 0-16,-1 1 0 0,1 0 0 0,5-2 0 15,1 2 0-15,2-2 0 0,2 0 0 16,10 2 0-16,-17-1-68 0,9-1-120 0,1-1-89 16,-3-3-132-16,2 0-150 0,-3 0-146 15,-4-5-140-15,-4 1 85 0,-16-5-730 16,5-1-936-16</inkml:trace>
  <inkml:trace contextRef="#ctx0" brushRef="#br0" timeOffset="10865.21">11366 5991 3878 0,'3'-13'-29'15,"-1"1"47"-15,-2-1 37 0,0 5 29 16,0 0 15-16,-2 3 0 0,2 5 2 0,-3-8 7 15,3 8-4-15,0 0 22 0,0 0 10 16,0 0-3-16,-25 25-17 0,7 1-2 16,1 3-5-16,-6 11-8 0,0 0-11 15,0-3-10-15,8-6-3 0,2-2-7 0,0-2-12 16,1-6-1-16,2-1-10 0,7-8-2 16,-3 1-4-16,2-3 4 0,3-2 6 0,-4-1-5 15,5-7 12-15,-4 5-1 0,4-5-13 16,0 0-4-16,0 0-4 0,10-38-4 0,-2 8-4 15,1-4-2-15,7-12-4 0,-1-2-2 16,-2-4-5-16,4 3 0 0,-1 0 0 16,-7 13 2-16,2 5-11 0,-3 9 12 0,-2 5-15 15,-2 3-2-15,-3 4 3 16,1 3 0-16,2 4-7 0,-4 3 6 0,0 0 5 16,0 0-4-16,21 19 0 0,-12-4 8 15,5 0-12-15,7 7 6 0,2-1-6 0,0 0 5 16,4-1-7-16,-2-1-1 0,-5-1-5 15,-1-7 3-15,-6-1-2 0,-3 0 6 0,1-3 4 16,-5-1-3-16,1 0 0 0,-2 0 12 16,-5-6 19-16,6 6-5 0,-6-6 2 0,0 0 17 15,-20 11-2-15,7-5 9 0,-8-2 21 16,-4 2-7-16,0-4-3 0,1 1-11 16,-3 2-5-16,1-3-2 0,1 1-13 0,3-1 7 15,0 0-4-15,5-2-12 16,2 0-7-16,1 3-13 0,5-3-43 0,9 0-42 15,-20 1-52-15,20-1-73 0,-11 0-117 16,11 0-140-16,-10-4-160 0,10 4-147 0,-2-11 67 16,9 3-628-16,0-6-789 0</inkml:trace>
  <inkml:trace contextRef="#ctx0" brushRef="#br0" timeOffset="11264.68">11804 5641 3816 0,'0'-10'69'0,"0"3"32"0,0 0 10 0,0 7-4 16,0 0 14-16,0-10-1 16,0 10 38-16,0 0 25 0,0 0 0 0,-2 36-15 15,2-16-16-15,0 8-11 0,-2 9-17 16,0 2-7-16,2-2-10 0,0 2-14 0,-2-3-5 16,4-7-14-16,-2-5-8 0,0-3 5 15,4-2-17-15,-4-5-7 0,2-3 1 0,-2 1 17 16,1 0 10-16,-1-5 6 0,2 1 6 15,-2-8-18-15,2 6-7 0,-2-6-3 0,0 0-10 16,0 0-8-16,0 0-7 0,0 0-2 16,2-23-8-16,-6 13-2 0,-1 4-3 0,-6-2-6 15,2 4-1-15,-2 1-9 16,-5 1 2-16,-2 5-2 0,-3 3 5 0,-10 3-4 16,10 2-2-16,4 0-5 0,0 1 4 15,4 3-4-15,5-1 2 0,0-2 2 16,6 0-13-16,2-4-1 0,2 4-8 0,4-2-1 15,-3-2-14-15,6 1-17 0,2-2-18 16,3 0-23-16,0-2-38 0,2-2-56 0,4-3-80 16,-2 2-100-16,2-4-106 0,5-1-142 15,2 0-99-15,7-8 74 0,0-1-502 0,3-1-609 16</inkml:trace>
  <inkml:trace contextRef="#ctx0" brushRef="#br0" timeOffset="11664.84">12177 5589 3422 0,'-6'-18'125'0,"4"1"32"16,-1 6 41-16,-1 3 20 0,2-2 7 0,-1 6-9 15,3 4-23-15,0 0 50 0,0 0 38 16,0 0-1-16,-11 33-20 0,8-9-22 0,-3 12-16 16,0 1-11-16,3 4-7 0,-4 1-13 15,4-1-13-15,-1 0-20 0,2-3-15 0,-2-1-20 16,3-1-6-16,1-8-13 0,0-5-9 15,1-6-13-15,-1-1-7 0,2-3-5 0,-2-3-4 16,0-2-6-16,0 0-24 0,0-8-36 16,4 7 0-16,-4-7 0 0,0 0 0 15,0 0 0-15,0 0 0 0,0 0 0 16,0-27 0-16,-4 18 0 0,-1-1 0 0,1 3 0 16,-8 2 0-16,-1 3 0 0,-3 2 0 15,0 4-22-15,-7 2-1 0,3 4 3 0,-4 5 1 16,1 3 3-16,7-1 1 0,3-2 11 15,4-1-8-15,5 3 0 0,2-5 4 16,0 0 3-16,6 0 1 0,-3-4-3 0,2 2-5 16,5-1-11-16,3 0-32 0,-4-3-29 15,7-4-70-15,1-2-77 0,0 0-101 0,10-2-131 16,-6-3-138-16,13-5-179 0,0-2 3 16,-7 4 91-16,6-1-615 0,-2-5-760 15</inkml:trace>
  <inkml:trace contextRef="#ctx0" brushRef="#br0" timeOffset="12115.41">12385 6217 3928 0,'0'0'160'15,"0"0"30"-15,-11 3 23 0,11-3 28 0,0 0 17 16,0 0 1-16,0 0-12 0,0 0-23 16,0 0-22-16,0 0-21 0,-16-10-21 15,16 10-11-15,0 0-20 0,2-10-12 16,-2 10-9-16,0 0-13 0,0 0-7 15,3-14-13-15,-3 14-5 0,0 0-11 0,0-14 0 16,-2 8-12-16,-1-4-2 0,-1-1-10 16,-1-3-3-16,-6-3-4 0,-2-8 0 0,2 3-10 15,-2-3 3-15,0 4-7 0,2 4 1 16,-2 4 3-16,4 0-4 0,-1 3 2 0,3 2-6 16,-1-1-5-16,1 4-2 0,0 0 1 15,7 5-6-15,-9-5 4 0,9 5 4 0,0 0 5 16,0 0-1-16,0 0 6 0,0 0-5 15,0 0 3-15,33 0 1 0,-14-2 4 0,2-1-4 16,3 1 7-16,1-2 4 16,-2 1 12-16,-1 1 1 0,-4 2 0 0,1 0-3 15,3 0-4-15,-4 0-4 0,0 5 0 16,-2 1 2-16,4 0-3 0,-4 3-6 0,-2 3-2 16,1 4-1-16,-1-2 0 0,-1 1-3 15,-5 3-9-15,1-3-2 0,1 2-21 0,-5-3-33 16,3 1-49-16,-4-1-50 0,2-2-73 15,-3-2-89-15,1 0-125 0,2-3-137 16,-5 0-164-16,4-2-60 0,-3-2 82 0,-2-3-653 16,0 0-822-16</inkml:trace>
  <inkml:trace contextRef="#ctx0" brushRef="#br0" timeOffset="12464.28">12946 5997 4089 0,'0'0'120'0,"0"0"25"15,0 0 15-15,0 0 29 0,0 0 17 16,0 0 21-16,0 0-5 0,0 0 2 0,0 0-19 16,0 0-9-16,0 0-15 0,0 0-20 15,0 0-14-15,0 0-14 0,0 0-15 16,0 0-14-16,3-8-10 0,4 3-16 0,1-1-8 16,-1-2-7-16,2-1-6 0,-4-1-9 15,2-2-3-15,-3 0-7 0,-2 1 0 0,-2-2-10 16,-2 3-13-16,-2 0-5 0,-1 1-4 15,-2 4 3-15,-5 2-5 0,12 3 2 16,-35 6 8-16,7 8-1 0,-1 3-6 16,0 5-5-16,-3 8 9 0,11-3-2 0,2 0-7 15,2 2 1-15,4 0 2 0,7-5-1 16,3-6 2-16,-2 1 0 0,10-4-3 0,-3 1 0 16,3-1-6-16,2-4-28 0,4-1-33 15,3-2-50-15,3-1-68 0,2-3-95 0,3-4-102 16,4-2-121-16,10-7-131 15,2-3-140-15,9-5 64 0,-6-1-608 0,-9 0-771 16</inkml:trace>
  <inkml:trace contextRef="#ctx0" brushRef="#br0" timeOffset="12796.99">13344 5829 3336 0,'0'-18'-94'0,"0"3"66"0,-2 3 59 16,-3-1 40-16,3 3 43 0,-1 2 26 0,-3-1 15 15,2 1-2-15,1 2-11 0,-6 2-14 16,9 4-3-16,-11-2 3 0,11 2 0 0,-16 6-5 15,4 2 4-15,-1 7 0 0,1-1-14 16,-1 1-10-16,2 3-12 0,-5 7-6 0,1-1-9 16,10-6-3-16,4-2-2 0,2-3 12 15,1-1 14-15,5 0 32 0,0-3 12 0,4 1 16 16,1 0 3-16,3 1 2 16,3 1 11-16,-2-2 0 0,0 3-12 0,-1-1-2 15,-1 2-2-15,-1-1 2 0,-3-3 1 16,-5 2 4-16,3-1 4 0,-5 1-8 0,-1 1-50 15,-2-3-110-15,-4 1 0 0,3-1 0 16,-5 0 0-16,-6-1 0 0,1 1 0 16,-2-2 0-16,-3-2 0 0,2-1 0 0,-6 0 0 15,6-5 0-15,0 0 0 0,-6-4 0 16,4-4-24-16,-2-6-468 0,1-7-125 0,3 1-158 16,9 0-99-16,3 2 91 15,8 4-790-15,9-7-1016 0</inkml:trace>
  <inkml:trace contextRef="#ctx0" brushRef="#br0" timeOffset="13132.31">13787 5806 4033 0,'-2'-12'-40'0,"-2"3"65"15,-3 1 50-15,0-2 31 0,-4 2 26 16,2 2 11-16,0 1 0 0,-3 1-2 0,-1 2-10 16,-1 2-5-16,14 0-5 0,-34 8-8 15,16 5-9-15,-9 3 13 0,0 4-9 16,4 2-14-16,3 0-6 0,8-5-3 0,2 1 8 15,8-5 14-15,2 1 8 0,2-2 21 16,8 0 19-16,9 8 14 0,5-3 22 16,6 3-6-16,1-3-5 0,-2-1-13 15,-3 1-15-15,-3-3-1 0,-1-1-2 0,-9 1-4 16,-1-6-1-16,-5 3-37 0,0 1-107 16,-1-2 0-16,-2 0 0 0,-2-1 0 0,-4 1 0 15,-2 0 0-15,-2 0 0 0,-3-1 0 16,-3 1 0-16,1-3 0 0,-5 0 0 0,3-2 0 15,-2 0 0-15,0-5 0 0,-1 0 0 16,2-3 0-16,-8-4 0 0,7-2 0 0,-2-6-291 16,-2-5-487-16,7 1-174 0,5 0 95 15,2 0 89-15,3 2-778 0,2 2-989 16</inkml:trace>
  <inkml:trace contextRef="#ctx0" brushRef="#br0" timeOffset="13399.49">14319 5455 4534 0,'-5'-27'38'0,"-6"8"60"0,4-1 52 15,3 6 41-15,1 2-10 0,-3 3-7 16,1 4-14-16,5 5 14 0,0 0 71 0,-18 25 5 16,6 10-21-16,-1 19-18 0,2 4-21 15,-1 7-18-15,5 9-14 0,-1 4-17 16,0 24-11-16,0-3-11 0,5-17-12 15,-3 17-14-15,3-19-11 0,-3-2-15 0,1 0-39 16,4-7-43-16,-3-7-54 0,0-6-64 16,4-15-80-16,-2-3-87 0,2-12-112 15,0-9-97-15,0-2-125 0,2-7-146 0,4-3 52 16,-4-6-676-16,-2-1-857 0</inkml:trace>
  <inkml:trace contextRef="#ctx0" brushRef="#br0" timeOffset="13647.44">14260 5980 4218 0,'0'-17'148'0,"0"5"32"0,0 2 16 15,6 1 24-15,1 2 13 0,3 2 15 0,1 1-14 16,0 0-9-16,7 2-16 0,-3 2-19 16,4 4-23-16,0-1-5 0,-2 4-25 0,1 0-8 15,-2 1-18-15,-4 2-12 0,-1-3-10 16,-1 5-8-16,-9-2-10 0,-1 3-9 15,0-1-1-15,-7 2-13 0,-4-1-1 0,1 1-6 16,-3-1-34-16,2-3-38 0,-5 2-48 16,1-6-46-16,1 0-64 0,1-3-89 0,0-3-113 15,2-5-110-15,-1-2-128 0,2-4-139 16,7-1 59-16,1-5-622 0,4-1-787 0</inkml:trace>
  <inkml:trace contextRef="#ctx0" brushRef="#br0" timeOffset="13964.2">14531 5883 3520 0,'0'0'29'0,"5"2"64"0,-5-2 25 0,0 0 9 16,0 0 8-16,8 3 11 0,-8-3 26 0,0 0 13 15,-2 10-2-15,4-1-15 0,-2 0-18 16,1-1-9-16,-1 2-14 0,0 2-14 16,2 0-10-16,0 0-10 0,4 0-4 0,-2-2-9 15,-2-1-10-15,7-1-1 16,-3 2-1-16,6-8-9 0,3 1-1 0,-1-1-19 15,0-4-8-15,4 2-4 0,0-3 0 16,-4-5-2-16,-3 2 0 0,0-2-2 0,0-3-3 16,-8-2-1-16,-1-1 3 0,-4-4-2 15,-1-5-2-15,-6-8-2 0,0-1-3 0,-2 3-5 16,-3 5-2-16,3 5-5 0,4 7 0 16,-5 4-5-16,1 2-7 0,-2 6-22 0,-1 2-37 15,-4 4-54-15,5 2-55 0,0 3-117 16,-1 3-128-16,3-1-180 0,6-1-110 15,0 0 81-15,8-4-505 0,3 1-605 16</inkml:trace>
  <inkml:trace contextRef="#ctx0" brushRef="#br0" timeOffset="14147.05">14877 5804 3420 0,'4'-5'237'0,"-4"5"51"0,3-5 28 15,-3 5 16-15,0 0-11 0,0 0-22 0,0 0-29 16,0 0-16-16,0 0-26 0,4 19-25 15,-4-1-21-15,-2 1-22 0,0 5-18 0,2 0-70 16,-5 2-76-16,1 8-86 0,2-6-107 16,1-7-119-16,-1-2-109 0,-2-1-98 15,4-6-127-15,0 2-38 0,4-7 64 16,-2-5-467-16,-2-2-561 0</inkml:trace>
  <inkml:trace contextRef="#ctx0" brushRef="#br0" timeOffset="14264.48">14997 5610 2807 0,'-2'-8'-155'16,"-1"2"10"-16,3 6-12 0,-6-1-35 15,6 1-106-15,0 0-335 0,0 0-130 0</inkml:trace>
  <inkml:trace contextRef="#ctx0" brushRef="#br0" timeOffset="14630.64">15024 5854 2163 0,'0'0'261'0,"0"0"13"16,7 8-1-16,-7-8 7 0,0 0 8 0,2 7 2 15,0 0-8-15,-2-7-30 0,7 12-24 16,-6-4-23-16,3 1-18 0,0 2-17 0,0-2-23 16,-3 2-15-16,1-1-16 0,0 0-14 15,0 2-8-15,2-2-11 0,-6-2-11 16,2-2-9-16,0-6-15 0,0 11-16 0,0-11-16 15,0 0-13-15,0 0-10 0,0 0-6 16,0 0 1-16,0 0 4 0,7-37-1 0,7 10 6 16,4 2 6-16,0-3 20 15,-4 9 23-15,3-3 15 0,-5 5 16 0,-1 5 22 16,-4 4-8-16,2 2 28 0,0 3 10 16,-9 3-1-16,12 1-9 0,-12-1-11 0,16 13-13 15,-8-5-7-15,-1 2-8 0,0 4-9 16,2 0-14-16,-4-2-22 0,4 2-31 0,-5-4-34 15,2 0-45-15,0-1-50 0,0-1-60 16,-1-1-65-16,1-2-94 0,-4 0-108 0,1 1-118 16,-3-6-204-16,12 1 70 0,-12-1 89 15,0 0-514-15,13-9-596 0</inkml:trace>
  <inkml:trace contextRef="#ctx0" brushRef="#br0" timeOffset="14846.74">15555 5313 3452 0,'-2'-27'209'15,"2"7"51"-15,-1 6 19 0,-1 2 20 0,-2 3 20 16,2 3-19-16,2 6-22 0,0 0 30 16,0 0 2-16,-7 21-22 0,3 4-31 0,0 17-20 15,-6 17-18-15,1 7-26 0,0 4-21 16,-5-2-20-16,3 5-20 0,-5-2-33 0,3-1-48 16,4-3-61-16,-3-4-63 15,1-3-69-15,3-6-71 0,0-13-83 0,4-5-94 16,-1-10-93-16,1-7-102 0,2-8-171 0,2-2 25 15,2-6 89-15,-2-3-546 0,0 0-653 16</inkml:trace>
  <inkml:trace contextRef="#ctx0" brushRef="#br0" timeOffset="14997.18">15433 5874 3383 0,'-5'-8'162'16,"-3"1"62"-16,7 2 41 0,1 5 40 0,-10-7 39 15,10 7 5-15,0 0-13 0,-6-7-27 16,6 7-33-16,0 0-26 0,0 0-24 0,0 0-32 15,0 0-65-15,16-9-88 16,-16 9-116-16,21-3-123 0,-8 0-163 0,2-4-169 16,6 2-196-16,-2-4-9 0,4 4 86 15,11-4-548-15,-5 7-661 0</inkml:trace>
  <inkml:trace contextRef="#ctx0" brushRef="#br0" timeOffset="15663.84">15919 5869 3629 0,'-11'0'184'0,"11"0"37"16,-15-2-7-16,15 2-1 0,0 0 5 0,-15-1-14 15,15 1-18-15,0 0-18 0,0 0-14 16,0 0-21-16,0 0-17 0,7-12-27 16,1 7-22-16,2-2-18 0,1 0-11 15,1-3-1-15,-1-1-7 0,-4 1 1 0,2 0 4 16,-4 1-2-16,1 1-1 0,-5 1 5 15,-1 2 2-15,0 5 3 0,-5-10 2 0,5 10 13 16,0 0 14-16,-27 4 5 0,11 4 13 16,0 4 12-16,-6 8 4 0,-1 2-3 15,7 2 8-15,-2 3-9 0,5 3-5 0,1-1-9 16,1 1-9-16,2 4-10 0,3-10-8 16,4-1-2-16,0 0-4 0,4-6-5 15,2 3-10-15,6-2-13 0,1-3-20 0,2-3-27 16,6-3-29-16,2-5-28 0,4 0-23 15,2-6-26-15,9-1-23 0,-2-6-12 16,0-3 12-16,-1-3 12 0,-1-4 16 0,-3-3 10 16,1-7 24-16,1-3 31 0,-12 2 35 15,4-10 33-15,-3-3 36 0,0-1 22 0,-5 1 16 16,-7 6 18-16,-3 3 11 0,-1 5 2 16,-2 9-2-16,2 3-4 0,-6 5-11 0,-2 1-16 15,-1 4-9-15,-3 2-10 0,0 5 2 16,8 0-13-16,-19 4-3 0,7 3-2 0,5-1-8 15,-2 2 0-15,3-4-5 16,4 2-4-16,0-1-3 0,2-5 1 0,4 8-1 16,-4-8-5-16,22 0 0 0,0-2-4 15,4-2 5-15,10-5-1 0,-1 1-8 0,-5 0-4 16,-3 0 8-16,-6 3 2 0,-4 1 17 16,-1 6 15-16,-2 1 28 0,-2 3-75 0,-1 4-6 15,-3 4 0-15,-4 3 0 0,-4 2 0 16,0-1 0-16,-2 11 0 0,-6 3 0 15,5 2 0-15,-5 0 0 0,3-1 0 0,-6-2 0 16,8-7 0-16,-5-4 0 0,5-3 0 16,-3-2 0-16,1-1 0 0,4-1 0 0,-1-3 0 15,-2 2 0-15,2-5-425 0,0 0-280 16,2-7-216-16,2 7 62 0,-2-7 98 0,6 5-776 16,-6-5-982-16</inkml:trace>
  <inkml:trace contextRef="#ctx0" brushRef="#br0" timeOffset="15946.57">17088 5179 4509 0,'-4'-32'55'0,"-1"-1"39"15,-2 8 36-15,3 2 40 0,3 6 42 16,-5 2 32-16,2 1-1 0,3 4-26 0,-3 2-24 16,0 6-18-16,4 2 21 0,-16 22 36 15,2 22 22-15,-8 11 7 0,3 8-22 16,-8 27 0-16,3 6-12 0,1 1-22 0,-2-4-109 15,0 1-96-15,-2 0 0 0,2-5 0 16,2-4 0-16,-2-4 0 0,5-19 0 16,2-6 0-16,0-3 0 0,3-3 0 15,3-14 0-15,3-5 0 0,2-7 0 0,-2-7 0 16,6-3 0-16,1-4 0 0,-2-1 0 16,4-3 0-16,0-6 0 0,4 6-169 0,-4-6-387 15,0 0-113-15,0 0-190 0,0 0 23 16,16-16 100-16,-15 9-749 0,-1 7-932 0</inkml:trace>
  <inkml:trace contextRef="#ctx0" brushRef="#br0" timeOffset="16697.18">17457 5929 3835 0,'4'-9'-131'15,"2"3"43"-15,-5-1 40 0,4 2 38 0,-1-2 30 16,-4 7 21-16,4-7 10 0,-4 7 14 16,3-7 4-16,-3 7-2 0,4-7-7 15,0 2-10-15,-4 5-2 0,1-7 4 16,-1 7 8-16,4-8 2 0,-4 3 7 0,0 5 14 16,0-11 3-16,-2 6-1 0,-1-3 0 15,-3 3-1-15,-1-2-6 0,-4 2-2 0,0 1 3 16,-3 0 3-16,-4 4 4 0,-1 4 7 15,-5 1 6-15,-9 6 9 0,0 2 10 16,4 4 3-16,2 4-1 0,4 3-5 0,3 1-10 16,7 4-11-16,10-4-3 0,1-2-15 15,5 4-8-15,7 2-1 0,3 0-14 16,2-3-33-16,7-5-43 0,0 0-58 16,5-5-65-16,-4-6-82 0,0-3-86 0,4-4-61 15,-1-4-84-15,12-8-114 0,4 0-80 16,8-8 56-16,-3-2-422 0,3-3-493 0</inkml:trace>
  <inkml:trace contextRef="#ctx0" brushRef="#br0" timeOffset="17245.93">18085 5295 2770 0,'-6'-22'57'0,"-2"3"61"0,0 5 49 16,-1 2 30-16,-1 1 25 0,-1 5 23 15,0 3 17-15,1 3 5 0,-7 5-4 0,-4 15 12 16,-2 7-4-16,-6 16-25 0,3 8-27 15,3 9-18-15,-7 18-17 0,7-13-19 16,-4 14 5-16,6-16-20 0,-2 3-18 16,6-2-15-16,-3-2-7 0,7-4-11 0,-1-8-11 15,4-13-13-15,0-6-6 0,5-6-3 16,-1-8-3-16,3-3-6 0,3-4 2 0,3-5-8 16,-3-5-4-16,11 2-10 0,-11-2-3 15,23-17-4-15,0-6-3 0,1-2-5 0,5-14-3 16,0 0-1-16,-2 3-5 0,-6 7 3 15,-5 4-10-15,-2 6 9 0,-3 5-10 16,-3 2-1-16,-2 4-6 0,-4 6 4 16,-2 2 3-16,0 0-1 0,0 0-1 0,4 19 0 15,-4-9 7-15,-2 2-10 0,0 3 3 16,4-1-5-16,-2 1 5 0,2 1-4 0,0-1 0 16,0-3-18-16,-1 0-18 0,1-1-18 15,4-1-19-15,-3-2-11 0,1-1-26 0,4-3-28 16,-4 0-31-16,4-2-33 0,-8-2-47 15,11 4-48-15,-11-4-42 0,0 0-19 0,21-8 9 16,-12 2 39-16,-1-1 35 0,4-3 39 16,-1-2 50-16,1-1 51 0,-3-3 46 15,2 1 46-15,-3 3 44 0,1 0 52 0,-1 3 33 16,-3 1 23-16,0 1 0 0,1 2 6 16,-3-1-2-16,-3 6 4 0,0 0-5 15,0 0-4-15,0 0-12 0,15 12-10 16,-12-3-11-16,-1-1-5 0,0 1-10 0,-2 3-15 15,0 0-35-15,0 2-52 0,-2-2-76 16,0-1-93-16,2-2-88 0,-3 0-95 0,3-1-115 16,-2-3-98-16,2-5 50 0,0 0-322 15,7 6-363-15</inkml:trace>
  <inkml:trace contextRef="#ctx0" brushRef="#br0" timeOffset="17413.82">18260 5744 2549 0,'-3'-12'113'0,"3"4"45"0,0 1 29 16,0 7 0-16,-3-10-13 0,3 10-12 16,0-8-14-16,0 8-18 0,0 0-18 0,0 0-57 15,-6-10-66-15,6 10-88 0,0-5-96 16,0 5-115-16,-3-6-171 0,3 6-50 0,-4-10 62 16,0 5-170-16,2-2-137 0</inkml:trace>
  <inkml:trace contextRef="#ctx0" brushRef="#br0" timeOffset="17663.5">18454 5354 2056 0,'4'-9'188'0,"-4"9"10"16,0 0 11-16,0 0 52 0,0 0 41 16,0 0 27-16,-4 29 16 0,1-8 8 0,-8 20-3 15,-2 7-11-15,1 10-24 0,-2-2-26 16,-1 0-28-16,1 1-28 0,1-1-7 0,-1 0-24 15,3-3-23-15,2-2-13 0,1-12-27 16,0-1-10-16,5-6-13 0,-1-5-21 0,0-5-36 16,2-7-40-16,0-1-61 0,1-3-57 15,1-1-84-15,0-5-102 0,0-5-137 0,3 5-152 16,-3-5-207-16,0 0 42 16,22-12 81-16,-8 0-558 0,9-10-679 0</inkml:trace>
  <inkml:trace contextRef="#ctx0" brushRef="#br0" timeOffset="18113.38">18940 5136 3411 0,'-3'-18'97'0,"-1"7"56"0,0-1 34 16,1 6 2-16,1-1-5 0,-1 3 11 0,3 4 28 16,0 0 32-16,-13 21 43 0,1 8 12 15,-5 16-19-15,1 7-13 0,-2 6-27 0,0 5-18 16,0 2-29-16,0 3-19 0,-1 0-16 15,2-1-15-15,0-3-15 0,0-1-12 16,2-5-12-16,2-3-24 0,-1-4-9 16,5-15-5-16,1-3-6 0,3-10-12 0,-2-3-7 15,3-5 0-15,3-1-6 0,-3-4-33 16,4-1-13-16,-2-4 0 0,2-5 0 0,0 0 0 16,0 0 0-16,0 0 0 0,11-17 0 15,-4 2-14-15,-2-4-71 0,-1-5-12 0,-2 1-7 16,-2 4-2-16,-2-3 5 0,-4 8-2 15,1 0 13-15,-7 6 9 0,1 2 11 16,-3 5 6-16,-1 2 15 0,-1 3 19 16,0 6 24-16,-6 7 23 0,1 4 11 0,6-4 24 15,0 9 11-15,-2-1 8 0,5-4 9 16,6-1-1-16,1-3-2 0,1-2-2 0,2-1-2 16,2-2-6-16,2 0-6 0,4-3-9 15,-3 0-6-15,8-2-12 0,0 2-42 16,0-4-51-16,1-4-65 0,-3 3-87 0,7-4-113 15,-3 0-136-15,0-4-157 0,2 1-231 16,5-4 61-16,-4 4 97 0,2-6-649 0,0 0-796 16</inkml:trace>
  <inkml:trace contextRef="#ctx0" brushRef="#br0" timeOffset="18562.86">19227 5442 3640 0,'11'-35'-34'0,"-4"3"50"0,0 6 38 0,1 8 40 16,-3 2 12-16,-4 4 5 0,3 2-6 15,-2 5 12-15,-2 5 22 0,0 0 15 0,2 29 15 16,-8 12 16-16,-2 22 5 0,-7 8 12 15,-3 21 6-15,-7 6 26 0,0 4-15 16,-4 3-9-16,0-2-28 0,1-3-17 16,-1-4-16-16,1-4-19 0,1-7-18 0,5-21-13 15,2-5-52-15,4-6-44 0,2-10-44 16,3-12-43-16,4-8-42 0,3-7-56 16,1-5-70-16,3-6-88 0,0-5-80 0,0 0-90 15,0 0-107-15,14-24-60 0,0-2 63 16,1-4-455-16,5-11-541 0</inkml:trace>
  <inkml:trace contextRef="#ctx0" brushRef="#br0" timeOffset="18813.52">19180 5931 2802 0,'0'-7'18'0,"4"0"55"0,2 4 38 0,-1-3 26 16,4 3 22-16,0 1 16 0,-9 2 17 15,23-1 8-15,-23 1 5 0,22 1 0 16,-8 3-3-16,-1 1-10 0,-1 3-8 0,-3 1-13 15,-2-1-13-15,2 4-10 0,-6-1-6 16,-1 1 3-16,-2 0 0 0,-3 1-8 16,-8 5-10-16,0-3-12 0,-3-1-15 0,2-1-9 15,-6 0-8-15,1-4-42 0,-2 3-39 16,4-7-51-16,-1 1-54 0,4-2-86 0,1-4-110 16,11 0-110-16,-16-10-99 0,12 1-128 15,4-3-28-15,4 0 65 0,3-9-423 0,7-6-496 16</inkml:trace>
  <inkml:trace contextRef="#ctx0" brushRef="#br0" timeOffset="19112.77">19371 5857 2661 0,'0'0'23'0,"0"0"68"15,0 0 71-15,0 0 47 0,14 5 38 16,-14-5 18-16,1 14 16 0,1-7-5 16,0 5-10-16,-2-2-13 0,2 5-19 0,0-3-26 15,0 2-22-15,0 3-15 0,-1-2-19 16,1 2-17-16,4-3-11 0,-3 1-18 0,2-7-9 15,2 2-37-15,1-2-13 0,1-2-31 16,1-1-15-16,1 1-21 0,0-6 4 16,-11 0 5-16,20 0 2 0,-20 0 2 15,17-8 6-15,-9 2 14 0,-5-3 15 0,1-1 5 16,0 0-1-16,-4-5 1 0,0 1-9 16,0-1 4-16,-2 1-3 0,-2 3-7 0,1-3-10 15,-3 4-20-15,1 1-20 0,-6 3-23 16,2 0-37-16,2 4-48 0,-3 1-76 0,10 1-99 15,-23 1-102-15,11 3-130 0,1 1-149 16,2 0 63-16,3 0-487 0,0 0-590 0</inkml:trace>
  <inkml:trace contextRef="#ctx0" brushRef="#br0" timeOffset="19313.64">19704 5902 3121 0,'0'0'76'0,"0"0"96"0,0 0 57 0,0 0 48 16,8 14 25-16,-8-14 17 0,-2 18-3 16,0-3-21-16,-4 2-38 0,1 3-27 0,-4 9-22 15,-2-6-25-15,2 6-27 0,-2-5-46 16,3-4-55-16,0 0-63 0,-1-2-75 0,1-1-91 16,2-4-107-16,3-4-86 0,-5-1-80 15,6-2-105-15,1-3-105 0,1-3 41 0,0 0-446 16,0 0-533-16</inkml:trace>
  <inkml:trace contextRef="#ctx0" brushRef="#br0" timeOffset="19462.68">19763 5867 3012 0,'8'-20'140'16,"-5"2"60"-16,2 3 25 0,1 5-1 16,-5 0-17-16,3 2-24 0,-2 1-20 0,2 1-51 15,-2 0-80-15,-2 6-112 0,3-8-130 16,-3 8-143-16,0 0-182 0,7-2-38 0,-7 2 63 15,0 0-251-15,0 0-251 16</inkml:trace>
  <inkml:trace contextRef="#ctx0" brushRef="#br0" timeOffset="19829.57">19779 5883 2132 0,'0'0'197'0,"0"0"59"0,0 0 11 0,0 0-4 15,0 6-2-15,0-6-2 0,0 0-7 16,11 13-14-16,-7-8-24 0,1 2-17 0,-3 3-20 15,2 2-17-15,-1 1-19 0,-1-2-13 16,-4 1-15-16,-1 2-8 0,-1 3-12 16,1-1-8-16,-3-5-7 0,0 1-11 0,3-4-6 15,-1 1-5-15,-1-1-2 0,5-8-10 16,-3 8-6-16,3-8-5 0,0 0-2 0,0 0-2 16,0 0-7-16,0 0-1 15,19-29-1-15,-8 15-4 0,9-9-3 0,-4 0 3 0,6 3-2 16,-7 0 7-16,-2 6 14 15,-4 4 17-15,2 0 7 0,-6 3 0 0,1 2-2 16,-3 3-8-16,-3 2-3 0,0 0-1 16,0 0-9-16,11 16-5 0,-11-8-2 0,0 1-9 15,-2-1 0-15,2 4-25 0,-3 0-22 16,3-3-15-16,3 1-25 0,-3-1-25 0,2-3-31 16,-2 1-40-16,0-7-60 0,5 7-72 15,-5-7-73-15,7 2-94 0,-7-2-106 16,0 0-85-16,0 0 51 0,27-10-425 15,-18-1-502-15</inkml:trace>
  <inkml:trace contextRef="#ctx0" brushRef="#br0" timeOffset="20062.82">20393 5279 3167 0,'0'-15'198'0,"0"5"31"0,-4 2 7 15,4 7 14-15,0 1 53 0,0 0 11 16,0 0 17-16,-12 31-7 0,3 0-9 0,-1 7-27 15,-4 12-20-15,0 4-26 0,-4 3-19 16,2-1-19-16,-6-2-21 0,5 0-18 0,-2-4-18 16,3-3-8-16,0-3-14 15,4-10-15-15,1-3-8 0,3-9-32 0,0 0-52 16,4-8-70-16,-1 1-81 0,1-4-108 16,2-5-126-16,0 2-137 0,2-4-148 0,0-4-164 15,0 0 61-15,0 0 88 0,8 6-613 16,-8-6-740-16</inkml:trace>
  <inkml:trace contextRef="#ctx0" brushRef="#br0" timeOffset="20213.62">20138 5845 3741 0,'-3'-5'187'0,"-1"-2"73"16,4 7 33-16,-4-8 14 0,4 8 1 16,0 0-33-16,0 0-27 0,0 0-24 15,8-9-39-15,0 7-80 0,3-1-98 0,0 1-115 16,1 1-146-16,7-3-152 0,-4 0-164 15,4 0-139-15,0 4 62 0,4-4-525 0,4 2-638 16</inkml:trace>
  <inkml:trace contextRef="#ctx0" brushRef="#br0" timeOffset="20763.62">20419 5750 3068 0,'-14'3'82'15,"3"-3"72"-15,11 0 33 0,-14 4 29 16,14-4 24-16,-9 2 21 0,9-2 7 0,0 0 2 16,0 0-20-16,0 0-27 0,0 0-23 15,0 0-21-15,23 11-16 0,-23-11-24 0,29-3-45 16,-12 1-13-16,0 0-15 0,0-2-13 16,-1 0-9-16,-4 2 8 0,0-1-2 0,0-1 1 15,-5-1 13-15,-7 5 16 0,14-7 6 16,-14 7 20-16,2-6-12 0,-2 6-3 0,0 0-1 15,0 0 6-15,0 0 0 0,-42 10-2 16,26-6-7-16,-1 7-5 0,-2 1-9 0,2 0 4 16,0-1-11-16,1 3-1 15,5 0-8-15,-1-1 2 0,3-2 2 0,5-1 2 16,-1-1-8-16,3-2 0 0,4 1-5 16,2-1-3-16,-1 0-41 0,5-2-6 0,4 0 0 15,-1-1 0-15,3-3 0 0,-1-1 0 16,-13 0 0-16,26-3 0 0,-7-2 0 15,-3-1 0-15,-2 0 0 0,4-3 0 0,-2 1 0 16,-5-1 0-16,0 1 0 0,-6 1 0 16,5 2 0-16,-6-1 0 0,3 0 0 0,-7 6 0 15,13-4 0-15,-13 4 0 0,0 0 0 16,0 0 0-16,0 0 0 0,16 8 0 16,-10 0 0-16,-3 2 0 0,4-3 0 15,-3 5 0-15,1-2 0 0,-1 0 0 0,-1 0 0 16,-3 2 0-16,4 0 0 0,0-7 0 15,-1 2 0-15,0 0 0 0,-3-7 0 0,8 12 0 16,-8-7 0-16,0-5 0 0,0 0-89 16,3 10-369-16,-3-10-134 0,0 0-144 0,0 0-121 15,0 0 83-15,0 0-819 0,-17 0-1035 16</inkml:trace>
  <inkml:trace contextRef="#ctx0" brushRef="#br0" timeOffset="21847.57">20160 3380 4682 0,'0'-10'76'0,"2"2"35"16,-2 1 7-16,0 7 6 0,0 0 2 0,1-6 17 15,-1 6 71-15,0 0 45 0,0 0-4 16,-5 27-17-16,5-14-23 0,-4 7-20 0,2 1-22 15,0 4-16-15,2 1-16 0,-1-2-14 16,-1-6-9-16,2 1-13 0,0-1-12 16,-2-3-7-16,2-3-11 0,-2 0-1 15,2-4-7-15,0 1-3 0,0-2 4 0,0-7 19 16,2 8-87-16,-2-8 0 0,0 0 0 16,0 0 0-16,0 0 0 0,13-32 0 15,-6 11 0-15,5-6 0 0,5 1 0 0,0 1 0 16,-6 8 0-16,2 1 0 0,-8 4 0 15,2 2 0-15,-1 3 0 0,0 1 0 0,-6 6 0 16,12-2 0-16,-12 2 0 0,14 9 0 16,-2 0 0-16,-2 2 0 0,-1 1 0 0,-1 0 0 15,0 1 0-15,-1-3 0 0,0 2 0 16,-1-1 0-16,0-1 0 0,0-3 0 16,-2-2 0-16,-1 0 0 0,-3-5 0 15,9 8 0-15,-9-8 0 0,16 0 0 16,-16 0 0-16,29-15 0 0,-4 0 0 0,-1-5 0 15,4 4 0-15,-3-1 0 0,-5 3 0 16,-4 3 0-16,-2 3 0 0,-5 2 0 0,2 0 0 16,-6 4 0-16,-5 2 0 0,0 0 0 15,21 5 0-15,-18 4 0 0,2-1 0 0,-1 7 0 16,-3 2 0-16,3 0 0 0,0-1 0 16,-2 4 0-16,-1-3 0 0,1-2 0 15,0-1 0-15,2 0 0 0,-1-2 0 0,0-2-354 16,7 0-203-16,-1 0-137 0,-1-3-207 15,5 0 75-15,2 0 98 0,1-1-677 16,3 0-857-16</inkml:trace>
  <inkml:trace contextRef="#ctx0" brushRef="#br0" timeOffset="21995.83">21229 3645 3820 0,'3'-4'174'0,"2"-4"56"0,-5 8 11 0,7-9 0 16,-1 5-18-16,-1-3-25 15,7 0-21-15,3-4-25 0,6 0-57 0,8-5-86 16,3 1-122-16,12-9-167 0,-4-5-168 16,6 0-188-16,2 0-30 0,-5 0 74 15,2-6-369-15,-8-1-439 0</inkml:trace>
  <inkml:trace contextRef="#ctx0" brushRef="#br0" timeOffset="22162.46">21917 3023 2630 0,'5'-11'95'15,"-3"5"60"-15,-2 6 67 0,0 0 63 16,0 0 48-16,0 41 52 0,-7-7 27 0,-2 7 12 15,-7 8-21-15,-1-1-35 0,2 1-35 16,2 0-30-16,-5 1-35 0,3-1-24 16,3-3-30-16,1-8-40 0,4 1-70 0,-3-1-89 15,0-2-101-15,1 1-127 0,-1 1-139 16,3-1-177-16,-3-3-232 0,0 1-38 0,-1-2 88 16,4-2-621-16,-5 0-788 15</inkml:trace>
  <inkml:trace contextRef="#ctx0" brushRef="#br0" timeOffset="23229.07">21854 5361 4077 0,'-2'-18'185'0,"0"4"14"0,1 5 0 15,-1 1 5-15,0 1 7 0,2 7-1 16,-5-7 0-16,5 7 36 0,0 0 42 15,-7 17 9-15,-1 2-15 0,-1 13-23 0,-1 1-25 16,1 4-22-16,-2 2-21 0,-1 0-15 16,2-3-18-16,1-3-16 0,1-2-15 0,0-8-43 15,5-4-84-15,-1-3 0 0,0-4 0 16,4-4 0-16,-3 1 0 0,3-3 0 0,0-6 0 16,-2 10 0-16,2-10 0 0,0 0 0 15,0 0 0-15,13-22 0 0,-6 5 0 0,11-10 0 16,0-10 0-16,7-3 0 0,2 3 0 15,0 2 0-15,-6 12 0 0,-3-1 0 0,-4 10 0 16,-3 1 0-16,0 6 0 16,-2 4 0-16,-4 1 0 0,-5 2 0 0,16 8 0 15,-9 6 0-15,1-3 0 0,-3 7 0 16,6-1 0-16,-8 3 0 0,3-3 0 0,-3-1 0 16,5-1 0-16,-6-3 0 0,1-2 0 15,-1 0 0-15,3-3 0 0,-3 0 0 16,1-2 0-16,-3-5 0 0,0 0 0 0,19-1 0 15,-5-6 0-15,2-5 0 0,9-9 0 16,8 1 0-16,5-5 0 0,-7 7 0 0,-5 1 0 16,-1 2 0-16,-2 3 0 0,-6 6 0 15,-2 5 0-15,-2 2 0 0,3 5 0 16,-3 6 0-16,1 5 0 0,0 8 0 16,-2-5 0-16,1 5 0 0,-1-1 0 0,-2-6 0 15,-1-2 0-15,3-1 0 0,1-1 0 16,3-4 0-16,4-3 0 0,5-5 0 0,14-6 0 15,0-3-595-15,3-1-406 0,-1-1 106 16,0-1-1043-16,-1 0-1360 0</inkml:trace>
  <inkml:trace contextRef="#ctx0" brushRef="#br0" timeOffset="-139168.33">4907 7775 1286 0,'7'-2'366'0,"-1"0"-42"0,-6 2-24 16,0 0 1-16,0 0-9 0,11-6-12 0,-11 6-5 16,0 0-15-16,6-4 10 0,-6 4 5 15,0 0 3-15,0 0-3 0,0 0 4 16,0 0-1-16,0 0-8 0,6-6-5 15,-6 6-12-15,0 0-14 0,0 0-13 0,0 0-19 16,0 0-22-16,0 0-20 0,0 0-18 16,-38 2-13-16,22-1-16 0,0 2-14 0,-4 0-9 15,3-2-9-15,0 3-10 0,0-2-8 16,0 1-9-16,1-2-4 0,3 2-6 16,1 0-7-16,-1-2-33 0,13-1-9 0,-19 2 0 15,19-2 0-15,-17 0 0 0,17 0 0 16,-15 2 0-16,15-2 0 0,-11 2 0 15,11-2 0-15,0 0 0 0,-14 2 0 0,14-2 0 16,0 0 0-16,0 0 0 0,-17 0 0 0,17 0 0 16,0 0 0-16,-10 0 0 15,10 0 0-15,0 0 0 0,-9 8 0 0,7-2 0 16,0 2 0-16,-2 0 0 0,3 3 0 16,-3-1 0-16,4 2 0 0,-2 0 0 15,2 0 0-15,0 1 0 0,2 0 0 0,2 2 0 16,-3-2 0-16,3-4 0 0,3 3 0 15,4-2 0-15,-2 2 0 0,0-3 0 0,5 1 0 16,-1 0 0-16,4 0 0 0,0-3 0 16,2 5 0-16,8 3 0 0,-2-1 0 0,-3 0 0 15,1 1 0-15,-1-1 0 0,-6-1 0 16,0 1 0-16,-3 1 0 0,-1-3 0 16,-3 2 0-16,0 0 0 0,-5-1 0 15,1-2 0-15,-2 1 0 0,-3-1 0 0,0 1 0 16,-3 0 0-16,-2 1 0 0,-4-3 0 15,2 1 0-15,-6 1 0 0,-3-2 0 16,0-2 0-16,1-3 0 0,2-1 0 0,-4 1 0 16,1-4 0-16,1-1 0 0,0 0 0 15,15 0 0-15,-29-1 0 0,16 1 0 0,2-3 0 16,11 3 0-16,-23-2 0 0,14 0 0 16,0 2 0-16,9 0 0 0,-13-4 0 15,13 4 0-15,-5-4-66 0,5 4-813 16,4-13-93-16,3 5 94 0,2-1-957 0,9-1-1262 15</inkml:trace>
  <inkml:trace contextRef="#ctx0" brushRef="#br0" timeOffset="-138749.45">5341 7949 4884 0,'-7'-2'-110'0,"7"2"61"16,0 0 55-16,-20 5 51 0,11 3 45 0,2 4 35 15,-2 2 20-15,0 3 18 0,2 0-5 16,3 7 0-16,-1-3-8 0,5-1 1 0,0-2-9 16,5 3 0-16,3-1-2 0,-3-1 3 15,4-1 4-15,13 0-3 0,-7-3-7 0,4-6-9 16,0-4-8-16,1-1-10 0,4-4-15 15,2-4-7-15,10-2-5 0,3-6-16 16,-3-2-5-16,-2-1-6 0,-5-1 2 0,-2-1 13 16,-7-2-65-16,-4 0-18 15,-5-1 0-15,-4 3 0 0,-2-7 0 0,-7-1 0 0,-3-10 0 16,-4 0 0-16,-4 2 0 16,-2 2 0-16,-4 4 0 0,-4 5 0 0,0 5 0 15,3 5 0-15,-2 7 0 0,3 5 0 16,-4 1 0-16,1 5 0 0,-1 1 0 0,-8 8 0 15,6-1-226-15,0 3-204 0,7-2-112 16,4-1-137-16,3-4-195 0,5-1 77 0,3-3 93 16,3 0-636-16,0-6-795 0</inkml:trace>
  <inkml:trace contextRef="#ctx0" brushRef="#br0" timeOffset="-137766.72">7283 7603 3398 0,'4'-4'-133'0,"-4"4"63"0,9-7 49 16,-5 2 48-16,-4 5 40 0,4-5 36 15,-4 5 32-15,4-5 8 0,-4 5 19 0,2-5 1 16,-2 5 6-16,0 0-5 0,0 0-8 15,0 0-4-15,0 0 13 0,0 0 18 16,-21 20 1-16,-1 4 17 0,-2 3 13 16,-11 8 7-16,-1 7 10 0,0 2 2 15,0 2-8-15,0 2-5 0,4 0-1 0,3 0-12 16,6-3-18-16,6 0-14 0,5-14-18 16,1 4-9-16,10-12-10 0,-4 0-5 0,8-6-12 15,0 0-109-15,3-1-12 0,3-4 0 16,7-2 0-16,2-1 0 0,2-6 0 0,3-3 0 15,4-3 0-15,-2-1 0 0,11-3 0 16,-6-3 0-16,1-2 0 0,-7-3 0 0,-5 1 0 16,0-5 0-16,-6 1 0 0,-3 2 0 15,-4-3 0-15,0 4 0 0,-5-2 0 0,-1 1 0 16,-3 3 0-16,-4-3 0 0,2 5 0 16,-5-1 0-16,-1 4 0 0,-1 2 0 15,-1 3 0-15,1 0 0 0,-4 3 0 16,0 3 0-16,-1 0 0 0,0 3-70 0,-2 2-422 15,-5 9-116-15,4-8-142 0,5 2-121 16,5-4 94-16,6 1-795 0,3-2-1015 16</inkml:trace>
  <inkml:trace contextRef="#ctx0" brushRef="#br0" timeOffset="-137401.48">7689 7790 4330 0,'-10'-6'16'16,"5"3"51"-16,5 3 35 0,0 0 49 0,-16 1 45 15,16-1 23-15,-15 16 14 0,8-4 3 16,-3 2-14-16,4 5-20 0,1-1-19 0,-1 3-15 16,4-1-17-16,2-1-18 0,4 5-10 15,0-5-8-15,3 0-11 0,2 1-6 16,3-5-9-16,1-4-10 0,5 0-9 15,-2-2-5-15,4-6-3 0,-1-2 8 0,0-2-7 16,4-4 10-16,-2 0 14 0,-1-1 20 16,-2-2 7-16,-3 0 6 0,1-3 3 15,-4-3-103-15,-1-1-20 0,-6-5 0 0,1-3 0 16,-4 0 0-16,-4-4 0 0,-4-10 0 16,-3 2 0-16,-3 2 0 0,-1 3 0 0,-3 6 0 15,-4 3 0-15,-3 5 0 0,0 8 0 16,1 3-180-16,0 5-317 0,-3 2-172 0,-1 1-200 15,-9 5 29-15,3 4 92 0,2 0-744 16,5-3-940-16</inkml:trace>
  <inkml:trace contextRef="#ctx0" brushRef="#br0" timeOffset="-135917.95">4667 7374 3939 0,'0'0'-124'0,"-20"0"29"15,20 0 24-15,-13 0 19 0,13 0 32 16,0 0 37-16,0 0 29 0,-15-4 6 0,15 4 12 16,0 0-1-16,0 0 2 0,0 0-7 15,0 0 5-15,0 0 6 0,0 0 12 16,0 0-3-16,0 0 2 0,0 0-5 0,64 4-3 15,-19-1-10-15,10-3-1 0,17-3-6 16,10 3-10-16,8-3-3 0,30 2-1 0,8-5-5 16,8 3-9-16,17-4-3 0,6 3-1 15,2-1-20-15,8 0-17 0,0 2-10 0,-2 1 0 16,-1-2 0-16,-6-2 5 16,-9 1-2-16,-6-1-2 0,-9 3 12 0,-5-2-3 15,-8 2 4-15,-3 3-1 0,-28-1 2 16,-1 1 2-16,-3 0-1 0,-2 1-3 15,-3-2 8-15,-2 1 1 0,-6 0 4 0,0-3-3 16,-6 3-1-16,-7-2-1 0,-10 1 2 16,-5-3 1-16,-2 3 0 0,-8-3 0 0,-8 2 2 15,-6 2-3-15,-2-2 7 0,-8 2-1 16,0 0 11-16,-13 0 4 0,22-1 4 0,-15 1 1 16,-7 0-3-16,0 0 1 0,19 0-2 15,-19 0 10-15,11 9 1 0,-9-3 5 16,0 5 2-16,-2 2 1 0,0 6-1 15,0 9 14-15,-2 14 6 0,-1 15 17 0,-1 5 12 16,0 3 16-16,2 2 5 0,2 1 6 16,2 1 19-16,0 1 10 0,0-1 0 15,0-7-6-15,0-3 0 0,-1-3-12 0,-2-16-19 16,1 0-8-16,-2-9 1 0,0-7-5 16,0-5-11-16,0-1-2 0,0-3 8 0,2-3 9 15,-2-1 9-15,2 0 4 0,-3-2 5 16,1-1 6-16,2-8-11 0,-4 9-8 0,1-3-12 15,3-6-10-15,-11 6-11 0,11-6-5 16,-14 3-66-16,3-3 0 0,-1 2 0 16,-10-1 0-16,-5 1 0 0,-10 2 0 15,-7-1 0-15,-17 4 0 0,-2 0 0 0,-6 1 0 16,-5 1 0-16,-3 1 0 0,-4 0 0 16,-20 7 0-16,-9-1 0 0,-7 1 0 0,-8 0 0 15,-3-1 0-15,-4-3 0 0,4 1 0 16,1-1 0-16,3 1 0 0,0-1 0 0,6 1 0 15,-2-6 0-15,6 4 0 0,-5-3 0 16,11-1 0-16,1 1 0 0,25-4 0 0,1 0 0 16,0 0 0-16,-1 0 0 0,2 2 0 15,0 0 0-15,1-4 0 0,2 3 0 16,0-2 0-16,3-2 0 0,-1 3 0 0,3-1 0 16,4-1 0-16,3-1 0 0,3 1 0 15,12-1 0-15,3 0 0 0,6-2 0 16,3 3 0-16,8-3 0 0,5 2 0 15,3 0 0-15,2-1 0 0,2 1 0 0,-3-2 0 16,3 2 0-16,-2 1 0 0,1-1 0 16,1 1 0-16,-9 2 0 0,2 1 0 0,0 0 0 15,-8 0 0-15,9-1 0 0,1 0 0 16,2-2 0-16,2 1 0 0,-2-1 0 0,0 0 0 16,2 1 0-16,2-2 0 0,0 0 0 15,2-1 0-15,-1 2 0 0,1-3 0 16,1 0 0-16,2 2 0 0,-2-2 0 15,4 0 0-15,10 0 0 0,-21 2 0 0,14-2 0 16,7 0 0-16,-15 0 0 0,15 0 0 16,-12-2 0-16,12 2 0 0,-11-6 0 0,5 0 0 15,5 0 0-15,-6-5 0 0,3-3 0 16,2-4 0-16,1-8 0 0,-1-12 0 0,0-8 0 16,0-12 0-16,6-11 0 0,-2-10 0 15,-1-22 0-15,3-2 0 0,1-8 0 0,-1-1 0 16,-3 0 0-16,1 3-18 0,-2 26-32 15,0 6 5-15,0 9 6 0,0 12 6 16,0 8 3-16,0 16 4 0,0 7 5 0,0 6 2 16,0 0-5-16,-2 4 8 15,2 1-3-15,2 2 4 0,-2 2-1 0,0-3-2 16,0 5-33-16,0 1-24 0,0 7-25 16,2-8-21-16,-2 8-35 0,2-6-44 0,-2 6-71 15,0 0-113-15,0 0-130 0,11 16-257 16,-6-8-2-16,-2 5 88 0,-1 2-574 0,6 4-719 15</inkml:trace>
  <inkml:trace contextRef="#ctx0" brushRef="#br0" timeOffset="-135301.6">6302 7583 3369 0,'-5'-13'-82'16,"2"3"25"-16,1-1 31 0,0 5 33 15,0-1 56-15,2 0 38 0,-2-1 39 0,2 8 30 16,0-10 8-16,-2 6-3 0,2 4-11 16,2-9-13-16,-2 9-3 0,0 0 26 15,0 0 16-15,8 26 28 0,-5-2 7 16,2 15 5-16,1 19 9 0,1 0-3 0,-2 10-13 16,1 0-15-16,1 1-9 0,-2-3-17 15,2 0-15-15,1-4-16 0,0-4-9 0,1-4-3 16,-5-12 9-16,3-5-4 0,-3-2 4 15,3-9 4-15,-4-7-3 0,-1-2-123 0,2-5-26 16,-4 0 0-16,2-2 0 0,0-2 0 16,-1 1 0-16,-1-9 0 0,0 10 0 15,0-10 0-15,0 0 0 0,0 0 0 0,0 0 0 16,0 0 0-16,0 0 0 0,0 0 0 16,0 0 0-16,0 0 0 0,0 0 0 15,0 0 0-15,0 0-630 0,0 0-282 16,-17 0 7-16,9 2 97 0,-3 2-871 0,-3 0-1114 15</inkml:trace>
  <inkml:trace contextRef="#ctx0" brushRef="#br0" timeOffset="-133967.47">4683 8882 4199 0,'2'-8'-247'0,"0"2"40"0,0 1 46 15,-2 5 30-15,3-6 31 0,-3 6 29 16,0 0 31-16,0 0 17 0,-7-12 18 0,7 12 23 16,-11 2 12-16,11-2 29 0,-25 13 28 15,0 1 24-15,-11 15 15 0,-2 0 20 0,-8 15 13 16,-13 11 12-16,-2 7 7 15,-2 2-4-15,-5 6 7 0,-4 3-1 0,3 4 7 16,-5 1 1-16,2-5 3 0,2 1-9 16,-2-8 11-16,9 2-13 0,2-1-6 0,2-6 4 15,4 1-13-15,1-3-10 0,9-18-11 16,7 2-19-16,-1-6-6 0,5-4-6 0,2-3-9 16,9-6-1-16,4-1 7 0,2-6-10 15,4-5 0-15,3-1-10 0,2-5 8 16,1 2-1-16,-1-2-7 0,3 0-11 0,-2-1-4 15,7-5-58-15,-9 10-17 0,9-10 0 16,-7 4 0-16,7-4 0 0,0 0 0 0,-9 4 0 16,9-4 0-16,0 0 0 15,0 0-218-15,0 0-123 0,0 0-147 0,0 0-192 16,5-20-208-16,2 13 67 0,-1 1 95 16,1-1-644-16,2 0-825 0</inkml:trace>
  <inkml:trace contextRef="#ctx0" brushRef="#br0" timeOffset="-133368.62">2863 10899 3656 0,'4'-13'-70'0,"-1"3"44"0,-1 2 38 16,0 1 38-16,-2 7 41 0,0-12 32 0,0 12 30 15,0-7 13-15,0 7-6 0,1-9-10 16,-1 9-16-16,0 0 21 0,0 0 52 15,8 26 36-15,-6-3 16 0,1 14-23 0,-1 2-24 16,0 2-6-16,0-1 1 0,2 1-7 16,-2-3-10-16,0 1-17 0,-2-8-10 15,0-5-13-15,0-1-14 0,-2 0-9 16,2-7-8-16,-2 1-5 0,0-3-9 0,0-1-8 16,0-3-10-16,0 0-10 0,0-4-6 15,2-1-13-15,0-7-58 0,-3 10 0 0,3-10-50 16,-8 0-98-16,8 0-62 0,-10-13-61 15,6-3-72-15,-3-6-73 0,5-12-59 16,0-5-63-16,2-8-49 0,8-12-50 0,-1-2-48 16,3 4-618-16,1 3-761 15</inkml:trace>
  <inkml:trace contextRef="#ctx0" brushRef="#br0" timeOffset="-133069.15">2938 10742 3301 0,'0'-19'-142'0,"0"4"56"0,-2 3 48 16,2 2 41-16,-3 3 36 0,3 7 39 15,-5-12 20-15,5 12 25 0,-15-2 16 16,15 2 15-16,-41 27 25 0,2 2 11 15,1 6 13-15,-2 6 4 0,-2 1 4 0,2 5 3 16,2-1 2-16,4-1 11 0,5-4-1 16,3-3 1-16,6-9-1 0,7-4 3 0,6-5 9 15,2-3 6-15,3-3 11 0,6-4 0 16,6-1-12-16,7 1-15 0,17-6-25 16,9 2-18-16,7-5-69 0,9-2-116 15,7-5 0-15,-1 2 0 0,1-4 0 0,-3 2 0 16,-6-2 0-16,-15 8 0 0,-3-5 0 15,-12 3 0-15,-3-2 0 0,-7 4 0 16,-4-2 0-16,-1 0 0 0,-12 2 0 0,15 0 0 16,-15 0 0-16,0 0 0 0,0 0-95 15,7 6-151-15,-7-6-59 0,0 0-80 0,-18 9-100 16,6-5-110-16,4-2-188 0,-5-2-12 16,13 0 81-16,-21 0-574 0,21 0-748 0</inkml:trace>
  <inkml:trace contextRef="#ctx0" brushRef="#br0" timeOffset="-132735.89">3504 10972 3856 0,'-40'3'116'0,"23"1"6"15,-4 4 23-15,-8 4 19 0,4 4 29 0,0 1 29 16,7-3 11-16,2 0-11 0,3-3 0 15,0 1 11-15,5 2 12 0,6-1-13 16,2-4-12-16,4 5-15 0,5-2-18 0,7 2-13 16,14 1-18-16,1-4-13 0,10-3-14 15,2-4-18-15,4-3-8 0,5-5-14 0,7 0-11 16,-4-4-7-16,-13 0-6 0,-4-1-6 16,-11 3-6-16,-8-2-9 0,-6 0-2 15,-3 1-6-15,-6-3-15 0,-4 0-21 16,-6-2 0-16,-6-5 0 0,-9-6 0 0,-1-1 0 15,-7 2 0-15,-7-3 0 0,4 6-51 16,-11-2-96-16,7 7-63 0,2 3-79 16,-8 2-99-16,0 4-119 0,1 1-145 0,-8 3-190 15,10-1 68-15,6 2 85 0,5 2-550 16,5-2-700-16</inkml:trace>
  <inkml:trace contextRef="#ctx0" brushRef="#br0" timeOffset="-131869.45">2707 10519 3395 0,'-27'-9'-40'16,"5"3"23"-16,1 0 24 0,5 1 24 15,0 4 38-15,2-4 31 0,3 3 21 0,2 0 3 16,9 2-11-16,-14-5-9 0,14 5-3 16,0 0-10-16,0 0-7 0,0 0-3 15,53 3-5-15,-5-1-11 0,23 2-6 16,11-4-4-16,31-2-25 0,13 0 4 0,6 0-3 16,1 1-10-16,-1-4 3 0,-6 1-9 15,-12 1-3-15,-29-1-2 0,-10-1 0 0,-10 3 2 16,-18 2-1-16,-4 0-4 0,-15 2-1 15,-6 3 0-15,-2 2 4 0,-6 3-7 0,-1 4 23 16,-6 5 13-16,3 10 14 0,-6 6 17 16,0 2 2-16,-4 8 9 0,-2-1-3 15,0 13-5-15,0 1 9 0,0 1-2 16,2-3-2-16,2-8-8 0,0 12 18 16,3-5 24-16,3-1-6 0,-3-13-4 0,6-4-8 15,-4-2-11-15,-2-7-5 0,-1-9-7 16,0-1-11-16,-1-3-5 0,0-1-1 0,1-4 7 15,-2 1 26-15,-2-3 14 0,0-2 16 16,0 4 6-16,0-10 2 0,-4 13-8 0,-1-4-11 16,-4 0-5-16,-2 0-14 0,-6 3-9 15,-12 4-3-15,-5 1-9 0,-13 4-2 16,-7-2-12-16,-5-1-2 0,-8 0-1 0,-4-2 0 16,-24 5-5-16,-6-5-4 15,-8-3-7-15,3-1-33 0,1-2 0 0,-3 0 0 0,20-4 0 16,0-2 0-16,4-1 0 15,5 1 0-15,4 0 0 0,3-2 0 0,9 0 0 16,11-2 0-16,9 2 0 0,0-1 0 16,9-1 0-16,7 3 0 0,-1-3 0 0,6 0 0 15,2 0 0-15,3 0 0 0,4 0 0 16,-3 0 0-16,5 0 0 0,-3 0 0 0,14 0 0 16,-20 0 0-16,12 0 0 0,8 0 0 15,-17 3 0-15,17-3 0 0,-13 0 0 16,13 0 0-16,-12 0 0 0,12 0 0 0,0 0 0 15,0 0 0-15,0 0 0 0,-17-3 0 16,17 3 0-16,0 0 0 0,-6-12 0 0,4-1 0 16,7-9 0-16,-2-16 0 15,5-3 0-15,3-16 0 0,4-6 0 0,6-24 0 16,2-4 0-16,4 0 0 0,-1 0 0 16,5 5 0-16,-10 21 0 0,-1 5 0 0,-2 6 0 15,-3 7 0-15,-3 14 0 0,-7 8 0 16,1 4 0-16,-2 6-115 0,-3 3-166 0,1 4-24 15,-4 4-22-15,2 4-52 0,0 0-87 16,0 0-137-16,0 0-208 0,0 0 55 16,0 0 87-16,-14 18-514 0,10-11-649 0</inkml:trace>
  <inkml:trace contextRef="#ctx0" brushRef="#br0" timeOffset="-129534.89">6414 8714 3014 0,'-8'-4'-74'0,"8"4"47"0,0 0 43 16,0 0 29-16,-11-5 32 0,11 5 30 0,0 0 28 15,0 0 18-15,0 0 17 0,-6-5 5 16,6 5 9-16,0 0-2 0,0 0-4 0,0 0-10 15,0 0-19-15,-6-5-12 0,6 5-17 16,0 0-10-16,0 0 31 0,0 0 25 0,-2 17-1 16,1-3-4-16,-1 4 0 0,0 6-4 15,-4 10 21-15,5 3-7 0,-5 2 9 16,6 2 19-16,-5 1-21 0,5 2-16 16,-2 1-18-16,2-1-9 0,0 1-12 0,-1 0-12 15,-1-2-2-15,0 1-7 0,2 0 14 16,-2-1-3-16,2-2-12 0,-2 3-10 15,0-3-83-15,1 0-8 0,-1 0 0 0,-2-1 0 16,2-2 0-16,-3 3 0 0,0-2 0 16,1 4 0-16,1-4 0 0,-1 1 0 0,2-1 0 15,-2 0 0-15,4 1 0 0,-1-5 0 16,1 4 0-16,0-2 0 0,0-6 0 16,0-5 0-16,0 1 0 0,0 0 0 0,1 9 0 15,-1-5 0-15,2-3 0 0,0 8 0 16,0 0 0-16,0-7 0 0,0-5 0 15,-1 0 0-15,1-2 0 0,0-3 0 0,-2-3 0 16,2-5 0-16,-2 1 0 0,0 0 0 16,2-5 0-16,1 3 0 0,-1-4 0 0,-2-6 0 15,0 10 0-15,0-10 0 0,0 0 0 16,0 0 0-16,0 0 0 0,0 0 0 0,0 0 0 16,0 0 0-16,0 0 0 0,5-26 0 15,-5 21 0-15,-2-1 0 0,2 6 0 16,-5-13 0-16,0 6 0 0,-1 1-666 0,1-1-336 15,-1-2 116-15,3 4-1031 0,-1-4-1339 16</inkml:trace>
  <inkml:trace contextRef="#ctx0" brushRef="#br0" timeOffset="-128604.11">5899 10624 5399 0,'0'0'-176'16,"-15"0"40"-16,15 0 33 0,0 0 38 0,0 0 26 16,0 0 42-16,0 0 38 0,0 0 25 15,0 0 8-15,0 0-3 0,36 4-5 0,8-4-5 16,9 0-9-16,19 0-3 0,5 0-4 16,7-2-6-16,2 2-1 0,2-2-6 0,-5-1-6 15,-1 1-3-15,-5-2-7 16,-9 3-2-16,-21-3-3 0,-4 1 0 0,-11 3-1 15,-5-2-1-15,-7 2 2 0,-4 0 1 16,-3 0-3-16,-13 0 5 0,19 0 3 16,-9 2 3-16,-2 2 35 0,-1 4 15 0,-5 1 2 15,2 7 7-15,-4 1 17 0,0 8-25 16,-2 0 11-16,-2 10 15 0,3 0-6 0,-8 3 5 16,6 0 21-16,-3 2-7 0,0-5-7 15,3 0-11-15,-3-8-12 0,4-3-4 0,-1-2-6 16,0-4-4-16,1-3-5 0,0-3-11 15,0 0-2-15,0-2-6 0,2-1 0 0,-1 0-3 16,1-9 13-16,-2 11 15 0,2-5-1 16,0-6 10-16,-6 11 7 0,3-3-8 15,-3-4-8-15,-8 5-6 0,1-3-4 16,-6 6-3-16,-12-1-46 0,-5 1-8 0,-2 1 0 16,-11-1 0-16,-5 5 0 0,-5-5 0 15,-2 3 0-15,-4-3 0 0,-1 0 0 16,-4-2 0-16,-4-1 0 0,4-1 0 0,2-3 0 15,2 2 0-15,5-2 0 0,5 4 0 16,10-3 0-16,4-2 0 0,6 4 0 0,-1-4 0 16,10 2 0-16,3-2 0 15,5 0 0-15,1 2 0 0,2-4 0 0,0 3 0 0,3-3 0 16,4 2 0-16,9-4 0 16,-18 3 0-16,11 0 0 0,7-3 0 0,-12 3 0 15,12-3 0-15,0 0 0 0,-11 3 0 16,11-3 0-16,0 0 0 0,0 0 0 0,0 0 0 15,-13-10 0-15,15 2 0 0,2-5 0 16,-1-4 0-16,3-5 0 0,3-13 0 0,3-15 0 16,3-6 0-16,2-6 0 0,0-6 0 15,6-22 0-15,2 2 0 0,2-2 0 0,-8 25 0 16,-2 5 0-16,0 5 0 16,-4 9 0-16,-2 13 0 0,-2 9 0 0,-4 4 0 15,-1 4 0-15,2 5 0 0,-5 0 0 16,3 1 0-16,-2-1 0 0,3 5 0 0,-4-1 0 15,1 0 0-15,0 2 0 0,-2 5 0 16,6-7 0-16,-6 7 0 0,0 0 0 0,0 0 0 16,0 0 0-16,0 0-271 0,5 17-410 15,-7-8-231-15,0 1 28 0,-3 5 100 16,-1-1-801-16,5 3-1025 0</inkml:trace>
  <inkml:trace contextRef="#ctx0" brushRef="#br0" timeOffset="-127920.11">6309 10715 4278 0,'4'-2'-66'0,"-4"2"51"16,7-7 42-16,-7 7 36 0,6-3 20 16,-6 3 19-16,0 0 10 0,-4-9 4 15,4 9-6-15,-13-10-4 0,1 7-10 16,-4-3-5-16,-2 3-12 0,-4 0-9 16,-3 2-9-16,-2 2-3 0,0-1-7 0,1 3-6 15,1-1-5-15,-2-2-3 0,8 1-7 16,2 1-1-16,4 0-2 0,-1-2-1 0,3 2-3 15,11-2-6-15,-18 1-2 0,11-1-1 16,7 0-2-16,-15 2 4 0,15-2-5 0,-12 2 1 16,12-2-3-16,0 0 5 0,-13 0-6 15,13 0 2-15,0 0-4 0,-12 0 1 0,12 0 0 16,0 0-1-16,0 0-2 0,-11 1-2 16,11-1 1-16,-9 7 0 0,4 0 3 15,-8 3 5-15,4 2 3 0,0 4 6 16,-1 1 3-16,2 2 3 0,1-1 14 15,2 3 4-15,0-4-7 0,3 3 18 0,2-3 1 16,2 0 5-16,3-1-1 0,0 4 2 16,6-3 1-16,1-2-4 0,10 1-5 0,-2-3 6 15,-1-2-12-15,1-3-2 0,2 1-6 16,-1-1-3-16,-1 1 11 0,0-1-10 0,-4 1 8 16,0-1 1-16,-3 0 8 0,-3 0 20 15,-1 0 16-15,-3-1 9 0,-2 3 18 0,-3-1 10 16,-1-1 5-16,0-8 4 0,-7 16 5 15,-2-6-9-15,-2 1-10 0,-1-3-123 16,-3 1 0-16,-3-1 0 0,-3 0 0 0,6-2 0 16,-2-2 0-16,0-1 0 0,1 1 0 15,4-3 0-15,-4 1 0 0,3-2 0 16,-1 1 0-16,14-1 0 0,-20 0 0 16,20 0 0-16,-18 0 0 0,18 0 0 0,-11-1-151 15,11 1-321-15,0 0-123 0,-4-7-146 16,4 7-120-16,11-13 77 0,2 5-776 0,5-1-1003 15</inkml:trace>
  <inkml:trace contextRef="#ctx0" brushRef="#br0" timeOffset="-127634.77">6369 10802 4296 0,'1'-12'-38'0,"-4"2"56"0,1 3 48 0,2 7 56 16,-2-12 47-16,2 12 39 0,-2-9 18 15,2 9 10-15,0-8-8 0,0 8-10 0,0 0-23 16,2-7-12-16,-2 7-10 0,0 0 1 16,0 0-9-16,0 0-10 0,26 15-5 0,-20-5-3 15,4 3-6-15,-3 1-9 0,0 2-1 16,2 1-8-16,-4 3-12 0,3 0-5 0,-5 0-9 16,1 3-13-16,-2-4-6 0,2 3-9 15,0 0-41-15,-2-1-28 0,4 0 0 16,-5-4 0-16,1 0-35 0,0-1-123 15,0 0-89-15,0-3-109 0,1-4-136 0,-3 0-125 16,5-2-199-16,-1-2 24 0,-4-5 83 16,5 3-641-16,-5-3-805 0</inkml:trace>
  <inkml:trace contextRef="#ctx0" brushRef="#br0" timeOffset="-127434.59">6370 11023 3919 0,'-14'-1'102'0,"2"-3"37"0,4 1 39 0,8 3 47 15,-12-4 63-15,12 4 58 0,-7-5 15 16,7 5-1-16,0 0-22 0,0 0-31 16,0-9-30-16,0 9-30 0,17-5-23 15,-2 0-27-15,3 0-29 0,2-2-60 0,1 1-79 16,0 0-107-16,-4 3-125 0,4-4-149 16,-1 2-157-16,-2-3-177 0,-2 6-156 15,-3-4 89-15,-1 2-740 0,-5 0-940 0</inkml:trace>
  <inkml:trace contextRef="#ctx0" brushRef="#br0" timeOffset="-126518.77">8571 8364 4150 0,'-7'-12'-47'0,"-3"2"44"0,0 3 32 15,6 0 40-15,-1 2 51 16,1 0 36-16,1 0 33 0,3 5 26 0,-8-10 15 16,6 4 14-16,2 6-7 0,-4-11-19 15,4 11-14-15,0-12-14 0,0 12-14 0,4-8-21 16,-4 8-12-16,13-5-14 0,0 6-10 15,-13-1-6-15,50 12-11 0,-16 4-10 0,12 7-5 16,2 6-10-16,5 5 14 0,19 19 34 16,10 4 9-16,12 2 4 0,7 3-6 0,7 5-3 15,5 0-81-15,40 29-48 0,-8-5 0 16,-5 0 0-16,-29-21 0 0,30 23 0 16,-4-2 0-16,-32-18 0 0,-2 1 0 15,-1 0 0-15,0 0 0 0,-3-6 0 0,-4 1 0 16,-2-5 0-16,-3-3 0 0,-4-3 0 15,-6-7 0-15,-4-1 0 0,-6-7 0 0,-14-14 0 16,-8-1 0-16,-9-4 0 0,-8-7 0 16,-4-3 0-16,-8-2 0 0,-6-4 0 0,0-1 0 15,-3-3 0-15,-3 2 0 0,-1-6 0 16,1 4 0-16,-7-4 0 0,12 5 0 16,-6-3 0-16,-6-2 0 0,7 5 0 0,-7-5 0 15,9 1 0-15,-9-1 0 0,0 0 0 16,0 0 0-16,0 0 0 0,2 6 0 0,-2-6-57 15,0 0-975-15,-29 3 82 0,13-3 106 16,-2 3-961-16,-4-3-1234 0</inkml:trace>
  <inkml:trace contextRef="#ctx0" brushRef="#br0" timeOffset="-125386.89">10559 10505 4762 0,'11'-16'-168'0,"-1"0"62"15,0 2 52-15,-5 4 66 0,1 1 46 0,-3 2 35 16,1 1 24-16,1 0 2 0,-5 6-12 15,0 0 41-15,0 0 34 0,9 18 15 0,-11 5 0 16,4 13-5-16,0 5-9 16,0 2-6-16,-2 1-4 0,1-1 2 0,-1 3-18 15,4-1-3-15,-2-5-14 0,-2-1-14 16,5-4-16-16,-5-4-10 0,0-8-10 0,3-1-7 16,-3-5-13-16,0 0-10 0,0-4-10 15,0 0-12-15,2-1-31 0,-4-4-47 16,2 2-46-16,0-3-76 0,0-7-126 0,0 7-144 15,0-7-146-15,0 0-169 0,0 0-35 16,6-27 82-16,-2 11-638 0,3-1-794 0</inkml:trace>
  <inkml:trace contextRef="#ctx0" brushRef="#br0" timeOffset="-124785.65">10699 10430 3733 0,'-14'-3'-19'0,"3"-1"47"16,-1 1 29-16,4 0 16 0,8 3 33 15,-9-4 40-15,9 4 15 0,-4-7-7 16,4 7-21-16,13-7-6 0,20-3-18 0,8 2-9 16,25-4-10-16,4 4-9 0,10 0-22 15,2 1-23-15,4 1-18 0,-4-2-12 0,-1 2 1 16,-1 0-7-16,-1 5 3 15,-9 2-1-15,-1 3 2 0,-21 0-1 0,-7 2 1 16,-7 8 4-16,-3 1 12 0,-8 8 19 16,-6 2 9-16,-4 6 18 0,-3 5 17 0,-2 0 21 15,-2 1 12-15,-5 2 19 0,-1-1-3 16,2 1 30-16,2-3-14 0,0 1-2 0,-3-8 2 16,1-2-6-16,0-4-14 0,3 1-12 15,-2-3-9-15,-1-5-13 0,2-3-10 0,-2 1-5 16,0-2-10-16,0-3-6 0,-1 1-11 15,-1-2-1-15,0-1-10 0,0-7-4 0,-1 16-1 16,-1-4 3-16,-4-1 4 16,-4 0-8-16,-3 3 0 0,-2-1 0 0,-8 8-1 15,-4-4 4-15,-7 0 4 0,-6 3 2 16,-8-3 3-16,-3 0 4 0,-7-5 11 0,-4 0-51 16,-9-4-11-16,-5 1 0 0,-6-4 0 15,0-2 0-15,-4-1 0 0,0-2 0 16,0-2 0-16,3 0 0 0,3 1 0 0,6-4 0 15,9 3 0-15,15-2 0 0,6 1 0 16,12 0 0-16,8 0 0 0,4 2 0 0,5 1 0 16,0-1 0-16,1-1 0 15,14 2 0-15,-17-2 0 0,17 2 0 0,-14-4 0 0,14 4 0 16,-9-2 0-16,9 2 0 16,0 0 0-16,0 0 0 0,0 0 0 0,0 0 0 15,0 0 0-15,25-5-378 0,-25 5-345 16,21-5-207-16,-8 1 64 0,5-2 98 0,0 3-771 15,-2-2-984-15</inkml:trace>
  <inkml:trace contextRef="#ctx0" brushRef="#br0" timeOffset="-124370.45">10894 10687 4564 0,'-3'-5'63'0,"-3"2"20"16,6 3 22-16,-8-5 44 0,8 5 57 15,0 0 43-15,-9-9 16 0,9 9-9 0,0 0-13 16,-4-7-9-16,4 7-28 0,0 0-19 16,13-12-18-16,4 5-19 0,0 4-13 0,8-3-14 15,0 2-12-15,4 2-15 0,-4-1-9 16,-2 3-8-16,-5 2-11 0,2 1-5 0,-8 3-10 15,4 5-2-15,-7 3 8 0,-1 1 1 16,-5 2 10-16,-3 2-65 0,-1 5-5 16,-3 2 0-16,-2 5 0 0,-1-4 0 15,1 6 0-15,-2-2 0 0,3-1 0 0,-3-4 0 16,5-5 0-16,1-4 0 0,-2-2 0 16,0 0 0-16,4-1 0 0,0-2 0 0,0-2 0 15,0 0 0-15,0-4 0 0,2 2 0 16,-2-1 0-16,2-2 0 0,-2-5 0 15,4 7 0-15,-4-7-34 0,0 0-431 0,7 0-82 16,-7 0-86-16,0 0-130 0,6-15-49 16,-6 8 71-16,0 0-686 0,0 0-878 0</inkml:trace>
  <inkml:trace contextRef="#ctx0" brushRef="#br0" timeOffset="-124170.81">10997 10910 3856 0,'-6'-3'-4'0,"6"3"54"15,-11-2 45-15,11 2 42 0,0 0 52 0,0 0 51 16,0 0 35-16,-14-4 19 0,14 4-3 16,0 0-13-16,0 0-17 0,0 0-28 0,43-8-23 15,-19 5-20-15,3 1-22 0,12-6-30 16,-2 6-52-16,-8-4-72 0,5 2-84 0,2-3-91 16,-11 1-107-16,-2 2-124 15,-6 0-123-15,2-1-147 0,-6-1-71 0,-1 3 69 16,-2 1-539-16,-10 2-666 0</inkml:trace>
  <inkml:trace contextRef="#ctx0" brushRef="#br0" timeOffset="-123820.85">11491 10732 3209 0,'0'0'44'16,"-8"-4"50"-16,8 4 31 0,0 0 29 15,0 0 36-15,-31 9 32 0,19 0 26 0,-2 3 22 16,-1 1 15-16,-1 1 24 0,3 3-9 16,4 0-10-16,1 0-13 0,2 0-19 15,4 1-12-15,2-1-21 0,4 0-12 16,6 0-19-16,1-1-16 0,2 1-19 0,7-5-17 16,5 2-15-16,-2-3-11 0,-3-9-6 15,1-2-15-15,0-1-8 0,2-3-63 0,-2-3-24 16,-2-1 0-16,2-4 0 0,-8 0 0 15,0-4 0-15,-2 1 0 0,-6-7 0 0,-5 5 0 16,-4-6 0-16,-10-8 0 0,-2 2 0 16,-5 3 0-16,-6 2 0 0,-4 5 0 0,-3 8 0 15,-4 2 0-15,-1 4 0 0,3 5-151 16,-3 5-414-16,-1 2-269 0,3 3-78 16,5 0 109-16,1 4-872 0,7-1-1112 15</inkml:trace>
  <inkml:trace contextRef="#ctx0" brushRef="#br0" timeOffset="-121885.74">2601 11869 1092 0,'4'-7'215'0,"-2"0"-53"0,-1 2-38 0,-1 5-39 16,0-9 5-16,0 9-1 0,0-7 5 16,0 7-2-16,2-6 2 0,-2 6-3 15,0 0-15-15,0 0-3 0,0-9-10 0,0 9-5 16,0 0 16-16,0 0 24 0,0 0 19 16,-38 38 5-16,10-6 32 0,-6 6 1 0,-7 11 15 15,-18 17 16-15,-4 1 0 0,-4 6 12 16,-1 3 6-16,-2 0 2 0,-3-3 5 15,5-5 0-15,1-8 9 0,4-2-1 16,6-4-5-16,11-14-15 0,4-5-10 16,4-2-24-16,3-4-12 0,11-7-12 0,1-3-16 15,7-5-11-15,3-2-15 0,4-4-6 16,-1-1-7-16,4-1-11 0,1-2-3 0,-1 2-3 16,6-6-9-16,-7 9-7 0,7-9 1 15,-5 5-12-15,5-5 3 0,-7 5-8 16,7-5-6-16,0 0-32 0,0 0-63 0,0 0-90 15,0 0-105-15,0 0-112 0,0 0-131 16,0 0-188-16,0 0-112 0,0 0 88 0,0 0-574 16,0 0-748-16</inkml:trace>
  <inkml:trace contextRef="#ctx0" brushRef="#br0" timeOffset="-121285.9">693 13474 3310 0,'0'0'-109'16,"0"0"50"-16,0 0 41 0,0 0 33 15,10-21 34-15,-7 13 17 0,7-2 37 0,0 3 17 16,1-3 9-16,4-2-2 16,6 3 0-16,-2 1-9 0,2 2-8 0,0 2-14 15,-2 4-10-15,2 2-8 0,1 4-23 16,-2 4-8-16,3 11 8 0,-5 4 20 0,-5 4 16 16,-6 2 19-16,-7-2 17 0,-6 5 30 15,-3 0 18-15,-5 2 26 0,-4 5 18 16,0-10 5-16,-1 0 8 0,2-3-10 0,3-4-1 15,1 3-7-15,4-11-12 0,1-4-6 16,2-2-7-16,3-3-8 0,1 1-10 16,0-4-11-16,2-4-16 0,-2 8-10 0,2-8-93 15,11 7-41-15,1-5 0 0,1 0 0 16,3-2 0-16,2-2 0 0,7 0 0 16,2-1 0-16,7-4 0 0,-3 2-139 0,-6-2-278 15,13-2-120-15,-8-1-140 0,2-2-234 16,-1 0 84-16,-3-2 93 0,-3 6-609 15,-10-1-799-15</inkml:trace>
  <inkml:trace contextRef="#ctx0" brushRef="#br0" timeOffset="-120921.65">1436 13539 3880 0,'0'0'-28'0,"0"0"24"0,-11-5 14 15,11 5 30-15,0 0 61 0,0 0 49 16,-18 15 17-16,11-5 11 0,2 0 3 0,-3 3-9 16,4 1-10-16,-2-1 3 0,4-1-3 15,0 2-2-15,2-3-9 0,2 1-8 0,5 2-4 16,-2 1-12-16,4-5-9 0,2-1-9 16,5 1-11-16,-1-5-5 0,2 0-12 15,1-1-5-15,-1-4-6 0,-2 0 2 0,0 0-7 16,1-4-14-16,-3-1 7 0,0-2-2 15,-3-3-6-15,-1-3-2 0,-2-7-9 16,-3-1-2-16,-4-3-5 0,-2-2-8 0,-3-8 4 16,-1 8-13-16,-5-1 1 15,3 5-4-15,-1 5-5 0,-1 2-3 0,-2 1-7 16,-1 4-14-16,-2 5-46 0,-2 1-47 16,1 4-65-16,0 4-94 0,-2-1-99 0,0 5-137 15,0 1-209-15,2 0-70 0,2 0 92 16,8-1-538-16,2-2-691 0</inkml:trace>
  <inkml:trace contextRef="#ctx0" brushRef="#br0" timeOffset="-118655.68">670 13542 3142 0,'0'0'-146'0,"-11"2"41"0,11-2 36 16,0 0 38-16,0 0 37 15,0 0 31-15,0 0 30 0,0 0 17 0,0 0 18 16,0 0 9-16,0 0 7 0,0 0-7 16,0 0 10-16,-5-10 9 0,5 10-1 15,0 0-9-15,0 0-6 0,0 0 1 0,11-17-3 16,-8 11-1-16,1 0-9 0,3 1-10 16,2-2-5-16,0-4-5 0,2 3-6 15,1-1-8-15,1 3-6 0,-1-2-6 0,-1 4-6 16,-2 0-3-16,3 0-8 0,1 2-3 15,-13 2-6-15,23 4 0 0,-12 2-5 16,5 6-2-16,-3 1-2 0,-2 3 4 16,1-1-4-16,-4 2 7 0,-1 2 8 15,0-4 9-15,-6 4 8 0,3-4 4 0,-4 1 6 16,0-3 10-16,0 3 1 0,-2-3 3 16,0-1-4-16,-1 1 3 0,0-5 2 0,1 2-2 15,0-2-3-15,0-1-11 0,0 1-2 16,2-8-13-16,-1 12 0 0,1-12 2 15,-2 9-5-15,2-9 5 0,0 0-7 0,2 8-1 16,-2-8-7-16,1 9-4 16,-1-9-2-16,4 9-5 0,0-1 6 0,2 1-4 15,-2-1-8-15,3 4 2 0,-1-3-5 0,3 6 1 16,1 2-3-16,0-2-2 0,-3 4-1 16,3-5-1-16,-4 1 10 0,-1 1 8 15,-1-3 32-15,0 4 22 0,-3-5 27 16,-2 1 16-16,-3 0 28 0,0 2 10 0,-1-4 7 15,-5 1 1-15,0 0-11 0,-1-1-133 16,-1-1-25-16,-1-1 0 0,0-1 0 16,-2-1 0-16,0 0 0 0,1-2 0 0,-1 0 0 15,3-1 0-15,1-1 0 0,0-1 0 16,-3 0 0-16,14-2 0 0,-23 1 0 0,14-1 0 16,9 0 0-16,-20 1 0 0,20-1 0 15,-13 0-60-15,13 0-460 16,-15-1-160-16,9 0-233 0,6 1 28 0,0 0 85 15,0 0-674-15,0 0-921 0</inkml:trace>
  <inkml:trace contextRef="#ctx0" brushRef="#br0" timeOffset="-117855.41">2334 13321 4233 0,'-4'-10'-57'0,"1"3"34"15,-1 0 43-15,4-2 27 0,0 9 22 16,6-12 16-16,-1 4 11 0,2 1-9 15,3 0-9-15,2 2-8 0,2 2-5 0,0 3-5 16,5 0-7-16,0 0-4 16,4 5-8-16,0 2-3 0,0-1-6 0,3 8-3 15,-3-2-4-15,-8 0-2 0,-1 2-2 16,-5-1 6-16,-1-1 10 0,-2 5 15 0,-4-4 3 16,-4 3-1-16,-4 3 4 0,-2 1 6 15,-1-1 0-15,0 1 5 0,-3-3 0 16,3-1 1-16,1-3-1 0,0-2-2 0,2-1 7 15,3-2 1-15,-1-1 3 0,2 0-3 16,2-7-7-16,-4 14-1 0,6-7 16 0,-2 1-11 16,2 1-1-16,2-1-16 15,1 4 4-15,-1 1-4 0,4 0-14 0,-2 1 0 16</inkml:trace>
  <inkml:trace contextRef="#ctx0" brushRef="#br0" timeOffset="-112771.38">2343 13321 1601 0,'-7'-7'205'0,"-2"4"-68"16,-2-1-34-16,4 2-12 0,7 2 4 0,-11-3 0 15,11 3 12-15,0 0-7 0,-14-4 6 16,14 4 3-16,0 0-3 0,-7-2 1 15,7 2-6-15,0 0-1 0,0 0 7 0,0 0-9 16,3-11 5-16,-3 11 0 0,0 0-2 16,10-10 0-16,-10 10 2 0,14-6-6 0,-7 3 2 15,0 0 0-15,5-2-3 0,-2 0-2 16,-1 1-1-16,3-1-14 0,-1 1 0 16,-11 4-11-16,16-6-5 0,-9 6-7 0,-7 0-8 15,15-2-5-15,-15 2 2 16,0 0-3-16,17 5 1 0,-7 0 1 0,-5 0-1 15,3 6 3-15,0 0 0 0,3 5 0 16,-1 3-5-16,3 6-3 0,-2 4-6 0,3 0-3 16,-1 2 0-16,-1-2 5 0,-7-4 9 15,1-4 9-15,-2 1 19 0,-2 0 16 16,-2-1 16-16,-2-3 8 0,-2 2 9 0,0-2 11 16,-3-1-6-16,-3 2 1 0,1-3-2 15,-3-1-6-15,0-1-6 0,1-3-2 0,2-1-4 16,-3 2-14-16,5-6-5 0,-1 3-6 15,3-2-13-15,-2-2-1 0,7-5-4 0,-7 9-6 16,7-9-5-16,-4 8-4 16,4-8-5-16,-2 7 0 0,2-7-13 0,0 0-4 15,2 12-2-15,2-7 4 0,1 2-6 16,4 1 7-16,0 1-12 0,0 0-2 16,5 1 0-16,-1 2-2 0,3 2-2 0,0-1-1 15,-4 1-3-15,1 0-2 0,-2-1 10 16,1 5 12-16,-4-5 12 0,-3 1 15 0,1-1 10 15,0 3-15-15,-6-2-49 0,0 0 0 16,-4-1 0-16,-2 0 0 0,-5 5 0 16,2-4 0-16,-5 0 0 0,1 0 0 15,-3-3 0-15,2 0 0 0,-2-4 0 16,3-1 0-16,-1-1 0 0,3-1 0 0,-3-1 0 16,5-1 0-16,9-2 0 0,-27-4 0 15,16 1 0-15,0-4 0 0,-3 1 0 0,3-3 0 16,1 2 0-16,2 0 0 0,1 1 0 15,2-3-455-15,-4 2-202 0,5-4-138 0,-1 5-96 16,5-3 87-16,0 1-757 0,4 1-1003 16</inkml:trace>
  <inkml:trace contextRef="#ctx0" brushRef="#br0" timeOffset="-112289.83">3173 13369 4259 0,'7'-9'-39'0,"-3"3"51"0,0 0 35 16,-4 6 37-16,3-7 33 0,-3 7 26 15,0 0 15-15,2-7 8 0,-2 7-6 16,0 0-5-16,0 0-8 0,0 0-2 0,0 0-10 15,-38 9 2-15,21-2-13 0,-2 1-8 16,-11 6-13-16,-1 3-12 0,3-2-5 16,-3 5-12-16,4 1-7 0,2-1-9 15,4-1-5-15,6-2 1 0,4-1-5 0,-1-3-6 16,7 1 3-16,1-2-4 0,2 1 2 16,4 0 0-16,2 5-7 0,1-6-7 0,7 5 3 15,-1 0-7-15,6 7-1 0,-1-7-2 16,3 2 3-16,-6-1-9 0,-2-1-6 15,1-1 2-15,-3-1 23 0,-1-1 19 0,0 1 24 16,-4-1 16-16,-2 0 11 0,1-3 14 16,-3 1 11-16,-1-1 2 0,-3 1 0 15,-2 0-11-15,0-2-102 0,-5 0-20 0,2 0 0 16,-5-1 0-16,1-2 0 0,-3 1 0 16,-1-3 0-16,-2-1 0 0,0 0-27 15,-4-3-390-15,-2-2-158 0,-9-7-216 16,0 3-103-16,0-7 76 0,-3 0-770 0,-1 1-1029 15</inkml:trace>
  <inkml:trace contextRef="#ctx0" brushRef="#br0" timeOffset="-110904.66">539 13077 4036 0,'-10'6'-176'0,"10"-6"55"15,0 0 32-15,-13 0 21 0,13 0 27 16,0 0 31-16,0 0 44 0,0 0-10 16,0 0 23-16,0 0 15 0,0 0 12 15,63 0 17-15,-15-4 4 0,16 2-4 0,10 4-5 16,7-4 8-16,10 4-9 0,29 0-8 16,8 1-11-16,3 0-18 0,3-1-56 15,-1-2-48-15,1 0-55 0,-1 0-17 16,4-5 7-16,0 2 10 0,5 3 11 0,-9-2 10 15,-9 2 4-15,-12-4 6 0,-26 4 6 16,-6 0 9-16,-7 0 6 0,-9-4 3 0,-17 2 8 16,-4-2 4-16,-9 2 10 0,-5 1 9 15,-2-3 12-15,-1 4 9 0,0-4 2 16,1 0 6-16,-2 0-1 0,0 4 5 0,0-5 5 16,-2 5 2-16,-1 0 0 15,3 2 27-15,9 7 18 0,0-1-4 0,-7-1-4 16,2 5 1-16,-6-2-5 0,-7 2-7 15,0 1 13-15,0 1 10 0,-3 1 13 0,0 8-5 16,-1 5-4-16,3 7 57 0,2 12 34 16,8 6 4-16,2 1-10 0,-1 0-3 15,2 5 12-15,17 10-1 0,-4-3-5 0,-7-14-3 16,-3-2-12-16,1-3-10 0,-5-5-13 16,-6-3-9-16,-3-10-9 0,-7-8-13 0,-4-3 2 15,1-4-6-15,-5-2 0 0,2-1-1 16,-1-2 10-16,-4 0 8 0,0 0-5 15,-2 2 0-15,-2-3 3 0,-2 6 2 0,-2-2 12 16,-3 3-12-16,-3 3-5 0,-2 4 3 16,-4 0-9-16,1 0-4 0,1-1-4 15,-2-1-3-15,5-1-6 0,1-4-8 16,0-1-4-16,0 1-5 0,3-6-7 0,0 1-1 16,0 0-4-16,2-1-2 0,-2-1-8 15,3 0-2-15,-1-2 0 0,-4 4-23 0,1-5-8 16,-1 3 0-16,-5-2 0 0,-2 4 0 15,-12 1 0-15,-2 0 0 0,-4 1 0 16,-3 0 0-16,-13 0 0 0,-3 0 0 0,-4 0 0 16,-2-2 0-16,0-1 0 15,-1-2 0-15,-1-3 0 0,-4 1 0 0,2-4 0 16,-1-1 0-16,1-1 0 0,1-4 0 16,-4 2 0-16,4-4 0 0,-4 4 0 0,1-2 0 15,-5 1 0-15,0 4 0 0,-3 0 0 16,-5 4 0-16,0 1 0 0,-25 5 0 0,5 4 0 15,18-4 0-15,-13 5 0 0,20-1 0 16,7-4 0-16,1 3 0 0,3-3 0 0,2 0 0 16,8 0 0-16,11-1 0 0,4-3 0 15,0 2 0-15,5 1 0 0,2-3 0 0,9 1 0 16,3 0 0-16,-1-1 0 0,2-1 0 16,-1 1 0-16,2 0 0 0,4 0 0 15,0 0 0-15,2-1 0 0,3-2 0 16,2 0 0-16,-2 1 0 0,2-2 0 15,4 1 0-15,5-3 0 0,-14 3 0 0,8 1 0 16,6-4 0-16,-11 2 0 0,11-2 0 16,-8 1 0-16,8-1 0 0,0 0 0 0,-13 2 0 15,13-2 0-15,-13 0 0 0,13 0 0 16,-14-2 0-16,14 2 0 0,-15-1 0 0,15 1 0 16,-14-4 0-16,7 2 0 0,7 2 0 15,-11-7 0-15,4 2 0 0,-2-1 0 16,2-5 0-16,1-3 0 0,-4-7 0 0,1-10 0 15,1-4 0-15,3-6 0 0,0-14 0 16,3-8 0-16,7-4 0 0,-3-7 0 16,3-7-5-16,5-20-108 0,-5-4-3 15,4-4-21-15,-4 3 2 0,1 6 10 0,-5 21 11 16,-4 4-8-16,-3 4-6 0,-2 6-6 16,-3 7 8-16,0 7-6 0,-1 18-27 0,-1 6-49 15,-5 4-33-15,4 13-46 0,-4 2-41 16,3 8-60-16,1 4-78 0,3 2-174 15,-1 2-41-15,3 3 58 0,2 3-324 0,-1-4-425 16</inkml:trace>
  <inkml:trace contextRef="#ctx0" brushRef="#br0" timeOffset="-109222.77">4215 11635 2545 0,'0'-8'-46'0,"2"-1"37"0,-2 2 36 16,-2 0 32-16,2 7 25 15,0-15 19-15,0 15 14 0,0-10 10 0,0 10-23 16,0-8 5-16,0 8-10 0,0 0 5 16,0 0 33-16,0 0 11 0,43 21 5 0,-14-2-8 15,12 9 4-15,0 6 12 0,13 3-4 16,11 16 5-16,1 1-9 0,6 6-9 0,1 0-13 15,1 8-8-15,5 2-16 0,-6 2-8 16,2 8-11-16,-3 4-6 0,0 3 33 16,5 0 19-16,2-4-7 0,-4 0-13 0,0-5 16 15,-6-3-5-15,-8-7-10 16,-6-6-11-16,-19-18-8 0,-4-5-10 0,1-4-7 16,-14-12-6-16,-4-4-6 0,-4-5-4 15,-1-1 14-15,-3-4 9 0,1-4-3 0,-3 1-5 16,-5-6-5-16,9 2-16 0,-9-2-4 15,0 0-8-15,0 0-22 0,15-17-46 0,-14 12-45 16,3-4-51-16,-2 1-50 0,3 2-63 16,-4-1-80-16,-1 0-109 0,0 7-139 0,-6-9-249 15,0 6 70-15,6 3 86 0,-16-1-524 16,16 1-642-16</inkml:trace>
  <inkml:trace contextRef="#ctx0" brushRef="#br0" timeOffset="-108356.72">5423 13196 3447 0,'-19'-12'31'0,"1"2"34"0,7 2 37 15,0 1 23-15,3 3 36 0,2-1 20 16,-1 2 10-16,2-1-13 0,5 4-12 16,-6-6-11-16,6 6-7 0,0 0-14 15,0 0-16-15,66 6-7 0,-20-2-10 0,18 4-11 16,11-4-9-16,7 1-13 0,2 3-31 16,-2-4-33-16,-2-4-23 0,-4 4-33 15,-10-4-9-15,-14 0 5 0,-6 0 6 0,-11 0 5 16,-9 0 10-16,-5 0 11 0,-4 0 12 15,0 2 8-15,-3-2 12 0,-3 2 3 0,-1-2-2 16,-3 2 9-16,3 3 23 0,-5 1 16 16,2 5 5-16,-2 3-9 0,-1 6 13 15,1 2-19-15,1 16 0 0,-2 1-7 16,4 15 39-16,-1 1 21 0,4-2 1 0,3 0-14 16,1 0 11-16,4 4 30 0,0-7-17 15,4 1-2-15,-4-5-13 0,3-1-11 0,-8-15-6 16,1-1-11-16,-3-3-9 0,-3-5 3 15,-3-8 0-15,1-3-16 0,-4 2 17 16,-1-6-11-16,0 1 9 0,-2-7 8 0,-4 12 3 16,-4-6-4-16,-5 2 4 0,-5 0-6 15,-16 5 4-15,-2-3-3 0,-17 3-3 0,-10-1-3 16,-4 1-6-16,-7-3-5 0,-4-2-6 16,-4 3-1-16,-1-3-7 0,-3 0-23 0,1-2-13 15,1-1 0-15,9-2 0 16,3 1 0-16,6-1 0 0,17 1 0 0,1-1 0 15,6-1 0-15,2 1 0 0,9 0 0 16,4-1 0-16,5 2 0 0,1-3 0 0,3 1 0 16,0 1 0-16,4-1 0 0,1 0 0 15,-1 0 0-15,1 0 0 0,2-1 0 0,-1 2 0 16,1-3 0-16,0 0 0 0,11 0 0 16,-19 2 0-16,11-2 0 0,8 0 0 15,-15 0 0-15,15 0 0 0,-13-2 0 0,7-2 0 16,3-2 0-16,-2-4 0 0,5 0 0 15,0-7 0-15,2-7 0 0,4-14 0 0,3-3 0 16,3-16 0-16,1-2 0 16,2-7 0-16,3-23 0 0,-2 2 0 0,0 14 0 15,-5 3 0-15,1 9 0 0,-3 2 0 16,-1 5 0-16,-3 17 0 0,1 1 0 0,-1 9 0 16,-4 6 0-16,3 4 0 0,-2 2 0 15,0 3 0-15,1-1 0 0,-1 5 0 0,0-2 0 16,5 1 0-16,0 3 0 0,0-4 0 15,1 6 0-15,-1-3-96 0,3 2-81 0,-4 2-38 16,-1-1-46-16,1 0-54 0,-6 4-77 16,0 0-74-16,0 0-95 0,0 0-185 15,0 0-1-15,0 0 75 0,4 14-533 16,-4-14-669-16</inkml:trace>
  <inkml:trace contextRef="#ctx0" brushRef="#br0" timeOffset="-107740.36">5423 13569 3140 0,'0'-13'-21'0,"0"3"56"15,0 1 42-15,0 1 31 0,0 8 14 16,2-11 19-16,-2 11-1 0,0-9-8 0,0 9 24 16,0 0 34-16,0 0 15 0,4 25 2 15,-2-7 5-15,-2 8 11 0,0 12 6 16,2 0-18-16,-1 1-3 0,-1 2-14 0,0-1 4 16,4-1 17-16,-2-1-12 0,-2-7-6 15,0-7-19-15,0-4-20 0,0 0-14 0,0-2-11 16,-2-5-13-16,0-1-10 0,2 0-8 15,0-3-7-15,-2-1-6 0,2 2-11 16,0-10-9-16,0 0-11 0,0 0-15 16,0 0-16-16,0 0-26 0,0 0-28 0,-7-39-35 15,7 14-39-15,2-14-30 0,-2-3-15 16,2-4-3-16,5-11 5 0,1 3 13 0,-4 11 15 16,-2 3 11-16,-2 9 14 0,-2 7 4 15,-1 4 11-15,-2 4 5 0,-1 3 7 0,-5 4 18 16,-1 4 16-16,-3 5 7 0,-4 4 17 15,-4 1 11-15,-8 10 14 0,7 1 14 16,0-1 4-16,4 1-2 0,7-3 15 0,1 3 12 16,5-3 14-16,3 1 22 0,4-2 6 15,4-1 11-15,3 1-2 0,9 0-10 0,2-3-12 16,14-1-9-16,0 2-8 16,0-6-2-16,-5-4-11 0,13 4-8 0,-8-4-11 15,-5 2-16-15,-4-2-16 0,-3 0-18 16,-2 0-30-16,-3 0-15 0,1 0-22 0,-7 0-26 15,-9 0-24-15,19 0-34 0,-10 0-39 16,-9 0-53-16,11 1-76 0,-11-1-84 0,11 2-87 16,-11-2-136-16,0 0-122 0,0 0 72 15,0 0-528-15,0 0-676 0</inkml:trace>
  <inkml:trace contextRef="#ctx0" brushRef="#br0" timeOffset="-107322.39">6121 13484 3575 0,'2'-12'60'0,"0"5"22"0,-4 1 13 0,2 6 9 16,-9-12 18-16,2 10 20 0,-2-2 5 16,9 4 5-16,-33 4-4 0,10 1 4 0,-11 7-2 15,2 2 6-15,-2 4-3 0,-7 5 1 16,3 0-9-16,10-4-12 0,1 0-15 0,6 3-6 15,4-6-8-15,6-3 1 0,5 1 17 16,0 1 2-16,6-3-10 0,3 1-11 16,2-1-4-16,4 3-12 0,4 3-8 15,7 0-9-15,-1 3-4 0,3-2-9 16,-4-4-3-16,1 4-8 0,-2-5-5 0,-6-1 13 16,1-2 5-16,-5 2 34 0,-1-6 28 15,-3 3 24-15,-3 2 15 0,-1-3 15 0,-5 1 9 16,-1 2-155-16,-7 0-29 0,-3 0 0 15,2-1 0-15,-6-5 0 0,2 1 0 0,-2-2 0 16,0-2 0-16,2 1 0 16,4-4 0-16,-4-2 0 0,-1 0 0 0,4-1 0 0,-2 0 0 15,5 3 0-15,-4-4 0 0,4 2 0 16,-1 2 0-16,-1 0-714 0,3-4-277 16,1 3 84-16,5-3 106 0,6 4-824 15,-14-11-1064-15</inkml:trace>
  <inkml:trace contextRef="#ctx0" brushRef="#br0" timeOffset="-106239.14">6866 11293 4131 0,'0'0'-205'0,"1"-9"55"0,-1 9 51 0,0-9 41 16,0 9 37-16,0 0 37 0,2-10 31 16,-2 10 32-16,0 0 10 0,2-7 8 15,-2 7-1-15,0 0 5 0,0 0 11 16,19 2 24-16,-6 5 5 0,14 7 3 16,14 8 4-16,6 4-5 0,8 6-2 0,17 14 0 15,9 6-2-15,-1 0-14 0,5 6-9 16,5 0-5-16,-1 5-16 0,1 2-8 0,0 8-11 15,3 3-9-15,7-1-1 0,-3-3 1 16,0-1-2-16,-6-4 10 0,-5-5 0 0,-8-5-9 16,-13-11-11-16,-23-12-6 0,-4-5-3 15,-10-8-1-15,-4-4-7 0,-5-3 4 0,-6-4-7 16,-2-2-6-16,-3-1 5 16,1-1 0-16,-3-1-4 0,0 0-2 0,-1-1-5 15,-5-4-1-15,10 7 1 0,-10-7-7 16,8 6-1-16,-8-6-4 0,5 3-35 0,-5-3-34 15,4 5-38-15,-4-5-62 0,0 0-82 16,6 4-113-16,-6-4-151 0,0 0-219 16,0 0-14-16,0 0 80 0,-33-9-528 0,13 6-650 15</inkml:trace>
  <inkml:trace contextRef="#ctx0" brushRef="#br0" timeOffset="-104557.84">6950 11410 2929 0,'0'-7'-195'0,"0"7"53"0,-2-13 32 16,2 6 35-16,0 0 29 0,0-1 39 0,3 1 22 15,-3-2 12-15,2 1 18 16,0-1 16-16,0 1 18 0,-2 2 10 0,4-4 8 0,-2 3 9 16,-2 7 12-16,1-11-1 15,-1 11-2-15,0-9-5 0,0 9-8 0,0-9-16 16,0 9-5-16,0 0-10 0,0 0 6 15,0 0 24-15,-5 23 18 0,3 0 3 0,-4 16 15 16,-1 15 8-16,2 8 13 0,-6 5 13 16,8 7 6-16,-3 8 6 0,4 23 0 0,0 2 0 15,2 1-8-15,4 2-15 0,0-4-10 16,3-2-21-16,3-7-13 0,0-19-7 16,-1-5 7-16,3-1 28 0,-1-3 6 0,-2-5-11 15,3-9-9-15,-3-5-8 0,-1-13-8 16,-3-3 6-16,0-9-1 0,1-6-7 15,-5-5-6-15,1 0 22 0,0-4-3 16,0-2 5-16,-2 1 4 0,4-1-100 0,-4-8-34 16,1 12 0-16,-1-12 0 0,0 6 0 15,0-6 0-15,0 0 0 0,0 0 0 0,0 0 0 16,0 0 0-16,0 0 0 0,0 0 0 16,0 0-208-16,0 0-250 0,0 0-118 0,0-26-169 15,0 21-127-15,0 5 89 0,0-12-764 16,0 12-991-16</inkml:trace>
  <inkml:trace contextRef="#ctx0" brushRef="#br0" timeOffset="-103758.06">7037 13229 3939 0,'-14'-7'-75'15,"2"0"51"-15,-1 0 32 16,2 2 29-16,2 1 28 0,2 1 31 0,0 0 24 16,7 3 13-16,-11-5-4 0,11 5-11 15,0 0-8-15,0 0 4 0,0 0 2 16,20-6 1-16,8 6-14 0,19-2-10 0,14-2-10 15,4 2-8-15,6-6-9 0,-6 4-7 16,3-3-23-16,-1 2-4 0,-15 2-8 0,-7 3-2 16,-3 0-3-16,-8 4-5 0,-9 2-2 15,-1 1-5-15,-6 3-1 0,0 4 3 0,-6 1 2 16,2 11 10-16,-1 1 8 0,-7-1 1 16,-3-1-1-16,1 9-1 0,-4-3 4 15,5 5-5-15,-3 3-3 0,1 2 11 16,-3-11 8-16,0 8-12 0,2-4-1 0,-2-5-2 15,4-7-5-15,-2-3-3 0,0-2-4 16,-1-1 4-16,1-5-4 0,0 1 3 16,-2 0-5-16,2-4 0 0,-2 1 4 0,0-3 6 15,0-6 12-15,0 16 12 0,-4-11 12 16,2 2 11-16,-7 2 0 0,-5-3 7 0,-2 5 0 16,-15 1 6-16,-1-2 3 0,-9 2 15 15,-10 1-20-15,-4 1-8 0,-4 0 15 0,-6 0 3 16,-3-2 2-16,0-1-3 0,4 3 3 15,3-2-5-15,2-1-1 0,13-3-6 0,7 2-3 16,4-3-4-16,11 1-11 0,2-6-8 16,8 2 0-16,1-2-30 0,2 2-26 15,1-2 0-15,10-2 0 0,-15 4 0 0,8-1 0 16,7-3 0-16,-12 4 0 0,12-4 0 16,0 0 0-16,-11 2 0 0,11-2 0 15,0 0 0-15,0 0 0 0,0 0 0 16,0 0 0-16,0 0 0 0,-16-7 0 0,16 7 0 15,4-18 0-15,2 4 0 0,4-15 0 16,4-3 0-16,4-11 0 0,5-10 0 0,-1-6 0 16,3-5 0-16,4-20 0 15,1 0 0-15,-1-2 0 0,-8 20 0 0,0 3 0 0,-2 5 0 16,-1 5 0-16,-7 16 0 0,-4 3 0 16,1 10 0-16,-2 7 0 0,-2 3 0 15,-3 1 0-15,3 3 0 0,-2 4 0 16,-2 6-21-16,2-8-173 0,-2 8-36 0,0 0-48 15,0 0-55-15,0 0-67 0,-2 24-63 16,-2-11-87-16,1 1-153 0,-3 5-53 16,-4 1 70-16,1-1-531 0,-1-2-679 0</inkml:trace>
  <inkml:trace contextRef="#ctx0" brushRef="#br0" timeOffset="-103206.33">7315 13404 3290 0,'0'0'-32'0,"0"0"46"15,0 0 39-15,0 0 30 0,0 0 47 16,0 0 20-16,0 0 5 0,0 0-1 15,0 0-10-15,0 0-7 0,0 0-13 0,0 0-12 16,0 0-8-16,0 0-14 16,0 0-8-16,-25 12-7 0,13-10-5 0,0 2-11 15,0 2-1-15,0-4-10 0,0 3-4 16,0-1-3-16,0 0-8 0,3 0-2 0,0 0-7 16,9-4-1-16,-14 8-1 0,9-3-3 15,-1-1-1-15,0 2-2 0,3 0 1 0,1 2 0 16,2-8-5-16,0 17 1 0,2-5-4 15,1-2 3-15,1 3-1 0,4 1-3 16,-1 0-2-16,3 1 5 0,1 2-5 0,3-3 0 16,-3 3 1-16,2-5-1 15,1 3-2-15,-5-2 7 0,0-3 8 0,3 0 2 0,-6 0 9 16,-1-5 18-16,1 3 10 0,-2-4 7 16,0 2 3-16,-4-6 2 0,6 10 1 15,-6-10 5-15,5 7 6 0,-5-7-1 16,-3 9-7-16,3-9-8 0,-14 9-5 0,6-6-3 15,-1 0-13-15,9-3-3 0,-19 6 0 16,11-5-11-16,8-1-15 0,-21 4-17 16,12-4-30-16,9 0-27 0,-18 3-36 0,18-3-51 15,-16 3-58-15,10-1-76 0,6-2-78 16,-14 2-98-16,14-2-134 0,-7 2-115 0,7-2 72 16,0 0-424-16,0 0-527 15</inkml:trace>
  <inkml:trace contextRef="#ctx0" brushRef="#br0" timeOffset="-102540.31">7683 13379 2761 0,'0'-8'-52'16,"0"8"20"-16,-2-6 12 0,2 6 10 15,-5-5 20-15,5 5 25 0,-9-2 16 0,9 2 7 16,0 0 3-16,-22-3-1 16,15 3-1-16,7 0-6 0,0 0 0 0,0 0-4 15,-23-1 2-15,23 1-6 0,-8 1-1 16,8-1-9-16,0 0-6 0,-13 3 4 0,13-3-10 16,-10 0-3-16,10 0 1 0,0 0 2 15,0 0-8-15,-12 2 3 0,12-2-4 0,0 0-3 16,0 0-2-16,-9 2-1 0,9-2 1 15,0 0-2-15,0 0-3 0,0 0 2 16,-6 3-1-16,6-3-1 0,0 0 0 0,0 0 8 16,0 0 9-16,0 0 9 0,-15 6 14 15,15-6 4-15,-9 4 9 0,-1 0 0 0,3 1 6 16,-1 0-3-16,-2 1-8 16,-1-1-1-16,1-1 0 0,1 0-3 0,0 2-15 15,-2-2 4-15,2 2-8 0,2 0-2 16,1-3-2-16,0-1-4 0,6-2 1 0,-9 6-5 15,9-6 9-15,-8 6-9 0,8-6-1 16,-3 4 3-16,3-4-4 0,-4 6-2 16,4-6-1-16,-2 8 1 0,2-8-5 0,2 14-4 15,2-7 3-15,-1 1-3 0,5 1 5 16,-1 3 3-16,1-2-5 0,3 2 3 0,2 0-1 16,1 0 0-16,-1 2-2 15,-1-2 1-15,-1-2 8 0,3 0 8 0,-3-1 8 0,-2 0 11 16,2-1 9-16,-6-1 6 15,2-1 18-15,-1-2 11 0,0 1 4 0,-6-5 6 16,6 9-2-16,-6-9 12 0,2 11 5 16,-2-11-4-16,-5 8-4 0,-4-4-14 0,0 4-11 15,1-2-9-15,-4-3-2 0,1 1-12 16,2 2-9-16,-3-4-1 0,3 3-14 16,-3-4-22-16,4 3-27 0,8-4-31 0,-11 4-53 15,11-4-65-15,-14 0-98 0,14 0-115 16,0 0-148-16,-11-6-186 0,11 6 52 0,-1-8-471 15,1 8-600-15</inkml:trace>
  <inkml:trace contextRef="#ctx0" brushRef="#br0" timeOffset="-101541.4">8539 12748 2942 0,'0'0'-94'0,"-2"-5"26"0,2 5 10 16,0 0 2-16,12-10 8 0,-1 5 4 0,6-1 8 15,7 1 4-15,19 0 0 0,4 2 3 16,12-2 6-16,4 3 0 0,0 2 3 16,0 0 1-16,-12 2 2 0,-3 3 0 0,0 0 4 15,-6 2 8-15,-8-2 10 0,-5 2 17 16,-6 0 23-16,-5 1 24 0,0 2 24 0,-5 3 28 16,1 0 20-16,-5 7 32 0,2 6 0 15,-3 6 2-15,-2 3 3 0,0 2-4 0,-3 7 5 16,8 4-9-16,-2-5-5 0,-6-2-7 15,8 8-13-15,-5-7-12 0,6 6-14 16,-7-7 7-16,3-2 8 0,1-1-8 16,-1-4-10-16,-2-7-13 0,-1-8-9 15,-3-1-9-15,2-4-8 0,3-2-7 0,-6 0 1 16,-1-4 11-16,2 1 2 0,0-2 3 16,-2 0-3-16,0-7-5 0,0 15 5 0,-4-6 14 15,-10 2 15-15,2 2-6 0,-19 5 4 16,1 1 5-16,-13 3-5 0,0-1-1 0,-4 0-18 15,-1 0 2-15,-2-1-30 0,-4-1 1 16,1 0 5-16,-2-2 10 0,1 0-2 16,-3-4-1-16,3 0-3 0,7 1-9 15,7-6-1-15,2-1-8 0,4 1-4 0,5-2-8 16,6 0 3-16,1-2-11 0,4 1-3 0,3-2-1 16,2 1-2-16,-2-1-6 15,5-1-24-15,-1 2 0 0,11-4 0 0,-18 4 0 16,18-4 0-16,-11 2 0 0,11-2 0 15,-9 2 0-15,9-2 0 0,0 0 0 0,-14 3 0 16,14-3 0-16,0 0 0 0,0 0 0 16,0 0 0-16,0 0 0 0,0 0 0 0,-17-7 0 15,17 7 0-15,-2-15 0 0,1 3 0 16,-4-5 0-16,3-7 0 0,0-15 0 0,2-7 0 16,2-14 0-16,5-6 0 0,-2-6 0 15,6-24 0-15,3 1 0 0,4-4 0 16,0 4 0-16,0 10 0 0,0 23 0 15,-5 9 0-15,-3 12 0 0,1 7 0 0,-2 3 0 16,-2 8 0-16,-2 6 0 0,-3 3 0 16,0 1 0-16,0 3 0 0,0 4 0 15,2-4 0-15,-3 3 0 0,-1 7 0 0,4-8 0 16,-4 8 0-16,8-4 0 0,-8 4-132 16,0 0-92-16,0 0-50 0,0 0-58 0,15 11-72 15,-13-6-88-15,0 4-113 0,-4-3-207 16,0 4 73-16,0-3 76 0,-3 3-532 0,-1 0-660 15</inkml:trace>
  <inkml:trace contextRef="#ctx0" brushRef="#br0" timeOffset="-100408.71">8771 13145 3035 0,'0'0'-149'0,"8"-6"38"0,-3 0 13 16,0 3 19-16,2-1 18 0,-1 0 23 15,1-2 23-15,4 2 18 0,-4-2 13 0,0 4 14 16,1-2 18-16,-5 0 19 0,-3 4 13 16,12-7 15-16,-8 7 12 0,-4 0 11 15,0 0 18-15,6-8 6 0,-6 8-1 16,0 0 1-16,0 0-10 0,-29 2 4 0,12 2-8 15,-4 2-6-15,0 1-6 0,2-1-7 16,-4 4-8-16,4 0-8 0,0-3-12 0,5 3-9 16,2-3-2-16,-2 2-10 0,4-2-3 15,1 3-3-15,6-2-2 0,-2-1-3 16,3 1 4-16,4 1 2 0,3 0-2 0,0 1-7 16,2 0-1-16,1 2 0 0,4 0-11 15,-5 0 1-15,4 2-1 0,1-1 1 0,-2 3-3 16,1-3 1-16,-3 1-1 0,-1 1 2 15,-1-4 9-15,-1 3 11 0,-1-4 13 0,0 1 5 16,1 1 9-16,-5-4 0 0,1 1 14 16,-2 1 5-16,-4 0 14 0,1-1-5 15,-1-1-3-15,-5 1-12 0,-2 0-7 16,1-3-13-16,-2 1-3 0,1-3-8 0,1 2-16 16,-3-2-21-16,1-1-30 0,2 1-48 15,-1-3-33-15,1 1-58 0,-1 2-58 0,3-3-85 16,9-1-81-16,-13 2-83 0,13-2-131 15,0 0-154-15,0 0 70 0,0 0-499 16,0 0-630-16</inkml:trace>
  <inkml:trace contextRef="#ctx0" brushRef="#br0" timeOffset="-100038.54">9086 13240 3189 0,'15'-13'-11'15,"-2"1"35"-15,-3 2 24 0,0 4 26 16,-5 0 21-16,2 1-3 0,-3-1-4 0,-4 6-11 15,0 0 4-15,0 0 25 0,0 0 7 16,0 0 17-16,-4 27 9 0,-7-7 6 16,-4 5 1-16,-4 3 1 0,-2 2-4 0,3 1-10 15,-2-2-12-15,3 3-11 0,4-3-11 16,1-3-7-16,4-5-9 0,6-5-7 16,1-1-3-16,2-3-5 0,7-1-5 15,2-1-6-15,3-3-6 0,1-4-5 0,0-1-2 16,0-2 0-16,-14 0-4 0,24-4 12 0,-12 1 18 15,-6-4 5-15,-2-3 3 0,-4-2 14 16,-6-3 17-16,-8-11-5 0,-2 2-24 16,-6-1 5-16,-3-1 4 0,5 1-6 15,-3 4-2-15,4 1-2 0,2 3 3 0,3 7-6 16,5-1-10-16,0 1-6 0,2 3-10 16,3-1-13-16,3 1-29 0,1 7-44 0,5-14-50 15,5 7-69-15,3 0-90 0,1 1-120 16,6-1-136-16,0 0-201 0,3 2-86 0,-1 1 82 15,1-2-620-15,-3 4-782 0</inkml:trace>
  <inkml:trace contextRef="#ctx0" brushRef="#br0" timeOffset="-98458.98">11544 11272 3310 0,'8'-10'-139'16,"0"1"51"-16,-5 0 40 0,1 3 35 0,0 1 28 16,-2 0 25-16,-2 5 20 0,1-7 1 15,-1 7 9-15,0 0 7 0,0 0 10 16,-25 10 26-16,-5 14 25 0,-10 13 15 15,-13 21 8-15,-7 6 10 0,4 5 3 0,-3 5 5 16,-2 2 8-16,0 1-4 0,2 5 8 16,4 1-8-16,-1-6-2 0,8-1-19 0,5-6-15 15,8-15-8-15,1-2-13 0,6-1-13 16,-3-2-11-16,3-7-7 0,1 1-10 0,0-5-8 16,7-10-10-16,0 0-4 0,3-3-10 15,-4-3 3-15,6-6-5 0,4-5 3 0,-2-2-4 16,6-1 15-16,2-1-10 0,-3 0-5 15,4-4 6-15,-2 2-4 0,2-1-8 16,4-5-6-16,-3 6-5 0,3-6-27 0,-8 4-35 16,8-4-35-16,0 0-38 0,0 0-45 15,0 0-61-15,0 0-86 0,0 0-95 16,-3-19-80-16,8 11-135 0,2-4-147 16,7-3 70-16,3-8-525 0,6 0-671 0</inkml:trace>
  <inkml:trace contextRef="#ctx0" brushRef="#br0" timeOffset="-97974.45">11714 11207 3147 0,'7'-19'-26'0,"-3"2"40"0,1 5 32 16,0 0 22-16,-3 4 5 0,2 1 15 15,-2-3 8-15,-1 6-4 0,-1 4-9 0,4-6 16 16,-4 6 34-16,0 0 7 0,36 24 12 16,-9 1 2-16,5 8-6 0,4 11-1 15,16 14-6-15,3 6-8 0,3 4-8 0,3 1-11 16,3 1-15-16,7 7-8 0,9 5 49 15,13 2 27-15,29 22 10 0,-23-26 3 16,30 22-7-16,-29-25-6 0,-5-1 3 16,-5-7-17-16,-11-9-15 0,-9-7-12 0,-27-19-12 15,-5-5-14-15,-9-7-7 0,-6-5 7 16,-6-5 26-16,-4-3 17 0,-2-1 12 0,-1 0 13 16,0-4 16-16,-5 2-124 0,2-1-60 15,-7-5 0-15,9 6 0 0,-9-6 0 0,5 6 0 16,-5-6 0-16,10 4 0 0,-10-4 0 15,3 5 0-15,-3-5 0 0,7 3 0 16,-7-3 0-16,0 0 0 0,0 0 0 0,0 0-176 16,0 0-412-16,0 0-112 0,0 0-183 15,0 0 53-15,-32 6 92 0,10-5-716 16,-5 3-904-16</inkml:trace>
  <inkml:trace contextRef="#ctx0" brushRef="#br0" timeOffset="-96726.54">10613 12779 3760 0,'-22'-4'-143'0,"1"1"47"0,5 2 38 15,-6-1 38-15,3 0 44 0,0 0 42 16,6 0 35-16,0 1 20 0,-3-1 12 0,16 2 1 15,-19-2-8-15,9 1-6 0,10 1-8 16,0 0-6-16,0 0 10 0,0 0-7 0,0 0-13 16,58-2-5-16,-12-1-9 0,15-1-11 15,3 2-7-15,3-3-2 0,-1 2-12 0,-1-1-4 16,-11 4-7-16,-8-1-2 16,-3 1-12-16,-9 1 4 0,-9 1-9 0,0 2 0 15,-5 4-4-15,-4 2-1 0,-5 7 2 16,-4 2 2-16,-2 8 10 0,-5 9 10 15,-3 6 16-15,-3 1 10 0,-6 10 3 0,7 2-3 16,-5-4 4-16,4 3-5 0,4-8-3 16,-2 6-5-16,1-9-1 0,1-3-10 0,0-4-3 15,2-4-6-15,0-6 6 0,0-3-12 16,2-2-7-16,-2-4 0 0,0-3 1 0,0-1-1 16,0-2 2-16,0-1-5 15,-2-2 12-15,-2 1 8 0,1 1-1 0,-9 0-5 0,-14 4-3 16,-8 1 3-16,-3-1-4 15,-14 3-1-15,-5 2 2 0,-5-2 0 0,-6-2 3 16,0 4 4-16,-3-4 19 0,4 0 9 16,3-1 5-16,4-2 0 0,5 0 13 0,15-4-6 15,4-1-6-15,9-2 7 0,4-1-2 16,5-1-2-16,2-1 0 0,4 0-3 16,-1 2 3-16,12-4-5 0,-19 2-2 0,11 0-4 15,8-2 2-15,-11 4 5 0,11-4-43 16,0 0-28-16,-16 1 0 0,16-1 0 0,0 0 0 15,0 0 0-15,0 0 0 0,-20-7 0 16,16 1 0-16,-4-1 0 0,4-7 0 0,-1-5 0 16,-3-3 0-16,1-13 0 15,2-5 0-15,3-7 0 0,2-13 0 0,7-3 0 16,0-5 0-16,4-4 0 0,5-20 0 16,4 5 0-16,0 20 0 0,1 3 0 0,-2 6 0 15,-4 7 0-15,2 5 0 0,-5 15 0 16,-3 8 0-16,-3 5 0 0,-3 1 0 15,4 4 0-15,-2 5 0 0,-1-3 0 0,3 2 0 16,-3 4 0-16,6-1-7 0,1 0-14 16,0 0 6-16,5 0-1 0,4 0 4 15,0-1 3-15,1 0 3 0,2 0 0 16,-2-2 2-16,-4 4 0 0,-2 0 0 0,1 0 2 16,-3 0 3-16,-5 2 3 0,3-3-2 15,-4 5 2-15,-1-3 0 0,-6 4-6 0,14-5 1 16,-14 5 0-16,9-4-7 0,-9 4 10 15,9-4-30-15,-9 4-28 0,9-2-41 0,-9 2-43 16,0 0-51-16,0 0-60 0,11 0-66 16,-11 0-74-16,0 0-64 0,3 12-94 0,-3-4-173 15,-3 3-23-15,-5 2 84 0,-4 6-525 16,-3 7-651-16</inkml:trace>
  <inkml:trace contextRef="#ctx0" brushRef="#br0" timeOffset="-96242.56">10547 13058 3238 0,'3'-8'-24'15,"1"4"39"-15,-4 4 20 0,1-8 15 0,-1 8 21 16,0 0 19-16,0-5 2 0,0 5 3 16,0 0 13-16,0 0 20 0,0 0 10 15,-21 21 4-15,6-8-4 0,-6 9 4 16,0 1 3-16,0 0 0 0,-2 4-4 0,0 0-7 16,0-1-5-16,2 1-6 0,4 0-10 15,2 1-7-15,5-6-7 0,1-1-14 0,4-3-7 16,-2-1-7-16,7 1 2 0,0-1-14 15,7 1-5-15,-2-1-5 0,6-3-1 16,1 1-7-16,3-3-5 0,4-2-12 0,-4-3-15 16,1-5-2-16,1 2-6 0,-4-2 2 15,0-2-1-15,-2-2 1 0,1-2 0 16,0-3 1-16,-4-3-4 0,-1-2 3 16,-3-2-2-16,-2-1 0 0,0 1-1 0,-4 2 1 15,0-1-3-15,-2 2 4 0,2 1-5 16,1 0-2-16,-8 0-13 0,7 5-22 0,-3 1-23 15,5 4-30-15,-9-4-26 0,9 4-53 16,0 0-60-16,-20 4-63 0,15 2-62 0,-1-3-93 16,6-3-157-16,-5 8-31 0,5-8 67 15,0 8-309-15,0-8-362 0</inkml:trace>
  <inkml:trace contextRef="#ctx0" brushRef="#br0" timeOffset="-95858.24">10940 13159 2414 0,'2'-12'73'0,"-4"4"21"15,2 8 5-15,-8-11 16 0,1 7 25 16,7 4 13-16,-16-6 11 0,5 6 8 16,11 0-1-16,-29 6-7 0,10-1-4 0,1 3-10 15,-4 2-10-15,6 2-7 0,-4-1-9 16,6 1-10-16,2 0-8 0,2-1-13 0,2 1-6 15,4 0-9-15,2-1-7 0,4 3-5 16,2 0-7-16,1 1-8 0,6 2-1 0,-6 0-9 16,4 2-7-16,0-3 2 15,-2-3-4-15,-1 1-5 0,-3 0-5 0,4-3 7 16,-3-1 22-16,-3 0 34 0,-1-1 31 16,-1 3 14-16,-8 0 14 0,2-3 5 0,-2 1 4 15,-7 2-6-15,-1-4-5 0,-2 1-3 16,2-5-20-16,0 2-10 0,-3-3-15 15,0 1-8-15,2-4-11 0,4 1-36 0,-4-2-51 16,3 1-67-16,3 0-49 0,12 0-79 16,-16-2-91-16,16 2-113 0,-11 0-140 0,11 0-188 15,0 0-3-15,0 0 82 0,0 0-501 16,0 0-627-16</inkml:trace>
  <inkml:trace contextRef="#ctx0" brushRef="#br0" timeOffset="-94176.61">13120 12704 3068 0,'-17'-2'-72'15,"3"2"30"-15,3-4 20 0,-1 4 23 0,1-1 30 16,11 1 39-16,-14 0 35 0,14 0 18 15,-14-2 6-15,14 2-5 0,-8-3-28 0,8 3 4 16,0 0-9-16,0 0-10 0,40-9-9 16,-2 6-2-16,6 1-13 0,6-1-2 15,17-1-8-15,-1 1-3 0,4-1-7 0,2-1-8 16,-2 3 0-16,-6-1-2 0,-3 0-3 16,-14 1 1-16,-6 0-6 0,-9 2-3 0,-5 0-4 15,-4 2 0-15,-6 2-10 16,1 0 11-16,-6 5-1 0,2 3 15 0,-3 5-1 15,-5 5 12-15,-1 9 12 0,0 10 8 16,-5 0 3-16,0 5-4 0,-3 10 1 0,1 0-5 16,-1 2-2-16,-1-4-3 0,4-7 3 15,-2 0 10-15,2-2 0 0,0-4-3 0,0-4-9 16,-2-8-5-16,2-6-6 0,0-5 14 16,0-4 13-16,0-1 18 0,-1-1 12 0,1-3 15 15,-2 1 17-15,2-2 12 0,-2-2 5 16,-2 0-3-16,0-1-16 0,-8 1-6 15,-2 0-19-15,-20 3-5 0,-5 0-10 0,-5-1-9 16,-13 4-6-16,-4 2-2 0,-4-1-11 16,1 1-2-16,-7 0-5 0,-2-1-4 15,5 3 10-15,-1-1-3 0,4-1 0 16,6-1-7-16,6-1-1 0,15 0-6 0,2-5 2 16,1 3-9-16,9-4 0 0,2 0-3 15,10-1-5-15,-4-1 2 0,5 0-6 0,2 0-1 16,-1-4-1-16,3 5 0 0,2-4 4 15,-4 1 15-15,11-2 11 0,-11 2 10 0,11-2 7 16,-9 2 17-16,9-2-30 0,0 0-52 16,-12 2 0-16,12-2 0 0,0 0 0 0,-9-9 0 15,5 2 0-15,2-6 0 16,0-4 0-16,2-7 0 0,0-13 0 0,2-4 0 0,7-14 0 16,2-6 0-16,3-1 0 15,3-8 0-15,8-15 0 0,2-2 0 0,0 6 0 16,3 4 0-16,-11 20 0 0,5 3 0 15,-6 6 0-15,1 3 0 0,-6 12 0 0,1 2 0 16,-5 11 0-16,1 2 0 0,-7 5 0 16,6 1 0-16,-7 2 0 0,1 1 0 15,1 2 0-15,0 0-20 0,-3 1-103 0,-1 6-27 16,4-8-17-16,-4 8-30 0,8-1-34 16,-8 1-53-16,0 0-63 0,17 9-81 0,-10-4-97 15,4 2-176-15,0 1-54 16,-4-1 87-16,-1 1-555 0,4 5-685 0</inkml:trace>
  <inkml:trace contextRef="#ctx0" brushRef="#br0" timeOffset="-93760.16">13156 12969 3225 0,'-18'0'22'0,"-2"2"55"0,4-2 42 16,0 0 18-16,3 0 28 0,3 0 31 16,10 0 22-16,-21 0 4 0,13-2 0 15,8 2-20-15,-13 0-19 0,13 0-15 16,0 0-12-16,0 0-13 0,0 0-16 0,0 0-13 16,0 0-12-16,0 0-12 0,45-10-10 15,-22 10-6-15,2-3-4 0,-3 1-12 0,-4 1-8 16,0 1-11-16,-2 3-6 0,-2 4 2 15,-3 3-2-15,-1 7 3 0,-4 4 7 0,-4 4 15 16,-6 10 24-16,0 4 29 0,-4-2 4 16,1 4 14-16,-2-2-1 0,-4-2-1 0,6 1-7 15,2 0-8-15,-1-6-8 0,2-5-7 16,1-4-12-16,-2-4-9 0,3-1-9 16,0-3-6-16,2-1-8 0,-2-1-11 15,2-3-36-15,0-1-38 0,0 0-49 0,-1-4-45 16,1 3-54-16,0-8-66 0,0 7-82 15,0-7-96-15,0 0-68 0,0 0-77 0,0 0-80 16,7-24-82-16,-2 10 67 0,-5 4-523 16,0 0-652-16</inkml:trace>
  <inkml:trace contextRef="#ctx0" brushRef="#br0" timeOffset="-93609.54">13127 13424 2980 0,'-13'-3'-77'0,"8"0"55"16,5 3 41-16,-12-4 45 0,12 4 43 15,-9-4 46-15,9 4 20 0,-8-4 14 0,8 4-1 16,0 0-6-16,-7-2-17 0,7 2-16 15,0 0-12-15,0 0-16 0,0 0-16 16,0 0-34-16,27-13-53 0,-13 9-75 0,10-2-99 16,-1 0-92-16,11-2-109 0,4-1-100 15,-2-3-128-15,0-1 52 0,1-1-246 0,1-1-269 16</inkml:trace>
  <inkml:trace contextRef="#ctx0" brushRef="#br0" timeOffset="-93277.04">13717 13048 2264 0,'2'-14'63'0,"-6"3"17"15,0 2 24-15,1 0 24 0,-6 2 30 0,2 1 18 16,-1-1 10-16,-4 4 0 16,0 1-3-16,12 2 0 0,-35 3 6 0,12 4 9 15,-4 7-5-15,-1 3-3 0,1 2-5 16,3 3-14-16,5 0-14 0,-1 2-16 0,9-2-11 16,6-2-15-16,1-2-8 0,4 2-8 15,4-3-10-15,-1 3-10 0,6-1-8 16,4-2-6-16,-2 2-1 0,1-3-10 0,2-1-7 15,-3 0-2-15,1-1-5 0,-4-2-3 16,-1 1 9-16,1-1 27 0,-5-2 44 0,-3 2 40 16,0-1 16-16,-3 0 6 0,-5 1-3 15,-1-2-1-15,2 2-3 0,-7-2-15 0,1-3-13 16,-3 1-15-16,1 0-15 16,-2-3-12-16,0-2-14 0,3 1-76 0,1-3-12 15,-2-2-45-15,2 1-152 0,13 0-112 16,-27-4-153-16,15 1-195 0,-1-1-226 0,4-1 76 15,-1 0 88-15,0-2-680 0,3-1-850 16</inkml:trace>
  <inkml:trace contextRef="#ctx0" brushRef="#br0" timeOffset="-92475.32">13846 9408 2490 0,'-38'-3'168'0,"-3"-3"-77"0,0 4-25 0,1-1-9 16,10 2 0-16,5-1 3 0,5 2 18 15,2-2 17-15,6 0 0 0,5 2-5 16,7 0-6-16,0 0-9 0,37-2-11 0,33 2 0 16,43 0-12-16,29-3-1 0,30 3-20 15,71 5-53-15,18 5-19 0,15-1-1 0,18 9-17 16,5 1-7-16,3 7-10 0,-7-5 4 16,-8 2 6-16,-23-4 6 0,-31-4 6 15,-70-6 7-15,-23-1 6 0,-23-4 5 0,-39-3 10 16,-15 1 26-16,-18-2 20 15,-6-3 17-15,-8-1 14 0,-11-3 7 0,-4 2-10 0,-5-3-7 16,-6 1-3-16,0-2-8 0,-3 0-31 16,-4 1-51-16,-3-2-73 0,-4-1-91 15,-4-1-166-15,-1-1-127 0,-11-7 51 16,3 3-100-16,-3-1-60 0</inkml:trace>
  <inkml:trace contextRef="#ctx0" brushRef="#br0" timeOffset="-92226.47">17431 9160 1794 0,'0'0'92'0,"5"7"0"15,2 0 23-15,-2 5 8 16,6 5 9-16,9 7-3 0,-4 1-8 0,4 8 0 16,3 6-5-16,-7 5-4 0,2-1-9 15,-5 3-10-15,-8-7-7 0,-2-2-7 0,-6 1 27 16,-6-2 2-16,-6-4-6 0,-9 6-6 15,-7-4-4-15,-1-2-9 0,-9-3-12 16,-1-3-6-16,-1-5-15 0,-3 0-34 0,-1-4-56 16,4-5-72-16,5 0-89 0,2-7-123 15,2-1-259-15,7-4 50 0,2-2 68 0,0-3-161 16,-11-3-123-16</inkml:trace>
  <inkml:trace contextRef="#ctx0" brushRef="#br0" timeOffset="-91843.26">14961 8734 1806 0,'2'-7'111'0,"2"1"41"0,-2 0 13 16,-2 6-15-16,1-7-17 0,-1 7-20 0,0 0 20 16,0 0 25-16,0 0 7 0,-9 24 6 15,6-8-8-15,-6 4-5 0,0 9-8 0,0 0-7 16,1 0-12-16,-4 0-16 0,1 2-7 15,2-2-12-15,-1 0-11 0,2-5-6 0,3-4-8 16,-1-3-6-16,-2 0-25 0,2-3-38 16,3 0-47-16,-1-4-56 0,0 0-54 15,1-5-92-15,-1-3-116 0,4-2-172 0,0 0-38 16,0 0 63-16,-3-24-216 0,6 10-218 16</inkml:trace>
  <inkml:trace contextRef="#ctx0" brushRef="#br0" timeOffset="-91642.16">14719 8603 2233 0,'0'0'143'0,"-14"0"12"0,14 0 11 0,0 0 9 16,0 0 19-16,-9-2 2 0,9 2-10 16,0 0-16-16,29-11-14 0,-4 7-17 15,14-2-14-15,6 0-11 0,0 0-26 16,16-1-42-16,-13 3-57 0,3 4-88 0,-3 0-84 15,-5 4-94-15,-4 1-131 0,-12 3-167 16,-9 0 51-16,-6 0-228 0,-8 5-241 16</inkml:trace>
  <inkml:trace contextRef="#ctx0" brushRef="#br0" timeOffset="-91456.53">14570 9273 2315 0,'0'0'144'0,"0"0"10"0,0 0 19 0,0 0 21 16,0 0 12-16,0 0-6 0,36-17-8 16,-14 10-16-16,6-4-19 0,8 3-15 15,-1-3-25-15,2 3-36 0,0 0-62 0,-1 1-95 16,0 0-107-16,0 0-103 0,-1-1-163 16,-9 3-125-16,-2 1 57 0,-1-1-226 0,-9 2-235 15</inkml:trace>
  <inkml:trace contextRef="#ctx0" brushRef="#br0" timeOffset="-91076.94">15189 9039 2095 0,'0'0'53'0,"0"0"19"0,0 0 8 16,0 0 14-16,0 0 38 0,-22 17 21 16,20-11 19-16,-2 2 6 0,0 4-7 15,0 0-3-15,3 0-11 0,-1 0-9 0,-2 1-10 16,0 0-4-16,2 0 0 0,-1-3-9 15,-1 3-11-15,1-3-11 0,0 1-11 0,1-3-2 16,-2-2-10-16,2 2-5 0,2-8 8 16,-4 10 8-16,4-10 0 0,0 0-13 0,0 0-9 15,0 0-14-15,0 0-15 0,12-26-19 16,1 3-16-16,4-4-8 0,4 4-5 0,1 3-2 16,-8 5-3-16,2 1 1 0,-5 4 0 15,0 3-2-15,1 3 0 0,-3 2 3 0,-9 2 3 16,0 0 3-16,25 11-3 15,-17 1-3-15,-5 2 7 0,1-2 0 0,3 3-4 16,-5-1 8-16,-1 3-1 0,3 0-2 16,-4-2 4-16,2-1-1 0,0-2 0 0,1 5-32 15,-1-5-48-15,2 0-61 0,0 0-67 16,0-4-66-16,0-1-87 0,3-2-108 16,3 0-129-16,-5-3 48 0,5 0-277 0,-10-2-312 15</inkml:trace>
  <inkml:trace contextRef="#ctx0" brushRef="#br0" timeOffset="-90727.38">15748 8985 2281 0,'-3'-6'-5'16,"3"6"22"-16,-16-5 21 0,3 4 24 16,-3-1 22-16,2 2 26 0,-6 3 22 0,1 1 12 15,-3 1-8-15,-2 4-5 0,3-1-17 16,5 4-8-16,0 2-10 0,5-1-1 15,5 1-1-15,6 1-4 0,4-1-7 0,5 3-9 16,11 6-6-16,-2-5-6 0,3 2-17 16,2 0 5-16,1-1-7 0,-10-3-12 0,2-3 7 15,-7-1 6-15,0 0 7 16,-5 0 25-16,0 0 25 0,-2-2 21 0,-6 2 13 0,-2 0 16 16,-3 0 2-16,0-1 0 15,-3-3-4-15,1 1-16 0,-3-3-5 0,-1 0-9 16,1 0-10-16,3-4-11 0,-2 1-9 15,1-1-14-15,12-2-5 0,-25-3-41 0,16-1-45 16,2-4-64-16,1-1-90 0,3-3-106 16,0-5-102-16,3 0-115 0,4 0-166 0,0-2-5 15,3 2 74-15,3-2-389 0,2 4-456 16</inkml:trace>
  <inkml:trace contextRef="#ctx0" brushRef="#br0" timeOffset="-90076.89">15865 9104 2696 0,'3'4'31'16,"-3"-4"36"-16,0 0 24 0,0 0 29 15,0 0 30-15,0 0 17 0,0 0 9 0,0 0-7 16,0 0-11-16,4 3-14 0,-4-3-16 16,0 0-12-16,0 0-10 0,0 0-13 0,21-7-8 15,-21 7-6-15,15-7-11 0,-7 3-4 16,-3 0-6-16,3 0-7 0,-2 0-3 15,-1 0 2-15,-5 4-1 0,6-7-4 0,-6 7-7 16,0 0-6-16,0 0-1 0,0 0-4 0,-30 5 0 16,9 5 1-16,-6 6 5 15,-1 3 3-15,-1 0 7 0,2 2 1 0,6-1-1 16,3 3 1-16,4-5 3 0,5 1 2 16,3-2 5-16,2-1 5 0,4-1-2 0,4 2-2 15,2-1-2-15,5-1-3 0,2-3-3 16,4 0-8-16,4-2-1 0,2-3 1 15,2-3-1-15,1 0-8 0,-3-4-2 0,4-4-2 16,-2 0 1-16,0-1 16 0,-5-2 7 16,2-2-1-16,-7-3 3 0,-2-1-3 15,0-4-3-15,-3 0-7 0,-2-6-2 16,-3 1-3-16,-3 0-1 0,2-2-4 0,-4 7-7 16,0-3-1-16,0 6-5 0,0-1-2 15,-4 6-9-15,0-2-2 0,3 5 3 0,-7 2-3 16,8 4-2-16,-12-4-2 0,12 4 0 15,0 0-2-15,0 0 5 0,0 0-1 0,0 0 4 16,0 0 2-16,0 0-3 0,0 0 1 16,0 0-2-16,0 0 2 0,56 5 3 0,-31-10-6 15,0 3 8-15,-2-1-5 0,-7 1-8 16,-2 0 4-16,1 2-5 0,-15 0 0 0,19 2 0 16,-10 3 4-16,-3 5 11 0,0 0 2 15,-6 0 1-15,2 3 4 0,-2 1-1 16,-2 3 4-16,0 1 0 0,-4 1-3 15,2 1 2-15,1 1-3 0,-1-4 2 0,0 0-5 16,3 1-2-16,-1 0-4 0,-3-3-2 16,1 0-29-16,4-1-28 0,0 1-40 15,-1-3-57-15,1-3-87 0,0-1-92 0,0 2-85 16,1-6-113-16,-1-4-171 0,11 6-2 16,-11-6 79-16,0 0-458 0,30-16-547 0</inkml:trace>
  <inkml:trace contextRef="#ctx0" brushRef="#br0" timeOffset="-89843.5">16887 8451 3040 0,'0'-22'28'15,"0"7"42"-15,0 1 31 0,0 4 2 0,-1 3-10 16,-1 2 43-16,2 5 51 0,0 0 31 16,-23 22 14-16,6 5-2 0,-4 14-17 0,2 5-15 15,2 1-17-15,-3 5-21 0,7 0-10 16,-1 2-14-16,3 0-11 0,0 1-10 15,-3 1-14-15,5-4-15 0,2 0-41 0,1-9-35 16,0-6-44-16,-2 3-58 0,1-8-83 16,3-3-87-16,-4-8-63 0,4-4-62 0,-1-1-28 15,-1-6-101-15,1-3-98 0,-1-3 53 16,6-4-316-16,-8 0-359 0</inkml:trace>
  <inkml:trace contextRef="#ctx0" brushRef="#br0" timeOffset="-89693.47">16548 9147 2343 0,'-5'-11'47'0,"1"3"69"16,0-2 42-16,3 6 42 0,1 4 22 15,-4-12 28-15,4 12 21 0,0 0 19 0,-3-8 14 16,3 8-11-16,0 0-20 0,16-7-19 16,-7 5-35-16,5-1-20 0,-3 2-25 0,7-1-49 15,-4 0-68-15,4 0-84 0,-1 2-116 16,-4 0-131-16,0 4-137 0,1-2-161 16,-5 2-107-16,1-2 67 0,-9 4-435 15,1 0-519-15</inkml:trace>
  <inkml:trace contextRef="#ctx0" brushRef="#br0" timeOffset="-88094.23">15293 9939 2914 0,'0'0'-20'16,"4"-13"26"-16,1 4 18 0,4-2 17 0,9-2 19 15,5-4 24-15,2 2 8 0,-5 3-6 16,0 3-8-16,-6 4-3 0,2 2-8 0,1 1-13 15,-3 5 1-15,0 1-8 0,0 5-3 16,-1 2-3-16,1 3-3 0,-3 3-2 0,-2 2 3 16,0 1 0-16,-6 3 10 0,-3-3 19 15,-7 13 9-15,-5 0 10 0,-3 0 2 16,-10 2 10-16,-2-2 10 0,-5-4 12 0,5-9 9 16,6 1 8-16,4-7 5 0,2 0-1 15,6-6-8-15,-1 0-6 0,0-3-14 16,6 1-1-16,1 0 0 0,-3-2-13 0,6-4 1 15,0 10 18-15,6-3 8 0,-3 1-11 16,9 2 2-16,0 0-21 0,-3-1-2 16,6 3-10-16,0 0-2 0,-1 1-6 0,-1-1-10 15,-2 0-4-15,1-1-9 0,-3 2 8 16,-3-1-8-16,0 2 20 0,-4-2 15 0,-2 1 12 16,0 0 11-16,-3 1 12 0,-4 1 8 15,3-1 2-15,-7-3-12 0,1 2-7 16,-1-4-99-16,-4 2-16 0,1-5 0 15,1 2 0-15,0-4 0 0,2 1 0 0,-3-4 0 16,1-1 0-16,2-1 0 0,-5-4 0 16,3-3 0-16,5-2-351 0,0-1-163 0,6-7-165 15,2-1-213-15,13-14 65 0,1 1 95 16,13-6-695-16,5-4-878 0</inkml:trace>
  <inkml:trace contextRef="#ctx0" brushRef="#br0" timeOffset="-87742.5">16387 9811 4128 0,'-2'-5'-9'15,"2"5"31"-15,0 0 31 0,-21 0 46 16,6 5 45-16,-12 9 28 0,-2 3 26 0,-9 9 9 16,0 6 0-16,-2-1-1 0,-2 6-14 15,4 0-2-15,0 1-18 0,5 0-7 0,5-1-18 16,3 1-9-16,8-8-17 0,5 2-10 15,8-7-2-15,3-3-16 0,2-2-6 16,5 0-5-16,4-1-10 0,9 1-3 0,4-3-8 16,5-4-8-16,-1-6-1 0,0-6-7 15,2-1-5-15,-1 0 1 0,8-5-3 0,-9 0 4 16,2-7-3-16,-9 2-14 0,-2-4-3 16,-7-2-6-16,-1-1 4 0,-5 1-6 15,-5 3-5-15,0-1 3 0,-3-1-8 16,-7 1-4-16,-5 4-1 0,-5 1-22 0,-1 4-35 15,-5 2-57-15,-1 3-75 0,-9 6-109 16,-1 0-148-16,1 0-174 0,0 3-219 0,11-1 82 16,4 0 91-16,8-2-588 0,6 1-715 15</inkml:trace>
  <inkml:trace contextRef="#ctx0" brushRef="#br0" timeOffset="-73696.19">23118 6936 1043 0,'7'-2'266'0,"-7"2"-51"16,9-1-13-16,-1-3 2 0,-8 4 9 15,14-4 5-15,-9 0 10 0,-5 4-7 16,11-6 13-16,-4 4 15 0,-7 2 7 0,7-4 7 16,-7 4 3-16,0 0 4 0,8-7-2 15,-8 7-16-15,0 0-29 0,0 0-20 0,-8-12-26 16,8 12-11-16,-16-6-24 0,5 2-8 16,0 2-16-16,-8-1-17 0,0 3-9 0,-2 0-6 15,2 3-10-15,-2-3-7 0,-2 4-6 16,4-4-10-16,-4 6-5 0,4-4-5 15,0 0-6-15,3 1-3 0,3-2-3 16,0 1 4-16,1 0-9 0,12-2-3 0,-14 2 2 16,3-2 0-16,11 0-8 0,0 0 5 15,-18 1-7-15,18-1 4 0,-10 0-11 0,10 0 0 16,-9 4-5-16,9-4 4 0,-13 4-6 16,4 4-1-16,4 0 4 0,-1 1-7 0,1 3 9 15,-1 2-4-15,4 1-2 0,2 0 2 16,0 4 0-16,8 2-2 0,3 9 8 15,8-2-5-15,4-1 2 0,6 5 2 0,3-3-1 16,4 0 0-16,-1-2 0 0,1-1-3 16,-10-7 5-16,1 5-2 0,-4-6-1 0,-2 1 1 15,-6-3-8-15,-4-2 8 16,1-5 16-16,-4 3 22 0,-5-3 34 0,-3 1 26 16,0 0 20-16,-3-1 9 0,-5 0 2 15,-2 2-5-15,1-3-7 0,-7 0-12 0,0 1-8 16,-4-2-103-16,0 0 0 0,0-5 0 15,3 3 0-15,-2-2 0 0,4-3 0 0,2 0 0 16,-5 0 0-16,3-3 0 0,0-2 0 16,2 1 0-16,-1-1 0 0,3 2 0 0,0-2 0 15,1-1-58-15,0 3-254 0,5 0-105 16,1-5-104-16,2 4-106 0,2 4-120 0,11-17-47 16,4 7 79-16,14-5-645 15,6-1-816-15</inkml:trace>
  <inkml:trace contextRef="#ctx0" brushRef="#br0" timeOffset="-73347.08">23609 7097 3972 0,'6'-16'46'0,"-2"6"42"0,-4 3 36 0,1 0 28 16,-2 2 12-16,1 5 9 0,0 0 1 16,0 0 5-16,0 0 2 0,-31 16 3 0,16-1-8 15,-6 5-14-15,0 9-12 0,2-4-10 16,5 2-21-16,3 2-5 0,3-4-9 15,6-5-10-15,7 1-8 0,6 8-2 0,8-4-11 16,2-2-6-16,7-5-9 0,5-2-6 16,3-7 4-16,1-2-7 0,-5-6-4 15,-5-1-1-15,11-7-5 0,-4 0-2 0,-4-5 0 16,-1-1 23-16,-4-6 19 0,-7-5 9 16,-2 1-2-16,-3-7-3 0,-8-3-23 0,-5 1-3 15,-5-6-10-15,-4 1-7 0,-2-2-7 16,-5 5-5-16,-3 6-6 0,-4 3-8 0,-3 6-16 15,-5 5-30-15,-3 8-19 0,3 4-32 16,-7 7-32-16,2 4-39 0,1 9-62 0,3 1-79 16,3 3-81-16,6 1-78 15,3 1-96-15,8-3-200 0,6-7 15 0,5 0 83 16,2-3-538-16,7-3-655 0</inkml:trace>
  <inkml:trace contextRef="#ctx0" brushRef="#br0" timeOffset="-72862.23">24553 6781 3441 0,'1'-19'-13'0,"1"4"39"16,-2 0 63-16,2 1 33 0,0 2 39 15,0 0 36-15,-2 0 21 0,2 1 14 0,-2 3-7 16,1 1-18-16,-1 7-29 0,0-12-20 15,0 12 4-15,0 0 52 0,0 0 8 0,14 40 4 16,-12-3-9-16,4 4 8 16,-4 19-3-16,-1 6-12 0,-1 2-19 0,0 7-19 15,-1-3-16-15,-1 3-14 0,0 0-15 16,-2-5-9-16,1-3-16 0,-1-5-6 0,-1-7-14 16,1-12-16-16,3-4-66 0,-1-8 0 15,0-8 0-15,0-5 0 0,0-1 0 0,2-4 0 16,-2-1 0-16,2 0 0 0,2-7 0 15,-2-5 0-15,4 8 0 0,-4-8 0 0,0 0 0 16,0 0 0-16,18-17-126 0,-13 6-247 16,2 0-112-16,-1-4-119 0,-2-2-162 15,0 3-56-15,-2-4 86 0,2 3-719 0,-2 1-905 16</inkml:trace>
  <inkml:trace contextRef="#ctx0" brushRef="#br0" timeOffset="-72430.4">25511 6911 4340 0,'-8'-11'71'0,"1"1"5"0,-2 4 22 15,-3 2 32-15,-1 4 37 16,-5 4 20-16,-2 2 19 0,-14 7 6 0,-7 11-6 0,-1 7-15 15,-2 5-3-15,4 2-15 16,2 1-10-16,1 4-12 0,7 0-15 0,4 3-10 16,7-1-13-16,3-1-11 0,7-4-5 15,3-4-13-15,6-5-16 0,4-6-2 0,1 8-2 16,7-4-10-16,1-5-6 0,7-2 0 16,2-4 0-16,-3-7 3 0,1-2-10 0,-4-5-3 15,4-1-1-15,-5-3-2 0,2-2 20 16,1-3 8-16,-4-2 16 0,-1-2 6 0,-1 0 1 15,-4-4-78-15,-3 0-8 16,1-3 0-16,-6 3 0 0,-2-4 0 0,-2 1 0 0,-1 1 0 16,-4-1 0-16,-2 4 0 15,-2 1 0-15,2 5 0 0,-6 0 0 0,2 5 0 16,-4 2 0-16,-3 3 0 0,0 4-244 16,-6 1-147-16,-1 3-126 0,2 2-116 0,11-6-233 15,5-1 77-15,8-2 82 0,3-2-668 16,0-3-830-16</inkml:trace>
  <inkml:trace contextRef="#ctx0" brushRef="#br0" timeOffset="-72080.78">25785 7175 3668 0,'0'-14'41'0,"-4"2"39"15,1 2 18-15,-1 3 30 0,-2-1 28 0,1 4 25 16,-4 1 15-16,9 3 2 0,-22 3-7 15,5 6-9-15,-10 11-13 0,-5 5-14 0,-1 5-17 16,3 5-11-16,3 0-16 0,9-3-10 16,4-1-8-16,4 2-5 0,9-4-12 0,2-6-8 15,9 8-3-15,4-6-4 0,4-1-11 16,7-6 4-16,4 0-12 0,1-8-8 0,2-2-5 16,-1-4-3-16,-6-3 3 15,-4-2-3-15,-1-3 2 0,2-2 14 0,-6-1 24 16,2-4 31-16,-2-2 10 0,-5-4-3 15,-2-3-12-15,-4-1-3 0,2-4-13 0,-7-12-10 16,-2-1-6-16,-3-2-11 0,-2 2-24 16,-4 4-36-16,-5 2-34 0,-2 3-50 0,-5 2-54 15,-2 11-71-15,-8 3-94 0,-1 5-112 16,-7 4-128-16,-2 6-192 0,-4 2-1 0,-10 4 86 16,1 3-561-16,15-4-686 0</inkml:trace>
  <inkml:trace contextRef="#ctx0" brushRef="#br0" timeOffset="-71047.86">22340 6725 3190 0,'-6'-4'-82'0,"6"4"23"0,-10-3 19 16,10 3 18-16,-5-4 20 0,5 4 15 0,0 0 8 15,0 0 0-15,10-10 12 0,8 6 13 16,23-4 12-16,17 0 7 0,15-1 6 0,32-6-9 16,15-1 2-16,14 1-11 15,14-3-5-15,12 5-8 0,14 1-1 0,52-2-5 16,7 1-4-16,4 3 1 0,2 2-10 0,-5 1-9 15,-51 2 0-15,2 2-3 0,-4-1 3 16,-5 2-2-16,-13 2-1 0,-18-3 0 16,-12 1-6-16,-16 1 2 0,-33 1 3 0,-7-2-4 15,-13 0 3-15,-17 2 17 0,-4-2 25 16,-11 1 31-16,-7-1 27 0,-5 0 22 0,-2 1 13 16,-3 1 5-16,-3-2-14 0,-1 2-17 15,-11 0-17-15,19 7-10 0,-10 6 3 16,-3 6-4-16,-4 17-3 0,-4 9-4 0,-5 14-5 15,-4 9-7-15,-5 22 16 0,5 4 48 16,2 3 7-16,8-13-6 0,2 23-7 16,8-5-5-16,7 3 12 0,2-12 7 15,7-4-1-15,-1-8-5 0,-5-18-14 0,1-8-9 16,-6-6-16-16,-3-13-21 0,-4-5-4 16,-1-7-2-16,-5-7 29 0,1-1 28 0,0-7 18 15,-6-3-11-15,-1-2-10 0,-4-3-13 16,-7-2-8-16,-9-5-23 0,-11-4-79 0,-6 1 0 15,-19-5 0-15,-6-1 0 0,-30-2 0 16,-6 3 0-16,-9 3 0 0,-12 4 0 0,-9 1 0 16,-12 3 0-16,-13 3 0 0,-7 2 0 15,-4 3 0-15,1 0 0 0,1 0 0 0,1 2 0 16,2 1 0-16,3 4 0 16,9 0 0-16,8-4 0 0,10 2 0 0,6-1 0 15,12 3 0-15,15 1 0 0,23-1 0 16,0 1 0-16,7 2 0 0,5 2 0 0,1-4 0 15,2 3 0-15,6 1 0 0,3 0 0 16,3-1 0-16,15-6 0 0,-1 0 0 0,5 0 0 16,5-4 0-16,9 0 0 0,0 0 0 15,5-3 0-15,6 1 0 0,-5-3 0 0,3 1 0 16,9-2 0-16,-22-3 0 0,13-1 0 16,-5-5 0-16,3 1 0 0,0-7 0 15,-5-10 0-15,5-4 0 0,-1-6 0 0,5-4 0 16,0-17 0-16,5-7 0 0,2-11 0 15,3-6 0-15,5-22 0 0,6-2 0 16,-3 1-17-16,0 2-91 0,3 6 2 0,-7 24 9 16,0 6 15-16,4 9 9 0,-8 15-1 15,3 5 9-15,-4 9 6 0,3 6 3 0,-3 5-36 16,2 1-44-16,-2 3-58 0,0 6-45 16,0 0-42-16,-2 6-59 0,8-2-77 0,-8 2-97 15,0 0-188-15,16 8 4 0,-6-6 81 16,-10-2-480-16,23-2-566 0</inkml:trace>
  <inkml:trace contextRef="#ctx0" brushRef="#br0" timeOffset="-69797.54">22553 8232 2861 0,'6'-9'-95'0,"-2"2"38"0,-1 2 36 16,2 2 27-16,-5 3 25 16,4-5 22-16,-4 5 5 0,0 0-1 0,0 0 28 15,0 0 40-15,0 0 34 0,-25 37 14 16,-2-1 7-16,-7 11 9 0,-13 16 7 0,-3 7 3 16,-4-2 3-16,-3 3 3 0,-4 5-5 15,-2-4-2-15,0-4-6 0,0 1-17 0,4-5-4 16,4-3-6-16,11-15-9 0,4 2-15 15,0-10-5-15,2 1-10 0,8-8-12 0,7-5-10 16,1-5-10-16,8-6-8 0,2-5-2 16,0 1-6-16,5-3 8 0,-1-1-7 0,2-2 3 15,1-1-13-15,-1-1-16 16,6-3-5-16,0 0-30 0,-14 0-31 0,14 0-55 16,0 0-63-16,0 0-85 0,0 0-115 15,-13-5-114-15,13 5-140 0,0 0-200 0,-2-8 71 16,2 8 80-16,0 0-502 0,0 0-603 15</inkml:trace>
  <inkml:trace contextRef="#ctx0" brushRef="#br0" timeOffset="-68698.29">20640 9670 3072 0,'-19'-5'-67'0,"-2"2"27"0,4-1 16 16,-1 2 22-16,3-1 21 0,4 1 23 0,-2 1 31 15,1-1 17-15,0 0-7 0,12 2-9 16,-12-2-3-16,12 2-5 0,0 0-8 16,0 0 5-16,0 0 5 0,57 4-8 15,6-2 6-15,17-1-14 0,37-1 0 0,25 0-9 16,14-1-3-16,12-1-4 0,7 0-12 15,8 0-8-15,55-1-10 0,-55 1 10 0,-4-4-12 16,-5-1 0-16,-13 0 4 0,-14 2 2 16,-15 1-4-16,-22-2 0 0,-29 0 0 0,-19 3 1 15,-13 1 5-15,-12 1 12 0,-6-3 14 16,-11 2 13-16,-2 2 12 0,-7-1 13 16,-5 2 4-16,-6-1 7 0,8 7 0 15,-8 0 4-15,-4 5 5 0,-4 5 2 0,-5 12-9 16,-5 4 0-16,0 12-8 0,-5-1-5 15,3 4-9-15,2 2-4 0,-4-1-6 0,6 4-3 16,-4-2-5-16,7-5-5 0,1-8 0 16,3-1-10-16,2-3-1 0,-1-4-8 0,0-7 2 15,4-4-3-15,3-5-1 0,-1 0-3 16,0-3-1-16,-2-1 9 0,0-2 21 16,2 1 17-16,-4-3 6 0,3 2 1 0,-9-2-11 15,-1 2-10-15,-10 0-2 0,-14 4 3 16,-13 2-11-16,-15 1-5 0,-12 1-1 15,-22 2-3-15,-10 1-6 0,-5-2-2 0,-2 2 0 16,-4-4-2-16,-2 2 0 0,-4 0 7 16,-4-3 16-16,-1 3 1 0,7-5 1 15,4 5 17-15,11-5 3 0,10 3 6 0,26-3-4 16,0-2-4-16,1 0-2 0,2 1-2 16,7 1 1-16,7-4 0 0,12 1-4 0,2-3-4 15,8 1-3-15,5-1-5 0,8-2-7 16,5-3 0-16,3 2-6 0,2-1-4 0,-3-1 9 15,5 1 1-15,9-2 8 0,-14 2 14 16,7-1 17-16,7-1 15 0,0 0 7 0,-17-3-101 16,9 0 0-16,3-3 0 15,-5-7 0-15,5-1 0 0,-4-6 0 0,4-15 0 0,1-1 0 16,2-9 0-16,2-11 0 16,4-9 0-16,3-5 0 0,7-27 0 0,5 0 0 15,2-4 0-15,6 1 0 0,0 4 0 16,-1 6 0-16,-4 24-60 0,-4 6 1 0,0 10 7 15,-5 13 4-15,-1 6-1 0,-3 7-29 16,-4 5-10-16,1 4-23 0,-2 5-26 0,-1-1-36 16,0 5-18-16,1 2-9 0,-4 4-28 15,0 0-49-15,0 0-71 0,0 0-67 0,0 21-82 16,-2-9-185-16,-3 5-19 0,5-5 84 16,-2 3-465-16,4-3-552 0</inkml:trace>
  <inkml:trace contextRef="#ctx0" brushRef="#br0" timeOffset="-67328.56">21015 10011 2830 0,'0'0'-7'0,"-7"-6"46"16,7 6 46-16,-11-6 33 0,4 4 42 0,4-4 27 15,-3 0 27-15,0 1 15 0,3-3 5 16,1 0-6-16,-4 0-16 0,6-1-19 0,0 1-20 16,0-4-13-16,6 0-19 0,-1 1-10 15,5-3-15-15,2 5-18 0,2-4-8 16,4 2-12-16,0 3-5 0,-2 3-9 15,5 1-8-15,2 3-8 0,-4 1-2 0,0 3-5 16,0 1-6-16,-2 2-3 0,-4-1-2 16,1 4-5-16,-5 1 0 0,-1 0-5 0,-4 2 3 15,-4 0-1-15,-4 4 8 0,-4 3 4 16,-4 8 15-16,-8-2 4 0,1 2 3 0,-2-5 7 16,0 1-4-16,5-8-1 0,4-1-5 15,0-4 0-15,2-1 11 0,5-3 3 16,-3 1-2-16,7 0-3 0,-3-4-8 0,-1 3-7 15,5-6-3-15,-4 8 0 0,4-8-6 16,7 10-7-16,-1-5 4 0,1 1-6 16,2 0 0-16,3 1-9 0,3 0 3 0,-1 2-12 15,-3-3 4-15,2 5 0 0,-1-3-3 16,-5 2-4-16,2 0 7 0,-2-3 6 0,-2 2 22 16,-3-2 28-16,-2 2 21 0,-2 1 14 15,1-2 13-15,-8 3-4 0,0-2-7 16,-4-2-77-16,-1 1-31 0,0-2 0 15,-2 0 0-15,-1 0 0 0,0-3 0 0,-3-1 0 16,5-2 0-16,-2 0 0 0,2 0 0 0,-1-2 0 16,3 2 0-16,2-2 0 0,11 2 0 15,-23-5 0-15,16 5-87 0,7 0-228 0,-12-4-99 16,12 4-96-16,-8-6-96 16,8 6-156-16,2-8-37 0,-2 8 85 0,11-6-641 15,1 1-810-15</inkml:trace>
  <inkml:trace contextRef="#ctx0" brushRef="#br0" timeOffset="-66147.38">21728 9890 3448 0,'10'-4'-114'0,"-1"1"57"0,-3 1 49 16,-6 2 39-16,11-6 49 0,-5 4 53 0,-6 2 23 15,0 0 21-15,7-4 9 0,-7 4 2 16,0 0 5-16,7-5-2 0,-7 5 4 0,0 0-5 15,0 0-15-15,0 0-17 0,-25-5-20 16,11 5-14-16,-3 0-9 0,0 2-13 16,-2-1-10-16,-4-1-11 0,4 2-8 15,-1 0-7-15,-4-2-8 0,5 2-4 0,1 1-3 16,-2 1-9-16,3-4-7 0,2 1-3 16,3 4-8-16,-1-5-5 0,4 2-10 0,9-2-2 15,-18 2-2-15,11-1-2 0,-3 3 2 16,-2 1 0-16,5 2-3 0,-2 1-1 0,-1 4 2 15,0 1 1-15,1 3 0 0,1 3-3 16,2-4-2-16,3 7 2 0,1-3 4 0,0 1-4 16,6 3 6-16,5 6-1 0,5-4 3 15,2 1-1-15,6-2-3 0,1-4 0 0,2-1-1 16,0-4 2-16,-5-3-2 0,-1 0 4 16,0-3-5-16,-4-1-2 0,-2 0 1 15,-1 1-1-15,-2-5 3 0,-5 1 9 16,4 2 15-16,-4 1 30 0,-3-2 31 0,-2 3 7 15,-6-1 11-15,0 3 8 0,-5-1 4 16,-2 2 2-16,-7 0-2 0,-4 1-9 0,-3 1-9 16,-2-1-11-16,4-5-10 0,5-1-6 15,0-2-1-15,4-2-5 0,-2 1-13 0,4-1-8 16,0-1-15-16,1-2-26 0,1 2-28 16,2-2-37-16,10 0-39 0,-21 0-37 15,21 0-50-15,-15 0-59 0,15 0-71 0,-12 0-87 16,12 0-97-16,0 0-95 0,-9-5-171 15,9 5 31-15,0 0 89 0,0 0-532 16,16-13-642-16</inkml:trace>
  <inkml:trace contextRef="#ctx0" brushRef="#br0" timeOffset="-65781.9">22052 9697 3539 0,'6'-18'119'0,"2"3"21"15,-5 2 16-15,1 5 13 0,-2 1-1 16,0 0-11-16,-1 4-20 0,-1 3-15 0,0 0-5 16,0 0 18-16,2 20-6 0,-4 2 1 15,2 13 6-15,-5 7 1 0,1 12 9 0,-1 4-7 16,-3 2-1-16,4 1-4 0,-4-1 9 15,5-2-4-15,-5-3 6 0,6-13-12 0,-1 1 4 16,1-5 3-16,-3-2-2 0,3-8-7 16,2-9-5-16,-1 1-14 0,1-7-14 0,0 1 1 15,0-1-15-15,0-5-9 0,-2 0-7 16,2 1-2-16,0-2-10 0,0-7-5 0,0 8-36 16,0-8-57-16,0 0-38 15,2 4-50-15,-2-4-63 0,0 0-73 0,0 0-95 16,0 0-99-16,0 0-101 0,0 0-187 15,0 0-7-15,0 0 80 0,0 0-595 0,0 0-729 16</inkml:trace>
  <inkml:trace contextRef="#ctx0" brushRef="#br0" timeOffset="-65229.57">22353 9924 3423 0,'2'-14'44'0,"1"1"52"16,-3 2 18-16,0 6-1 0,1-1-10 15,-1 6 3-15,0-7 9 0,0 7 56 0,0 0 31 16,-10 20 6-16,5 2-6 0,-5 7-5 16,0 6-2-16,-1 0-11 0,2 0-5 0,2 2 0 15,-2-1-10-15,2-4-14 0,-1 0-14 16,3-6-10-16,0-6-17 0,2-2-11 0,-1-3-8 15,-2 1-9-15,6-3-10 0,-3-3-10 16,1 0 1-16,0-2-8 0,0-1-3 0,2-7-2 16,-2 6-17-16,2-6-29 15,0 0-31-15,0 0-15 0,13-27-14 0,0 2-28 16,3-6-20-16,5-14-17 0,-1-1-11 16,5 0 3-16,-2 1 10 0,-8 11 10 0,1 0 11 15,-5 9 14-15,-1 6 10 0,-2 2 10 16,-5 5 9-16,-1 2 10 0,-4 3 10 0,-1 4 15 15,-5-1 16-15,-4 4 11 0,12 0 8 16,-38 10 14-16,8 1 4 0,1 3 13 16,2-1 2-16,2 7-2 0,9-8 2 0,2-3 4 15,3 1 8-15,3 2 16 0,5-3 7 16,3-1 16-16,3 2-2 0,5-2-2 16,5-1-8-16,4 0-8 0,6-4-13 15,1 3-6-15,0-3-7 0,2 0-25 0,3-1-1 16,0 0-29-16,-3 0-36 0,-1-1-18 15,0 1-16-15,-6 0-28 0,-2-2-33 0,-2 0-44 16,-1 3-54-16,-3-2-68 0,-2 1-72 16,-9-2-81-16,14 2-131 0,-14-2-133 0,0 0 69 15,0 0-521-15,0 0-631 0</inkml:trace>
  <inkml:trace contextRef="#ctx0" brushRef="#br0" timeOffset="-64896.8">22835 9890 3127 0,'0'0'38'0,"6"-5"26"15,-6 5-7-15,0 0 43 0,0 0 45 16,0 0 29-16,-11 25 20 0,1-8 14 0,-4 9 8 16,0 2-5-16,-6 2-4 0,6-1-15 15,-4 0-10-15,1 3-11 0,5-5-19 0,7-3-6 16,-1-5-13-16,4-2-5 0,2-3-5 15,0-2-7-15,4 0-2 0,3-2-8 0,3-1-8 16,5-3-13-16,0-1-11 16,6-3-3-16,4-4-5 0,0-3-19 0,6-5-6 15,-1-2 2-15,-5-5-12 0,-3 0-5 16,-2-7 5-16,-9-3-9 0,-5 1-2 0,-6 0 1 16,-4-11-6-16,-5 2-16 0,-4 2-14 15,-7 2-11-15,-1 6-28 0,-8 4-28 0,-1 6-34 16,-6 5-59-16,-4 6-80 0,-1 4-96 15,-6 7-97-15,-4 7-165 0,-2 1-120 16,-1 7 88-16,4 7-539 0,3-3-649 0</inkml:trace>
  <inkml:trace contextRef="#ctx0" brushRef="#br0" timeOffset="-63930.23">20667 10686 3189 0,'7'-9'-74'0,"1"4"38"15,-2 0 37-15,0-1 26 0,-1 2 22 0,-5 4 13 16,9-9 11-16,-9 9 1 16,11-8-10-16,-11 8-6 0,0 0-12 0,0 0 9 0,0 0 43 15,0 0 15-15,-11 28 15 0,-7 0 14 16,-12 9 16-16,-7 8 9 0,-16 16 12 15,-10 10 3-15,-4 3 9 0,-4 2 1 16,-4 0 9-16,0 3 10 0,-1-2 1 0,-1-5 7 16,-1 0 3-16,6-4 0 0,3-7-7 15,7-5-4-15,14-15-14 0,4 0-17 0,3-5-15 16,4-4-17-16,2 1-14 0,9-8-15 16,3 1-11-16,2-5-9 0,4-6-5 0,6-2-15 15,-1-4-62-15,2 1-17 0,5 0 0 16,-3-4 0-16,0 1 0 0,3-1 0 0,1-2 0 15,4-4 0-15,-9 8 0 16,9-8 0-16,-6 8 0 0,6-8 0 0,-5 4 0 16,5-4 0-16,0 0 0 0,-5 5 0 15,5-5 0-15,0 0 0 0,0 0 0 0,0 0 0 16,0 0 0-16,0 0 0 0,0 0-364 16,0 0-254-16,0 0-154 0,-9-17-118 15,7 11 89-15,0-1-813 0,-2-1-1054 0</inkml:trace>
  <inkml:trace contextRef="#ctx0" brushRef="#br0" timeOffset="-62166.25">18919 12126 4071 0,'-17'-3'-196'15,"3"2"45"-15,2 0 42 0,-2-1 35 0,4 2 36 16,-1-2 35-16,11 2 42 0,-15-2 28 15,15 2 18-15,-11-1 10 0,11 1 3 0,-12-3-9 16,12 3-7-16,0 0 0 0,0 0 3 16,0 0-2-16,37-6-4 0,4 1-6 0,22-2-9 15,12 0-9-15,4-3-6 0,25-5 1 16,-4 0-6-16,1 1-9 0,-21 1-7 16,-4 2-13-16,-5 0-10 0,-4 1 3 15,-10-1 3-15,-15 5-7 0,-6 0 3 0,-9 4-1 16,-6-2-3-16,-6 0 1 0,-2 4-4 15,-5 2 2-15,-3 6 20 0,-1 4 16 16,-6 5 12-16,-2 6 11 0,-5 12 2 0,-2 2 10 16,-5 13-3-16,4-1 3 0,-4-1-6 15,3 2-1-15,5-10-7 0,-2 1-5 0,3-2-4 16,1 2-8-16,3-6-4 0,-4-8-2 16,5-2-3-16,2-2-3 0,-1-5-5 0,-1-1-2 15,2-5 0-15,-4 2 0 0,2-5-5 16,2-1 5-16,-2 4 11 0,0-5 8 0,-1 3 25 15,-7 0 9-15,-3 2 7 0,-5 1-4 16,-9 6 4-16,-3-2-1 0,-12 6 3 0,1-1 3 16,-6-1 0-16,-1 0-5 15,-4-3-2-15,-4 5 11 0,5-9-4 0,-7 3 0 16,6-1 5-16,-4-2-6 0,15-5 0 16,-6-1-4-16,6-1-6 0,-2-1-4 0,2-3-5 15,1 0-7-15,7-1-6 0,2-2 0 16,4 2-9-16,-2-2 1 0,0 1-9 0,4 1-5 15,0 0 0-15,2-1-1 0,7 3-1 16,-4-2 0-16,7-2-16 0,0 1-15 0,13-1 0 16,-19 0 0-16,19 0 0 0,-17 2 0 15,17-2 0-15,-13 0 0 0,13 0 0 16,0 0 0-16,0 0 0 0,-22-3 0 16,17-3 0-16,-2-2 0 0,4-2 0 0,-3-7 0 15,2 1 0-15,3-9 0 0,1-15 0 16,1-5 0-16,7-15 0 0,4-3 0 15,3-5 0-15,4-2 0 0,4-14 0 0,-1 23 0 16,1 5 0-16,0 3 0 0,-1 7 0 16,-8 13 0-16,-1 3 0 0,1 3 0 0,-3 6-12 15,-2 7-15-15,-6 3-5 0,3 4-5 16,-2-4-19-16,-1 4-17 0,-1 1-23 0,2 1-23 16,-4 5-22-16,4-6-22 15,-4 6-41-15,0 0-59 0,0 0-79 0,0 0-86 16,0 0-104-16,-8 23-157 0,4-13-56 15,-7 2 80-15,5 2-548 0,-5 4-677 0</inkml:trace>
  <inkml:trace contextRef="#ctx0" brushRef="#br0" timeOffset="-61615.2">18841 12431 3127 0,'0'0'-36'0,"0"0"44"0,0 0 27 16,0 0 25-16,0 0 32 0,0 0 23 0,0 0 27 15,-15 2 15-15,15-2 2 0,0 0-11 16,0 0-16-16,0 0-16 0,17-11-9 0,-8 8-13 15,2 1-10-15,2 2-11 0,-1-1-7 16,2 1-4-16,-14 0-9 0,22 3-3 0,-8 0-6 16,-3 3-3-16,0-1-8 0,-2 0-1 15,-4 3-3-15,1-1 1 0,-2 2 12 0,-3 0 5 16,-1 1 9-16,-1 1-1 0,-3 3 4 16,-2 1-3-16,1-1-6 0,-1 2-5 15,1-3-1-15,-2-3-5 0,4 0-2 16,-1-1-10-16,0-1 2 0,2 0-5 15,1-2 1-15,1 1-3 0,0-7 0 0,-2 12-2 16,2-7 0-16,0-5 0 0,2 14 2 16,-2-10-1-16,0 5-2 0,1-2-2 0,-1 0-3 15,0 0 5-15,0-1 7 0,0 1 18 16,0 2 12-16,-1-2 10 0,-3 1 9 0,-3 1 5 16,4 1 9-16,-7-1-18 15,-1 1-7-15,-1 0-3 0,1-1-5 0,-3-1-10 16,3-1-8-16,0-2-25 0,-1 0-40 15,1-1-37-15,4-2-49 0,7-2-72 0,-20-4-94 16,13 0-87-16,1-4-85 0,6 1-114 16,0-1-148-16,2-2 69 0,6-1-472 0,1-1-586 15</inkml:trace>
  <inkml:trace contextRef="#ctx0" brushRef="#br0" timeOffset="-61264.95">19367 12371 2937 0,'7'-8'9'16,"-5"2"33"-16,0 0 28 0,-2 6 18 0,0 0 18 16,-2-11 18-16,2 11 4 15,0 0 3-15,-13 0-4 0,13 0 1 0,-21 11 4 16,6-1-16-16,1 4 13 0,-9 8 1 16,7 2-9-16,-2 1-6 0,5-6-8 0,6 1-6 15,0-1 0-15,5-2-5 0,2-3-10 16,0-2-4-16,5 5-7 0,1-5-6 15,1-1-6-15,4-1-3 0,3-2-4 0,1 0-9 16,1-4-4-16,-2-1-6 0,8-1-5 16,-10-4-4-16,1 0 0 0,-1 1-2 0,-1-5-5 15,-6 0-1-15,-1-2-4 0,-4-3-4 16,-4-3-4-16,-1-7 3 0,-9-7-1 16,-6 1-3-16,2 2-2 0,-2 0-5 15,-5 0-3-15,3 4-21 0,3 6-12 0,4 5-37 16,1 1-45-16,1 2-62 0,-1 3-73 15,5 3-68-15,0 2-110 0,9-1-251 0,-18 2 60 16,18-2 69-16,-7 4-326 0,7-4-362 16</inkml:trace>
  <inkml:trace contextRef="#ctx0" brushRef="#br0" timeOffset="-60315.19">21728 10605 2578 0,'2'-15'21'0,"2"1"29"0,-4 3 24 16,2 2 21-16,0 2 27 0,-2 0 14 0,1 0 15 15,-1 7 6-15,2-11 2 0,-2 6-12 16,0 5-12-16,6-9-17 0,-6 9-17 16,0 0-8-16,0 0 13 0,0 0 16 15,17 35 6-15,-7 0 8 0,0 15 6 0,1 9 6 16,-2 12 0-16,1 0-1 0,1 5 0 16,-1 20-2-16,4-1-6 0,-3 0-7 0,1-2-11 15,1-19-2-15,-2-4 0 0,2-3 17 16,0-2 10-16,-1-5 3 0,-6-9-2 0,1-8-15 15,-3-8-10-15,2-10-7 0,-5-3-7 16,6-5-11-16,-5-4-2 0,0-1-8 0,-1-2-9 16,1 0-6-16,0-1-4 0,-2-1-9 15,0-8-1-15,4 9-29 0,-4-9-61 16,0 0-59-16,0 0-62 0,0 0-84 16,0 0-111-16,0 0-120 0,0 0-119 0,0 0-187 0,0 0 16 15,0 0 81-15,-21-19-585 16,9 19-721-16</inkml:trace>
  <inkml:trace contextRef="#ctx0" brushRef="#br0" timeOffset="-59316.45">21435 12044 3719 0,'-29'-5'50'16,"6"1"28"-16,4 3 24 0,2-3 24 0,2 2 23 16,1 0 18-16,5 1-2 0,2-2-11 15,7 3-15-15,-14 0-9 0,14 0-10 16,0 0-6-16,0 0-9 0,36 4-11 0,6-5-9 16,7-2-11-16,15 0-7 0,2 0-18 15,7-2-16-15,-5 2-11 0,-2-2-9 0,-18 3-10 16,-1 0 2-16,-6 2-2 0,-10 2-1 15,-5 2-3-15,-4 3 2 0,-6 3 5 16,6 10 15-16,-9 1 11 0,-5-1 8 16,-4 2 7-16,-1 4 10 0,1 10 0 0,-2 3-2 15,-2 2 10-15,2 5 6 0,-1-2-2 16,1 1 1-16,2-3-10 0,4 1 2 0,-2-4 9 16,-1-2-9-16,1-4-2 0,-1-10-12 15,-3-4-3-15,5-3-3 0,-5-3 0 0,0-3 0 16,-1 1-5-16,-1-4 27 0,0 1 11 15,0-3 9-15,-3 2-10 0,-8 0-4 0,-5 0-11 16,-15 3 1-16,-5 2-7 0,-17 3 1 16,-6-3-3-16,-8 5 0 0,-6-3-8 0,-20 5 0 15,-2 0 1-15,16-7 7 0,3 2 2 16,0 1 2-16,4-1-2 0,1-3 6 0,5 1 0 16,9 1-2-16,1-3-7 15,17-1-50-15,2 0 0 0,10-4 0 0,5 2 0 16,2-4 0-16,5 2 0 0,2-2 0 15,0 1 0-15,2-1 0 0,2 1 0 0,4-2 0 16,-5 1 0-16,10-3 0 0,-12 2 0 16,12-2 0-16,-9 3 0 0,9-3 0 0,0 0 0 15,0 0 0-15,0 0 0 0,0 0 0 16,-14-14 0-16,14 2 0 0,5-3 0 0,1-6 0 16,1-14 0-16,2 0 0 15,9-17 0-15,-2-2 0 0,7-8 0 0,6-17 0 16,0 1 0-16,3 0 0 0,-2 3 0 15,-5 13 0-15,0 4 0 0,-1 4 0 0,-4 5 0 16,-3 6 0-16,-4 14 0 0,-3 7 0 16,0 5 0-16,-7 3 0 0,3 1 0 15,-2 4 0-15,-1 0 0 0,2 1 0 0,-1 2 0 16,-1 0 0-16,-1 1 0 0,2-1 0 16,0 0 0-16,-4 6 0 0,5-6 0 0,-1 2 0 15,-4 4 0-15,14-7 0 0,-9 4 0 16,4 0 0-16,-2-1 0 0,-2 2 0 0,3-3 0 15,-8 5 0-15,9-5 0 0,-9 5 0 16,8-3 0-16,-8 3 0 0,8-4 0 16,-8 4 0-16,0 0 0 0,7-5 0 15,-7 5 0-15,0 0 0 0,8-2 0 0,-8 2 0 16,12-3 0-16,-12 3 0 0,18-3 0 16,-4 2 0-16,-1-2 0 0,3 2 0 0,-4-1 0 15,2 0 0-15,-1 2 0 0,0-2 0 16,1 2 0-16,-3 2-12 0,3 0-22 0,-3 0 1 15,0 2 7-15,1-2 3 0,-1 2 0 16,7 1 0-16,-3 1 3 0,2-4-6 0,3 2-9 16,0-1-31-16,-1 0-36 15,3-3-46-15,-6 0-47 0,2 0-55 0,-5-4-70 0,-2 2-75 16,-3-2-68-16,-8 4-84 0,7-5-125 16,-7 5-58-16,0 0 76 0,0 0-500 15,0 0-622-15</inkml:trace>
  <inkml:trace contextRef="#ctx0" brushRef="#br0" timeOffset="-58782.79">21019 12262 3526 0,'0'0'155'16,"0"0"11"-16,0 0 8 0,-17-11-12 15,17 11-10-15,0 0-11 0,11-14-9 0,1 7-16 16,-2 4-11-16,4-2-10 0,6 1-9 16,-1 2-9-16,0 1-11 0,0 2-6 0,0-1-7 15,2 5-5-15,-6-3-3 0,4 4-6 16,-5 0-4-16,-3-2-5 0,1 2 0 15,-5-1-2-15,1 1 6 0,-5 2 11 0,-1-2 6 16,-2 0 1-16,-2 5 5 0,1-1-1 16,-7 3-1-16,1-1-11 0,-3 1 2 15,0-1-2-15,3-2-5 0,1-1-2 16,0 0-5-16,0-2-4 0,1-1-3 0,1 1 0 16,2 0-2-16,2 0 0 0,0 1 0 15,2-1 1-15,2 2-8 0,1-1 4 0,-3 1-5 16,7 1 3-16,-4 2-2 0,2-1-1 15,1 0-5-15,-3-1-3 0,4 0 6 0,-6-3 4 16,1 1 6-16,2-2 2 0,-4 2 3 16,-1-1 2-16,1-1 13 0,-2 0 4 15,0-6 5-15,-3 14-2 0,1-8-5 16,-4-1-7-16,2 1-4 0,-1-2-2 0,-3 0-6 16,-2 0-33-16,1-4-41 0,9 0-46 15,-16 0-71-15,3-4-99 0,3 0-114 0,1-2-113 16,2-5-140-16,1 1-98 0,2 0 74 15,6-3-516-15,0 1-636 0</inkml:trace>
  <inkml:trace contextRef="#ctx0" brushRef="#br0" timeOffset="-58433.62">21759 12184 3135 0,'0'0'41'0,"0"0"35"16,0 0 23-16,0 0 21 0,0 0 35 15,0 0 27-15,-43 5 20 0,25 6 9 16,-13 4-2-16,3 5-3 0,-8 7-8 0,2 4 3 16,-2-2-7-16,4 4-18 0,3 0-5 15,11-4-7-15,0 0 0 0,2 1-36 0,7-6-7 16,4-6-8-16,1 1 2 0,4-2-9 16,0-3-18-16,4 2-2 0,1-1-9 15,2-3-6-15,2-1-9 0,4-1-9 0,3-3 14 16,0-2-25-16,0-2 3 0,-1-1-1 15,-1-2-7-15,-14 0 13 0,27-3-18 0,-16-1 9 16,-2-1-23-16,-3-2-1 16,2-1 0-16,-5-1-8 0,-3 1 2 0,0-1-1 15,0 9-15-15,-5-16-19 0,-1 8-21 16,-4 0-29-16,3 2-38 0,-2 1-55 0,-2 3-68 16,0 1-94-16,-2-2-107 0,1 6-136 15,12-3-194-15,-23 0 55 0,16 0 81 0,7 0-478 16,0 0-578-16</inkml:trace>
  <inkml:trace contextRef="#ctx0" brushRef="#br0" timeOffset="-57065.13">22998 10425 2775 0,'0'0'-135'16,"0"0"53"-16,0 0 50 0,-2-8 26 0,2 8 31 16,0 0 27-16,0 0 30 0,0 0 26 15,0 0 26-15,0 0 25 0,0-9 3 0,0 9 8 16,0 0 4-16,0 0 5 0,0 0 1 16,2-5-8-16,-2 5-5 0,0 0-9 0,0 0-12 15,0 0-10-15,0 0-13 0,0 0-11 16,0 0-8-16,0 0-12 0,0 0-4 15,0 0-1-15,0 0 1 0,0 0-2 0,0 0 3 16,0 0-2-16,0 0-5 0,0 0-4 16,0 0-1-16,0 0-8 0,-7-7-6 0,7 7 0 15,0 0-7-15,0 0-2 0,0 0-12 16,0 0 0-16,0 0-3 0,0 0-5 16,0 0 17-16,0 0 13 0,18 29 2 15,-13-8-5-15,7 9-4 0,-1 6 3 0,6 12 0 16,2 2-6-16,1 3 0 0,5 1-5 15,-1 4-6-15,13 12 4 0,1 0-6 0,0 2 18 16,-8-15 21-16,10 9 5 0,-8-11 6 16,-1 1 5-16,-3-5 5 0,1-5-11 0,-6-6-3 15,-7-11-12-15,-2-2-7 0,-2-7-5 16,-2-3-5-16,-5-5-7 0,3-1-2 0,-5 0-1 16,6-3-44-16,-6 1-4 15,3-1 0-15,-2-1 0 0,-3-1 0 0,5 0 0 16,-2 1 0-16,0-3 0 0,2 2 0 15,-2-1 0-15,-1 1 0 0,-3-6 0 0,8 7 0 16,-7-4 0-16,-1-3 0 0,4 5 0 16,-4-5 0-16,5 5 0 0,-5-5 0 0,0 0 0 15,0 0 0-15,4 5 0 0,-4-5 0 16,0 0-207-16,0 0-263 0,-18 2-144 0,18-2-192 16,-25-4-43-16,12 1 85 0,-3-2-760 15,5-2-969-15</inkml:trace>
  <inkml:trace contextRef="#ctx0" brushRef="#br0" timeOffset="-56248.54">23231 11764 4398 0,'-22'-1'-46'0,"7"1"22"15,0 0 22-15,3-2 33 0,3 0 39 0,9 2 34 16,-14-2 26-16,14 2 15 0,0 0-3 0,0 0-15 16,0 0-12-16,37-6-11 15,10 2-12-15,24-1-8 0,8 0-10 0,5 0-9 16,4 3-14-16,-2-3-18 0,2 5-15 15,-9-3-17-15,-2 3-9 0,-9 3-5 0,-14-3 3 16,-9 3 1-16,-2-3-1 0,-13 2 3 16,-8 0-3-16,-2 0 2 0,-5 3 16 0,-2 1 16 15,-1 6 10-15,-7 7 13 0,-2 3 11 16,-10 18 12-16,-2 13 22 0,-4 3 12 0,-1 8 39 16,1 3 19-16,0 5 11 0,1 1-10 15,7 1 6-15,-3 0-1 0,2-2-3 16,2-5-13-16,6-5-15 0,-2-4-12 15,0-13-12-15,0-6-7 0,4-3-15 0,-4-7-8 16,0-8-7-16,0-5-5 0,-2-3-51 16,4 1-20-16,-4-6 0 0,0 0 0 0,0-1 0 15,2-7 0-15,-11 8 0 0,11-8 0 16,-25-2 0-16,6-2 0 0,-17 0 0 0,-6-5 0 16,-15 1 0-16,-8 0 0 0,-6 2 0 15,-1 0 0-15,-6 3 0 0,-4 1 0 16,-4 2 0-16,1 2 0 0,-5-1 0 0,0 4 0 15,11 0 0-15,4 1 0 0,12-2 0 16,15-2 0-16,8 2 0 0,10-2 0 16,9 0 0-16,2 0 0 0,3-1 0 15,4 0 0-15,2-1 0 0,-2 3 0 0,12-3 0 16,-13 2 0-16,13-2 0 0,-12 0 0 16,12 0 0-16,0 0 0 0,-13-9 0 0,13 1 0 15,0-2 0-15,4-5 0 0,4-3 0 16,2-15 0-16,6-10 0 0,6-7 0 0,3-6 0 15,7-16 0-15,0-9 0 0,6-3 0 16,-2-4 0-16,5-1 0 0,-2 2 0 0,1 3 0 16,1 7 0-16,-12 22 0 0,-6 5 0 15,1 9 0-15,-12 12 0 0,2 8 0 0,-6 4 0 16,2 4 0-16,-4 1 0 0,-3 2 0 16,3 3 0-16,-3-1 0 0,-1 1 0 15,2 4 0-15,-4 3 0 0,0 0 0 16,0 0 0-16,0 0 0 0,0 0 0 0,0 0-66 15,-7 23-173-15,-1-11-69 0,1 5-88 16,-7 7-81-16,-3 1-96 0,3 4-177 0,2 0-37 16,-2 1 92-16,6-6-631 0,5-2-784 15</inkml:trace>
  <inkml:trace contextRef="#ctx0" brushRef="#br0" timeOffset="-55715.18">23411 12131 3928 0,'5'-10'78'0,"2"1"44"16,-4 2 25-16,-1 2 22 0,2-1 11 0,-4 6-5 16,2-6-9-16,-2 6-17 0,0 0 33 15,0 0 20-15,0 0 12 0,0 33 9 0,-4-14 4 16,0 4-4-16,-1 12 3 0,-2 2-5 15,2-2-7-15,-3 0-10 0,1 0-11 0,-1-2-9 16,0-1-16-16,1-8-14 16,1-3-15-16,3-2-36 0,-6-2-103 0,6-3 0 15,-1 0 0-15,0-5 0 0,3 3 0 16,-3-6 0-16,2 3 0 0,-2-5 0 0,2 2 0 16,2-6 0-16,0 0 0 0,0 0 0 15,0 0 0-15,0 0 0 0,8-35 0 0,-1 2 0 16,2-6 0-16,9-7-119 0,-1 0-69 15,-4 2 15-15,-3 10 19 0,-5 9 16 0,2 4 15 16,-5 6 12-16,-2 3 8 0,-4 2 15 16,-4 1 21-16,-4 4 20 0,-1 1 23 15,-6 4 19-15,-2 4 14 0,-2-1 21 16,1 2 12-16,0 2 3 0,7-2 5 0,0 3 6 0,2-1 4 16,1-1 6-16,5 2 13 15,3 2 8-15,0-4 6 0,8 3 0 0,1-1-10 16,6 3-5-16,7-1-6 0,0-2-9 15,16 3-7-15,-4-2-21 0,1-4-32 0,-7 1-33 16,3-2-39-16,-3-1-43 0,0-1-36 16,-1 0-38-16,-5-2-42 0,3-2-63 0,-4 0-69 15,1-1-73-15,-6-4-73 0,4 0-87 16,-3-3-142-16,3-1 63 0,-3-3-548 16,3 1-684-16</inkml:trace>
  <inkml:trace contextRef="#ctx0" brushRef="#br0" timeOffset="-55381.9">23939 12098 3150 0,'8'-4'18'0,"-8"4"70"0,5-6 40 16,-5 6 30-16,0 0 22 0,0 0 13 15,2-8 3-15,-2 8-6 0,0 0-20 0,0 0-3 16,0 0 14-16,0 0 11 0,-29 18-1 16,15-4 13-16,-10 7-9 0,-1 1-7 0,2 0-7 15,1 1-9-15,-3 0-16 0,4 1-17 16,2-5-16-16,4 0-3 0,6 1-10 0,-2-3-10 15,8 0-7-15,1-1-10 16,4 2-4-16,1 4-3 0,6-1-15 0,2 6-2 16,2 1-10-16,-3-7-2 0,-5-3-6 15,3-3 13-15,-3 1 14 0,-1-4 15 0,1-1 15 16,-3-1 9-16,-2-2 17 0,-4 1 12 16,-3-1-93-16,-4 2-43 0,-2-2 0 15,-2-3 0-15,-7 1 0 0,4-2 0 0,-3-2 0 16,-2-2 0-16,-4 0 0 0,7 0 0 15,-7-6 0-15,5 0 0 0,-1-1-396 0,-1-9-309 16,-1-3-233-16,6-3 81 0,4-1 100 16,1-6-786-16,7 0-988 0</inkml:trace>
  <inkml:trace contextRef="#ctx0" brushRef="#br0" timeOffset="-54400.08">24901 7951 866 0,'-9'-11'272'0,"-1"3"-53"0,2-1-35 0,1 2-2 16,1 1 1-16,1 0 6 0,1 1 0 16,-3 0-3-16,7 5 26 0,-5-9 14 15,1 6-1-15,4 3 7 0,-5-7 1 16,5 7-4-16,-4-5-9 0,4 5-7 0,-6-3-9 15,6 3-21-15,0 0-16 0,0 0-24 16,0 0-17-16,0 0 19 0,0 0 30 0,-10 37-7 16,10 4-3-16,0 7-4 0,4 16-9 15,2 8 2-15,6 21-7 0,3 0-7 0,4-1-3 16,7-2-2-16,5-1-2 0,1 3-4 16,8-3 0-16,3 1 7 0,5-3 5 0,4-7 6 15,-2-5-7-15,1-7-9 0,-12-17-11 16,-3-5-12-16,-6-3-12 0,1-6-77 0,-10-11-19 15,-3-3 0-15,-6-5 0 16,-2-3 0-16,-5-5 0 0,3-3 0 0,-2 3 0 0,-2-3 0 16,1-2 0-16,-3 2 0 15,0-3 0-15,2 2 0 0,-4-6 0 0,5 7 0 16,-1-4 0-16,-4-3 0 0,5 7 0 16,-5-7 0-16,0 0 0 0,3 5 0 0,-3-5 0 15,0 0 0-15,0 0 0 0,0 0-331 16,0 0-228-16,0-18-114 0,0 18-208 0,-8-8 64 15,1 4 91-15,7 4-704 0,-17 0-880 16</inkml:trace>
  <inkml:trace contextRef="#ctx0" brushRef="#br0" timeOffset="-53466.52">25114 9681 3763 0,'-13'-5'-105'0,"-2"1"41"15,4 2 38-15,-2 0 44 0,2-1 46 16,0 0 44-16,4 1 34 0,7 2 19 0,-14-4 4 16,14 4 2-16,-9-3-7 0,9 3-10 15,0 0-15-15,0 0-13 0,30-5-13 0,14 0-9 16,20-2-12-16,15 0-9 0,30-1-5 16,6 1-14-16,4-1-19 0,-5 0-12 0,3 0-12 15,-3 1-12-15,-4 2 0 0,-26 2 1 16,-3-3-4-16,-11 5 1 0,-9-1-2 15,-20-2 4-15,-7 4-3 0,-12-1 5 0,-5 1 9 16,0 0 10-16,-3 0 6 16,-5 0 5-16,-9 0 3 0,16 1 16 0,-12 6 15 15,-3 2 12-15,-4 6 12 0,-3 6 8 16,-4 11 1-16,-3 1 3 0,-3 10-8 0,5-4-2 16,4 3-20-16,-11 7-7 0,5-1-6 15,-1-1-1-15,3-9-8 0,2-1-7 0,1-4-1 16,0-2-7-16,5-6-2 0,-5-6-2 15,7-3-9-15,-4-5 2 0,-1 1-3 0,5 0-1 16,-5-5 0-16,0 2 17 0,-3 0-20 16,-5-3-5-16,-5 1 2 0,-15 1-1 0,-6 0-6 15,-6-2 1-15,-17 4 3 0,-7-5-6 16,-6 4 0-16,-6 2-3 0,-24-1-2 16,-2 1-4-16,1 2 11 0,1-1 9 15,1 0 23-15,23-2 15 0,8 1 16 0,2-1 4 16,11-1 1-16,14-2-5 0,6 1-10 15,3 1-6-15,7-4-5 0,12 2-4 0,-2-2-9 16,6 1-2-16,-3 0-22 0,5 0-17 16,0 1 0-16,3-1 0 0,-1 0 0 0,1-2 0 15,3 1 0-15,-1-2 0 0,1 1 0 16,0-1 0-16,7-3 0 0,-11 4 0 0,11-4 0 16,-7 5 0-16,7-5 0 0,-5 1 0 15,5-1 0-15,0 0 0 0,-7-10 0 16,7 1 0-16,0-4 0 0,3-6 0 15,2-15 0-15,3-7 0 0,3-11 0 0,5-8 0 16,-2-2 0-16,9-1 0 0,8-15 0 16,-6 20 0-16,-2 7 0 0,-3 5 0 0,-4 11 0 15,-3 8 0-15,-1 5 0 0,-7 5 0 16,3 5 0-16,-5 0 0 0,3 3 0 0,-1 1 0 16,-3 1 0-16,-1-1 0 0,5 4 0 15,-4-4 0-15,0 3 0 0,1 1 0 0,-3 4 0 16,6-8 0-16,-6 8 0 0,5-6 0 15,-5 6 0-15,3-8 0 0,-3 8 0 0,0 0 0 16,2-4 0-16,-2 4 0 16,0 0-88-16,0 0-288 0,0 0-66 0,0 0-79 15,0 0-87-15,0 0-216 0,11 12 48 16,-11-12 90-16,2 8-630 0,-2-8-774 0</inkml:trace>
  <inkml:trace contextRef="#ctx0" brushRef="#br0" timeOffset="-52948.98">25390 9878 3407 0,'0'0'-108'0,"13"0"53"0,-13 0 44 16,0 0 43-16,12-3 52 0,-12 3 46 16,0 0 20-16,0 0 18 0,0 0-3 15,0 0-9-15,0 0-10 0,0 0-11 0,-25-9-5 16,13 11 2-16,-6-2-1 0,0 1 1 16,-7 1-9-16,0 2-5 0,0-1-9 0,1 0-10 15,-1 2-7-15,0 1-11 0,2-1-7 16,1 2-7-16,2-1-3 0,4-1-6 15,4 2-8-15,-2 0-4 0,4 0-3 16,5 0-2-16,-3 1 2 0,7 1-7 0,1 1-3 16,1 0-1-16,5 1-1 0,1 1-5 15,4 1-3-15,0-1-1 0,5 9 0 0,2-3-6 16,-3-3 1-16,-2 1 4 0,0-1 6 16,-1 0 2-16,0 1 4 0,-5-1 2 0,-2-3 4 15,4 2-1-15,-6-4 19 0,1 1 3 16,0-1 5-16,-2-2 9 0,0 1 7 0,-4-1-1 15,0 0 2-15,-2-1-5 0,0-3-8 16,-5 4-9-16,3-4 0 0,-5 2-11 0,1-3-14 16,-2 1-33-16,-1-4-42 15,1 1-43-15,0 0-48 0,-1-1-62 0,-1 0-71 16,1 2-81-16,1-2-81 0,12 0-94 16,-21-3-159-16,18 2-25 0,3 1 77 0,-3-7-513 15,3 7-607-15</inkml:trace>
  <inkml:trace contextRef="#ctx0" brushRef="#br0" timeOffset="-52681.3">25537 9804 3522 0,'-9'-14'192'0,"0"4"18"0,1 2 36 0,-2-1 30 16,5 3 24-16,-3 2-3 15,5-2-8-15,-2 3-28 0,5 3-20 0,-4-4-31 16,4 4-23-16,0 0-14 0,0 0-14 15,14 13-18-15,-3-3-10 0,0 6-11 0,9 8-18 16,-3 1-10-16,2 1-12 0,-3 1-6 16,-3 2-7-16,-3 0-5 0,-1 0-9 0,-4 0-7 15,-3-8-5-15,2 1-26 0,-4-5-45 16,-2 5-51-16,0-3-60 0,0 0-61 0,1-3-71 16,-1 2-84-16,-2-5-83 0,-1 1-94 15,-2 0-148-15,3-6-32 0,-1-2 67 16,-1-2-539-16,6-4-650 0</inkml:trace>
  <inkml:trace contextRef="#ctx0" brushRef="#br0" timeOffset="-52501.28">25521 10096 3204 0,'0'0'165'0,"-16"-4"52"0,11 2 33 16,5 2 29-16,0 0 35 0,0 0 8 0,0 0-2 16,-15-4-7-16,15 4-22 0,0 0-25 15,0 0-24-15,32-9-24 0,2 1-24 16,6 0-48-16,2 3-69 0,-4-2-88 0,4 1-106 15,-6-1-117-15,-7 5-130 0,-8-1-146 16,-3 0-191-16,-4 3-24 0,-5 4 79 0,-9-4-548 16,0 0-658-16</inkml:trace>
  <inkml:trace contextRef="#ctx0" brushRef="#br0" timeOffset="-51749.29">25633 10533 3105 0,'13'-11'-104'0,"-2"-1"46"16,0 4 35-16,-6 1 36 0,3-1 42 0,-5 2 30 16,3 1 35-16,-2 0 16 15,0 1 10-15,-4 4 12 0,8-10-3 0,-8 10-3 16,3-6-7-16,-3 6-18 0,6-5-12 16,-6 5-6-16,0 0 27 0,-6 21 21 0,-8 7 13 15,-4 19 13-15,-9 5 13 0,-11 19 37 16,-4 8 21-16,-4 6 6 0,-2 0-14 0,-2 0 2 15,2-1 0-15,-2 1-6 0,3-2 1 16,6-5-2-16,3-6-11 0,9-18-3 0,3-5-12 16,3-3-189-16,4-7-26 0,4-6 0 15,1-5 0-15,3-8 0 0,1-3 0 16,5-3 0-16,-3-3 0 0,5-1 0 16,-3-2 0-16,2-1 0 0,1-1 0 0,0 2 0 15,3-8 0-15,-6 8 0 0,6-8 0 16,-3 4 0-16,3-4 0 0,0 0 0 0,0 0 0 15,0 0 0-15,0 0 0 0,0 0 0 16,-6-20-539-16,4 16-142 0,2 4-192 0,-3-7 22 16,3 7 91-16,-9-4-766 0,9 4-971 15</inkml:trace>
  <inkml:trace contextRef="#ctx0" brushRef="#br0" timeOffset="-50834.91">24985 11668 4116 0,'-18'0'-56'0,"5"-1"52"0,-1 2 38 0,2-1 43 16,12 0 43-16,-15 0 37 0,15 0 29 15,0 0 16-15,-18-1-2 0,18 1-13 0,0 0-7 16,0 0-10-16,0 0-18 0,0 0-15 15,63-9-12-15,-20 2-9 0,11 0-19 0,3-2-6 16,-1 3-13-16,-12 0-2 0,1 1-17 16,-7 2-6-16,-3 1-2 0,-11 0-8 0,0 2-1 15,-5 0-13-15,-2 2 1 0,-2 2-6 16,-2 1 0-16,-1 0-3 0,-2 3-1 16,-1 1-5-16,-4 1 13 0,4 3 3 15,-2 5 1-15,0 2 5 0,3 12 3 0,-4 4-7 16,0 3 3-16,-3 4 1 0,3 2 2 15,-2 1 5-15,-3 9 1 0,5-1 18 0,-1-9-2 16,-2 1-6-16,1-8-3 0,0-1-5 16,-3-8-6-16,-1-6-5 0,2-3-3 0,-2-3-2 15,0-5 0-15,0 1 1 0,0-2 11 16,0-2 15-16,0 0 14 0,-2 0 16 0,1 0 7 16,-7-1-3-16,-2 0-85 0,-7 3-7 15,-9 2 0-15,-3-1 0 0,-7 2 0 16,-7-4 0-16,-7 7 0 0,-6-5 0 15,1 2 0-15,-4-1 0 0,0 0 0 0,-2 1 0 16,1-1 0-16,-1 1 0 0,4-2 0 16,6 1 0-16,11-1 0 0,4-2 0 15,2 0 0-15,3-1 0 0,8-1 0 0,5-3 0 16,4 2 0-16,1-4 0 0,3 1 0 16,-2-1 0-16,7-1 0 0,5-2 0 0,-14 5 0 15,8-3 0-15,6-2 0 0,-9 2 0 16,9-2 0-16,0 0 0 0,0 0 0 0,-11 1 0 15,11-1 0-15,0 0 0 0,-3-13 0 16,6 1 0-16,3-2 0 0,-1-8 0 16,6-11 0-16,7-12 0 0,1-3 0 15,2-8 0-15,2-1 0 0,0-6 0 0,-1-3 0 16,7-10 0-16,-8 12 0 0,4 8 0 16,-6 2 0-16,-2 8 0 0,0 3 0 0,-4 11 0 15,-3 2 0-15,0 6 0 0,-7 4 0 16,5 4 0-16,-3 1 0 0,-3 5 0 0,2 0 0 15,1-1 0-15,-4 5 0 0,1-2 0 16,2 1 0-16,-2 0 0 0,0 3 0 0,-2 4 0 16,3-9 0-16,-3 9-76 0,4-6-205 15,-4 6-51-15,0 0-79 0,0 0-93 0,0 0-109 16,0 0-212-16,0 0 74 16,12 17 72-16,-12-17-586 0,0 0-725 0</inkml:trace>
  <inkml:trace contextRef="#ctx0" brushRef="#br0" timeOffset="-49535.1">25137 12083 3112 0,'8'-3'-182'0,"-2"-1"52"16,3 1 49-16,-1-1 42 0,-3 1 42 0,4 0 37 15,-9 3 42-15,11-4 42 16,-11 4 29-16,7-5 19 0,-7 5 10 0,6-3 5 16,-6 3 6-16,0 0-4 0,3-5-6 15,-3 5-12-15,0 0-9 0,0 0-15 0,0 0-13 16,-37 5-8-16,24-1-11 0,-3 2-8 15,1-1-10-15,-1 2-9 0,2 0-3 0,-2-1-13 16,3 1-4-16,1 0-3 0,1 2-5 16,0-1-3-16,2 1-1 0,2-1-5 0,2-1-5 15,1 3-3-15,-2-1-4 0,6 0 0 16,-1-1 0-16,2 1-2 0,-1-1-1 0,2 4-1 16,4-2 4-16,-3 3-6 15,7-3 0-15,-6 1 1 0,6 1-2 0,-7-4-2 16,5 1-5-16,-5-1 3 0,4-2 7 15,-5 0 3-15,-1 0 12 0,5 0 5 0,-6-6 15 16,4 7-1-16,-4-3 2 0,0-4 6 16,2 8-4-16,-2-8-5 0,-4 9-4 0,-2-6-5 15,6-3-5-15,-10 9-4 0,5-6-4 16,-1 0-6-16,6-3-9 0,-11 6-28 0,3-5-42 16,8-1-40-16,-11 4-51 0,11-4-60 15,-11 1-72-15,11-1-82 0,0 0-79 16,-14-5-75-16,14 5-114 0,0 0-94 0,1-13 53 15,8 6-515-15,2-5-634 0</inkml:trace>
  <inkml:trace contextRef="#ctx0" brushRef="#br0" timeOffset="-49166.03">25426 12066 3444 0,'1'-11'44'0,"1"3"32"15,0 1 28-15,-2 7 23 0,2-10 18 16,-2 10 4-16,0 0-9 0,-2-8-11 0,2 8-11 15,0 0-11-15,0 0 4 0,-27 12 5 16,10-2 2-16,-2 0 1 0,2 2 4 0,-3-2-4 16,-4 7-12-16,5-5-3 0,4 0-9 15,5-1-13-15,-1-3-11 0,5 2 0 16,0-3-4-16,0 2-6 0,6-2-5 16,0 0 0-16,0-7-4 0,6 15 0 0,0-6-11 15,4-1 0-15,-3 0-2 0,0 3-1 16,2-3 5-16,-2 2-5 0,0-3 4 15,-1 1 9-15,-1-2 10 0,-2 0 13 0,-1 1 40 16,-2-7 11-16,-2 14 3 0,-4-8-9 16,-2 5-5-16,-3-1-14 0,-1 0-9 0,-1-1-7 15,-4-1-12-15,-2-1-6 0,-4 0-17 16,9-2-38-16,-4-2-39 0,0 1-53 0,6-4-73 16,-3 2-77-16,3-6-97 15,1-1-105-15,-1-6-124 0,4-2-181 0,8-7-23 0,4 1 85 16,-2-8-588-16,12-8-725 15</inkml:trace>
  <inkml:trace contextRef="#ctx0" brushRef="#br0" timeOffset="-48485.08">25936 10427 3395 0,'-10'-10'-82'0,"3"1"39"16,0 0 47-16,-2 2 63 0,4 1 56 0,-1 2 31 15,1-3 29-15,1 1 16 0,4 6 9 16,-8-6 2-16,8 6-12 0,-6-8-12 16,6 8-15-16,0 0-25 0,0 0-13 15,0 0-1-15,0 0 7 0,19 44 9 0,6-1 0 16,2 7-9-16,6 5-8 0,14 19 6 15,4 4-11-15,7 6-7 0,3 1-19 0,3 0-5 16,3 1-9-16,-1 1-13 0,1 4 33 16,0 0-2-16,2-6 21 0,1-2-6 15,-5-8-1-15,-5-5-10 0,-10-11-3 0,-14-20-14 16,-5-7-11-16,-10-7-6 0,-6-7-8 16,-3-3-1-16,-5-5 6 0,3-1 7 0,-4-1-22 15,1-1-56-15,-3 0 0 0,0-4 0 16,0 1 0-16,-4-4 0 0,0 0 0 0,0 0 0 15,0 0 0-15,0 0 0 0,0 0-84 16,0 0-220-16,0 0-100 0,-22-13-96 16,15 12-113-16,7 1-144 0,-25 0-36 15,12 0 89-15,-3 1-667 0,3-1-826 0</inkml:trace>
  <inkml:trace contextRef="#ctx0" brushRef="#br0" timeOffset="-47699.87">26561 11798 4006 0,'-21'-1'16'0,"4"1"35"0,1-3 31 15,5 2 30-15,4 0 38 0,7 1 29 16,-14-2 18-16,14 2 0 0,0 0-10 15,0 0-18-15,0 0-10 0,0 0-23 0,32-2-11 16,15 0-13-16,15-1-14 0,9 0-14 16,-1 1-23-16,3-1-20 0,-3-3-14 0,-2 2-10 15,-2 0-3-15,-15 6-7 0,-5-6 6 16,-4 2-5-16,-8 0 0 0,-9 1 1 0,-6-2 0 16,-2 3 3-16,-3 0 4 0,-1 0 2 15,-4 0 4-15,1 4 27 0,-3 4 18 16,3 4-1-16,-7 1 5 0,2 8-6 15,-3 4-2-15,-2 4 6 0,0 9 3 0,-2 5 2 16,2-2-1-16,0 0-14 0,2 1-7 16,-2-3 0-16,3 2-11 0,-1-3-4 0,-2-9 1 15,4-5-4-15,-2-1-8 0,0-6 1 16,-2-3-4-16,2-2 4 0,-2 0-6 0,0-3 5 16,0-1 29-16,0 0 9 0,-2-2 11 15,0 0 0-15,-6-1-7 0,1 0-3 0,-9 2-9 16,-7 0-3-16,-13 1-4 0,-5 4-5 15,-17 2 1-15,-4 0-8 0,-8 0-6 16,2 3-31-16,-4-2 0 0,-3 0 0 16,1 2 0-16,2 0 0 0,-3-3 0 0,9 1 0 15,1-1 0-15,4-2 0 0,7 3 0 16,15-5 0-16,0 0 0 0,5 1 0 0,10-3 0 16,3-1 0-16,5-2 0 0,-1 0 0 15,3-1 0-15,5-1 0 0,0 0 0 0,-1-1 0 16,2 2 0-16,8-4 0 0,-9 3 0 15,9-3 0-15,-10 2 0 0,10-2 0 16,0 0 0-16,0 0 0 0,-8-11 0 0,10 3 0 16,2-4 0-16,1-5 0 0,2-14 0 15,0-4 0-15,6-13 0 0,1-3 0 0,1-6 0 16,1-2 0-16,3-1 0 16,-2-4 0-16,2 4 0 0,0 2 0 0,2 1 0 15,-2 4 0-15,2 5 0 0,-4 3 0 16,-2 14 0-16,-3 2 0 0,1 2 0 0,-1 8 0 15,-7 4 0-15,5 1 0 0,-7 3 0 16,3 3 0-16,-1 0 0 0,-2 1 0 0,1 1 0 16,0-1 0-16,-3 5 0 0,-1 2-170 15,0 0-102-15,8-5-62 0,-8 5-90 0,0 0-92 16,0 0-114-16,-4 23-178 0,0-12 61 16,-1-2 86-16,3 2-573 0,0-1-697 0</inkml:trace>
  <inkml:trace contextRef="#ctx0" brushRef="#br0" timeOffset="-47235.23">26710 11972 3314 0,'0'0'73'0,"0"0"59"0,9-4 7 16,-9 4-6-16,0 0-5 0,6-4-3 0,-6 4-5 15,0 0-5-15,0 0-8 16,0 0-6-16,0 0-9 0,0 0-5 0,0 0-4 16,-33 15 1-16,18-11 5 0,-4 6 7 15,-1 0 0-15,-2-2 3 0,3 3 3 0,-10 2 2 16,9-2 3-16,3-3-2 0,1 1-4 16,-1 1-7-16,6-3-10 0,1 1-3 15,3-2-4-15,1 5-5 0,2-2-4 0,3-1-5 16,1 3-2-16,3-1-4 0,5 4-7 15,3 0-5-15,4-1-5 0,0 1-7 0,3-2-1 16,-2 0-6-16,2 1-4 0,-1-1 2 16,0-3-4-16,-5-1-7 0,-3 0-1 0,1-1 4 15,-3-1 2-15,-1 2 11 16,0-2 15-16,-4 0 10 0,-2-6 4 0,-2 15-2 16,-4-9-4-16,0 2 4 0,-1-3-8 15,-6 3-8-15,-1-4-3 0,-1 2-3 0,-3 0-5 16,4-3-6-16,-4 0-27 0,7 1-31 15,-5-2-34-15,3-1-47 0,13-1-68 0,-21 0-74 16,14-3-94-16,-1-2-85 0,7-2-102 16,1-3-147-16,3-4-20 0,6-1 77 0,4 1-488 15,10-9-587-15</inkml:trace>
  <inkml:trace contextRef="#ctx0" brushRef="#br0" timeOffset="-46867.92">26990 12061 3213 0,'7'-7'106'0,"0"0"40"0,-7 7 43 16,7-7 25-16,-7 7 19 0,2-6 1 0,-2 6-12 16,0 0-22-16,0 0-20 0,0 0 18 15,0 0-3-15,0 0-13 0,-8 27-17 0,2-12-17 16,-1 2-15-16,-3 2-15 0,3 2-9 16,0-1-12-16,0 3-8 0,2-3-9 0,-1 0-13 15,2-1-3-15,2-2-5 0,2-1-1 16,2-2-11-16,0 0-4 0,0-2-6 0,2 0-8 15,-1-4 1-15,1-1-3 0,0-2 2 16,-4-5-4-16,5 2 0 0,-5-2 0 16,0 0 16-16,5-20 0 0,-10 6 1 15,0-7 0-15,-10-12 20 0,-3 6 12 0,2 0 7 16,-7-2 10-16,0 5-1 0,-2-2 0 16,4 5 0-16,0 1 1 0,5 4 7 15,5 6-1-15,4 0-8 0,1 1-33 0,0 0-56 16,4 2 0-16,4-2 0 0,8-2 0 15,3 3 0-15,12-7-176 0,5 1-104 0,5 3-119 16,1 3-120-16,-8 2-113 0,-3 4-211 16,-4 2 63-16,-2 2 92 0,-2 5-630 0,-4-1-774 15</inkml:trace>
  <inkml:trace contextRef="#ctx0" brushRef="#br0" timeOffset="-45752.32">26418 7910 1166 0,'0'0'191'0,"-9"-7"-32"15,3 1-5-15,1 3-1 0,0-2-4 0,-1-1 7 16,3 2 8-16,3 4 9 0,-10-11 19 16,9 8 7-16,1 3 0 0,-4-7-16 0,4 7-14 15,-7-5-17-15,7 5-14 0,0 0-17 16,-1-7-16-16,1 7-7 0,0 0-2 0,0 0 2 15,21 14-7-15,-4-2-7 0,7 6-8 16,10 3 3-16,7 11 0 0,6-1-4 16,24 15-2-16,9-2-9 0,8 6-3 15,7 1-6-15,6 2-7 0,8 3-6 0,7 2 2 16,42 24-6-16,6-5-4 0,7 2-5 16,1-4-3-16,0 1-4 0,4 0 1 0,-7 1-2 15,-1 3-2-15,-3-5-3 0,-39-19-2 16,-4-1 1-16,-6 1-6 0,-7-5-1 15,-10-5 0-15,-11-3 1 0,-14-7-2 0,-25-9-1 16,-5-6-2-16,-14-5-2 0,-5-5 5 16,-7-1 11-16,-5-6 36 0,-1 4 29 0,-3-3 26 15,-2-1 26-15,1 0 14 0,-2-2 6 16,-6-2 1-16,10 5-6 0,-10-5-14 16,7 3-9-16,-7-3-21 0,7 4-6 15,-7-4-14-15,9 3-4 0,-9-3-13 0,0 0-18 16,7 4-39-16,-7-4-48 0,6 1-63 15,-6-1-79-15,0 0-116 0,5 5-132 0,-5-5-121 16,0 0-188-16,0 0-2 0,0 0 83 16,0 0-528-16,0 0-647 0</inkml:trace>
  <inkml:trace contextRef="#ctx0" brushRef="#br0" timeOffset="-45236.04">29319 9643 3413 0,'2'-16'-16'0,"-1"4"39"0,-1 4 44 0,0-1 20 16,2 4-11-16,-2 5-1 0,0 0-10 16,0 0 40-16,0 0 42 0,-2 26 18 0,-1 11 6 15,-1 4-1-15,-4 13-4 0,2 5 3 16,-1 4 3-16,3 0-6 0,0 0-1 0,4-2-13 16,0-3-13-16,0-12-14 0,-1 0-17 15,1-5-7-15,0-3-4 0,-2-8-10 16,0-6-7-16,0-2-6 0,-3-3-13 15,3-2-14-15,1-5-19 0,-1 0-38 0,0-2-46 16,-2-1-72-16,1-2-92 0,-3-6-139 16,6-1-155-16,0 0-243 0,-19-15 65 15,17-1 82-15,0-2-458 0,6-8-539 0</inkml:trace>
  <inkml:trace contextRef="#ctx0" brushRef="#br0" timeOffset="-44718.82">29224 9650 3212 0,'-18'-14'100'0,"5"4"23"15,3-1 17-15,4 6 20 0,1-3 13 0,1 3 3 16,4-2-22-16,6 0-16 0,8-3-13 16,20-1-15-16,16 1-12 0,22 2-16 0,9-1-28 15,28 2-29-15,6 6-32 0,5-1-27 16,-5 5-29-16,-21-1-2 0,-11 1 4 15,-6 3 5-15,-10 4 8 0,-14 2-2 0,-15-2 9 16,-7 7 6-16,-10 1 15 0,-6 0 20 16,-5 1 17-16,-5 2 28 0,-1 0 19 15,-4 5 16-15,0 1 8 0,0 2 6 16,0 12 7-16,0 0-1 0,0 3 0 0,4-1-3 16,-1 2-5-16,1-4-8 0,2 0-5 15,-2-1-8-15,2-4-7 0,-1-2-7 0,-1-7-7 16,-2-5-3-16,-2-3-8 0,0 2 5 15,-2 2 8-15,-3-3 31 0,-8 9 16 0,-3-2 28 16,-9-1 17-16,-9 5 14 0,-2-5 10 16,-9-2 9-16,-4-2 2 0,-2-2-1 0,-8-3-2 15,-4 1-4-15,-7-7-7 0,-3 1-13 16,-3-6-12-16,-1 0-12 0,3-4-38 0,8 1-90 16,14-3 0-16,6 0 0 15,13 1 0-15,7-1 0 0,5 0 0 0,4 0 0 16,2 0 0-16,1 0 0 0,5 0 0 15,9 0 0-15,-20-1 0 0,20 1 0 0,-11-3 0 16,11 3 0-16,0 0 0 0,-1-4 0 16,1 4-143-16,0 0-223 0,12-13-103 15,-3 6-119-15,-4 0-177 0,5-5-68 0,-3 2 90 16,-1-3-714-16,0-1-906 16</inkml:trace>
  <inkml:trace contextRef="#ctx0" brushRef="#br0" timeOffset="-44352.15">29527 9833 4391 0,'-22'-3'114'0,"9"0"-16"15,1-1 14-15,1 2 15 0,6 0 11 16,5 2 1-16,-12-4-9 0,12 4-10 0,-6-2 2 15,6 2-19-15,0 0-8 16,0 0-9-16,34 8-10 0,2-2-9 0,1-1 0 16,5 2-15-16,-6 0-4 0,-7-3-6 15,-6 3-11-15,-5 2-6 0,0 3 5 0,-7 2-5 16,-5 0 0-16,-4 2 15 0,-7 3 22 16,2 2 47-16,-5-1 8 0,-4 13 9 0,-2-2-5 15,1 0-3-15,1-4-9 0,-1 2-17 16,4 0-5-16,0-3-8 0,5-4-6 0,1-3-7 15,1 1-8-15,0-4-25 0,0 0-45 16,0-3-44-16,4 2-65 0,0-4-80 0,2 1-95 16,-4-4-95-16,2 0-131 15,1-3-152-15,-3-5-93 0,0 0 72 0,0 0-604 0,0 0-756 16</inkml:trace>
  <inkml:trace contextRef="#ctx0" brushRef="#br0" timeOffset="-44168.45">29636 10186 3669 0,'-12'-3'54'16,"1"1"30"-16,-2 2 34 0,13 0 34 16,-11-3 22-16,11 3 16 0,0 0-7 0,-12-3-6 15,12 3-10-15,0 0-22 0,0 0-14 16,0 0-11-16,33-2-20 0,-8 4-52 0,5-1-60 16,13 1-80-16,2-2-104 15,3-2-113-15,-1-1-137 0,12-4-217 0,-2 0 36 16,-1-8 70-16,-4 3-331 0,-13 1-370 15</inkml:trace>
  <inkml:trace contextRef="#ctx0" brushRef="#br0" timeOffset="-43869.51">30256 10049 2307 0,'-8'-1'26'0,"8"1"43"0,-28 1 36 16,11 1 37-16,-3 2 35 0,2-2 27 16,-5 4 21-16,2 0 11 0,-10 7-4 0,1 1-9 15,5 1-10-15,6 1-16 0,3-1-13 16,5 0-13-16,6 3-19 0,1-3-7 0,4 1-7 15,8 2-20-15,3-1-11 0,8 6-8 16,4-5-15-16,8-3-8 0,1-3-17 16,-5-6-8-16,-3-2-7 0,-1-3-6 15,-2-4-2-15,0-3-3 0,-2 0-3 0,-5-2-5 16,-3-7-3-16,-2 1 0 0,-1-5-3 16,-8-1 3-16,-4-3-8 0,-6-14-2 0,-1 1 0 15,-8-3-1-15,2 6-5 0,-2 6-19 16,-4 4-21-16,-4-1-24 0,-5 11-35 0,-1 4-44 15,3 6-69-15,-10 6-66 0,-8 10-68 16,-3 6-103-16,1 10-188 0,2 2 0 16,1 4 70-16,5 6-346 0,-2 4-389 0</inkml:trace>
  <inkml:trace contextRef="#ctx0" brushRef="#br0" timeOffset="-43518.13">29496 10897 2809 0,'6'-9'181'0,"-3"1"-4"16,1 0-19-16,-2 4-9 15,-2 4 31-15,0 0 43 0,0 0 20 0,-44 29 14 16,10 2-12-16,-10 6 7 0,-15 13 6 15,-2 3-7-15,-4 4-1 0,-1 3-2 0,-1-1-8 16,-2 5-12-16,2-1-20 0,3 0-4 16,5-5-6-16,3-2-12 0,11-17-18 15,4 1-16-15,1-3-13 0,8-8-14 0,0 0-10 16,7-8-13-16,2-1-12 0,6-5-11 16,3-5-11-16,5 0-60 0,0-3-8 0,1 0-29 15,0-2-73-15,3-1-72 0,5-4-99 16,0 0-112-16,0 0-118 0,-10-14-113 0,16-3-181 15,7-14 16-15,10-12 89 0,5-6-614 16,5-5-763-16</inkml:trace>
  <inkml:trace contextRef="#ctx0" brushRef="#br0" timeOffset="-43184.23">29335 10665 3693 0,'18'-15'28'0,"-5"8"4"0,3 2-1 15,0 5 28-15,5 5 22 0,15 9 25 0,11 6 6 16,0 6 4-16,3 6 0 0,-2 6-5 16,-1 1-6-16,12 14 10 0,2 6 21 0,2-1 23 15,1-1 16-15,6 0-6 16,-6-6-5-16,-5-1-27 0,-13-14-14 0,-2-1 4 16,-1 1-5-16,2-3 12 0,-4-2 5 15,1-2-3-15,-3-4 13 0,1 1 20 0,-8-9 26 16,-2 1-1-16,-3-4-5 0,-2-4-2 15,-8-2-1-15,-2-1-7 0,-2-1-9 0,-3-1-23 16,0 0-147-16,-3-3 0 0,-7-2 0 16,13 6 0-16,-6-2 0 0,-7-4 0 0,9 3 0 15,-9-3 0-15,0 0 0 0,7 5 0 16,-7-5 0-16,0 0-123 0,0 0-330 0,0 0-135 16,-15 7-188-16,2-7-99 0,-2 0 92 15,-5 0-779-15,-3-1-1005 0</inkml:trace>
  <inkml:trace contextRef="#ctx0" brushRef="#br0" timeOffset="-42066.12">28168 11705 3891 0,'0'0'-222'0,"0"0"48"16,-10 0 45-16,10 0 40 0,0 0 46 15,0 0 41-15,0 0 40 0,0 0 35 16,-21 0 18-16,21 0 12 0,0 0 9 16,0 0 3-16,0 0 5 0,0 0 2 0,0 0-5 15,-16-4-7-15,16 4 3 0,0 0 14 16,0 0-3-16,36 9-7 0,-12-9-10 0,18 0-14 16,9 0-7-16,14-2-8 0,4-1-7 15,-1-1-10-15,0-1-14 0,0-1-9 0,-17 5-9 16,-5-1 0-16,-4 0-8 0,-12 0-5 15,-7 4 0-15,-8 2-6 0,-1 0 6 0,-5 6 7 16,-5-1 9-16,-1 7 6 0,-1 1 13 16,-4 2 16-16,2 5 6 0,-3 14 3 15,-1-1 10-15,-2 5-17 0,3-1-6 16,-1 0 1-16,0 2-2 0,6-2-2 16,0-1-7-16,-2-1-4 0,2-8-5 0,0-7-5 15,-2-4-4-15,2 0-8 0,-1-3 3 16,-1-3-2-16,0-1 6 0,2-3-9 0,-2 1 3 15,0-3-5-15,2 0 14 0,-4 1 10 16,0-2 25-16,-5 5 24 0,-7 2 11 0,-9 3 13 16,-6 3 9-16,-14 4 13 15,-4 2 7-15,-5-2-12 0,-3 2-5 0,-6-1-1 16,2-1-6-16,-6-2-7 0,4 3-80 16,-4-4-38-16,4 1 0 0,6-3 0 0,1-2 0 15,7-2 0-15,15-3 0 0,0-2 0 16,9-1 0-16,3-2 0 0,3 0 0 15,4-1 0-15,2-2 0 0,-2 0 0 0,6-1 0 16,7-3 0-16,-15 3 0 0,15-3 0 16,-14 5 0-16,14-5 0 0,-7 2 0 0,7-2 0 15,0 0 0-15,0 0 0 0,-16-10 0 16,11-1 0-16,1-6 0 0,0-5 0 0,3-14 0 16,1-5 0-16,1-17 0 15,11-4 0-15,1-8 0 0,9-22 0 0,2-2 0 16,8 0 0-16,5 0 0 0,3 0 0 15,-1 4 0-15,6 8 0 0,-7 8 0 0,-12 24 0 16,-2 9 0-16,-10 10 0 0,2 4 0 16,-5 8 0-16,-4 4 0 0,1 3 0 0,-2 3 0 15,-4-2 0-15,2 9 0 0,-4 2-32 16,0 0-253-16,0 0-60 0,0 0-88 0,0 0-79 16,-7 29-98-16,2-14-171 0,-3 4 10 15,-1 1 90-15,-5 6-591 0,1 3-733 0</inkml:trace>
  <inkml:trace contextRef="#ctx0" brushRef="#br0" timeOffset="-41665.25">28335 11863 3796 0,'0'0'78'0,"4"-6"1"0,-4 6-5 0,0 0 3 15,0 0 18-15,0 0 31 0,0 0 22 16,-23 12 7-16,2 6-4 0,0 5-1 0,-10 8 4 16,3 1 12-16,-5 3-8 0,3-1 11 15,-1 0-1-15,6-1-11 0,3-6-9 0,3 0-18 16,2 1-7-16,7-7-9 16,3-3-14-16,-1 2-2 0,6-4-17 0,1 0-3 15,2-2-12-15,5 0 4 0,1-2-7 16,4 1-4-16,1-2-12 0,8-3-3 15,-5-1-17-15,0-4-12 0,-2-1 9 0,3-2-11 16,-3 0 1-16,-2-3-2 0,1-3 20 16,-3 0-20-16,1-1-2 0,-4 0-2 0,0-2-8 15,-5 3 8-15,3-1-12 0,-2 0 2 16,-2 7-5-16,2-11-1 0,-2 11-12 0,-4-8-31 16,4 8-31-16,-7-6-34 15,7 6-51-15,-16 0-70 0,16 0-77 0,-21 4-97 16,8 0-89-16,2-2-147 0,1 1-78 15,0 0 72-15,10-3-488 0,-5 6-607 0</inkml:trace>
  <inkml:trace contextRef="#ctx0" brushRef="#br0" timeOffset="-41303.12">28612 12111 3095 0,'0'-18'43'0,"-3"5"29"0,-1-1 36 16,3 3 30-16,-5 3 27 0,-1 1 15 0,-1-1 0 15,0 2-8-15,-3 2-12 0,0 1-11 16,11 3-7-16,-32 7-10 0,3 6-13 16,2 3-9-16,-2 5-12 0,4 0-8 15,4 4-10-15,3 0-9 0,8-3-7 0,-3 3-8 16,5-3-3-16,8-3-6 0,0-2-5 16,2-1-3-16,4 1-4 0,-3-3-2 0,3 2-1 15,-1-3-2-15,2-1 6 0,-3-1 7 16,-1-1 19-16,-1-2 20 0,0-2 21 15,0 2 23-15,-2-8 26 0,-6 14 1 0,1-6-3 16,-4-1-11-16,-3 0-16 0,0 0-9 16,-3-4-13-16,0 2-9 0,1-1-6 0,-4-2-16 15,-2-1-36-15,1-1-57 16,-1-1-54-16,-2-1-56 0,1-2-71 0,-2-1-87 16,4 2-109-16,2 1-118 0,2-3-170 15,3 2-77-15,1-1 86 0,5 3-553 0,6 1-695 16</inkml:trace>
  <inkml:trace contextRef="#ctx0" brushRef="#br0" timeOffset="-40070.14">30764 11480 3274 0,'-23'-8'-83'0,"-2"4"35"0,1-1 36 15,0-1 34-15,1 3 36 0,6 0 31 0,-3-1 20 16,7 2 1-16,2-1 3 16,-1 0-13-16,12 3-5 0,-11 0-4 0,11 0-8 15,0 0-9-15,0 0-5 0,40-3-11 16,4 2-4-16,9 1-2 0,16 0-9 0,7 0-12 15,1 1-7-15,-2 2-8 0,0 0-7 16,-4 0 5-16,-9 0-6 0,-18 0 0 0,-5 3-3 16,-11 1 0-16,-4 9 1 0,-8-2 10 15,-11 6 15-15,-5 1 16 0,-5 15 21 0,-16 10 12 16,4 1 15-16,-2 1 10 0,-3 3-1 16,8 0-6-16,-2 0-1 0,3 5-11 15,4-5-5-15,-1-1-7 0,8-8-8 16,0-2-5-16,0-3-8 0,4-7-6 0,-2-7-4 15,0-2-5-15,2-1-3 0,0-4-3 16,-1-3-3-16,-1 2 0 0,2-5-4 16,0-2-2-16,-4 0-2 0,2 2-3 0,-2-3 5 15,-5 6 23-15,-4 0 16 0,-14 8 10 16,-4-2 11-16,-10 5 17 0,-6-2 13 0,-2 2 9 16,-6-1-4-16,-3 0-3 0,1-4 2 15,-4-1-1-15,-1 1-7 0,3-3-5 0,-2-5-1 16,5 1-13-16,-2-2-8 0,12-2-11 15,0-3-2-15,3 3-12 0,2-1-2 0,1 0-7 16,4 0-5-16,0-3-4 16,5 4-6-16,4-2 2 0,-7 3-7 0,7 0-2 15,2-3 1-15,3 1-1 0,2-2 11 16,1 1 6-16,3-3-43 0,3 0 0 0,-1 1 0 16,5-1 0-16,7-3 0 0,-13 2 0 15,13-2 0-15,-12-7 0 0,6-3 0 16,3-2 0-16,3-7 0 0,0-6 0 0,3-17 0 15,7-9 0-15,4-5 0 0,0-7 0 16,15-19 0-16,1-1 0 0,5-4 0 0,2 3 0 16,-3 9 0-16,-9 21 0 0,-3 1 0 15,-1 6 0-15,0 4 0 0,-6 8 0 0,3 5 0 16,-5-1 0-16,1 2 0 0,-3 2 0 16,0 6 0-16,-1 1 0 0,-1 3 0 15,2 0 0-15,-1 0 0 0,1 0 0 16,0 0 0-16,3 0 0 0,-3 1 0 0,2 1 0 15,-6 2 0-15,-2 2 0 0,3 2 0 16,-5 0 0-16,4 5 0 0,-3-3 0 0,-4 7 0 16,7-11 0-16,-7 11 0 0,4-7 0 15,-4 7 0-15,3-6 0 0,-3 6 0 16,9-8 0-16,-9 8 0 0,7-4 0 0,1 0 0 16,1 0 0-16,5-3 0 15,2 1 0-15,6-1 0 0,1 0 0 0,2 0 0 16,-3 0 0-16,3 2 0 0,1 2 0 15,1 2 0-15,4-1 0 0,8 4 0 0,0-1 0 16,-1 2 0-16,0 2 0 0,-9 1 0 16,-4-2 0-16,-7-3 0 0,-4 2-55 0,-1-1-77 15,-1 0 0-15,-3 0-27 0,-1-1-5 16,-8-1-21-16,0 0-37 0,0 7-59 0,0-7-88 16,-24 13-104-16,6-7-143 0,-13 4-179 15,1 0 81-15,-2 2-610 0,-3 3-782 0</inkml:trace>
  <inkml:trace contextRef="#ctx0" brushRef="#br0" timeOffset="-39670.02">30029 11991 3876 0,'-30'-2'113'0,"5"0"12"15,8 0 11-15,1 0 3 0,3 2 8 16,13 0 12-16,-17-2 6 0,17 2-7 0,0 0-7 16,-8-1-13-16,8 1-14 0,0 0-13 15,47-4-14-15,-17 4-16 0,12-3-10 0,1 3-7 16,-8 0-13-16,-6 0-3 16,-3 3-9-16,-5-3-4 0,-5 5-3 0,-1 1 2 15,-4 6 12-15,-5 1 15 0,-4 3 24 16,-4 3 25-16,-4 3 24 0,-4 7 14 0,-1 1 12 15,-1 0 3-15,3 1-9 0,-2 1-7 16,1-2-12-16,1 1-14 0,1 0-11 0,3-5-14 16,1-6-6-16,-3 1-7 0,7-3-14 15,-1 0-24-15,1-1-41 0,-2-4-52 0,2 1-54 16,0 1-64-16,2-4-64 16,-2 1-72-16,1-4-76 0,-1 0-63 0,4-1-86 15,1-5-131-15,-5-2-114 0,0 0 80 16,0 0-580-16,0 0-731 0</inkml:trace>
  <inkml:trace contextRef="#ctx0" brushRef="#br0" timeOffset="-39503.08">30092 12417 3590 0,'-7'-8'54'15,"-3"1"69"-15,7 3 52 0,3 4 53 16,-11-8 38-16,11 8 13 0,0-10 4 0,0 10-1 16,9-16-24-16,0 6-22 0,4 0-22 15,5 0-23-15,8-4-28 0,5 2-12 16,3 0-34-16,0-1-61 0,2 3-68 0,-2 1-79 15,1 3-83-15,-7-1-94 0,-5 3-99 16,0 2-90-16,1-4-129 0,-4 0-139 16,-3 0 68-16,1 2-475 0,0-3-601 15</inkml:trace>
  <inkml:trace contextRef="#ctx0" brushRef="#br0" timeOffset="-39169.08">30816 11923 3307 0,'-2'-17'21'0,"1"5"42"0,-3 0 53 15,-2 5 35-15,3-1 23 0,-4 1 2 0,-2 2-6 16,0 1-6-16,-5 3-7 0,14 1-9 16,-29 5-5-16,13 0-4 0,-2 6-12 0,1 0-11 15,-4 11-7-15,4-1-5 0,2 4-12 16,6-3-7-16,-2-3-6 0,10 2-8 0,-1 1 0 16,2-1 8-16,3 4-3 15,9 7-4-15,1-1-10 0,7 1-2 0,5 1-4 16,-5-4-2-16,-1 0 2 0,1-2 20 15,-4-2 18-15,-6-8 4 0,-2-4 31 0,-2-2 26 16,-5-1 45-16,-1-1 38 0,-3-1 10 16,-8 1-5-16,-3-2-6 0,-8 0-62 15,0-2-175-15,-15 0 0 0,-1-2 0 0,-1 1 0 16,-7-2 0-16,-2-1 0 0,0 1 0 16,1 0 0-16,-3 1 0 0,2 1 0 0,5 2 0 15,1 1-204-15,-2 3-532 16,4 2-224-16,4-2 80 0,1-1 95 0,5 2-788 15,8-2-1016-15</inkml:trace>
  <inkml:trace contextRef="#ctx0" brushRef="#br0" timeOffset="-2793.75">25546 1734 4033 0,'2'-13'179'0,"-1"3"42"0,1 1 1 16,-2 2-18-16,0 7-32 0,4-7-22 15,-4 7 37-15,0 0 60 0,-7 23-11 16,-4 6 8-16,-2 6-7 0,1 13 0 0,-2 5-2 15,1 5-1-15,1 7-21 0,1-1-14 16,0 3-17-16,6-6-17 0,-1 1-15 0,1-4-14 16,-3-3-28-16,7-11-108 0,-6-1 0 15,2-5 0-15,-3-2 0 0,1-2 0 0,-5-3 0 16,1-2 0-16,2-8 0 16,-4-3 0-16,4-6 0 0,0-7 0 0,1 1-84 15,4-8-288-15,4 2-95 0,-6-17-91 16,10-7-123-16,5-24-176 0,5-3 62 15,6-4-694-15,0-3-935 0</inkml:trace>
  <inkml:trace contextRef="#ctx0" brushRef="#br0" timeOffset="-1993.74">25576 1601 4234 0,'-27'-3'-99'0,"2"-1"43"0,6 4 55 16,-1-1 56-16,-1-1 48 0,5 0 33 16,1 2 17-16,3-1-11 0,-1-1-6 0,13 2-8 15,-16 0-20-15,16 0-9 0,0 0-8 16,0 0 0-16,0 0-17 0,93-3-5 16,-18-3-10-16,40 1-8 0,14-3-11 0,16-1-33 15,13-5-18-15,22 6-10 0,54-6-13 16,7 1-1-16,-4 3 3 0,-4 3-1 0,-50 7 2 15,-6-4 4-15,-12 4 5 0,-6 2 0 16,-16-2 3-16,-11-2 1 0,-39 6 3 16,-14-4 4-16,-7 0-1 0,-25-2 4 15,-7 2 7-15,-5-2 25 0,-13 2 20 16,-1 0 17-16,-5 2 6 0,-2-4 4 0,-2 4-6 16,-12-2-11-16,23 2-11 0,-13 3 2 15,-3 7-9-15,2 5 4 0,2 15-1 0,-2 7-2 16,2 14 11-16,1 5 19 0,3 0 4 15,0 5 1-15,9 19-1 0,1-2 4 16,-3-14 8-16,4 15 4 0,-5-20 8 0,2-4 4 16,-6-1 5-16,2-5-16 0,-5-5-2 15,-5-13-9-15,-2-2-1 0,0-8 6 0,-5-3 12 16,0-3 12-16,-1-6 10 16,-1-1 13-16,0-2 14 0,0 2 7 0,-1-3-2 15,1-7-18-15,-4 9-130 0,4-9 0 16,-10 7 0-16,10-7 0 0,-15 4 0 15,1-2 0-15,-6 0 0 0,-9-1 0 0,-17 0 0 16,-17 2 0-16,-9-3 0 0,-8 2 0 16,-12 0 0-16,-28 0 0 0,-9 0 0 0,-7 2 0 15,-10-4 0-15,-11 0 0 0,-7 2 0 16,-8-2 0-16,2 2 0 0,-2 0 0 16,5-4 0-16,6 0 0 0,10 6 0 0,11-2 0 15,8-2 0-15,13 0 0 16,34 4 0-16,9-3 0 0,9 0 0 0,23 2 0 15,12-2 0-15,6 1 0 0,4-2 0 16,5 2 0-16,2-2 0 0,1 0 0 0,14 0 0 16,-20 0 0-16,20 0 0 0,-18 0 0 15,18 0 0-15,0 0 0 0,-19 0 0 0,19 0 0 16,0 0 0-16,-13-2 0 0,13 2 0 16,0 0 0-16,-16-2 0 0,16 2 0 15,0 0 0-15,0 0 0 0,0 0 0 0,-13-1 0 16,13 1 0-16,0 0 0 15,0 0 0-15,0 0 0 0,0 0 0 0,-11 1 0 0,11-1-8 16,0 0-665-16,0 0-214 16,0 0-45-16,0 0 99 0,0 0-819 0,0 0-1090 15</inkml:trace>
  <inkml:trace contextRef="#ctx0" brushRef="#br0" timeOffset="-711.18">25677 2569 4241 0,'7'0'-194'0,"-7"0"48"0,0 0 51 0,0 0 59 0,0 0 58 16,0 0 60-16,0 0 25 15,-28 13 22-15,-8-1 18 0,-16-1 12 0,-7 3 4 16,-10 1 9-16,-6-3-4 0,-6-2-6 16,1 2-4-16,-1-5 1 0,-2-2 1 15,9-4-10-15,1 1 5 0,13-4-9 0,10 1-9 16,6-4-13-16,6 0-20 0,8 1-2 16,5 1 1-16,2-2-24 0,4 1-6 0,5 2-7 15,3 1-14-15,-3-2-2 0,3 1-9 16,11 2-6-16,-15-2-3 0,15 2-2 15,-17 0-1-15,17 0-2 0,-17 4-2 16,7 4-7-16,-1-1-1 0,-3 5 31 16,1 2 10-16,-2 11 10 0,-2 2 19 0,1 3 14 15,2 0-2-15,-4 3-6 0,3 0-5 16,1 0-3-16,3 1 4 0,-1-2-6 0,3-1-7 16,2 2-13-16,1-8-63 0,1-4 0 15,2-2 0-15,-1-4 0 0,0 0 0 0,4-1 0 16,-1-2 0-16,1 0 0 0,0-2 0 15,0 2 0-15,1 1 0 0,3-3 0 16,2 3 0-16,2 0 0 0,3 1 0 0,5 1 0 16,8 0 0-16,4 2 0 0,8-3 0 15,14 1 0-15,4-2 0 0,5-7 0 0,6 1 0 16,7-4 0-16,4-1 0 16,10-2 0-16,6-5 0 0,20 0 0 0,4 1 0 15,2-2-60-15,8 2-21 0,0-1 5 16,4-2 17-16,1 4 0 0,7-1 14 0,-2-1 3 15,8-1 17-15,1 2-14 0,-1-4 10 16,1 6-4-16,-2-2 6 0,-1 1-2 0,1 0 16 16,-3 3-5-16,-5-4 3 0,-8 3 3 15,-5-1 0-15,-5-2 1 0,-30 2 0 16,-2 1 0-16,0-4 9 0,0 1-8 16,0-2 5-16,0-1 4 0,24-4 11 15,-4 0-3-15,4 0 4 0,4-5-2 0,-2 4 3 16,0 3-6-16,-5 1-4 0,-20 4 5 15,-2 0 4-15,-5 2-5 0,-11-2-2 0,-7 2 3 16,-15 2-6-16,-12 0 1 0,-7 0-2 16,-4-1 12-16,-2 1-4 0,-3 0 4 0,0 0 2 15,1 1 2-15,-2-1 13 0,2 0 11 16,0-1 7-16,-2 1-3 0,-2 0 1 0,3 0-5 16,1 0-7-16,-4-2 1 0,1 2-1 15,-3-2-2-15,-2 2 2 0,1-3 7 0,-12 3 6 16,16 0 12-16,-7-1-43 0,-9 1-15 15,11-6 0-15,-8 4 0 0,-3 2 0 16,10-8 0-16,-8 3 0 0,2-2 0 16,0-2 0-16,-1-3 0 0,1-1 0 0,2-8 0 15,-3-3 0-15,6-10 0 0,-2-5 0 16,-1-5 0-16,1-7 0 0,-1 0 0 0,-2 8 0 16,0 2 0-16,-2 5 0 0,-2 7 0 15,0 3 0-15,-2 3 0 0,0 7 0 16,0-2 0-16,0 5 0 0,2 1 0 0,-4-1 0 15,0 3 0-15,2 0 0 0,-2 1 0 16,3 2 0-16,-3 2 0 0,-2-1 0 0,3 0 0 16,-7 3 0-16,-2-1 0 0,-1 3 0 15,-8 1 0-15,-7 1 0 0,-17 3 0 0,-14 1 0 16,-4 0 0-16,-3 2 0 16,-3-2 0-16,-3 0 0 0,-2-1 0 0,2-3 0 15,0 5 0-15,23-4 0 0,5-1 0 16,4 2 0-16,12-3 0 0,5 2 0 0,4 0 0 15,3-2 0-15,4 2 0 0,-1-2 0 16,13 0 0-16,-18 0 0 0,10 0 0 0,8 0 0 16,-13 2 0-16,13-2 0 0,0 0 0 15,-15 0 0-15,15 0-380 0,0 0-363 0,-7 3-222 16,7-3 85-16,0 0 94 0,0 0-723 16,0 0-955-16</inkml:trace>
  <inkml:trace contextRef="#ctx0" brushRef="#br0" timeOffset="292.68">29884 1426 3749 0,'7'-15'-210'16,"-6"-1"44"-16,-1 1 32 0,-5-1 27 0,-9-1 39 16,-5-8 32-16,-5-1 28 0,-11-6 20 15,-7 3 20-15,-3-2 10 0,-7-2-1 16,-4-2 1-16,-17-2-4 0,-4-4 0 16,-3 3-4-16,-5-1-8 0,-3 1-1 15,-2 5-1-15,-1 4-5 0,-15 1 0 0,2-1 1 16,-14 4-7-16,-8-1 1 0,-12 4-5 15,-2-2 4-15,-5 5 4 0,-9 4 11 0,-11 3 12 16,-4 0 1-16,-12 7-4 0,-6 3 7 16,-53 5 0-16,7 9 12 0,58 0 6 15,-51 9 3-15,9 3 1 0,57-2-5 0,-46 12 5 16,53-7-6-16,4 7 12 0,4 3 6 16,9 1 6-16,2 5 2 0,10 3-1 15,8 3-2-15,7 6-6 0,8 6-11 0,7 2-2 16,9 9-3-16,3 5-4 15,6 2-20-15,5 2 0 0,7-1-5 0,6 2-1 16,9 6-2-16,7 1-1 0,6 5 12 16,7-2-2-16,10 5-1 0,4 0-3 0,10-17-2 15,5 0-2-15,7 1 2 0,6 16 7 16,6-2 6-16,8 1-19 0,5-6 2 16,4-3-3-16,2-4-1 0,9 1 0 0,2-7-4 15,8-1 4-15,6-6 1 0,5 1-3 16,9-7 10-16,10 0 8 0,3-4 7 0,11-2 5 15,10-3 3-15,11 0 18 0,43 9-1 16,12-1-2-16,8-6-4 0,5-3-9 16,11-2-19-16,7-6 3 0,7-5-7 15,4-3-6-15,-2-5-2 0,3-4-2 0,1-7-2 16,-1-2-7-16,-42-10 0 0,51 3 4 16,-53-4-7-16,6-6 3 0,-1 1-1 0,0-4-3 15,-4-6 0-15,-7-2-8 0,-8-5-3 16,-6-7 3-16,-7-9-1 0,-6-5-2 15,-7-6 4-15,-3-8-5 0,-10-3 9 0,-6-6 0 16,-9-2 1-16,-9-7 14 0,-6 0 19 16,-5-6 14-16,-11-1 22 0,-7-4 12 0,-7 0 7 15,-6-4 1-15,-9-5 0 0,-8-2-15 16,-6-5-2-16,-11-5-4 0,-10-8-14 16,-13-6-16-16,-9-3-4 0,-18-2-12 15,-17 3-4-15,-13 6-2 0,-40-21 5 0,-23 16-13 16,-18 11-24-16,-18 10-21 0,-16 12-22 15,-9 6-11-15,-7 7-16 0,-6 11-9 0,47 16-9 16,0 10-6-16,10 3-5 0,9 11-15 16,12 5-26-16,31 9-22 0,8 6-22 0,7 3-35 15,7 7-52-15,7 6-68 0,13 6-99 16,4-1-164-16,17-3-129 0,4-3 66 16,11 1-416-16,3-3-558 0</inkml:trace>
  <inkml:trace contextRef="#ctx0" brushRef="#br0" timeOffset="890.16">30340 2472 3196 0,'10'-8'86'0,"-3"-3"39"16,0 3 42-16,6-2 26 0,-2 5 31 0,1-4 44 15,2 0 25-15,-3 3 1 0,3 2-22 16,-3 1-27-16,5 1-15 0,-3 2-14 0,-13 0-12 16,29 7-19-16,-15-2-18 0,6 5-16 15,-4 1-12-15,-2 0-17 0,2 1-4 16,-1 1-18-16,-3-3-6 0,-3 2-5 16,-2-2-7-16,-1-2-3 0,0 1-8 15,-2 0-8-15,0-1-6 0,0-1-4 0,-1-2-4 16,-3-5-1-16,6 11 3 0,-6-11-5 15,5 4 13-15,-5-4 14 0,0 0-6 0,0 0-9 16,29-18-8-16,-10-1-3 0,6 0-6 16,-3-2-22-16,3 3-19 0,0 2 0 0,-5 6 0 15,-4 3 0-15,2 0 0 0,-3 4 0 16,0 1 0-16,-2 4 0 0,1 0 0 16,1 1 0-16,1 6 0 0,-3-1 0 0,2 4 0 15,0 2 0-15,-1-1 0 16,1 3 0-16,2 4 0 0,-2-2 0 0,-1-3 0 15,-3 1 0-15,2-3 0 0,1 1 0 16,-3-3 0-16,-6-3 0 0,6-2 0 0,0 0-341 16,1-6-201-16,1-2-204 0,0-4-169 15,1-6 85-15,-3-1-808 0,6-8-1077 0</inkml:trace>
  <inkml:trace contextRef="#ctx0" brushRef="#br0" timeOffset="1238.71">31487 2218 4790 0,'0'0'31'0,"-6"-8"58"0,6 8 36 0,0-7 42 16,0 7 21-16,0 0-7 15,-3-8-17-15,3 8-15 0,0 0 20 0,0 0 21 16,0 0-9-16,-4 31-18 0,8-20-14 16,-2 7-17-16,3 0-13 0,1 3-8 0,2-2-12 15,5 8-10-15,-4-7-8 0,7 5-15 16,-3-6-17-16,-1-5-12 0,1-1-13 0,2-1-2 15,-3-3 0-15,0-4-7 0,2 2 7 16,-3-5-2-16,1-1 9 0,-12-1 6 16,21-7 16-16,-7-3 15 0,-3-5 14 0,3-10-4 15,-2-5 1-15,0-6-8 16,-4-1-11-16,-4-2-52 0,-3 3-6 0,-2 9 0 0,-3 3 0 16,-3 3 0-16,2 4 0 15,-6 2 0-15,-5 5 0 0,-2 2 0 0,-4 7-47 16,-4 2-211-16,-14 8-131 0,-8 5-155 15,12 1-206-15,2-3-137 0,12 0 84 0,9-5-732 16,6 0-979-16</inkml:trace>
  <inkml:trace contextRef="#ctx0" brushRef="#br0" timeOffset="1655.55">32446 1748 4655 0,'-2'-17'182'16,"-2"5"43"-16,1 0 29 0,0 6-12 16,-1-2-6-16,4 8-33 0,-5-5 18 0,5 5 51 15,-19 19-4-15,7-3-19 0,-4 12-21 16,-2 4-21-16,5 6-17 0,5 0-16 16,-1 11-3-16,5-11-18 0,2 4-92 0,0-3-61 15,2-3 0-15,0-5 0 0,0-7 0 16,0-4 0-16,0-3 0 0,0-2 0 0,-2-1 0 15,0-5 0-15,2 1 0 0,0-3 0 16,0-7 0-16,0 0 0 0,0 0 0 16,0 0 0-16,-8-24 0 0,-1 7 0 15,-6-5 0-15,-2-2 0 0,-3 5 0 0,-4 0 0 16,-3 3 0-16,2 7 0 0,4 3 0 16,-2 3 0-16,3 3-27 0,-2 3 20 15,-1 3 11-15,5 3 14 0,-1 2-6 0,-1 9-12 16,7 6 0-16,6-2 0 0,7 0 0 15,0-3 0-15,7 10 0 0,2-4 0 0,9-2 0 16,0-2 0-16,6-7 0 0,4 1 0 16,4-9-214-16,3 2-249 0,4-2-156 15,0-8-180-15,-6 0-92 0,-5-2 93 0,-1-2-701 16,-4-2-945-16</inkml:trace>
  <inkml:trace contextRef="#ctx0" brushRef="#br0" timeOffset="1990.64">32667 2203 4358 0,'0'0'16'0,"0"0"23"0,-17 14 39 15,17-14 48-15,0 0 36 0,0 0 23 16,0 0-3-16,0 0-12 0,0 0-18 0,0 0-12 16,29 0-16-16,-14 0-10 15,0 0-7-15,6-2-12 0,-4 0-11 0,2 1 8 16,-2-5 23-16,-4 1 16 0,1-1 10 15,-9-1-10-15,1-2-16 0,-4 0-14 16,-10-1-9-16,-3-3-5 0,-15-3-5 0,-9 4 1 16,1-1 15-16,-5 5 10 0,3 4 5 15,4 2 5-15,5 4 9 0,2-1 11 0,5 4 14 16,-1 1-117-16,3 7-35 0,3 1 0 16,8 3 0-16,1-3 0 0,4 3 0 15,4-2 0-15,4 2 0 0,1 0 0 0,8-1 0 16,1-1 0-16,5 2 0 0,-2-3 0 15,0-5 0-15,-2-1-133 0,-3 0-620 16,-7-4-238-16,-3-2 80 0,-4-2 102 16,0 0-753-16,-35-2-1006 0</inkml:trace>
  <inkml:trace contextRef="#ctx0" brushRef="#br0" timeOffset="2922.75">26580 2011 4469 0,'-10'3'-79'16,"5"0"43"-16,5-3 48 0,0 0 59 0,0 0 58 16,0 0 35-16,0 0 7 0,0 0 3 15,0 0 0-15,39-6-11 0,4 0-15 0,12-2-16 16,10 1-14-16,0-1-12 0,-1 2-15 15,1 0-20-15,-4 0-24 0,-11 3-21 16,-9 1-17-16,-6-2-13 0,-10 2-8 0,-6 0-8 16,-8 2 0-16,-11 0 4 0,7 4 4 15,-7-4 1-15,-23 8 2 0,-13 0 14 0,-3 3 3 16,-21 1 11-16,5-1 9 16,-6 1 4-16,4 0 3 0,1-5 11 0,11 1 9 15,5 0 11-15,12-2-9 0,5-4-4 16,6 1-3-16,1 1-2 0,5 0 1 15,11-4 11-15,0 0 11 0,0 0-3 0,0 0-6 16,0 0-6-16,72-6-7 0,-24 1-6 16,12-1-9-16,-1-2-1 0,-3 2-4 0,-10 2-3 15,-4 2-2-15,-10-1-8 0,-7 1-5 16,-7 2 5-16,-6-2-8 0,-12 2 3 0,0 0 16 16,0 0 12-16,0 0 11 15,-47 13 24-15,7-5 12 0,-16 4 6 0,2-5 5 16,6 1 10-16,4-3 6 0,5 2 10 0,11-5-7 15,6 3-73-15,2-2-43 16,7-2 0-16,7 3 0 0,6-4 0 0,0 0 0 16,0 0 0-16,53 4 0 0,-6-4 0 15,2-2 0-15,13-2-96 0,1 1-297 0,3 0-119 16,-17-2-135-16,1 5-172 0,-7-4-24 16,-11 4 81-16,-7 2-639 0,-5 0-853 0</inkml:trace>
  <inkml:trace contextRef="#ctx0" brushRef="#br0" timeOffset="3971.87">25858 3012 3650 0,'0'0'-50'0,"0"0"29"0,-43 6 20 15,25-6 25-15,-7-4 39 0,2 4 61 16,0 0 30-16,-1 2 23 0,1-4 10 15,1 0-9-15,4 2-12 0,2 0-13 0,3 0-12 16,13 0-11-16,-23 0-7 0,23 0 1 16,0 0-12-16,0 0-7 0,0 0-11 0,0 0-9 15,84 0-8-15,-15 0-12 0,3-5-5 16,6 2-6-16,5 0-15 0,0-3-15 16,3 0-11-16,-6 0-8 0,-4 0 4 15,-3-1-2-15,-7 0 2 0,-7 0 1 0,-19 1 0 16,-4 0 6-16,-9 5 17 0,-8-3 19 15,-6 0 1-15,-3 0-5 0,-10 4-7 16,6-4-4-16,-6 4-3 0,0 0-1 0,-25-8-4 16,4 8-5-16,-12 0-2 0,-17 2-1 15,-20 2 1-15,-4 0-1 0,-8 2-6 0,-20 5 0 16,14-5-3-16,-16 5-3 16,21-1 1-16,7 0 4 0,5 1 13 0,10-3 6 0,17-3 3 15,8 2-2-15,7-3-4 16,11 1 11-16,6-2 1 0,6 1 21 0,6-4 9 15,0 0-2-15,42 7-6 0,4-6-3 16,21-2-7-16,11 1-8 0,6-4-3 16,8 1-1-16,18-1-10 0,-24-1-9 0,-11 0-16 15,-4 1-14-15,-11-2 8 0,-21 2-11 16,-8-1 1-16,-12 2 1 0,-10 1-4 0,-5-1-13 16,-4 3 1-16,0 0-2 0,-49-2-21 15,-1 2-36-15,-16 0-51 0,-11 5-71 0,-7 2-92 16,-19 6-125-16,5 1-148 0,21-3-247 15,3 2 84-15,3 3 82 0,6-1-506 16,-1-3-624-16</inkml:trace>
  <inkml:trace contextRef="#ctx0" brushRef="#br0" timeOffset="52495.71">5531 2666 2044 0,'0'-22'284'0,"0"1"11"0,0 3-17 16,0 1-21-16,0 0 2 0,0 1-7 0,2-1-2 15,0 3-1-15,0 2 16 0,-2 1 1 16,-2 3-33-16,2-1-21 0,2 2-25 16,-2 7-20-16,0 0 27 0,0 0 28 0,0 0-1 15,8 31-15-15,-2 3 0 0,-4 4-4 16,3 5-12-16,-1 2-14 0,1 10-19 0,2-2-12 15,-3-9-16-15,-1 1-10 0,1 0-13 16,0-3-10-16,-1 1-10 0,-1-3-7 16,0-4-7-16,-2-9-2 0</inkml:trace>
  <inkml:trace contextRef="#ctx0" brushRef="#br0" timeOffset="56862.24">5928 2832 2782 0,'0'0'163'0,"10"0"-72"15,-10 0-17-15,0 0 3 0,0 0 17 16,0 0 4-16,0 0 4 0,0 0 21 0,0 0 2 15,0 0 8-15,0 0 5 0,0 0 3 16,13-7-3-16,-13 7-6 0,9-5 1 0,-9 5-10 16,12-8 0-16,-8 3-10 0,3-4-1 15,2-1-6-15,-2-2-2 0,0 0-5 16,-1-4-3-16,-2 1-7 0,-1-2 1 0,1 3 2 16,-2 1-4-16,1 1-1 15,-3 3-11-15,-3 1-7 0,3 8-10 0,-6-14-8 16,-1 14-7-16,7 0-9 0,-27 8 0 15,11 4-6-15,-9 5-3 0,1 4-2 16,1-1-2-16,3 4-4 0,6-5 2 0,5-2-3 16,3 0-3-16,-2-1 1 0,6-1 2 15,0-1 7-15,4-1-7 0,0-1-2 0,5 2 8 16,-2-1-7-16,2-1-2 0,5-3 2 16,-2 2-3-16,3-4-3 0,1 0-35 15,-2-3-45-15,1-2-61 0,1-2-72 16,1 0-74-16,4-4-70 0,1 2-66 15,0-5-56-15,1 1-46 0,-3-2-64 0,-1-1-52 16,-2 1-364-16,0-4-471 0</inkml:trace>
  <inkml:trace contextRef="#ctx0" brushRef="#br0" timeOffset="57761.62">6265 2740 2652 0,'8'-10'-29'0,"0"-1"46"0,-5 6 39 16,3 0 31-16,-6 5 23 0,5-8 21 0,-5 8 28 15,0 0 28-15,14 0 23 0,-14 0 2 16,15 8-7-16,-3 1-11 0,-1-1-13 15,3 6-4-15,-1 1-4 0,-2-1-5 0,-1 1-11 16,1 1-8-16,-5-1-14 16,-1 0-7-16,0-3-11 0,-1-1-6 0,-2-1-10 15,-1 0 1-15,-1 1-9 0,-3-5-7 16,1 4-13-16,-3-5-4 0,5-5-5 0,-13 5 2 16,13-5-14-16,0 0-17 0,-25-18-13 15,14 1-8-15,2-2-5 0,-1-1-5 16,6 2 1-16,1 3-8 0,-1 0-2 0,2 4-5 15,2 3-1-15,2 1 3 0,3 2-1 16,-5 5-1-16,18-5 3 0,-5 5 5 0,4 1-5 16,4-1-5-16,7 2-8 0,-1-2-16 15,4-2-4-15,8-3-4 0,-2-3 1 16,-1-2-1-16,-5-6 2 0,-1-4 6 16,-5-1 4-16,-3-1 4 0,-2-4 4 15,-3-1 17-15,-4 0 19 0,-3-5 15 0,-4 1 10 16,-4 2 10-16,-2 3 3 0,0 3 8 15,-2 3 10-15,-1 4-7 0,1 2-15 16,1 3-10-16,-5 6-8 0,6 5-1 0,0 0 2 16,0 0-5-16,-32 17-4 0,24-4-5 15,5-3 1-15,1 2-5 0,2 0-1 0,5-1 4 16,1 3 3-16,7 0-2 16,4-2-4-16,8 5 3 0,2-1 1 0,0-1 12 15,-3 2 17-15,1-2-2 0,-6 2 21 16,-4-5 16-16,1 1 9 0,-3 3 4 15,-3-2 5-15,-3 1 10 0,-3-1 11 0,0 1-2 16,-4-1-7-16,-2 3-9 0,-6-4-11 16,3 3-7-16,-3-3-9 0,-2-1-5 0,3-1-26 15,1-3-24-15,-2-1-38 0,2-2-69 16,6-5-78-16,-12 0-54 0,12 0-55 16,-14-24-42-16,12-2-26 0,6-18-17 0,6-22 2 15,6-26 6-15,13-4 28 0,1-5 32 16,8 0 32-16,-3 3 39 0,-2 1 57 15,1 10 74-15,-9 23 69 0,-7 10 81 0,0 9 62 16,-7 14 53-16,-2 8 24 0,-2 6 11 16,-2 1 0-16,-3 6-1 0,2 3-38 15,0 3 27-15,-4 4 30 0,0 0-8 16,3 31-20-16,-1-6-17 0,2 12-20 0,0 8-15 16,2 12-11-16,-1 1-14 0,1 6-12 15,1 4-6-15,4-3-15 0,-2-4-37 0,-2-1-66 16,2-5-73-16,-6-11-59 0,1-5-48 15,0-1-47-15,-4-11-44 0,1-7-27 16,-1-1-13-16,0-10-16 0,0-2-10 0,-1-4 12 16,1-3 33-16,0 0 34 0,0 0 39 15,-24-24 44-15,13 5 46 0,-2-5 52 0,-6 1 58 16,7 5 48-16,3 3 56 16,1 3 35-16,1 3 20 0,1-1 5 15,0 4 1-15,2-2-3 0,4 8-8 0,-5-10-10 16,5 10-12-16,-2-8-13 0,2 8-4 15,0 0-6-15,0 0-25 0,17 0-61 0,-5-3-103 16,6 1-85-16,21-8-97 0,15-4-187 16,9-3-189-16,5 2 68 0,0 1-293 15,6 4-377-15</inkml:trace>
  <inkml:trace contextRef="#ctx0" brushRef="#br0" timeOffset="58145.55">8169 2110 2468 0,'0'0'98'0,"-2"-8"62"16,2 8 51-16,0 0 30 0,4-13 38 15,-4 13 32-15,5-8 14 0,-1 4 8 16,4-2-15-16,-2 0-19 0,3 1-36 0,3 3-27 15,3-2-28-15,1 4-18 0,2 0-22 16,3 2-13-16,1 2-23 0,-6 3-8 16,2 3-6-16,-1 0-7 0,-5 5 15 15,-5 1 12-15,-2 1 21 0,-5 0 17 16,0 1 9-16,-5 0 10 0,-1 2 1 0,-1-1-6 16,-1 0-112-16,2-6-78 0,4-1 0 15,0-3 0-15,2-1 0 0,0 0 0 0,0-8 0 16,2 11 0-16,4-5 0 0,1-2 0 15,5 0 0-15,5-2 0 0,0-2 0 16,5-4 0-16,2-1 0 0,9-7-304 0,-1-2-297 16,10-13-137-16,-6-4-181 0,-2 2 78 15,-2-5-787-15,-5 0-1068 0</inkml:trace>
  <inkml:trace contextRef="#ctx0" brushRef="#br0" timeOffset="58447.04">8528 1702 4081 0,'-67'12'-192'15,"-6"8"56"-15,-18 13 56 0,-6 10 68 0,0 4 72 16,3 9 63-16,10 9 75 0,8 13 79 16,9-1 21-16,14 5 14 0,14 3 3 15,16-2-5-15,10-13-9 0,19-3-20 0,15-2-17 16,23 6-25-16,11-11-22 0,16-9-23 16,9-11-19-16,7-9-17 0,-10-18-27 15,1-5-38-15,0-8-30 0,-2-12-20 16,-1-5-8-16,11-15 0 0,-7-6-4 0,-9-6-3 15,-9-8 2-15,-9-7-2 0,-7-5 11 16,-8-8 3-16,-10-5 9 0,-10 10-4 0,-11-2-2 16,-6-3-6-16,-12-2-11 0,-11-13-28 15,-9 3 0-15,-8 9 0 0,4 27 0 16,-10 9 0-16,-7 13-52 0,-8 13-63 0,-10 13-71 16,-5 10-75-16,-17 13-97 0,7 12-111 15,4 2-165-15,25-3-246 0,10 1 82 0,8 2 87 16,17-10-557-16,6-1-727 0</inkml:trace>
  <inkml:trace contextRef="#ctx0" brushRef="#br0" timeOffset="59111.71">10084 1978 3658 0,'4'-2'-56'15,"-4"2"3"-15,0 0 19 0,0 0 40 16,0 0 36-16,12 16 43 0,-10-9 33 0,0 1 19 16,-1 4 24-16,3 0 13 0,-2-1 2 15,2 5 1-15,-1-3 3 0,-3 1 1 0,2-2-11 16,0 0-14-16,1 0-16 0,1-2-15 16,-4 0-2-16,1-3-17 0,1 0-2 15,-2-7 6-15,4 9 9 0,-4-9 6 0,5 6 0 16,-5-6-20-16,0 0-12 15,0 0-8-15,20-15-12 0,-13 7-11 0,3-1-6 16,-5 2-9-16,3 0-4 0,-2 2-7 16,-1 0 2-16,-5 5-12 0,10-8-4 15,-10 8-7-15,6-8-6 0,-6 8 20 0,8-4-22 16,-8 4-1-16,0 0 7 0,5-7 0 16,-5 7-3-16,0 0 0 0,7-7 1 0,-7 7 0 15,14-5 2-15,-8 1 5 0,5 0-7 16,-1 0-3-16,1 1 3 0,0-3-5 0,1 3 7 15,-1-2-8-15,-1 1-1 0,0 0 0 16,-10 4-4-16,15-4-4 16,-10 1 7-16,5 1 6 0,-10 2-9 0,13-4 13 15,-13 4-14-15,12-4 4 0,-12 4 5 16,13-2-5-16,-13 2 2 0,16-2-7 0,-5-1 1 16,2 2-27-16,1 1-35 0,2-4-35 15,2 2-33-15,1 0-36 0,3-4-48 0,3 1-45 16,8-4-41-16,1 0-47 0,0-1-46 15,3-5-62-15,-3 1-56 0,2-3-90 16,2-5-43-16,-5 7-404 0,-7-4-522 0</inkml:trace>
  <inkml:trace contextRef="#ctx0" brushRef="#br0" timeOffset="59627.68">10991 1789 2619 0,'11'-6'-67'0,"-2"0"62"0,-4 2 30 16,-5 4 16-16,6-4 20 0,-6 4 32 0,0 0 41 16,0 0 27-16,17 11 12 15,-13-4-9-15,2-2-4 0,-3 5 6 0,1-2-8 16,2 1-7-16,-5-1-13 0,4 3-11 15,-3-2-8-15,0-1-8 0,0-1-2 0,-2 1-4 16,-4 1-10-16,2-2-7 0,-3 0-9 16,-2-1-12-16,-2 1-4 0,-7-1-12 15,1-3-17-15,1-1-19 0,-4-4-8 0,0-1-11 16,2-8-3-16,-5-9-5 0,3-6 2 16,5 0-3-16,8 3 8 0,1 2 18 15,4 5 16-15,0 3 13 0,2 1-4 16,3-2 7-16,4 7-10 0,5 5 5 15,1 2 12-15,6 4 5 0,14 5-2 0,-3 3-3 16,2 2-9-16,0 1-3 0,0-1-2 16,-3 3-2-16,-1-4-5 0,-1 1-5 0,-4-2 4 15,-7-5-9-15,-4 0 5 0,0-2-11 16,-3 0-3-16,0-2-7 0,0 1-7 16,-11-4-17-16,16-2-13 0,-6-3-5 0,3-2-3 15,3-5 7-15,2-9 2 0,2-2 3 16,-1 2 3-16,0-1 4 0,-4 7 10 15,0 1-4-15,-3 3 5 0,-3 2 1 0,4 0 2 16,-2 6 6-16,0 0 15 16,-2 5 11-16,-9-2 10 0,29 8 2 0,-16 0 3 15,-2 1-1-15,2 3 1 0,-1 1 5 16,-2-4 7-16,-3 4 1 0,1-3 0 0,-2-1 2 16,-1 3-5-16,-1-4-2 0,-2-1-5 15,2 0-2-15,-2 2-8 0,-1-3-4 16,-1-6-4-16,3 14-17 0,-3-9-34 0,0-5-46 15,-4 14-54-15,0-9-73 0,0 2-59 16,0-2-60-16,4 0-74 0,0-5-143 0,0 0-182 16,-3 7 62-16,3-7-406 0,0 0-532 15</inkml:trace>
  <inkml:trace contextRef="#ctx0" brushRef="#br0" timeOffset="60162.46">12482 1605 3180 0,'0'0'173'16,"0"0"32"-16,0 0 37 0,0 0 51 15,-31 17 44-15,27-5 25 0,-1 3 1 16,-1 0-8-16,3 3-24 0,-2 2-31 0,3-1-33 16,0 2-26-16,4-3-26 0,0 3-19 15,3-4-18-15,-2 1-17 0,1-1-17 16,0-3-14-16,-1-2-15 0,1-2-11 15,-2-2-8-15,2 1-10 0,-1-2-9 0,-3-7-37 16,7 6-40-16,-7-6 0 0,0 0 0 16,0 0 0-16,27-22 0 0,-13-3 0 15,2-6 0-15,4-9 0 0,-2 11 0 0,-1 0 0 16,-5 11 0-16,-5 3 0 0,0 1 0 16,2 6 0-16,-6 1 0 0,5 4 0 0,-8 3 0 15,0 0 0-15,23 10 0 0,-12 0 0 16,-2 2 0-16,3 3 0 0,-3-1 0 15,3 1 0-15,0 2 0 0,-7-5 0 0,2 0 0 16,1-4 0-16,-2 1 0 16,0 1 0-16,-1-3 0 0,1-2 0 0,-1 0 0 15,-5-5 0-15,11 5 0 0,-11-5 0 16,14-1 0-16,-14 1 0 0,18-5 0 16,-9 1 0-16,-9 4 0 0,16-5 0 0,-9 2 0 15,-7 3 0-15,13-2 0 0,-13 2 0 16,14-4 0-16,-14 4 0 0,15 2 0 0,-15-2 0 15,21 2 0-15,-10-2 0 0,5 2 0 16,-1-2 0-16,0 0 0 0,0 0 0 16,3 0 0-16,1-2-230 0,1-2-186 0,5-2-138 15,-1 1-170-15,1-3-178 16,-3 4 91-16,-1-4-738 0,2 2-992 0</inkml:trace>
  <inkml:trace contextRef="#ctx0" brushRef="#br0" timeOffset="60494.82">13421 1731 4101 0,'0'0'188'0,"-2"-12"97"0,2 12 33 16,0 0 5-16,0 0-9 0,0 0-16 15,0 0-24-15,0 0-25 0,0 0-28 16,0-10-20-16,0 10-27 0,23-4-74 0,-8 1-102 16,8-6-129-16,11-2-118 0,-1-3-95 15,1 1-74-15,1-1-54 0,-3-2-30 16,-6 1 40-16,3 1 71 0,-10 1 115 15,-3 0 97-15,-5 5 93 0,-2 2 81 0,0-2 75 16,-2 3 78-16,0 1 56 0,-7 4 41 16,12-6 29-16,-12 6 19 0,0 0 30 15,0 0 34-15,12 14 3 0,-12-5-9 0,0 7-17 16,-2 5-21-16,-2 1-36 0,-1 2-27 16,-2 7-23-16,1 1-26 0,3 0-17 15,-3 1-27-15,4-6-63 0,-1-2-94 0,3-1 0 16,-3-5-2-16,1 0-203 0,0-1-110 15,-2 0-112-15,4-3-123 0,-1 2-149 16,-5-2-169-16,1 5 82 0,-7-2-690 16,-9 9-923-16</inkml:trace>
  <inkml:trace contextRef="#ctx0" brushRef="#br0" timeOffset="60745.77">12011 2658 4478 0,'-25'5'193'15,"6"-2"12"-15,8 3-4 0,4-5 23 16,7-1 5-16,-11 2 16 0,11-2 33 16,0 0 12-16,102-11-7 0,10-9-30 0,24-7-28 15,56-14-49-15,10 1-41 0,10-1-21 16,7 1-19-16,-6 1-33 0,-7-2-48 16,-50 12-70-16,-5 2-54 0,-20 0-35 15,-18 5-28-15,-22 1 7 0,-28 9 18 0,-22 5 19 16,-4-3 20-16,-13 8 4 0,-8-4-6 15,-7 2-32-15,-7 1-46 0,-2 3-49 0,0 0-75 16,-27-6-98-16,3 5-155 0,-8 2-152 16,-16 1 66-16,-2 3-443 0,-5 4-564 15</inkml:trace>
  <inkml:trace contextRef="#ctx0" brushRef="#br0" timeOffset="61663.78">11415 1719 3042 0,'3'-8'14'15,"1"2"16"-15,-4 6 3 0,5-4 13 0,-5 4 18 16,0 0 38-16,0 0 31 0,0 0 17 16,25 10 12-16,-14 0 3 0,-4 3-1 0,2 1-6 15,0 3-9-15,2 1-13 0,-4 1-9 16,-1-3-11-16,-3 1-12 0,1 1-8 15,1-1-24-15,-4-1-5 0,-1-1-7 0,0-3-6 16,-1 2-18-16,-4-2-31 0,3-2-50 16,0-3-55-16,2-7-80 0,-5 5-74 15,5-5-58-15,0 0-46 0,0 0-32 16,2-24-24-16,5 5-30 0,10-10-17 0,3-1-331 16,-2 0-279-16</inkml:trace>
  <inkml:trace contextRef="#ctx0" brushRef="#br0" timeOffset="61827.62">11651 1738 2148 0,'13'-13'27'0,"-6"2"56"16,0 6 37-16,-3 1 55 0,-4 4 60 15,0 0 45-15,0 0 28 0,0 0 25 0,-29 29 11 16,15-15-10-16,1 1 1 0,2 2-33 16,3-3-25-16,-2 4-24 0,5-3-20 0,3-1-18 15,4 0-25-15,3 1-13 0,7 3-18 16,1-5-28-16,11 4-61 0,1-1-102 16,9-3-106-16,-4-1-131 0,2-3-140 0,3 1-173 15,-5 0-218-15,2 7 73 16,-7-3 87-16,-10 3-425 0,-3-1-538 0</inkml:trace>
  <inkml:trace contextRef="#ctx0" brushRef="#br0" timeOffset="62827.81">13720 1165 3202 0,'2'-19'134'0,"4"4"16"0,-2 5-5 16,-3 2 0-16,-1 0-6 0,0 8-6 15,0 0 32-15,0 0 67 0,0 0 49 16,-7 35-1-16,0 0-25 0,-1 6-22 0,-2 7-20 16,6-4-18-16,1 1-20 0,3-3-11 15,2 3-12-15,-1-2-17 0,1-5-18 0,7-3-7 16,-8-5-34-16,3-8-65 0,-2-3-73 16,2 0-74-16,-3-4-90 0,-1 0-75 15,-1-3-64-15,1 2-71 0,-6 1-134 16,-2-2-173-16,-3 5 73 0,-2-3-464 15,-5 5-601-15</inkml:trace>
  <inkml:trace contextRef="#ctx0" brushRef="#br0" timeOffset="63227.11">13749 1994 3522 0,'-27'5'214'15,"-11"1"-15"-15,-15 6-16 0,-14 2-2 16,-9 1 21-16,-31 4 28 0,-11-1 43 0,-6 5-1 16,-17 1-5-16,-15 5-27 15,-61 11-22-15,-2 0-19 0,-3-3-22 0,7 0-26 0,53-10-6 16,13-1-18-16,13-3-11 16,19 0-14-16,19-5-55 0,37-7-58 0,14-4-80 15,8 2-78-15,14-2-90 0,5-1-64 16,7 3-70-16,10-2-85 0,-2-2-144 0,5-1-117 15,0-4 59-15,10 11-442 0,-1-5-592 16</inkml:trace>
  <inkml:trace contextRef="#ctx0" brushRef="#br0" timeOffset="63844.14">9858 2629 3343 0,'-14'2'69'16,"7"-2"-2"-16,7 0-11 0,0 0-7 16,26-17-3-16,21-1-7 0,14-2 8 15,36-5 3-15,9-4-4 0,8 2-6 0,6 1-2 16,1 0-17-16,-3 2-44 0,-2 0-29 16,-6 4-12-16,-3 1-15 0,-29 5-15 0,-1 1-30 15,-15-2-31-15,-10 3-38 0,-16 4-37 16,-11 2-7-16,-12 0-44 0,-6-3-61 15,-3 4-80-15,-6 2-128 0,2 3-51 16</inkml:trace>
  <inkml:trace contextRef="#ctx0" brushRef="#br0" timeOffset="64228.85">6780 3352 1987 0,'-44'-3'204'0,"-4"-1"-28"16,-1 1-19-16,-12 2-13 0,-3-2-25 15,-4 3-5-15,5 3 9 0,14-2 25 0,15-1 25 16,7 0 23-16,8-1-4 0,6 1-22 16,13 0-15-16,-8-6-19 0,8 6-11 0,42-21-13 15,17 2-11-15,36-12-14 16,22-4-5-16,14-2-9 0,12-2-23 0,3 2-22 16,45-12-30-16,-50 15-13 0,-7 3-24 15,-9 2-32-15,-10 2-32 0,-18 8-38 16,-29 3-41-16,-10 5-43 0,-19 1-45 0,-14 5-47 15,-11 0-76-15,-5 1-124 0,-9 1-17 16,0 3-161-16,0 0-189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19T03:12:25.45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2811 1644 1734 0,'0'0'364'16,"0"0"-47"-16,0 0-5 0,0 0-6 15,0 0-12-15,-2-9-10 0,2 9-10 16,0 0-11-16,0 0 11 0,0 0-6 0,-5-7-6 16,5 7-9-16,0 0-25 0,0 0-8 15,0 0-14-15,0 0-19 0,0 0-13 16,0 0-17-16,0 0 8 0,0 0 3 0,-11 27 6 16,9-12-7-16,-1 3 1 0,1 7 16 15,-2 0-10-15,-1 12-7 0,0-3-6 16,3-4-6-16,-2-5-24 0,1 10-131 0,-1-6 0 15,0-4 0-15,1-2 0 16,1-2 0-16,-3 1 0 0,3-3 0 0,0-1 0 16,1-1 0-16,-1-5 0 0,0 1 0 15,0-2 0-15,2-1 0 0,-2-1 0 0,2-2 0 16,0-7 0-16,0 13 0 0,0-13 0 16,0 11 0-16,0-11-295 0,0 0-293 15,0 0-159-15,0 0-179 0,23-28 89 0,-6 7-795 16,8-2-1070-16</inkml:trace>
  <inkml:trace contextRef="#ctx0" brushRef="#br0" timeOffset="348.58">3207 1719 4734 0,'0'0'20'0,"0"0"39"16,0 0 29-16,-10-5 33 0,10 5 19 15,0 0 15-15,0 0 1 0,-4-7-3 0,4 7-13 16,0 0-23-16,0 0-4 0,0 0-8 16,0 0-4-16,0 0-11 0,0 0-5 15,0 0-12-15,38 12 7 0,-28-5 4 0,-2 5-1 16,-1 1 5-16,1 1 12 0,-4 4 10 16,0 5-8-16,-4 2-4 0,0 1-7 15,-4 10-8-15,2-2-5 0,0 2-6 16,-2-7-7-16,2-4-10 0,0 12-3 15,0-10-8-15,0-4-2 0,2-3-10 0,-1-3-8 16,-1-1-36-16,2-4-50 0,-2 0-62 16,0-4-69-16,2 1-71 0,0-2-78 0,0-7-110 15,-2 5-131-15,2-5-175 0,0 0-29 16,0 0 87-16,0 0-510 0,15-24-672 16</inkml:trace>
  <inkml:trace contextRef="#ctx0" brushRef="#br0" timeOffset="550.16">3177 2038 3357 0,'-16'-2'30'0,"3"0"59"0,13 2 67 16,-18 0 56-16,18 0 47 0,0 0 44 0,-12 0 23 15,12 0 1-15,0 0-20 0,0 0-24 16,0 0-20-16,0 0-20 0,0 0-27 0,0 0-18 16,37-13-23-16,1 9-19 0,3-2-18 15,0 0-41-15,-1 0-87 0,-4 1-88 16,-3 1-71-16,-9 2-83 0,-2 2-93 0,-1-3-99 15,-8 3-107-15,5 0-160 0,-6 3-58 16,-4-3 84-16,2 2-458 0,-10-2-591 0</inkml:trace>
  <inkml:trace contextRef="#ctx0" brushRef="#br0" timeOffset="1183.51">4500 1850 2976 0,'-3'-11'28'0,"3"11"69"0,-2-8 39 0,2 8 34 16,5-12 28-16,1 5 25 0,2-1 18 15,0 0 1-15,1 1-7 0,5-1-18 16,-1 2-21-16,2 2-21 0,-2 0-20 0,5 0-13 16,-3 1-15-16,0 3-17 0,2 3-10 15,-3-3-9-15,-1 2-12 0,1 2-5 16,-3 2-7-16,0-1-4 0,-3 0 4 0,0 2-1 15,-3 1 4-15,-3-2 10 16,-2 4 3-16,-4 1-10 0,-1 1 8 0,-1 1 6 16,0-1-3-16,0 0-1 0,2-4-3 15,1 1-7-15,-1-3-3 0,2 1 2 0,2-7-3 16,-2 11 3-16,2-11-9 0,-3 10 0 16,3-10 33-16,3 12 9 0,-1-4 8 15,6 4-7-15,-1-3-13 0,3 3-3 0,-1 0-12 16,4 1-46-16,-1 1-32 0,-1 1 0 15,2-1 0-15,-4 1 0 0,-2 3 0 0,0-2 0 16,-3-1 0-16,-4-1 0 0,2 1 0 16,-4 1 0-16,-2-1 0 0,-3 1 0 15,-4-1 0-15,-1 0 0 0,-1-3 0 16,-3 0 0-16,3-3 0 0,-2-1 0 16,0-4 0-16,1 1 0 0,3-2 0 0,-2-1 0 15,13-2 0-15,-25-3 0 0,13 0 0 16,1-1 0-16,-2-3 0 0,1 0 0 0,1-3 0 15,5 1 0-15,0 1-320 0,2-2-464 16,4-3-187-16,4 3 89 0,8-3 89 16,5-1-717-16,9-3-957 0</inkml:trace>
  <inkml:trace contextRef="#ctx0" brushRef="#br0" timeOffset="1583.16">5042 1905 4544 0,'-4'-10'187'0,"0"-2"30"15,3 3 9-15,2-1-11 0,1 3 10 16,4 0-8-16,1-2-24 0,3 3-20 0,1 0-22 16,2 3-12-16,3 1-16 0,-1 2-13 15,2 3-16-15,-4 3-8 0,3 0-8 0,-3 8-6 16,-1 2 4-16,-5 3 2 0,-3 3 8 15,-4-2 6-15,-2 5 11 0,-5 8 13 16,0 2 5-16,-6 0 26 0,2-4 16 16,-2-4-4-16,3-5-159 0,5-7 0 15,1-1 0-15,0 0 0 0,3-4 0 0,-1 0 0 16,-1-1 0-16,1-2 0 0,2-7 0 16,5 13 0-16,-2-11 0 0,3 5 0 0,-6-7 0 15,23 5 0-15,-5-3 0 0,4-2 0 16,5 0 0-16,10-4 0 0,-1-1 0 15,3 2 0-15,-5-1 0 0,2-6 0 0,-11 7 0 16,-1-2 0-16,-2-1 0 0,-3 3-377 16,-2-2-387-16,-2 2-200 0,-4 1 76 0,0 0 96 15,-11 2-707-15,0 0-944 16</inkml:trace>
  <inkml:trace contextRef="#ctx0" brushRef="#br0" timeOffset="2217.02">6546 1812 3750 0,'-7'-6'-115'16,"7"6"85"-16,0 0 77 0,0 0 77 15,-5-8 66-15,5 8 58 0,0 0 52 0,0 0 31 16,0 0 7-16,0 0-6 0,-6-6-21 16,6 6-32-16,0 0-30 0,0 0-18 15,0 0 33-15,-5 27 6 0,1-11 3 16,2 11 13-16,0 10-7 0,-4 3-45 16,4 3-234-16,-2 0 0 0,4-3 0 0,0 1 0 15,-1-2 0-15,-3-5 0 0,4-7 0 16,0-6 0-16,-2-4 0 0,4-2 0 0,-4-1 0 15,4-3 0-15,-2-1 0 0,0-2 0 16,0-3 0-16,0-5 0 0,0 12 0 16,0-6 0-16,0-6 0 0,0 0 0 0,0 0 0 15,0 0 0-15,0 0 0 0,17-24-790 16,-6 8-223-16,1-1 102 0,5-7-952 0,4 2-1287 16</inkml:trace>
  <inkml:trace contextRef="#ctx0" brushRef="#br0" timeOffset="2649.13">6917 1926 5072 0,'0'0'17'0,"2"-9"54"0,-2 9 42 15,0 0 33-15,0 0 44 0,2-5 38 16,-2 5 43-16,0 0 12 0,0 0 0 0,0 0-23 16,-7 30-16-16,3-17-19 0,2 2-22 15,-3 0-14-15,5 2-24 0,0 0-11 0,-1-2-77 16,1-1-77-16,0 1 0 0,1-3 0 15,1 0 0-15,-2-2 0 0,3-1 0 16,-1-1 0-16,2 1 0 0,1-6 0 16,6-1 0-16,-11-2 0 0,29-5 0 15,-8-2 0-15,8-5 0 0,-1-3 0 0,-3-3 0 16,2 3 0-16,-7 3 0 0,-6 2 0 16,-1 3 0-16,-4-1 0 0,0 3 0 0,-2 2 0 15,-1-1 0-15,-1 2 0 0,-5 2 0 16,0 0 0-16,10 12 0 0,-10 0 0 0,0 3 0 15,-4 4 0-15,0 5 0 16,0-1 0-16,3 2 0 0,-3 0 0 16,0-1 0-16,2 0 0 0,0-2 0 0,2-5 0 15,-1-1 0-15,-1-3 0 0,2-1 0 0,0 1 0 16,-2-3 0-16,2-2 0 0,0 2 0 16,0-5 0-16,0 1 0 0,0-6 0 15,0 8 0-15,0-8 0 0,0 0 0 0,0 10-367 16,0-10-354-16,0 0-230 0,0 0 52 15,-7 2 105-15,7-2-723 0,0 0-961 16</inkml:trace>
  <inkml:trace contextRef="#ctx0" brushRef="#br0" timeOffset="3849.09">8495 1872 3886 0,'0'0'-118'0,"8"-8"73"16,-8 8 65-16,0 0 45 0,3-2 42 0,-3 2 28 16,0 0 9-16,0 0 4 0,0 0-5 15,0 0 4-15,0 0 29 0,0 0 17 16,-38 36 11-16,6-7 13 0,-4 5 4 16,-5 6-2-16,-2-1-1 0,3-2-22 15,3 4-5-15,5-6-19 0,3 0-13 0,11-10-16 16,2 1-7-16,5-4-8 0,6-5-13 15,-4-1-9-15,5-3-2 0,3-1-10 0,1 0-6 16,1-3 0-16,6-1-4 0,2 2-4 16,6-5-5-16,4-2-3 0,1-3-11 15,-2-2-42-15,2 1-19 0,-2-2 0 0,0-1 0 16,-3 0 0-16,-2-2 0 0,-2-6 0 16,3 1 0-16,-4-1 0 0,-5 1 0 15,2-1 0-15,-4 2 0 0,1 2 0 16,0 1 0-16,-3-1 0 0,-1 0 0 0,0 8 0 15,0 0 0-15,-3-12 0 0,3 12 0 16,-9-1 0-16,9 1 0 0,-18 0 0 16,18 0 0-16,-16 3-366 0,16-3-65 0,-11 4-82 15,11-4-100-15,-9 1-135 0,9-1-77 16,0 0 78-16,0 0-596 0,0 0-798 0</inkml:trace>
  <inkml:trace contextRef="#ctx0" brushRef="#br0" timeOffset="4232.92">9082 1946 3719 0,'2'-9'26'0,"-2"2"67"16,0 7 49-16,-4-10 39 0,4 10 20 0,-4-5 5 16,4 5-8-16,0 0-11 0,-13-5-19 15,13 5-2-15,0 0 4 0,-35 12-2 16,7 0 4-16,0 3-16 0,-1 2-12 15,2 2-3-15,6-2-19 0,4 0-11 0,2-5-18 16,4 3-5-16,2-1 2 0,8-1 9 0,2 1 13 16,3 1-7-16,6 4-8 15,5 5-11-15,1-2-11 0,0-3-8 0,-4-2 2 0,1-2-9 16,-1 1-10-16,-4-4-9 16,1 1-2-16,-2-2-4 0,2 1-1 15,-6-4 6-15,1 3 15 0,-4-3 8 0,0 0 4 16,-2 2 5-16,-1-3 1 0,-6 3-3 15,0 0-30-15,-4-4-40 0,-1 2 0 0,1-3 0 16,-2-1 0-16,4 0 0 0,-3-2 0 16,1-2 0-16,13 0 0 0,-27-2 0 0,14-2 0 15,1 2 0-15,1-4-345 0,2 1-131 16,-2-1-158-16,4-1-238 0,3 0 11 16,4-3 92-16,0 5-671 0,6-7-890 15</inkml:trace>
  <inkml:trace contextRef="#ctx0" brushRef="#br0" timeOffset="4598.42">9996 1881 4228 0,'-5'-7'45'0,"1"0"24"0,4 7 34 15,-5-8 32-15,5 8 34 16,-4-6 4-16,4 6-2 0,0 0-14 0,0 0-14 16,0 0-14-16,7-10-11 0,-7 10-5 15,0 0-7-15,29 4-12 0,-12-1-6 0,0 0-9 16,4 3-12-16,0-1-9 0,-2 3-3 16,1 3 12-16,-4 1 13 0,0 1 21 15,2 7 11-15,-4 7 7 0,-5-6 6 0,3 8-10 16,-8 0-4-16,4 2-13 0,-7-2-6 15,-1-4-11-15,2 1-6 0,-2-1-10 16,0 0-3-16,2-5-4 0,-2-1-15 0,0 2-32 16,0-5-38-16,0 1-60 0,0-5-83 15,0-1-83-15,-2-1-95 0,4 0-110 16,-2-5-127-16,2 3-174 0,2-1-20 16,-1-4 91-16,-3-3-523 0,0 0-675 0</inkml:trace>
  <inkml:trace contextRef="#ctx0" brushRef="#br0" timeOffset="4800.89">10059 2268 3595 0,'-20'-3'226'15,"4"1"68"-15,3 0 59 0,3 0 43 16,1-4 48-16,9 6 26 0,-13-4 3 16,13 4-16-16,-8-3-33 0,8 3-43 0,0 0-45 15,0-11-33-15,10 6-264 0,18-8-39 16,8-1 0-16,16 0 0 0,7 1 0 15,2-3-406-15,2 4-214 0,0-1-236 16,-2 1-55-16,-4 3 98 0,-12 1-746 0,0 6-1003 16</inkml:trace>
  <inkml:trace contextRef="#ctx0" brushRef="#br0" timeOffset="5232.02">10704 1926 4556 0,'2'-11'31'0,"4"2"37"0,-3 2 28 16,5 1 25-16,-1-1 17 0,5-2 2 16,3 4-6-16,0-3-12 0,0 6-15 15,3-1-11-15,-3 1-6 0,0 2-15 0,0 2-10 16,3 1-6-16,-4 2-5 0,-3 0-5 16,0 4 3-16,-1 1 8 0,-6-2 10 15,-3 5-1-15,-2 1 12 0,-8 1 15 0,-4 10-1 16,-2 1-4-16,-2-1 8 0,3-8 2 15,7 1-11-15,-3-1-9 0,3-3-3 0,2 1-4 16,0-3 5-16,3 2 3 0,2 0 5 16,2 0 9-16,2-2 7 0,-3 5 0 15,6-2-8-15,-2 1 7 0,1-1 1 16,-2-1 1-16,-1 0-5 0,-1 2-99 0,0-3 0 16,1-1 0-16,1 1 0 0,-4-1 0 15,0 1 0-15,0-3 0 0,-2-3 0 16,0 5 0-16,-3-2 0 0,2-2 0 0,-5 3 0 15,-1-4 0-15,-1 0 0 0,-3-1 0 16,-3-2 0-16,3-1 0 0,-4-1 0 0,-2 0 0 16,3-4 0-16,-4 0 0 0,1 1 0 15,-3-3 0-15,0-1 0 0,7 0-405 16,-3 0-477-16,1-5-89 0,8 1 109 0,3 0-863 16,2 2-1157-16</inkml:trace>
  <inkml:trace contextRef="#ctx0" brushRef="#br0" timeOffset="6016.91">11841 1934 4426 0,'4'-7'-64'0,"-2"0"97"0,-2 7 59 0,0-7 25 15,0 7 7-15,0 0-2 0,0 0 26 16,0 0 71-16,0 0 19 0,0 0-1 0,-9 36-18 16,1-21-25-16,5 6-19 15,-6 1-13-15,6 2-13 0,-1-4-26 16,2 0-12-16,0-2-12 0,2-3-8 0,2 0-5 15,-2-1-3-15,4-2-9 0,1-2-7 16,5-3-3-16,2-2-4 0,0-3-13 0,6-2-4 16,5-5-10-16,11-6-8 0,0-1-10 15,1-3-6-15,-3-2 4 0,0-3-3 0,-3 4 6 16,0-1-8-16,-10 5 0 0,-2 2-4 16,-3 3 1-16,-5 1-6 0,-2 2 1 15,0 4-5-15,-7 0 17 0,0 0 8 16,5 17 5-16,-9 0-2 0,1 3 1 15,-6 15-2-15,2 0-1 0,0 1-4 0,-2 2 0 0,6 0-3 16,-3-3 0-16,6-4 2 16,0-4 1-16,0-4-6 0,0-3 2 0,0 0-2 15,2-5 2-15,2-1 3 0,-3-4 3 16,4-1-7-16,1-2-33 0,-1-4-70 16,1 0-91-16,-6-3-100 0,15-1-95 0,-5-4-119 15,-1-4-147-15,3-1-202 0,5-2 61 16,-2-2 86-16,7-6-525 0,3-3-687 0</inkml:trace>
  <inkml:trace contextRef="#ctx0" brushRef="#br0" timeOffset="6448.89">12659 2034 3511 0,'-4'-9'138'0,"4"9"35"16,-2-8 23-16,2 8 21 0,0 0 22 15,0 0 28-15,0 0 36 0,0 0 25 0,0 0-5 16,0 0-23-16,0 0-25 0,-13 21-28 15,11-8-23-15,0-1-25 0,0 5-17 16,0 0-12-16,2 2-18 0,0-2-13 0,2 0-13 16,2 0-11-16,-1-2-10 0,4-1-10 15,0 0-17-15,4-2-28 0,3-4-31 0,3-3-32 16,2 1-21-16,3-5-3 0,-2-2 0 16,3-1 10-16,4-3 1 0,-6-2 5 15,9-7 2-15,-4 0 7 0,-1-3 19 16,-3 4 25-16,-8 3 19 0,0 1 11 15,-3 0 8-15,-1 3-46 0,-2 4-24 0,-8 2 0 16,9-3 0-16,-9 3 0 0,0 0 0 16,-6 30 0-16,-3 1 0 0,-3 2 0 0,-3 11 0 15,-4 5 0-15,4-2 0 0,3-1 0 16,3 3 0-16,3-10 0 0,-1-5 0 16,2-7 0-16,4-6 0 0,1-3 0 0,-2-3 0 15,2-3 0-15,0-2 0 0,-2-3 0 16,6-1 0-16,-4-6 0 0,8 8 0 0,-8-8 0 15,0 0 0-15,0 0 0 16,29-14 0-16,-22 7 0 0,-1-1 0 0,1-2-510 16,-2-2-188-16,-3-1-231 0,1 3 55 15,-3-1 92-15,-5 1-714 0,5 2-942 16</inkml:trace>
  <inkml:trace contextRef="#ctx0" brushRef="#br0" timeOffset="7216.73">13950 2119 3840 0,'1'-7'-56'0,"1"-1"76"15,-2 8 57-15,2-9 29 0,-2 9 22 0,0 0 15 16,2-6 3-16,-2 6 21 16,0 0 36-16,0 0 43 0,-6 25-10 0,6-8-24 15,-4 2-16-15,2 1-21 0,2 3-15 16,-2 2-13-16,4-1-12 0,-2 1-12 16,5-2-4-16,-4-4-15 0,3 3-3 0,4-5-10 15,-3-1-6-15,2-3 0 0,5-1-8 16,0-4-5-16,3-3-5 0,2-1-3 0,2-4-5 15,4-2-4-15,12-7-9 0,-3-3-1 16,0-3 0-16,1-7-7 0,-7 1 3 16,3-2-9-16,-6 3 9 0,-4 6 7 0,-7 2 3 15,-3 2-4-15,-2 5-1 0,1-2-8 16,-2 3-12-16,-6 4-12 0,0 0 6 16,0 0-2-16,0 19 0 0,-6 0-5 15,-5 11 1-15,-1 1 0 0,0 0-1 0,1 4 0 16,4 0-8-16,0 1 7 0,2-1-3 15,1-6-11-15,4-6-18 0,0 0-33 0,0-1-35 16,2-6-44-16,-2-1-31 0,4-4-29 16,-4 0-35-16,2-2-35 0,-1-3-53 15,-1 0-57-15,0-6-68 0,11 3-108 0,-11-3-173 16,0 0-6-16,0 0 80 16,9-17-435-16,-4 5-553 0</inkml:trace>
  <inkml:trace contextRef="#ctx0" brushRef="#br0" timeOffset="7948.42">14780 2098 3188 0,'-16'-3'51'0,"3"2"27"16,2-4 42-16,-1 5 40 0,12 0 42 15,-18 0 34-15,18 0 22 0,-14-2 13 16,14 2 6-16,0 0-1 0,-15-2-10 0,15 2-8 16,0 0-14-16,0 0-17 0,-8-4-22 15,8 4-13-15,0 0-18 0,0 0-18 16,29-6-18-16,-10 4-16 0,2 2-11 15,0 0-11-15,-2-2-14 0,-1 4-12 0,-4 0-9 16,2 3-13-16,1 4-1 0,-3 8 4 16,-2 10 4-16,-4 4 6 0,-5 3 4 15,-1 5 2-15,-4 2-4 0,-1 0 1 0,-5 3-9 16,5-1-19-16,-5-2-40 0,0-4 0 16,2 1 0-16,-1-4 0 0,3-6 0 15,1-7 0-15,-1-1 0 0,1-3 0 0,1-5 0 16,1 0 0-16,-1-1 0 0,0-1 0 15,0-2 0-15,2-8 0 0,0 11 0 16,0-11-311-16,6 3-117 0,-6-3-106 16,0 0-120-16,24-20-190 0,-6 6 24 0,0-7 95 15,0-2-593-15,-5 5-775 0</inkml:trace>
  <inkml:trace contextRef="#ctx0" brushRef="#br0" timeOffset="8165.12">14755 2486 3751 0,'-16'-2'148'0,"2"0"70"15,14 2 57-15,-17-3 63 0,17 3 46 16,-12-2 16-16,12 2 16 0,0 0-21 16,-11-3-20-16,11 3-37 0,0 0-30 0,0 0-31 15,0 0-30-15,43-10-25 16,-7 5-123-16,5 1-99 0,2 1 0 0,4-1 0 16,-6-1 0-16,-5 1 0 0,-7 0 0 15,-8 4-159-15,-1 0-123 0,-7 0-53 0,-2-2-49 16,-1 4-39-16,-10-2-56 0,13-2-94 15,-13 2-159-15,0 0-31 0,7-2 86 0,-7 2-474 16,0 0-618-16</inkml:trace>
  <inkml:trace contextRef="#ctx0" brushRef="#br0" timeOffset="10048.19">16135 2095 3050 0,'0'0'-35'0,"0"0"49"0,12-3 32 0,-12 3 26 16,0 0 29-16,0 0 13 0,5-3 6 15,-5 3 8-15,0 0-4 0,0 0-7 16,0 0-10-16,0 0-11 0,11-6-6 0,-11 6-12 15,0 0 2-15,0 0-12 0,0 0-2 16,0 0-5-16,0 0-2 0,0 0-7 0,0 0 1 16,0 0 1-16,0 0-3 15,0 0 1-15,0 0-2 0,7-6 1 16,-7 6-1-16,0 0-4 0,0 0 0 0,0 0-2 16,0 0-1-16,0 0 3 0,0 0-4 15,0 0-7-15,0 0-1 0,0 0-4 0,-23-4-4 16,23 4 1-16,-22-6-4 0,7 4-5 15,-2 0-4-15,-8-1 0 0,-2 1 0 16,1 0-2-16,0 2-1 0,-5-2 1 0,4 0-3 16,4 2 1-16,2-1-2 0,4 1-3 15,3 0 3-15,1-3-4 0,13 3 2 0,-21 0-1 16,21 0-1-16,-15-2 2 0,15 2 4 16,-13 0-8-16,13 0 6 0,0 0-2 15,-17 0 0-15,17 0 1 0,0 0 3 16,0 0-1-16,-16 0-2 0,16 0-1 15,0 0-3-15,0 0 2 0,0 0-5 0,0 0-5 16,-15 5 1-16,12 0 4 0,-2 2 0 16,1 5 2-16,1 2-1 0,-3 3 3 0,4 0-3 15,1 3 1-15,-1 4 3 0,5 0 0 16,1 9 3-16,10-2 3 0,3-1 3 16,2-1 4-16,11 3 17 0,5-5 16 0,-1 1 10 15,-6-10 9-15,3 1 2 0,-4-2 10 16,-2-2 16-16,-7-3 20 0,-4-1-5 0,-1-3 7 15,-4 1-5-15,1-1-6 0,0 1-3 16,-7 0 7-16,3-1 5 0,-2 3 4 16,-4-1 8-16,2-2 0 0,-4 3 2 15,-2 1-4-15,-4-1-5 0,-3 3-12 16,-1 0-8-16,-2-1-9 0,-10 5-69 0,3-4-25 16,5-5 0-16,-4 3 0 0,2-3 0 15,-4-1 0-15,3-2 0 0,2 0 0 0,2-3 0 16,-2-3 0-16,3-2-129 0,1-1-226 15,-1-4-92-15,7-4-99 0,3 0-114 16,6-5-200-16,7-4 63 0,15-6 80 0,10-6-535 16,6 0-712-16</inkml:trace>
  <inkml:trace contextRef="#ctx0" brushRef="#br0" timeOffset="10431.1">16629 2273 3504 0,'13'-10'41'16,"-6"6"40"-16,3-2 29 0,-2 0 16 15,-8 6 6-15,9-6-3 0,-9 6-13 0,6-2-17 16,-6 2-7-16,0 0-1 0,10 17-3 16,-10-3-3-16,-2 4-2 0,-6 13 6 15,-2 4-3-15,-3 0 1 0,-6 9-7 0,4-8-5 16,-1-2-9-16,5 1-2 0,1-2-4 16,6-8-5-16,3-2-3 0,1-3 2 0,1-1-2 15,6-4 0-15,2 1-3 16,6-3-3-16,2-3-3 0,5-4-2 0,0-1-6 15,-1-5-4-15,4-2 1 0,0-1 23 16,-3-3 23-16,-2-4 19 0,-5 0 8 16,-2-7 6-16,-4 0-12 0,-5-6-3 0,-4-1-13 15,-7-11-5-15,-6 3 0 0,-10-7-5 16,-2 1-13-16,3 6-15 0,0 6-7 0,-1 2 1 16,4-1-2-16,4 9-1 0,-1 3-10 15,7-1 1-15,2 4 1 0,-1 3-3 16,4-3-6-16,-2 0-26 0,6 0-47 0,0 1-56 15,4 1-58-15,4-1-74 0,3-1-86 16,9 2-96-16,10-5-123 0,10 5-197 16,3 1-5-16,5 2 86 0,11-2-433 15,2 10-567-15</inkml:trace>
  <inkml:trace contextRef="#ctx0" brushRef="#br0" timeOffset="10980.22">18302 2031 2843 0,'7'-8'-55'0,"1"4"54"0,-4-1 46 0,-4 5 36 15,9-9 45-15,-9 9 43 0,0 0 27 16,6-6 7-16,-6 6 0 0,0 0-5 16,4-3-14-16,-4 3-10 0,0 0 33 0,0 0 14 15,-31 21 12-15,4 2 16 16,-16 10 8-16,-3 4 2 0,1 6-9 0,-15 9-10 15,14-8-13-15,7 1-15 0,-1-1-19 16,6-1-13-16,7 0-18 0,4-1-16 0,10-10-11 16,1 0-13-16,6-7-13 0,4-4-4 15,1-3-10-15,2-1-7 0,9-3-6 16,0-2-29-16,5-3-53 0,6 1 0 0,-1-6 0 16,1-4 0-16,4 0 0 0,0-4 0 15,-3-4 0-15,2 0 0 0,0-7 0 0,1-3 0 16,-5-1 0-16,-4-2 0 0,-3 1 0 15,-4 5 0-15,-6 1 0 0,1 2 0 16,-2 1 0-16,-4 2 0 0,-2-1 0 16,-3 3 0-16,-5-2 0 0,-3 4 0 15,-1 2-31-15,2 1-341 0,-4 4-118 0,0-2-172 16,0 1-267-16,9-1 80 0,9 0 101 16,0 0-650-16,0 0-850 0</inkml:trace>
  <inkml:trace contextRef="#ctx0" brushRef="#br0" timeOffset="11347.61">19046 2130 4030 0,'-3'-16'-29'0,"3"4"34"0,-6 2 50 16,4 1 20-16,-3 3 17 0,-4 0 13 15,-2 4 2-15,11 2-1 0,-28 2-4 16,9 2 14-16,-4 4 4 0,-5 4-8 0,1 5-1 15,2 4-1-15,5 1 5 0,0 4 8 16,11 3 9-16,2-5 17 0,7 1 11 0,3-2-17 16,6 9 16-16,6 0 8 0,3-2 0 15,-2-2-3-15,2-1 3 0,0-1 0 16,-4-2 4-16,-3-4-7 0,0-6-12 0,-6 1 3 16,-1-1-5-16,-1 1 7 0,-3-3 11 15,0-3-124-15,0 3-44 0,-5 1 0 16,-2-1 0-16,-4 1 0 0,-2-3 0 15,-1 1 0-15,-6-2 0 0,1 1 0 0,-6-5 0 16,-3 0 0-16,-9-2 0 0,5-1 0 16,1-4 0-16,3 0 0 0,-10 1 0 0,0-4 0 15,6-4-21-15,3 3-913 0,8 0-64 16,0-2 102-16,4 6-921 0,-1-2-1244 16</inkml:trace>
  <inkml:trace contextRef="#ctx0" brushRef="#br0" timeOffset="12714.44">21328 2203 5225 0,'0'-19'-57'15,"0"5"23"-15,0 3 42 0,0 2 48 16,0 2 17-16,0-1 5 0,0 8-6 16,0 0-10-16,0 0 37 0,0 0 31 0,0 0 3 15,-12 22-12-15,3 9-15 0,4-1-2 16,-4 7-7-16,6 0-9 0,-5 2-15 0,4-1-2 15,3-1-12-15,-3 0 4 0,0-10-27 16,4-2-30-16,-2-7-40 0,2 1-47 16,-1-5-76-16,1-1-68 0,0-1-67 0,3-5-92 15,3-5-128-15,-6-2-169 0,21-4-24 16,-4-5 71-16,8-7-374 0,-4-5-484 0</inkml:trace>
  <inkml:trace contextRef="#ctx0" brushRef="#br0" timeOffset="13113.75">21528 2141 2738 0,'-6'-15'-23'16,"5"3"39"-16,-1 2 33 0,0 1 26 0,0 3 40 16,-2-2 31-16,4 8 14 0,2-10-2 15,-2 10-31-15,8-8-10 0,-8 8-13 16,19 4-10-16,-4 2-9 0,0 2-5 0,9 11-11 16,1 4-5-16,-2 2-10 0,-5 4-4 15,-1 0-5-15,-8 0-2 0,-3 3 0 0,-2-7-5 16,-6 0 5-16,0-2-4 0,-8 6 4 15,-3 1 16-15,-1-5 5 0,0 1 12 16,-2-7 16-16,3-2 21 0,2-2 18 16,1-4 11-16,0 1 3 0,3-4-7 15,2 1-1-15,0-1-14 0,-1 2-5 0,3 0 1 16,1-1-1-16,-2 3-17 0,2 0-10 16,0 3-4-16,2-2-7 0,-1 1-8 0,-1 2 0 15,0-1-5-15,0-1 4 0,-1 1 6 16,1-1-6-16,-1-1 2 0,-1-1 9 15,0-2-1-15,3 1 4 0,-3-3-1 0,-2 1-2 16,3-1-1-16,-6-1-12 0,2-2-5 16,-2 1-9-16,-3-5-10 0,12-1-15 15,-24-1-50-15,8-5-72 0,-2-2-105 0,5-4-116 16,4-3-143-16,1-4-168 0,6 2-243 16,6-7 68-16,8-5 99 0,2-2-558 15,13-4-719-15</inkml:trace>
  <inkml:trace contextRef="#ctx0" brushRef="#br0" timeOffset="13313.13">22188 2488 4030 0,'0'0'384'16,"-4"7"31"-16,4-7 31 0,0 0 20 0,0 0-13 16,0 0-38-16,0 0-38 0,0 0-40 15,30-6-32-15,-7 6-32 0,3 0-47 16,19 2-162-16,-4 0-64 0,0 0 0 15,-9-1-88-15,10 4-230 0,-14-5-112 0,-1 2-144 16,-6-2-192-16,0 0-109 0,-6-2 89 16,-2-1-695-16,-3 0-928 0</inkml:trace>
  <inkml:trace contextRef="#ctx0" brushRef="#br0" timeOffset="13597.37">23316 2215 4291 0,'3'-16'108'0,"3"5"77"16,-2 2 64-16,-4 0 49 0,2 3 14 0,-2 6-18 16,2-9-30-16,-2 9-25 0,0 0-12 15,0 0 6-15,0 0-10 0,-14 33-17 0,3-1-18 16,2 7-19-16,-9 9-18 0,7 5-11 15,-1 1-14-15,-1-2-12 0,1-1-15 0,1-3-36 16,2-12-51-16,-1-2-28 16,2-1-92-16,1-7-85 0,3-6-75 0,-1-1-78 15,-2-4-80-15,5-3-74 0,2-3-118 16,0-4-201-16,0-5 65 0,0 0 86 0,0 0-514 16,0 0-647-16</inkml:trace>
  <inkml:trace contextRef="#ctx0" brushRef="#br0" timeOffset="13780.2">23219 2191 3604 0,'-8'-14'186'0,"6"1"67"0,-1 4 62 15,2-1 22-15,2 0-5 0,2 3-16 16,3-2-34-16,3 0-26 0,5 1-25 0,4 3-21 16,7 2-40-16,15-2-76 15,4 5-108-15,4 5-121 0,13 1-138 0,-2 4-168 16,-2 1-230-16,-5 3-113 0,-2 1 90 15,-18-3-522-15,-12 7-678 0</inkml:trace>
  <inkml:trace contextRef="#ctx0" brushRef="#br0" timeOffset="14246.39">23423 2728 3752 0,'-10'7'221'0,"0"-4"34"0,7 0 30 0,3-3 23 15,0 0 1-15,0 0-4 0,0 0-24 16,0 0-25-16,39-1-25 0,-17-1-24 16,4-3-20-16,7 0-19 0,-5-2-17 0,3-4-15 15,-4 3-15-15,-9 0-10 0,9-9-11 16,-4 3-6-16,-5-3-14 0,-4 2-6 16,4-9-9-16,-7 2-6 0,-2-4-6 0,-1 5-8 15,-6 1-5-15,-2 5-8 0,0 1-4 16,-4 4-5-16,-4-2-2 0,-5 4-3 0,-2 1-1 15,-7 2 2-15,0 3-2 0,1 4-4 16,-6-2-2-16,9 3-4 0,-2-1 0 0,6 1-3 16,2-1 4-16,1 0 1 15,11-2 13-15,-9 7 7 0,9-7-17 0,0 0-12 16,37 6 0-16,-11-4 0 0,3 0 0 16,9 1 0-16,-2 0 0 0,-1-1 0 15,-10 3 0-15,-2 1 0 0,-5 0 0 0,0 1 0 16,-2 3 0-16,-2 2 0 0,-5 4 0 15,1 1 0-15,-4 2 0 0,2 0 0 0,-7 3 0 16,1-3 0-16,0-1 0 0,-4 3 0 16,2 0 0-16,-2-2 0 0,2 1 0 15,0-2 0-15,-1-1 0 0,1-4 0 16,0-1 0-16,0 0 0 0,1-1-591 0,5-5-343 16,-2 2 6-16,6-4 105 0,3-4-849 15,1 2-1107-15</inkml:trace>
  <inkml:trace contextRef="#ctx0" brushRef="#br0" timeOffset="14613.2">24415 2652 5003 0,'-9'-4'150'0,"1"2"57"0,8 2 43 16,0 0 18-16,-10-4 13 0,10 4-2 15,0 0-15-15,0 0-24 0,0 0-21 16,23-7-24-16,-23 7-18 0,21-1-18 0,-9-2-18 15,1 2-13-15,2-2-14 0,1-3-12 16,1 2-88-16,-4-2-14 0,2-3 0 0,1 1 0 16,-3-4 0-16,-4 1 0 15,-1-1 0-15,-2-1 0 0,-4 1 0 0,-4 2 0 16,-4-1 0-16,-6 1 0 0,-1 2 0 16,-4 2 0-16,-3 3 0 0,-4 3 0 0,-10 7 0 15,-2 3 0-15,3 5 0 0,2 5 0 16,-3 7 0-16,7-2 0 0,7 4 0 15,3 0 0-15,4 0 0 0,5-2 0 0,8-5 0 16,0-1 0-16,8 1 0 16,3 5 0-16,6-3 0 0,5-2 0 0,5-2 0 15,6-7 0-15,-1 0 0 0,5-3-320 0,3-6-128 16,1-1-87-16,4-3-107 0,-2-7-199 0,9-6 37 16,-4-3 76-16,-1-4-589 15,-6-5-775-15</inkml:trace>
  <inkml:trace contextRef="#ctx0" brushRef="#br0" timeOffset="14997.84">25051 2536 3682 0,'-14'0'61'15,"14"0"52"-15,0 0 37 0,0 0 45 0,-22 0 36 16,22 0 27-16,0 0 22 0,0 0 29 16,-7 5-8-16,7-5-26 0,0 0-20 15,0 0-24-15,31 14-22 0,-19-13-19 16,4 2-20-16,3-1-18 0,2 0-12 15,-2-4-15-15,2 2-13 0,-2-2-9 0,0-2-13 16,-2 0-7-16,-1-3-8 0,-3 1-14 16,-1-2-7-16,-7-2-10 0,1 2-8 0,-8-1-5 15,-4 1 1-15,-7 1-8 0,-11 1-1 16,2 3-2-16,-6 3-2 0,-10 3-2 16,-1 4 1-16,3 5 3 0,2 5-21 0,3 3 0 15,4 1 0-15,2 4 0 16,9 2 0-16,-2 1 0 0,11-4 0 0,3-4 0 0,6-1 0 15,4 2 0-15,3-1 0 0,8 4 0 16,7-2 0-16,1-1 0 0,9-6 0 16,-2 2 0-16,2-6 0 0,0-2 0 15,-5 0 0-15,-6-5 0 0,-3 1 0 0,-2-1 0 16,-5 0 0-16,-1-2 0 0,-5 0 0 16,-7-2-251-16,8 0-385 0,-8 0-160 0,0 0-113 15,0 0 89-15,0 0-805 0,0 0-1065 16</inkml:trace>
  <inkml:trace contextRef="#ctx0" brushRef="#br0" timeOffset="15613.23">26737 2576 4608 0,'0'0'-114'0,"-16"-5"78"16,16 5 46-16,0 0 66 0,-42 14 55 15,27-1 51-15,-8 6 56 0,0 3 15 0,4-1 8 16,0 2-2-16,7 0 2 16,7-5-8-16,-1-1-9 0,4 4-10 0,10-1-12 15,5 8-16-15,8-4-20 0,10-3-19 16,11 0-16-16,3-3-14 0,9-4-14 16,-11-8-12-16,4-1-83 0,-4-3-28 0,-2-4 0 15,-4 0 0-15,-2-5 0 0,-7-3 0 16,-5-2 0-16,0-5 0 0,-6-7 0 0,-4-3 0 15,-5-5 0-15,-4-4 0 0,-4 0 0 16,-4 1 0-16,-6 5 0 0,-3 0 0 16,-2 7 0-16,-8 1 0 0,-2 5 0 0,-1 4 0 15,-7 3 0-15,8 4 0 16,2 6-325-16,5 0-99 0,-2 4-106 0,3 0-127 16,6-3-212-16,5 4 62 0,6-5 90 15,0 0-597-15,21 5-770 0</inkml:trace>
  <inkml:trace contextRef="#ctx0" brushRef="#br0" timeOffset="15928.69">27352 2542 3944 0,'0'0'135'0,"5"-4"32"0,-5 4 31 15,0 0 36-15,0 0 42 0,0 0 37 0,0 0 9 16,-23 23-12-16,14-6 1 16,-2 10-14-16,-1 5-22 0,-1 3-26 0,2-1-22 15,-1 1-24-15,3 0-21 0,3-4-18 16,1 0-16-16,-2-6-15 0,3-6-30 15,1-1-103-15,1-7 0 0,2 1 0 0,-2-4 0 16,0 0 0-16,2-8 0 0,0 0 0 16,0 0 0-16,0 0 0 0,0 0 0 0,31-22 0 15,-17-1 0-15,11-12 0 0,4-11 0 16,2-3 0-16,13-21 0 0,-3-3 0 0,3 5 0 16,0-4 0-16,-2 1 0 15,-10 21 0-15,-1 4 0 0,-5 8 0 0,-6 9 0 16,-9 12 0-16,1 0 0 0,-7 7-123 15,3 3-302-15,-3 4-36 0,-5 3-46 0,0 0-84 16,0 0-181-16,-7 22-35 0,-4-5 82 16,-10 10-561-16,-8 6-744 0</inkml:trace>
  <inkml:trace contextRef="#ctx0" brushRef="#br0" timeOffset="16081.94">27180 2716 3582 0,'-13'3'47'0,"4"-1"44"16,9-2 37-16,-14-2 32 0,14 2 4 15,0 0-9-15,0 0-17 0,0 0-14 0,32-18-13 16,2 9-47-16,13 2-68 0,10-3-86 16,9 5-108-16,5-2-141 0,2-4-202 15,10-1-88-15,22 1 73 0,1-1-263 16,7 0-305-16</inkml:trace>
  <inkml:trace contextRef="#ctx0" brushRef="#br0" timeOffset="16401.09">28673 2559 2497 0,'-23'2'108'0,"2"4"33"16,-3-2 48-16,4 1 39 0,-10 7 24 0,3 2 25 15,2 3 2-15,2 4-3 0,3-1-8 16,2 1-15-16,7-1-7 0,4 0-25 16,4-3-19-16,3 0-23 0,3 2-18 0,6 0-23 15,6 5-17-15,6-3-8 0,2 0-7 16,3-7-14-16,2 1-22 0,5-7-9 15,-7-2-7-15,-2 0 1 0,-5-4-4 16,-1-2-4-16,2-2 8 0,-3-4 2 0,-4 0 13 16,5-6-3-16,-5-3 0 0,0-10-2 15,-3-4-8-15,-5 3-11 0,-3 3 2 16,-2 2-19-16,-2 2-8 0,-1 2 4 0,-5-3-13 16,-4 6-5-16,1 2-19 0,-3 3-47 15,-2 3-55-15,0 4-80 0,0 2-88 0,-2 2-109 16,1 4-108-16,3 0-169 0,7 0-105 15,3 1 77-15,4-3-536 0,2 6-695 0</inkml:trace>
  <inkml:trace contextRef="#ctx0" brushRef="#br0" timeOffset="16846.46">29115 2946 3764 0,'0'0'194'0,"0"0"30"0,0 0 35 16,0 0 39-16,0 0 20 0,0 0-14 15,0 0-20-15,0 0-27 0,0 0-28 0,0 0-30 16,0 0-16-16,0 0-23 16,0 0-26-16,0 0-19 0,0 0-22 0,0 0-11 15,0 0-28-15,0 0-18 0,0 0-14 16,-20-21-6-16,20 10-4 0,3-1-2 0,-3-2 1 16,-3-3-5-16,-1-5-3 0,3 3 2 15,-3-4 0-15,0 5-4 0,1 1 1 16,1 2-1-16,-4-1 11 0,2 6-3 0,2 0-3 15,0 1 3-15,0 1 1 0,0-1 2 16,2 9 2-16,0-12 4 0,0 12-6 0,4-8-4 16,2 3 11-16,4-1-7 0,6 2-4 15,5 0 0-15,1 2 0 0,-1 2-7 16,-3-2-2-16,0 2 11 0,-3 4 11 0,-1-2 10 16,-2 3 18-16,2 2 11 0,-3 0 14 15,-1 5 19-15,0 0 1 0,-5 1-6 16,3 1-9-16,-5 1-2 0,3 2-8 15,1 0-69-15,-6 1 0 0,5-1 0 0,-2 1 0 16,-1-1 0-16,3 3 0 0,-3-5 0 16,4 1-88-16,-1-3-143 0,-1-1-69 0,2-1-87 15,3-2-108-15,0-4-138 0,3-3-209 16,2 0 53-16,4-6 89 0,6-1-567 16,5-9-728-16</inkml:trace>
  <inkml:trace contextRef="#ctx0" brushRef="#br0" timeOffset="17279.79">30325 2102 3515 0,'3'-15'39'0,"1"3"68"0,-2 0 57 15,0 5 46-15,-2 2 26 0,0 5 18 16,0-9-10-16,0 9-9 0,0 0 38 0,0 0 48 16,0 0 9-16,-27 31-4 0,10 0-14 15,-2 13 6-15,-1 4 3 0,-3 3-13 16,0 4 3-16,-1 1-29 0,4-2-197 0,1 0-85 15,1-5 0-15,2-1 0 0,3-10 0 16,2-8 0-16,4-1 0 0,0-4 0 16,0-4 0-16,3-4 0 0,1-2 0 15,-1-3 0-15,2-3 0 0,0-2 0 0,1-1 0 16,1-6 0-16,-2 12 0 0,2-12 0 16,0 0 0-16,0 0 0 0,0 0 0 15,0 0 0-15,0 0 0 0,-8-29 0 0,2 19 0 16,-2 0 0-16,-4-2 0 0,-6 1 0 15,-3 5 0-15,0 1 0 0,2 1 0 0,0 4 0 16,0 4 0-16,-4 1 0 0,4 3 0 16,2 1 0-16,1 1 0 0,3 0 0 0,4 0 0 15,1 1 0-15,2-1 0 0,4 0 0 16,2-1 0-16,2 1 0 0,6 2 0 16,7 0 0-16,0-1 0 0,6-3 0 0,8 2 0 15,3-1-78-15,4-3-434 16,-5-1-111-16,-3-3-175 0,3-2-85 0,6-3 95 15,-8-1-746-15,7-2-977 0</inkml:trace>
  <inkml:trace contextRef="#ctx0" brushRef="#br0" timeOffset="17864.23">30431 2798 4229 0,'0'0'3'16,"-24"3"47"-16,24-3 37 0,0 0 42 0,0 0 40 15,-10 4 37-15,10-4 10 16,0 0 3-16,0 0-18 0,0 0-14 0,28 8-21 16,-14-4-12-16,-3-3-14 0,9 1-15 15,-5-2-13-15,-2 0-5 0,4 0 1 0,-17 0 22 16,25-2 4-16,-11 1-6 0,-5-3 4 16,0-1-7-16,-1 0-10 0,-8 5-13 15,10-10-15-15,-8 5-12 0,-2 5-8 0,0 0-7 16,-14-9-7-16,14 9-4 0,-24 0-7 15,6 5-3-15,-3 4-3 0,1-1 2 0,-1 3-4 16,3 1-4-16,1 0-3 0,2-1 3 16,2 4-6-16,1-2 2 0,2 0-26 15,5-1 0-15,1-1 0 0,4-1 0 16,4 0 0-16,1 3 0 0,5-1 0 16,5-2 0-16,7 1 0 0,3 0 0 0,0-2 0 15,-1-4 0-15,-5-1 0 0,-1-1 0 16,4-3 0-16,-7 0 0 0,2-2 0 0,-1-3 0 15,-2-3 0-15,-2-3 0 0,-2 0 0 16,1-5 0-16,-2-3 0 0,1-1 0 0,-1 3 0 16,-1-1 0-16,2 1 0 0,-4 3 0 15,-1 5 0-15,1-3 0 0,-3 6 0 16,1-1 0-16,1 0 0 0,-2 2 0 0,-3 5 0 16,8-7 0-16,-8 7 0 0,0 0 0 15,0 0 0-15,0 0 0 0,28 15 0 16,-20-1 0-16,1 1 0 0,-1 5 0 15,0-2 0-15,1 2 0 0,-4 1 0 0,4 2 0 16,-4-4 0-16,-1-2 0 0,0 0 0 16,-2 0 0-16,-1-3 0 0,1-2 0 0,0 0 0 15,0-2 0-15,1 0 0 0,-1-3 0 16,-2 1 0-16,0-8 0 0,3 9-312 16,-1-5-384-16,-2-4-218 0,0 0 22 0,15 0 98 15,-1-2-765-15,13-1-1001 16</inkml:trace>
  <inkml:trace contextRef="#ctx0" brushRef="#br0" timeOffset="18146.5">31630 2921 4333 0,'0'0'45'0,"-7"-4"48"0,7 4 43 0,0 0 32 15,0 0 29-15,0 0 11 0,0 0-21 16,0 0-16-16,20-7-21 0,-4 7-18 0,0 0-63 16,11 1-80-16,-2 1-86 0,2-1-92 15,2 2-70-15,12-3-68 0,-6 0-96 16,11 0-154-16,-7-3-84 0,2-1 44 15,-1-1-311-15,-4-2-408 0</inkml:trace>
  <inkml:trace contextRef="#ctx0" brushRef="#br0" timeOffset="18496.23">32312 2791 2581 0,'0'0'62'0,"0"0"48"0,0-7 50 16,0 7 34-16,0 0 15 0,0 0 1 0,0-8-17 15,0 8-20-15,0 0-12 16,0 0-18-16,0 0-17 0,19 24-13 0,-9-11-12 15,-2 1-4-15,-3 1-12 0,1 2-11 16,0-3-5-16,-5 3-8 0,-1-2-8 16,-1 1 7-16,-1 2 13 0,-4 1 25 0,-1 0 36 15,-2-7 22-15,0 6 4 0,2 1 3 16,-2 0 19-16,-2 0 1 0,-1 6 6 16,-1-1 6-16,6-7 8 0,0 2 1 0,1 1-10 15,1-1-7-15,-2-1-6 16,3 3-7-16,1-4-7 0,-3-2-9 0,3 3-6 0,-1-3-149 15,-5 0-3-15,6-1 0 16,-6 0 0-16,1 0 0 0,-6-1 0 0,1-1 0 16,-4 1 0-16,-2-2 0 0,0 0 0 15,-2-4 0-15,-1-1 0 0,0-1 0 16,3 0 0-16,0-3 0 0,0 0 0 0,1-4 0 16,2 0-166-16,-4 0-583 0,6-4-229 15,-2 0 71-15,5 1 108 0,0 5-763 0,11 0-1004 16</inkml:trace>
  <inkml:trace contextRef="#ctx0" brushRef="#br0" timeOffset="20081.41">21793 3105 4121 0,'-11'-2'-137'0,"1"2"16"0,10 0 10 16,-19-2 10-16,19 2 20 0,-12 0 43 15,12 0 48-15,0 0 35 0,0 0 19 16,0 0 3-16,0 0-2 0,0 0-13 16,0 0 2-16,34 8-5 0,5-4-3 0,8 0-2 15,9 4-11-15,9 1-2 0,5-1-2 16,3 3-14-16,6-5-18 0,3 0-18 0,8-2-11 16,0-2-7-16,26 2 7 0,0 0-2 15,1-1 6-15,-4-1 1 0,0 2 7 0,7 0 7 16,0 2 4-16,4-2 2 0,-4 6 3 15,4-3 0-15,-6 4 4 0,1-2 8 16,-1 2 2-16,2 3-1 0,4 2 0 16,-2-2-1-16,1 1 2 0,-1 0 0 15,2 2-6-15,0-3 0 0,-4 1 1 0,-3-5-5 16,-3-1-2-16,-4 2 0 0,-1-6-3 16,-21 0 5-16,0 1-3 0,-2-4-1 0,7 2-9 15,17 1-6-15,-21-2-7 0,24 1-5 16,-25 1 5-16,1-2 1 0,19 3 1 0,-20 1 2 15,19 0 2-15,-25-1 3 0,2 1 3 16,-9 2 0-16,-5-2 4 0,-5 0 3 16,-5-3 1-16,-11 2 2 0,-6-2 8 0,-2-2 1 15,6 1 8-15,-6-2-6 16,5 1 0-16,2-1-4 0,1 1 0 0,1 2 2 16,17 0-5-16,-4 2 0 0,1 0-4 15,3 2-10-15,-8 0-3 0,2-1-7 0,0 2 0 16,-7 0 3-16,-11-4-1 0,-4 3 3 15,-3 1 6-15,-9-2 1 0,-5-4 7 0,-3 1 8 16,2-1 9-16,-2-2 9 0,-2 1 4 16,5-2 9-16,-4 0 0 0,3 0 20 15,3 0-5-15,2 2 0 0,3 0-1 0,0-2-1 16,0 1-7-16,10 1-4 0,1 2-7 16,-2 1-5-16,0 2-5 0,6-1-1 15,2 1-17-15,8 5-13 0,7 2 3 16,7-1-9-16,4 3-11 0,0 1-12 0,23 1-3 15,3 1 7-15,1-1 1 0,-19-5-6 16,21 2-7-16,2-2 1 0,-25-4-1 0,0 0 6 16,-2-2-3-16,-2-3 4 0,-3 0 2 15,-6-1 1-15,-4-1 8 0,-11 0 4 16,-1-1 5-16,-1 1 6 0,-6-2 3 0,-5 0 2 16,0 0 1-16,-9 0 6 0,-1-2 6 15,-4 1 18-15,-2-1 22 0,-1 2 7 16,-2-4 5-16,2 3 2 0,-9-3-18 0,0 3 13 15,1-1-3-15,-3 1-10 0,-4-3 1 16,-5 4-6-16,18-3-15 0,-11 1 11 16,3-1-21-16,4 3-20 0,0 0-1 15,15 5-17-15,15 2-12 0,19 4-16 0,5 1-5 16,9 5-3-16,18 6-3 0,0 1-12 16,-5 1 0-16,-20-4 4 0,-3-2 9 0,-8-1 23 15,-6-1 23-15,-17-5 29 0,-7-7 29 16,-8 1 36-16,-4-3 25 0,-3 0 22 0,-5 1 8 15,-2-2 12-15,-7-2-2 0,0 0-12 16,18-2-10-16,-18 2-13 0,0 0-15 16,0 0-9-16,0 0-55 0,-2-12-89 0,2 12-138 15,0 0-233-15,-11-13-192 16,1 9 66-16,4 0-276 0,6 4-324 0</inkml:trace>
  <inkml:trace contextRef="#ctx0" brushRef="#br0" timeOffset="28377.84">19771 2278 1059 0,'3'-7'241'0,"4"1"-24"16,-3 0-30-16,-3-2-21 0,3 1 6 16,-2 0 2-16,-2 7-8 0,4-15 4 0,-2 8 19 15,-1 0 16-15,-1 7 7 0,2-10-1 16,-2 10-1-16,2-10-11 0,-2 10-11 0,2-7-16 15,-2 7-15-15,0 0-11 0,0 0-12 16,0 0 19-16,0 0 2 0,-17 20-11 16,5-3-13-16,1 9-8 0,-4 3-16 15,3 3-6-15,-1-1-7 0,3 1-8 0,3-1-5 16,1 0-4-16,3-6-1 0,3-4-5 16,0-2 2-16,2-4-9 0,-1 2 1 15,1-5 2-15,2 0 5 0,1-4-4 0,4 4 2 16,-2-7-5-16,4-3-5 0,3 0-8 15,3-2-8-15,0-4-1 0,5-3-6 16,0-1-5-16,5-6-1 0,-1-1-4 0,-1-4-8 16,0 2 0-16,-6 2-5 0,-5 3 5 15,-3 3-2-15,-2 2-6 0,-3-1 1 0,2 2-4 16,-5 2-6-16,-3 4-2 0,0 0 4 16,0 0 11-16,0 0 0 0,-1 25 4 15,-3-8 6-15,-2 4 4 0,-2 11 3 16,2-1 11-16,3-4 15 0,1-1-3 15,2 0 1-15,0-2-5 0,2 1 2 0,0-4-6 16,-1-1-4-16,-1-5-6 0,0-1-1 16,2-1-4-16,0-1-4 0,0-1-4 0,0-3-9 15,-2 1-14-15,0-1-52 0,0-8-65 16,-4 10-92-16,4-4-133 0,0-6-193 0,-36 8-383 16,21-16 100-16,0-1 87 15,2-3-620-15,-1-2-805 0</inkml:trace>
  <inkml:trace contextRef="#ctx0" brushRef="#br0" timeOffset="30709.93">21027 1754 1791 0,'0'-23'110'0,"-2"5"-27"0,-1-2 0 0,-2 7 1 15,1-1 6-15,4 3 4 0,-2-2 5 16,2 5-10-16,-1-1-13 0,-3 2-13 15,4 7-6-15,0 0-1 0,0 0 6 0,-29 37 22 16,4 5 0-16,0 9 20 0,-11 24 7 16,-1 7 6-16,0 9 32 0,1 5 11 0,1 3 0 15,3 4 0-15,1-2-12 16,3-1-13-16,6-7-10 0,0-8-13 0,10-17-7 16,-2-2-11-16,4-6-8 0,0-8-7 15,7-7-8-15,-5-7-3 0,3-2-6 16,-1-10-7-16,4-3-7 0,0-7 0 0,1-1-5 15,-4-3-2-15,3 0-4 0,0-3-3 16,2-1 0-16,-2-2-2 0,2-6-10 0,0 8-18 16,0-8-53-16,0 0-84 0,0 0-111 15,0 0-156-15,20-26-239 0,-15 13-36 16,1-5 77-16,-1 0-324 0,0 1-403 0</inkml:trace>
  <inkml:trace contextRef="#ctx0" brushRef="#br0" timeOffset="33761.21">6514 4855 2451 0,'1'-12'3'0,"-1"5"56"0,0-1 44 16,0 8 41-16,2-12 35 0,-2 12 22 0,2-9 18 16,-2 9 13-16,0 0 3 0,0-10-12 15,0 10-19-15,0 0-22 0,0 0-15 16,0 0 20-16,0 0 12 0,0 0 10 0,-12 31 11 16,8-10-12-16,-7 14 7 0,4 0 11 15,-5 15-23-15,5 1-19 0,-3-1-12 16,2-9-6-16,2 1-6 0,5-5-10 15,-3-2-14-15,0-6-9 0,2-5-9 0,0-2-13 16,-1-4-8-16,-1-2-10 0,4-2-2 16,-3-2-12-16,1-2-6 0,2-2-7 0,-1-1-3 15,-1 3-6-15,2-10-24 0,0 9-27 16,0-9 0-16,0 0 0 0,0 0 0 0,0 0-23 16,0 0-133-16,0 0-77 15,0 0-92-15,8-22-115 0,-1 8-119 0,1-1-136 16,1-2-136-16,1 1 76 0,1-1-665 15,5-8-870-15</inkml:trace>
  <inkml:trace contextRef="#ctx0" brushRef="#br0" timeOffset="34176.36">6991 4850 4040 0,'-5'-9'-68'0,"-1"6"54"16,6 3 20-16,-5-8 43 0,5 8 2 0,-6-5 10 15,6 5-10-15,0 0-10 0,0 0 12 16,0 0-7-16,0 0 5 0,0 0-9 0,20-5 0 16,-4 5 1-16,4 1-7 0,3-1-2 15,2 3 0-15,0-1-12 0,0 2 3 16,-3 2 6-16,-2-1-13 0,-3 4 13 0,-2 4 24 15,-6 2 17-15,0 3 11 0,-7 7 15 16,-1 0 22-16,-6 13 20 0,-2 2 10 0,-4 10-10 16,0-3-11-16,-3-1-7 0,3-7-11 15,2 0-17-15,-1-5-5 0,3 0-12 16,-3-1 0-16,4-9-13 0,4-3-9 16,-2-3-4-16,2-6-10 0,2-1-16 15,-1-1-18-15,1-3-22 0,0-1-34 0,0-6-39 16,0 0-58-16,0 0-68 0,0 0-73 15,0 0-82-15,0 0-103 0,0 0-130 0,17-21-80 16,-15 11 63-16,0-1-395 0,0-1-490 16</inkml:trace>
  <inkml:trace contextRef="#ctx0" brushRef="#br0" timeOffset="34426.89">7016 5199 2866 0,'-23'0'97'0,"23"0"63"0,-13-3 21 15,13 3 22-15,0 0 22 16,0 0 33-16,0 0 33 0,0 0 16 0,0 0-6 16,0 0-32-16,67 3-26 0,-25-6-23 15,3 3-22-15,3 0-46 0,-4-2-15 16,-1 0-11-16,-2 2-18 0,-11 0-11 0,-3 0-16 16,-8-2-10-16,-4 2-3 0,-2 0-9 15,-13 0-21-15,23-2-19 0,-23 2-23 16,13 0-22-16,-13 0-31 0,7-2-43 0,-7 2-52 15,0 0-69-15,0 0-88 0,0 0-104 0,0 0-142 16,0 0-175-16,-33 4 53 0,21-2-524 16,0 0-665-16</inkml:trace>
  <inkml:trace contextRef="#ctx0" brushRef="#br0" timeOffset="37443.08">6358 4611 3084 0,'-13'-2'-156'0,"13"2"32"15,-21-2 25-15,12 2 15 0,9 0 27 16,-15-2 25-16,15 2 18 0,0 0 13 0,-16 0 9 16,16 0 4-16,0 0 5 0,0 0 7 15,0 0 2-15,0 0 14 0,0 0 2 0,0 0-5 16,42 8-1-16,1-2-2 0,5 0-1 15,18-1-1-15,4 1-5 0,4 0-5 16,3 2 0-16,0-3-1 0,8 0-3 16,-5 1-2-16,-6-4-5 0,1 1 2 15,-5-6-2-15,-4 6 2 0,-16-3-1 0,-4-3-2 16,-9 3-2-16,-12 0 0 0,0-1-1 16,-2 0 19-16,-3 1 12 0,-4-2 6 0,-2 0 4 15,1 0-12-15,-1-1 2 0,-3 1-9 16,0 1 0-16,-11 1-1 0,18-4-1 15,-18 4-12-15,14 2 6 0,-7 3 2 0,-2 4 7 16,3 4-6-16,-3 6 6 0,1 14 9 16,-4 2 3-16,-4 5 2 0,0 4 23 15,-2 12 18-15,-3 0-4 0,0 0 6 16,-4 1 2-16,0-6 8 0,0 1 1 0,1-5 1 16,1-5 7-16,1-6 0 0,-2-2-4 15,1-1 9-15,2-2 5 0,1-8-9 16,1-5-8-16,-2-3-8 0,3-2-4 0,3-4-11 15,-3 4-5-15,0-3-7 0,2-1-6 16,2-1-6-16,-1 2-6 0,1-1-4 0,0 0-2 16,-2-2-3-16,2-7-6 0,0 17-2 15,0-9-1-15,0-8-4 0,0 12-3 0,2-7-2 16,-2-5-1-16,0 11-1 16,0-11 1-16,0 7-3 0,0-7 3 0,0 0-1 15,-2 10-1-15,2-10-6 0,0 0 3 16,-2 8-1-16,2-8 1 0,-2 7-4 15,2-7 5-15,-2 10-5 0,2-10 3 0,-3 9 3 16,3-9 0-16,-2 8-3 0,2-8 4 16,-3 9-1-16,3-9 6 0,-4 9 4 0,4-9 3 15,-4 7 3-15,4-7 8 0,-7 6 3 16,7-6-3-16,-14 6-1 0,3-2-7 16,-7-2 0-16,-2 0-7 0,-7 2-1 0,-10 1-3 15,-10-1-3-15,-3-4 1 16,1 0-2-16,-4 0 1 0,-14 0-7 0,-1 0 7 15,-3-4-3-15,3 1-1 0,-5-5-2 0,0 3 3 16,3-4-6-16,-3 3 4 0,3-5-2 16,-2 3-2-16,6-2 2 0,-2 3 0 15,7-1 8-15,7-1 8 0,7 4-2 0,4-1 7 16,4 3-5-16,9 1-7 0,1 0 3 16,5 0-8-16,3 2 2 0,-1-2-1 15,-1 2-6-15,3-2 8 0,1 2-9 0,2 0 16 16,1 2-11-16,2-2-1 0,14 0 1 15,-27 0-2-15,17 2 5 0,10-2 8 0,-21-2 15 16,21 2 4-16,-15-2 2 0,15 2 2 16,-15 0 1-16,15 0-1 0,0 0-3 15,-16-2 0-15,16 2 0 0,0 0 0 0,-11-3-3 16,11 3-8-16,-6-7 1 0,6 7-6 16,-1-11-9-16,-1 3 1 0,4 0-2 15,-1-5-3-15,1-2-3 0,4-5-3 16,1-9 0-16,4-6-6 0,3-2-10 0,7-9-1 15,0-10-11-15,7 0-13 0,8-16-3 16,5 2-13-16,2-1 8 0,-2 6 0 0,-7 17 3 16,-3 2 14-16,-3 7-4 0,-9 8-1 15,-2 4 3-15,-2 1 4 0,-3 9 2 0,-2 0 17 16,-5 5-17-16,2 0 3 0,-2 2 1 16,1 0 3-16,-3 1 3 0,1 2 2 15,2 1-3-15,-5 1 1 0,3-2-3 16,1 2-1-16,-5 5 2 0,5-8-2 15,-5 8 3-15,6-6 2 0,-6 6-6 0,3-4 4 16,-3 4 1-16,0 0 1 0,0 0-1 16,0 0 5-16,0 0-8 0,0 0 1 0,0 0 5 15,0 0 2-15,0 0 0 0,0 0-4 16,0 0 4-16,0 0 0 0,0 0 7 0,0 0 4 16,27 4-5-16,-27-4-8 0,23-5 2 15,-6 0 5-15,6 0-5 0,0-1 4 16,-1 0-3-16,1 0 0 0,-1 0-2 0,-1 1-9 15,-6-1-24-15,-1 2-47 16,-5 2-85-16,0 0-127 0,-2 0-150 0,-7 2-157 16,0 0-196-16,0 0 57 0,0 0 92 15,0 0-484-15,0 0-602 0</inkml:trace>
  <inkml:trace contextRef="#ctx0" brushRef="#br0" timeOffset="39327.11">5726 5549 2839 0,'0'0'-172'0,"0"0"40"0,0 0 34 0,0 0 40 16,0 0 30-16,0 0 27 0,0 0 24 16,0 0 18-16,-17 15 15 0,8-10 14 15,-3-1 14-15,-3 1 9 0,-3-2 12 16,0 0-1-16,-2-1 12 0,-5 1 3 15,5-1 5-15,-1-2-2 0,1 0 1 0,-3 0-10 16,5-2-10-16,-1 1-9 0,0-1-4 16,3-1-11-16,2-2-11 0,-2 0-4 0,5 1-4 15,-1-1-6-15,1 0-2 0,1 0-7 16,0 0-1-16,5-1-2 0,5 6-6 0,-13-8-3 16,7 2-2-16,6 6 2 0,-12-8 10 15,9 3-4-15,3 5 1 0,-10-7-2 16,10 7 3-16,-5-7-1 0,5 7-6 0,-5-6 0 15,5 6-8-15,0 0-3 16,0 0 5-16,0 0 12 0,-22 25 19 0,8 3 4 16,1 4 4-16,-6 11-2 0,2 1 12 15,-4 5 10-15,1-1 3 0,0-4-3 0,1 1-6 16,-1-3 0-16,7-7-11 0,0 0-7 16,-2-2 2-16,4-2-8 0,2-7 0 15,4-5-10-15,-1-3 0 0,1-3-2 0,1-1-7 16,-1-3 3-16,2 1-2 0,1-3 7 15,0 0 2-15,0 0-3 0,2-7-4 0,-2 10 2 16,2-10-8-16,0 8-1 0,0-8-6 16,0 0-5-16,6 11-4 0,-6-11-2 15,10 5 3-15,-1 2-2 0,2-4-5 0,3 4-1 16,5 0 2-16,6 1-8 0,13-1-2 16,4 2-5-16,17 1 1 0,2-3-8 15,6 1-9-15,3-1-10 0,7 0-11 16,2-2-3-16,5 3-5 0,4-1-7 0,0-1 0 15,14 4 0-15,-21 0 2 0,-1-3 6 16,-4 1 3-16,-1 2 6 0,-2 0 6 0,-2 0 3 16,-4 1 6-16,-2-1 1 0,-1-2 5 15,-3 1 0-15,-1-2 2 0,-5 0 4 0,-6-2-1 16,-1-1 3-16,15-2 2 16,0 0 0-16,-1 2 6 0,1-1 2 0,0 2-3 15,-6 1 10-15,-9-1 11 0,-6-3-1 16,-8-1 0-16,-9 3 2 0,-4-4 9 15,0 1 1-15,-6 1 6 0,0-2-3 0,-3 2 4 16,3-1 5-16,-15-1-19 0,19 0 5 16,-19 0-2-16,17 2 3 0,-17-2-3 0,19 0-3 15,-19 0-3-15,16-2-5 0,-16 2 2 16,19 0-3-16,-19 0-8 0,15 0 5 0,-15 0-7 16,0 0 7-16,17 0-9 0,-17 0 5 15,0 0 0-15,16-1 1 0,-16 1 2 0,0 0 3 16,0 0 5-16,12 0 2 15,-12 0 4-15,0 0 0 0,0 0 2 0,0 0 0 16,14-2 8-16,-14 2 8 0,0 0 0 16,0 0 3-16,11-7-2 0,-11 7-11 15,8-10 0-15,-3 3 0 0,0-5-1 0,2-2 1 16,-1-6-1-16,1-11-6 0,4-8 0 16,-2 5 1-16,-4-5-5 0,1 2-1 0,-1-1 2 15,0-1-11-15,-3 10 5 0,-2 0 16 16,0 4 3-16,0-1-3 0,-5 2-2 0,3 6 0 15,0-2-6-15,2 3-2 0,-3 0-5 16,1 2 3-16,-2 0-3 0,2 1-4 0,-1 0-1 16,1 2 6-16,0 0-6 15,0 0-1-15,0 2-3 0,1-2 6 0,-4 2-6 16,1 0-3-16,2 2 3 0,0-1-4 16,-1 3-1-16,-1-2-1 0,0 0-5 0,1 1 2 15,-1 3 2-15,-1-1-2 0,0 0 0 16,1-3 0-16,0 4 4 0,-3 0-1 15,7 4 0-15,-10-7-1 0,6 1-2 0,-3 3 0 16,1-2 3-16,-1 1-2 0,-3 0-4 16,0-2-2-16,-2 3 7 0,-2-1-6 0,-6 4 6 15,0-4 2-15,-3 4-3 0,2-2-1 16,-2 2 0-16,2 0-2 0,4 0 2 0,0 0 0 16,1 0-5-16,3 2 3 0,3-2-4 15,10 0 1-15,-16 0 4 0,16 0-7 16,-13 0 2-16,13 0-1 0,0 0-21 15,-14-2-36-15,14 2-40 0,0 0-59 0,0 0-75 16,-18 0-105-16,18 0-131 0,0 0-146 16,-7 3-203-16,7-3 54 0,-9 5 89 15,3 0-559-15,-4-1-700 0</inkml:trace>
  <inkml:trace contextRef="#ctx0" brushRef="#br0" timeOffset="39858.54">6466 5788 3152 0,'-12'-3'-129'0,"12"3"43"0,0 0 36 16,4-8 38-16,-4 8 34 16,0 0 32-16,9-14 44 0,-9 14 48 0,4-8 18 15,-4 8 12-15,6-5 5 0,-6 5-12 16,0 0-7-16,0 0-17 0,0 0-7 0,0 0 29 15,0 0 17-15,0 0 4 0,-15 38-6 16,7-8 2-16,-4 2 7 0,3 6-3 0,-2-1-4 16,-1 4-15-16,5-6 14 0,-3 6 1 15,0-4-6-15,5 0-14 0,-3-6-15 16,5-4-9-16,-1-6-15 0,-1-2-4 0,3-4-16 16,1-3-10-16,-3 0-6 15,2-2 0-15,0-1 9 0,2-1-1 0,-2 2 1 16,1-5 5-16,-1 1-8 0,2-6-4 15,-4 8-71-15,2-2-20 0,2-6 0 0,0 6 0 16,0-6 0-16,-2 7 0 0,2-7 0 16,0 0 0-16,0 0 0 0,0 0 0 0,0 0 0 15,0 0 0-15,0 0-127 0,0 0-262 16,0 0-150-16,-15-19-177 0,11 14-155 0,0-2 69 16,1 0-812-16,-1-1-1055 0</inkml:trace>
  <inkml:trace contextRef="#ctx0" brushRef="#br0" timeOffset="41841.08">11954 4973 4154 0,'2'-7'-206'0,"-2"7"54"16,-2-12 42-16,4 6 45 0,-2 6 38 16,-2-10 39-16,2 10 34 0,0-8 25 15,0 8 30-15,0-9 12 0,0 9-6 0,0 0-10 16,2-8-7-16,-2 8-16 0,0 0 45 15,0 0 22-15,0 0 3 0,-9 37 11 0,0-4 0 16,-2 16 9-16,-3 1-2 0,3 4-1 16,0-2-2-16,-3 2 3 0,3-3-21 0,0 1-3 15,3-14 12-15,2 3-13 0,-3-8-5 16,4-6-3-16,-2-3 2 0,3-4 0 16,3-1-9-16,-5-4-7 0,4-3-4 15,0 0-12-15,1-3-4 0,-1-1-8 0,-2-1-7 16,4 0-6-16,0-7-9 0,-4 12-9 15,4-12-6-15,0 8-14 0,0-8-6 16,0 0-33-16,0 0-59 0,0 8-58 0,0-8-62 16,0 0-83-16,0 0-109 0,0 0-114 15,0 0-134-15,0 0-196 0,6-20 59 0,-1 11 91 16,1-4-548-16,5-1-679 0</inkml:trace>
  <inkml:trace contextRef="#ctx0" brushRef="#br0" timeOffset="42224.74">12261 4971 3353 0,'-6'-4'-2'16,"6"4"47"-16,-15-3 27 0,15 3 31 0,-19-2 27 16,19 2 21-16,-16 2 3 0,16-2-4 15,0 0-10-15,-14 2 5 0,14-2 2 16,0 0 7-16,0 0-3 0,0 0-11 0,0 0-9 15,25 9-14-15,-5-9-15 0,7 2-8 16,-1-2-9-16,3 0-10 0,-2 2-8 0,-7 0-7 16,0 1-9-16,-3 2-3 0,-4 2 7 15,-2 9 8-15,-2-3 10 0,-8 6 5 16,-2 7 19-16,-8 13 20 0,-6 5-1 0,0 3 4 16,-6 3-1-16,-2 0-12 0,6-1-4 15,-4 1-11-15,-2-1-5 0,6-1-12 16,-4-6-7-16,8-9-6 0,0-2-6 0,1-2-6 15,1-2-5-15,-1-7-4 0,6-6-5 16,0-2-8-16,3-3-18 0,-1-1-39 16,2-1-33-16,2-7-50 0,-2 6-55 0,2-6-73 15,0 0-92-15,0 0-82 0,17-14-81 16,-7 1-114-16,-1-2-142 0,2-2 61 0,1 0-555 16,-2 2-706-16</inkml:trace>
  <inkml:trace contextRef="#ctx0" brushRef="#br0" timeOffset="42491.65">12168 5444 3219 0,'-14'-3'-4'0,"4"0"78"15,10 3 43-15,-19-2 36 0,19 2 37 0,-11-4 26 16,11 4 20-16,0 0 16 0,-9-4 6 16,9 4 15-16,0 0-2 0,0 0-25 0,0 0-24 15,39-4-23-15,-15 4-14 0,2 0-25 16,16-3-16-16,-8 3-23 0,-2 0-13 0,-3 0-19 15,1-1-29-15,-6 1-14 16,-3-2-10-16,-5 0-22 0,0 2-10 0,-3-2-16 0,-1 2-9 16,-3-1-24-16,-9 1-33 15,13-2-37-15,-13 2-52 0,0 0-70 0,14-2-83 16,-14 2-81-16,0 0-111 0,0 0-191 16,0 0 25-16,0 0 74 0,0 0-415 15,0 0-494-15</inkml:trace>
  <inkml:trace contextRef="#ctx0" brushRef="#br0" timeOffset="43041.34">13120 5273 3033 0,'0'0'89'0,"-2"-19"41"16,4 11 35-16,2-1 26 0,2-5 23 15,3 0 14-15,2-1-4 0,3-1-13 0,1 5-12 16,10-9-18-16,2 7-17 0,-6 3-15 16,1 0-15-16,0 5-11 0,-3 0-16 0,-1 4-8 15,-2 1-9-15,3 1-15 16,-2 2-3-16,1 1-8 0,-5 5 1 0,0-3-15 0,-3 4 0 15,-5-1 2-15,-1 1-4 16,0 2-2-16,-3 0 9 0,-2 1-9 0,-7 3 3 16,1 1 0-16,-11 8-5 0,2 1-4 15,-6-2 0-15,3-2-6 0,2 1-5 0,4-7-2 16,1-2 0-16,2 0 11 0,5-4 5 16,1 2 12-16,0-2 11 0,4 3 14 0,0-3 11 15,2 1-2-15,2 1-9 16,0 3 5-16,2-1 15 0,0-1-3 0,-1 3-4 15,3-3-6-15,-3 1-7 0,3 0-3 0,-4 1 2 16,2-3 11-16,-3 0 9 16,-1-1-30-16,0-3-69 0,-2 2 0 0,0-1 0 15,0-1 0-15,-2-1 0 0,-2 1 0 16,-3 0 0-16,0-4 0 0,-3 2 0 0,-3-1 0 16,-1-3 0-16,-1-1 0 0,1-1 0 15,-1-1 0-15,1-1 0 0,-4-3 0 0,4-1 0 16,1-6 0-16,4 2 0 0,1 0-389 15,-2-4-318-15,10 2-219 0,0-1 53 0,4-1 101 16,3 0-767-16,4-1-982 0</inkml:trace>
  <inkml:trace contextRef="#ctx0" brushRef="#br0" timeOffset="43408.49">13708 5188 4497 0,'7'-21'51'0,"2"3"55"16,2 5 29-16,5-2 33 0,2 3 21 0,7-2 9 16,-2 2-1-16,1 6-25 0,-3 3-14 15,-3 3-7-15,4 1-22 0,-1 4-4 0,7 10-9 16,-4 1-16-16,-4 5-10 16,-4 2-2-16,-5 6 0 0,-6-5-3 0,-5-1 13 15,-4 0 0-15,-3 9 16 0,-3 0 11 0,-5-1 18 16,-1 0 10-16,-4 0 9 15,1-4 8-15,-1 0 3 0,4-4-61 0,0-3-112 16,7-7 0-16,1-3 0 0,5 1 0 16,-1-1 0-16,4-3 0 0,2 1 0 0,3-1 0 15,6 0 0-15,1-2 0 0,1-2 0 16,5 3 0-16,0-5 0 0,0 1 0 0,0-2 0 16,4 2 0-16,-1-2 0 0,-3 0 0 15,6 0 0-15,-5-2 0 0,-1 2-169 0,-4 0-379 16,1 0-78-16,-3-2-120 15,-12 2-112-15,11-1 83 0,-11 1-745 0,6-7-965 16</inkml:trace>
  <inkml:trace contextRef="#ctx0" brushRef="#br0" timeOffset="44742.16">11693 4816 3782 0,'-15'-7'-218'16,"3"4"55"-16,-1 0 46 0,4-3 38 15,-2 4 36-15,11 2 37 0,-12-6 36 0,4 2 24 16,8 4 9-16,-8-5 3 0,8 5 1 16,0 0-8-16,-6-5 3 0,6 5-2 15,0 0-16-15,25-7 2 0,0 5-4 0,17-4-8 16,19 2-2-16,14 2 1 0,11 1-9 16,39 2 2-16,17 3-11 0,11 4-1 0,9-3-5 15,8 4-1-15,3-4-2 0,10 1-2 16,50 2 3-16,-58-1-2 0,-9-2 5 15,-10 0-1-15,-15-1-1 0,-17 0 5 16,-34-4-9-16,-11 1 8 0,-10-2-6 16,-20 1 3-16,-2-3 3 0,-10 2 42 0,-8-3 19 15,-6 0 13-15,-1-1 10 0,-4 1 8 16,1-2-2-16,0 1-6 0,-2 0-7 0,0 0-9 16,1-2-7-16,-4 2-5 0,0 1 1 15,-3-1-5-15,1 2-9 0,-2-1-1 0,-3 3-10 16,0-3-5-16,2 3-8 0,-9 1 1 15,0 0-2-15,16 0-3 0,-16 0-2 16,12 5-2-16,-4-2-5 0,-5 2 0 0,5 0-2 16,-3 4 0-16,2 3 7 0,-4 6 17 15,-1 3 26-15,-4 18 2 0,-5 5-3 0,-5 13 2 16,-1 4-1-16,-3 7 11 16,-7 19 2-16,1 5-8 0,-1 0 31 0,4 5 8 15,-3-6 16-15,2-2-6 0,6-17-5 16,1-1 7-16,2-5-16 0,-3 2 2 0,1-10 15 15,-2-2 4-15,0-8-1 0,1-12-6 16,3-5-8-16,0-2 1 0,1-9-3 0,4-4-3 16,2-3 12-16,-1-3-47 0,3 2-72 15,-2-4 0-15,0-2 0 0,0-1 0 16,4-5 0-16,-7 6 0 0,7-6 0 0,-11 1 0 16,11-1 0-16,-25-3 0 0,5-1 0 15,-5 2 0-15,-14-5 0 0,-5 1 0 16,-17-2 0-16,-2 0 0 0,-10 0 0 15,-4-1 0-15,-4 3 0 0,-1-1 0 0,-20-4 0 16,18 3 0-16,-23-2 0 0,-4-1 0 16,2 3 0-16,-8-2 0 0,-1-1 0 0,0 1 0 15,-4 0 0-15,-2 3 0 0,2 0 0 16,0-3 0-16,2 1 0 0,5 3 0 0,6 0 0 16,26 0 0-16,-1 0 0 0,6-1 0 15,0 1 0-15,5-1 0 0,6-4 0 16,6 5 0-16,4-3 0 0,14 1 0 15,2 2 0-15,5 0 0 0,9-1 0 0,7 3 0 16,1-2 0-16,1 3 0 0,5 0 0 16,0 1 0-16,1-2 0 0,3 4 0 0,2-3 0 15,-5 1 0-15,2-1 0 0,10 3 0 16,-19-2 0-16,12 2 0 0,7 0 0 0,-22-1 0 16,11 1 0-16,11 0 0 0,-16-4 0 15,7 2 0-15,9 2 0 0,-13 0 0 0,13 0 0 16,-14-3 0-16,14 3 0 0,-11-1 0 15,11 1 0-15,-9-2 0 0,9 2 0 0,0 0 0 16,-12-4 0-16,12 4 0 0,-5-5 0 16,5 5 0-16,-6-7 0 0,6 0 0 0,2-1 0 15,3-2 0-15,3-9 0 0,9-10 0 16,6-9 0-16,8-7 0 0,1-6 0 16,12-15 0-16,6-2 0 0,-1-7 0 15,0 0 0-15,5-7 0 0,-7 2 0 0,-3 2 0 16,-2 7 0-16,-11 14 0 0,-7 6 0 15,-4 5 0-15,-5 12 0 0,-3 1 0 0,-5 9 0 16,0 5 0-16,-3 3 0 0,-2 5 0 16,2 1 0-16,-2-2 0 0,-1 6 0 15,-1 1-8-15,0 5-277 0,0 0-46 0,0 0-78 16,0 0-67-16,0 0-103 0,-27 20-200 16,18-3-15-16,6-2 88 0,-1 6-595 15,6 5-758-15</inkml:trace>
  <inkml:trace contextRef="#ctx0" brushRef="#br0" timeOffset="45274.52">12797 4995 3383 0,'2'-7'-123'0,"-2"0"53"0,1 0 53 15,-1 7 47-15,0-8 49 0,0 8 47 16,2-12 32-16,-2 8 28 0,0 4 16 0,2-8 4 16,-2 8-4-16,2-5-10 0,-2 5-19 15,0 0-18-15,0 0-6 0,0 0 41 0,0 0 29 16,-12 32 6-16,-5 11-13 16,0 6 10-16,-2 10 1 0,-2 5 6 0,-4 23 3 15,5 0-8-15,2-17-14 0,7 1-22 16,-1-1-12-16,3-5-19 0,0-2-11 0,0-3-15 15,4-6-13-15,-1-13-60 0,1-4-58 16,1-2 0-16,-1-10 0 0,3-4 0 0,2-5 0 16,0-3 0-16,-1-1 0 0,1-2 0 15,-2-5 0-15,2-5 0 0,0 10 0 16,0-10 0-16,0 0 0 0,0 0 0 0,0 0 0 16,0 0 0-16,0 0 0 0,0 0 0 15,-4-25-159-15,4 25-416 0,-5-7-140 16,-5 4-187-16,-2 1 70 0,-1 0 99 15,13 2-721-15,-34-2-903 0</inkml:trace>
  <inkml:trace contextRef="#ctx0" brushRef="#br0" timeOffset="46840.25">11222 5975 3757 0,'11'-1'-141'15,"-11"1"46"-15,0 0 42 0,0 0 45 16,18-2 50-16,-18 2 42 0,0 0 38 16,0 0 24-16,0 0 5 0,0 0 5 15,0 0 8-15,0 0-4 0,0 0-6 16,0 0-16-16,0 0-8 0,-52-2-10 0,26 2-5 15,-18 0-6-15,0-2-5 0,-2 0-12 16,0-1-3-16,1 0-7 0,1-2-11 0,-2-1 1 16,2 2-6-16,2-4 5 0,0 2-3 15,4-3-1-15,2 3-12 0,4-3-8 0,7 4-1 16,4-1-6-16,2 1-6 0,3 2 1 16,5 0-6-16,-2-1-3 0,1 1-4 0,12 3 0 15,-14-6-3-15,5 5 1 0,9 1 2 16,-13-4 2-16,13 4-1 0,-9-3 1 15,9 3-3-15,0 0-9 0,-12-2 0 0,12 2 3 16,-11 9 0-16,5 1 9 16,-6 7 1-16,-1 9 4 0,0 6 9 0,-6 9 15 15,0 4 3-15,0 0-1 0,2-1-3 16,-1-3-2-16,2 4-12 0,2-11-1 0,1 3 6 16,2-4-10-16,-1-4-2 0,2 0-2 15,5-4-8-15,-1-6 1 0,0-4-1 0,2-3-2 16,0 0-3-16,3 0 0 0,-3-1-7 15,0 0 5-15,2-2 16 0,1-2-24 0,-3 1 2 16,-1-2-3-16,5-6-1 0,-2 10 4 16,2-10 7-16,-1 13-15 0,2-7 5 15,-1-6 7-15,4 10-7 0,4-5 3 16,3 0 1-16,3 2 0 0,7 1-4 16,9 0 1-16,6-2 6 0,7 3-12 0,-4-2 3 15,8 2-8-15,12 0-2 0,-5-1-6 16,5 0-17-16,2 1-3 0,0 1-2 0,2-4 1 15,-2 2 7-15,0-1 1 0,0-1 4 16,3 0-1-16,0 1 1 0,9 1 5 0,0-1 5 16,6 0-1-16,5 0 4 0,6 0 1 15,12 3-3-15,4 0 6 0,-27 0 22 0,-1-1-6 16,0 3 1-16,-7 0-4 0,-4 0-1 16,-3 0 7-16,-4 1-11 0,0-1 1 15,0-1 1-15,-1 1 4 0,2 0-3 16,-2-1 1-16,6 1 1 0,-3 0 0 0,7-5-4 15,6 3-4-15,-2-2 2 0,8-1 2 16,-1 1 5-16,0 0-5 0,0 7-4 0,-1-5 1 16,-2-1 0-16,2 1 2 0,-5 7 0 15,-4-7-4-15,1 2-1 0,-5 3-1 16,-1-2 8-16,0 0-7 0,-1-1 7 0,1 1-2 16,4-3 3-16,2 1-5 0,-3 1 3 15,2-2-5-15,1-3 2 0,-4-1 6 0,-2 0-10 16,-5-1 4-16,-13-4-4 15,-8 1 2-15,-4 0 3 0,-12 0 0 0,-7-2 2 16,0 1-2-16,-5-1 5 0,-1 0 4 16,0 0 8-16,-10 0-5 0,12-1 2 0,-12 1 1 15,12 0-6-15,-12 0 9 0,0 0-8 16,15-2 7-16,-15 2 7 0,0 0-5 0,12 0 13 16,-12 0-1-16,0 0-6 0,11-2 7 15,-11 2 3-15,0 0-1 0,8-3 2 0,-8 3-7 16,3-5-3-16,-3 5-2 0,5-12 0 15,-3 7-5-15,2-7-1 0,-1 0-5 0,1-3 2 16,3-5-2-16,5-13-6 0,-1-1-2 16,7-14-2-16,-1-2-1 0,2-3 3 0,1-6-6 15,0-1-2-15,-1-1 1 0,1 1 0 16,0 3-4-16,-3 4 3 0,-4 7 4 16,-2 10-2-16,0 5 0 0,-4 9-5 15,-1 3 2-15,-3 6 1 0,-1 0 0 0,5 3 1 16,-6 2-3-16,1-2-3 0,0 4-1 15,0-1 3-15,-2 3-1 0,0 4 0 16,4-10-1-16,-4 10 6 0,2-7-1 0,-2 7-2 16,0 0 4-16,-12-3-1 0,12 3 5 15,-24 3-2-15,2 0 3 0,-14 1 7 0,-6 2 11 16,-5-2 7-16,-16 0 6 16,0-1 0-16,0 1 0 0,-8-2 0 0,1-2 2 0,-2-2-35 15,-1 0-4-15,4-3 0 16,5 1 0-16,3-2 0 0,16 4 0 0,6 0 0 15,8-2 0-15,8 4 0 0,5 0 0 16,2 0 0-16,3-3 0 0,3 3 0 0,10 0 0 16,-19-1-185-16,19 1-186 0,-14 1-136 15,14-1-161-15,-9 0-204 0,9 0 63 0,0 0 100 16,-13 3-675-16,13-3-838 0</inkml:trace>
  <inkml:trace contextRef="#ctx0" brushRef="#br0" timeOffset="48890.57">11694 6118 3509 0,'0'0'-185'0,"11"-5"40"15,-11 5 31-15,3-4 27 0,-3 4 17 0,0 0 8 16,6-5 11-16,-6 5 16 0,0 0 10 16,2-5 6-16,-2 5 2 0,0 0 1 0,0 0 3 15,0 0 10-15,3-7 2 0,-3 7 3 16,0 0 7-16,0 0 4 0,0 0 9 16,0 0 9-16,4-5 13 0,-4 5 18 15,0 0 13-15,0 0 18 0,0 0 24 0,0 0 7 16,0 0 12-16,0 0 7 0,0 0 12 15,0 0-1-15,0 0 2 0,0 0 1 0,2-8-4 16,-2 8-8-16,0 0-7 0,0 0-11 16,0 0-8-16,0 0-13 0,0 0-13 15,0 0-11-15,0 0-4 0,0 0 8 0,-7 17 4 16,1 1 3-16,2 3-8 0,-1 13 3 16,-9 13 10-16,3-10-9 0,-1 13-4 15,-1-3-4-15,-1-1 4 0,1 1 5 16,2-9-5-16,-1-4-4 0,5-3-6 0,-3-5 2 15,4-6-5-15,0-1 7 0,1-5-4 16,-1-1-7-16,4-1-2 0,-1-2 1 0,-1 0 8 16,-1-3 1-16,4 0-7 0,1-7 1 15,-4 12-5-15,2-9-15 0,2-3 5 0,0 0-14 16,-4 9-4-16,4-9-12 0,0 0-37 16,0 0-41-16,-5 1-57 0,5-1-65 0,0 0-86 15,0 0-109-15,0 0-125 0,0 0-177 16,0 0-104-16,0 0 79 0,0 0-615 15,0 0-769-15</inkml:trace>
  <inkml:trace contextRef="#ctx0" brushRef="#br0" timeOffset="49392.4">12980 6467 3407 0,'3'-5'-18'0,"-1"-1"46"0,-2 6 58 0,6-14 31 15,-5 9 25-15,-1 5 42 0,4-12 18 16,-4 12 24-16,2-9-1 0,-2 9-19 16,6-7-16-16,-6 7-25 0,0 0-15 15,0 0 20-15,0 0 9 0,1 26-3 0,-1 0 2 0,0 13-15 16,-7 4-11-16,0 9-12 15,1-11-8-15,-1 2-12 0,-3 8-15 0,0-12 6 16,1 0-14-16,1-2 0 0,0-4-6 16,-3-4-4-16,8-3-12 0,-4-6-4 0,2-8-9 15,1 2-5-15,-2-2-5 0,6-1-9 16,-3-4-10-16,1 0-5 0,2-7-53 16,-4 7-66-16,4-7-83 0,0 0-94 0,0 0-113 15,0 0-109-15,0 0-141 0,-12-19-169 16,12 12 66-16,-4 1-672 0,1-3-859 0</inkml:trace>
  <inkml:trace contextRef="#ctx0" brushRef="#br0" timeOffset="51756.3">9817 5130 3757 0,'-34'-5'-105'0,"-4"-2"40"16,0 1 37-16,-2 3 40 0,-4-2 48 0,5 2 32 15,-4-1 33-15,12 2 27 0,9 2 12 16,3-3 12-16,3 3 5 0,3-3-13 0,13 3-12 16,0 0-7-16,0 0-5 0,0 0-17 15,0 0-11-15,58 8-11 0,-15-2-3 0,16-2-22 16,8-2-3-16,-2 0-20 0,0 1-52 16,0-3-63-16,-3 2-77 0,-15-2-96 15,-2-2-126-15,-2-3-173 0,-4-3-166 16,-7-2 63-16,-9-1-444 0,-8 1-549 15</inkml:trace>
  <inkml:trace contextRef="#ctx0" brushRef="#br0" timeOffset="52023.18">10317 4931 3234 0,'0'0'101'0,"17"0"-2"0,-17 0-13 16,12 7 24-16,-5 0 32 0,2 2 14 0,5 8 6 15,1 5 6-15,2 3-1 0,-4 5 3 16,-2-3-4-16,-8-1-10 0,-1-6-6 16,-2 4-15-16,-5-2-10 0,-7 11-12 15,-5-4-7-15,-2 1-13 0,-5-1-12 0,-8 0-5 16,3-7-10-16,-1 0-4 0,-1-5-17 16,3 0-21-16,-3-3-40 0,-1-3-47 15,10-3-60-15,2-6-97 0,7 0-106 0,0-4-131 16,13 2-182-16,-20-6-24 0,15 0 65 15,1-1-384-15,4 7-460 0</inkml:trace>
  <inkml:trace contextRef="#ctx0" brushRef="#br0" timeOffset="52623.23">16078 5699 3068 0,'-17'-14'217'16,"0"4"37"-16,7 1 43 0,1 3 26 0,-1 0 38 15,4 1 20-15,0 1-5 0,6 4-16 16,0 0-20-16,16-9-15 0,4 7-38 0,21 2-31 16,20 3-28-16,7 5-24 0,4 1-36 15,7 0-58-15,-3 0-77 0,-5-1-104 0,-5 1-102 16,-7 1-94-16,-11-5-97 16,-10 0-96-16,-7-1-86 0,-4-2-157 0,-11-2-43 15,-2-2 77-15,-5 2-552 0,-9 0-683 16</inkml:trace>
  <inkml:trace contextRef="#ctx0" brushRef="#br0" timeOffset="52889.15">16697 5471 3630 0,'2'-6'113'16,"-2"6"32"-16,0-12 21 0,0 12 12 0,0 0 12 16,9-3 22-16,-9 3 15 0,23 13 22 15,0 3-10-15,2 7-9 0,8 6-8 16,-5 6-17-16,-1 1-15 0,-7 1-21 0,-4-4-11 15,-5 2-10-15,-3-1-14 16,-6 2-3-16,-4-9-9 0,-6 7-9 0,-1-3-2 16,-5-4-8-16,-4 2-9 0,-5 1-1 15,-2-7-7-15,-2 0-12 0,-4-3-8 0,1-5-10 16,-4-1-20-16,1-1-43 0,3-5-59 16,1 0-75-16,9-3-96 0,0-4-139 0,7-1-160 15,3-1-198-15,10 1-89 0,-13-7 88 16,13 7-705-16,0-6-891 0</inkml:trace>
  <inkml:trace contextRef="#ctx0" brushRef="#br0" timeOffset="57306.55">19439 5188 3625 0,'0'0'-110'16,"5"-9"59"-16,-5 9 44 0,3-9 53 15,-3 9 46-15,2-11 38 0,-2 11 28 0,0-9 32 16,0 9 18-16,0-8 5 0,0 8 6 15,0 0 1-15,0-12 0 0,0 12-5 0,0 0 4 16,0-9-1-16,0 9-10 0,0-7-9 16,0 7-17-16,0 0-14 0,0 0-19 0,0 0-10 15,0 0-21-15,0 0-11 16,0 0-5-16,0 0 21 0,0 0 15 0,0 24 5 16,0-7-4-16,-2 10 7 0,1 8 5 15,-4 2 3-15,-1 4-134 0,3-2-20 0,-1 2 0 16,0-2 0-16,2 0 0 0,-1-4 0 15,1-6 0-15,0-4 0 0,2-7 0 16,-3 0 0-16,1-3 0 0,2-1 0 0,0-3 0 16,-1 2 0-16,1-3 0 0,-2-2 0 15,2-1 0-15,-2 3 0 0,2-10 0 0,-2 12 0 16,0-6 0-16,2-6 0 0,0 8 0 16,0-8 0-16,-2 9 0 0,2-9 0 0,0 0 0 15,0 8 0-15,0-8 0 16,0 0 0-16,0 0 0 0,0 0 0 0,0 0 0 15,0 0 0-15,0 0 0 0,0 0-633 16,0 0-325-16,0 0 46 0,-5-27 101 0,5 17-848 16,0 4-1095-16</inkml:trace>
  <inkml:trace contextRef="#ctx0" brushRef="#br0" timeOffset="58058.06">19798 5233 4370 0,'0'-5'-119'0,"0"5"65"0,0-11 61 16,0 11 36-16,-2-9 35 0,2 9 23 15,-2-9 9-15,2 9-3 0,0 0 15 16,0 0 22-16,0 0 15 0,0 0 18 0,-8 26-12 16,7-6 8-16,-3 4-1 0,-3 9 3 15,6 2 6-15,-1-6-3 0,0 8-3 0,4-8-4 16,-2-6-5-16,2 1-3 0,-1-1-5 16,1-6-10-16,5 1-6 0,-4-5 5 0,3 1-9 15,1-4-7-15,-1-3-14 0,4 0-10 16,1-4-12-16,0-1-51 0,5-4-44 15,2-1 0-15,-2-6 0 0,5 1 0 16,6-9 0-16,2 0 0 0,-2-7 0 0,-3-1 0 16,2 0 0-16,-1 0 0 0,-2 0 0 15,-2-1 0-15,-5 9 0 0,-5 1 0 0,1 7 0 16,-5 0 0-16,0 0 0 0,-1 2 0 16,-1 4 0-16,-5 3 0 0,0 0 0 0,0 0 0 15,-5 26 0-15,-1-8 0 0,-7 10 0 16,1 7 0-16,1 0 0 0,-2 12 0 15,1-11 0-15,1 1 0 0,2 1 0 0,1-4 0 16,0-1 0-16,3-8 0 16,-1-2 0-16,4-7 0 0,1-1 0 0,-2 1 0 15,-1-5 0-15,4-1 0 0,-4-1 0 16,4 0 0-16,-1-2 0 0,-1-1 0 0,2-6 0 16,-2 12 0-16,2-12 0 0,-2 9 0 15,2-9 0-15,-2 7 0 0,2-7 0 0,-2 3 0 16,2-3 0-16,0 0 0 0,0 0 0 15,0 0 0-15,0 0 0 0,0 0-234 16,0 0-653-16,0 0-63 0,0 0 91 0,-17-15-930 16,17 15-1219-16</inkml:trace>
  <inkml:trace contextRef="#ctx0" brushRef="#br0" timeOffset="58488.99">21051 5395 4736 0,'9'-13'-116'0,"-8"5"76"0,1-3 59 0,2 4 62 16,-2 0 45-16,-2 7 38 0,3-10 27 16,-3 10 27-16,0-8-3 0,0 8-12 0,0 0-11 15,2-9-17-15,-2 9 27 0,0 0 27 16,0 0 8-16,-3 36-6 0,-1-12-9 16,-2 14 5-16,1 3 8 0,-2 2-3 0,-2 10-20 15,5-10-212-15,-1 2 0 0,-1-5 0 16,0-1 0-16,-2-4 0 0,5 2 0 15,-3-12 0-15,3-4 0 0,1-4 0 16,-2 0 0-16,-1-5 0 0,5 0 0 0,-1-4 0 16,1 1 0-16,0-1 0 0,-2-2 0 15,2-6 0-15,0 0 0 0,0 0 0 0,0 0 0 16,0 0 0-16,0 0-24 0,21-21-649 16,-14 9-171-16,4 0-68 0,-4 0 90 0,0 0-850 15,2 0-1108-15</inkml:trace>
  <inkml:trace contextRef="#ctx0" brushRef="#br0" timeOffset="58888.86">21263 5436 4922 0,'-8'-6'63'0,"8"6"48"0,-9-6 49 0,9 6 45 16,-4-4 36-16,4 4 24 0,0 0-5 15,0 0-10-15,0 0-17 0,0 0-23 0,21-9-19 16,0 7-19-16,6 2-18 0,13-6-12 16,-2 4-18-16,-5 0-15 0,-7 0-12 0,-3 2-10 15,-2 2-13-15,-4 2-7 0,-2 2-13 16,1 3-54-16,-9 1 0 0,-1 6 0 16,-2 3 0-16,-4 2 0 0,-8 11 0 0,1 4 0 15,-7 1 0-15,-3 6 0 16,2-7 0-16,-5 7 0 0,4-1 0 0,3-7 0 15,-3 0 0-15,5-4 0 0,-3 1 0 16,5-4 0-16,0-5 0 0,2-4 0 0,1-5 0 16,3-2 0-16,-1-2 0 0,2-1 0 15,0-1 0-15,2-8 0 0,2 8 0 0,-2-8 0 16,0 0 0-16,6 4 0 0,-6-4 0 16,0 0 0-16,0 0-269 0,19-17-321 0,-13 12-119 15,-3-2-182-15,3 1 73 0,-2-2 83 16,-1 2-686-16,2 0-873 0</inkml:trace>
  <inkml:trace contextRef="#ctx0" brushRef="#br0" timeOffset="59276.35">21452 5738 3729 0,'0'0'-28'0,"0"0"75"0,0 0 64 15,-21 0 50-15,21 0 55 0,0 0 48 16,0 0 42-16,0 0-5 0,0 0-1 0,0 0-19 15,0 0-21-15,0 0-29 0,0 0-20 16,38-14-23-16,-21 14-14 0,5-4-22 0,-6 2-14 16,5-1-19-16,-2 1-15 0,-2 0-18 15,-2 0-13-15,-1 0-10 0,-3 2-7 0,1-3-9 16,-12 3-9-16,19-1-10 0,-19 1-22 16,14 0-15-16,-14 0-31 0,0 0-43 0,11-4-65 15,-11 4-69-15,0 0-97 16,0 0-128-16,0 0-160 0,0 0-205 0,0 0 58 15,0 0 88-15,0 0-560 0,0 0-684 16</inkml:trace>
  <inkml:trace contextRef="#ctx0" brushRef="#br0" timeOffset="59821.1">22507 5550 3710 0,'-5'-17'145'0,"3"1"32"16,2 1 29-16,5 1 24 0,4 3 13 0,0-5-6 15,6 3-11-15,0 1-32 0,3 0-30 16,-1 2-12-16,0 5-9 0,0 0-16 15,0 2-12-15,2 1-17 0,-4 4-6 0,2 0-11 16,-3 2 1-16,1 2-18 0,-1 1-7 16,-3 1 1-16,-1 5 1 0,-5-1-12 0,-1 2 3 15,-2 1 2-15,-4-1-3 0,-2 3 8 16,-6 1-2-16,-5 10 2 0,-2-3 2 16,-2 1 2-16,-2-2 3 0,6-4-4 15,0-2 12-15,5-3-9 0,0-1 13 0,5-2 6 16,3-1 7-16,2-1 12 0,2 0 11 15,1-1-3-15,6 5 0 0,-2-2-3 0,2-3-105 16,3 3-1-16,-2-1 0 0,-1 1 0 16,-2-2 0-16,3 2 0 0,-2-3 0 0,-5 3 0 15,3-2 0-15,-2 2 0 0,-1-2 0 16,-6 0 0-16,1 2 0 0,-4-3 0 0,1-1 0 16,-3 4 0-16,-4-1 0 15,3-3 0-15,-6 4 0 0,2-4 0 0,-2-4 0 16,-5 1 0-16,5-1 0 0,-4-1 0 15,3-3 0-15,4 0 0 0,-2-1 0 0,1-3 0 16,4-3 0-16,0 1-468 0,9-5-540 16,7-3 95-16,4-2 101 0,10-5-885 15,6 0-1132-15</inkml:trace>
  <inkml:trace contextRef="#ctx0" brushRef="#br0" timeOffset="60173.39">23095 5531 5096 0,'5'-14'177'0,"3"1"57"16,-1 1 52-16,5 2 25 0,5-1 14 0,2 1 3 16,10-1-18-16,5 3-28 0,-5 4-27 15,-3 2-21-15,1 4-25 0,7 6-65 0,-3 3-144 16,-3 5 0-16,-4 5 0 0,-10 2 0 16,-4 2 0-16,-6-1 0 0,-8 10 0 0,-6 0 0 15,-4 0 0-15,-11 5 0 0,-4 0 0 16,-1-6 0-16,1 1 0 0,4-9 0 15,4-3 0-15,0-1 0 0,7-4 0 0,5-3 0 16,4-2 0-16,-1-4 0 0,6 1 0 16,6-1 0-16,-3-1 0 0,8 3 0 0,3-6 0 15,3 1 0-15,1-2 0 0,1 1 0 16,-1-2 0-16,4 2 0 0,-1-4 0 16,-4 0 0-16,-2 0 0 0,2 0 0 0,-3 0 0 15,-1 0 0-15,-13 0 0 0,17-2 0 16,-8 2 0-16,-9 0 0 0,10-4 0 15,-10 4-202-15,0 0-654 0,0 0-95 0,0 0 97 16,0 0-958-16,-38-7-1240 0</inkml:trace>
  <inkml:trace contextRef="#ctx0" brushRef="#br0" timeOffset="66753.56">24236 6682 4818 0,'-15'-3'-152'15,"1"-1"41"-15,3 2 55 0,2 0 66 16,9 2 51-16,-14-4 61 0,14 4 35 0,0 0 14 15,-11-4 6-15,11 4 7 0,0 0 1 16,0 0-7-16,40-1-15 0,-10 1-21 0,20 0-14 16,15-2-11-16,-1-2-6 0,5 2-29 15,-4-3-29-15,-4 2-34 0,-14-3-30 0,1 2-37 16,-8-1-50-16,-6-1-53 16,-5 0-71-16,-8-2-83 0,-2 1-72 0,-6 1-92 15,-1-2-102-15,-5 2-95 0,-2 0 57 16,-4 0-422-16,-1 0-506 0</inkml:trace>
  <inkml:trace contextRef="#ctx0" brushRef="#br0" timeOffset="67003.22">24813 6459 3001 0,'0'0'143'16,"-4"-5"34"-16,4 5 21 0,0 0 21 0,0 0 16 16,0 0 11-16,0 0 6 0,0 0 0 15,0 0-7-15,33 25-15 0,-16-2-7 16,0 3-11-16,0 1-6 0,1 0-37 0,-5 2-10 15,-2 2-18-15,-3 0 11 0,-2-5-6 16,-8 0-8-16,-3 6-1 0,-2-8 1 16,-8 3-10-16,1 1-11 0,-2-3-11 0,-4-4-12 15,4 0-8-15,-4-5-13 0,4-4-9 16,-4-3-27-16,5 1-45 0,0-2-65 0,-3-1-84 16,7-4-109-16,-2 0-136 0,1-1-147 15,3-4-171-15,9 2-71 0,-14-4 75 0,10-1-659 16,4 5-828-16</inkml:trace>
  <inkml:trace contextRef="#ctx0" brushRef="#br0" timeOffset="67736.78">28404 5238 3902 0,'0'-15'53'16,"0"3"31"-16,0 3 45 0,0 3 35 0,0 6 23 16,0-12 4-16,0 12 0 0,-4-7-17 15,4 7 12-15,0 0 56 0,0 0 23 16,-10 29-8-16,7-7-16 0,-7 14 1 16,5 5-12-16,-2 2-5 0,4 12-13 0,1-9-16 15,-2 1-11-15,0-5-21 0,3 1-15 16,-1-4-14-16,-2-3-13 0,2-7-57 0,-2-7-65 15,3-3 0-15,-2 1 0 0,1-5 0 16,0-3 0-16,-2 0 0 0,4-1 0 16,0-3 0-16,-1-1 0 0,1-7 0 0,-2 10 0 15,2-10 0-15,0 0-324 16,0 0-148-16,0 0-114 0,0 0-144 0,25-17-124 16,-14 7 82-16,1 0-743 0,4-9-959 15</inkml:trace>
  <inkml:trace contextRef="#ctx0" brushRef="#br0" timeOffset="68068.95">28764 5315 4184 0,'-12'-7'41'16,"1"2"56"-16,4 2 53 0,0-2 51 0,7 5 44 15,-7-6 39-15,7 6 7 0,0 0 12 16,-7-5 0-16,7 5-21 0,0 0-26 0,0 0-26 15,28-10-19-15,-6 9-25 16,3-1-19-16,6 2-18 0,-1 0-16 0,11 3-16 16,-10 2-15-16,-9-1-10 0,1 2-10 15,-4 5-8-15,-4 1-63 0,-3 3-11 0,-6 4 0 16,-5 1 0-16,-1 6 0 0,-5 6 0 16,-5 5 0-16,-3 1 0 0,0-2 0 15,-3 7 0-15,1-9 0 0,1-1 0 0,0-3 0 16,2 2 0-16,1-5 0 0,1-6 0 15,0-3 0-15,5-1 0 0,-3-3 0 0,5-2 0 16,1-3-290-16,-2 1-163 0,4-5-91 16,0-5-98-16,6 5-166 0,-6-5 20 15,0 0 76-15,22-7-633 0,-12-2-800 16</inkml:trace>
  <inkml:trace contextRef="#ctx0" brushRef="#br0" timeOffset="68253.33">28848 5645 3594 0,'-23'-11'7'0,"4"4"65"15,1-2 55-15,5 5 65 0,2 0 61 16,-1 1 59-16,3-1 32 0,2 1 8 0,7 3-8 16,-12-5-27-16,12 5-27 0,0 0-29 15,0 0-27-15,36-7-26 0,-9 7-58 0,15 0-75 16,1 0-96-16,6 0-95 16,-2 1-99-16,-3-1-105 0,-1 0-115 0,-3-3-122 0,-8 0-169 15,-7-2 4-15,0 0 73 16,-5-4-498-16,-7 4-613 0</inkml:trace>
  <inkml:trace contextRef="#ctx0" brushRef="#br0" timeOffset="69169.45">28157 5031 3301 0,'-36'-9'-41'0,"4"-1"30"16,3 3 30-16,7 0 48 0,1 0 43 16,2 2 27-16,4 0 16 0,-1 1 4 0,5 1-12 15,2 0-8-15,9 3-7 0,-12-4-4 16,12 4-8-16,0 0-3 0,0 0-8 0,53-3-12 15,12 8-8-15,15 1-12 0,35 2-4 16,12 0-7-16,12 3-9 0,8 2-4 16,-4-1-10-16,-4-2-22 0,-9-1-15 15,-4-4 3-15,-8 0 4 0,-29-1-4 16,-7-4 3-16,-11 3 11 0,-22-3 9 0,-7 0 17 16,-9 3 20-16,-10-3 10 0,-7 0 6 15,0 2 4-15,-5 0-9 0,-11-2 1 0,11 7 11 16,-9 3 26-16,-6 2 11 0,-5 17 12 15,-4 6 8-15,-2 10 9 0,-7 6-13 0,4 5-4 16,-3 3-20-16,3 1-10 0,-2 0-9 16,-2 3-9-16,8-2-9 0,2 3 10 0,1-4-17 15,3-6-6-15,-2-3-8 16,6-13-7-16,1-11-4 0,1-5-5 0,0-3-3 16,0-4 0-16,2-1 18 0,-4-1 24 15,4-4-61-15,0 0-23 0,-1-1 0 16,1-8 0-16,-2 7 0 0,2-7 0 0,-9 8 0 15,9-8 0-15,-7 0 0 0,7 0 0 16,-19 0 0-16,4 0 0 0,-8 0 0 0,-6-2 0 16,-16 2 0-16,-5 0 0 0,-17 0 0 15,1 0 0-15,-7 0 0 0,-5 2 0 0,-2-2 0 16,-4 5 0-16,-1-4 0 0,1 1 0 16,2 0 0-16,-3-2 0 0,10 4 0 0,0-1 0 15,5 0 0-15,1 2 0 0,8 1 0 16,4-2 0-16,7 2 0 0,5-4 0 0,2 4 0 15,4-2 0-15,6-1 0 16,5-3 0-16,1 4 0 0,0-4 0 0,7 0 0 16,-3 0 0-16,1 0 0 0,4 3 0 15,-1-3 0-15,3-3 0 0,3 3 0 0,13 0 0 16,-25 3 0-16,16-3 0 0,9 0 0 16,-20 1 0-16,20-1 0 0,-13 0 0 0,13 0 0 15,-12-4 0-15,12 4 0 0,-7-4 0 16,7 4 0-16,-2-13 0 0,2 5 0 0,2-6 0 15,2-1 0-15,1-6 0 0,5-9 0 16,3-5 0-16,9-13 0 0,1-6 0 16,1-1 0-16,11-23 0 0,3 0 0 0,0-5 0 15,-1 2 0-15,6-1 0 0,-11 10 0 16,-3 18 0-16,-9 4 0 0,0 6 0 16,-6 10-8-16,-7 11-52 0,-2 4 6 15,1 3-8-15,0 3-24 0,-5 2-50 0,-1 6-56 16,0 2-55-16,0 3-84 0,0 0-89 15,0 0-78-15,-24 10-147 0,12-1-148 0,1 2 77 16,-4 10-625-16,-6 3-797 0</inkml:trace>
  <inkml:trace contextRef="#ctx0" brushRef="#br0" timeOffset="71119.17">27710 6150 3605 0,'0'0'-82'15,"8"-3"20"-15,-8 3 17 16,0 0 23-16,3-7 21 0,-3 7 24 0,0 0 23 16,-16-12 9-16,2 7 14 0,-6 0-1 15,-5-2 0-15,-11 0 7 0,-7-1 9 16,2 3-1-16,-6-1-5 0,6 0-4 0,-4 0-9 15,2 3-6-15,0 0-4 0,2-1-9 16,9 2-1-16,5 0-6 0,5 0-5 0,0 2-2 16,7 0-6-16,0-1 3 0,-1 1-6 15,7 0-2-15,9 0 0 0,-19-2-5 0,19 2 2 16,-13 0 1-16,13 0-6 0,-13 0 1 16,13 0-7-16,0 0 5 0,-20 3 7 15,15 7 29-15,-5 0 12 0,-2 5 8 0,-2 11 10 16,0 1 8-16,3 4 4 0,-7 0 1 15,2 11 3-15,2-7 1 0,1 0-2 16,-1 0-8-16,5 0-3 0,-2-3-7 0,0 3-9 16,0-6 1-16,8-7-7 0,-3-3-5 15,1-6-5-15,4-1-2 0,-3 0 0 0,0-3-9 16,2-1 1-16,2 0-5 0,-1-1 1 16,-1-1-5-16,2 2 1 0,0-8 3 15,2 12-2-15,-1-4-1 0,3-3 3 0,2 3-5 16,4 3 3-16,3-4-11 0,2 0 6 15,8 5-3-15,11-2-3 0,5 0-3 16,11 0-4-16,11 4-5 0,0-4-11 0,12-3-16 16,3 5-23-16,1-5-20 0,2 0-20 15,2 1-13-15,-1-4-4 0,-2 1 5 16,-9-3 10-16,-4-2 8 0,-17 1 16 0,2-1 32 16,0-1 29-16,-1-1 16 0,3-2 8 15,-4 6 7-15,3-5 11 0,1-1 6 0,10 1 1 16,-1-1 9-16,4 1-6 0,0 1-8 15,-3 1-5-15,6 2-3 0,-1 3-8 0,-5-3 0 16,-1 4-4-16,-14-3-4 16,0 2 1-16,-6-1 15 0,2 1-23 0,-11-3 5 15,-3 3-10-15,-3-6 1 0,-3 2 1 16,3 0-3-16,3-2 15 0,7-3-14 0,7 2 8 16,-2-1-8-16,4-1 0 0,-2 2 1 15,0-1-1-15,4 3-2 0,-4 1 0 16,-2 1-6-16,-7-1 3 0,-7 0-2 0,-5 2 0 15,-3-2-6-15,-1 0 15 0,-4 2-20 16,0-1 8-16,-3-1-6 0,0 2 1 0,-2 0 5 16,-9-2-2-16,16 0-2 0,-6 0 8 15,-10 0 0-15,15 1 2 0,-4 1 3 0,0 1 1 16,-2-2 2-16,-9-1 14 16,17 1 8-16,-9-1 3 0,-8 0 12 0,13 0-3 0,-13 0 11 15,10 2 5-15,-10-2 7 16,0 0-1-16,13 0 1 0,-13 0-4 0,0 0-8 15,9-9-5-15,-5 3-8 0,0-3-1 16,0-5-6-16,2-1-6 0,3-16-4 0,0-3-6 16,3-14 1-16,-1-6-18 0,7 1-7 15,-3-5-3-15,0 0 1 0,2 2 0 0,-3 6 1 16,-3 0 4-16,-4 16-3 0,0 6-1 16,-4 8 2-16,-1 3-7 0,2 0 12 15,-2 5-11-15,-2 0-3 0,2 0 3 0,-1 5-1 16,-1-3-1-16,2 2 4 15,0 3 1-15,0-1 3 0,-2 6-7 0,2-10 2 0,-2 10 13 16,5-8-15-16,-5 2 8 16,0 6-4-16,0 0 3 0,1-7-3 0,-1 7 7 15,0 0-7-15,0-8-3 0,0 8 1 16,0 0 11-16,0 0-15 0,-6-5 5 0,6 5 5 16,-13-1-6-16,13 1 0 0,-23 0 4 15,4-2-1-15,0 0 11 0,-12 4-4 0,-10 0-3 16,-11-4 4-16,-13 4 10 0,-1-2 5 15,-5-2 6-15,-1 2 5 0,1 0 3 0,0 2 2 16,9-1-10-16,16-1-1 16,2 3 0-16,12-1-2 0,5-2-4 0,7 2-1 0,0 2-31 15,3-2-41-15,2 0-66 0,3-2-83 16,3 2-83-16,-1-2-111 0,10 0-107 16,-15 5-138-16,9-3-172 0,6-2 70 15,-13 4 84-15,9 0-561 0,-4 4-683 16</inkml:trace>
  <inkml:trace contextRef="#ctx0" brushRef="#br0" timeOffset="71571.45">28362 6183 3436 0,'3'-11'56'15,"6"1"38"-15,-6 0 28 0,1 3 37 16,0 2 27-16,-2 0 11 0,-2 5-11 0,0 0-16 15,0 0 6-15,0 0 13 0,0 0 11 16,1 22 3-16,-4 2-9 0,-5 9-2 16,5 2 8-16,-8 19-14 0,6-3-12 15,-1-9-11-15,3 2-18 0,1-1-12 0,0-2-12 16,2-4-12-16,-2-6-7 0,2-4-10 16,0-8-11-16,0 1-5 0,-2-1-11 0,2-2-6 15,0-5-6-15,0 0-6 0,0-3-2 16,0-1-6-16,0-8-3 0,0 14-15 0,0-9-15 15,0-5-50-15,-2 8-68 0,2-8-84 16,0 0-108-16,-1 5-124 0,1-5-154 16,0 0-197-16,0 0 19 0,0 0 80 0,-14-15-622 15,6 8-760-15</inkml:trace>
  <inkml:trace contextRef="#ctx0" brushRef="#br0" timeOffset="72718.87">19146 4899 3505 0,'0'-7'-93'0,"0"7"24"0,-2-10 22 16,2 10 3-16,-3-4 14 0,3 4 22 15,0 0 36-15,-22 12 19 0,9 0 18 0,-2 2 16 16,-3 8 9-16,2 4 8 0,-2 1 4 16,3 2 1-16,1 4 5 0,2-1 8 0,-1 4 1 15,2 0-2-15,0 3-6 16,3 0-12-16,-1-1-3 0,1 2-9 0,-1 0-9 16,3 2-9-16,-4-3-4 0,5-2-5 15,-2-2-5-15,0-4-7 0,1-6-2 16,1-4-2-16,-1-1 0 0,3-5 0 0,-3-1-10 15,1-1-2-15,2-4-1 0,-1 3 0 16,2-6-4-16,-1 0-7 0,3-6 1 0,-6 11-7 16,6-11-33-16,-5 3-43 0,5-3-68 15,0 0-77-15,0 0-82 0,-20-17-115 0,16 5-154 16,3-2-61-16,-5-1 64 16,0-5-305-16,2 4-347 0</inkml:trace>
  <inkml:trace contextRef="#ctx0" brushRef="#br0" timeOffset="74337.61">19049 4791 2309 0,'-14'-13'11'0,"3"3"20"0,1 0 12 15,3 5 21-15,-1-2 18 0,3 2 21 0,-2 0 14 16,7 5 4-16,-9-7-4 0,9 7-9 16,-7-5 0-16,7 5-11 0,0 0-3 15,0 0-7-15,0 0 3 0,0 0-5 0,63 8-8 16,-22-1-8-16,22 5-10 0,3-2 4 16,4 0-11-16,5 1-5 0,2 2-12 0,2-3-9 15,2-3-12-15,24 5 2 0,3-2 4 16,5 1-2-16,2-1-1 0,-7-2-1 0,-19-4 10 15,20 1 6-15,-25 1 2 0,1-4 8 16,-2 2-6-16,-1-2-4 0,-5 2-1 16,4-2-11-16,-3-2 6 0,2 2-12 15,-3-2 6-15,-2 2 2 0,0 1-5 16,-5 0-5-16,-3 1 2 0,-4-1-4 0,-2 1-2 0,-11 0 4 16,-5 2-4-16,-1 1 0 15,0-2-5-15,-4 2 3 0,-4 1 2 0,4-4-2 16,-8 4-1-16,4-3 1 0,1 2-4 15,3 0 1-15,2-2 2 0,4-2-13 0,17 3-18 16,1 1-2-16,8-1-13 0,7 1-27 16,-2 0 1-16,2 2-2 0,-6-3-9 15,-1 5 9-15,-4-1 2 0,-5 4 5 16,-6-4 14-16,-1 0 7 0,-16-1-8 16,-6-1 10-16,-7-3 2 0,-6 1 8 0,-4-2 2 0,-4-3 4 15,2 2 3-15,-3 1 1 16,-3-2 12-16,-1 2 8 0,-8-4 13 0,15 3 7 15,-15-3 12-15,12 2 3 0,-12-2-3 16,13 0 2-16,-13 0 0 0,15 2 0 0,-15-2-12 16,18 2 2-16,-18-2-1 0,16-2-8 15,-16 2 1-15,20 0 2 0,-20 0-1 16,17-4-2-16,-9 1-5 0,-8 3-6 0,14 0 2 16,-14 0 1-16,14-2-2 0,-14 2 2 15,0 0-8-15,21 2-2 0,-13 1 8 16,1 1-5-16,0 1 1 0,5 2 3 15,-3 1-4-15,0-2 5 0,5 2-5 0,4 1 4 0,-2-1 3 16,3 2-6-16,10 0 3 16,-6-1 7-16,-5-5-2 0,-2 2 7 0,-3-3 8 15,-4 1 8-15,2-1-5 0,-2-2 8 16,-11-1 1-16,14 6-6 0,-6-4-7 0,-8-2 5 16,14 5 1-16,-14-5 9 0,9 1 9 15,-9-1 7-15,0 0 6 0,14 4 0 16,-14-4-4-16,0 0-8 0,11 2-3 0,-11-2-8 15,0 0-9-15,7 5 2 0,-7-5-6 16,4 7-1-16,-4-7-5 0,0 13 0 0,0-1-2 16,-4 0-1-16,0 7 0 0,-1 3-2 15,-4 9-4-15,-2 3 1 0,-1 2 3 16,-4 11-1-16,-1-1-2 0,2 0-5 16,-2-1 5-16,-3 1-2 0,4-1-1 0,-4-2-1 15,5-9-1-15,-4 7-1 0,5-8 3 16,2 0-9-16,-2-3 3 0,1 2-6 0,2-3 4 15,0-6 2-15,6-3 11 0,-6 12 3 16,2-8-1-16,4 10 11 0,-2-3 3 16,-1 1-2-16,3 1 0 0,1-6-2 15,-3 0-3-15,4 4-1 0,-3-4-2 0,4-8-2 16,-1 1-3-16,-1-5 0 0,0-1 0 16,1-2-4-16,2-2 1 0,-1 1 4 15,0-3-1-15,2-1 15 0,0-7 5 0,-4 10 12 16,4-10 4-16,-2 11-1 0,2-11-4 15,-3 8-3-15,3-8-4 0,-4 7-1 0,4-7-7 16,-4 7-2-16,4-7-3 0,0 0-4 16,-10 3-1-16,10-3-4 0,0 0-4 0,-16 2-3 15,16-2-2-15,-20 0 7 0,20 0-6 16,-27-2-2-16,13 0 0 0,-6-1-2 16,-5-2-5-16,-7-2 5 0,-6 0-1 0,-4-1-2 15,0-1 0-15,-15-4-2 0,-1 2 1 16,-6-1-2-16,1 0-4 0,-4 2-8 15,-3-2-1-15,0 2-3 0,-3 0-11 0,-5-2-5 16,2 5 6-16,-7-3 0 0,-1 2-10 16,-2 0 3-16,-22-1 6 0,22 5-4 15,-3 0 7-15,-1-2 0 0,-18 2 3 0,19 0 0 16,-22-2 2-16,1 1 1 0,22 3 7 16,2-2 0-16,2-4 2 0,0 4 2 0,3-2-3 15,0-2 4-15,6 3 0 0,0-1 3 16,4 0-2-16,7-1 3 0,-1 2-2 15,1-2 0-15,3 0 2 0,2 0 0 0,10 2 0 16,-12 0 0-16,2-2 3 0,0 0-2 16,13 4-2-16,-1-2 3 0,-1-1-1 15,2 5 2-15,2-3 1 0,4-1-3 16,3 0 2-16,-4 2 1 0,3-2-1 0,0-1 1 16,2 1 1-16,0 0-4 0,-1-3 2 15,1 3 1-15,2-1 1 0,-4-2-2 0,6 6 1 16,-7-2-4-16,-5 4 3 0,7-1-12 15,-10-2 11-15,2 3 2 0,3-4-5 0,0 1 5 16,10 3-1-16,1 0 2 0,4-2-4 16,8 0 3-16,-7-1 2 0,7 0-3 0,-1 3 4 15,2 0-1-15,2-2 3 0,1-2-3 16,2 4-2-16,13 0 2 0,-24-2-1 16,13 1 2-16,11 1-2 0,-21-3-3 0,21 3 5 15,-20 0-3-15,8-2 0 16,12 2 1-16,-21-2-3 0,13 0 4 0,8 2-4 15,-13-2 3-15,13 2-2 0,0 0 0 16,0 0-15-16,-16-2-34 0,16 2-46 0,-7-1-70 16,7 1-98-16,0 0-92 0,0 0-142 15,6-12-155-15,0 4 53 0,3-2-406 0,4 3-481 16</inkml:trace>
  <inkml:trace contextRef="#ctx0" brushRef="#br0" timeOffset="77368.98">18679 5963 2713 0,'12'-2'-37'0,"-5"1"27"0,-7 1 20 16,11-2 18-16,-11 2 20 0,0 0 11 16,10-2 16-16,-10 2-4 0,0 0 0 15,0 0 0-15,0 0 3 0,0 0 1 16,-37-5 6-16,17 3-10 0,1 2 4 0,-8-3-9 15,-11 0-5-15,2-3-4 0,6 5 1 16,3-3 13-16,-9-3-10 0,7 4-7 16,4-2 1-16,4 0-3 0,-1 0-6 0,0 0-13 15,7-1 7-15,0 1-7 0,1 2-5 16,5-2 1-16,0 1-5 0,-2 3 1 0,4-3 5 16,7 4-10-16,-13-3-3 0,13 3-5 15,-14 0 0-15,7 7 19 0,-6 6 4 0,-6 13 8 16,-8 13 6-16,-2 9 4 15,0 5-1-15,-1 4-4 0,1 1 0 0,-8 16-8 0,8-16 0 16,2-2 14-16,2-7 8 16,3-1 8-16,4-7-5 0,5-8-4 0,0-3-3 15,3-11-7-15,5-1-3 0,-4-5 9 16,6-3 8-16,-1 1 14 0,0-3 5 0,3 0 13 16,-5-2 5-16,6-6 3 0,-2 8-14 15,2-8-10-15,0 0-6 0,0 0-9 0,0 0-3 16,0 0-11-16,0 0-8 0,0 0-2 15,0 0-11-15,0 0-5 0,4 5-4 16,-4-5 0-16,5 8-1 0,1-4-1 0,2 6-3 16,3-5-6-16,0 3-8 0,11 3-2 15,10-1-16-15,6 0-11 0,14 0-21 0,3 1-18 16,10 1-27-16,-1-4-20 16,8-1-22-16,9 0-29 0,-1 2-13 0,3-1-8 15,0 1 10-15,15 6 20 0,-21-3 10 16,-1 0 22-16,-1 0 31 0,-3 1 17 0,-1-1 21 15,-3-2 15-15,1-3 17 0,-1 5 14 16,3-6 12-16,3 2 3 0,6-5 10 0,8 1 9 16,24 0 1-16,6 0 0 0,8 1-4 15,4 2-7-15,1 3 5 0,-1 2-6 0,0 3 0 16,-3 2 0-16,-5 1-2 0,-3 4-4 16,-8-2 4-16,-3 1-9 0,-8-1 6 0,2 1-2 15,-9 0-2-15,4-4 1 16,-16-1 1-16,19 1 0 0,6-4 2 0,4-1-2 15,0 0-2-15,2-2 1 0,5-1-5 16,-3 0 1-16,-3-4 3 0,-24 1-5 0,-5 0 2 16,-3-1 0-16,-11-3-2 0,-18-1-1 15,-7 4 7-15,-10-4-7 0,-10 0 10 0,-2-1 7 16,-6 0 11-16,-2-1-5 0,1 0 9 16,-14 1 2-16,19 0 2 0,-19 0 5 15,13-3 9-15,-13 3 1 0,13-2 3 0,-13 2-4 16,0 0-4-16,16-3-6 0,-16 3-6 15,11-2-1-15,-11 2-7 0,0 0-1 16,0 0-6-16,15 4 3 0,-15-4-4 16,0 0-1-16,0 0-2 0,0 0 1 0,0 0-1 15,0 0 0-15,15 0-3 0,-15 0-2 16,0 0 3-16,0 0-3 0,18-5-3 0,-13 1 2 16,6 2-6-16,1-4 3 0,1 2-5 15,3-1 3-15,2-3-2 0,-6 2 2 0,-1 0-3 16,3 4 4-16,-4-6 1 0,-1 4-2 15,-2 0 0-15,3 1-1 0,-4-2 0 0,1 1-3 16,2-1 1-16,5-3 0 0,-3 3 0 16,3-2-4-16,5-4 3 0,0 1-5 0,12-5 5 15,-1-3-3-15,10-3 0 16,2 0 2-16,0-4 2 0,0 5-1 0,-2-3 0 16,-7 1 2-16,-7 2-1 0,-1-2 6 15,-3-3 8-15,-2 2 11 0,-7-4 0 0,-3 5 0 16,-3 1 7-16,-1 4 5 0,-1-7 4 15,-3 1 12-15,5-1 5 0,-2-7 6 0,3-2-2 16,-5 9-1-16,5 4-9 0,-2 1-1 16,0 5-7-16,-3-2-1 0,1 4 1 15,0 4 1-15,0-2-5 0,-3 1-2 16,-1 3-9-16,2-2 0 0,-2 8-3 0,2-10 0 16,-4 5-1-16,2 5-3 0,-7-10 4 0,-6 4-4 15,-6-2-4-15,-16-2-4 16,-3-2-3-16,-15-2-2 0,-8 4 5 0,-6 0-6 15,-6 1-1-15,0 2-1 0,-6 4 0 16,3 1 1-16,3 2-2 0,10 2-5 0,14-1 3 16,3 4-2-16,8 1-2 0,2-1 3 15,10 0-9-15,2-2-35 0,10-1-37 0,-4 1-54 16,5 1-72-16,1-1-98 0,3 1-110 16,-2-3-113-16,11-1-180 0,-12 4-21 0,12-4 78 15,-8 3-533-15,8-3-644 0</inkml:trace>
  <inkml:trace contextRef="#ctx0" brushRef="#br0" timeOffset="78134.37">19325 6138 3096 0,'6'-10'-68'0,"0"3"44"0,-5 0 30 15,3 4 19-15,-4 3-4 0,0 0 13 0,0 0 61 16,0 0 24-16,-4 27 11 0,-5 4 9 16,-5 5 1-16,-2 12 4 0,-4 3 5 0,4 6-4 15,-6-2 1-15,1 0-4 0,5-2-3 16,-8 1-2-16,9-7-9 0,0-5-1 0,3-7-2 15,1-2-7-15,2-4-11 0,1-7-9 16,4-3-10-16,-2-4-8 0,0-1-12 0,3 1-6 16,-1-5-2-16,-1-2-10 0,3 0-5 15,-3-1-9-15,1-1-13 0,4-2-22 16,0-4-40-16,-3 10-65 0,3-10-82 16,0 0-76-16,0 0-77 0,0 0-87 0,0 0-147 15,0 0-62-15,0 0 55 0,26-16-368 16,-13 8-427-16</inkml:trace>
  <inkml:trace contextRef="#ctx0" brushRef="#br0" timeOffset="78484.75">20966 6295 2636 0,'4'-15'87'16,"-6"3"18"-16,0 4 19 0,2 1 22 0,0 7 10 15,0-8-2-15,0 8-10 0,0 0-3 16,0 0 27-16,0 0 19 0,-19 21-5 0,1 8-10 16,0 14-6-16,-7 6-5 0,2 2-11 15,-2 4-7-15,3 1-14 0,-1-1-11 0,-1-3-12 16,1-2-6-16,7-4-16 0,-4-1-4 15,7-10-7-15,-2-6-7 0,2 0-9 16,-1-2-4-16,6-8-6 0,-1-2-8 16,6-5-14-16,-3-4-26 0,1 3-31 0,2-6-39 15,1 2-51-15,2-7-87 0,0 0-91 16,0 0-92-16,0 0-126 0,0 0-140 0,0 0 45 16,27-17-436-16,-18 8-521 0</inkml:trace>
  <inkml:trace contextRef="#ctx0" brushRef="#br0" timeOffset="78885.92">21921 6507 2925 0,'0'0'67'16,"9"-4"40"-16,-9 4 19 0,4-1 13 15,-4 1 2-15,0 0 23 0,0 0 37 16,10 15 30-16,-12 2 9 0,-4 6-4 0,-2 15-17 15,-5 9-19-15,-3 3-22 0,3 0-17 16,0-1-10-16,0-1-16 0,0 1-17 0,-3-1-9 16,3-2-11-16,3-12-5 0,-1-1-13 15,0-1-13-15,0-5-16 0,2-3-14 0,2-7-27 16,0-5-30-16,-2 2-39 0,4-1-54 16,-1-6-84-16,2-2-100 0,-1-3-92 0,-2 0-122 15,7-2-179-15,0 0 43 16,0 0 80-16,0 0-383 0,0 0-430 0</inkml:trace>
  <inkml:trace contextRef="#ctx0" brushRef="#br0" timeOffset="80584.69">27852 6675 1544 0,'3'-10'220'15,"1"1"-49"-15,-2 1-24 0,0 0 3 0,0 2-6 16,-2 6-6-16,0-9-8 0,0 9-12 16,-2-8-12-16,2 8 1 0,-11 0 9 15,11 0 15-15,-27 12 6 0,-4 5 10 0,-7 8 5 16,-6 10 11-16,-8 4 2 0,-9 15-4 15,-7 2 2-15,-2 9-5 0,-9 4-7 16,4-1-4-16,-8-1-5 0,5 4-2 16,2-6-7-16,3-2 4 0,12-5-4 0,-2-3-3 15,20-16-8-15,0-1 3 0,7-3-14 16,6-8-9-16,5-5-6 0,5-3-13 0,4-4-8 16,5-6-1-16,2 0-7 0,0-2 24 15,2-2 22-15,1-2-2 0,1 3-3 0,5-6-7 16,-9 4-8-16,9-4-10 0,-7 4-13 15,7-4-24-15,0 0-25 0,0 0-38 0,-15 2-49 16,15-2-50-16,0 0-68 0,0 0-81 16,0 0-101-16,-14-6-128 0,14 6-156 15,-3-4-95-15,3 4 74 0,0 0-587 0,0 0-719 16</inkml:trace>
  <inkml:trace contextRef="#ctx0" brushRef="#br0" timeOffset="81699.25">26274 7820 3222 0,'-14'-1'-71'0,"1"-1"35"0,3 0 23 0,1 1 26 16,9 1 31-16,-15 0 39 0,15 0 32 16,-12-2 27-16,12 2 10 0,-9-2 5 15,9 2-1-15,0 0-7 0,0 0 5 0,0 0 6 16,0 0-6-16,0 0-15 0,68 7-9 15,-20-4-19-15,18 2-9 0,6 2-10 0,13 2-10 16,17 3-22-16,-16-4-21 0,-2 3-27 16,-5-2-20-16,-9-1-14 0,-6-1 0 0,-6 0-5 15,-19-4 7-15,-8-1 2 16,-8 1 1-16,-3 1 15 0,-6-4 13 0,-3 1 12 0,3 1 6 16,-3-1 5-16,-1-1 10 15,-10 0 5-15,13 2 2 0,-13-2 11 0,4 11 8 16,-4-3 6-16,-5 8-1 0,-3 6-7 15,-6 11-7-15,1 3-4 0,-6 10-5 0,2-1-4 16,0-1-9-16,-3 0-2 0,7 0-1 16,2-7-4-16,-3 0-6 0,5-3 1 0,2-2-3 15,0-6-1-15,0-5 1 0,3-3 0 16,1-2 0-16,-1-1 5 0,2-5 21 0,-2 0 18 16,4-1 9-16,-3 1 13 0,0-6 11 15,1 4 4-15,-2-4-3 0,2 1-8 16,2-5-11-16,-12 8-10 0,0-8-7 15,-3 4-9-15,-10 0 1 0,-11 0-10 0,-9 2-5 16,2-3 4-16,-16 1-7 0,-8 0-6 16,1-4-6-16,-5 0 5 0,-3 0-8 0,-5-6-3 15,4 4 2-15,-4-1 0 0,3-3-4 16,1 2 4-16,3 0-6 0,6 2-1 0,-2 2 1 16,18 0 0-16,0 2-9 0,4 2 4 15,0 3 1-15,8-2-5 0,4 0-2 0,7-1 3 16,4-1 2-16,7 0-7 15,2-1 1-15,1 2 7 0,1-4 5 0,3 0 11 16,-1 3 8-16,10-3 13 0,-15 0 13 16,15 0-41-16,-11 0-22 0,11 0 0 0,0 0 0 15,-16 2 0-15,16-2 0 0,0 0 0 16,0 0 0-16,-9-11 0 0,9 5 0 16,2-2 0-16,3-5 0 0,2-3 0 0,11-11 0 15,1-1 0-15,8-11 0 0,7-2 0 16,4-4 0-16,12-15 0 0,3-4 0 0,0 3 0 15,1-1 0-15,-12 16 0 0,0 2 0 16,-4 4 0-16,-4 5 0 0,-3 1 0 0,-10 13 0 16,-5 6 0-16,-3 1 0 0,-4 5 0 15,0-2-2-15,-4 4-21 0,4 0 1 16,-4 1 2-16,-1 2 0 0,2 1 2 16,-5-2 5-16,-1 5-5 0,8-7 7 0,-8 7-1 15,4-4 4-15,-4 4-6 0,4-6 5 16,-4 6-5-16,6-4 2 0,-6 4-5 0,0 0-3 15,0 0-26-15,0 0-21 0,0 0-42 16,0 0-40-16,0 0-56 0,0 0-76 0,0 0-107 16,0 0-126-16,0 0-172 0,0 0-99 15,0 0 80-15,0 0-657 0,0 0-815 0</inkml:trace>
  <inkml:trace contextRef="#ctx0" brushRef="#br0" timeOffset="82116.8">26287 8095 3531 0,'1'-12'-73'16,"1"2"34"-16,2 1 36 0,-2 2 57 0,0 0 47 0,0 2 46 16,-2 5 32-16,1-9 22 15,-1 9 5-15,3-8-7 0,-3 8-9 0,2-6-21 16,-2 6-11-16,0 0 2 0,0 0 0 16,-16 28-4-16,3 0-11 0,-2 1-14 0,0 2-5 15,-4 10-5-15,1-9-4 0,5 0 0 16,-3-1-9-16,3-2-5 0,2-6-1 0,5-2-7 15,-2-4-13-15,3-2-8 0,-1-1-3 16,3-4-11-16,-1 1 1 0,-1-4-4 0,3-1-9 16,1-1-21-16,-1 1-27 0,2-6-52 15,0 0-62-15,0 0-64 0,0 0-67 16,0 0-73-16,21-23-74 0,-10 8-70 16,1 1-88-16,1-1-141 0,7-7 51 0,-6 5-550 15,6-4-655-15</inkml:trace>
  <inkml:trace contextRef="#ctx0" brushRef="#br0" timeOffset="82517.63">26434 8141 3066 0,'0'0'-29'0,"0"0"48"15,0 0 30-15,0 0 46 0,0 0 45 16,0 0 30-16,-22 20 25 0,17-11 17 16,-3 2 9-16,2 0 3 0,-2 0-10 0,5 1-18 15,1-1-15-15,2 2-11 0,2-1-11 16,1-2-16-16,3 1-11 0,2-1-15 15,3-3-4-15,0-1-14 0,3 0-13 0,1-1-4 16,1-5-8-16,-1 0-11 0,4-3-6 16,-1 1-6-16,0-4-3 0,1-3-8 0,5 1-5 15,1-6-4-15,-1 3-5 0,-7-2 2 16,-4 5-3-16,-1 1-3 0,-3 2 3 0,1-1 0 16,-3 2 1-16,-1 0-4 15,-6 4 10-15,0 0 8 0,0 0 1 0,0 0 5 0,-8 25-4 16,-1-11 8-16,1 5-3 0,-2 3-10 15,3-2-2-15,-2 10-3 0,1-5 2 0,3-5-10 16,0 1 8-16,1-4-15 16,-1 0 2-16,3-2-5 0,-2-3-11 0,2 0-31 15,-1-1-8-15,1-1-33 0,0-2-36 16,-1-1-37-16,1 0-54 0,1-1-95 0,1-6-103 16,-8 4-115-16,8-4-176 0,-9 3-23 15,9-3 70-15,-16 2-517 0,16-2-622 0</inkml:trace>
  <inkml:trace contextRef="#ctx0" brushRef="#br0" timeOffset="83217.39">29296 6619 3223 0,'-2'-15'11'0,"0"1"35"16,0 2 42-16,0 4 40 0,0-1 34 16,1 3 25-16,1 6 22 0,-2-12 14 15,2 12 0-15,-2-11-4 0,2 11-14 0,0-8-19 16,0 8-23-16,0 0-22 0,0 0-11 15,0 0 11-15,-2 29 7 0,6 6-9 0,-1 8 9 16,7 15-18-16,4 7 12 0,6 24-7 16,7 4-4-16,-1 2-4 0,12-6-24 15,-4-2-6-15,1 3-10 0,2-9-7 16,-5-6-11-16,-12-18-2 0,1-6-7 0,-3-6-7 16,-5-12-6-16,-2-4-9 0,-3-7 1 15,-2-5-2-15,-1-4 0 0,-1-1 23 0,0-4 14 16,1 1 10-16,-4-3 1 0,3 0-2 15,-2 2-7-15,-2-8-6 0,5 10-11 0,-5-10-58 16,4 5-1-16,-4-5 0 0,0 0-109 16,7 6-99-16,-7-6-89 0,9 0-126 15,-9 0-148-15,0 0-225 0,9 0-23 0,-9 0 88 16,0 0-710-16,0 0-891 0</inkml:trace>
  <inkml:trace contextRef="#ctx0" brushRef="#br0" timeOffset="84066.79">29208 7865 3978 0,'-20'-4'-11'0,"2"1"19"0,2-1 43 0,5 3 34 16,2-2 36-16,2 3 21 0,7 0 9 15,-12-4 0-15,12 4-7 0,0 0-2 0,0 0-14 16,44 2-13-16,5 3-8 0,24 2-16 15,10 1-6-15,28 1-30 0,0-1-30 0,-1 4-34 16,2-3-24-16,-5-1-22 0,-29-1-2 16,-3-1-1-16,-9-1 11 0,-5-2-1 0,-19-1 16 15,-12 0 28-15,-10 2 27 16,-2-4 22-16,-2 2 18 0,-3-2 12 0,1 0-3 16,-5 4 17-16,-3 1 24 0,-5 5 17 15,-1 3-7-15,0 7-4 0,-3 3-10 16,-5 12-9-16,-3 3-7 0,1 1-9 0,-1-1-6 15,-5 8-9-15,3 2-7 0,2 3 7 16,1-12 5-16,1-3-10 0,3 1-5 0,1-3-2 16,-2-8-4-16,6-5-7 0,-3-5-6 15,2-1 3-15,-2-3 5 0,2-2 0 0,1 1 16 16,-3-3 8-16,2-2 3 0,0 3 2 16,-2-3-3-16,-2-1-8 0,-3 0-8 15,-7-1-3-15,-6 2-7 0,-3-4-1 16,-18 2-4-16,-4-3-6 0,-14 1 3 0,-7 0-9 15,-1-2-2-15,-3 0-2 0,-2-2-3 16,-5 0 6-16,4-3-9 0,-4 3-21 0,7-1 0 16,1 3 0-16,4 0 0 0,16 0 0 15,3 2 0-15,0 1 0 0,7 2 0 0,0-1 0 16,3 0 0-16,10 2 0 0,6-4 0 16,0 1 0-16,5 0 0 0,4-1 0 15,-1 0 0-15,3 0 0 0,11-2 0 0,-20 0 0 16,20 0 0-16,0 0 0 15,-14-6 0-15,10 1 0 0,2-4 0 0,2-2 0 16,4-8 0-16,3-13 0 0,7-2 0 16,4-10 0-16,4-4 0 0,6-2 0 0,1-8 0 15,11-14 0-15,-1 0 0 0,-2 19 0 16,-1 0 0-16,-1 7-53 0,-3 2-2 0,-3 5 1 16,-3 3 4-16,-5 8 5 0,-6 6 7 15,-4 5-2-15,2 5-15 0,-6 2-25 0,-3 3-20 16,1-1-20-16,1 4-17 0,-3 1-10 15,-3 3-20-15,0 0-32 0,0 0-44 0,0 0-67 16,0 0-67-16,0 0-83 0,0 0-124 16,1 17-133-16,1-12 69 0,0 3-547 15,-2 1-658-15</inkml:trace>
  <inkml:trace contextRef="#ctx0" brushRef="#br0" timeOffset="84566.8">29389 8107 3230 0,'0'0'63'0,"-13"-4"50"0,7 1 31 0,6 3 27 15,-8-4 31-15,8 4 9 16,-5-8-15-16,5 8-16 0,0 0-12 0,9-9-17 15,-1 5-16-15,1 3-8 0,-9 1-13 16,23 1-15-16,-10 2-7 0,3-2-8 0,-3 3-10 16,3 1-11-16,-3-3-4 0,-2 4 0 15,3 1 5-15,-7 0 4 0,0 0 10 0,0 0 6 16,-3 2 11-16,-3-1 15 0,-1-8 2 16,-5 17-8-16,-3-5 5 0,-4-1 3 15,-1 0 0-15,-4 3 5 0,-1-2 6 0,2 1-8 16,0-1-6-16,5-4-13 0,2 1-6 15,-1-1-12-15,4 0 0 0,1 2-11 16,1-3-5-16,4 3-9 0,0-2-1 16,2 1-3-16,1-1-4 0,1 2-9 0,2-1-2 15,-3 1-5-15,2-2-4 0,0 1-2 16,1 2-1-16,-2-3 0 0,-2-1 1 0,-1 1 10 16,-1-1-6-16,0 0-27 0,-1 0 0 15,-1 2 0-15,0-4 0 0,-4 2 0 0,3 0 0 16,-4-3 0-16,0 0 0 0,-1-2 0 15,8-2-36-15,-17 1-204 0,17-1-109 0,-20-3-127 16,7-5-142-16,6-3-192 0,2-3 6 16,3 1 91-16,2-1-697 0,2-3-861 15</inkml:trace>
  <inkml:trace contextRef="#ctx0" brushRef="#br0" timeOffset="84848.99">29681 8161 3915 0,'9'-3'48'15,"-2"-2"36"-15,-7 5 20 0,14-5 31 16,-14 5 28-16,13 0 15 0,-13 0 5 0,18 3 4 16,-9 0-4-16,-2 4-5 0,4 4-7 15,-8-1 24-15,3 4-13 0,-4 4 6 0,-4-1-8 16,-4 3-4-16,-4-1-9 16,-5 8 1-16,-2-3 1 0,-2-3-5 0,5-2-6 0,2-6-5 15,2-2-7-15,2-1-16 16,2 0 1-16,1-1-2 0,5-1 4 0,2-1-40 15,5 2-93-15,3-1 0 0,5-1 0 16,3 1 0-16,0-2 0 0,3-3 0 0,1 0 0 16,2-1 0-16,1 0-282 0,-4-2-149 15,0 2-115-15,-4 0-129 0,-3-1-167 0,-5 3 66 16,-6-1 68-16,-3-3-629 0,0 10-793 16</inkml:trace>
  <inkml:trace contextRef="#ctx0" brushRef="#br0" timeOffset="86301.63">25488 8463 3496 0,'12'0'-85'0,"-12"0"37"0,12 2 27 15,-12-2 32-15,9 2 33 0,-9-2 35 16,0 0 43-16,3 5 25 0,-3-5 17 0,0 9 12 16,0-9 7-16,-9 8 2 0,1-1 1 15,-5-1-3-15,-3 2-5 0,-4-2-5 16,-5 0-7-16,-9 0-3 0,-2-1-12 0,-3-1-12 15,-1-1-6-15,8-3-16 0,1 0-13 16,-8-1-9-16,5-1-16 0,9-2 2 16,-4 2-16-16,4-3-3 0,2 3-9 15,3 0-3-15,2-2-5 0,2 2-12 0,3 2-3 16,1-1-8-16,12 1-8 0,-18 1 4 16,7 3-2-16,-1 2 0 0,-1 1-5 0,1 5-1 15,-1 0 2-15,-3 3-2 0,0 8 2 16,-6 3 5-16,6 2 6 0,-4-1-2 0,3 0 5 15,0 1 5-15,0-1 5 0,2 0 0 16,3-8 7-16,3-1-7 0,-1-3 0 0,2-3 0 16,1 0-5-16,3-4-4 0,-2 1 5 15,3-1 0-15,-1-2-1 0,0 0 3 0,4-6-3 16,-6 9 0-16,6-9-3 16,-6 8-5-16,6-8-4 0,-2 8-2 0,2-8 1 15,0 9-2-15,0-9 2 0,6 10-3 16,-2-5-5-16,4 2 1 0,-1 0-7 0,4 3 0 15,9-2-8-15,7 6-17 0,5-4-7 16,6 1-11-16,12 1-13 0,-3-7-11 0,16 3-11 16,6-1-10-16,3 3-7 0,2-8-9 15,1 4-5-15,-1 0 8 0,-3 3 11 0,-3-1 7 16,1-1 6-16,-7 1 9 0,3 4 7 16,1-4 9-16,-2 2 11 0,3-2 15 0,-1 3 2 15,9-2 8-15,5-2 7 16,4 0-2-16,20 1 1 0,3 0 2 0,6 5-2 15,1-1 0-15,-4 0 0 0,0 1 0 16,-8 1-1-16,-23-5-7 0,-7 1-2 0,-6 0-10 16,-3-1 0-16,-15-4-8 0,-6 0 2 15,-10-3 2-15,-7-1 7 0,-2 1 3 0,-5-4 1 16,4 2 12-16,-3-1 10 0,-2-1 3 16,2-2 9-16,-1 1 3 0,-2-2-1 0,4 1-2 15,-6 1-2-15,6-1 0 0,-5-1-4 16,0 2-2-16,2 1 0 0,-1 1 0 15,-2-3 1-15,2 3-4 0,-1-1 0 0,-1 0-1 16,-3 2 2-16,1-2-1 0,-12 2-1 16,17-1 0-16,-8 1-1 0,-9 0 4 15,17-2-2-15,-6 0-1 0,-2 0-1 0,-9 2 0 16,14-3 3-16,-4 0 8 0,0 1 8 16,-3-3 10-16,3 0 0 0,0-2 1 0,-3 0 5 15,2-4-2-15,2 0 1 0,-2-1 3 16,0-5 0-16,-2-3 6 0,7-7-9 15,-3-2-7-15,1 2 2 0,-2-1-2 0,-3 2 7 16,-2 4 0-16,6-9-13 0,-8 6 13 16,3 6-2-16,-2-2-5 0,-1 3 8 0,-1 1-5 15,2-3 2-15,0 3 4 0,-4 1-5 16,2 3-3-16,-2-3 0 0,2 3 9 16,-4-1 2-16,0-2 0 0,-2 1-8 0,-5-2-2 15,-4 2-4-15,-12-6-12 0,-4 4 16 16,-12-3-1-16,-8 4 5 0,0 2 3 15,-4 1 4-15,-4 3-2 0,-2 0 3 0,-2 3 3 16,3 1 3-16,1 0-7 0,11 0-1 16,1 2 0-16,1 0-6 0,3 1-4 0,9 1-2 15,5 2-10-15,9-2 1 0,-3 2-4 16,-1 0-4-16,4 2-2 0,-2-2 2 0,1 2-22 16,2 1-14-16,2 1-28 0,2-2-32 15,-3 4-33-15,5-4-32 0,0 4-35 16,1 0-41-16,2-2-48 0,1-1-68 15,0 1-58-15,-2 2-70 0,4-6-82 0,5 0-126 16,-11 8-8-16,0-6 77 0,6 0-493 16,-6 4-572-16</inkml:trace>
  <inkml:trace contextRef="#ctx0" brushRef="#br0" timeOffset="86683.56">26090 8665 3143 0,'6'-4'90'0,"-6"4"42"15,4-4 18-15,-4 4 22 0,0 0 10 16,0 0 25-16,0 0 35 0,0 0 20 0,0 0 13 16,4 21-13-16,-6-9-22 0,-2 5-15 15,2 2-27-15,-1 3-12 0,-2 2-16 16,-1-2-21-16,5 4-16 0,-5-2-12 16,2-2-12-16,3-2-12 0,-3 3-9 0,0-5-21 15,1-5-9-15,1 3-16 0,1-5-29 16,-1 1-24-16,0-1-33 0,2-3-38 0,-2-1-42 15,2-7-61-15,-4 7-86 0,4-7-91 16,0 0-97-16,0 0-142 0,0 0-101 0,-11-19 60 16,8 12-559-16,-8-3-664 0</inkml:trace>
  <inkml:trace contextRef="#ctx0" brushRef="#br0" timeOffset="87100.67">25595 8685 3574 0,'5'-2'77'0,"-5"2"2"16,9-4 7-16,-9 4 3 0,0 0 28 16,0 0 23-16,0 0 21 0,-7 16 1 0,0-8-5 15,-3 3-13-15,-2 1-9 0,-1 0-16 16,-1 1-10-16,-4-1-10 0,-3 6-11 15,2-2-9-15,2-5-9 0,0 1-15 0,2-1-29 16,-3-2-33-16,7 0-39 0,-2-1-42 16,1-5-56-16,1 0-54 0,2-1-37 15,9-2-29-15,-14-4-21 0,6 0-21 16,7-4-3-16,-1-2 25 0,0-1 46 0,2-6 49 16,2-1 57-16,0-2 49 0,-1 5 46 15,1 1 42-15,2 2 28 0,-2 4 18 0,0-1 23 16,-1 6 44-16,-1 3 54 0,0 0 23 15,9-2 9-15,-9 2-8 0,11 12-7 0,-6-3-16 16,5 3-13-16,0 3-21 0,3 0-9 16,4 9-17-16,4-1-16 0,0 1-42 0,2-3-65 15,2 0-83-15,-1-4-99 0,5 1-87 16,-3-1-112-16,7-5-176 0,-3 1 15 16,7-3 66-16,1-2-281 0,2-4-257 15</inkml:trace>
  <inkml:trace contextRef="#ctx0" brushRef="#br0" timeOffset="87352.59">26934 8828 2490 0,'0'0'221'0,"-38"0"-4"0,21 3-8 15,-3 3 1-15,-4 1 7 0,-1-2 8 16,-3 6-5-16,3-3-17 0,3 0-17 15,0 2-18-15,3-2-17 0,-1 1-12 0,-2-1-19 16,5 2-32-16,-2-1-38 0,2-1-46 16,0-2-54-16,2 0-73 0,-2 0-67 0,1-3-75 15,1-5-79-15,-2-1-52 0,6-2-63 16,-1-4-35-16,4-4-7 0,5-3-280 16,1-3-270-16</inkml:trace>
  <inkml:trace contextRef="#ctx0" brushRef="#br0" timeOffset="87468.63">26495 8789 2102 0,'5'-10'-3'0,"-1"4"33"16,-1 3 31-16,-3 3 41 0,0 0 32 15,0 0 25-15,24 11 3 0,-17-5-8 0,3 4-11 16,3 3-11-16,8 8-14 0,1-3-9 16,3 1-15-16,0-1-56 0,0 2-72 15,4-3-79-15,-2 0-112 0,1-1-147 0,-4-8-128 16,-2 1 52-16,-1-3-179 0,-6 0-125 16</inkml:trace>
  <inkml:trace contextRef="#ctx0" brushRef="#br0" timeOffset="88983.36">28886 8625 1918 0,'-8'-2'112'16,"-3"0"17"-16,4 1 19 0,7 1 25 0,-12-2 21 15,12 2 15-15,-12-3-4 0,12 3-8 16,0 0-22-16,-11-2-5 0,11 2-17 0,0 0-9 16,0 0 2-16,0 0-6 0,0 0-6 15,0 0-14-15,0 0-5 0,38 14-13 0,-4-9-9 16,12 3-11-16,15-1-8 0,6-2-8 15,9 4-10-15,10-1-16 0,21 1-14 16,1-2-21-16,-20-2-44 0,23-2-23 16,-25 0-31-16,7-3-21 0,-8 0-10 15,-1 0 11-15,-4-3 13 0,-6 2 9 0,-3-5 6 16,-10 1 16-16,0 0 17 0,-17 0 24 0,-1 1 24 16,-2-2 8-16,-5 2 9 0,-6 1 5 15,-3 1 1-15,-6 0-1 0,-2 1 1 16,-3 1-3-16,-2 0-2 0,2-2 1 0,-3 2 2 15,-2 0 1-15,1 2-6 0,-1-1-2 16,-1 1 2-16,1 2-2 0,-1-1 1 0,0-1 8 16,-3 4 9-16,1 0 12 0,-3 2 3 15,-1 6 7-15,-6 3 10 0,-4 15 0 0,-5 3 8 16,-6 12 4-16,0 1 6 16,-6 1 1-16,-2 6 0 0,0-7-4 0,-2-1 4 0,3 4 2 15,-1-6 2-15,6-3-3 16,6-9 1-16,-3-1 0 0,2-4 3 0,2-8 3 15,2-5-1-15,3-1-2 0,0-3 1 16,4-2 6-16,-5 0 12 0,7-2 8 0,-5 1 11 16,2-4 0-16,3 1-2 0,1-5-10 15,-7 8-10-15,7-8-12 0,-6 2-6 16,6-2-11-16,0 0-11 0,-14 0-4 0,14 0-6 16,-22 0-3-16,6 0-11 0,-11-2-6 15,-15 2 1-15,-2 0 6 0,-8 2-13 0,-1-2-4 16,-17-2-2-16,-4-1 2 15,-5 0-6-15,-3-2 12 0,-3-1-6 0,-1-4-1 16,-19-2-3-16,19 5 0 0,3-5-2 16,4 4-1-16,5-1-4 0,3-1-1 0,6 5 3 15,4 2-7-15,12-1 5 0,7 2-3 16,-1 2-2-16,0 0-6 0,1 2 0 0,12 2-4 16,-1-4-2-16,3 1-1 0,-3 1 4 15,3 0 2-15,1-2-7 0,-4 1 5 0,-5 5 0 16,4-4 4-16,3-2-2 0,1 1 2 15,-3-1-5-15,3 3 5 0,-3-3 0 0,3 2-3 16,1 0 6-16,0-2 4 0,7 1-5 16,-2-1 8-16,8 0 0 0,-2 0 4 0,5 2 1 15,11-2-1-15,-23 0 0 16,23 0 1-16,-18 0-1 0,18 0 3 0,-13 0 3 16,13 0-5-16,0 0 2 0,-15-2-5 15,15 2-2-15,0 0 1 0,-13-3 3 0,13 3-4 16,-10-2-2-16,10 2 2 0,-6-8-9 15,6 8 1-15,-6-9 3 0,4 2 1 0,2-1-4 16,0-2-10-16,2-2-13 0,4-2-7 16,0-5 0-16,4-10-10 0,1-4-10 0,6-10-3 15,2-2-5-15,2-1-12 0,0-3 2 16,0-2 3-16,2-4-3 0,0-2 4 16,0 0 9-16,-5 8 3 0,2 4 4 0,-6 11 6 15,-7 7 5-15,-2 8 6 0,1 3 8 16,0 3 8-16,-5 1-3 0,4 1 3 15,-3 1 2-15,0 4 4 0,0-4-3 16,-1 6 0-16,1-1 1 0,-2 5 4 0,4-11-5 16,-4 7 1-16,0 4 0 0,2-7-1 15,-2 7 0-15,0 0 3 0,0 0 12 0,0 0-4 16,0 0 0-16,30 10 3 0,-12-4 3 16,2 0-4-16,19 7 2 0,3-5-1 0,15 5-2 15,6-5-5-15,5 0-11 16,0 0-14-16,4-2-19 0,-10-2-14 0,-8-3-4 0,-11 1-2 15,-1 0 3-15,-12-2 7 16,-8 0-5-16,-7 0 0 0,-4-2-8 0,-11 2-23 16,0 0-18-16,0 0-20 0,0 0-21 15,0 0-33-15,-36-5-42 0,23 5-41 0,-4 0-61 16,-4 0-84-16,6 2-131 0,-3-1-64 16,1 5 63-16,2 0-369 0,-3 2-395 0</inkml:trace>
  <inkml:trace contextRef="#ctx0" brushRef="#br0" timeOffset="89266.46">29027 8880 2850 0,'0'-6'197'0,"0"0"4"0,0 6 8 16,-2-8 3-16,2 8-4 0,0 0 11 15,0 0-4-15,-29 8-8 0,15 2-10 0,-6 2-17 16,-5 5-16-16,-4 4-13 0,6 0-12 16,-2-1-10-16,0 1-2 0,0-1-8 0,0-1-11 15,3 0-13-15,2-5-17 0,4-3-29 16,2-2-30-16,0 0-35 0,1-1-44 16,2-3-62-16,-1-1-72 0,4-4-69 0,8 0-55 15,0 0-53-15,-21-11-32 0,16 1-51 0,1-2-40 16,4 1-25-16,0-9-454 15,0 2-449-15</inkml:trace>
  <inkml:trace contextRef="#ctx0" brushRef="#br0" timeOffset="89416.25">28652 8868 2589 0,'2'-13'4'16,"-1"3"52"-16,-1 2 28 0,0 8 30 15,2-9 44-15,-2 9 55 0,0 0 35 0,9 0 12 16,-9 0-3-16,0 0-12 0,18 15-16 16,-7-7-14-16,1 7-26 0,3 1-21 0,2 5-15 15,4 4-19-15,-2 1-23 0,2-4-67 16,3 5-69-16,-2-1-89 0,1-2-100 15,2 0-110-15,2-2-129 0,5-5-198 16,-2-1 50-16,3-1 73 0,-1-5-343 0,2 2-355 16</inkml:trace>
  <inkml:trace contextRef="#ctx0" brushRef="#br0" timeOffset="89815.93">29989 8981 2727 0,'0'0'195'0,"0"0"-5"0,0 0 3 0,0 0 5 15,-32 9 8-15,20-1-8 0,-1 1-7 16,0-2-20-16,-3 6-14 0,4 1-16 16,-4 1-13-16,-7 2-13 0,1 1-14 15,-1-1-16-15,-2 1-24 0,1-1-26 0,-6-3-36 16,-1-2-31-16,3 1-42 0,-3-3-47 15,7-4-48-15,7-3-34 0,1-1-26 0,5-2-8 16,11 0 7-16,-13-9 19 0,11 1 22 16,6-4 39-16,1-1 40 0,15-11 54 0,2 1 44 15,5 0 51-15,1 5 39 0,1 5 45 16,0 3 22-16,-4 4 14 0,0 6 10 0,-7 2 0 16,3 3 1-16,1 4-9 0,2 6-16 15,-1 4-15-15,-4-3-14 0,-4 0-9 0,-1-2-13 16,4 7-11-16,-2-4-17 15,-7 1-49-15,1-3-46 0,0-3-77 0,-3 0-83 16,-2-3-83-16,-1 1-108 0,3-5-170 16,-4 0-26-16,-3 2 60 0,0-7-308 15,0 0-309-15</inkml:trace>
  <inkml:trace contextRef="#ctx0" brushRef="#br0" timeOffset="90117.9">29606 8741 2617 0,'-9'-15'245'0,"0"3"26"16,2 3 16-16,2 4 14 0,5 5 11 16,-15 2 18-16,3 6 10 0,-10 14-3 0,-3 16-12 15,0 6-21-15,2 3-27 0,4 10-25 16,2 3-17-16,5 0-29 0,4 1-23 0,-1-3-17 15,3 0-17-15,5-4-19 0,-5-11-18 16,2-4-15-16,0-3-12 0,0-9-16 0,0-3-20 16,2-7-35-16,-1-3-29 0,-1-3-41 15,0-1-58-15,1-2-68 0,1-3-89 16,2-5-104-16,0 0-125 0,0 0-149 16,0 0-124-16,0 0 77 0,-5-27-686 0,8 16-834 15</inkml:trace>
  <inkml:trace contextRef="#ctx0" brushRef="#br0" timeOffset="92198.4">8346 2551 1203 0,'-21'0'348'0,"-1"0"-89"15,1-2-41-15,1 2-39 0,-3 0-14 16,3 0 8-16,1 0 1 0,2 0 20 0,1 0 12 16,16 0 0-16,-23 2-5 15,23-2-10-15,-13 0-5 0,13 0-10 0,0 0-11 16,0 0-15-16,34 10-15 0,13-2-9 16,17-1-18-16,10 2-9 0,12 0-10 0,2-3-6 15,1-4-7-15,-3 1-10 0,-8-1-12 16,-10 0-16-16,-16 0-21 0,-8-2-17 15,-16 0-16-15,-5 0-33 0,-7 0-46 0,-3-2-45 16,-13 2-37-16,7-4-56 0,-7 4-65 16,0 0-89-16,0 0-175 0,0 0-48 0,-22-11 73 15,10 7-205-15,-1 2-233 0</inkml:trace>
  <inkml:trace contextRef="#ctx0" brushRef="#br0" timeOffset="101547.83">3630 10319 2002 0,'0'0'0'15,"2"-10"30"-15,-2 10 29 0,2-12 19 16,2 4 30-16,-3 1 38 0,1 1 28 0,2-2 29 16,-2 0 14-16,2 1 6 0,-1 1-1 15,-3 6-7-15,5-11-13 0,-5 11-16 16,5-7-15-16,-5 7 12 0,0 0 14 0,0 0 9 15,6 27-5-15,-8-7 1 16,0 15-9-16,-1 7 6 0,-1 1-3 0,-1 1-12 16,3 1-13-16,-1-3 2 0,1 3-18 15,0-3-16-15,0-4-9 0,2-8-18 0,-2-4-6 16,2-2-12-16,-2-4-10 0,2-3-8 16,-1 1-6-16,-1-5-14 0,0-1-2 15,2-2-8-15,-2-1-10 0,0-1-21 0,2-8-62 16,-3 10-71-16,3-10-75 0,0 0-97 15,0 0-114-15,0 0-123 0,0 0-151 0,9-27-109 16,-6 15 79-16,5-1-572 0,4-4-738 16</inkml:trace>
  <inkml:trace contextRef="#ctx0" brushRef="#br0" timeOffset="101898.37">4104 10343 3531 0,'-11'-7'-41'16,"11"7"31"-16,-12-4 26 0,12 4 31 15,-13-6 40-15,13 6 20 0,-11-2 27 16,11 2 14-16,0 0 14 0,-6-5-1 0,6 5-6 16,0 0-13-16,0 0-10 0,28-5-18 15,-7 2-10-15,-1 3-12 0,0 3 7 0,5 2-12 16,-2 0-10-16,-2 3-7 15,2 10-3-15,-8-1-1 0,-2 8-4 0,-3 6 2 16,-6-3 10-16,-4-3 2 0,-4 11 3 16,1 1 0-16,-4-1-7 0,2-2-7 15,1 0-10-15,0-8-5 0,-1-2-4 0,1-2 3 16,-1-5-12-16,4 1-2 0,-1-2-2 16,0-3-12-16,0-2-5 0,2 1-38 0,-2-2-39 15,2-3-76-15,0-7-106 16,4 10-139-16,-4-10-154 0,0 0-216 0,0 0 63 0,0 0 75 15,21-21-415-15,-12 7-502 0</inkml:trace>
  <inkml:trace contextRef="#ctx0" brushRef="#br0" timeOffset="102081.6">4079 10653 3056 0,'-18'-5'92'15,"2"0"39"-15,3 0 27 0,4 1 34 0,1 0 31 16,8 4 14-16,-10-4 11 0,10 4-5 15,0 0-24-15,-2-7-16 0,2 7-26 16,22-4-18-16,-2 0-27 0,7 3-68 16,15-4-86-16,2 5-108 0,-3-2-131 0,-2-2-161 15,-1 2-224-15,-8 2-12 0,-5-4 65 0,-10 4-360 16,-1-2-432-16</inkml:trace>
  <inkml:trace contextRef="#ctx0" brushRef="#br0" timeOffset="102929.17">3603 10055 2738 0,'-25'-17'-2'0,"4"3"13"15,-2-1 11-15,3 3 18 0,2 2 38 0,5 3 37 16,-1 1 19-16,3 0 12 0,2 0-11 16,1 4-5-16,4-2-3 0,4 4 0 15,0 0-13-15,0 0-9 0,31-8-7 0,15 7-12 16,28 1-11-16,15 3-7 0,33 3-5 16,9-2-8-16,3-2-7 0,3 4-4 0,-5 4-25 15,-6-3-17-15,-10 1-12 16,-33-4 6-16,-8 4-1 0,-8 1-4 0,-21-3 1 0,-6 2 2 15,-6 4 5-15,-9 4 3 0,-6 7 37 16,-8-1 24-16,-7 10 23 0,-2 6 24 16,-8 5 4-16,-3 11 7 0,-1 4 2 15,-5 5-14-15,-1-5-13 0,4 2-9 16,-4-2-7-16,3-2-8 0,2-3-8 0,-1-4-7 16,4-11-8-16,3-2 0 0,-2 0-7 15,2-10-2-15,1-5 1 0,2-7-8 0,0 1-2 16,2-3-5-16,-1-5 1 0,1 3-1 15,-2-4 0-15,2-6 3 0,-6 11-3 0,6-11 8 16,-7 7-3-16,0-4-4 16,7-3-6-16,-22 2-3 0,3-1-2 0,-6 3-1 15,-13-1-3-15,-6 1 0 0,-16 3 0 16,2 0-4-16,-5-1-1 0,-6 1 3 16,-3 0-5-16,-3-2 3 0,-4 2-3 0,-5-3 0 15,-2 2-3-15,5-1 0 0,2 1-2 16,0-1 2-16,4 0-1 0,-2-1-1 0,9 3 4 15,5-3 2-15,2 1-2 0,4 2 5 16,11-1-3-16,0-2 4 0,6 0-2 0,0-1 6 16,2 2 20-16,6 0 16 0,5-3 5 15,0 0 13-15,2 0-5 0,3 0-2 0,-1-2 7 16,3 0 2-16,0 0 2 16,-1-2-10-16,3 0-5 0,3 2 1 0,0 0-6 15,2-2-7-15,2 2 6 0,11 0 9 16,-20-2 7-16,13 2 1 0,-1-3-10 0,0-4-4 15,1 0-7-15,1-3-5 0,3-5-2 16,1-1-6-16,2-3-3 0,3-6 3 16,5-11-15-16,9-10-4 0,0-8-3 0,10-4-14 15,3-17-14-15,8-4-5 0,-2-1-33 16,5-3-7-16,-3 1 3 0,-2 1-10 0,-2 0-11 16,-11 21-12-16,-4 6 2 0,-2 4 11 15,-5 14-5-15,-5 9-9 0,-3 8-19 16,0 3-40-16,-2 5-39 0,-4 1-34 15,-2 4-52-15,0 2-56 0,4 4-73 0,0 0-101 0,-23 14-191 16,12-1 7-16,-4 11 81 16,-2 5-405-16,-4 12-489 0</inkml:trace>
  <inkml:trace contextRef="#ctx0" brushRef="#br0" timeOffset="104213.57">2777 10952 2647 0,'18'-4'-48'16,"-7"2"35"-16,1 0 24 0,-12 2 10 15,11-4 9-15,-11 4 11 0,0 0 18 16,0 0 35-16,0 0 29 0,0 0 15 15,0 0-1-15,-34 10 4 0,9-5 4 0,-11 2 2 16,-2-1 3-16,-4-2-7 0,-2-1-9 16,-4 1-11-16,1-1-17 0,-1-1-16 0,3 0-6 15,0-4-4-15,2 2-12 0,3-2-4 16,7 1-11-16,7-1 2 0,-1-2-9 16,6 3-3-16,2-1 0 0,6-1-12 0,0 2 1 15,-1 0-4-15,5-1-7 0,9 2 0 16,-18-2-6-16,9 2-2 0,9 0-3 0,-16 2 0 15,7 5 5-15,2 0-1 16,-5 8 1-16,2 2 5 0,-2 12 1 0,-1 4 11 16,-1 4 7-16,0-2 1 0,-1 12-4 15,4-10-1-15,-5 7 7 0,5-6 11 0,-1-2-1 16,1-2-5-16,2-3 8 0,-3-1 5 16,4-8-4-16,1-3-5 0,3-5-3 15,-4-1-1-15,4-2 5 0,1-1 7 0,-1-2 0 16,2 1 0-16,-2-2 0 0,4-2-11 15,-1 2-1-15,-3-2 2 0,4-5-14 0,-3 8-4 16,3-8-1-16,0 7-8 0,0-7 2 16,-2 7-1-16,2-7-2 0,5 7 0 0,0-2-3 15,3 0 0-15,3 2-2 0,6 0-1 16,12 3-4-16,9 1-1 0,17-3 5 16,3 2-1-16,8-1-15 0,6-2-17 15,7 0-20-15,3-1-30 0,-1 4-20 16,3-5-23-16,-5 3-6 0,-2-2 4 0,-2 0 6 15,-4-2 9-15,-5-1 13 0,-5 1 4 16,-11-3 12-16,2-1 6 0,-2 0 12 0,2 0 7 16,-2 0 13-16,11-3-2 0,4 3 3 15,1-2 5-15,4 1 2 0,5-1 5 0,3 4 0 16,6-1 3-16,-2 4-3 16,-1 2 4-16,5 0 2 0,0 2 3 0,-2-1 21 15,0 1-3-15,-4-1-2 0,-2 1 1 16,-4-1-3-16,1-3 4 0,-3 0-3 15,-2-1 1-15,0-1 0 0,-2-2-1 0,2-1-2 16,-2 3 12-16,-4-6 8 0,-11 3 2 16,-3-1-2-16,-2 0 0 0,-10-1 3 0,-6 0-2 15,-7 0 5-15,-5 1 4 0,-2-1-2 16,-2 0 11-16,-7 2 4 0,-9 0 4 16,21-1 0-16,-11-1 2 0,-10 2-3 0,12-2 2 15,-12 2-10-15,0 0 0 16,18-1 4-16,-18 1-3 0,11 0-6 0,-11 0-1 0,12-4-3 15,-12 4-7-15,11-6-2 0,-5 4-5 16,-6 2-1-16,15-12 3 0,-9 7-2 16,1-2-4-16,-1-4-1 0,-1-3-2 15,2-1 1-15,-2-8-8 0,3-12 1 0,-4-5-4 16,-1-3 1-16,6-11-2 0,-4-3-2 16,2 3-1-16,5 1 3 0,-11 14-2 0,6 3-13 15,-5 7 4-15,1 4-1 0,-1 7 4 16,0 3-2-16,0 1 4 0,-2 1-2 15,0 1-3-15,0 3 2 0,0 1 0 16,0 8 2-16,-2-12 0 0,-2 6 2 16,4 6-3-16,-9-7 1 0,9 7 0 0,-12-4 5 15,12 4 5-15,-18 0 0 0,4 0 10 16,-6-3 8-16,-2 3 7 0,-8 3 13 0,-18-3 8 16,-6 0-3-16,-14 0 9 0,-6 0-2 15,-3 0-4-15,3 0-1 0,1 0-1 0,3 0-9 16,5-3 0-16,16 3-7 0,1 0-3 15,6 0 3-15,10 0-11 0,3 0-3 0,10 0-7 16,-2 3-24-16,2-3-42 0,0 6-44 16,5-2-79-16,-2 3-96 0,6-3-135 15,-3 4-163-15,2-4-215 0,-3 4 78 0,3-3 82 16,-5 3-488-16,-1 1-583 0</inkml:trace>
  <inkml:trace contextRef="#ctx0" brushRef="#br0" timeOffset="104613.77">3399 11193 3358 0,'6'-8'116'16,"-1"1"32"-16,2 0 13 0,-3 4 7 0,-4 3 9 16,3-7-6-16,-3 7 10 0,0 0 22 15,0 0 15-15,6 19 7 0,-8-2-6 16,0 3 13-16,-2 3-2 0,-1 12 5 0,-4 0-9 15,4 1-13-15,-1-1-18 0,-1 0-20 16,1 0-15-16,-2-6-20 0,4 0-11 0,-1-7-15 16,1-2-12-16,-1-2-17 0,0-1-26 15,1-2-58-15,1 1-69 0,-5-3-64 0,6-3-75 16,-1 1-80-16,-3-2-112 16,-4-2-126-16,1-2-153 0,-4-4-107 0,-3-2 79 15,-5-3-605-15,-10-6-768 0</inkml:trace>
  <inkml:trace contextRef="#ctx0" brushRef="#br0" timeOffset="104879.42">2944 11289 3870 0,'0'0'20'0,"0"-7"0"0,0 7 5 16,0 0-3-16,0 0 32 0,-20 2 27 15,20-2-4-15,-16 8-3 0,2-2-10 16,-1 0-5-16,-1 0-10 0,0 5 0 0,-4-2-4 16,2 0-6-16,-3-1-6 0,1 3-4 15,2-1-8-15,-2 1 1 0,-1-3-12 0,3 2-39 16,4-4-48-16,-1 1-64 0,1-3-74 16,5 1-89-16,0-2-125 0,0-3-163 0,9 0 34 15,0 0-231-15,-13 3-276 0</inkml:trace>
  <inkml:trace contextRef="#ctx0" brushRef="#br0" timeOffset="105547.04">2829 11367 1997 0,'0'0'-90'16,"0"0"24"-16,0 0 20 0,10-3 17 16,-10 3 16-16,0 0 9 0,0 0 7 15,0 0 3-15,0 0 11 0,0 0 20 16,0 0 24-16,0 0 25 0,0 0 24 0,0 0 18 15,0 0 16-15,0 0 14 0,-6 16 25 16,6-16 2-16,-15 16 4 0,1-5 7 16,-8 10 3-16,-8 10 8 0,-7 2 4 0,-3 3 9 15,-2 0-9-15,0 1-3 0,-2 1-1 16,0-1-13-16,-1 1-10 0,-5-1-36 0,5-2-4 16,-3 1-15-16,1 2-10 0,0-2-3 15,6 1-21-15,-2-4-10 0,0 4-9 16,-3-3-11-16,2 4-2 0,-1-2-5 0,-1 0-9 15,-4 1-2-15,-1 0-8 0,-1-2-3 16,2 0-1-16,5-4 4 0,3 1-14 16,4-8-4-16,9-4-2 0,4-4 5 15,9-6 0-15,2 0 21 0,3-3 8 0,3 0 1 16,1-2 4-16,0-1-13 0,7-4-5 16,-7 8 2-16,3-4-14 0,4-4-11 0,-5 3-34 15,5-3-37-15,-8 5-53 0,8-5-64 16,0 0-76-16,0 0-90 0,0 0-107 15,0 0-149-15,0 0-150 0,0 0 63 0,0 0-523 16,0 0-668-16</inkml:trace>
  <inkml:trace contextRef="#ctx0" brushRef="#br0" timeOffset="106279.68">4287 11412 3487 0,'-2'-11'-20'0,"2"3"31"0,-2-2 34 15,2 3 36-15,0 7 36 0,0-9 36 0,0 9 22 16,0-9 11-16,0 9 7 0,0-7-5 15,0 7-7-15,2-7-6 0,-2 7-9 0,0 0 3 16,0 0-1-16,0 0 8 16,27 14-4-16,-16 1 2 0,5 16-4 0,5 12-9 15,-1 8-8-15,2 6-4 0,-1 5-13 16,6 18-10-16,-9-13-13 0,3 17-9 0,6-2-11 16,-7-13-7-16,5 18-11 0,0 2-7 15,2-2 20-15,0-2 14 0,3-8 14 0,-8-18 9 16,0-7-8-16,-5-5-16 0,-4-12-10 15,-1-6-71-15,-4-6-20 0,-1-5 0 16,-1-5 0-16,-3-1 0 0,0-2 0 0,1-1 0 16,-2-2 0-16,1 1 0 0,-3-2 0 15,0-6 0-15,6 11 0 0,-6-5 0 0,0-6 0 16,5 8 0-16,-5-8 0 0,0 7 0 16,0-7 0-16,2 5 0 0,-2-5 0 15,0 0 0-15,0 0 0 0,0 0-113 16,0 0-404-16,0 0-110 0,0 0-176 0,0 0-55 15,0 0 84-15,-18-18-756 0,10 9-975 16</inkml:trace>
  <inkml:trace contextRef="#ctx0" brushRef="#br0" timeOffset="113462.6">962 12626 3780 0,'0'0'-241'0,"-14"0"32"0,14 0 19 0,0 0 27 15,-13 0 23-15,13 0 28 0,0 0 34 16,0 0 39-16,0 0 24 0,0 0 15 16,0 0 11-16,-10-4 3 0,10 4 0 0,0 0 15 15,0 0 13-15,0 0 7 0,46 0 1 16,-26 3 1-16,7-3 1 0,12 1 4 15,5 1-5-15,6 2 0 0,12-2-4 0,3-2-1 16,5 5-7-16,1-2 8 0,0 1-12 16,1-3-4-16,-1 1 9 0,-3 0-11 15,-3 0-10-15,0 0-2 0,-4 2 2 0,-12 0-3 16,-3-4-4-16,0 0-1 0,-5 1 4 16,-4-1 0-16,-6 0-1 0,-1-1-2 15,-4 1-4-15,1-2 2 0,0 2 1 16,-4-2-7-16,-2-2-2 0,-2 4 4 0,-2-2 6 15,-4 2-6-15,1-2-1 0,-1 0 4 16,-13 2-5-16,19-3 2 0,-19 3 0 16,15-2-4-16,-7 0-1 0,-8 2 5 0,0 0-6 15,15-2 3-15,-15 2-9 16,0 0 11-16,13-1-5 0,-13 1 3 0,0 0-6 0,0 0 0 16,16 0-3-16,-16 0 3 15,0 0 3-15,0 0 0 0,7 10-1 16,-5-2-7-16,-2 3 5 0,0 4 6 0,-2 7-5 15,0 2 4-15,-5 12-5 0,3-3 20 16,-1 3 7-16,-4 2 1 0,4-2-5 0,-2-2-3 16,1 0-2-16,0-3-3 0,0-5 13 15,2-5-1-15,2-3-2 0,-1-1-1 16,1-6-4-16,0 1 0 0,0-2-1 0,2-2-3 16,-2 1 2-16,2-1 3 0,0-8 10 15,-1 12-6-15,-1-7-1 0,2-5 0 0,-2 10-2 16,2-10 2-16,-2 8-5 0,2-8 4 15,-3 7-14-15,3-7 7 0,0 0-4 16,-4 8 0-16,4-8 5 0,0 0-11 16,0 8 1-16,0-8 3 0,0 0 1 15,0 0 4-15,-5 8-3 0,5-8-4 0,0 0 7 16,0 0-8-16,-6 5 4 0,6-5 6 16,0 0-6-16,0 0 5 0,-7 5 5 0,7-5-4 15,-8 4-4-15,8-4 12 0,-13 5 3 16,7-3-1-16,6-2 5 0,-12 6 2 15,12-6 1-15,-11 6 4 0,11-6-6 0,-9 5-3 16,9-5-1-16,-10 3-1 0,10-3 3 16,0 0-4-16,-8 5 1 0,8-5-4 15,0 0 1-15,0 0 0 0,-11 5-3 16,11-5 5-16,0 0-3 0,0 0 1 16,0 0-5-16,-7 4 3 0,7-4 2 0,0 0-3 15,0 0-5-15,0 0 5 0,0 0-7 16,0 0 0-16,0 0 0 0,0 0-2 0,0 0 4 15,-10 1-1-15,10-1 2 0,0 0-3 16,0 0 4-16,0 0 0 0,-13 2 0 16,13-2-1-16,-12 2 0 0,12-2 6 0,-17 3 13 15,8-1 7-15,-3 2-1 0,1-1 4 16,-3-1 3-16,3 1 0 0,0-1 1 0,-1 2 7 16,3-3-3-16,-3 2 1 0,12-3 0 15,-15 4-5-15,15-4-4 0,-13 1-1 16,13-1-5-16,-14 4-2 0,14-4-4 0,0 0-7 15,-13 2 2-15,13-2-6 16,0 0-2-16,-12 3 1 0,12-3-3 0,0 0-1 16,0 0-2-16,0 0-1 0,-13 2-5 15,13-2 1-15,0 0 3 0,0 0-6 0,0 0 4 16,0 0-4-16,0 0-2 0,0 0 1 16,-11 1 3-16,11-1-1 0,0 0-3 15,0 0 3-15,0 0-2 0,0 0-1 0,0 0 0 16,0 0 2-16,0 0-5 0,0 0 0 15,0 0-2-15,0 0 1 0,0 0-10 16,0 0-16-16,0 0-44 0,0 0-53 0,0 0-86 16,-7 6-117-16,7-6-156 0,0 0-247 15,0 0 36-15,-11-2 79 0,11 2-367 16,0 0-459-16</inkml:trace>
  <inkml:trace contextRef="#ctx0" brushRef="#br0" timeOffset="115095.07">966 12711 2517 0,'0'0'-89'0,"-2"-13"27"16,2 13 24-16,0 0 19 0,0 0 18 0,0 0 17 16,-2-8 16-16,2 8 3 0,0 0 4 15,0 0 6-15,-2-10-1 0,2 10-1 0,0 0-3 16,-6-7-3-16,6 7-1 0,-8-5-2 15,1 3-2-15,7 2-6 0,-14-5-2 16,7 3 3-16,-1-2 11 0,-1 3-3 0,9 1-8 16,-14-5 2-16,9 2 5 0,5 3 1 15,-11-6-6-15,11 6-2 0,-11-1-1 16,11 1-2-16,-7-5-6 0,7 5 1 16,0 0-3-16,-9-2-1 0,9 2 0 15,0 0-2-15,0 0-3 0,-7-2 0 0,7 2 1 16,0 0 2-16,0 0 2 0,0 0 2 15,0 0 2-15,0 0 5 0,0 0 7 0,0 0 8 16,0 0-6-16,0 0 4 0,0 0 5 16,0 0-14-16,0 0 3 0,0 0-8 15,0 0-2-15,0 0-3 0,0 0 3 0,0 0-10 16,-14 12 27-16,10 1 12 0,-2 10 8 16,1 8 3-16,-5 6 9 0,0 4 3 15,1-1 14-15,-1 9 0 0,-1 1-3 16,4-8-4-16,-2-1-9 0,2-2-1 15,-1 0-10-15,3-5-5 0,-1 0-8 0,2-7 0 16,0-4-6-16,0-3-8 0,3-3 6 16,-3-1-12-16,0-1 0 0,2-1-3 0,0-3 2 15,1 2 12-15,-3-1 8 0,2-2-2 16,-1-2-3-16,1 1-3 0,2-1-4 16,-1-1-2-16,-1 0-3 0,0 0-1 0,0-2-7 15,2-5 2-15,0 9 0 16,0-9 0-16,-2 8-1 0,2-8 3 0,0 7 1 0,0-7 9 15,0 0 3-15,-2 8-8 16,2-8 5-16,0 0-10 0,-3 5-2 16,3-5 0-16,0 0-3 0,0 0-1 0,0 7-5 15,0-7 3-15,0 0-4 0,0 0 0 16,0 0 1-16,0 0 3 0,0 0 1 0,0 0-1 16,0 0 6-16,5 7 11 0,-5-7 11 15,11 2-2-15,-11-2-1 0,16 4-5 16,-5-2-5-16,1 0-3 0,1 0 3 0,5 1-6 15,0 0-2-15,7 3 0 0,0-3-5 16,11 3 2-16,5 2-2 0,0-4 0 16,1 5-2-16,4-4-6 0,-1 1 0 15,0-1 6-15,-2-1-5 0,0-2 0 16,-2 0-2-16,-1-2 5 0,-6 0-3 0,-5 0-4 16,-1-2 0-16,1 2 2 0,1-2-4 15,-3 1 0-15,0-2-2 0,-2 3 2 0,-5-2-4 16,3 2 1-16,-5-3-1 0,0 3 2 15,2-2 1-15,-4 2-1 0,-2-2 0 16,6 2-3-16,-4-2 2 0,2 1 0 0,-2 1 1 16,4 0-4-16,1 0-4 0,-1-2 7 15,0 2-6-15,-1 0-2 0,-2 0-8 0,2 0-5 16,0 0-5-16,0 2-1 0,-1 1-1 16,-2-1 2-16,4 0 4 15,-6-1 3-15,4 1 0 0,-3 0 2 0,2-2 2 16,-2 3 0-16,1-3 8 0,1 0 1 15,0-3-7-15,4 3 4 0,-2-2-4 0,2 0 2 16,2-1 0-16,-2-1 0 0,-2 3 1 16,0-1 2-16,0-1-2 0,-2 1 3 15,-4 0-1-15,1 0 2 0,-5 0-3 0,-9 2 7 16,20-1-7-16,-20 1 4 0,14-3 4 16,-14 3 5-16,14 0 5 0,-14 0 3 0,10-2-3 15,-10 2 4-15,0 0 0 0,12-2 4 16,-12 2 1-16,0 0-1 0,0 0 2 15,14-2-1-15,-14 2-4 0,0 0-3 0,0 0 1 16,0 0-6-16,0 0-1 16,0 0-1-16,11-4 1 0,-11 4 0 0,0 0-3 15,0 0 0-15,0 0-1 0,0 0 3 16,0 0-1-16,0 0-3 0,0 0 1 0,0 0 2 16,0 0 3-16,0 0 1 0,0 0 2 15,0 0 3-15,0 0 4 0,0 0-6 16,0 0 2-16,0 0 2 0,0 0 0 0,11-2 1 15,-11 2-4-15,0 0-2 0,0 0-4 16,0 0-3-16,0 0 1 0,0 0-9 16,0 0-33-16,0 0-48 0,0 0-70 15,0 0-93-15,0-5-126 0,0 5-153 16,0 0-213-16,0 0 20 0,0 0 76 0,0 0-415 16,0 0-531-16</inkml:trace>
  <inkml:trace contextRef="#ctx0" brushRef="#br0" timeOffset="116960.6">1377 12930 2810 0,'2'-5'-44'0,"-2"-2"25"0,0 7 17 16,0-9 15-16,0 9 16 0,0 0 11 0,-2-10 6 15,2 10-6-15,0 0-3 0,0 0-2 16,0 0 1-16,0 0 36 0,0 0 24 0,0 0 12 16,-13 27-6-16,9-11 14 0,-3 5 10 15,2 1 5-15,3-2 5 0,-3 3-6 16,1-3-8-16,2-3-7 0,-1-1-11 0,-1 1-10 16,2-5-9-16,0 0-9 0,0-1-8 15,1 1-7-15,-4-2-4 0,3-3-4 16,0 1-6-16,2-8-4 0,-2 14-2 0,2-9-9 15,0-5-5-15,-3 8-8 16,3-8-22-16,-2 8-41 0,2-8-55 0,-2 4-59 16,2-4-79-16,0 0-99 0,0 0-211 15,0 0-81-15,0 0 61 0,0 0-271 0,0 0-323 16</inkml:trace>
  <inkml:trace contextRef="#ctx0" brushRef="#br0" timeOffset="117376.73">1663 12954 2240 0,'4'-5'58'0,"-2"-2"14"0,-2 7-3 15,0 0-8-15,5-8 0 0,-5 8 14 0,0 0 24 16,0 0 12-16,0 0-4 0,0 0-5 16,-7 27-14-16,3-15-2 0,1 0-6 15,-1 1-6-15,1 0-17 0,-1 1 10 0,3-3-10 16,-1-1-2-16,0 2-1 0,0-5-9 15,2 3 21-15,-2-4-23 0,2-6 22 0,2 10-10 16,-2-10 0-16,7 5-6 0,-7-5 0 16,16 0-4-16,-16 0-4 0,23-7-7 15,-10 1-1-15,0-2-5 0,1-2 2 0,-1 0-4 16,-1 3 7-16,-3-1 15 0,0 2-21 16,-2 1-7-16,0 2 1 0,-7 3-6 0,0 0 8 15,0 0 9-15,13 14 6 0,-11-2 0 16,-2 1 8-16,0 6 5 15,-2 1 7-15,2 4 1 0,0 1 4 0,0-2-11 16,0-2-2-16,0 0-6 0,2-2-3 16,-2-2 0-16,2 0-8 0,-2-3-1 0,2-1-8 15,1-2 0-15,-3-1-18 0,1 0-29 16,-1-3-50-16,0-7-67 0,0 12-69 16,0-6-77-16,0-6-150 0,0 0-216 0,4 4 50 15,-4-4 68-15,0 0-249 16,0 0-271-16</inkml:trace>
  <inkml:trace contextRef="#ctx0" brushRef="#br0" timeOffset="118960.85">4364 12767 2148 0,'-12'-4'-2'0,"4"1"10"15,1 0 2-15,7 3 3 0,-12-3 11 0,12 3 21 16,-7-4 22-16,7 4 17 0,-8-2 18 15,8 2 12-15,0 0 7 0,0 0 0 0,0 0-3 16,0 0 5-16,0 0-4 0,63 4-9 16,-20 2 1-16,21 3-15 0,8-1-10 0,10 4-11 15,28 1-11-15,7 3-5 16,-1 1-2-16,4-3-29 0,0 3-26 0,-1-5-30 16,-9 1-28-16,-5-1-14 0,-21-2-6 15,-3-3 10-15,-2 0 5 0,-5-4 6 16,-7 3 7-16,-16-6 3 0,-3 5 11 0,-5 0 13 15,0-5 12-15,-3 3 16 0,-8-3 7 16,-5 2 8-16,1-2 8 0,1 0-7 0,2 0 5 16,-5 0 0-16,1-2 2 0,1 1-3 15,0 1 4-15,-3-2 0 0,0 0 9 0,-3 0 6 16,-4 1 11-16,1-1-9 0,-6 2-9 16,-1-3 0-16,-12 3-5 0,24 0-7 15,-24 0 5-15,14 0-14 0,-14 0 11 16,16 0 5-16,-16 0 3 0,0 0 4 15,18 0-1-15,-18 0 5 0,0 0 3 0,14 5 4 16,-10 0-1-16,-2 5-1 0,0 4 6 16,-4 5 12-16,-2 13-3 0,-6 4 3 0,-1 10 5 15,-2 4 5-15,-3 0 3 0,-3 3 10 16,4 4 12-16,4-4 5 0,-3 1 1 0,5-6 3 16,2-9-2-16,2 0-3 0,-1-5-3 15,1-8-1-15,1-4-4 0,0-5 7 16,1-2 0-16,1-1 1 0,0-3 13 0,-3-1-18 15,4 1 5-15,1-5 11 16,-2 0-4-16,2-6-4 0,-2 14-5 0,2-14-12 16,-2 7-8-16,2-7-6 0,-4 9-13 15,4-9-4-15,-1 7-7 0,1-7-8 0,0 0-11 16,-10 6 1-16,10-6-7 0,-15 6 0 16,3-4-5-16,-7 0-1 0,-2 1 3 0,-7-1-12 15,-14 0 6-15,-5-2-5 0,-21 3 2 16,0-6-8-16,-4-1-4 0,-9-1 7 0,-1 0-1 15,-22-6-8-15,23 5 3 0,-25-5-2 16,-1 3-1-16,1-2 0 0,-2 0-1 16,22 5 1-16,0 1 2 0,2-2-3 0,5 2-4 15,5 4 7-15,3-4-9 0,6 4 4 16,13 0-1-16,0 1 3 0,4-2-4 16,1 2 3-16,2-1-4 0,0 0 1 15,1 3 2-15,10-3-3 0,3 0-4 0,1-3 4 16,-1 3-2-16,3 0 2 0,1-1-5 15,6 1 1-15,-2 1-1 0,2-1 4 0,-2 0 0 16,6 3 9-16,-4-3-14 0,6 0 4 16,1 0-2-16,0 2 7 0,0-2-4 0,14 0 1 15,-19 2 6-15,11-2-2 0,8 0 3 16,-17 2-5-16,17-2 9 0,-12 0-6 0,12 0 4 16,0 0 1-16,0 0 7 15,-16-4-10-15,16 4 2 0,-6-5-3 0,4 0 8 16,2-2-5-16,0-1-2 0,0-4-1 15,6-5 0-15,0-6-1 0,3-11 2 16,8-10-5-16,5-4-9 0,-2-8-18 0,17-16-23 16,-9 12-10-16,7-20-18 0,-1-1 5 15,2 7 2-15,-6 20 8 0,-1 1 19 0,-4 8-8 16,-3 4 18-16,-6 12-13 0,0 4 6 16,-5 5 4-16,-2 5 6 0,-2 3 8 0,0 1-2 15,-2 1 1-15,1 2 1 0,-3 1-5 16,1 2 12-16,0-1-8 0,-2 1 5 15,-2 5-2-15,0 0-26 0,3-6-16 0,-3 6-40 16,0 0-50-16,0 0-64 0,0 0-94 16,0 0-107-16,-13 18-145 0,2-7-205 15,-1-3 77-15,-1 2 77 0,1 1-433 16,-2 1-519-16</inkml:trace>
  <inkml:trace contextRef="#ctx0" brushRef="#br0" timeOffset="120761.76">4719 13089 3056 0,'-3'-12'10'0,"1"4"26"0,2-1 37 15,2-1 22-15,0 1 26 0,2 1 15 16,2 0 9-16,3-1-4 0,0 2-7 16,5-2-11-16,-1 4-14 0,3 0-9 0,0 2-12 15,2 1-10-15,-1 2-9 0,2 0-3 16,0 2-7-16,3 4-8 0,-2-1-3 0,-1 6-11 16,-2-3 1-16,1 3-6 0,-9-1-4 15,0 0-1-15,-3 0-1 0,-4 1-1 0,0-1-4 16,-6 2 4-16,-2 1 1 0,-7 4 1 15,-2-5 12-15,-8 8 7 0,0-3 8 16,-2-1 4-16,7-6 3 0,2-1-3 0,5-1 2 16,1-3 2-16,0 0 8 0,5 1 4 15,-1-1 1-15,3 0 1 0,1 0 6 16,2-5 0-16,2 10-4 0,0-3-14 16,1 1-5-16,3 1-5 0,-1 0-2 0,1 1-12 15,-1-2-3-15,2 4-3 0,0 0-4 16,-1-1 0-16,-3-1-6 0,-1 0 10 0,0 1 10 15,-2-3 14-15,-2 2 11 0,-1 1 4 16,-3-1 7-16,-5-2 4 0,1 2 0 16,-3-3-6-16,-1 1-13 0,-1-4-6 0,1 0-4 15,-2 0-3-15,0-2-8 0,5-4-9 16,11 2-16-16,-27-5-46 0,16-2-60 16,-1-3-63-16,5 3-73 0,1-1-84 0,2-2-102 15,3-1-97-15,1 1-137 0,0 2-103 16,1 1 58-16,5-3-535 0,1 2-686 15</inkml:trace>
  <inkml:trace contextRef="#ctx0" brushRef="#br0" timeOffset="121110.9">5067 13180 3266 0,'16'-10'-46'0,"-2"2"44"0,-1 3 34 0,-1-2 42 15,-1 4 37-15,5-3 28 16,-5 2 12-16,0 2-1 0,3 0-7 0,-14 2-13 15,23 6-11-15,-14 0 0 0,1 0-6 16,-3 5-4-16,0-1 3 0,-6 2 1 16,-1 3 6-16,-1 3 2 0,-8-1 15 0,-4 12 11 15,-3-5 15-15,-4 0 4 0,-1-1 11 16,3-3 1-16,2-3-5 0,5-5-4 0,2 0-13 16,0-6-4-16,4 3-2 0,-1-1-2 15,4-2 1-15,2-6-4 0,2 11-15 0,5-5-13 16,3 0-9-16,2-2-13 0,2 4-10 15,4-5-10-15,0 1-19 0,2 0-31 0,1 2-39 16,-1-6-36-16,2 3-49 0,-3-2-36 16,1 1-25-16,-2 2-21 0,-3-4-22 15,-1 2-31-15,-3-2-29 0,-2 1-38 16,-9-1-62-16,18-1-76 0,-18 1-96 16,9-2-170-16,-9 2 25 0,8-6 67 0,-8 6-406 15,4-6-495-15</inkml:trace>
  <inkml:trace contextRef="#ctx0" brushRef="#br0" timeOffset="121492.4">5662 13017 2984 0,'-3'-12'80'0,"3"4"42"0,0 1 23 15,0 0 20-15,0 7 14 0,-2-7 12 0,2 7-2 16,0 0-12-16,0 0 1 0,0 0 12 16,0 0-2-16,0 0-13 0,5 41 3 0,-8-12-12 15,1 12-9-15,0 1 5 0,-3 9-4 16,-3 3-12-16,1 0-9 0,0-1-9 0,0-10 15 16,-2 6-11-16,2-8-4 0,-2-4 1 15,2 1 4-15,-1-5-6 0,5-8-9 16,-3-3-8-16,1-5-10 0,2-3-9 0,1-2-10 15,2-1-9-15,-2-1-4 16,0-2-7-16,2-1-2 0,0-7-8 0,-2 14-10 16,2-14-17-16,0 8-35 0,0-8-51 15,-3 6-57-15,3-6-63 0,0 0-71 0,0 0-93 16,0 0-103-16,-2 5-127 0,2-5-214 16,0 0 24-16,0 0 87 0,0 0-556 0,-14 0-696 15</inkml:trace>
  <inkml:trace contextRef="#ctx0" brushRef="#br0" timeOffset="122825.82">6037 13251 3123 0,'0'0'-106'0,"0"0"38"16,5-9 26-16,-5 9 29 0,6-8 25 0,-6 8 23 15,5-7 19-15,-5 7 14 0,7-10 5 16,-5 4 11-16,-2 6 7 0,5-8 1 0,-5 8 0 15,4-6-5-15,-4 6-4 0,4-6-11 16,-4 6-9-16,0 0-4 0,0 0 13 16,0 0 8-16,0 0 11 0,-33 18 10 15,8-2-1-15,-5 1 7 0,1 5 8 16,-7 6 6-16,-2 3 2 0,4-2-3 0,2 2-1 16,7-8-3-16,0 4-7 0,6-3-5 15,0-1-2-15,7-3-10 0,3-3-10 0,1-4 0 16,3 1-8-16,0-2-6 0,3-2-10 15,2 0-2-15,5 1-3 0,1-2-17 0,1-1-26 16,2-3-27-16,3 0-27 0,1-2-4 16,-1 1 4-16,-1-2 1 0,0-4 1 15,-11 2 2-15,22-2 8 0,-15-3 0 0,0 0 1 16,-2-2 6-16,-1 1 6 16,-1-2 3-16,-1 2 0 0,-2-1 4 0,0 7 0 0,-2-14 2 15,2 14-2-15,-1-12 1 16,1 12 5-16,-4-9-1 0,4 9-2 0,-4-8 1 15,4 8-4-15,-3-7-20 0,3 7-46 16,-1-5-57-16,1 5-75 0,0 0-78 0,0 0-95 16,-6-7-136-16,6 7-109 0,0 0 49 15,0 0-322-15,0 0-384 0</inkml:trace>
  <inkml:trace contextRef="#ctx0" brushRef="#br0" timeOffset="123594.72">6385 13268 2569 0,'4'-7'44'0,"-4"7"21"0,4-5 9 0,-4 5 10 16,0 0 7-16,0 0 19 0,-4-9 15 16,4 9 3-16,-6-5-4 0,6 5-3 15,-13-3-6-15,4 1-5 0,9 2 2 0,-21-3-2 16,7 3-10-16,3 0-5 0,0 0-2 16,11 0-13-16,-20 0-4 0,11 0-8 15,9 0-12-15,-14-2-1 0,14 2-6 0,-13-2-7 16,13 2-4-16,-13 0 1 0,13 0-10 15,-15-1 0-15,7-1 0 0,8 2-4 0,-14-4-2 16,14 4-6-16,-12-1 0 0,12 1-2 16,-11-2 0-16,11 2-4 0,-11-2 1 15,11 2 0-15,0 0-5 0,-13-1 1 0,13 1 0 16,0 0-3-16,0 0 3 16,-10-2-2-16,10 2-1 0,0 0-2 0,0 0 4 0,0 0-4 15,-9-2 2-15,9 2 1 16,0 0-3-16,0 0-1 0,0 0-3 0,0 0-1 15,0 0 6-15,0 0-4 0,0 0-1 16,0 0-2-16,0 0 3 0,-16 5-1 0,14-1 1 16,-3 3-4-16,1 1 8 0,1 2-3 15,-3 2 3-15,0 2 0 0,0 1 3 0,2-1-1 16,1 0 2-16,1 1-1 0,0 0-1 16,2-3 3-16,0 2-1 0,4 1-1 15,-3-2 2-15,5-3 2 0,0 1 2 16,0-2-2-16,1 4-1 0,3-5-1 0,-2 3 0 15,1-1-4-15,-1-2-3 0,-3 1 2 16,3 0 0-16,-2-2-3 0,-1 5 0 16,-1-2-1-16,0-3 1 0,0 5 7 0,-3-2 9 15,-1-1 7-15,-1-1 15 0,-5 2 15 16,0-1 11-16,-3 1 11 0,-3-1 16 0,-1-1 5 16,-1-1 3-16,-6 2 2 0,-1-4 3 15,1-2 2-15,4 2 1 0,-2-3-6 16,5 2-1-16,-1-3-10 0,3 2-9 0,0-3-2 15,11 0-13-15,-17 0 2 0,17 0-15 16,-15 0 0-16,15 0-21 0,-12-3-49 0,12 3-40 16,0 0-57-16,-13-3-73 0,13 3-103 15,0 0-108-15,-10-2-118 0,10 2-157 16,0 0-49-16,0 0 67 0,-13 5-483 16,13-5-606-16</inkml:trace>
  <inkml:trace contextRef="#ctx0" brushRef="#br0" timeOffset="127142.11">2462 13079 2858 0,'0'0'-182'0,"0"0"24"0,0 0 31 15,0 0 24-15,0 0 24 16,-13 2 15-16,13-2 31 0,0 0 16 0,0 0 20 16,0 0 9-16,0 0 13 0,0 0 9 15,0 0 10-15,0 0 10 0,0 0 6 16,-11-4 0-16,11 4 6 0,0 0-2 0,0 0 4 15,0 0-2-15,0 0 0 0,0 0 1 16,0 0-1-16,-9-2 3 0,9 2-1 0,0 0 4 16,0 0-12-16,0 0 1 0,0 0-2 15,0 0-3-15,0 0-2 0,0 0-1 16,0 0-3-16,0 0-8 0,0 0 2 0,0 0 3 16,0 0-5-16,0 0-7 0,0 0-4 15,0 0-4-15,0 0-2 0,0 0-8 16,0 0 6-16,0 0-4 0,0 0-1 15,0 0 1-15,-13 14 0 0,9-5 10 0,0 3-2 16,0 4 0-16,1-1 4 0,-1 6 2 16,0-1-1-16,-1 3 7 0,1-1-8 15,1 0 3-15,-1 0 1 0,1 1 1 0,-1-3 2 16,0-3-7-16,1 2-1 0,1-4 3 16,0-3-8-16,-2 0 6 0,1 0-4 0,2-1-3 15,-1-2-2-15,0-2 0 16,2 0-8-16,-2 3 12 0,0-4-12 0,2 2-2 15,-2-2-2-15,2-1 1 0,0-5-2 0,-1 10 1 16,-1-4-3-16,2-6 0 16,-2 8-1-16,2-8 3 0,-2 9-6 0,2-9-1 15,-2 6 4-15,2-6-4 0,-2 9 5 16,2-9-8-16,-3 12 5 0,1-5 2 0,0 3 12 16,-3 1 5-16,3-3-3 0,-1 4-1 15,1-2 7-15,0-1-11 0,0 1 2 16,0-1-7-16,2-2-4 0,0-1 12 0,0 0 2 15,-3 0 4-15,3-6 9 0,-2 9 6 16,2-9 4-16,-2 8 4 0,2-8 5 0,0 6-1 16,0-6 1-16,0 0-1 15,-2 7-8-15,2-7-1 0,0 0-2 0,0 0-5 16,0 6-7-16,0-6-13 0,0 0-24 16,0 0-34-16,0 0-51 0,0 0-70 0,0 0-77 15,0 0-82-15,0 0-99 0,0 0-187 16,0 0-17-16,15-15 72 0,-10 7-250 15,2 0-291-15</inkml:trace>
  <inkml:trace contextRef="#ctx0" brushRef="#br0" timeOffset="134540.34">4658 11215 2052 0,'-5'-5'-101'0,"1"0"24"15,-1-2 24-15,-1 1 29 0,1-1 27 0,-4 0 22 16,4 0 18-16,-1-1 12 0,3 4 13 16,-3-2 8-16,2 1 14 0,4 5 8 0,-8-9-1 15,8 9-4-15,-6-6-6 0,6 6-11 16,0 0-7-16,0 0-7 0,0 0-3 0,16-5-9 16,-3 3-4-16,6 4-3 0,2 0-6 15,6 0-3-15,1-1-26 0,-1 2-24 16,9 3-30-16,-7-1-38 0,-6-1-37 0,-2 0-44 15,-3 0-49-15,-5 0-85 0,-6-3-155 16,0 3-96-16,-3-1-53 0</inkml:trace>
  <inkml:trace contextRef="#ctx0" brushRef="#br0" timeOffset="150558.56">830 13371 502 0,'0'0'138'15,"2"-6"-48"-15,-2 6-45 16,0 0-5-16,0 0-16 0,2-7-4 0,-2 7-2 15,0 0 4-15,0 0-8 0,0 0 9 16,0 0-5-16,0 0 2 0,0 0-3 16,0 0-3-16,0 0 4 0,0 0 14 0,0 0 5 15,0 0 8-15,-13-4 6 0,13 4 6 16,0 0 3-16,-21 1-3 0,8-1-5 0,-3 0 3 16,-3 0 5-16,0-1-2 0,-4-1-7 15,1 2-4-15,-5-2-3 0,0 0-2 16,2 0-4-16,2 2-7 0,5-3-1 15,-2 6-2-15,7-6-7 0,-2 3 3 16,2-2 11-16,1 2 2 0,12 0 2 0,-17 0 9 16,17 0 6-16,-12-1 10 0,12 1 6 15,0 0 3-15,-15 0-6 0,15 0-3 16,0 0-8-16,-9-4-2 0,9 4-7 0,0 0-10 16,0 0 1-16,-12 0-7 0,12 0-3 15,0 0-3-15,0 0-2 0,0 0-8 16,-15 0-1-16,15 0 1 0,0 0-4 0,-8 4 0 15,8-4 1-15,-7 8-2 0,1-1 2 16,-1 2-4-16,-2 2 0 0,-2 5-4 0,4-3 0 16,-9 13 5-16,1-3 2 15,0 3 4-15,0 0 5 0,1-1 4 0,-1 3 1 16,1-3-1-16,1-1-2 0,2-2-2 16,3-5-4-16,-1-1 2 0,0 1-5 15,-2 1 3-15,4-5-2 0,1 3 0 0,1-1-6 16,-2-1 3-16,-2 0 2 0,2-3-1 15,1 3-1-15,3-5-3 0,-3 1 0 16,1 0-1-16,0 1 4 0,-1-3-5 16,3 1 2-16,-1-2-2 0,2 0 2 0,-2-1 0 15,4-1 2-15,-3 2 2 0,-2-2 3 0,5-5 3 16,-4 9 4-16,2-4 5 0,2-5-3 16,-1 7 0-16,1-7-4 15,-4 10 8-15,2-4-5 0,2-6 0 0,-4 10-4 16,4-10 6-16,-3 8 7 0,3-8 12 15,0 11 4-15,0-11 7 0,3 10 18 0,1-4-4 16,3-1-9-16,4 1-1 0,2 0-3 16,6 2-1-16,1-2-8 0,13 5-5 15,1-2 4-15,1-2-13 0,-1 1-2 0,2 1-1 16,2-3-6-16,2 2-4 0,0-3 4 16,0 0-4-16,6-2 0 0,1 1-3 0,11 0-2 15,3 2-3-15,3-1-2 16,-1 0-13-16,5 2-2 0,-4-1-2 15,3 2 3-15,-4 0-1 0,-6 3 0 0,-2-3 2 16,-13-1 1-16,-1 0-2 0,0-2 3 16,-3 2 1-16,-4-2 1 0,2 0-4 0,-5 0 4 15,3 0 1-15,-4-1 3 0,9-1 21 16,-1 2 12-16,2-1 3 0,-2 2-2 16,4-4 3-16,-2 3 0 0,4-1 1 0,0 2-5 15,0-4-4-15,1 4-4 0,-1 2-7 16,0-1 2-16,-1-1-3 0,-2 2-4 0,-1-4-2 15,-4 4-1-15,-9-3-1 0,-4-1-2 16,-3-2-1-16,-1 2 3 0,-3 0-2 16,-1-2 5-16,-1 0-9 0,-1 1-2 0,0-2 2 15,-1 1 1-15,1 0-1 0,-13-2-2 16,23 2-3-16,-12 0 3 0,1-2-3 16,1 1 0-16,-13-1 4 0,21 2 1 15,-12-2-4-15,-9 0-3 0,20 0 3 16,-20 0 0-16,16 2-1 0,-6 0 3 0,-10-2 0 15,15 0-6-15,-15 0 4 0,14 2 0 16,-14-2-2-16,15 2 0 0,-15-2 3 0,17 0-1 16,-17 0 4-16,13 0-5 0,-13 0-2 15,0 0 2-15,22 0 3 0,-22 0 4 16,14-4 5-16,-7 0-3 0,-7 4 0 16,13-7-1-16,-6-1-3 0,2 0 0 0,-2-6-2 15,4-3 3-15,3-10-3 0,2-8 9 16,4-9 1-16,-2-3-3 0,4 0 1 15,-1-1-5-15,-3 2 2 0,2 1-2 0,-5 10 0 16,0 1-2-16,-2 5-1 0,-3 0 1 16,1 7-2-16,-3 5-1 0,0 1 2 15,-2 3-2-15,-1 1-3 0,-1 0 0 0,1 3 3 16,-3 1-2-16,0 0 0 0,3 1-1 16,-5 7-1-16,3-12 0 0,-3 12 1 0,4-8-2 15,-4 8 0-15,4-6 0 0,-4 6 0 16,2-8 0-16,-2 8-1 0,0 0 0 15,1-7-4-15,-1 7 5 0,0 0-3 16,0 0 2-16,-9-8 0 0,9 8-1 16,-27-2 2-16,1 0 1 0,-16-1 0 0,-4-1-3 15,-3 1 1-15,-12-1-1 0,-1-1 2 16,-1-3 5-16,4-1-3 0,3 4-3 0,11-2 0 16,2 2 1-16,4 0 2 0,13 2-2 15,1 1-1-15,6-2 1 0,4 4-5 16,1-1-13-16,5-1-27 0,9 2-53 0,-23-2-68 15,14 2-87-15,9 0-97 16,-20 2-163-16,9 0-157 0,-1-1 63 0,3 5-320 16,0-3-408-16</inkml:trace>
  <inkml:trace contextRef="#ctx0" brushRef="#br0" timeOffset="151070.81">1425 13617 2656 0,'7'-8'-46'0,"1"-1"34"16,-2 3 24-16,-2 2 26 0,-4 4 15 0,5-8 5 15,-5 8-10-15,0 0-1 16,4-6-11-16,-4 6-5 0,0 0 5 0,0 0 3 15,0 0 13-15,-13 35 4 0,-1-10 19 16,3 7 0-16,-3 1 25 0,0 2-2 16,0 1 6-16,-1-3 4 0,-1 13 4 0,3-12-21 15,-1 0 0-15,3-1 12 0,-3-4-3 16,2 0-8-16,4-9-6 0,1-3-10 0,1 0-2 16,-2-5-10-16,4 0-4 0,-1-2-8 15,3-1-4-15,-2-1-3 0,2-1-4 16,2-7 0-16,-5 10-4 0,5-10-5 0,-5 9-4 15,5-9-6-15,0 0-33 0,0 0-65 16,-7 3-80-16,7-3-89 0,0 0-129 16,0 0-244-16,0 0-3 0,0 0 71 15,0 0-235-15,0 0-274 0</inkml:trace>
  <inkml:trace contextRef="#ctx0" brushRef="#br0" timeOffset="153069.65">4136 13794 2005 0,'13'-3'-70'15,"-6"1"11"-15,2-1 17 0,-2-1 18 16,-7 4 16-16,14-3 11 0,-10 0 22 16,-4 3 13-16,9-4 6 0,-9 4 2 0,10-1-8 0,-10 1-3 15,0 0-3-15,4-6 1 16,-4 6-2-16,0 0-2 0,0 0 1 0,-21-3 20 15,8 3-2-15,-5-3-2 0,-7 3 15 16,-3-2 0-16,-10-2-6 0,-2 1-5 16,1-2-5-16,0-3-4 0,-1 4-1 0,2-1-3 15,1-1-5-15,8 0 2 0,6 2-4 16,-1-2-1-16,1 1-4 0,7 3-4 0,-2-2-2 16,5 0 0-16,1 2 1 0,1 0 6 15,4-1 11-15,-2 0 1 0,9 3 3 16,-13-4 2-16,13 4 0 0,-9-5 0 0,9 5 3 15,-10-2-1-15,10 2-9 0,-5-4-2 16,5 4 0-16,0 0-4 0,-12-2-7 16,12 2-4-16,0 0 4 0,-13 11 4 15,5-2 7-15,1 4 9 0,-5 4 10 0,-3 10 9 16,-3 4-3-16,-2-2 8 0,-1 10 1 16,-2 4 11-16,1-1 2 0,0-1-8 0,7-7-6 15,-2-4 2-15,-1 2-5 0,4-3-3 16,2-3-6-16,2-4 2 0,-1-3-5 15,3-6-6-15,2 3 1 0,-1-3-6 0,3-1 2 16,-1-1-9-16,0-1-3 0,3 0-1 16,-1-3-3-16,-1 1 0 0,0-2 1 0,2 0-7 15,2 2 2-15,0-8 0 0,-3 9-2 16,1-3 5-16,2-6 0 0,5 12-1 16,-3-6 1-16,4-1-2 0,3 1 5 15,-1 0-6-15,7 0-3 0,3 3-1 0,2-1-4 16,13 3 2-16,0-1-5 0,3 2 0 15,3 0-1-15,1 0 1 0,14 2-4 16,-1 0 5-16,1-4-7 0,1 3-1 0,-4-1 1 16,-7-3 0-16,0-1-2 0,-4 1 0 15,0-2 4-15,-2 1-7 0,-2-6 1 16,-5 3 0-16,-5-3 1 0,-1 0 0 0,0 0 2 16,-3-1-4-16,0-1 1 0,1 3-2 15,0-3 0-15,-3 0 1 0,7 0 1 16,-4 0-1-16,4 0-1 0,0 0 1 15,0 3-1-15,1-2 3 0,8 3-6 0,4 0 5 16,-2 2-4-16,4 1 2 0,0 0 3 16,13 2-3-16,4 3-1 0,2-1 4 0,2 0-5 15,0 1 3-15,5 2-2 0,-5 1 0 16,7-3-1-16,-6 2-2 0,1-2 7 0,-4-1-6 16,-2 3 6-16,-2-2-3 0,-6-2 1 15,-7 1-3-15,-6-4 2 0,-2-1-3 16,-2 1 4-16,-5-2-4 0,-6-1 4 0,2-1 1 15,-2 1 0-15,-1-1-5 0,5 0 1 16,-2 1 1-16,2-1 1 0,11 2 0 16,3 0 0-16,-4 4 0 0,5 2-4 15,0-2 1-15,0 1 2 0,1-2-1 0,7 6 4 16,-10-5-6-16,1 1 0 0,9 1 3 16,0 2 0-16,4-4 1 0,0 4-2 0,0-3 2 15,1-1-4-15,-3 3 5 0,-10-2-5 16,-2-1 2-16,0-3 0 0,-6-2 1 15,-7 1 1-15,-4 0 0 0,-6-3-2 0,0 1 6 16,-4 1-3-16,-1-4-3 0,-4 2 2 16,-1-1 3-16,-7-1-5 0,16 3 1 0,-16-3 4 15,11 0 3-15,-11 0-8 16,0 0 3-16,13 0 0 0,-13 0-3 0,0 0-1 16,0 0 7-16,12-3-3 0,-12 3 2 15,0 0 0-15,4-5-2 0,-4 5 2 16,1-9-2-16,-1 9 5 0,2-11-3 0,0 2-1 15,0-6-2-15,-2-1 6 0,2-6-4 16,3-12-1-16,2-4 4 0,0-3-9 0,2-13 0 16,5-2 1-16,1 0 0 0,5-3-1 15,-4 2-4-15,5-1 2 0,4 5-7 0,-2 0-1 16,0 4 2-16,-2 4-1 16,-2 3 27-16,-6 11-6 0,-2 11 0 0,3-6 0 15,-5 7-5-15,-1 4 4 0,-2 1-2 16,0 4 1-16,-3-1 2 0,1 3-3 15,0-5 0-15,1 5-3 0,-3 2 0 0,3 1-2 16,-5 5 3-16,5-10 0 0,-5 10 3 16,4-8-7-16,-4 8 1 0,4-6-1 0,-4 6 4 15,3-8-1-15,-3 8 1 0,0 0-4 16,2-8 1-16,-2 8 2 0,0 0-4 0,0 0-2 16,2-5-2-16,-2 5 2 0,0 0 0 15,0 0 4-15,0 0-5 0,-15-6 1 16,15 6 3-16,-23-2-1 0,9 2 0 15,-6-4 2-15,-1 2-4 0,-6-2 2 0,-11-3 2 16,-1 1 1-16,-8 0-4 0,-8-4 4 16,-6 3 0-16,-2-3-3 0,-3 0 6 15,-3 0-3-15,-3-1 1 0,-1-1 2 0,5 0-6 16,-1 2 6-16,7 0-3 0,1 1 1 16,14 4 1-16,2-3 1 0,4 1 0 0,11 5-2 15,3-3-2-15,5 2-2 0,5-1 4 16,2 2 0-16,1 0-2 0,3 1-5 15,1-2-22-15,10 3-30 0,-17 0-41 0,17 0-59 16,-14 0-59-16,14 0-55 0,-11 0-71 16,11 0-106-16,-16 6-187 0,7 0 58 0,-2-1-301 15,-3 2-362-15</inkml:trace>
  <inkml:trace contextRef="#ctx0" brushRef="#br0" timeOffset="153853.91">4895 13882 2239 0,'0'0'-84'0,"4"-9"35"0,-3 4 33 16,4 0 32-16,3-2 20 0,-5 2 19 16,6-2 25-16,-3 0 21 0,2-1 10 15,0 2 16-15,-3 0 3 0,3-2 17 16,-4 4-5-16,2-1-9 0,-6 5-9 0,5-7-20 15,-5 7 7-15,0 0 41 0,0 0 11 16,-11 22 6-16,-6 3 0 0,-5 13 12 0,-3 5 11 16,2 4 6-16,-4 1-13 0,2 3 2 15,0-1-7-15,4-1-18 0,-2 1-10 0,2-2-21 16,4-1-3-16,-2-7-12 0,7-7-8 16,1-2-13-16,0-4-4 0,3-6-3 15,0-4-9-15,3-2-7 0,-1-2-6 16,2-4-7-16,-2 0-2 0,4 0-6 15,-2-3-3-15,3 0-3 0,1-6-5 0,-4 8-3 16,4-8-6-16,0 0-11 0,-6 6-16 16,6-6-31-16,0 0-40 0,0 0-48 0,0 0-64 15,0 0-71-15,0 0-92 0,-1-20-87 16,1 20-125-16,1-8-204 0,-1 8 67 0,11-8 76 16,-5 4-384-16,8 0-474 0</inkml:trace>
  <inkml:trace contextRef="#ctx0" brushRef="#br0" timeOffset="154371.94">5920 13970 2666 0,'11'-18'-67'15,"2"5"34"-15,-6 0 33 0,0 1 26 16,5 4 18-16,-4-2 19 0,-1 1 19 0,0 0 20 15,2 2 6-15,-4 1-4 0,-1 2-12 16,2-1-4-16,-3 0-10 0,1 0-7 16,-4 5-7-16,0 0-1 0,8-6 17 0,-8 6 20 15,0 0 23-15,0 0 13 0,-19 48 14 16,4-13 11-16,-6 12 7 0,-2 4 6 16,1 4 2-16,0 6-12 0,-1 2-9 0,2 1-12 15,4-2-11-15,-2-2-11 0,1-2-12 16,2-2-9-16,2-7 3 0,-1-3 0 15,6-12-7-15,-3-4 2 0,5 0 1 0,-3-7 1 16,5-6-13-16,-2-2-10 0,5-5-4 16,-3 1-8-16,3-1-8 0,-2-2-1 15,2-3-4-15,2-5-9 0,-3 12-7 0,3-12-30 16,-2 4-59-16,2-4-80 0,0 0-91 16,0 0-125-16,0 0-141 0,0 0-202 0,0 0-75 15,-14-18 90-15,9 9-517 16,-5 2-657-16</inkml:trace>
  <inkml:trace contextRef="#ctx0" brushRef="#br0" timeOffset="157569.47">5252 10558 3438 0,'-6'2'-29'0,"6"-2"33"16,-4 5 41-16,4-5 47 0,0 0 44 16,0 0 33-16,0 0 14 0,11 11-10 0,-11-11-17 15,20 4-15-15,-4 1-11 0,2-2-14 16,0-1-9-16,2-1-11 0,-3-1-10 16,0 0-5-16,1-1-11 0,-4-1-8 15,2-1-8-15,3-2-1 0,-6-1-7 16,0-3-7-16,1-3-1 0,-5-2-8 0,4-3-4 15,-4-3-1-15,-6-2-3 0,3 1-2 16,-2 2-5-16,-3 0-1 0,-1 2-4 0,0 3 0 16,-5-1-2-16,-1 1 0 0,-1 3 2 15,-3 1-3-15,-1-2 2 0,0 4-4 0,1-1 1 16,0 3-2-16,1 0 1 0,4 1 1 16,5 5 1-16,-9-8 4 0,9 8-1 15,-4-5 1-15,4 5-2 0,0 0 2 16,18-9-1-16,1 5-3 0,-2 1 4 15,8 2-5-15,-1-3 0 0,3 2 2 0,-6 0-2 16,0 2-6-16,-4 2 1 0,-1-2-1 16,-2 4 0-16,0 2-1 0,-3 4 2 0,-3-1 1 15,0 5 0-15,-1 0 0 0,-7 1-1 16,2 3 7-16,0-1-1 0,-4 0 1 0,2 2 2 16,-2 0 1-16,2 0 1 0,-3-1-6 15,1 0 3-15,2-1-4 0,-2 1 2 16,2-6-3-16,0 2 3 0,0 1 0 0,2-4-17 15,-2 1-42-15,4 0-65 0,-3-4-74 16,-1 1-111-16,4-1-107 0,0 0-167 0,1-3-101 16,1-3 55-16,-6-2-396 0,16 4-492 15</inkml:trace>
  <inkml:trace contextRef="#ctx0" brushRef="#br0" timeOffset="157919.31">6065 10427 2700 0,'0'0'-16'0,"0"0"19"16,0 0 9-16,0 0 38 0,0 0 36 0,0 0 32 15,0 0 20-15,0 0 4 0,0 0 4 16,-10 30-14-16,10-18-6 0,-2 0-13 16,2 0-9-16,0 2-7 0,0 1-9 0,2 2-8 15,3-5-1-15,0 1-13 16,3-1 0-16,-1 0-10 0,3-3-2 0,2 1-5 15,-3-3-3-15,3-4-5 0,-3 1-10 16,0-2 5-16,-9-2-4 0,21-6-8 0,-8-2 0 16,-2-8 0-16,-2 1-4 0,0-5 1 15,1 1-4-15,-4-2-7 0,-3-2 4 0,1 1-3 16,-2 3-7-16,-4 0 2 0,-2 4 1 16,1 1-3-16,-5 0 2 0,-4 6-6 15,-1 1 5-15,0 4-3 0,-2 1-23 0,-1 2-40 16,1 3-58-16,1 1-77 0,2 1-85 15,-1 1-123-15,2 0-221 0,4 2 61 0,5-1 46 16,0 0-191-16,6 0-203 16</inkml:trace>
  <inkml:trace contextRef="#ctx0" brushRef="#br0" timeOffset="158253.99">6477 10497 2166 0,'0'0'97'15,"0"0"12"-15,0-8 21 0,0 8 21 16,0 0 34-16,0 0 7 0,0 0-4 0,0 0-4 16,-31 15-12-16,24-9-12 15,-1 6-15-15,1-1-4 0,0 1-10 0,4 1-11 16,-1-3-7-16,2 4-9 0,4-2-12 16,2 1-8-16,4 1-5 0,3-1-11 0,4-1-5 15,4-1-5-15,3-3-6 0,-2-1-7 16,-1-4-3-16,1-1-10 0,-6-2 3 15,2-3-7-15,1-6-5 0,0-3 3 0,-4-3-4 16,3-12-3-16,-3 1-3 0,-1-6 1 16,-8 3-8-16,-1 7-1 0,-1-2-1 0,-2 5-3 15,-2-3 0-15,-5 8-3 0,-3 2 1 16,-3-1-5-16,-1 4-16 0,1 2-28 0,-3 6-49 16,0-1-73-16,-2 4-79 15,2 1-84-15,-2 0-126 0,7 0-180 0,2 1 55 16,2 0-346-16,7-4-409 0</inkml:trace>
  <inkml:trace contextRef="#ctx0" brushRef="#br0" timeOffset="158519.72">7321 9852 2757 0,'0'-13'61'0,"0"4"7"0,0 2 2 0,0 7 61 15,0 0 39-15,0 0-2 0,-25 27 16 0,12 1 9 16,-8 15-8-16,4 4-4 0,0 5-17 16,0 3-15-16,1 0-14 0,3 0-13 15,1-1-11-15,-1 1-10 0,1-1-10 16,1-6-12-16,4-7-8 0,-3-3-8 0,2-3-35 16,-1 2-38-16,2-6-61 0,-3-2-64 15,4-8-78-15,1-1-76 0,-1-7-95 0,4-5-143 16,0 2-85-16,2-5 65 0,0-5-301 15,0 0-334-15</inkml:trace>
  <inkml:trace contextRef="#ctx0" brushRef="#br0" timeOffset="158669.91">6959 10447 2249 0,'-13'-7'-19'0,"4"4"35"0,0-1 26 16,4 1 30-16,5 3 56 0,0 0 34 0,0 0 30 15,0 0-5-15,0 0-14 0,0 0-24 16,17 19-13-16,12-6-56 0,2 0-90 0,-1 1-101 15,2-1-121-15,-1-1-162 0,-9 0-136 16,-4-3 47-16,-7 1-132 0,-10 0-113 16</inkml:trace>
  <inkml:trace contextRef="#ctx0" brushRef="#br0" timeOffset="158887.31">5598 10796 1955 0,'-29'0'150'0,"11"-3"27"0,2 3 37 16,5 3 31-16,11-3 5 0,0 0 10 15,0 0-4-15,61 1-10 0,9 4-29 0,41 3-19 16,13 4-22-16,7-1-37 0,10-1-72 16,1 2-92-16,-2 1-97 0,5 1-82 15,-3 1-128-15,-6 5-199 0,-8-1-58 16,-14-2 72-16,-12-1-242 0,-35-3-248 0</inkml:trace>
  <inkml:trace contextRef="#ctx0" brushRef="#br0" timeOffset="165001.99">4299 13912 1294 0,'7'-1'309'0,"-7"1"-80"16,8-7-49-16,-8 7-34 0,0 0-19 15,0 0 2-15,0 0 47 0,0 0 5 16,0 0-6-16,-36 27 11 0,9-8 3 15,2 3-2-15,-2 1-6 0,3-2-15 0,-1 1-15 16,0-1-15-16,2-1-14 0,2-1-11 16,4-4-6-16,2-1-17 0,2-2-5 15,-3 0-8-15,5-4-10 0,-2 1-10 0,-1-2-12 16,3 1-39-16,-1-4-68 0,3-1-70 16,0-1-96-16,9-2-95 0,-20-9-96 0,11-3-121 15,3 4-31-15,3-14-313 0,-2 1-368 16</inkml:trace>
  <inkml:trace contextRef="#ctx0" brushRef="#br0" timeOffset="165167.97">3952 13887 2419 0,'5'-9'40'0,"0"4"38"16,-3 0 25-16,-2 5 35 0,0 0 47 15,7-3 42-15,-7 3 32 0,0 0 17 0,0 0 4 16,23 15 0-16,-12-7-27 0,2 6-16 16,8 5-16-16,3 3-24 0,-1 1-14 15,3-2-25-15,-2 2-12 0,1-3-30 0,2 0-61 16,-4-5-79-16,-6 0-87 0,1-2-114 15,-4-1-129-15,-2-2-150 0,-1 0-212 16,-5-1 57-16,-1-1 81 0,-2-1-334 0,1 2-392 16</inkml:trace>
  <inkml:trace contextRef="#ctx0" brushRef="#br0" timeOffset="165651.24">5476 14021 2496 0,'7'-3'-16'0,"-7"3"23"16,0 0 42-16,3 16 35 0,-5-5 17 15,-4 1 16-15,-5 5-2 0,2 0 16 0,-9 7 6 16,0 2-12-16,-2-1-7 16,-3-1-16-16,0 0-7 0,3-1-11 0,-2 0-5 15,1-2-8-15,1-2-6 0,2-3-8 16,5-4-11-16,-1 0 1 0,3-5-13 0,-1 1-6 16,3-4-34-16,0-4-34 0,9 0-33 15,-16-2-30-15,9-5-20 0,3-1 3 16,0-5 11-16,4-3 13 0,2-4 8 0,4-3 8 15,3-8 13-15,-1 6 41 0,-2 8 42 16,-4 2 24-16,1 3 12 0,1 1 15 0,0 6 36 16,-4 5 29-16,10-3 25 0,-10 3 10 15,0 0-1-15,18 14-8 0,-7-4-10 0,0 3-11 16,2 1-15-16,2 3-10 16,5 5-12-16,0-5-13 0,3 4-29 15,2-1-58-15,-5-1-75 0,2 1-105 0,-5-7-113 16,0-2-155-16,-5-1-198 0,3-2 46 15,-6 1 61-15,5-2-237 0,-3-2-266 0</inkml:trace>
  <inkml:trace contextRef="#ctx0" brushRef="#br0" timeOffset="166118.2">6851 14291 2253 0,'0'0'51'0,"0"0"19"0,0 0 58 15,0 0 29-15,-25 16 10 0,9-7 7 16,-6 9 6-16,-3-1 1 0,-4 3-8 0,3 0-16 15,-7-3-15-15,5 5-13 0,-3-6-16 16,2 1-8-16,3-3-10 0,3-3-14 16,4 1-6-16,3-8-9 0,0 4-11 15,2-4-22-15,1-1-39 0,1-3-55 16,12 0-75-16,-19-7-61 0,12-5-45 0,1 0-32 16,2-5-8-16,2 0 22 0,2-3 38 15,2-2 36-15,0-1 55 0,1 5 60 0,2 2 51 16,-3 3 24-16,0 1 23 0,1 4 42 15,-3 8 57-15,2-6 52 0,-2 6 12 0,0 0 9 16,0 0-1-16,8 26-4 16,-5-9-10-16,5 3-16 0,4 9-16 0,1 0-14 15,2 0-16-15,7 0-40 0,-6-1-68 16,4-4-99-16,0-1-105 0,-6-6-123 0,-1-5-147 16,-5-2-141-16,0-3 45 0,-7-3-239 15,-1 2-283-15</inkml:trace>
  <inkml:trace contextRef="#ctx0" brushRef="#br0" timeOffset="166752.22">2233 13849 2454 0,'8'-7'119'0,"-3"4"1"15,-5 3-12-15,4-5-11 0,-4 5-7 16,0 0 7-16,0 0 32 0,0 0-2 0,0 0-10 15,0 0-10-15,-15 27-11 0,3-17-14 16,3 2 1-16,-5 2-14 0,1 0-7 0,-2 0-4 16,-6 2-6-16,-2 1-3 0,0 0-13 15,3-5-6-15,2 0-13 0,1-4-36 16,2-1-46-16,0-3-49 0,3 0-59 0,1-4-58 16,11 0-65-16,-18-6-48 0,11-2-13 15,3-1 25-15,2-3-440 0</inkml:trace>
  <inkml:trace contextRef="#ctx0" brushRef="#br0" timeOffset="166887.25">1965 13937 1953 0,'1'-18'-55'0,"3"5"53"15,-2 1 46-15,0 5 38 0,1 0 27 0,-3 7 23 16,4-9 14-16,2 4 13 0,-6 5 30 16,0 0 0-16,21 2 0 0,-21-2-15 15,25 10-17-15,-8 0-11 0,-2 2-17 0,3 0-10 16,-2 2-25-16,-2-1-44 0,-1 0-67 16,3 1-63-16,-3 1-74 0,-4-3-89 0,-1-4-126 15,-4 3-211-15,0-2 46 0,-4-2-156 16,0-7-183-16</inkml:trace>
  <inkml:trace contextRef="#ctx0" brushRef="#br0" timeOffset="167401.14">857 13757 1926 0,'10'-10'89'0,"-3"4"0"16,-1 1-2-16,-6 5-10 0,4-6-8 15,-4 6-3-15,0 0 9 0,0 0 5 0,0 0-5 16,-31 13-8-16,16-5-4 0,-4 3-10 16,-8 3-3-16,2 3-8 0,-2-1-2 15,-1 2-7-15,0-1-1 0,-2-2-9 0,10-3 1 16,1-3-7-16,4-1 5 15,3-2-3-15,3-4-1 0,9-2-4 0,0 0-14 16,-23-13-9-16,21 6 3 0,0-4 5 16,4-2-4-16,1-2 7 0,4 1 5 15,0 2 9-15,3 1 12 0,-1 0 7 0,3 2 2 16,1 3 0-16,-1 4-4 0,3 2 3 16,2 2-3-16,3 4-2 0,11 8-7 0,1 1-3 15,3 3-11-15,7 6-49 0,-1-2-76 16,4-1-109-16,-2 1-225 15,-9-5-92-15,-5-4 49 0,-8 1-59 0,-5-4-53 16</inkml:trace>
  <inkml:trace contextRef="#ctx0" brushRef="#br0" timeOffset="208476.16">6998 11954 2446 0,'-11'-7'218'0,"2"-1"-52"15,0 4-27-15,3-2-17 0,-2 2 25 0,8 4 19 16,-9-4-4-16,9 4-7 0,-6-6-6 15,6 6-13-15,-8-4-7 0,8 4-14 16,-6-5-8-16,6 5-10 0,0 0-3 0,0 0-6 16,0 0-4-16,0 0-1 0,0 0 1 15,27-1-2-15,-7 2-5 0,5 3-9 0,13 1-5 16,3-2 0-16,5 2-9 0,3 1-2 16,14 2-8-16,5-1-4 0,0 0-3 15,4-4 1-15,5 3-7 0,-2-2-1 16,0-2-6-16,1 4-1 0,4-5-2 0,-2 2-6 15,2-3 1-15,-1 0-1 0,-5 3-2 16,-2-2 0-16,-5-2-2 0,-2 3 1 0,0 0-2 16,-14-2 0-16,2 0 12 0,1 0 5 15,7 2 2-15,-10 0 3 0,1 0 1 0,-3 2 1 16,1-1-9-16,-5 0 1 0,1 3 0 16,-2-1 0-16,-6-3 0 0,-8 2-3 15,-7-1 2-15,-2 0-4 0,-6 0 0 0,-1-2-3 16,-1 1-3-16,-3-2-2 0,-10 0-1 15,19 4-4-15,-19-4 3 0,15 3-2 16,-9-1-4-16,-6-2-2 0,9 2-22 16,-9-2-29-16,10 3-46 0,-10-3-54 0,2 6-81 15,-2-6-94-15,0 0-102 0,0 0-176 16,0 0-69-16,-16 7 62 0,7-5-438 0,9-2-518 16</inkml:trace>
  <inkml:trace contextRef="#ctx0" brushRef="#br0" timeOffset="209461.51">8941 11718 2814 0,'-6'-8'-19'0,"6"8"24"0,-4-5 20 15,4 5 23-15,0 0 17 0,-3-4 24 16,3 4 17-16,0 0 5 0,0 0 5 15,-6-8-9-15,6 8-1 0,0 0-9 16,0 0 3-16,0 0-4 0,-4-4 7 0,4 4-5 16,0 0-7-16,0 0 9 0,0 0-2 15,0 0-7-15,0 0-4 0,0 0-5 0,0 0 13 16,0 0 5-16,0 0-1 0,0 0 1 16,10 19-6-16,-7-11-8 0,1 4-4 0,4 2-6 15,3 5-9-15,0-2 0 0,5 9-7 16,3 1-5-16,2-1-1 0,2-1-6 0,0 1-8 15,-1-4-2-15,3-1-5 0,0 0 2 16,-2-4-9-16,-3-1 0 0,-2-7 2 16,-2 3-4-16,0-1-4 0,0-1-8 0,-5-2 4 15,0 0-2-15,-1-2-1 0,2 0-2 16,-7-1-1-16,3 0-2 0,-2-2 3 16,1 2-5-16,-3-1 4 0,3-1-2 15,-7-3 0-15,12 7 0 0,-8-3 1 0,4-3-4 16,-8-1 5-16,11 5-2 0,-11-5 0 15,8 4 3-15,-3-3-4 0,-5-1 2 0,8 4-1 16,-8-4-2-16,0 0 3 0,9 2-3 16,-9-2 1-16,0 0-2 0,8 3-1 15,-8-3-4-15,0 0 1 0,0 0 7 0,10 3-9 16,-10-3 0-16,0 0 3 0,0 0-4 16,0 0 6-16,0 0-6 0,3 4 0 15,-3-4 2-15,0 0 2 0,0 0-4 0,0 0 5 16,0 0 15-16,0 0 17 0,-21 15 12 15,3-8 12-15,-4 2 14 0,-14 1 23 16,-3 0 10-16,-4 1 8 0,-11-1 16 0,-2 3 12 16,-1 1 1-16,0-1 8 0,1-1-3 15,4-2-8-15,15-2-9 0,2 1-13 0,12-5-12 16,5 0-9-16,2 2-4 0,5-4-75 16,1 1-18-16,10-3 0 0,-15 3 0 0,15-3 0 15,0 0 0-15,0 0 0 16,0 0 0-16,0 0 0 0,0 0 0 0,0 0 0 15,0 0 0-15,0 0 0 0,0 0 0 16,0 0 0-16,0 0 0 0,0 0 0 0,40-6 0 16,-40 6 0-16,0 0-434 0,0 0-243 15,0 0-225-15,0 0 43 0,0 0 92 0,0 0-781 16,0 0-992-16</inkml:trace>
  <inkml:trace contextRef="#ctx0" brushRef="#br0" timeOffset="-204688.25">7211 10317 360 0,'0'0'124'0,"0"0"-36"0,0 0-11 0,0 0-20 16,0 0-4-16,7-3-8 0,-7 3-4 16,0 0-1-16,0 0 1 0,0 0-2 0,0 0-3 15,0 0 2-15,0 0-1 0,0 0 3 16,0 0-1-16,0 0 8 0,0 0 5 16,0 0 1-16,0 0 7 0,0 0-4 0,0 0 1 15,0 0 1-15,2-7 0 16,-2 7 5-16,0 0-5 0,0 0 2 0,0 0-5 15,0 0-5-15,0 0-1 0,0 0-5 16,0 0 0-16,0 0-2 0,0 0-3 0,0 0-2 16,0 0-3-16,0-8 2 0,0 8-3 15,0 0-2-15,0 0-2 0,0 0-6 0,0 0-1 16,0 0 0-16,0 0 0 0,0 0-4 16,0 0-4-16,0 0 0 0,0 0 1 15,0 0-2-15,0 0 0 0,0 0 1 0,0 0 1 16,0 0 3-16,0 0-2 0,0 0 2 15,0 0-4-15,0 0 0 0,0 0-3 16,0 0-2-16,0 0-1 0,0 0-3 16,0 0 1-16,0 0-4 0,0 0 1 0,0 0 0 15,0 0-2-15,0 0 3 0,0 0-2 16,0 0-4-16,-19 12 4 0,13-6-1 0,3 1-1 16,-3-1 0-16,1 4-1 0,-2-2 5 15,3 1-3-15,-1 3 2 0,-1-2 0 0,1-2-1 16,1 3-1-16,-1-3 2 0,0 1 0 15,1-3 2-15,2 3-1 0,-1-4 2 16,-1 4 4-16,2-2-3 0,-2-2-1 0,4 0 3 16,-6 2 2-16,2-2 3 0,2 2-2 15,2 0 0-15,-3-1-3 0,1 1 5 16,-2 0-5-16,2 0 2 0,2 1-6 16,-3-1 2-16,1 3 1 0,0-2-3 0,0 0-2 15,-1-1 5-15,3 1-2 0,-2 2 15 16,1-4 0-16,-1 2 0 0,0-1-3 0,0 2 6 15,-2-2 1-15,4 2 1 0,-3-3 2 16,1 2-1-16,0 2-6 0,-2-2 2 16,2-1 1-16,2 2 3 0,-4-2-3 0,4-1-6 15,-2 1 0-15,0 0-1 0,0-2 1 16,2-5 0-16,-2 9-5 0,2-9 0 0,0 8 3 16,0-8-3-16,-1 5-5 15,1-5 5-15,0 0-6 0,-2 7 4 0,2-7-3 16,0 0 0-16,0 0-1 0,0 7-25 15,0-7-34-15,0 0-41 0,0 0-56 0,0 0-63 16,0 0-98-16,0 0-182 0,0 0 42 16,0 0-94-16,0 0-48 0</inkml:trace>
  <inkml:trace contextRef="#ctx0" brushRef="#br0" timeOffset="-204205.37">7003 10529 1513 0,'0'0'-15'0,"-8"-5"16"16,8 5 8-16,-6-6 12 0,6 6 22 15,-5-6 8-15,5 6 13 0,-4-7 0 16,4 7 1-16,-4-5-5 0,4 5 1 16,0 0-8-16,0 0-6 0,-1-7-3 0,1 7-5 15,0 0-6-15,0 0-4 0,0 0 0 16,0 0-2-16,0 0-1 0,0 0-2 0,0 0 1 15,0 0-1-15,32 5-2 0,-16-1-4 16,6 4 0-16,1-4 0 0,11 4-1 0,0-3-4 16,2 3-2-16,-2-1 0 0,3-2-1 15,-13-1-4-15,-1 0-6 0,-3-1-1 0,-2 1-4 16,-4-1 0-16,-1 0 0 16,-1-3-2-16,-3 2-2 0,-3 0 5 0,-6-2-4 15,12 2 1-15,-12-2 2 0,0 0 1 16,7 6-6-16,-7-6-20 0,0 0-19 15,2 5-23-15,-2-5-37 0,0 0-41 0,0 0-56 16,-7 8-405-16,7-8-109 0</inkml:trace>
  <inkml:trace contextRef="#ctx0" brushRef="#br0" timeOffset="-203673.56">6951 10849 1611 0,'-5'-4'-35'0,"5"4"17"0,-12-6 9 16,12 6 15-16,-11-3 13 0,5 0 16 15,6 3 10-15,-7-4 6 0,7 4 1 0,-8-3-1 16,8 3-4-16,0 0-6 0,-10-4-4 15,10 4-4-15,0 0-5 0,0 0-1 0,0 0 1 16,0 0 3-16,0 0-5 0,0 0-3 16,0 0-2-16,34 11 1 0,-14-5-3 0,3-2-2 15,11 2-4-15,2-2 2 0,-2 4-6 16,2-1 1-16,-5-4-1 0,-6 2-4 0,-2-1 2 16,-3-2-5-16,-2 1 2 0,-2-2 2 15,-5 1-2-15,-2 0 0 0,1 0 1 16,-10-2-2-16,15 1 2 0,-15-1-1 15,11 1-1-15,-11-1 2 0,10 0-1 16,-10 0-3-16,0 0-12 0,11 3-18 0,-11-3-29 16,0 0-44-16,8 0-57 0,-8 0-91 15,0 0-334-15,0 0-85 0</inkml:trace>
  <inkml:trace contextRef="#ctx0" brushRef="#br0" timeOffset="-200240.95">2589 12804 1603 0,'-7'6'30'0,"1"0"23"0,1-1 10 0,1-1 9 0,-3 1 5 16,6 0 12-16,1-5 14 16,-4 10 8-16,4-10 24 0,2 10 3 0,-2-10-4 15,7 7 7-15,-7-7-10 0,19 2-11 16,-3-2-2-16,6-2-9 0,3-2-12 15,11-3-4-15,3 1-9 0,1-4-6 0,-2 2-11 16,-2 2-1-16,-8-1-4 0,-3-1-14 16,-3 2-2-16,-1-2-3 0,-5 5-10 0,0-3 1 15,-3 2-2-15,-2 0-14 0,1 0-21 16,-3 2-30-16,-9 2-44 0,16-6-51 16,-10 5-70-16,-6 1-111 0,11-5-173 0,-8 2-55 15,-3 3 57-15,0 0-126 16,0 0-105-16</inkml:trace>
  <inkml:trace contextRef="#ctx0" brushRef="#br0" timeOffset="-191275.15">7328 9927 111 0,'0'0'10'0,"0"0"6"0,-1-8-4 15,1 8 8-15,0 0 17 0,-2-7-25 0,2 7 3 16,0 0-1-16,-2-6-1 0,2 6-4 16,0 0 8-16,0 0-3 0,2-9 2 0,-2 9-7 15,0 0 9-15,2-5 1 16,-2 5 6-16,0 0-2 0,0 0-3 0,0 0 5 16,1-7 2-16,-1 7-4 0,0 0-1 0,0 0 1 15,0 0-3-15,0 0 3 16,0 0-2-16,0 0-2 0,0 0 4 0,0 0 3 15,0 0 4-15,0-9 10 0,0 9-1 16,0 0 12-16,0 0-11 0,0 0 3 0,0 0 0 16,0 0 1-16,0 0-5 0,0 0 6 15,0 0-7-15,0 0-4 0,0 0 2 0,0 0-11 16,0 0-1-16,0 0-1 0,0 0-1 16,0 0 3-16,0 0-11 0,0 0 2 0,0 0-5 15,0 0 4-15,0 0-5 16,0 0-2-16,0 0 4 0,0 0-4 0,0 0-5 15,0 0 10-15,0 0-1 0,0 0-5 16,-11 22 7-16,9-10-4 0,-3-5 2 0,3 5 0 16,-2-2 4-16,0 1 3 0,0-1-7 15,2 0 1-15,-2 1 13 0,3-3-12 16,-3 0 0-16,2 2-1 0,0-3 1 0,0-1-6 16,2 0 4-16,0-6-3 0,-3 10 1 15,1-6-3-15,2-4 4 0,-2 9 1 0,-1-3-1 16,3-6 3-16,-2 8 5 0,1-2-1 15,1-6 0-15,-6 8-4 0,4-3-3 0,2-5 1 16,-4 8-5-16,3-2 3 0,1-6-1 16,-4 7 0-16,4-7-3 0,-4 7-1 15,4-7 0-15,-3 7-1 0,3-7-1 16,-5 4 2-16,5-4-2 0,-4 7 2 16,4-7 0-16,-3 9 0 0,1-6-2 0,2-3 3 15,-6 7 2-15,2-2-2 0,4-5 0 16,-5 7 2-16,0-2-7 0,2 0 5 0,-1 1-3 15,4-6 3-15,-6 6-4 0,4-1 2 16,2-5 2-16,-5 9-6 0,5-9 3 0,-4 7 1 16,2-2 0-16,2-5-3 0,-6 7-1 15,6-7 2-15,-4 7 3 0,4-7-5 16,-2 6 1-16,2-6 0 0,-5 9 0 16,5-9-1-16,-4 7 4 0,4-7 2 0,-4 8 0 15,4-3 2-15,0-5 2 0,-3 8-1 16,3-8 0-16,-4 8 0 0,1-2-3 0,3-6 0 15,-2 9 3-15,-1-3-3 0,3-6 1 16,-4 10 0-16,2-4-2 0,2-6 3 16,-2 8 1-16,1-3 0 0,1-5 1 0,-4 6 5 15,4-6-3-15,-2 10 0 0,2-10 0 16,-4 8 0-16,4-8 3 0,-2 7-2 0,2-7 0 16,-4 8-5-16,2-2-1 0,2-6 4 15,-4 8-5-15,2-2 0 0,2-6-1 0,-1 9 2 16,-3-1-3-16,2-3 0 15,0 2 3-15,0-2-2 0,2-5-2 0,-1 12 1 16,-3-6-2-16,4 0 0 0,0-6 2 16,-4 8-2-16,1-3 2 0,3-5 2 0,-2 10-3 15,1-4-2-15,1-6 0 0,-4 12 1 16,4-7 1-16,-2 2 0 0,2-7 0 16,-2 12 0-16,0-6 2 0,2 0-1 0,-1 0 1 15,1 1-3-15,0-7 3 0,-4 13-2 16,2-6 1-16,0-3 4 0,2 3-2 0,-2 1 2 15,0-2 7-15,1 0 0 0,-2 2 0 16,1-2 1-16,-2 1-2 0,2 1-2 0,2 0 2 16,-1-1-2-16,-3-1 0 15,4 2 0-15,-2-2 0 0,0 2 1 0,0-2-2 16,2-6-3-16,-1 9 2 0,1-9 0 16,-4 8-2-16,4-2 0 0,0-6 3 0,0 0 5 15,-4 6 4-15,4-6 6 0,0 0 4 16,0 7 2-16,0-7 6 0,0 0-11 15,0 0 0-15,-3 7-1 0,3-7-3 0,0 0-3 16,0 0-4-16,0 0-4 0,0 0-5 16,-2 7-20-16,2-7-22 0,0 0-27 0,0 0-29 15,0 0-35-15,0 7-43 0,0-7-54 16,0 0-90-16,0 0-342 0,0 0-150 0</inkml:trace>
  <inkml:trace contextRef="#ctx0" brushRef="#br0" timeOffset="-190492.35">6991 10481 1651 0,'-4'-5'-93'16,"4"5"19"-16,0 0 19 0,-3-5 7 16,3 5 16-16,0 0 16 0,-9-4 3 0,9 4 6 15,-9-5 13-15,9 5 12 0,0 0-3 16,-11-3 13-16,11 3 5 0,0 0 8 0,-9-2-1 15,9 2 4-15,0 0 1 0,-6-3-3 16,6 3-3-16,0 0 2 0,0 0-1 16,0 0 4-16,-12-2-5 0,12 2 2 0,0 0 1 15,0 0-4-15,0 0 0 0,0 0-8 16,0 0 1-16,-9-3-1 0,9 3-2 16,0 0-2-16,0 0 1 0,0 0-5 0,0 0-2 15,0 0-2-15,0 0-1 0,0 0-1 16,0 0 2-16,0 0 11 0,0 0-1 15,0 0 4-15,20 13-1 0,-9-8 1 0,3-1 4 16,8 1-4-16,3 0-1 0,1 1-1 16,10 0-4-16,2-1-1 0,3 2-4 15,-3 0-1-15,-4-1 0 0,2 0-6 0,-9-1 1 16,-6 1-4-16,-2-2 1 0,-4-1-2 16,2 2 1-16,-5-3-1 0,-1 0-1 0,-2 0-2 15,1-2 1-15,-2 3-3 16,-8-3-1-16,14 4 3 0,-14-4-2 0,11 2 8 0,-11-2 0 15,7 3 2-15,-7-3 7 16,9 3-2-16,-9-3 3 0,0 0 1 0,12 0-5 16,-12 0 2-16,0 0-3 0,0 0-1 15,0 0 1-15,10 2-8 0,-10-2 2 0,0 0 1 16,0 0-6-16,0 0-2 0,0 0-11 16,0 0-36-16,5 2-34 0,-5-2-52 15,0 0-66-15,0 0-121 0,0 0-139 0,0 0-174 16,-15 10-126-16</inkml:trace>
  <inkml:trace contextRef="#ctx0" brushRef="#br0" timeOffset="-186858.18">11217 8175 1407 0,'7'-3'152'0,"2"-1"0"0,-5-1-32 15,4 0-17-15,-4 1 4 0,2-2 5 16,-3-3 0-16,3 2-7 0,-4-1 1 16,0-1-11-16,-6 1-8 0,0 1-5 0,-1 0-12 15,-5 2-6-15,-7 0-8 0,-1 1-4 16,-2 0 0-16,-3 4-1 0,-4 0-1 0,-11 4 1 15,-1 3 0-15,3 2-3 0,0 3-6 16,4-2-3-16,7-2 3 0,9 3-8 16,-4-1-2-16,4 2 3 0,7 0-3 15,2 3 7-15,3-1-3 0,4 1 2 0,6 3-3 16,7 10-3-16,4-2-8 0,4 3 7 16,6 8-10-16,4-3 5 0,-6-1-5 0,4-1-1 15,-8-6-3-15,1-2-3 0,-8-1 2 16,0-4-4-16,-4-5-6 0,-5-3 10 0,-3-1 27 15,0-2 18-15,-6 1 10 0,0-1 9 16,-5-4 10-16,-3 2 2 0,-3-4 3 16,1 1 0-16,-4-3-4 0,-3 0-10 15,2-3-7-15,-2 1-11 0,3-4 0 0,-2 2-7 16,3-4-7-16,-3-1-6 0,7 5-7 16,-1-4-28-16,3 4-44 0,0-2-56 15,1 2-74-15,5-3-78 0,-1 1-101 0,4-1-119 16,2 7-148-16,9-14 47 0,3 6-324 15,1 4-370-15</inkml:trace>
  <inkml:trace contextRef="#ctx0" brushRef="#br0" timeOffset="-186009.84">11549 8421 2377 0,'0'0'48'16,"11"1"25"-16,-11-1 20 0,0 0 25 15,0 0 32-15,7 2 38 0,-7-2 24 16,0 0 4-16,0 0-15 0,16-3-16 0,-16 3-19 16,18-2-20-16,-6-2-10 0,3 3-14 15,3-1-11-15,-4-2-10 0,6 1-10 0,-6 0-8 16,4-1-9-16,-3-1-8 0,1 0-8 16,-4 0-4-16,-1-2-5 0,-4 0-5 0,0-1-4 15,-3 3-9-15,-4-4-2 0,0 9-4 16,-4-12-3-16,-3 7-3 0,-5 1-1 0,-3 2-1 15,-1 2-1-15,-4 0-3 16,-7 4-6-16,-9 3 4 0,2 3-3 0,1 2 1 16,5 4-2-16,1-1 4 0,2 4-2 15,8 3-4-15,2 2 2 0,5-4 1 0,8 1-2 16,2-1 3-16,8-1 2 0,5 9-4 16,5-3 1-16,6 0 1 0,1-4-1 0,4-4 1 15,-3-5-1-15,-3 0-2 0,1-6 1 16,-8-2 0-16,5-2 2 0,-1-2 6 15,-2-4 12-15,5-1-2 0,-1-6 3 0,3-4-1 16,-1-3-3-16,1-5-5 0,-8 0 1 16,3-2-3-16,0 1-3 0,-7 5 3 0,-3 3-1 15,-1 5 4-15,0-1 8 16,-3 0-4-16,0 3 3 0,0 2 1 0,-2 0-9 16,-1 2 0-16,-3 5-7 0,10-10-2 15,-9 5 1-15,-1 5 1 0,9-7-4 0,-9 7 2 16,7-3 0-16,-7 3-4 0,11-4 3 15,-11 4-1-15,12-5 0 0,-12 5-2 0,11-2 3 16,-11 2 1-16,9-3-5 0,-9 3 1 16,0 0 4-16,13-4-3 0,-13 4 1 0,0 0 2 15,0 0-3-15,12-3 8 16,-12 3 8-16,0 0-2 0,0 0 1 0,11-3 1 16,-11 3-5-16,0 0 0 0,7-7-5 15,-7 7 1-15,6-7-1 0,-6 7 3 0,3-7 14 16,-3 7-4-16,8-5 4 0,-8 5 0 15,6-7-7-15,2 4 0 0,-8 3-1 16,12-7-3-16,0 5-6 0,-12 2 0 0,21-1-1 16,-21 1 4-16,21 1-6 0,-12 4-4 15,3 2 6-15,-1 1-5 0,-5 5 3 0,2-1 8 16,-4 5-2-16,0 1 0 0,-3 1 3 16,-2 0 0-16,-1 4 4 0,-4-1-5 0,2-2 2 15,-6 1 7-15,-1-2-1 16,-6 5-7-16,2-5 0 0,-1-5 0 0,3-1 2 0,-2-2 1 15,-4-1-6-15,3-2 2 16,4-2-3-16,-4-1 4 0,5-4-7 0,-5-1-4 16,16 0-1-16,-29-5-12 0,16 0-34 15,-2-3-37-15,4-1-49 0,1-3-67 0,0-5-102 16,7 1-98-16,3 3-95 0,1-5-116 16,1 2-122-16,7 1 69 0,2 1-526 15,2-1-647-15</inkml:trace>
  <inkml:trace contextRef="#ctx0" brushRef="#br0" timeOffset="-185527.53">12160 8468 3069 0,'0'0'-29'15,"0"0"37"-15,0 0 24 0,0 0 23 16,0 0 16-16,-6 9 22 0,6-9 12 0,0 0-3 16,0 0 3-16,0 0 15 0,1 10-1 15,1-4-3-15,1 0-11 0,1-1-11 0,1 5-11 16,1-2-8-16,1 1-7 0,3 0-2 15,0 4-10-15,-1-5-8 0,3 3-2 0,1-3-3 16,-2-2-6-16,-1 0-2 0,1-3-3 16,1 1 1-16,-3-4-7 0,-9 0-1 15,19-7-5-15,-9-1 2 0,-3-6-8 0,3-3 1 16,-4-5-1-16,0 1-6 16,-3-2 1-16,1 1 1 0,-2 3-2 0,-2 0 2 0,0 2-2 15,-2 3 6-15,-2-1-7 16,1 5 0-16,-3 0-5 0,0 3 0 0,0 2 1 15,1 0 0-15,-1 1 1 0,6 4-1 16,-5-4 4-16,5 4 0 0,0 0 3 0,0 0-6 16,0 0 4-16,43 2 1 0,-16-2-1 15,1 0 1-15,1 2-1 0,2 0-1 0,-7 0-2 16,0 3-1-16,-2 0 3 0,-3 2 14 16,-4 3 24-16,-1 4 12 0,-7-1 8 15,-1 3 2-15,-4 1-1 0,-4 5-3 16,-4-2 1-16,2 4-5 0,-3 7-8 0,1-6-4 15,-2-4-5-15,1 0-5 0,-1-1-1 0,2 0 0 16,0-5-8-16,1 0 3 0,-1-1-27 16,4-1-36-16,-1-2-56 0,-1 0-72 15,1-3-80-15,3 1-78 0,0-4-94 16,5 0-148-16,-5-5-90 0,11 5 60 0,2-7-391 16,6-1-457-16</inkml:trace>
  <inkml:trace contextRef="#ctx0" brushRef="#br0" timeOffset="-184926.92">12968 8465 2653 0,'-2'-8'-47'0,"-2"1"26"0,-2 1 32 15,-1 3 44-15,7 3 22 16,-17 0 30-16,17 0 15 0,-27 9 12 0,10 1 3 16,0 3-3-16,-5 7-6 0,4 1-8 15,4-4-2-15,5 3-6 0,1 1-12 16,7-3-7-16,1-1-10 0,1 3-7 0,1 0-5 15,6 0-9-15,1-2-5 0,5-3-4 16,-1-1-10-16,4-4-2 0,3-3-5 0,5-2-3 16,2-5-12-16,11-5-18 0,5-5-6 15,4-11-19-15,1-5-5 0,-5-10-1 0,2-5-23 16,3-17-1-16,2-8-9 0,-5-4-14 16,-6-9 6-16,-3 2-2 0,-11 16 8 15,-1 0 4-15,-10 7 22 0,-6 12 13 16,-7 3 15-16,-6 6 14 0,-1 3 25 0,-8 5 10 0,-2 5 15 15,3 6 6-15,-5 6 7 16,-1 4 6-16,2 4 1 0,-8 5 1 0,-5 11 15 16,1 4 5-16,-3 15 8 0,5 10 0 15,6 6-3-15,8 6-7 0,9 1-7 16,4 5-11-16,2 3-7 0,6-3-2 0,-1-3-11 16,-1-5-3-16,-2-11-9 0,2-5-5 15,-3-6-3-15,-1-7-2 0,0-5 2 16,2-6 17-16,-1-1 32 0,-3-4 20 15,7-1-10-15,0-5-4 0,1 0-10 0,-8-4-8 16,17-2-11-16,-17 2-2 0,22-6-7 16,-8 2-1-16,-3 1 16 0,0-1-4 0,-11 4 1 15,12-5-2-15,-12 5-13 0,12-1-17 16,-12 1 4-16,0 0-1 0,13 5 6 0,-13-5-4 16,6 12-3-16,-2-6 3 0,-3 3-4 15,3 1-6-15,0 0 1 0,2 1 2 0,-4-1-13 16,4 0-4-16,-3 1-22 0,1-3-40 15,4 2-49-15,-4-3-57 0,5 0-73 0,-5-2-114 16,3 1-118-16,4-2-151 0,-4-4-134 16,-7 0 55-16,20 0-599 0,2-4-748 15</inkml:trace>
  <inkml:trace contextRef="#ctx0" brushRef="#br0" timeOffset="-184710.25">14081 8603 3555 0,'-8'0'-16'0,"8"0"36"0,0 0 37 16,-12 0 50-16,12 0 35 0,0 0 8 16,0 0-2-16,25 12-16 0,-2-4-12 0,12 1-11 15,2 1-9-15,3-2-45 16,5 1-71-16,-4-1-92 0,3-1-99 0,-4-2-111 15,-2-3-134-15,-7-2-142 0,-8 0 49 16,-4-2-285-16,-6 1-315 0</inkml:trace>
  <inkml:trace contextRef="#ctx0" brushRef="#br0" timeOffset="-183959.29">14169 8104 2216 0,'28'-25'4'0,"-8"4"51"0,-4 5 43 0,-3 0 33 16,-3 1 31-16,-2 4 13 0,-1-3 25 16,0 2 10-16,0 0-7 0,-1 2-6 0,-1 1-8 15,1-2-13-15,-3 2-14 0,1 2-14 16,1 1-13-16,-2 0-15 0,-1 1-14 16,-2 5-17-16,6-3-8 0,-6 3-6 0,0 0-6 15,-4 19-6-15,-8 9-6 0,-3 7 10 16,-6 13 2-16,-4 5-3 0,3 6-2 15,1 2-5-15,-4 20-7 0,5-12-6 0,4-3-1 16,-2 1-4-16,1 0-4 0,4-3-5 16,1-3 0-16,0-3-3 0,-2-5-2 15,3-3-6-15,0-13 2 0,0-3-7 0,2-4 0 16,4-7-1-16,-4-4-1 0,7-5 1 16,-1-3 0-16,-3 1-3 0,4-3-4 0,0-2-42 15,1-2-82-15,1-5-108 0,-6 7-107 16,6-7-124-16,0 0-202 0,-12 0 3 0,12 0 74 15,0 0-403-15,0 0-461 16</inkml:trace>
  <inkml:trace contextRef="#ctx0" brushRef="#br0" timeOffset="-183327.02">13781 8647 2905 0,'-9'-11'58'0,"6"5"27"0,-2-1 9 15,8-1-14-15,0 2-9 0,7 0-8 0,4 2-4 16,11 0-1-16,4 3-8 0,19 1-6 16,15 1-5-16,5 3-11 0,4-2-32 15,3 0-47-15,1-2-42 0,2-2-43 16,-1-4-32-16,-3-3-14 0,-4-7 7 0,-1-3 10 15,-12-6 16-15,-4-5 17 0,-5-6 9 16,-10-3 16-16,-4-8 16 0,-5-3 16 16,-6 0 32-16,-4 2 30 0,-7 1 13 0,-7 9 17 15,-3 1 25-15,-6 4 9 0,-1 2 10 16,-5 2 12-16,0 7 8 0,-1 5-1 0,-3 2-5 16,2 3 7-16,-4 4 1 0,-1 4 9 15,-2 6 8-15,-12 8 10 0,-3 7 12 16,-4 14 21-16,-1 11 11 0,-4 6 0 15,-4 15 1-15,4 5-7 0,4 4-12 0,5 0-7 16,-1 2-12-16,10-15-14 0,4-1-8 16,2-1-11-16,2-2-5 0,1-6-8 0,0-6-6 15,2-7-7-15,1-5-6 0,8-8-5 16,-3-5-2-16,3-5 22 0,2-1 20 0,-3-2 31 16,4-3 14-16,2-7-13 0,-1 6-10 15,1-6-13-15,0 0-9 0,0 0-5 16,23-20-12-16,-10 5-9 0,6-2-4 0,-1 0-8 15,-2 5-4-15,-5 0-6 0,1 4-8 16,-3 1-11-16,1 3 4 0,-5 0-8 16,-5 4 2-16,0 0-1 0,16 8-5 15,-12-1 4-15,-2 5-4 0,-1-1 0 0,1 3 2 0,0 6-4 16,-2-1 2-16,0 0-4 16,2-3 5-16,0 3-5 0,-2-1-4 0,3-1-14 15,-2-2-25-15,-1-1-34 0,2-2-42 16,0 0-51-16,-2-2-68 0,2-2-70 0,2-2-112 15,-1 0-150-15,1-4-110 0,-4-2 55 16,16-2-443-16,-5-1-532 0</inkml:trace>
  <inkml:trace contextRef="#ctx0" brushRef="#br0" timeOffset="-182941.95">14818 8915 2905 0,'0'0'61'0,"0"0"62"0,-32 0 52 15,32 0 30-15,0 0 7 0,-6-6-10 0,6 6-20 16,0 0-19-16,15-8-17 0,-1 5-13 16,-1 1-15-16,4 0-10 0,5-2-12 0,1 3-11 15,1-2-9-15,1-3-9 0,-2 0-10 16,-5-3-8-16,3 1-6 0,-3-5-4 0,-3-3-3 16,-1 2-5-16,-5-6-7 0,-2 1 1 15,-3 2-4-15,-4 2-5 0,-4-1-1 16,-7-1-4-16,-10-1-3 0,-8 4 2 0,-5 3-5 15,-4 5 3-15,-3 4 4 0,-2 4 12 16,2 4 8-16,2 5 15 0,5 3 17 16,1 4 12-16,8 3 25 0,9 1 11 0,4 0 18 15,6 0 12-15,6-3-4 0,6 14-7 16,9-2-7-16,4-2-15 0,9 9-28 0,5-7-6 16,4-4-10-16,-9-5 3 0,5-3-10 15,-3-3-8-15,-3-3-18 0,-5-3-24 0,-4-4-29 16,-4-3-33-16,0 0-44 0,-3-1-50 15,-1-2-70-15,-10 0-83 0,14-2-81 16,-14 2-81-16,1-8-114 0,-1 8-137 0,0 0 60 16,-11-14-538-16,3 9-656 0</inkml:trace>
  <inkml:trace contextRef="#ctx0" brushRef="#br0" timeOffset="-179011.77">16026 8235 3370 0,'0'-20'-85'0,"2"1"40"16,0 2 38-16,0 1 24 0,0 4 30 15,0 0 9-15,-2 4-5 0,0 1-11 0,0 7 7 16,0 0 60-16,-11 19 20 0,-5 11 7 16,-6 19 5-16,-5 9-6 0,-5 23-12 0,-4 8-4 15,-1 0-10-15,2 2-10 0,1 6-5 16,6 0-7-16,-3-6-10 0,6-3-7 15,0-4-9-15,9-22-3 0,-2-4-4 16,1-4-5-16,3-7-5 0,2-11-5 0,1-3-7 0,-2-5-34 16,4-7-24-16,4-7-22 15,-4-1-41-15,6-9-66 0,-1 0-58 0,4-4-58 16,0 0-59-16,0 0-55 0,-2-30-114 16,11-2-45-16,3-2 41 0,7-17-219 0,2-7-215 15</inkml:trace>
  <inkml:trace contextRef="#ctx0" brushRef="#br0" timeOffset="-178793.28">15849 8816 1969 0,'9'-8'15'0,"1"1"48"0,-2 0 18 16,1 2 7-16,1 1 11 0,3 4 17 15,5 0 16-15,0 0 11 0,7 4 1 16,11 4-10-16,-2 1-14 0,1 3-10 0,-7 1-17 16,-1-1-2-16,-8 0-10 0,-4-2-14 15,-5-1 5-15,-4-1-9 0,-4 0 3 0,-6 1-6 16,-2-1-3-16,-7 0-8 0,-6 0-7 15,0 1 2-15,-6-3-8 0,0 0-12 0,-4-3-41 16,3 0-47-16,5-3-45 0,0 0-50 16,2-3-63-16,4-2-75 0,5-2-110 0,7-1-100 15,3-4 30-15,3 3-135 0,7-3-112 16</inkml:trace>
  <inkml:trace contextRef="#ctx0" brushRef="#br0" timeOffset="-178478.07">16232 8831 1710 0,'8'0'30'0,"-8"0"35"15,5 8 43-15,-5-8 24 0,-2 8 26 16,2-8 18-16,-7 14 14 0,3-7-11 0,-4 3 1 16,4-2-10-16,-1 5-10 0,-1-3-11 15,4 2-4-15,2-1-13 0,0 1-5 0,6 0-13 16,1 1-13-16,5 1-4 0,3 0-12 16,5-4-14-16,8 2-4 0,5-2-10 0,-7-3-9 15,1-5-10-15,-5-2-6 0,3-4-4 16,-2 1-2-16,0-6-1 0,4-5-3 0,-5-2-4 15,-2-5-3-15,-5-3-2 16,-5 2 1-16,-5 0-9 0,-1-1 3 0,-4 4 0 16,0 1-1-16,-4-3-5 0,-1 1 1 15,-5 7-4-15,0 3 5 0,-3 3-6 16,0 2 5-16,-2 1-3 0,1 4-9 0,-1 2-39 16,1 1-29-16,3 1-49 0,2 1-45 15,2 0-43-15,4 2-56 0,3-7-86 0,6 10-138 16,5-3-48-16,2 1 64 0,12-2-180 15,11 2-154-15</inkml:trace>
  <inkml:trace contextRef="#ctx0" brushRef="#br0" timeOffset="-178145.15">17143 8750 1844 0,'8'-14'39'0,"-6"5"21"16,-4 1 18-16,-2-1 18 0,-1 2 15 0,-6 2 16 15,-2-1 8-15,-2 2 3 0,-6 2 9 16,-4 1 3-16,-1 2 3 0,-10 5-6 15,0 0-8-15,1 4-12 0,7 3-17 16,3 2-4-16,7-1-13 0,9-1-1 0,5 1-6 16,4-2-7-16,6 3 4 0,1 3 1 15,5-1-5-15,5 5 4 0,-1-5-8 16,-5 1 1-16,0-3 3 0,-3-1 2 0,-1-1-6 16,1 1-5-16,-4-3 12 0,-3-1 20 15,-2 2 17-15,-1-5 0 0,-8 4 7 16,1-2-8-16,-5 1-11 0,1-3-6 0,-2-2-13 15,-2 0-7-15,0 0-8 0,0-1-10 16,-1-2 0-16,1-2-33 0,-2 1-36 0,5-1-38 16,2-3-54-16,-2-1-81 0,4-1-86 15,1 0-75-15,4-2-82 0,3 1-93 0,4-1-140 16,1-2 43-16,7-1-401 0,7-2-488 16</inkml:trace>
  <inkml:trace contextRef="#ctx0" brushRef="#br0" timeOffset="-177810.95">17395 8729 2577 0,'15'-17'-66'0,"-4"1"52"16,-1 5 42-16,-5-3 35 0,2 4 25 0,-4-1 20 15,-1 1 13-15,0 2 7 0,-2 8-13 16,-4-11-1-16,-4 8-9 0,8 3 6 0,-20 0 13 16,2 3-1-16,2 4-9 0,-6 1-12 15,5 5-7-15,-2-1-1 0,5 3-3 0,5 2-7 16,5 0-3-16,4 2-6 0,4 2-8 15,4-1-7-15,2 1-6 0,3 4-5 0,-2-4-2 16,4 3-4-16,-4-5 5 0,2-3 8 16,-4-3 7-16,-4-1 4 0,1-1 4 15,-2 1 5-15,-2-2 20 0,-2-1 15 16,0 1 6-16,-4-2 2 0,-4 3 0 0,3-5-12 16,-6 3-6-16,-1-1-9 0,-1-2-9 15,-5-1-10-15,3 0-6 0,-2-3-6 16,-3 1-7-16,4-3-31 0,-2 0-31 0,3-2-51 15,2-1-60-15,2-2-75 0,1 0-82 16,7-1-77-16,1-1-71 0,4-1-99 0,5-2-158 16,4-2 56-16,12-5-437 0,6 0-535 15</inkml:trace>
  <inkml:trace contextRef="#ctx0" brushRef="#br0" timeOffset="-177609.88">17728 8736 3071 0,'20'-12'13'0,"-8"2"77"0,2-1 57 16,-6 3 41-16,-3 1 37 0,3 2 3 0,-5 1-16 15,4-1-25-15,-7 5-15 0,0 0 9 16,0 0-5-16,0 0-12 0,2 26-14 0,-11-7-15 16,4 3-15-16,-6 10-9 0,-1-1-12 15,1 2-10-15,0-1-34 0,-2 2-41 16,2-2-50-16,2-1-55 0,3-7-62 0,-2-6-73 16,3 0-59-16,1-5-57 0,0-1-57 15,4-5-109-15,-1-1-105 0,1-6 43 0,0 0-316 16,0 0-368-16</inkml:trace>
  <inkml:trace contextRef="#ctx0" brushRef="#br0" timeOffset="-177478.61">18018 8465 2527 0,'6'-19'34'16,"-4"5"17"-16,-1 3 17 0,-1 0 11 0,-1 3-1 16,1 1-10-16,0 7-8 0,0-7-11 15,0 7-23-15,0 0-67 0,0 0-100 16,0 0-128-16,0 0-229 0,0 0 38 0,0 0-95 15,14 19-57-15</inkml:trace>
  <inkml:trace contextRef="#ctx0" brushRef="#br0" timeOffset="-177028.6">18535 8127 1812 0,'2'-24'147'0,"-2"6"47"15,0 2 40-15,-2 2 15 0,2 4 8 16,-2 1-20-16,2 5-19 0,0 4 4 0,0 0 20 15,0 0-3-15,-39 29-11 0,19-2-13 16,-11 16-6-16,1 5-10 0,-7 6-18 0,-9 19-19 16,0-1-10-16,3-2-15 0,-2 0-10 15,11-14-12-15,2-3-10 0,1-4-15 16,-1-3-5-16,5-3-10 0,1-6-7 0,5-6-1 16,6-7-11-16,2-5-7 0,1-5-2 15,4-1 4-15,3-5 5 0,3-4-12 16,2-4-7-16,0 0 0 0,0 0-8 15,0 0-7-15,50-19 6 0,-16 3-9 0,7-3-3 16,-5 3 0-16,-1 2 0 0,-5 3-8 16,-5 5-1-16,-4 0-6 0,-4 4 2 0,-1 2 0 15,-2 4 3-15,0 1 13 0,-3 6 13 16,0-2 1-16,-4 5 6 0,-3 2 8 0,-2-1 8 16,-4 3 7-16,-2-1-4 0,-3 3 1 15,-4-1-12-15,0-2 5 0,-6 7-6 16,0-7-1-16,3-3-2 0,1-2-6 0,-1-2-3 15,0-2-3-15,1-2-5 0,-3-3-3 16,5 0-27-16,11-3-35 0,-21-4-61 16,13 2-55-16,0-4-60 0,2-4-77 0,6-2-98 15,2-3-75-15,10-12-88 0,9-2-143 16,5-4-22-16,9 2 77 0,-9 8-494 0,1 4-603 16</inkml:trace>
  <inkml:trace contextRef="#ctx0" brushRef="#br0" timeOffset="-176862.05">18454 8782 2890 0,'13'-1'-24'0,"-3"-1"60"0,-10 2 46 15,11 0 29-15,-11 0 20 0,0 0 1 16,0 0 11-16,0 0 30 0,13 6 1 0,-13-6-6 16,-1 14-15-16,-3-2-12 0,-2 3-16 15,1-2-9-15,-4 5-20 0,-2 1-51 16,0-1-67-16,2 1-80 0,-7 6-77 16,7-6-62-16,-1-2-48 0,3-3-45 0,-1 0-32 15,4-6-57-15,1 1-72 0,3-4-267 16,0-5-253-16</inkml:trace>
  <inkml:trace contextRef="#ctx0" brushRef="#br0" timeOffset="-176760.66">18439 8978 1983 0,'13'-22'-55'0,"6"-4"23"0,2-12 13 16,8-3 20-16,-1-8 9 0,1 0-1 0,2-4 2 15,-5 2-1-15,3-3-1 0,-2 6-5 16,0 2 1-16,-7 3-11 0,-3 10-16 0,-2 1-42 16,-3 4-56-16,-1 7-53 0,0 3-355 15,1 1-31-15</inkml:trace>
  <inkml:trace contextRef="#ctx0" brushRef="#br0" timeOffset="-176229.02">19035 8107 1543 0,'6'-9'80'0,"-1"1"26"0,-2 6 5 0,-3 2-5 15,0 0 36-15,0 0 62 0,0 0 26 16,-23 44 23-16,4-15 10 0,-6 14-4 16,-4 7-4-16,0 5-20 0,1 3-23 0,-6 16-18 15,10-14-20-15,1-1-13 0,-1-4-17 16,1 3-16-16,5-7-14 0,-2 0-9 0,1-4-17 15,4-3-40-15,1-9-46 0,3-1-52 16,-2-5-50-16,3-10-56 0,7 0-27 16,-1-7-13-16,2-4-35 0,4-4-34 15,-2-4-19-15,11 0 6 0,-11 0 27 0,30-16 19 16,4 1 39-16,-4-2 48 0,4 0 61 16,-5 0 71-16,0 5 58 0,-11 3 44 0,0 1 37 15,-7 2 25-15,-2 3 21 0,-1 0 56 16,-8 3 25-16,0 0 15 0,0 0-3 0,10 10-12 15,-10-10-15-15,-2 15-19 0,2-15-22 16,-6 19-21-16,4-7-16 0,-1 0-12 0,0 0-19 16,-1 0-15-16,2 0-35 0,0 0-33 15,2-2-31-15,0 0-45 0,-1-1-28 16,1-1-28-16,0-8-29 0,3 8-36 0,-3-8-27 16,0 0 0-16,22-8 12 0,-10 2 7 15,4-8 18-15,9-7 13 0,4 1 13 16,-4 1 28-16,-1 0 34 0,-7 6 41 15,-4 4 42-15,-1 1 15 0,-3 0 23 0,-1 4-1 16,-3-2 1-16,-2 3 12 0,-3 3 26 16,0 0 6-16,0 0-11 0,0 0-5 0,8 13-13 15,-8-4-7-15,-2-1-9 0,2 5-3 16,-2-1-25-16,2 0-39 0,2 1-61 0,0 1-73 16,-1 1-68-16,7-1-51 0,3 0-59 15,6-1-57-15,10-1-43 0,7-5-73 16,-3-5-59-16,-1-2-320 0,15-9-348 15</inkml:trace>
  <inkml:trace contextRef="#ctx0" brushRef="#br0" timeOffset="-175828.27">20233 8133 2336 0,'7'-47'13'16,"-5"11"45"-16,-6 6 41 0,1 5 27 16,-8 7 25-16,0 1 14 0,-3 4 17 0,0 5 9 15,-6 4 11-15,-2 12 8 0,-11 6-3 16,-9 18-3-16,3 11-2 0,-11 23-12 15,4 4-15-15,4 11-16 0,2 6-13 16,4 1-19-16,4-1-4 0,-2 3-17 0,3-5-8 16,2-1-17-16,1-5-3 0,7-21-25 15,-1-2-15-15,2-9-17 0,1-1-9 0,6-17-11 16,-1-4-6-16,5-7 4 0,-2-6-3 16,8-7-22-16,-3-5-23 0,6 0-6 0,0 0-5 15,-4-27-3-15,10 3-13 0,1-14-16 16,7-10 7-16,1-3 11 0,1 3 4 0,-5 13 17 15,-6 1 37-15,4 12 29 0,-6 3 14 16,1 5 3-16,0 2 5 0,-2 4 23 0,-1 1 27 16,1 2 10-16,-2 5 23 15,0 0-3-15,0 0 5 0,23 3-6 0,-7 3-3 16,12 5-20-16,7 1-3 0,1 0-9 16,4 1-11-16,-2-5-33 0,0 5-25 0,0-7-33 15,-9-3-43-15,-4 1-33 0,-9-3-47 16,0-1-56-16,-5 2-61 0,-11-2-64 15,11-2-66-15,-11 2-74 0,0 0-194 0,0 0 58 16,0 0 67-16,-43-1-325 0,14 2-345 16</inkml:trace>
  <inkml:trace contextRef="#ctx0" brushRef="#br0" timeOffset="-172112.04">12396 10365 1167 0,'3'-12'183'0,"2"2"-19"0,1-1-4 16,-5 5-16-16,3-3-8 0,2 2 4 15,-5 0-8-15,5-2-2 0,-1 1 5 0,0 2-2 16,1-2 3-16,-3 1 5 0,1 0 6 16,2 2-3-16,0 1 5 0,-6 4 1 0,9-10-3 15,-5 6-12-15,-4 4-12 0,7-4-4 16,-7 4 7-16,0 0 5 0,11 12 7 16,-11 1 7-16,-2 7 6 0,-5 14-2 15,-4 13 3-15,-3 7-1 0,0 2-6 0,-8-1-11 16,6 3-2-16,-4-4-13 0,4-2-12 15,-2-3-8-15,2-3-6 0,5-8-4 16,0-4-9-16,3-1-3 0,1-4-5 0,-1-8-11 16,4-4-8-16,-1-3 0 0,1-4-1 15,1 0-7-15,2-1-2 0,1-4-2 0,0-5-4 16,-6 7-34-16,6-7-46 0,0 0-58 16,0 0-69-16,0 0-96 0,0 0-93 0,0 0-91 15,2-26-106-15,-6 16-153 16,4-2 58-16,-2 0-501 0,4 0-620 0</inkml:trace>
  <inkml:trace contextRef="#ctx0" brushRef="#br0" timeOffset="-171463.59">12648 10115 3289 0,'-14'-12'-56'0,"1"3"42"0,6 1 29 16,-2 3 37-16,8 1 27 0,-1-1-12 16,2 5 2-16,14-9-11 0,2 6 0 15,11 3-5-15,21 0-12 0,17 5 1 0,9-1-3 16,8 8-6-16,20 5 1 0,0 0-2 15,-3 0-5-15,-22-3-6 0,-2-1-7 0,-10-1 3 16,-8 2-1-16,-13-4-7 0,-7-1 3 16,-7 1-2-16,-8-2-6 0,-2 1 2 0,-7-1 0 15,-3 0 27-15,-3 1 13 0,-3 5 14 16,-2 3 8-16,-6 5 12 0,-3 15 7 0,-9 11 0 16,-3 5-1-16,-4 0-1 15,2 2-3-15,-2 1-4 0,5 1-2 0,-4 0-9 16,7-1-4-16,-2-1-4 0,4-1-7 15,1-6 0-15,5-9-5 0,1-6-1 0,2-8 1 16,1-2 3-16,-4-6 9 0,5-3 11 16,0-3 22-16,2-1 22 0,-1-1 24 0,-3-2 26 15,2 0-4-15,2-7-6 0,-2 6-11 16,2-6-14-16,0 0-10 0,0 0-20 0,0 0-9 16,-27-3-9-16,10-1-8 0,-19-2-5 15,-6-1-18-15,-15 0-16 0,-8-3 9 16,-5 1-12-16,-7-1-3 0,-3 2 4 15,1 0-7-15,-2 1-2 0,9 1 4 0,6 2-12 16,14 1-3-16,8 0-6 0,4 1 3 16,11-1 0-16,6 1 1 0,7 2-6 15,-2-2 6-15,5 2-7 0,13 0-1 0,-19-2 3 16,9 1-6-16,10 1-8 0,0 0-4 16,-21 0-15-16,21 0-20 0,-11 0-17 0,11 0-28 15,0 0-28-15,0 0-45 0,-14 0-55 16,14 0-78-16,0 0-73 0,0 0-82 0,0 0-98 15,-4 3-190-15,4-3 57 0,0 0 77 16,0 0-425-16,0 0-508 0</inkml:trace>
  <inkml:trace contextRef="#ctx0" brushRef="#br0" timeOffset="-171063.89">12800 10386 2778 0,'8'-7'-35'0,"-5"0"42"0,3 2 25 15,-1-1 22-15,-5 6 24 0,9-6 26 16,-5 3 6-16,-4 3 3 0,3-4-15 15,-3 4 31-15,0 0 23 0,0 0 20 16,8 15 9-16,-10-1 12 0,-2 7-2 16,-3 9 3-16,-4 4 3 0,2 1-14 0,-2-1-14 15,-1 3-8-15,1-4-10 0,0-2-10 16,-1 2-13-16,1-4-14 0,4-5-7 0,-4-5-12 16,4 0-8-16,1-4-10 0,1-1-7 15,-2-2-11-15,2-2 0 0,1 1-27 0,0-3-34 16,3-1-38-16,-3-1-51 15,4-6-81-15,-2 6-99 0,2-6-87 0,0 0-93 0,0 0-93 16,0 0-133-16,29-23 50 16,-11 3-444-16,3-2-542 0</inkml:trace>
  <inkml:trace contextRef="#ctx0" brushRef="#br0" timeOffset="-170746.75">12992 10487 2919 0,'2'-9'-2'16,"0"0"47"-16,0 2 50 0,-2 7 46 0,0-10 22 15,0 10 15-15,0 0 4 0,4-8-7 16,-4 8-13-16,2-4-6 0,-2 4 0 0,0 0-2 16,0 0-7-16,24 4-12 0,-8-1-14 15,1 1-12-15,4 1-9 0,0 1-8 16,-6 1-14-16,5 2-12 0,-6 2 1 16,-2 0-2-16,-2 3 14 0,-5 1 19 0,-3 3 18 15,-4-1 12-15,-2 5 8 0,-3 1 10 16,0-4 2-16,-9 10 1 0,3-4-8 0,1 3-5 15,3-8-16-15,1-1-11 0,-2-1-12 16,6-4-4-16,-3 1-8 0,3-1-11 0,3 0-10 16,-1-2-3-16,-2-1-11 0,2-1-30 15,2-2-48-15,-3 1-49 0,6-1-57 16,-6 0-53-16,3-1-66 0,3-1-80 0,-3-6-79 16,0 11-90-16,0-11-149 0,-3 5-90 15,3-5 63-15,0 0-532 0,-11 3-674 16</inkml:trace>
  <inkml:trace contextRef="#ctx0" brushRef="#br0" timeOffset="-169613.53">12422 10982 3131 0,'2'-5'-136'0,"-2"5"42"0,2-10 33 16,0 5 23-16,-2 5 23 0,2-10 28 15,1 6 27-15,-3 4 13 0,2-9 6 16,-2 9 4-16,0-7-3 0,0 7-9 0,0 0-6 16,0 0 17-16,0 0 38 0,0 0 22 15,-24 12 14-15,5 12 10 0,-12 11 14 0,-3 4 16 16,-4 6 8-16,-17 15 7 0,-2 2 4 16,-1 2-3-16,-3 3 2 0,2-2-2 0,-2 1 2 15,4-6-4-15,4-4-9 16,11-10-7-16,0-4-7 0,8-3-9 0,0-2-12 15,5-3-14-15,6-9-6 0,2-1-16 16,6-7-13-16,5-3-9 0,1-3-10 0,1-3-8 16,1 2-2-16,1-3-1 0,0-2-7 15,0 0-5-15,6-5-8 0,-7 10-2 0,7-10-31 16,-5 2-51-16,5-2-45 0,0 0-55 16,-11 2-62-16,11-2-92 0,0 0-116 0,-13 2-110 15,13-2-118-15,-15 3-120 16,7 0 62-16,-5-1-577 0,0 2-731 0</inkml:trace>
  <inkml:trace contextRef="#ctx0" brushRef="#br0" timeOffset="-169212.1">10789 12181 3390 0,'8'-16'-57'0,"-2"2"53"0,1 3 55 0,-1-1 60 16,-1 1 42-16,4-1 43 0,-4 0 24 15,3 5 12-15,-5 1-12 0,-1-1-18 0,-2 7-19 16,10-2 18-16,-10 2 12 0,8 12 2 15,-5 2-3-15,-3 3-24 0,0 3-10 16,-1 15-7-16,-7 1 0 0,-2 2-16 0,5-2-6 16,-3-2-15-16,-3 0-9 0,5-1-16 15,-5-4-7-15,-1 0-11 0,4-7-7 16,3-5-12-16,-3-3-4 0,4 0-11 0,-1-1-4 16,1-6-4-16,0 3-7 0,0-4-26 0,2 0-36 15,-2 0-49-15,4-6-73 16,-1 7-79-16,1-7-101 0,0 0-102 0,0 0-97 15,0 0-89-15,1-23-172 0,7 9 65 16,2-4-618-16,7-6-790 0</inkml:trace>
  <inkml:trace contextRef="#ctx0" brushRef="#br0" timeOffset="-168813.11">11131 12147 3651 0,'5'-9'-25'0,"1"4"39"0,0 0 15 16,-6 5 5-16,3-6 28 0,-3 6 56 15,0 0 45-15,0 0 14 0,0 0-5 16,-11 25 2-16,6-14-2 0,-3 3-7 16,2 0-11-16,-2 0-11 0,5 0-10 0,-1-3-11 15,0 3-10-15,2-3-13 0,1-1-4 16,1 0-8-16,0-1-6 0,1-3-9 0,3 2-7 16,2-5-6-16,1 0-7 0,-7-3-1 15,25 0-7-15,-7-3-7 0,-2-2-13 0,5-6-8 16,4-5 3-16,-4 4 11 0,-6 5-17 15,-2-1-1-15,-2 1-1 0,0 2-7 16,-6 2-4-16,-5 3 5 0,0 0 6 0,0 0 6 16,0 0 8-16,4 23-4 0,-12-8 11 15,1 1-6-15,2 5 11 0,-8 8-4 16,6 0-4-16,2-2 6 0,-3-5-11 16,4 2 13-16,-2-4-17 0,2 1 1 0,2-4-4 15,1-3-6-15,-3 0-10 0,2-3-27 16,0-1-29-16,0 2-44 0,2-6-52 0,0 3-63 15,-1-3-89-15,-3 0-97 0,4-6-142 16,-7 2-190-16,7-2 49 0,0 0 80 0,-18-2-429 16,18 2-507-16</inkml:trace>
  <inkml:trace contextRef="#ctx0" brushRef="#br0" timeOffset="-168128.26">10930 11828 2795 0,'-32'-14'55'0,"3"0"52"0,-3 0 43 15,4 3 28-15,4 1 8 0,8 4 11 16,2 1 3-16,3-1-8 0,2 3-20 0,0 0-18 16,9 3-11-16,0 0-13 0,0 0-13 15,0 0-13-15,59 6-10 0,-1 3-9 0,8-2-14 16,11 2-23-16,25 4-15 0,2-1-19 15,-2 4-7-15,-19-4-18 0,-9 2 1 16,-6 1-3-16,-7 2-1 0,-8 2 5 16,-10 0-4-16,-11-2 5 0,-10 7 6 0,-2 1 26 15,-9 4 13-15,-5-4 15 0,-6 0 12 16,0 12 15-16,-6 2 3 0,0 1 1 16,-5 10-5-16,2-3-9 0,-3 3-6 0,7-7-4 15,-1 0-10-15,2-1-4 0,1-1-7 16,-2-3-2-16,3-1-1 0,2-8-7 0,2-5-1 15,1-5-4-15,-1-2-4 16,-2-4 1-16,2-1-1 0,-2 0 1 0,0-2-2 0,0-1 0 16,0 0 19-16,-2-3 7 0,-5 3 19 15,-2 1 20-15,-10 1 17 0,-14 4 21 16,-12 2 5-16,-9 0 12 0,-3 3 2 16,-6-6-3-16,-1 4-3 0,-5-3 6 0,1-3 1 15,0-1-1-15,-4-3-4 0,6 1-13 16,1-4-7-16,0-1-81 0,14-3-35 0,-1-1 0 15,2-1 0-15,1 1 0 0,1 0 0 16,1 0 0-16,3 0 0 0,-2 0 0 0,4 1 0 16,0 1 0-16,4 1 0 0,6-3 0 15,5 2 0-15,6-2 0 0,3 1 0 0,2-1 0 16,2-1 0-16,1-2 0 0,0-2 0 16,1-7 0-16,5 0 0 0,1-9 0 15,6-4 0-15,6-16 0 0,7-15 0 16,8-6 0-16,11-18 0 0,4-5 0 15,9-2 0-15,-2-5 0 0,5-1 0 0,-1 4 0 16,1 3 0-16,-6 9 0 0,-1 8-163 16,-13 21-48-16,-4 7-7 0,-4 12-10 0,-8 3-35 15,1 9-59-15,-8 3-46 0,-3 10-29 16,-2 0-27-16,0 4-53 0,0 0-107 0,0 0-116 16,0 0 70-16,-20 21-461 0,13-11-560 15</inkml:trace>
  <inkml:trace contextRef="#ctx0" brushRef="#br0" timeOffset="-163446.34">6951 13194 2715 0,'0'0'-168'0,"0"0"28"15,0 0 25-15,0 0 26 0,0 0 25 16,0 0 19-16,0 0 18 0,-5-5 17 0,5 5 15 16,0 0 10-16,0 0 4 0,0 0 3 15,0 0 0-15,0 0-1 0,0 0-1 16,0 0-1-16,0 0-3 0,0 0 0 15,18-3-4-15,-18 3 3 0,16 2-2 16,-16-2-3-16,15 1-7 0,-15-1-9 0,17 4-8 16,-7-3-10-16,-2 1-12 0,-8-2 1 15,18 3-2-15,-12-1 0 0,-6-2 6 0,16 4 1 16,-9-4 7-16,-7 0 1 0,12 0-1 16,-12 0 4-16,15 3 1 0,-15-3 4 0,13 0 5 15,-13 0 2-15,14-3 3 0,-14 3 3 16,13 0 0-16,-13 0-4 0,0 0 2 15,13 0 1-15,-13 0 2 0,0 0 2 0,13 3 4 16,-13-3 4-16,6 3 2 16,-6-3 2-16,6 4-3 0,-6-4 10 0,4 8 2 15,-4-2 5-15,0 2 8 0,0 1-3 16,-2 3 3-16,0 3-2 0,-4 4 0 0,0 1-5 16,-1 2-2-16,0 9-2 0,-4-1-2 15,4-7-4-15,2 0-3 0,-3-2 0 0,0-3 0 16,2-2-3-16,3-1-6 0,-3 1-16 15,2-3-22-15,1-1-28 0,-1-1-42 16,-1-3-51-16,2 1-59 0,-1-2-406 16,0-2-114-16</inkml:trace>
  <inkml:trace contextRef="#ctx0" brushRef="#br0" timeOffset="-163197.83">7018 13474 1597 0,'-15'-2'-22'0,"15"2"18"0,-12 0 10 16,12 0 8-16,0 0 6 0,0 0 9 0,0 0 5 15,0 0 6-15,0 0 5 16,0 0-3-16,0 0-5 0,0 0-5 0,27 7-8 15,-8-6-23-15,3 1-29 0,0-2-36 16,6 0-61-16,-3-2-59 0,2 1-324 0,-2-2-14 16</inkml:trace>
  <inkml:trace contextRef="#ctx0" brushRef="#br0" timeOffset="-162746.31">7557 13271 1416 0,'6'-3'-7'0,"-6"3"4"0,16-2 6 16,-16 2 5-16,11-2 3 0,-11 2 9 0,0 0-2 15,0 0 0-15,19 7 5 16,-19-7 0-16,4 11 8 0,-4-5 7 0,0-6 3 16,-6 17 3-16,-2-5 6 0,3 0 1 15,-5-1 1-15,1 1-1 0,1 0-2 16,0-1-1-16,1 1-5 0,1-2 3 0,2-1-5 16,0 1 1-16,2 0 6 0,2-3-1 15,2 5-2-15,0-2 0 0,3 0-5 0,-2 1-5 16,5 2-3-16,-3-1-2 0,3-2-4 15,-5 2-3-15,2-1 2 0,0-1 4 0,-3 0 13 16,2-1 15-16,-4-1 14 0,-2 3 1 16,-2-3-6-16,3 2-1 0,-8-3-8 15,2 0-5-15,-6 0-6 0,-1 1-13 0,-1-4-35 16,0 3-44-16,-4-4-59 0,2 2-70 16,-5-3-81-16,4 0-122 0,-2 0-82 0,-1-1-126 15,6-1-85-15</inkml:trace>
  <inkml:trace contextRef="#ctx0" brushRef="#br0" timeOffset="-161615.09">6645 12953 1536 0,'-9'-6'-45'0,"9"6"14"0,-9-5 12 15,9 5 23-15,-5-5 4 0,5 5 10 0,-4-3 3 16,4 3 3-16,0 0-2 15,-4-8-3-15,4 8-3 0,0 0 2 0,13-4-2 16,-3 2 1-16,1-1 3 0,5 1-2 16,1 0-3-16,6-2 0 0,4 3-5 0,3-2 5 15,14 6-6-15,2-3 1 0,1 3-4 16,14 6-14-16,2 1-9 0,-2 2-15 0,3 2-17 16,0 3-23-16,1 2-21 0,-1 0-20 15,3-2-34-15,-1 1-265 0,6-4 77 16</inkml:trace>
  <inkml:trace contextRef="#ctx0" brushRef="#br0" timeOffset="-160965.12">8535 13098 1054 0,'12'2'-30'16,"-3"-2"16"-16,-9 0 9 0,11 1-5 0,-11-1 8 15,10 3 5-15,-10-3 4 0,0 0 9 16,12 0 3-16,-12 0-16 0,7 4 10 0,-7-4-3 15,9 4-5-15,-2 0 4 0,-7-4 0 16,11 2-11-16,-4 1-4 0,-7-3-6 16,12 3 1-16,-5-1 1 0,-7-2 7 15,10 3-3-15,-10-3-4 0,7 1 5 16,-7-1 15-16,10 5-2 0,-8-1 10 0,0 4 4 16,2 0-2-16,-4 5-4 0,-2 1 4 15,0 9 1-15,-2 11-1 0,-1 2 12 0,-4 5 1 16,2 12 16-16,-2-1 13 0,1 1 10 15,0-2 2-15,4-10 2 0,-1 0 5 0,1 0 3 16,-1-2 1-16,-2-5-5 0,3-8-6 16,3-2-5-16,-3-6-10 0,2-2-5 15,0-3-2-15,0-1-9 0,2 0-3 0,-1-3-2 16,-1 1 0-16,0 0-1 0,2-3-1 16,-2 0-3-16,2-7-6 0,-2 11 0 15,0-7-2-15,2-4-5 0,0 9 0 16,-2-4-2-16,2-5-1 0,-2 9 0 0,2-9 0 15,-4 6-3-15,4-6 2 0,0 8 5 16,0-8 4-16,0 0-2 0,-2 9-1 0,2-9-3 16,0 0-2-16,-2 4 0 0,2-4-2 15,0 0 0-15,0 0 0 0,-2 8 0 0,2-8 0 16,0 0 0-16,0 0 4 0,-7 4 0 16,7-4-2-16,-11 4-2 0,-1-2 2 15,-5 1 1-15,-2-2 1 0,-2-1 5 0,-8 3-1 16,-13-3 3-16,-1 0 1 0,-5-3 1 15,-2 2-2-15,-1 0-6 0,-12 1 1 16,-2-4 7-16,0 2 0 0,1 0 0 16,-3-2-7-16,4 4 6 0,11-3 2 0,5 3 0 15,-3-1 5-15,7 1-4 0,-1 0-3 16,2 0-5-16,10 0-1 0,5-2-5 0,4 2 1 16,2 0-3-16,2 0-11 0,3 0-19 15,4 0-15-15,-4 0-26 0,16 0-43 0,-19 0-57 16,19 0-84-16,-14 2-96 0,14-2-174 15,-7 1 36-15,7-1-103 0,0 0-78 16</inkml:trace>
  <inkml:trace contextRef="#ctx0" brushRef="#br0" timeOffset="-159899.12">8537 14165 1500 0,'0'0'-42'0,"2"-13"10"16,-1 8 2-16,-1 5-1 0,0-10-4 0,0 10-8 15,4-7-3-15,-4 7-4 16,3-7-13-16,-3 7 1 0,4-6-2 0,-4 6 9 0,1-6 12 15,-1 6-2-15,2-6 10 16,-2 6 21-16,2-5 10 0,-2 5 23 0,0 0 11 16,0-9 15-16,0 9 9 0,0 0 8 15,0 0-1-15,0 0 4 0,-4-11 4 0,4 11-4 16,0 0 1-16,-3-4-3 0,3 4-1 16,0 0-5-16,0 0-10 0,0 0 0 15,-7-4-10-15,7 4-2 0,0 0-3 0,0 0-4 16,0 0-4-16,0 0-1 0,0 0 0 15,22-5-4-15,-11 7-7 0,4-4-15 0,0 4-9 16,8-4-5-16,2 2-13 0,4-2-14 16,-1 1-10-16,-1 1-6 0,2 0-6 15,-2-2 4-15,-7 2 4 0,1 0 0 16,-3-3 11-16,-3 3 13 0,-4 0 23 0,1-2 16 16,-3 2 9-16,-9 0 13 0,17-2 5 15,-17 2 12-15,13 2-9 0,-13-2 1 16,12 0 0-16,-12 0-13 0,10 2 4 0,-10-2-6 15,5 12 5-15,-1-3-6 0,0 2-3 16,-4 3-1-16,1 4-4 0,-1 3 0 0,-1 5-1 16,-5 10-2-16,2 3 7 0,-3 0-3 15,1 1 2-15,-4 1 3 0,-1 9 9 0,4-8 8 16,-2-2-2-16,2 0-3 0,-2-5 1 16,1 0-2-16,-2-2-3 0,7-9-4 15,-3-4-1-15,2-3-3 0,-1-3 0 16,0-2-3-16,3 0-2 0,0-1 1 15,1-4-1-15,-3-1-2 0,4 1-2 0,-2 0 2 16,2-7-5-16,-4 10 1 0,4-5-1 16,-3 3 0-16,-1-2-3 0,0 0 2 0,0-2-1 15,-4 3 3-15,5-1-3 0,-5 0 1 16,3-2 0-16,-4 0 1 0,2 2 5 16,1-1-1-16,-3-1 1 0,-1 2-1 0,-1-2 0 15,-2 0-2-15,-1 2 1 0,-2-1 0 16,-6 2 1-16,-3-2 1 0,-7 1-4 0,-4 2 2 15,0 1-1-15,-7-3 4 16,0-1-2-16,-3 2 0 0,-10 0 1 0,9-2 4 16,-1-1 6-16,1-1 2 0,-3 0 2 15,0-3-3-15,1 0 2 0,-1-3-3 0,-10 0 1 16,0-4-2-16,1 2-2 0,0-1-1 16,12 2 2-16,-3 0-3 0,3-1-1 15,-1 2 0-15,5 1 6 0,-2-2 3 0,4 4-1 16,6 0-3-16,5 0 1 0,3 1-3 15,0-1-2-15,2 5-2 0,4-5-4 0,5 1 0 16,-2 2 0-16,3-1-8 0,1 0-12 16,3 0-18-16,2 0-19 0,-1 1-22 15,2 0-37-15,8-3-44 0,-12 5-65 16,12-5-100-16,-11 6-341 0,8-3-152 0</inkml:trace>
  <inkml:trace contextRef="#ctx0" brushRef="#br0" timeOffset="-154532.25">14253 10492 982 0,'0'0'287'0,"5"-3"-72"0,-5 3-32 0,8-6-21 16,-8 6-4-16,0 0-8 16,7-5 1-16,-7 5-13 0,0 0 7 0,4-5 10 15,-4 5-7-15,0 0 2 0,1-5 3 16,-1 5 3-16,0 0-13 0,0 0-7 15,0 0-16-15,0 0-4 0,-1-9-16 0,1 9-12 16,0 0-11-16,-17-2-1 0,17 2-6 16,-21 2 8-16,3 1-7 0,2 2 9 0,-6 1-3 15,-6 6 7-15,-5 0 5 0,-1 3 7 16,0 2-2-16,-8 5 1 0,0 3-2 0,0 0 0 16,0 4 0-16,2-1-7 15,2 3-7-15,4-2-8 0,9-3 0 0,4 1-10 16,2 0-2-16,4 1-2 0,5-1-5 15,0-2-4-15,8-6-7 0,2-2 1 0,7 3-6 16,2-1 1-16,2-3-7 0,10 7-3 16,3-5-2-16,-1-6-1 0,-7-4-1 0,6 1-1 15,-8-6 1-15,6 1-4 0,-7-4 4 16,1-2-3-16,-3 0-3 0,1-5 2 0,-5 2-7 16,2-4 2-16,-1-4-4 0,-2 1 0 15,0 0-2-15,-4 0 0 0,-1 0-1 0,-1 5-2 16,0-3-3-16,-3-1-1 0,-1 3-3 15,-1-2-4-15,2 3-16 0,-3-1-28 16,1 3-29-16,-3 3-41 0,8 2-48 16,-12-6-62-16,8 5-79 0,4 1-72 0,0 0-99 15,-14 0-186-15,14 0 38 0,0 0 65 16,0 0-351-16,0 0-395 0</inkml:trace>
  <inkml:trace contextRef="#ctx0" brushRef="#br0" timeOffset="-153932.93">14911 10526 2560 0,'12'-4'32'0,"-4"1"32"15,-3 2 24-15,-5 1 36 0,8-4 28 16,-8 4 30-16,0 0 23 0,5-4-2 0,-5 4-7 16,0 0-7-16,0 0-7 0,5-6-6 15,-5 6-8-15,0 0-5 0,-20-6-14 0,8 5-9 16,-8-1-15-16,1 0-11 0,-3 2-7 16,-5 0-17-16,-2 0-7 0,2 0-7 15,4 0-7-15,0 0-10 0,5 0-3 0,-4 2-4 16,3-2-9-16,2 0-2 0,3 0-5 15,14 0 1-15,-22 0-5 0,22 0 0 16,-19 0-3-16,19 0-3 0,-18 2-7 16,18-2-4-16,-13 1-3 0,6 1-2 0,-5 3-2 15,3 6 1-15,-6 0 0 0,3 7-4 16,-1-1 3-16,-1 9-4 0,3 0 4 0,4-2-4 16,3-2 1-16,1 0-1 0,3 2 5 15,7 0-4-15,2 8 1 0,2-1-1 16,5-6-3-16,-1 0 5 0,2 0-4 15,0-1 5-15,-2-7-6 0,-4-2 0 0,2-1 2 16,-6-2-5-16,-2 0 2 0,1-2 0 16,0 0 0-16,-6 0 17 0,0-3 15 0,-4 4 3 15,-4-3 10-15,-3 3 8 0,-4-1 1 16,-4 1 3-16,-4-3-8 0,-7 2-1 0,-5-3-4 16,7-2-3-16,5 0-15 0,1-3 1 15,8 0-4-15,-8-2-1 0,11-2-5 0,11 2-14 16,-25-4-28-16,12 1-38 0,5-1-56 15,1-3-63-15,-1 2-104 0,1-1-115 16,-1-1-140-16,0 0-207 0,1 0 50 0,-1 0 80 16,-4 2-469-16,3 2-558 0</inkml:trace>
  <inkml:trace contextRef="#ctx0" brushRef="#br0" timeOffset="-152350.12">13694 10285 2775 0,'-8'-5'-105'0,"8"5"28"0,-7-4 32 0,7 4 19 15,-10-4 27-15,10 4 27 0,-8-4 25 16,8 4 16-16,-7-3 5 0,7 3 3 16,0 0-5-16,-7-5-7 0,7 5 1 15,0 0 17-15,0 0 17 0,0 0 9 0,0 0 0 16,32 8-2-16,-14-4-12 0,7 2-3 16,9 1-14-16,9 1 0 0,0 0-10 0,11 5-8 15,5-1-5-15,2 2-8 0,6 1 1 16,-1 4-6-16,2-4-8 0,4 2-1 15,0-2-6-15,3 4-9 0,-3-3-13 0,-2-3-9 16,-4-1-12-16,-5-1 8 16,-15-5-5-16,-6 1 2 0,-4-2 5 0,-9-1-1 0,-4 0 1 15,-5-3 3-15,-4-1 5 16,0 3-11-16,1-3 4 0,3 0 4 0,-4 0-5 16,8 0 2-16,-1-3-2 0,5 2 1 15,1-1 10-15,1 0-29 0,3-2-8 0,8 1 1 16,-2 0 2-16,-8 1 2 0,-4 0-2 15,-5 0 7-15,0 1 6 0,-7-1-1 0,1 2 1 16,-3-2 1-16,-2 1 10 0,-9 1 6 16,17 0 20-16,-17 0 14 0,15-3 14 0,-15 3-3 15,20-2-4-15,-9 2 3 0,1-2-4 16,-1 0 1-16,1 2-1 0,-12 0 5 16,20-2-10-16,-10 2 0 0,-10 0-4 15,19-1 0-15,-12-1-2 0,-7 2 9 16,14 0 6-16,-14 0 9 0,11-2 7 0,-11 2 4 15,0 0 3-15,12-1 0 0,-12 1-5 16,0 0-7-16,11-2-5 0,-11 2-7 0,0 0-4 16,0 0-5-16,0 0-1 0,11 0-8 15,-11 0 1-15,0 0-2 0,0 0 10 0,0 0 1 16,0 0 7-16,0 0 0 0,0 0-3 16,12 0-8-16,-12 0-4 0,0 0-5 0,0 0 1 15,2 8-6-15,-4 4 1 16,0 2 6-16,-1 8 0 0,-7 7 1 0,-2 4 1 0,3 2-1 15,-3 0 3-15,-1 3 2 16,-2 7 0-16,-4-2 2 0,3-1 2 0,2 3 4 16,-4-2 4-16,3-7 1 0,1-3 3 15,0-2 0-15,-4-2 6 0,7 0-3 0,-5-4-6 16,9-6-3-16,1-3-3 0,-1-3-4 16,0 0-4-16,4-2 2 0,-1-1-5 15,0 0-4-15,1-1 5 0,-1-1-10 0,2 0 1 16,0-2-2-16,2-6 4 0,-4 15-3 15,0-9-2-15,2 1-2 0,2-7 4 0,-4 14-4 16,4-7 4-16,0-7-7 0,-1 12-2 16,-1-7 6-16,0 2-1 0,0 0-2 0,2-7-3 15,-2 8-2-15,2-8-1 16,-2 10 9-16,2-10 2 0,-1 8 14 0,1-8 3 16,-2 6 2-16,2-6 0 0,-4 9 1 15,4-9 1-15,-5 8 12 0,5-8-6 0,-3 8 5 16,-1-4 6-16,4-4 3 0,-9 11-7 15,3-6-1-15,6-5-3 0,-12 9 1 0,8-5-5 16,-3 2-2-16,2-2-5 0,-4-2 2 16,2 3-8-16,-1 1-1 0,-3 0-5 0,1-3 1 15,-1 2-5-15,-3-3 1 0,1 1 1 16,-1 1-5-16,-6-4 2 0,-3 3 1 0,2-3-5 16,-8-3-4-16,-11 3 4 15,1-5-5-15,-8-1 1 0,4 0 3 0,-12-6 6 16,-1 3 2-16,5-3 9 0,-4-1-5 15,1-2 1-15,1 1-1 0,-1-1-1 0,3 1-2 16,2 0-19-16,0 2-4 0,6 1 0 16,3 2 0-16,4 1 0 0,-1-1 0 15,3 2 0-15,6 2 0 0,4 2 0 0,-1 1 0 16,0-2 0-16,0 3 0 0,2-3 0 16,-1 3 0-16,-1-1 0 0,2-1 0 0,-1 3 0 15,-1-1 0-15,0 0 0 16,0-1 0-16,0 0 0 0,-2 0 0 0,6 4 0 0,0-5 0 15,-2 3 0-15,2-3 0 16,3 3 0-16,-4 0 0 0,3-1 0 0,2 1 0 16,3-1 0-16,0-1 0 0,0 2 0 15,1 0 0-15,4-2 0 0,9 2 0 0,-25-2 0 16,11 0 0-16,1 2 0 0,-1-1 0 16,3 1 0-16,2-2 0 0,9 2 0 0,-22 2 0 15,13-4 0-15,9 2 0 0,-14-1 0 16,14 1 0-16,0 0 0 0,-13 0 0 0,13 0 0 15,0 0 0-15,-12 0 0 0,12 0 0 16,0 0 0-16,0 0 0 0,-13-3 0 0,13 3 0 16,0 0 0-16,0 0 0 0,0 0 0 15,0 0 0-15,0 0 0 0,-12 0 0 16,12 0 0-16,0 0 0 0,0 0 0 16,0 0-44-16,0 0-153 0,0 0-81 0,-11 4-114 15,11-4-136-15,0 0-159 0,0 0-150 16,0 9 73-16,0-9-754 0,0 0-964 0</inkml:trace>
  <inkml:trace contextRef="#ctx0" brushRef="#br0" timeOffset="-150999.85">13478 11163 3895 0,'0'0'-190'0,"6"-10"48"0,-2 8 33 0,-4 2 20 16,6-8 21-16,-2 4 27 0,-4 4 20 15,11-6 24-15,-6 3 9 0,1-1 17 16,-6 4 10-16,14-7 8 0,-9 4 16 0,-5 3 15 15,10-4 16-15,-10 4 11 0,8-5 0 16,-8 5 4-16,7-3-4 0,-7 3-6 0,0 0-7 16,10-2-9-16,-10 2-7 0,0 0-9 15,0 0-8-15,0 0 23 0,5 12 19 0,-7-1 5 16,0 0 2-16,1 8 6 0,-5 4 3 16,-3 10 8-16,-1 4-10 0,-3 9 5 0,-3 4-1 15,1 2-2-15,-2 0-1 16,-4 2-2-16,0 1-9 0,-4-1-9 0,0-1-9 15,0 1-6-15,-1-3-10 0,1 1 3 16,1-6 12-16,0-2 10 0,-1-1 3 0,7-10-7 16,2-6-3-16,3 1-10 0,4-6 8 15,-3-3-4-15,7-4-2 0,-3-1-2 0,5-3 1 16,-4 2-2-16,3-2-6 0,1-3-4 16,-1 2 1-16,0-3 0 0,2 0 1 0,1 0-2 15,-5-2 5-15,6-5 0 0,0 9-2 16,0-9-10-16,-5 6-61 0,5-6 0 15,-2 8 0-15,2-8 0 0,0 4 0 16,0-4 0-16,0 0 0 0,-1 7 0 0,1-7 0 16,0 0 0-16,0 0 0 0,-4 5 0 15,4-5 0-15,0 0 0 0,0 0 0 16,0 0 0-16,-4 7 0 0,4-7-29 0,0 0-312 16,0 0-131-16,0 0-155 0,-3 6-216 15,3-6 16-15,0 0 91 0,0 0-732 0,0 0-916 16</inkml:trace>
  <inkml:trace contextRef="#ctx0" brushRef="#br0" timeOffset="-150482.1">12883 12543 4125 0,'0'0'9'0,"0"-8"25"0,0 8 4 0,0 0 5 15,11-17 17-15,-2 11 18 0,7-1 5 16,2 2 1-16,5-1-9 0,2 3-9 0,2 1-3 16,-9 2-7-16,7 2-9 15,-3 1-6-15,-6 1-3 0,4 2-4 0,-6-2-4 16,-2 4-1-16,-1-3 0 0,-5 4 18 15,1 0 22-15,-7-1 17 0,-2 5 10 0,-7-1 15 16,2 0 13-16,-6 1 4 0,-6 8-6 16,-5-2-2-16,10-5-12 0,-2-1-6 0,3-1-1 15,1-1-9-15,5-1-9 0,-3 0 13 16,5-1-16-16,-2-1 1 0,6 1 4 16,1-1 6-16,1 1 2 0,-1-1-5 15,0-8-4-15,3 17 5 0,3-8 10 0,-4 1-2 16,-1 0-5-16,-1 0 1 0,2-2 11 0,0 0 15 15,-4 3 12-15,2-1 6 0,-2 3-56 16,-3-3-81-16,-2 0 0 0,0-1 0 16,-2 3 0-16,0-4 0 0,-3 1 0 15,-3-3 0-15,-1 0 0 0,1-1 0 0,1-4 0 16,1 3 0-16,1-4 0 0,1-2 0 16,-2 0 0-16,1 1 0 0,3-4 0 0,0-1-203 15,2 1-299-15,2-3-103 0,5 1-94 16,-2-2-159-16,6-1 78 0,-1 0-765 0,8-1-990 15</inkml:trace>
  <inkml:trace contextRef="#ctx0" brushRef="#br0" timeOffset="-150148.65">13150 12661 4485 0,'14'-10'0'16,"-8"1"47"-16,5-1 41 0,1 3 31 15,1-1 22-15,3 0 10 0,-2 2-3 0,2 0-6 16,-3 5-15-16,5-2-16 0,-5 6-10 15,-1 0-9-15,4 3-4 0,-3 2-10 0,-1 1-7 16,-5 3-4-16,-3 3 0 0,-4 0 17 16,-2 3 16-16,-7 0 26 0,-5 8 16 0,-2-2 11 15,0 1 22-15,-1-4 6 0,3-1 3 16,5-7 0-16,4-3-15 0,-4 1-7 16,6-3-5-16,-3 0-8 0,6 0-47 0,0-8-102 15,6 12 0-15,2-5 0 0,3-3 0 16,2 4 0-16,5-4 0 0,-1 0 0 15,2 1 0-15,-2-1 0 0,2-3 0 16,0 2 0-16,0-1 0 0,-4 0 0 0,3-2 0 16,-5 2 0-16,-1-2-11 0,-1 0-307 15,-11 0-72-15,14-4-77 0,-5 2-62 0,-5-2-79 16,-3-3-123-16,-1-3-19 0,-1 2 68 16,-5-1-578-16,-6-3-721 0</inkml:trace>
  <inkml:trace contextRef="#ctx0" brushRef="#br0" timeOffset="-149400.6">12766 12366 3495 0,'-23'-12'12'0,"5"4"51"16,4-1 48-16,-2 2 37 0,5 2 30 15,2 0 18-15,0 0 3 0,2 0-12 0,7 5-18 16,-4-7-19-16,4 7-11 0,27-10-16 16,13 6-10-16,10 2-21 0,18 2-4 15,12 0-4-15,4 4-18 0,1-2-22 16,5 4-20-16,0 0-20 0,-6-3-19 0,-7 2-14 16,-5-1 5-16,-10 1 7 0,-16-2-1 15,-8 0 3-15,-7 1 3 0,-9-1 5 0,-3 2 17 16,-4 2 21-16,-3 3 21 0,-3 4 18 15,-7 3 21-15,0 7 5 0,-6 10 20 0,-7 6 4 16,-2 9 4-16,-6 2-1 0,2 0-1 16,-7 2-10-16,4 3-5 0,1-2 19 15,-3 1 4-15,8-1-6 0,-4-2-13 0,5-6-12 16,4-7-5-16,-1-6-13 16,2-4-10-16,3-7-5 0,-1-2-6 0,3-8-2 15,-2 0-1-15,3-2 15 0,-2-3 24 16,3 1 17-16,-1-2-14 0,-6-6-87 0,8 0-12 15,-14 4 0-15,3-4 0 0,-3 2 0 16,-8-2 0-16,-15 4 0 0,-12-4 0 0,0 2 0 16,-14 1 0-16,-4 0 0 0,-3 3 0 15,-7-3 0-15,3 2 0 0,0 0 0 0,0-1 0 16,5 1 0-16,7 0 0 0,13-2 0 16,3 1 0-16,8-1 0 0,6-1 0 0,9 1 0 15,5-1 0-15,-2 0 0 0,7-1 0 16,-1-1 0-16,3 2 0 0,11-2 0 0,-17 2 0 15,7-2 0-15,10 0 0 16,-11 0 0-16,11 0 0 0,0 0 0 0,0 0 0 16,0 0 0-16,-21-5 0 0,19-1 0 15,0-4 0-15,2-2 0 0,4-5 0 0,5-14 0 16,3-4 0-16,9-11 0 0,2-7 0 16,5-1 0-16,12-18 0 0,3-3 0 15,-4-6 0-15,8-4 0 0,-6 5 0 0,-5 9 0 16,-5 16 0-16,-6 9 0 0,-6 4 0 15,-6 11 0-15,-2 9 0 0,-3 5 0 0,-2 5 0 16,-1 0 0-16,-3 5-117 16,0 1-89-16,-2 6-32 0,0 0-43 0,-5-6-62 0,5 6-77 15,0 0-62-15,0 0-92 16,-18 14-173-16,14-9 32 0,2 0 75 0,1 0-526 16,1-5-632-16</inkml:trace>
  <inkml:trace contextRef="#ctx0" brushRef="#br0" timeOffset="-148600.79">15176 11428 3164 0,'0'-12'-39'0,"0"6"49"16,0 6 57-16,-1-13 49 0,1 6 37 15,0 7 30-15,0-9 23 0,0 9 17 16,0-8 6-16,0 8-9 0,0 0-14 0,1-9-12 15,-1 9-16-15,0 0-3 0,22 3 12 16,-8 6-6-16,11 8-10 0,11 12-5 0,-1 6-7 16,-1 2-10-16,-2 8-16 0,5 2-9 15,1 4-5-15,7 17 13 0,1 2-6 0,4 1-15 16,-3 1 2-16,5 3-19 16,0 0-9-16,-7-3-9 0,-3-4-8 0,-12-12-9 0,1-3-3 15,-3-2-6-15,-5-7-5 0,-1-1-3 16,-8-12 11-16,2-5 19 0,-7-3 10 15,1-7 13-15,-2-3 11 0,-2-3-54 16,-3 0-52-16,3-1 0 0,-3-1 0 0,-1-4 0 16,0 4 0-16,5-3 0 0,-4-1 0 15,-3-4 0-15,2 10 0 0,2-8 0 0,-4-2 0 16,5 6 0-16,-5-6 0 0,0 0 0 16,0 0 0-16,8 2 0 0,-8-2-101 0,0 0-417 15,0 0-148-15,0 0-227 16,0 0 54-16,0 0 83 0,0 0-747 0,-17-16-948 15</inkml:trace>
  <inkml:trace contextRef="#ctx0" brushRef="#br0" timeOffset="-147683.79">15485 12630 4257 0,'-13'-5'-105'0,"1"2"53"0,3 1 53 15,0 0 41-15,0-1 41 0,9 3 32 16,-13-4 24-16,13 4 13 0,-9-3 4 0,9 3-4 16,0 0 1-16,0 0-17 0,0 0-14 15,0 0-10-15,45-5-7 0,2 7-12 0,15-2-12 16,10 4-7-16,3 4-10 0,5-3-13 16,-4 3-18-16,-4 1-10 0,-1 1-15 15,-8-2-4-15,-6 3-2 0,-15-4 2 16,-4 1-6-16,-7-1 0 0,-10-4 1 15,-3 2 1-15,-2 1 0 0,-3-1 2 0,-1 2 13 16,-3 1 4-16,-1 2 14 0,-3 6 8 16,2 3 10-16,-5 1 3 0,-2 7-6 0,-2 10 8 15,-5 3 21-15,5 1-7 0,-1 1-12 16,-1-1-1-16,-2 2-3 0,5 1-7 0,-1-5 0 16,-2 0-6-16,4-8-4 0,0-5-7 15,0-4-2-15,0-5-4 0,0 1 6 0,0-5 26 16,0-1 19-16,0-2 15 0,0-1 16 15,0-1 11-15,0 2 9 0,-2-4-3 16,2-6-1-16,0 11-9 0,0-7-4 16,0-4-12-16,-8 8-5 0,-1-4-46 0,-9 2-46 15,-4-2 0-15,-14 3 0 0,-7-1 0 16,-4-2 0-16,-12 4 0 0,-4-4 0 0,-2 1 0 16,-6 1 0-16,-1-2 0 0,-1-2 0 15,-6-2 0-15,2 3 0 0,5 0 0 0,1-1 0 16,6 2 0-16,4-4 0 0,13 5 0 15,1-1 0-15,6 2 0 0,1-1 0 16,11 0 0-16,3-1 0 0,3-1 0 16,1 0 0-16,8-1 0 0,0 2 0 0,3-3 0 15,-1-1 0-15,12 0 0 0,-15 4 0 16,15-4 0-16,-13 0 0 0,13 0 0 0,0 0 0 16,-18-2 0-16,18 2 0 0,-9-7 0 15,5 0 0-15,0-2 0 0,0-3 0 16,4-1 0-16,0-7 0 0,4-1 0 0,0-14 0 15,7-3 0-15,4-9 0 0,6-3 0 16,4-5 0-16,4-1 0 0,13-12 0 0,0 1 0 16,-6 16 0-16,-2 3 0 0,2 7 0 15,-3 1 0-15,-7 6 0 0,-2 10 0 0,-8 4 0 16,2 2 0-16,-7 5 0 16,-5 4 0-16,5-1 0 0,-5 3 0 0,-1-1 0 0,2 2 0 15,-3 1 0-15,-1 0 0 16,1 0 0-16,-4 5 0 0,6-5 0 0,-6 5 0 15,0 0 0-15,0 0 0 0,0 0-213 16,0 0-335-16,-22 14-121 0,6-6-177 0,-2 4 19 16,3 0 98-16,1-2-754 0,3 1-929 15</inkml:trace>
  <inkml:trace contextRef="#ctx0" brushRef="#br0" timeOffset="-147266.36">15445 12864 3797 0,'-7'-5'-78'0,"-1"1"49"0,-2 0 43 16,1 0 50-16,1 0 61 0,0 2 39 15,8 2 27-15,-9-8 10 0,9 8-3 0,-7-4-8 16,7 4-11-16,-5-4-9 0,5 4-11 15,0 0-6-15,0 0-6 0,0 0-13 0,0 0-12 16,41 8-10-16,-28-6-15 0,1 4-12 16,-1 0-4-16,-1 2-7 0,-1-1-7 15,-2 1-8-15,-2 2 5 0,-2 3 16 16,-1-1 6-16,-4 3 8 0,-4 7 22 0,-1-1 6 16,0-1 3-16,-3 2-3 0,-1 6-8 15,1-3-7-15,0-6-4 0,3 2-6 0,-3-1-8 16,3-1-7-16,-2-3-10 0,6-1-7 15,-3 1-6-15,0-4-9 0,2-3-3 0,1 3-26 16,-1-4-21-16,0 1-21 0,2-9-48 16,-4 12-35-16,2-5-45 0,2-2-49 0,0-5-79 15,0 0-96-15,-2 5-85 0,2-5-71 16,0 0-83-16,0 0-137 0,0 0 47 16,0 0-641-16,0 0-800 0</inkml:trace>
  <inkml:trace contextRef="#ctx0" brushRef="#br0" timeOffset="-147065.87">15359 13147 3791 0,'-7'-6'55'15,"1"0"52"-15,6 6 64 0,-8-9 45 0,4 5 37 16,4 4 23-16,-3-8 7 0,3 8-12 16,0-10-29-16,0 10-32 0,15-8-18 0,0 5-23 15,5-1-46-15,-4 2-55 0,7 4-82 16,0-7-79-16,2 4-91 0,-1-1-110 15,1-2-111-15,-3 2-138 0,-1 2-177 16,-3-3 52-16,2 2 74 0,-6-3-397 0,0 0-466 16</inkml:trace>
  <inkml:trace contextRef="#ctx0" brushRef="#br0" timeOffset="-146665.87">15765 12995 2889 0,'0'0'102'0,"-2"-12"49"16,2 12 42-16,2-14 23 0,-2 6 11 15,6 0-8-15,-4-1-15 0,6 2-23 16,-3 0-19-16,4 0-15 0,3 4-15 0,5 0-14 16,-1 3-14-16,-16 0-13 0,28 1-7 0,-17 3-11 15,2-1-7-15,-4 4-8 16,-2 0-3-16,1 0-5 0,-7 1 0 0,-2 1 11 16,-5 3 14-16,0-2 9 0,-5 3 8 15,-1 1 0-15,-1-1-5 0,0 0-3 16,1-3-16-16,1 0-5 0,1-1-2 0,5-1-10 15,-3 1 6-15,5-2 22 0,1 2 23 16,0-1 19-16,2 2-6 0,2-2 2 0,1-1 0 16,1 5-11-16,2-2-2 0,-1-1-10 15,3 3-6-15,-4 0-8 0,4 1-5 0,-5-1-6 16,1-2 3-16,0 1 18 0,-2 1 1 16,-2-2 18-16,-2 0 6 0,-2 2-115 15,-2-3 0-15,-1 1 0 0,-3 0 0 16,-3 0 0-16,-5-1 0 0,6-2 0 0,-8-2 0 15,3-2 0-15,-2 2 0 0,4-5 0 16,0 0 0-16,-7 0 0 0,8-3 0 0,-4 0 0 16,7-1 0-16,0-1-357 0,-1-1-340 15,4-2-220-15,1 2 50 0,3 0 87 16,-2-2-775-16,6 8-999 0</inkml:trace>
  <inkml:trace contextRef="#ctx0" brushRef="#br0" timeOffset="-142001.87">16688 11790 1222 0,'0'0'67'0,"-4"-7"-40"0,4 7-6 0,-6-5-5 16,6 5 26-16,-6-5 13 0,6 5 11 16,-4-5 0-16,4 5 0 0,-5-5 0 0,5 5 1 15,0 0 7-15,-6-6 6 16,6 6 7-16,0 0 2 0,0 0 7 0,0 0 2 15,0 0 11-15,-3-6 11 0,3 6 7 16,0 0 12-16,0 0 9 0,0 0 7 0,0 0 8 16,0 0 11-16,0 0 17 0,0 0 10 15,0 0 6-15,32 4 5 0,4 4-6 16,13-3-25-16,20 2-17 0,7-2-11 0,4 5-21 16,25 0-15-16,0 2-12 0,-24-5 11 15,0 3-15-15,-4-1-9 0,-7-1-9 16,-6-1-10-16,-4 2-7 0,-14-2-1 0,-7-4-8 15,-6 1-6-15,-6-1-2 0,-6-2-7 16,-3 1 28-16,4 0 3 0,-8 0 11 16,2-2-2-16,-1 0-11 0,-15 0 3 0,21 0-13 15,-12 1-4-15,-9-1-10 0,18 0-28 16,-18 0-49-16,13 2-68 0,-13-2-100 0,12 0-128 16,-12 0-120-16,0 0-133 0,5 4-157 15,-5-4 54-15,0 0-558 0,0 0-703 0</inkml:trace>
  <inkml:trace contextRef="#ctx0" brushRef="#br0" timeOffset="-141733.78">18006 11710 3688 0,'0'-5'80'0,"0"5"11"0,4-9 0 15,-4 9 13-15,0 0 21 0,0 0 15 16,0 0 2-16,30 12-5 0,-18-4-12 0,-2 4-13 15,1 2-6-15,-3-1-6 0,-2 3-15 16,-1 5 0-16,-3-3-3 0,0 1-5 0,-6 3-3 16,0 2-5-16,-8 2 0 0,-1 0 2 15,-1-1-4-15,-8-1-7 0,-1-3 4 0,0-2-15 16,-5-1-4-16,2-4-6 0,-3-1-14 16,4-3-42-16,-2-1-66 0,2 1-84 15,0-6-104-15,3 4-122 0,5-6-173 16,-5-1-111-16,6 1 55 0,2-4-469 15,1 4-560-15</inkml:trace>
  <inkml:trace contextRef="#ctx0" brushRef="#br0" timeOffset="-140884.91">17109 10888 2920 0,'2'-8'-55'15,"4"-1"50"-15,-5 2 42 0,3 0 47 0,0 1 37 16,-2 2 32-16,-2 4 17 0,3-11 0 15,-3 11-11-15,4-7-20 0,-4 7-14 0,0 0 29 16,0 0-1-16,0 0-8 0,-17 26-11 16,6-9 6-16,-6 10-3 0,-3 2-10 15,4 3-1-15,-2 0-4 0,3-3-10 0,2 1-13 16,1-3-7-16,3-5-9 0,3-3-10 16,0-3-8-16,4 0-1 0,0-4-5 0,2-3-6 15,0-1 0-15,4 2-4 16,4-3-3-16,2-3-8 0,1-2 0 0,-11-2-7 0,28-3-3 15,-10-3-2-15,2 0-3 16,7-6-11-16,-2-3-7 0,0-3-4 0,-4 1 3 16,-2 3-1-16,-5 2-1 0,-3 5 1 15,-2-5-3-15,-1 7-3 0,0-2-2 0,-5 5-4 16,-3 2 5-16,0 0-3 0,0 0 7 16,0 0 1-16,4 20 2 0,-10-7 8 0,3 5 0 15,-3 3-1-15,0 1 2 0,0-1 1 16,3 6 1-16,1-3-5 0,-2 1-1 0,2-1 2 15,0 0-3-15,2-3-1 0,-2-2 2 16,4-1-1-16,-2-6-2 0,0 2-23 16,-2-3-22-16,2-2-22 0,0-1-30 15,0 0-37-15,0-8-73 0,2 8-89 16,-2-8-73-16,0 0-81 0,0 0-109 0,0 0-106 16,0 0 57-16,10-24-406 0,-7 11-483 15</inkml:trace>
  <inkml:trace contextRef="#ctx0" brushRef="#br0" timeOffset="-140501.22">17587 11104 2855 0,'3'-4'53'0,"-3"4"7"16,11-3 0-16,-11 3 43 0,0 0 52 16,0 0 26-16,0 0 16 0,-18 29 1 15,9-12-7-15,-5 1-8 0,-1 6-11 16,-1 1-13-16,4 1-17 0,1-4-13 0,2-3-10 15,2-2-9-15,1 0-10 0,4-3-10 16,-1-2-4-16,-1 1-8 0,2-3 3 0,4-2-1 16,4 0-3-16,-1-3-5 0,4 1-8 15,5-4-7-15,5-4-6 0,4-2-2 0,2-3-8 16,7-2-3-16,0-6-6 0,1-2-2 16,-1-3-6-16,-3 3 3 0,-8 5-4 0,-4 1-1 15,-4 4-4-15,-2 3-10 0,-2 0 0 16,-9 4 12-16,0 0 31 0,0 0 2 15,-7 29 1-15,-4-8-10 0,-4 8 2 0,0 3 14 16,-7 9 3-16,10-6-10 0,-2 1-5 16,1-2-1-16,2 0-1 0,1 1-12 15,0-6-7-15,5-4-5 0,-1-3-34 0,2-8-34 16,2 3-49-16,0-5-65 0,0 1-74 16,-2-3-105-16,4-1-110 0,-3-3-149 15,-3-1-136-15,1-2 65 0,-6 0-540 0,-3-2-673 16</inkml:trace>
  <inkml:trace contextRef="#ctx0" brushRef="#br0" timeOffset="-130870.45">19760 10921 3274 0,'0'-7'-54'0,"0"7"49"0,2-11 42 16,-1 5 45-16,-1 6 45 0,0-12 33 16,2 7 23-16,-2 5 11 0,0-9-10 0,0 9-20 15,4-7-18-15,-4 7-17 0,0 0 14 16,0 0 23-16,0 0 7 0,2 26 4 0,-4-7 2 16,-4 15 10-16,-1 4 6 0,0 2-11 15,-4-1-4-15,4 1 5 0,1 2-10 0,-4-4-10 16,3 1-12-16,1-1-10 0,-3-2-16 15,1-4-11-15,0-1-10 0,3-6-10 0,-1-3-9 16,-1-3-6-16,0-5-11 0,4 1-7 16,-3-3-7-16,4-3-1 0,-1-1-17 0,-1 0-26 15,0-3-71-15,4-5-56 16,-3 5-75-16,3-5-66 0,0 0-83 0,0 0-82 0,0 0-80 16,-11-18-100-16,13 10-169 15,0-1 57-15,5-6 80 0,-2 3-502 0,4-2-603 16</inkml:trace>
  <inkml:trace contextRef="#ctx0" brushRef="#br0" timeOffset="-130503.7">20041 10984 3107 0,'-5'-10'0'0,"-1"5"47"0,3 3 44 15,3 2 55-15,-12-5 40 0,4 0 37 16,8 5 22-16,-9-5-3 0,5 3-10 15,4 2-17-15,-6-6-22 0,6 6-17 16,0 0-13-16,0 0-15 0,0 0-17 0,17-8-11 16,-6 8-12-16,7 0-10 0,1 2-11 15,0-2-14-15,0 8-4 0,0-2-9 0,-2 5-2 16,-6 5-6-16,1 1-4 0,-4 5 13 16,-6 2-7-16,0 2 5 0,-4 11 10 15,-6 1 6-15,-1-1 2 0,3 2 7 16,-4-1-13-16,-1-2-3 0,3-2-1 0,2-1 0 0,-3-3-13 15,4-4-9-15,-4-6 0 16,6 1-4-16,-1-6-6 0,-2 1-9 0,3-2-5 16,1-2-43-16,-4-4-49 0,4 3-47 15,2-5-54-15,-1 1-60 0,1-7-115 0,-7 7-112 16,7-7-114-16,0 0-165 0,0 0 32 16,0 0 82-16,0 0-490 0,-9-17-583 0</inkml:trace>
  <inkml:trace contextRef="#ctx0" brushRef="#br0" timeOffset="-130103.89">19952 11342 2897 0,'-9'-3'4'0,"-1"-1"44"15,-2 1 42-15,12 3 52 0,-13-3 42 16,8-1 37-16,5 4 18 0,-10-3 10 16,10 3-9-16,0 0-18 0,0 0-17 0,0 0-17 15,0 0-16-15,39-5-12 0,-14 3-22 16,14 5-11-16,3 1-12 0,-3-3-16 15,-6 3-8-15,-5-2-8 0,-1-2-11 0,-2 1-1 16,-4 1-8-16,-6 1-6 0,1-3-6 16,-3 0-1-16,-1 0-5 0,-3 2-4 15,-9-2-4-15,15 0-5 0,-15 0-8 0,10 0-15 16,-10 0-22-16,0 0-31 0,0 0-35 16,0 0-48-16,0 0-66 0,0 0-81 0,13 0-92 15,-13 0-108-15,0 0-192 0,0 0 5 16,0 0 65-16,0 0-415 0,0 0-487 15</inkml:trace>
  <inkml:trace contextRef="#ctx0" brushRef="#br0" timeOffset="-129516.18">21303 10960 2964 0,'10'-12'32'0,"-5"3"29"0,1 0 34 15,-2 3 22-15,-2 1 31 0,4 0 14 16,-6 5-13-16,2-5-16 0,-2 5-11 0,0 0 12 16,0 0 18-16,-31 15 12 15,-7 13 11-15,-2 1 10 0,-6 7 16 0,-2 3 5 0,-15 12 7 16,16-13 13-16,-1 3-6 15,5 4-10-15,2-3-5 0,9 3-14 0,1-2-13 16,8 0-8-16,10-8-15 0,2-5-12 16,5 3-14-16,4-7-11 0,7-4-10 0,-2-3-11 15,7-1-6-15,2 0-10 0,4-5-4 16,4-2-10-16,-2-1-6 0,1-5-8 16,0-3-4-16,-2-2-5 0,5-2-7 0,-6-2-2 15,4-1-7-15,-5-5-23 0,-2-4-5 16,0-3 0-16,-1 2 0 0,-4-2 0 0,-5 1 0 15,1 1 0-15,0 1 0 16,-4 2-20-16,-2 1-52 0,-2 3-27 0,1 0-39 16,-1 1-31-16,0 1-44 0,1 2-38 15,-6-2-58-15,9 6-57 0,-7-4-52 0,7 4-69 16,-8-4-75-16,8 4-166 0,0 0 50 16,-5-5 75-16,5 5-444 0,0 0-520 0</inkml:trace>
  <inkml:trace contextRef="#ctx0" brushRef="#br0" timeOffset="-129054.55">21908 11075 2810 0,'13'-14'52'0,"-1"3"34"0,-3-2 47 16,-2 3 27-16,1 4 16 0,-5-2 13 0,4 1 1 15,-4 2-11-15,-1 0-16 0,-2 5-18 16,0 0-13-16,-14-9-10 0,0 8-7 0,-8 1-1 16,-6 3 4-16,-14 4-6 0,-2 0-3 15,-11 5-11-15,0 3-4 0,-1 2-11 0,8-3-11 16,12 0-3-16,2-2-7 0,7 1-5 16,2 1-6-16,9 0-2 0,4 0 4 0,4-3 7 15,7 1 9-15,2 1 10 16,5 2-5-16,6 3-9 0,6 5-2 0,6 1-14 15,-1-1 2-15,2-1-8 0,-5 0-3 16,1 3-5-16,-1-4-8 0,-6 1 3 0,0-3 0 16,-5-1 9-16,-3-3 9 0,0 1 19 15,-5-1 9-15,-1-1 27 0,0 0 19 0,-1-1 13 16,-7 1 5-16,4-1-3 0,-5 0-11 16,1-1-8-16,-1-1-14 0,-6 2-9 0,3-2-12 15,-3-4-6-15,-1 0-8 16,2 0-9-16,-2 1-16 0,-1-6-43 0,0 3-50 15,-3-1-57-15,6-1-88 0,-6 0-95 16,2-2-118-16,-2 2-108 0,3-1-132 0,-4-4-175 16,6 2 63-16,0 0 77 0,-5-2-570 15,6 2-714-15</inkml:trace>
  <inkml:trace contextRef="#ctx0" brushRef="#br0" timeOffset="-127822.03">19299 10859 3269 0,'-11'-2'-120'0,"2"-2"32"0,9 4 34 0,-9-4 26 15,9 4 31-15,0 0 27 0,-4-4 11 16,4 4 2-16,0 0-5 0,24-6-2 0,8 6 8 16,17 0-2-16,26 0-5 0,11 0 2 15,34 0-3-15,11 0-4 0,9 3-8 16,5-2 0-16,6 3-8 0,1-2-20 15,4-2-19-15,-7-4-8 0,-2 2-3 0,-7-2 3 16,-11 0 3-16,-9-2 2 0,-10-1 10 16,-26 1 13-16,-4 0 12 0,-2-2 8 0,-1-1 7 15,-2 1 1-15,-2-1 5 0,-1 1 2 16,-3 0-4-16,-2-1-3 0,0 0 0 16,-3 0-9-16,-1-1 6 0,-2 2-3 0,-2 1-7 15,-15 0 2-15,-4 2 5 0,-9 1 10 16,-6 1 4-16,-9 1-3 0,4-1-9 0,-7 3 0 15,-1-2-4-15,-1 2-1 0,-11 0-4 16,17 0 2-16,-7 2-3 0,-10-2 5 16,13 5 19-16,-8 0 8 0,2 4 14 15,-6 1 11-15,1 5 5 0,-2 6 10 0,-3 13 1 16,-8 18 3-16,-3 1 7 0,-6 3 0 16,-3 6-1-16,3-1-4 0,-3 0 7 0,0 3 7 15,-2-1 5-15,3 0 11 0,0-2 10 16,3-5 3-16,0-3-2 0,0-3 1 0,2-6 0 15,5-8 1-15,-1-7-4 0,1-1-8 16,3-6 1-16,2-5-6 0,1-5-19 0,2 1-3 16,-2-4-7-16,2 0-7 0,-1 2-12 15,1-3-3-15,0 1-8 0,-1-1-5 16,0-1-10-16,0 2 5 0,-1-3-3 0,4 1-4 16,-3 0-7-16,-1 2 8 0,2-4-6 15,-4 0-1-15,3 2 2 0,-3-2-2 16,-4 0-2-16,3 1 6 0,-6-1-6 15,-4-4 0-15,-15 6 0 0,-2-2-9 0,-9-3-3 16,2 1-3-16,-9 1-2 0,-12 2-1 16,-7-2-2-16,-4-2-7 0,0 3 3 0,-4 1-1 15,3-4 1-15,-4 4-1 0,0 0-3 16,-2-4 0-16,2-2 3 0,-2 4 0 0,-2-2-3 16,-3 2 1-16,-1 0-1 0,0-1 3 15,-3-3-2-15,1 2-8 0,4 0 3 0,6 0 2 16,4 0 3-16,1 0-8 0,11 0 2 15,-1 0 7-15,13 0-9 0,7 4 3 16,2-3 5-16,-2-2-1 0,6 0-3 16,4 1-5-16,5 0 3 0,-1-2 3 0,-7 2-1 15,7 0 1-15,4-2 0 0,2 2 2 16,3-2-7-16,1 0 4 0,1 0 4 0,-2 0-5 16,7 0 6-16,0 0 4 0,-1 0-9 15,3-2 6-15,2 0 0 0,11 2 9 0,-17 0 7 16,7 0 11-16,10 0-8 0,-13-6-3 15,5 1 4-15,3-1-9 0,1 0 0 0,-1-6 0 16,2 1-10-16,1-5 4 0,2-4-3 16,2-5 0-16,-1-14-15 0,6-14-23 15,0-5-24-15,3-8-38 0,2-4-21 16,8-15-26-16,1-5-16 0,-1 22-5 0,-4 1 15 16,2 9 13-16,-5 6 14 0,2 8 13 15,-5 12 9-15,-5 10 3 0,2 4-21 0,-5 4-40 16,3 2-54-16,-3 5-24 0,-2 4-28 15,0 3-45-15,0 0-61 0,0 0-80 16,-4 28-191-16,-1-14 20 0,5 5 63 0,-3 2-335 16,-1 5-371-16</inkml:trace>
  <inkml:trace contextRef="#ctx0" brushRef="#br0" timeOffset="-127071.88">19689 12094 2335 0,'15'-11'-37'0,"-4"-1"26"0,-1 4 32 15,0 0 30-15,-5 1 20 0,1 3 10 0,-2 0 3 16,-4 4-7-16,6-6 9 0,-6 6 22 16,0 0 47-16,0 0 13 0,-46 29 14 15,10-4 9-15,-6 4 15 0,-2 5 12 16,-3 4 12-16,-20 12 0 0,3 2 0 0,0-1 7 0,3 0 1 15,0-1 7-15,16-14-5 16,-2 1-5-16,9-2-10 0,-1-2-16 0,5-6-15 16,5-4-22-16,4 0-16 0,4-2-12 15,1-7-15-15,7-2-14 0,4-2-10 0,1-3-9 16,0 0-8-16,1-1-11 0,2 0-5 16,-1 0-5-16,-1-4-8 0,4 2-7 0,3-4-15 15,-8 5-28-15,8-5-43 16,-7 5-45-16,7-5-64 0,-4 5-75 0,4-5-94 0,-3 5-85 15,-4 0-74-15,0 1-86 16,-1 0-122-16,-1 3-59 0,-3-1 67 0,-3 4-546 16,-2 0-680-16</inkml:trace>
  <inkml:trace contextRef="#ctx0" brushRef="#br0" timeOffset="-126721.48">18426 13007 3357 0,'1'-15'-13'0,"3"3"56"16,-2 3 68-16,2 1 45 0,-2-1 30 0,-1 2 21 16,2 2 5-16,-1 0-9 0,-2 5-22 15,4-9-21-15,-4 9-13 0,0 0 17 0,0 0 23 16,0 0 7-16,7 25-3 0,-7-10 9 15,-2 7 6-15,0 2-8 0,1 2-4 0,-5 9-18 16,0-2-8-16,0 0-8 0,0-8-6 16,3 0-12-16,-5-3-14 0,5-1-15 15,-4-2-14-15,5-4-7 0,-3 2-8 16,1-5-10-16,2 0-14 0,0-2-36 0,1 0-43 16,-1-5-45-16,-2 2-54 0,4 2-66 15,0-9-98-15,0 0-122 0,0 0-105 16,0 0-92-16,0 0-114 0,0 0-40 0,7-21 72 15,1 8-550-15,-3-1-694 0</inkml:trace>
  <inkml:trace contextRef="#ctx0" brushRef="#br0" timeOffset="-126338.41">18643 13065 3248 0,'12'-7'0'16,"-7"-1"65"-16,3 4 39 0,-5 1 22 15,-3 3 20-15,0 0 5 0,8-7 2 16,-8 7-2-16,0 0 40 0,0 0 6 0,0 0-4 15,8 16-12-15,-6-10-16 0,0 3-19 0,1-1-9 16,-1 4-16-16,0-5-12 16,2 3-11-16,0 0-8 0,-1 0-4 0,6-4-13 15,-6 3 5-15,6-3-19 0,3-1-6 16,0-2 0-16,2-1-17 0,0-4-19 0,7-1-2 16,0-2-10-16,7-7-5 0,1 0-3 15,-8-1 4-15,-2 3 2 0,-5 1 1 0,-3 4 3 16,-2 2-3-16,1-3-1 0,-4 3 3 15,-6 3 20-15,0 0 10 0,0 0 17 16,2 26-7-16,-6-10-7 0,-2-1-1 0,3 6 5 16,-6-1-4-16,7 1-2 0,-3 3-5 15,1-5-5-15,1 5 1 0,1-7 6 16,0 0-7-16,-2-4-3 0,4 1-5 16,-3-4-6-16,1 1-21 0,2-3-22 0,0 2-29 15,0-4-33-15,0 1-42 0,0-7-62 16,-1 8-101-16,1-8-107 0,0 0-119 0,0 0-189 15,0 0 22-15,0 0 82 0,-21-19-440 16,11 11-520-16</inkml:trace>
  <inkml:trace contextRef="#ctx0" brushRef="#br0" timeOffset="-125621.78">18401 12760 2746 0,'-25'-3'31'0,"4"0"24"0,4 3 15 0,0 0 17 15,3-2 15-15,3 2 4 0,11 0 8 16,-19 0-11-16,19 0-13 0,-9 2 0 0,9-2 1 16,0 0-12-16,0 0-11 0,34 6 4 15,-4-8-11-15,22 2-9 0,18-3-4 0,9-2-3 16,2 1-7-16,7-2-8 0,0 4-6 15,-4 0-11-15,-7 4 8 0,-2 1-1 16,-10 2-3-16,-10 3-2 0,-11-2-2 16,-7 3-3-16,-1-1 3 0,-14 2 3 15,-3-1 16-15,-1 3 16 0,-5 1 17 0,-2 0 14 16,-3 3 15-16,0 0-2 0,-1 6-5 16,-3-1-4-16,-1 14-10 0,4-3-3 0,-4 3-8 15,-3-5-7-15,2-4-10 0,-2 1 5 16,0 1-8-16,0 0 0 0,0-2-6 0,-2-1-5 15,2-1-2-15,0 0 0 0,0-5-6 16,0 0-7-16,0-4 3 0,0 0-2 0,-1-1-2 16,1 1 2-16,-2-3-2 0,-1 5 32 15,-1-3 15-15,1 3 11 0,-7 1 14 16,-5 5 12-16,-6-2 1 0,-2 0 5 16,-5-1 5-16,-12 3 2 0,-6-1 4 0,-1-3-4 15,-5-2 1-15,-5-2-7 0,-3 1-4 16,-4-2-14-16,-5-6-3 0,-4 3-6 15,5-5-5-15,0 2-11 0,-2-1-9 0,2-1-3 16,1 0 3-16,5 2-15 0,1-2-2 16,2 1-2-16,13 1-5 0,4-3 5 0,0 2-12 15,6-1 1-15,8-1-8 0,4 1 4 16,1-4 1-16,7 2 0 0,-2 0 21 0,7-2 26 16,-1 0 23-16,12-2 16 0,-15 0-23 15,15 0-84-15,-14-8 0 0,11-2 0 16,-1-3 0-16,2-9 0 0,6-3 0 15,1-16 0-15,9-14 0 0,-1-3 0 0,5-5 0 16,9-20 0-16,-2 0 0 0,0 2-117 16,0 17-81-16,-2 5 4 0,2 8 6 0,-4 5 6 15,-6 13 0-15,-2 6-20 0,-1 8-32 16,-4 2-47-16,-3 5-55 0,1 3-33 16,-3 5-23-16,0 2-36 0,-3 2-75 0,0 0-168 15,10-2 49-15,-10 2-430 0,0 0-524 16</inkml:trace>
  <inkml:trace contextRef="#ctx0" brushRef="#br0" timeOffset="-124837.89">20600 12061 2640 0,'6'-14'-96'0,"-2"2"39"0,-1-1 28 16,3 3 46-16,-2-1 48 16,2 1 42-16,0-2 33 0,-3 1 47 0,1 1 26 15,1 2 16-15,-3 1-3 0,0-1-15 16,2 2-19-16,-1 0-26 0,-3 6-18 0,3-7-15 16,-3 7 2-16,0 0 20 0,0 0 5 15,2 36-4-15,-4-9 6 0,1 12 1 0,-1 6 15 16,-1-1-16-16,1 16-1 15,2-4 4-15,2 3 0 0,1-2-13 0,-1-10-10 0,-1-4-12 16,3 0-13-16,0-7-14 16,-2-5-9-16,-1-8-5 0,-1-5-5 0,2-1-8 15,-2-3-11-15,0 0-4 0,2-5-8 16,-2 1 0-16,0 0-2 0,0-3-1 0,2 0-7 16,-2-7-4-16,0 10-9 0,2-6-48 15,-2-4-45-15,0 8-64 0,0-8-65 16,0 7-87-16,0-7-109 0,-6 8-95 0,3 1-102 15,-7-2-189-15,-4 5 41 0,2 1 90 16,-12 6-514-16,3 3-623 0</inkml:trace>
  <inkml:trace contextRef="#ctx0" brushRef="#br0" timeOffset="-123705.66">20341 12949 3360 0,'-15'-3'-7'0,"1"-1"41"16,3 1 43-16,4 1 45 0,-2-1 21 15,9 3 15-15,-11-4 2 0,11 4-10 16,-7-2-9-16,7 2-14 0,0 0-14 15,0 0-11-15,0 0-8 0,34-6-11 0,-7 4-8 0,14 0-7 16,9 1-12-16,21-1-13 16,2-4-16-16,4 2-22 0,5 0-10 0,1-1-13 15,2 0-3-15,-1-2-7 0,0 3 6 16,-7 0 2-16,2-2 7 0,-7 0-5 0,-6-3 5 16,-5 4 4-16,-2-4 13 0,-5-2 8 15,-2 2 6-15,-9 0 3 0,0 1 2 0,-4-2 2 16,-1 3-1-16,-2-3-2 0,3 0-1 15,-5 1-5-15,1 3 6 0,-9 0-3 0,-3 0 5 16,-4 2 2-16,-2-1-4 0,0 2-3 16,-1 3-1-16,-5-2-3 0,3-2-2 15,-3 4-5-15,-11 0 4 0,17 0-12 16,-6 0 10-16,-11 0-4 0,11 2 3 0,-11-2 5 16,14 5 7-16,-8 0 10 0,-1 2 13 15,-3 2 12-15,4 3 4 0,-6 3 5 16,0 4 12-16,-4 6 2 0,0 11 5 0,-1 3 9 15,-2-1-4-15,3 4-2 0,-5-1-3 16,2 0-2-16,0-3-6 0,-1-1-6 0,2-4-7 16,-2-2-3-16,7-5 7 0,-3-5 3 15,-2-4 5-15,5-3-3 0,-3-2-2 0,-1-2 2 16,3 0 12-16,-1 0-7 16,1 2 3-16,-2-3-4 0,2-1-1 0,0 1-4 15,1 1-6-15,-1 0-7 0,0-1-9 16,0 0-4-16,-2-1-4 0,4-1-1 0,-1 3-5 15,-2-4-6-15,3-6-2 0,-2 13 3 16,-2-7 2-16,4-6-3 0,-2 12 4 0,1-5 21 16,-3-1 9-16,-4 2 0 0,3-2-62 15,-5 1-1-15,-1 0 0 0,-3 0 0 0,-7 3 0 16,-2-1 0-16,-9-1 0 0,-2 1 0 16,-7-2 0-16,-2-1 0 0,-5 0 0 15,-13-3 0-15,-6-1 0 0,1 0 0 16,-3-4 0-16,-2 0 0 0,-1 0 0 0,0 1 0 15,-1-1 0-15,1 0 0 0,2 2 0 16,2 0 0-16,-2 2 0 0,7 0 0 16,1-1 0-16,10 1 0 0,3 0 0 0,1 1 0 15,-2 0 0-15,5 1 0 0,-2-2 0 16,2 1 0-16,6-1 0 0,-2 0 0 0,8-2 0 16,7 1 0-16,-3 3 0 0,2-4 0 15,7 1 0-15,-1 1 0 0,-1 0 0 0,2 0 0 16,3 0 0-16,-2-1 0 0,3 2 0 15,2-3 0-15,-2 2 0 0,3 0 0 0,-1-1 0 16,5 1 0-16,9-2 0 0,-20 2 0 16,13-2 0-16,7 0 0 0,-11 2 0 0,11-2 0 15,0 0 0-15,0 0 0 16,-16-4 0-16,16 4 0 0,-3-11 0 0,4 2 0 16,1-7 0-16,4-6 0 0,6-10 0 15,-1-5 0-15,8-13 0 0,2-3 0 16,0-1 0-16,0-3 0 0,1 6 0 0,0 6 0 15,-9 8 0-15,0 8 0 0,-2 0 0 16,0 9 0-16,-4 1 0 0,-1 8 0 0,-1-2 0 16,2 3 0-16,-6 1 0 0,3 3 0 15,2-1 0-15,-5-2 0 0,-1 9 0 0,4-10 0 16,-4 10 0-16,6-8 0 16,-6 8 0-16,3-7 0 0,-3 7 0 0,0 0 0 15,2-9 0-15,-2 9-199 0,7-3-86 16,-7 3-76-16,0 0-81 0,0 0-91 0,0 0-170 15,11 10-112-15,-9-5 85 0,-1 2-672 16,-1-7-855-16</inkml:trace>
  <inkml:trace contextRef="#ctx0" brushRef="#br0" timeOffset="-122703.72">20377 13249 3539 0,'-6'-3'-121'16,"6"3"41"-16,0 0 34 0,-2-7 37 16,2 7 40-16,0 0 17 0,0-10 14 0,0 10 5 15,4-9 3-15,-4 9 4 0,7-12-8 16,2 7-7-16,-2-1-8 0,2 2 1 0,3 0-1 16,0 1-3-16,0-1-2 0,0 1-8 15,1 0 3-15,-13 3-3 0,24 0-11 0,-24 0-1 16,21 4 4-16,-10-2-2 0,-2 2 6 15,-1 1 3-15,0-2 17 0,-8-3 10 0,11 11 18 16,-6-7 9-16,-3 2 15 0,3 1 12 16,-5-7 11-16,0 15 7 0,-5-6-2 15,0-1-3-15,-5 4-11 0,1-2-3 16,-1 2-14-16,1-2-9 0,0-1-6 16,0 0-11-16,4 0-7 0,-3-3-7 0,5-1-10 15,3-5-2-15,-8 10-7 0,6-4-6 16,2-6-2-16,-6 6-3 0,6-6 1 0,-4 11-4 15,4-11-3-15,0 12-5 0,0-6 0 16,0-6-4-16,0 12-2 0,0-12 2 0,0 9 4 16,0-9-1-16,0 10-3 0,0-10 6 15,0 6 0-15,0-6-3 0,0 0 7 0,0 11 3 16,0-11 11-16,-5 6 0 0,5-6-3 16,-11 6-7-16,0-3-11 0,11-3-28 15,-16 0-36-15,16 0-44 0,-20-3-74 0,15 1-78 16,-4 0-80-16,0-4-75 0,6 2-80 15,3 4-116-15,-8-9-112 0,8 3 61 16,0 6-459-16,6-12-570 0</inkml:trace>
  <inkml:trace contextRef="#ctx0" brushRef="#br0" timeOffset="-122337.95">20737 13222 2857 0,'9'-9'19'0,"0"1"30"0,-2 0 31 0,0 2 41 15,-1 1 26-15,0-2 13 0,4 0 6 16,-1 1-8-16,1 2-16 0,3 1-15 16,0-1-9-16,-3 2-15 0,3 0-13 15,-13 2-6-15,23 4-10 0,-12 0-4 0,-1 1-4 16,0 7 2-16,-5-2 7 0,-5 0 8 16,0 2 21-16,-2 3 23 0,-3 1 13 0,-3 3 11 15,-7 5 6-15,-2-2 26 0,-2 0 12 16,-1-2 9-16,5-4-4 0,2-3-19 0,3-4-13 15,5 0-16-15,-3-2-10 0,4-3-11 16,0 2-14-16,4-6-6 0,-4 11-9 0,4-11-3 16,8 9-17-16,-8-9-5 0,14 5-8 15,-3-3-7-15,3 0-9 0,0 0-10 16,0 0-28-16,3 0-32 0,0-2-34 16,2-2-41-16,-3 4-35 0,-2-2-36 0,2 0-31 15,-1 0-30-15,-1 2-31 0,-7-2-37 16,-7 0-61-16,16 0-60 0,-16 0-95 15,0 0-155-15,11-2-32 0,-11 2 62 0,0 0-470 16,0 0-572-16</inkml:trace>
  <inkml:trace contextRef="#ctx0" brushRef="#br0" timeOffset="-121054.66">21273 13046 2936 0,'0'0'-47'16,"0"0"44"-16,0 0 44 0,0 0 43 16,0 0 29-16,11-12 29 0,-11 12 16 0,4-3 12 15,-4 3 7-15,0 0-9 16,0 0-6-16,5-5-22 0,-5 5-11 0,0 0 2 16,0 0 35-16,0 0 21 0,0 24-2 15,-2-9 0-15,-1 3-11 0,-3 3-3 0,1 1-15 16,-1-1 1-16,1 2-13 0,0 1-12 15,-1-1-12-15,3-3-9 0,1-3-13 0,-2 0-3 16,2-3-14-16,2-2-3 0,-2 0-13 16,2-2-3-16,0-3-2 0,0 1 0 0,0-2-13 15,0-6 1-15,6 10-5 0,0-8 0 16,-6-2-7-16,19-2-21 0,-6-2-14 0,3-2-12 16,0-5-9-16,9-6-6 15,-2 1 2-15,-1 2 2 0,-8 3 4 0,-3 3 5 16,3-1-3-16,-5 2 2 0,-1 2-4 15,-4 0-1-15,2 2 1 0,-6 3 9 0,0 0 15 16,0 0 2-16,0 0 4 0,9 10 1 16,-9-10 0-16,-2 14 5 0,2-6 6 15,-1 1 3-15,1-1-3 0,-2 3-4 0,2-1 3 16,-2-2 0-16,4 1-4 0,-4-1-3 16,2-1-2-16,0-7 4 0,0 10-5 0,0-2 0 15,0-4-8-15,0-4 8 16,2 11-25-16,-2-5-27 0,0-6-27 0,2 9-42 15,-2-4-43-15,0 3-58 0,0-1-71 16,0-1-70-16,0 2-64 0,0 0-47 0,1-1-113 16,-1-7-132-16,-1 8 54 0,1-8-468 15,0 0-589-15</inkml:trace>
  <inkml:trace contextRef="#ctx0" brushRef="#br0" timeOffset="-120606.49">21711 13166 2890 0,'-2'-7'12'16,"2"7"46"-16,-2-9 26 0,2 9 31 0,0 0 10 16,-2-11 8-16,2 11-4 0,0 0-13 15,0 0-14-15,0 0-7 0,0 0 24 16,0 0 25-16,0 0 8 0,0 0 4 0,-13 29-6 15,9-15 2-15,-2 3 7 0,2-1-7 16,-1 3-17-16,-1 0-12 0,3-3-13 0,-4 0-10 16,5-1-8-16,1-3-10 0,-1 1-9 15,2-4-3-15,-2 0-8 0,4 0-6 0,0-3-1 16,-2-6-9-16,12 7-18 0,-12-7-21 16,16-1-13-16,0-5-12 0,2-4-5 0,2 0-1 15,5-5 4-15,-7 1 4 16,-2 3-7-16,-5 3 5 0,1 1 4 0,-5 0 1 15,1 4 0-15,-8 3 5 0,0 0 31 16,0 0 15-16,16 10 8 0,-16-1 12 0,-2 4-11 16,0 3 2-16,2 3 2 0,-5-1-3 15,3 5-6-15,-1 0-4 0,-1-3 0 16,0-3-10-16,2-1-23 0,1-3-30 0,-1 1-41 16,0-4-47-16,-2 1-67 0,2-3-84 15,0-1-125-15,2-2-179 0,0-5-156 16,0 0 71-16,0 0-509 0,0 0-627 15</inkml:trace>
  <inkml:trace contextRef="#ctx0" brushRef="#br0" timeOffset="-119921.86">22370 11916 2992 0,'-12'-10'-61'0,"1"2"39"0,2 1 39 16,2-2 40-16,-2 4 41 0,4-1 32 16,-3-2 8-16,5 3 15 0,-3 0 6 0,4 0-2 15,-2 0-10-15,4 5-8 0,-6-7-13 16,6 7-19-16,-2-5-13 0,2 5-8 0,0 0 6 16,0 0 2-16,35 27-3 0,-1-1 0 15,8 8-8-15,23 14-8 0,5 4-8 0,12 1-2 16,2-2-7-16,8 2-4 15,-1-1-10-15,-1-3-2 0,-4-5-4 0,-7-1-2 16,0-6-6-16,-18-9 0 0,-2-5-4 0,-4 1 35 16,-2-5 20-16,-7 1 8 0,-12-9 3 15,-1-1 3-15,-12 0-13 0,-4-5-3 16,-3-1-9-16,-5 4-9 0,0-6-6 0,-1 2-4 16,0-2 1-16,-3 2-10 0,1-2-1 15,-1 4-5-15,0-1-6 0,0-1-2 0,-1 1-2 16,2 0-5-16,-3-1 0 0,-1 2-7 15,4 0-20-15,-6-6-43 0,3 9-42 0,4-3-62 16,-7-6-72-16,2 7-97 0,-2-7-81 16,-9 8-106-16,4-2-197 0,-2-4 36 15,-5 2 80-15,-1-2-409 0,0 1-474 16</inkml:trace>
  <inkml:trace contextRef="#ctx0" brushRef="#br0" timeOffset="-119555.77">23061 12835 2830 0,'-4'-10'22'16,"-1"3"32"-16,3-1 43 0,1 2 35 0,1 6 30 15,0-8 22-15,0 8-3 0,0 0-1 16,0 0 8-16,0 0 3 0,0 0 10 0,24 20-3 16,-12-2 3-16,1 12 7 0,-1 7-8 15,-2 2 2-15,-1 13-18 0,-4-1-2 0,-3-5-21 16,0-2-9-16,0-1-13 0,-2 3-17 16,-2-4-13-16,0-1-6 0,0 0-14 0,-1-4-10 15,-1-8-2-15,0-6-9 16,1 1-11-16,1-7-8 0,-3 1-32 0,2-4-42 15,1 0-50-15,0-4-60 0,0 0-77 16,-2-3-115-16,2-2-128 0,2-5-157 0,0 0-141 16,0 0 65-16,-9-22-583 0,13 7-731 15</inkml:trace>
  <inkml:trace contextRef="#ctx0" brushRef="#br0" timeOffset="-119055.91">23289 12825 3406 0,'-8'-15'57'16,"-1"1"54"-16,3 5 34 0,0-1 15 0,2 5-1 15,1-2-7-15,3 7-7 16,-2-7-13-16,2 7-12 0,9-8-18 0,11 4-10 16,16-1-8-16,13 2-20 0,20 1-30 15,3 0-33-15,3 2-21 0,-1 0-11 0,-1 0 1 16,-3 0 1-16,-6 2 3 0,-12-2 0 15,-7 4 6-15,-6-1-3 0,-8 0 18 0,-9 3 20 16,-5 4 29-16,-2 0 20 0,-3 7 24 16,-4 0 14-16,-6 6 16 0,-4 12 14 0,-2 6 11 15,-2 0 4-15,-6 10 2 0,3-2 2 16,-4 5 3-16,-1-1 4 0,1-1-23 16,1 4-10-16,0-3-10 0,-1-2-11 0,4-12-8 15,2 0-10-15,1-3-12 0,1-4-7 16,-2-6-4-16,4-7-3 0,1-2-7 15,-2-5-2-15,0 0-7 0,3-2-3 0,-7-1 5 16,0 1 19-16,-9 0 9 0,-2 0 6 16,-14 2 12-16,-4 0 1 0,-10-7 2 15,-14 3-1-15,0-4-9 0,-1 0-6 0,6-4-24 16,5 0-55-16,3 2 0 0,9-2 0 16,6 0 0-16,10 0 0 0,4 2 0 0,4-2 0 15,4 0 0-15,-1 0 0 16,3 0 0-16,9 0 0 0,-16 0 0 0,16 0-169 15,-11 2-78-15,11-2-67 0,-11 2-86 16,11-2-88-16,0 0-116 0,0 0-158 0,-18-6-8 16,18 6 88-16,-5-4-595 0,5 4-737 15</inkml:trace>
  <inkml:trace contextRef="#ctx0" brushRef="#br0" timeOffset="-118656.43">23197 13172 3828 0,'-7'-8'111'0,"0"3"19"0,3 1 21 15,-3 0 22-15,7 4 11 0,-3-6-5 16,3 6-15-16,-2-6-17 0,2 6-18 0,0 0-13 15,9-9-13-15,1 8-16 0,5-2-6 16,4 3-10-16,1-2-14 0,-2 2-10 16,4 0-8-16,-6 2-5 0,2 1-5 0,-3 1-3 15,-2 2-2-15,-2 2 2 0,-2 2 0 16,-6 1 13-16,-1 1 3 0,-2 4 12 16,0 1 8-16,-3 4 6 0,-1 1-1 0,-3 0-9 15,4 0-2-15,-1 3-9 0,0-4-5 0,1 2 0 16,1-5-10-16,-4-1-4 15,4 1 0-15,0-3-8 0,0-1-21 0,0-3-29 16,0-1-33-16,2 0-44 0,-2-1-52 16,2 0-57-16,0-4-85 0,0-5-81 0,0 0-102 15,0 0-145-15,0 0-44 0,0 0 71 16,20-25-418-16,-13 11-496 0</inkml:trace>
  <inkml:trace contextRef="#ctx0" brushRef="#br0" timeOffset="-118472.74">23364 13309 3004 0,'-23'-5'111'16,"11"1"31"-16,12 4 26 0,-13-4 27 15,5 0 18-15,8 4 3 0,-9-4-16 0,9 4-23 16,0 0-16-16,0 0-18 0,0 0-13 16,0 0-17-16,28-5-45 0,-9 4-56 0,2 2-72 15,2-1-96-15,3-1-85 0,3-1-88 16,-4 0-102-16,0 0-188 0,0-1 52 0,-9-1-334 15,2-1-384-15</inkml:trace>
  <inkml:trace contextRef="#ctx0" brushRef="#br0" timeOffset="-118072.79">23597 13189 2704 0,'-7'-5'135'0,"1"-3"40"15,6 8 29-15,-9-8 25 0,4 4 6 0,5 4-18 16,-1-9-23-16,1 9-22 0,6-8-18 15,-6 8-17-15,19-10-14 0,-5 8-11 0,-2 0-14 16,2 2-10-16,-14 0-9 0,29 4-10 16,-16 0-8-16,-2 2-6 0,1-3-8 0,-5 4-3 15,3-2-2-15,-7 1-1 0,2 2-1 16,-3 0 18-16,-9 2 12 0,4-1 21 16,-7 1 11-16,3 0 8 0,-3 1-6 15,-1-1-3-15,1-1 4 0,2-1-25 0,3-1-11 16,-3 1-5-16,5 1 1 0,-1-2-7 15,2 1 6-15,2 1 8 0,0-1 5 16,2 4-8-16,2-1 4 0,-1-1-5 0,3 0 4 16,-3 5-16-16,4-3-5 0,-3 2-8 15,1 1-4-15,1-1-3 0,-3 1-4 0,-1-1-3 16,0-3 2-16,0-1 6 0,-2 1 24 16,2-1 14-16,-4-2 18 0,-2 3 2 15,2-2-5-15,-3-4-8 0,-3 1-9 16,-4-2-11-16,1-1-20 0,0-1-55 0,-4-2-89 0,0 0-116 15,-6-3-138-15,-1-1-191 16,-1 1-240-16,5-4-66 0,-2 4 97 0,7-1-748 16,0-1-950-16</inkml:trace>
  <inkml:trace contextRef="#ctx0" brushRef="#br0" timeOffset="-117056.71">24284 11800 4023 0,'-20'-8'-118'16,"7"1"24"-16,-2 0 32 0,4 0 29 15,1 1 44-15,0 2 47 0,3-2 45 0,3 2 2 0,4 4-9 16,6-12-10-16,9 5-5 15,18-3-9-15,22 0-10 0,19 6-7 0,39 1-6 16,11-1-37-16,12-1-61 0,13 2-76 16,5-1-47-16,11 4-10 0,0 0-2 0,1 4 16 15,-6-4 17-15,-7 0 18 0,-14 3 10 16,-15-6 19-16,-36 3 14 0,-13 0 23 0,-12 0 36 16,-15-3 31-16,-13 3 31 0,-10-1 19 15,-7-1 3-15,-2-2 7 0,-3 2 1 16,-6 1-1-16,-1 0-6 0,-6 1 2 0,12-4-4 15,-12 4-14-15,7-3-24 0,-7 3-49 16,0 0-57-16,0 0-88 0,0 0-115 16,19 3-213-16,-19-3 38 0,10 0-168 15,-10 0-136-15</inkml:trace>
  <inkml:trace contextRef="#ctx0" brushRef="#br0" timeOffset="-116740.46">26557 11323 2054 0,'0'-10'190'0,"4"5"4"16,-4 5 6-16,9-2-1 0,-9 2 8 0,25 11 3 15,2 4-5-15,3 5-12 0,8 11-17 16,-2 4-17-16,7 4-17 0,-5 1-12 0,-4 2-14 15,-4-1-10-15,-5 1-14 0,-12-8-9 16,-3 3-5-16,-6-4-5 0,-6-5 12 16,-5 4 2-16,-11-1 5 0,-7 3 6 0,-1-1-4 15,-9-4-10-15,-2-3-9 0,-10-1-8 0,2-2-3 16,-7-5-6-16,-3 3-24 0,0 0-56 16,0-4-91-16,0-1-122 0,3-2-157 15,-1 1-192-15,11-7-75 0,6 1 64 16,9-4-441-16,7 0-509 0</inkml:trace>
  <inkml:trace contextRef="#ctx0" brushRef="#br0" timeOffset="-114990.31">25042 10833 2349 0,'6'-11'127'0,"-4"-1"49"0,-1 4-7 0,1 2-18 16,2-1 23-16,-1 1 5 0,-3 6-11 15,2-8-34-15,-2 8-23 0,1-6-9 16,-1 6-7-16,0 0-8 0,0 0-8 0,0 0 17 16,-13 28-10-16,3-11-8 0,3 4-7 0,-5 8-4 15,1 4-6-15,2-2 10 16,0 4-6-16,6-2-6 0,1-4-4 0,2-4-5 15,2-4-3-15,1 1-2 0,6-5 3 16,-6-2-1-16,5-1 2 0,-1-6 4 0,3 2-4 16,3-4-3-16,0-5-5 0,5-1-4 15,3-3-3-15,-1-3-3 0,13-4-6 0,-1-7-3 16,-3-1 1-16,-3 1-6 0,1-1 0 16,-6 3-2-16,-8 5 9 0,-1 0-5 0,-2 3-6 15,-3 4-2-15,-5 2 1 16,-2 1-2-16,0 0 2 0,0 0-2 0,-11 21 2 15,3-7 0-15,-4 2 0 0,-2 9-1 16,2 3-5-16,0 0 3 0,3-4-4 0,4-2 1 16,-4 7 0-16,4-7-2 0,-1-3 0 15,4-2 0-15,-1-1-2 0,1-4 2 0,-2 1-3 16,4-4-30-16,-3-1-44 0,3 0-56 16,-1-4-85-16,1-4-117 0,0 0-121 15,8 7-192-15,-8-7 19 0,0 0 66 0,22-7-346 16,-8 3-385-16</inkml:trace>
  <inkml:trace contextRef="#ctx0" brushRef="#br0" timeOffset="-114707.25">25551 10948 2557 0,'-3'-10'41'0,"-2"0"32"15,1 6 21-15,2-1 22 0,2 5 7 0,0 0 14 16,0-9 2-16,0 9-7 0,0 0-13 15,16-3-7-15,-16 3-21 0,27 4-7 0,-9 6-9 16,2-3-4-16,-4 3-8 0,2 4-5 16,3 6-8-16,-4 4 3 0,-5 3 0 15,-5 2-3-15,-1-1-3 0,-6-4-1 0,-2 4-4 16,-2 8-6-16,1-3-3 0,-3 0-4 16,-2 1-2-16,-2-2-6 0,-1 0 7 15,3 0-7-15,1-9-4 0,-1-3-6 16,3-1-51-16,-4-6-64 0,6 2-82 0,-1-5-80 15,0-2-102-15,2-4-173 0,2-4-7 16,0 0 46-16,0 0-210 0,0 0-206 0</inkml:trace>
  <inkml:trace contextRef="#ctx0" brushRef="#br0" timeOffset="-114540.63">25620 11298 2217 0,'-10'-4'182'0,"0"3"43"15,5-3 18-15,5 4 26 0,0 0 19 16,0 0 9-16,0 0 0 0,0 0-27 15,0 0-31-15,0 0-20 0,28-7-27 16,-5 7-20-16,4 0-49 0,15 2-79 0,-10 0-91 16,-3-2-109-16,-2 1-104 0,-6 1-105 15,-1-2-122-15,-4 3-130 0,-7-2 47 16,-3 0-374-16,-6-1-423 0</inkml:trace>
  <inkml:trace contextRef="#ctx0" brushRef="#br0" timeOffset="-106024.8">21121 13352 2565 0,'-2'-6'-41'0,"2"6"8"15,-2-8 11-15,2 8 17 0,0 0 16 0,0-9 9 16,0 9 3-16,0 0 0 0,4-8-3 16,-4 8 5-16,3-5 8 0,-3 5 8 15,6-5 11-15,-6 5 3 0,0 0-7 16,3-6 2-16,-3 6-9 0,0 0-5 0,0 0-5 15,0 0 1-15,0 0-2 0,0 0-5 16,0 0-3-16,0 0-1 0,-3 24-3 0,1-17-4 16,-2-2 1-16,2 2-6 0,2 0 3 15,0-7-1-15,-1 10 1 0,1-4 0 0,0-6-3 16,-2 8 2-16,2-8-2 0,-2 8-1 16,2-8 0-16,-2 6 0 0,2-6-1 15,0 0 1-15,-3 7-1 0,3-7 4 0,0 0 14 16,0 0 5-16,0 0-2 0,0 0-6 15,0 0 1-15,0 0-3 0,0 0 0 0,0 0-6 16,0 0-5-16,0 0 2 16,0 0-6-16,0 0 1 0,0 0-1 0,0 0-32 15,0 0-35-15,0 0-57 0,0 0-68 16,0 0-102-16,0 0-202 0,0 0 21 0,-4 6-165 16,4-6-131-16</inkml:trace>
  <inkml:trace contextRef="#ctx0" brushRef="#br0" timeOffset="-105173.6">21985 13387 1778 0,'0'0'58'0,"-11"0"22"0,11 0 9 15,0 0 12-15,0 0 12 0,0 0 12 16,0 0 0-16,0 0-1 0,0 0-2 16,0 0 4-16,-4-4 2 0,4 4-3 0,0 0 3 15,0 0-17-15,0 0 4 0,0 0 3 16,0 0 4-16,0 0-7 0,0 0-10 0,0 0-5 15,0 0-15-15,0 0-8 0,0 0-2 16,0 0 10-16,-7 16-4 0,1-1 9 0,-4 4-10 16,1 10-5-16,-3 2-8 0,-1 1 2 15,4 1 15-15,-1 1-9 0,-1-1-8 0,1 0-5 16,2-4-6-16,-1 2-3 0,3-6-7 16,1-4-5-16,-2-5-4 0,4-2-2 15,-1 1-7-15,0-4 1 0,2-1-4 16,1-1 0-16,-1-2-5 0,0-1 2 0,0 0-2 15,2-6-7-15,-2 7-1 0,2-7-37 16,0 0-48-16,0 0-71 0,-4 6-79 0,4-6-80 16,0 0-86-16,-6 7-103 0,0 0-120 15,-3 0 36-15,-3 1-344 0,-1 8-401 16</inkml:trace>
  <inkml:trace contextRef="#ctx0" brushRef="#br0" timeOffset="-104709.02">21217 14258 2644 0,'4'-15'95'0,"2"5"28"15,-3 3 20-15,-1-2 23 0,-2 9 6 16,7-8 7-16,-7 8-14 0,2-7-16 0,-2 7-5 15,0 0 5-15,0 0 1 0,0 0-9 16,1 27-13-16,-2-11-9 0,-3 1-7 0,-3 5 2 16,-2 8-8-16,4-4-11 15,1-4-11-15,-2 0-6 0,5-1-6 0,-4-4-5 16,3-2 1-16,0-3-1 0,2 0-1 16,0-3 0-16,0 0-3 0,6-3-3 0,0-1-8 15,3-3-2-15,3-2-7 0,-12 0-10 16,30-7-5-16,-11 2-2 0,-1-4-2 0,-1 3-1 15,-2-1-4-15,-4 1-2 0,-1 3-4 16,0 0-2-16,-10 3 0 0,11-4-4 16,-11 4 2-16,0 0-1 0,7 12 0 0,-9-3 4 15,2 1-5-15,-1 5 1 0,-1 1-3 16,-2 1 2-16,0 3-2 0,4-3-4 16,-1 1 5-16,-1-1-5 0,0 1 0 15,0-5 2-15,-1 1-4 0,1-2-27 0,2-3-48 16,0 1-66-16,0-2-98 0,0-1-114 15,0 0-133-15,0-7-216 0,5 7 40 0,-5-7 65 16,0 0-399-16,0 0-473 0</inkml:trace>
  <inkml:trace contextRef="#ctx0" brushRef="#br0" timeOffset="-104458.39">21566 14270 2647 0,'0'-6'76'0,"0"6"31"16,-2-9 4-16,2 9 5 0,0 0 36 15,5-7 30-15,-5 7 17 0,0 0 0 16,0 0-10-16,0 0-9 0,27 12-9 0,-17-6 4 16,0 3 2-16,-3 0 12 0,1 4 5 15,-2 1-12-15,-1 3-13 0,-3 0-10 16,0 3-17-16,-2 4-3 0,-2-1-21 0,2 1-8 16,-2-1-18-16,-1 0-8 0,1-1-13 15,-4-1-11-15,5-3-58 0,-4-3-56 0,1-1-65 16,2-2-68-16,1 1-83 0,-1-1-81 15,-2-3-88-15,0 1-95 0,2-2-139 0,-1-1 50 16,1 0-446-16,0-2-540 0</inkml:trace>
  <inkml:trace contextRef="#ctx0" brushRef="#br0" timeOffset="-104243.03">21578 14591 3335 0,'-6'-4'244'0,"6"4"30"0,-3-9 32 0,3 9 48 15,-3-8 1-15,3 8-14 0,8-12-26 16,-1 4-32-16,6-1-22 0,5 0-33 0,1-2-23 16,5-4-36-16,3 1-34 0,2 2-63 15,-8 0-68-15,-1 3-68 0,0 2-68 0,-4 1-70 16,-4-1-75-16,4 2-72 16,-1 0-66-16,-8 3-75 0,4-2-117 0,-11 4-53 15,11 0 52-15,-11 0-439 0,0 0-519 16</inkml:trace>
  <inkml:trace contextRef="#ctx0" brushRef="#br0" timeOffset="-103775.71">21558 13904 2798 0,'-28'-16'-51'0,"-5"3"24"0,-3 1 23 15,-1 3 23-15,-10 2 18 0,0 4 26 0,-3 5 17 16,-13 6 19-16,-5 9 19 0,-16 16 18 16,6 9 23-16,5 7 16 0,5 6 7 0,13 4 14 15,8 10 0-15,10 7-2 0,13-12-11 16,15 6-14-16,7 1-15 0,12 2-14 0,5-4-18 15,20 13-12-15,4-6-10 0,9-9-17 16,-4-21-20-16,9 10-20 0,-5-19-14 16,-1-2-9-16,7-6-9 0,2-7-3 15,1-7-5-15,-3-10 2 0,-4-5-4 0,9-6 1 16,-1-5 3-16,-1-7-1 0,-4-7 1 16,-2-7-2-16,3-6 1 0,9-16-4 15,-12-10 3-15,0-5 0 0,1-9 1 0,-8-9 0 16,-2-5 0-16,-12-2-12 0,-3 0-9 15,-10 4 0-15,-13 20-1 0,-10 5-3 0,-13 7-2 16,-13 7-12-16,-10 7-18 0,-16 10-22 16,-6 8-33-16,-32 4-46 0,12 15-33 0,-5 9-53 15,-25 10-53-15,-4 7-85 0,3 6-165 16,6 4-32-16,10 2 58 0,12 0-297 16,18-6-301-16</inkml:trace>
  <inkml:trace contextRef="#ctx0" brushRef="#br0" timeOffset="-97808.72">27756 11390 2704 0,'1'-9'235'16,"4"-1"-35"-16,-3 3 2 0,0-1-16 16,0 2-12-16,-2 6 12 0,1-11-4 0,-1 11-13 15,0-10-5-15,0 10-15 0,2-8-13 16,-2 8-10-16,0-8-11 0,0 8-3 0,0 0-9 16,6-7-11-16,-6 7-10 0,0 0-7 15,0 0-8-15,3-6-5 0,-3 6 0 0,0 0 4 16,0 0 9-16,0 0-3 0,0 30 20 15,0-13-3-15,-1 9-7 0,-3 8-7 0,-2 4-1 16,3 0-11-16,1 0 10 0,-5-2-18 16,6-1-8-16,-3-6-6 0,2-4-6 15,-2-3 2-15,4-3-2 0,-2-1-2 16,1-4-5-16,1 1-3 0,-2-4-3 16,0-1-2-16,2-1-4 0,-2 0 11 0,2-9-8 15,0 13 2-15,-2-7-6 0,2-6-3 16,-2 8-3-16,2-8-2 0,0 0-4 0,0 0-42 15,0 0-48-15,0 0-62 0,0 0-73 16,4 7-96-16,-4-7-98 0,0 0-113 0,0 0-194 16,0 0 52-16,0 0 78 0,0 0-463 15,19-14-528-15</inkml:trace>
  <inkml:trace contextRef="#ctx0" brushRef="#br0" timeOffset="-97277.2">28103 11381 2652 0,'-18'-1'-67'0,"9"1"39"0,9 0 21 0,-14 0 22 15,14 0 22-15,0 0 17 0,-15 0 14 16,15 0 12-16,0 0 18 0,0 0 7 0,0 0-5 16,0 0-9-16,0 0-12 0,0 0-9 15,0 0-3-15,49 1-6 0,-35-1-5 16,4 2-9-16,-3-2 1 0,0 0-7 0,-4 2-2 15,1 0-8-15,-2 0-7 0,-3-1 21 16,-1 5 8-16,-1-1 20 0,-1 4 2 0,-2 3 12 16,-2 2 3-16,-2 5 7 0,-4 4 10 15,-1 8-7-15,-2 0-12 0,-1 1-10 16,-2 0-2-16,3-1-10 0,1 1-6 16,0-6-7-16,3-7-4 0,-1 3-6 0,3-5-1 15,-1 1-12-15,-1-2 3 0,4-4-3 16,-1 0-3-16,0-2-3 0,0 0-2 0,0-3-2 15,0 0 0-15,2-2-1 0,0-5 1 16,-2 7-8-16,2-7-49 0,0 0-59 0,0 0-68 16,0 0-72-16,0 0-75 0,0 0-106 15,0 0-187-15,0 0 28 0,0 0 61 16,0 0-282-16,0 0-286 0</inkml:trace>
  <inkml:trace contextRef="#ctx0" brushRef="#br0" timeOffset="-96977.25">28055 11722 2209 0,'-9'-6'114'16,"-1"2"36"-16,6 2 18 0,4 2 18 16,-8-5 29-16,8 5 28 0,0 0 20 0,0 0-22 15,0-8-24-15,0 8-22 0,18-7-18 16,-5 6-19-16,3-1-19 0,6 0-11 0,-3 0-13 15,2 2-15-15,4 0-11 16,-4 0-11-16,0 0-36 0,-2 2-9 0,2 0-14 0,-7-2-8 16,-2 2-10-16,0-2-2 15,-12 0-11-15,19 1-4 0,-12-1-13 0,-7 0-3 16,11 3-14-16,-11-3-18 0,7 4-37 16,-7-4-55-16,4 6-53 0,-4-6-66 0,0 0-99 15,5 7-182-15,-5-7-21 0,7 0 66 16,-7 0-282-16,0 0-282 0</inkml:trace>
  <inkml:trace contextRef="#ctx0" brushRef="#br0" timeOffset="-96226.27">29039 11447 2198 0,'0'-11'6'0,"-2"1"26"16,2 3 28-16,2 0 27 0,-2 7 35 0,2-13 29 15,-2 13 19-15,2-9 6 0,-2 9-1 0,1-9-8 16,-1 9-14-16,0 0-19 16,4-6-13-16,-4 6-14 0,0 0-4 0,0 0-19 15,0 0-1-15,-7 30-7 0,3-13 26 16,-3 4 3-16,4 1-6 0,-3 1-9 0,4-1-8 16,-1 3-7-16,1-2-9 0,0-2-3 15,4-2-8-15,-2-2-5 0,4 1 0 0,-4-5-1 16,1-1-5-16,5-2-1 0,-1 2-6 15,4-5 0-15,0-1-6 0,0-2-3 0,5 0-2 16,-1-2-3-16,1-4-6 0,1-2 1 16,0-3-4-16,4-2-3 0,-2-2 1 15,7-8 0-15,-6 3-6 0,-4 3 5 16,1 0-4-16,-6 5-2 0,-1 0 0 16,0 1-2-16,-5 1-5 0,3 3 0 0,-6 3 0 15,0 0 1-15,0 0 1 0,0 0 1 16,2 17 2-16,-4-5-3 0,-4 5 3 0,3 4 1 15,-1-1 2-15,0 3-3 0,2 0 5 16,1 1-3-16,1-4 5 0,0 4-5 0,1-2 5 16,-1-3-5-16,0 0 3 0,2-2 1 15,0-3-2-15,0-3-4 0,0 2 3 0,-2-5 0 16,2-1 0-16,-2-7 1 16,3 10-5-16,-3-10-20 0,6 4-48 0,-6-4-61 15,0 0-67-15,0 0-77 0,0 0-83 16,0 0-91-16,0 0-164 0,14-14 11 15,-14 14 69-15,0 0-281 0,0 0-296 0</inkml:trace>
  <inkml:trace contextRef="#ctx0" brushRef="#br0" timeOffset="-95560.1">29528 11502 2379 0,'4'-9'83'0,"-2"2"30"15,0 1 26-15,-2 6 23 0,4-6 10 16,-4 6-2-16,0 0-19 0,0 0-13 16,0 0 25-16,0 0 5 0,0 0-6 0,7 28-14 15,-7-13-18-15,0 3 9 0,0 2-9 16,0 0-14-16,0-1-9 0,-2 5-10 0,4-3-9 15,-2 0-6-15,2-2-9 0,1-2-5 16,-2-1-10-16,5 0-2 0,-1-2-4 16,1-1 0-16,1-3-10 0,5 0-3 0,-1-5-3 15,5 1-4-15,-1-2-3 0,1-4-2 16,2-4-4-16,0-2-4 0,3-1-2 0,5-7-1 16,1-3-3-16,-2-3-2 15,0 1-1-15,-4-1 4 0,-6 7-4 0,-2 5-1 16,-3-2-3-16,-3 5-1 0,-3 0-3 15,-1 2 2-15,-3 3 4 0,0 0 15 0,0 0-6 16,0 0-1-16,0 23 8 0,-1-12 2 16,-5 5-5-16,2 0 1 0,1 5-4 0,-1 1-1 15,0 1-2-15,2-2 0 0,-2 1-2 16,2-5 0-16,0 5-2 0,0-3-1 0,2-2 0 16,0-2-1-16,-2-3-4 0,4 1 3 15,-2-3-1-15,2-2-1 0,0 1 0 16,-2-1-3-16,0-4-14 0,2 1-31 15,-2-5-46-15,0 12-50 0,0-12-65 16,0 8-78-16,-2-2-75 0,2-6-101 0,-6 11-183 16,5-9 11-16,1-2 69 0,-6 7-351 15,6-7-392-15</inkml:trace>
  <inkml:trace contextRef="#ctx0" brushRef="#br0" timeOffset="-95011.75">30744 11511 2501 0,'4'-7'-4'15,"0"1"36"-15,-3 1 28 0,-1 5 35 0,4-7 25 16,-4 7 19-16,0 0 2 0,0 0-6 16,0 0-13-16,0 0 5 0,0 0 35 15,-20 12 14-15,-1 9 5 0,-4 4 4 16,-6 4 1-16,-1 6-4 0,3 1 5 15,-1-1-9-15,3 2-6 0,2-2-4 0,6-6-17 16,6 3-5-16,2 0-10 0,1-1-7 16,6-6-8-16,2-2-16 0,4-3-6 0,-1 1-10 15,8 0-10-15,0-3-10 0,2-2-9 16,5-1-5-16,-3-5-3 0,3-3-7 0,-2-1-6 16,6-2-3-16,-7-2 0 0,2-4-10 15,0-2 1-15,-1-2-2 0,-1-1-8 0,-3-3 0 16,1-2-4-16,-3 0-3 0,-5-1-3 15,-1 3-3-15,-4-1-5 0,0 3-3 16,-3-2 1-16,-3 3-4 0,-1 0 5 16,-1 2-20-16,-1 1-32 0,2-2-28 15,-1 4-39-15,10 2-44 0,-15-2-49 0,7 0-56 16,8 2-69-16,0 0-73 0,-15 0-103 16,15 0-172-16,0 0 40 0,0 0-473 0,0 0-589 15</inkml:trace>
  <inkml:trace contextRef="#ctx0" brushRef="#br0" timeOffset="-94444.34">31456 11604 3017 0,'11'-8'-67'0,"-4"1"30"16,-3 2 44-16,-1 0 39 0,-3 5 33 15,4-8 24-15,-4 8 9 0,0 0-15 16,2-9-8-16,-2 9-3 0,0 0-11 0,0 0-8 16,-25-2-4-16,8 6-7 0,-8 1-4 15,-7 3 25-15,0 2-2 0,-1 3 14 0,5 0-7 16,5-3-7-16,4 2-2 0,4 3-7 16,2-3 3-16,4 1 5 0,2 5-1 0,1-6-5 15,6 5-8-15,0-2-3 16,6 2-8-16,-1 2-6 0,6 1-5 0,-2-1 2 15,4 7-9-15,1-6-4 0,-5-2 0 16,0 0-6-16,-1-1-4 0,-2-1-1 16,-4 0-2-16,0-3 10 0,-2 1 5 0,0-3 11 15,-4 1 16-15,-2 3 11 0,-2-1 14 16,-1-2 7-16,-2-2 3 0,-5 0-5 0,-1-1-4 16,2-3-9-16,-4 1-6 0,2 0-7 15,-5-5-5-15,6 1-9 0,-4 1-3 0,1-3 2 16,1-2-16-16,-2 1-56 0,2-2-69 15,2 2-86-15,3-2-92 0,-1-1-129 16,1 1-211-16,1-1-87 0,12 3 72 0,-16 0-474 16,16 0-572-16</inkml:trace>
  <inkml:trace contextRef="#ctx0" brushRef="#br0" timeOffset="-93344.68">27859 12085 2882 0,'6'-7'-65'16,"-1"-2"23"-16,-1 3 30 0,-1 0 28 16,-1 0 28-16,-2 6 17 0,2-5 2 0,-2 5 2 15,0 0-10-15,0 0-5 0,0 0-5 16,0 0 23-16,0 0 16 0,-45 29 30 0,18-10 9 16,-11 15 22-16,0 1 7 0,-10 6 17 15,-18 7-1-15,-3 8 14 0,2-5-20 0,-1 2 14 16,1-5-2-16,15-8 2 0,3-5-15 15,5-2-7-15,3-2-10 0,0-4-18 0,15-6-8 16,1-2-13-16,6-5-11 0,6-4-6 16,1-2-12-16,1 1-4 0,3-2-7 15,3-2-8-15,-4-2-6 0,9-3-4 16,-7 7-4-16,7-7-9 0,-6 4-32 16,6-4-44-16,-5 3-60 0,5-3-75 0,0 0-85 15,-7 4-89-15,7-4-101 0,0 0-129 16,-5 6-100-16,5-6 51 0,-7 8-463 0,-1-5-564 15</inkml:trace>
  <inkml:trace contextRef="#ctx0" brushRef="#br0" timeOffset="-92977.69">26421 13034 2877 0,'5'-11'16'0,"-3"2"38"0,2 2 27 16,-2 0 34-16,-1 0 42 0,3 1 23 0,0-1 21 16,-4 7 6-16,3-9-11 0,-1 6-18 15,-2 3-19-15,0 0-11 0,0 0 14 0,0 0-4 16,0 0-12-16,2 25-7 0,-6-11-16 15,-1 8 7-15,-4 7 2 0,-3 2-3 0,1-2-16 16,-2 3-8-16,-1-3-10 16,1 1 5-16,1 1-22 0,1-3-9 0,-3 1-7 15,5-7-6-15,1-3-8 0,3-3-5 16,-4 1-6-16,4-5-3 0,-1 0-5 0,4-6-5 16,-1 3-62-16,1-3-64 0,2-1-75 15,0-5-95-15,0 0-107 0,0 0-108 0,0 0-158 16,0 0-32-16,0 0 57 0,25-17-463 15,-14 12-554-15</inkml:trace>
  <inkml:trace contextRef="#ctx0" brushRef="#br0" timeOffset="-92594.52">26552 13239 3083 0,'0'0'72'16,"0"0"25"-16,3-7 10 0,-3 7 25 0,0 0 19 15,0 0 10-15,0 0 31 0,0 0 3 16,0 0-15-16,0 0 5 0,2 21-22 0,-2-15-16 15,0-6-10-15,6 17-13 0,-2-8-3 16,-1 2-13-16,6-3-1 0,0 2-13 0,0-1-5 16,5-3-10-16,-1 1-1 0,4-2-9 15,-4-3-7-15,7 1-10 0,-4-3-5 16,4-5-3-16,1 2-2 0,-1-4-7 0,3 1-2 16,-1-3-3-16,-2 0-3 15,-4 2-3-15,-3 3 4 0,-1-2-1 0,-1 3-5 16,-4 1-8-16,-7 2 1 0,0 0 0 15,0 0 11-15,16 11 1 0,-16-3-4 0,-2 2 0 16,-2 2-2-16,1 3-3 0,-2 6 1 16,-1 0 15-16,3 0-1 0,-1 1-6 0,2-3-2 15,0 0-5-15,2-3 5 0,0 0-5 16,0-3-4-16,0 0-3 0,2-1 0 0,0-2-6 16,0-2-40-16,0-1-58 15,0 0-71-15,-2-2-85 0,0-5-101 0,1 11-99 0,-1-6-125 16,0-5-131-16,-1 9 44 0,-3-5-537 15,-2 0-660-15</inkml:trace>
  <inkml:trace contextRef="#ctx0" brushRef="#br0" timeOffset="-91409.25">29103 12196 3077 0,'0'0'-87'0,"8"-9"35"0,-4 6 34 16,-4 3 35-16,3-3 35 0,-3 3 25 15,0 0 22-15,4-6 8 0,-4 6 1 0,0 0-11 16,0 0-11-16,0 0-9 0,0 0 0 15,0 0-14-15,0 0 24 0,-22 16-4 16,2 7 17-16,-5 0-2 0,-3 13 23 16,-5 6-13-16,-4 4 5 0,1 4-5 15,-13 10-7-15,10-13-10 0,-2 3-8 0,0-1 14 16,1-3-4-16,2-5-4 0,5-2 5 16,0-1-8-16,8-5-7 0,3-12-3 0,5 2-12 15,4-7-6-15,1-4-4 0,4-2-5 16,3-3-1-16,1-1 0 0,0-2-8 0,4-4 1 15,-7 9-4-15,7-9-6 0,0 0-7 16,0 0-28-16,0 0-52 0,0 0-62 0,0 0-58 16,0 0-87-16,0 0-82 15,0 0-113-15,-12-14-188 0,12 14 18 0,0 0 61 16,-6-7-358-16,6 7-406 0</inkml:trace>
  <inkml:trace contextRef="#ctx0" brushRef="#br0" timeOffset="-90377.81">29482 12256 2362 0,'-5'-4'-144'0,"-1"2"21"15,6 2 9-15,-12-7 5 0,8 3 8 0,4 4 10 16,-11-4 14-16,8-1 10 0,3 5 5 15,-10-5 3-15,10 5 14 0,-6-3 20 16,6 3 24-16,-9-6 21 0,9 6 27 0,-10-2 19 16,10 2 13-16,-12-6 16 0,12 6 12 15,-7-4 15-15,7 4 14 0,-7-4 14 0,7 4 0 16,0 0 12-16,-10-6 4 0,10 6 7 16,0 0-5-16,0 0-6 0,0 0-17 0,0 0-15 15,0 0 18-15,0 0 13 0,8 24 8 16,5 1-3-16,8 2 0 0,6 8-10 15,1 7 4-15,12 3-13 0,0 3-16 16,15 10-12-16,-1 0-12 0,0 1-9 16,-2-5-11-16,-9-11-9 0,-4 0-10 0,-1 0-4 15,1-2-8-15,-5-4-4 0,0 0-6 16,-5-1-6-16,-6-10-4 0,-3-1-2 0,2-4-3 16,-3 1-1-16,-4-7-4 0,-1-2-1 15,-5-1 32-15,0-2 12 0,0-2 5 0,0 1-2 16,-4-1-5-16,1-4-8 0,-2 2 0 15,-1-1-9-15,2-1-3 0,-5-4-5 0,5 8-6 16,-1-6-2-16,-4-2-3 0,6 8-8 16,-3-4-6-16,-3-4 0 0,6 5-4 15,-6-5-51-15,6 4-50 0,-6-4-64 16,0 0-78-16,6 4-97 0,-6-4-108 16,0 0-169-16,0 0-100 0,0 0 45 0,0 0-482 15,0 0-607-15</inkml:trace>
  <inkml:trace contextRef="#ctx0" brushRef="#br0" timeOffset="-89527.39">28004 13253 2945 0,'6'-6'-29'0,"-6"6"30"16,0 0 20-16,1-7 27 0,-1 7 32 0,0 0 23 15,0 0 19-15,4-10 3 0,-4 10-13 16,4-5-12-16,-4 5-10 0,11-7-8 0,1 4-2 15,-1-3-2-15,7 2-6 0,-4 2-13 16,8-2 0-16,-1 1 2 0,-3 3-17 0,5-2 12 16,-3 4-6-16,-4-1 3 0,2 1-1 15,-3 4 5-15,-3-3 4 0,-3 4 10 0,-2 0 10 16,-1 1 10-16,-4 2 12 0,-2-1 0 16,0 3-3-16,-4 0-8 0,-1 2 5 15,-5-1-9-15,3 4-2 0,-5 0-12 16,1 1-9-16,-1-3-6 0,1 5-5 15,2-6-4-15,-2 3-5 0,4-2-3 0,0-1-3 16,3-2 1-16,2 1 1 0,0-1 1 16,0 0 3-16,4 1-2 0,2 3-5 0,-2-1-5 15,3 1-2-15,1-1-4 0,-2 1-2 16,2-1 9-16,-2 0 3 0,-1 1 8 0,3-3 1 16,-4-1 16-16,-2 0 11 0,0-1 11 15,-2 1 9-15,-2-1 1 0,1-1-2 0,-8-2-1 16,4 3-7-16,-6-5-12 0,-3 1-5 15,3 0-1-15,-2-3-14 0,-2 1-12 0,1-3-25 16,3-2-70-16,-2 0-75 16,4 0-78-16,-3-5-77 0,3 3-85 0,1-4-78 15,-2 0-86-15,5-5-156 0,3 1-14 16,1-2 59-16,3-1-500 0,2-5-611 16</inkml:trace>
  <inkml:trace contextRef="#ctx0" brushRef="#br0" timeOffset="-89176.5">28255 13426 3168 0,'13'-8'3'0,"-1"0"24"16,-1 2 31-16,0 2 45 0,5-3 33 15,-1 3 19-15,1 2 1 0,-2-1-4 16,6 6-16-16,-3-3-8 0,0 6-4 16,1 2-2-16,-4 5-2 0,-2 1-3 15,-2 5 2-15,-9 0 8 0,-2 6 8 0,-3-3 10 16,-10 9 5-16,-1-2 14 0,0 2 0 15,-2-4 7-15,-2-3-21 0,4-2-2 0,1-4-4 16,5-3 2-16,1-4 10 0,5-2 16 16,0 0 0-16,6-1 1 0,-2 2-17 0,5-2-16 15,3-1-12-15,4 1-12 0,1 0-14 16,-1-2-11-16,4 1-7 0,-4-3-10 16,5 4-5-16,0-1-11 0,-6-2-26 15,3 0-32-15,-1-1 0 0,-5 1 0 0,3-2 0 16,-2 1 0-16,-1-1 0 0,-9-3 0 15,12 2-30-15,-12-2-109 0,9 3-39 0,-9-3-38 16,9 2-55-16,-9-2-70 0,0 0-94 16,16 0-104-16,-16 0-154 0,7-5-68 15,-7 5 70-15,6-4-634 0,-6 4-783 0</inkml:trace>
  <inkml:trace contextRef="#ctx0" brushRef="#br0" timeOffset="-88460.86">29647 13422 3451 0,'7'-6'-117'15,"0"-4"45"-15,-1 5 42 0,1 1 40 16,-7 4 45-16,7-6 28 0,-7 6 14 16,5-4 2-16,-5 4 0 0,0 0 28 15,0 0 20-15,6 17 8 0,-8 1-6 16,0 1 4-16,-1 4-3 0,1 2-8 0,0 1 0 15,0-1-13-15,2 1-10 0,-2 2-9 16,0-5 1-16,6 3-9 0,0-3-11 0,3-2-6 16,-1-4-1-16,2-3-9 0,-1-2-6 15,4-3-10-15,0-2-4 0,3-2-9 0,-1-3 0 16,3-2-11-16,1-3-9 0,4-4-17 16,0-2-5-16,8-7-4 0,-1-1-2 0,-3-1 2 15,-2-1 3-15,-4 5-4 0,-6 5 2 16,-5 3-4-16,1 0 2 0,-3 2-3 15,-6 4 3-15,0 0 4 0,0 0 10 16,0 0 6-16,-7 25 9 0,-3-11-3 0,2 5 11 16,-1-1 0-16,1 3-2 0,0 2-5 15,3-1-1-15,-1-1-4 0,0-1 1 16,5-1-2-16,-3 0-2 0,2-2-6 0,2-5-3 16,-2 0-38-16,2-2-50 0,2 2-59 15,-2-4-72-15,0 0-93 0,0-2-102 0,0-6-123 16,2 8-180-16,-2-8 55 0,0 0 68 15,0 0-387-15,0 0-448 0</inkml:trace>
  <inkml:trace contextRef="#ctx0" brushRef="#br0" timeOffset="-88193.35">30136 13568 3014 0,'4'-14'173'0,"-4"4"26"16,0 3 13-16,2 2 17 0,-2 5 9 0,0 0-4 15,2-12-15-15,-2 12-16 0,0 0-7 16,13 0 3-16,-13 0-23 0,23 9-19 0,-9-1-15 16,0 2-10-16,4 4 0 0,-3 1-4 15,4 6 6-15,-6-1-4 0,-1-1 2 16,-5 3-3-16,-3-1-8 0,0 1-3 0,-2 5-12 16,-2-4-5-16,-4 2-9 15,-2 8-10-15,1-2-9 0,-1 2-12 0,0-9-9 16,0-2-26-16,3-6-71 0,-1 1-84 15,2-1-84-15,-2-1-96 0,3-3-103 0,-3-2-100 16,1 1-126-16,-1-3-95 0,4 1 46 16,-1-4-559-16,-1 0-706 0</inkml:trace>
  <inkml:trace contextRef="#ctx0" brushRef="#br0" timeOffset="-87977.45">30158 13943 3593 0,'-7'-4'136'0,"2"0"50"0,5 4 41 0,-6-6 37 15,6 6 42-15,0 0 24 16,-6-6 8-16,6 6 1 0,0 0-27 0,0 0-30 16,0 0-27-16,21-7-30 0,-21 7-21 15,27 1-21-15,-10 1-21 0,2 0-40 0,-2 0-57 16,1 0-77-16,-4-1-76 0,0 2-75 16,-1-3-70-16,-13 0-92 0,20 2-86 0,-13 0-89 15,0 2-108-15,-7-4-141 0,8 2 54 16,-8-2-579-16,0 0-733 0</inkml:trace>
  <inkml:trace contextRef="#ctx0" brushRef="#br0" timeOffset="-87162.98">31395 12337 3506 0,'-14'-9'-15'0,"5"6"33"0,9 3 43 15,-7-8 32-15,7 8 32 0,-9-4 16 16,9 4-1-16,-8-5 0 0,8 5-14 15,0 0-16-15,0 0 29 0,0 0 30 0,0 22 16 16,8-1 11-16,5 14-14 0,13 12-15 16,9 6-19-16,15 15 23 0,5 3-11 0,6 1-19 15,6-4-9-15,-1 4-8 0,-1-8-14 16,-4-2-12-16,-4-6-10 0,-15-15-6 0,-6-5-8 16,-3-4-13-16,-10-9-1 0,-3-4-12 15,-4-3 0-15,-5-6-9 0,-4-1-1 16,2-3 1-16,-4 1-7 0,1-2-3 15,-3 1-2-15,3-1-3 0,-1-2-9 16,-5-3-6-16,5 7-51 0,-5-7-72 0,6 7-86 16,-6-7-93-16,0 7-123 0,0-7-130 15,-8 11-239-15,5-5 38 0,-6 1 81 0,0 1-515 16,-4 0-645-16</inkml:trace>
  <inkml:trace contextRef="#ctx0" brushRef="#br0" timeOffset="-86745.16">31548 13544 3641 0,'-13'-7'185'16,"4"2"5"-16,0 3 22 0,9 2 21 16,-7-5 9-16,7 5 12 0,0 0-17 15,0 0-23-15,0 0-24 0,21-10-16 16,-2 10-24-16,8 3-11 0,10 4-13 0,4 0-15 16,-3 3-11-16,0 2-11 0,-6 2-13 15,-3 0-7-15,-1 1-4 0,-4 4-9 16,-12-4-5-16,1 2 12 0,-4 1-6 0,-6-1 16 15,-1 4 4-15,0-1 10 0,-4 3-4 16,0 1-2-16,-1-1-8 0,-1 12-11 0,0-8-1 16,1-5-9-16,-1 2-6 0,0-7-5 15,0 5-10-15,-2-3-7 0,-1 0-84 0,3-5-84 16,-1 1-82-16,-4-1-89 0,2 0-92 16,-1 0-73-16,3-5-105 0,-2 1-158 0,4-3 27 15,1-4 68-15,2-3-505 16,0 0-621-16</inkml:trace>
  <inkml:trace contextRef="#ctx0" brushRef="#br0" timeOffset="-86563.31">31684 13911 3450 0,'-20'-14'120'0,"4"5"37"16,4 1 47-16,2 3 53 0,3 1 59 0,1-2 18 16,6 6-8-16,-10-7-15 0,10 7-26 15,0 0-28-15,0 0-26 0,20-7-20 16,-5 7-27-16,8 1-21 0,3-1-57 15,16 4-99-15,1-2-113 0,0-2-106 16,5 0-116-16,-1-2-125 0,-3 0-141 0,4-3-168 16,-4 2 55-16,1-4-571 0,-2 0-737 15</inkml:trace>
  <inkml:trace contextRef="#ctx0" brushRef="#br0" timeOffset="-86176.65">32339 13687 3767 0,'-6'-8'69'0,"1"4"42"0,5 4 28 15,-6-9 24-15,6 9 19 0,0 0 15 0,-4-6-7 16,4 6-20-16,0 0-19 0,23-2-16 16,-23 2-13-16,25 0-16 0,-12 4-11 15,2 0-11-15,-1 2-8 0,-1 3-6 16,-2 1-6-16,-3 3-5 0,-2-1-8 16,-2 2-3-16,-3 1-7 0,-4-1 11 0,-5 3 18 15,0 0 20-15,-3-1 31 0,0 0 19 16,-3-1-5-16,3-1-7 0,-1 3-9 0,1-6 0 15,3 1-10-15,3-4 4 0,-3 2-3 16,4 1-5-16,0 1-11 0,1 3-9 16,3-1-10-16,-2-3-5 0,2 5-5 0,0-3-10 15,-2 1-3-15,2 1-5 0,0 2 13 16,-2-3-4-16,2-2-25 0,-6 3-31 16,5-5 0-16,-4 0 0 0,-1 2 0 15,1-1 0-15,-4 1 0 0,-2-4 0 0,0 1 0 16,-2-2 0-16,-4 0 0 0,-3-2 0 15,4-2 0-15,-4-1 0 0,0-2 0 0,-1 1 0 16,-4-4-278-16,6 0-288 0,0-1-190 16,0 1-135-16,4-2 78 0,1 1-849 15,3 1-1099-15</inkml:trace>
  <inkml:trace contextRef="#ctx0" brushRef="#br0" timeOffset="-84462.93">27581 11198 4092 0,'4'-12'-285'0,"-1"0"42"0,1 2 29 15,-2 5 36-15,0-3 34 0,0 4 17 0,-2 4 10 16,1-5 12-16,-1 5 11 0,0 0 32 15,0 0 34-15,2 21 27 0,-5 2 23 0,-5 14 1 16,-1 15 3-16,-3 3-3 16,1 5 0-16,-1 1 0 0,1-1 27 0,-4 1 0 15,3-3-7-15,1-3-4 0,2-1-5 16,-3-7 1-16,2-7-5 0,3-3-4 0,-1-2-1 16,4-10-3-16,-3-4-2 0,3-3-3 15,0-4-1-15,1-3-1 0,0 1-2 0,1-3-33 16,0-5-61-16,2-4-86 0,0 0-105 15,0 0-182-15,0 0 17 0,-6-23-120 0,6 10-60 16</inkml:trace>
  <inkml:trace contextRef="#ctx0" brushRef="#br0" timeOffset="-82380.49">27554 11122 1534 0,'0'0'-22'15,"-4"-8"14"-15,4 8 12 0,0 0 5 16,2-7 5-16,-2 7-2 0,11-3-5 0,0-1 2 15,3 4-1-15,8-2-1 0,3 2-2 16,4 0 3-16,15 0-4 0,4 2 4 0,1-2-6 16,3 0 3-16,11 2-5 0,0 0 1 15,-11-1 5-15,9 4-8 0,1-1 2 0,-2 0 5 16,-13 0-4-16,3 0 2 0,7 2-1 16,0 1-2-16,-10-3 2 0,10 4 0 0,1-2-4 15,-1 1 4-15,0 0-2 0,4-2 0 16,2-1 1-16,0 1-2 0,0-2 0 15,0 1 0-15,-14-3 1 0,0 3 0 16,-1-4 1-16,0-3-1 0,-4 3 3 0,3-1 0 16,-3 0-7-16,-2-1 1 0,-12 2 2 15,1-2 3-15,-2 0-2 0,-3 2 0 16,1-1-4-16,-6 1 0 0,2 0 2 0,0 1 1 16,0-1 0-16,0 0 7 0,3 0 0 15,0 0-8-15,1 2 2 0,2-2 1 0,1 0-2 16,13-2 13-16,-2 4-1 0,5-2-3 15,0 0-1-15,1-3 2 0,-1 0 1 16,4 3-2-16,-3-2-3 0,3 2-4 0,-3 0 4 16,1 0-1-16,-2 0-1 0,0 0-2 15,-1 2-2-15,3-2-1 0,-5 3 2 16,4 0-1-16,-6-1 1 0,0 0-1 0,0 0 4 16,-1 1-3-16,-8-3-3 0,-3 1 1 15,0-1 0-15,-1-1 3 0,-1-2-3 0,2 2-1 16,5-4 6-16,-2 2-1 0,-5 0-3 15,0 1 1-15,2 2 0 0,8-6-4 16,4 4 1-16,-5 2 1 0,4 0 4 0,1 0-3 16,2 2 1-16,-1 2-10 0,-2-2 0 15,2 0 6-15,-10 1-6 0,4 0 0 0,-5-1 7 16,-6-2 2-16,-6 0-3 16,-1 0 21-16,2 0 2 0,-4-2 9 0,2 0-3 15,-2-2 1-15,0 2-2 0,2 0 5 16,-1-2-1-16,-4 1-3 0,-2 0-5 0,2-1 3 15,3 3-2-15,-5-3-6 0,3 2-2 16,-1-2-1-16,1 2 0 0,-1 2 0 0,1-3-1 16,-1 2-3-16,-1 1 2 0,1-4-3 15,-1 4 0-15,-3-1 1 0,-9 1 0 0,16-3 9 16,-8 3 1-16,-8 0-1 0,12-3-4 16,-12 3-1-16,0 0-2 0,13 0-3 0,-13 0-1 15,9 3 2-15,-4 5-1 0,-4-4 3 16,5 8 2-16,-4 3 2 0,2 4 6 15,-4 6 17-15,-2 13 0 0,-2 2-1 0,-5 11 16 16,-3 2 0-16,-1 0-5 16,-7 0-2-16,4 1 23 0,-4-5-7 0,-1 2-8 15,3-5-3-15,0 1-6 0,5-10-3 16,1-2 0-16,3-1 3 0,2-1 11 0,-2-4-6 16,5-4-2-16,1-5-5 0,1-5-4 15,2 3-7-15,-2-5 0 0,0 1-3 0,0-2-2 16,2-3-5-16,-1 4-3 0,-3-1 2 15,2 0-2-15,-3 0-3 0,2 0 2 0,-1-1-1 16,-2 2-9-16,6-1 4 0,-3-2 2 16,1 1-5-16,0-3 3 0,2 1-4 15,-4-3 5-15,4 2-11 0,0-8 6 16,-1 12-1-16,1-8-3 0,0-4-2 16,-2 11 4-16,2-5 1 0,-3-2-6 0,1 4 5 15,0-2-1-15,0 1-1 0,1-1 0 16,-3 2 0-16,0 2-3 0,0-3 2 0,3 0-1 15,-1 0 0-15,0 0 4 0,2 0-5 16,-4-2 5-16,4-5 0 0,-3 10 2 0,3-10-7 16,-1 7 0-16,1-7 2 0,-4 7 0 15,4-7-1-15,-4 5-1 0,4-5 5 16,-3 4 1-16,3-4-5 0,-8 4 6 0,8-4-1 16,-7 4 4-16,7-4-8 0,-14 3 3 15,6-1-1-15,-1-1-4 0,9-1 4 16,-21 4 1-16,5-2 2 0,2-2-1 0,-6 1-2 15,0-1 2-15,-7-1-1 0,-2-1-1 16,-11 0-4-16,-2-1 4 0,2-1 3 16,-4 1-4-16,2-3-2 0,-2 2 0 0,1 0 3 15,-4-3-1-15,4 2-6 0,0-2 6 16,-2 1 1-16,2-1-4 0,-3 2 5 0,4-2-7 16,-2 0 8-16,2 2-1 0,1-1-8 15,0 3 6-15,-1-3-4 0,5 3 6 16,0-2-3-16,4 3 4 0,5 0-10 15,-10 0 6-15,5 0-2 0,5 2 3 0,-1-2 1 16,0 2-2-16,1 0 0 0,-1 0-5 16,3 0 4-16,0 0-3 0,-1 2 6 15,0 0-6-15,4 0-1 0,2-2 0 0,-3 4 2 16,2-2 5-16,-3 1-4 0,7 0 0 16,-3-3-1-16,-2 6 4 0,1-5-3 0,2 1 1 15,-3 2 3-15,2-2-3 0,0 0-3 16,0 1 5-16,-6 0-1 0,1-1 3 0,-1 0-4 15,-2-2-1-15,0 2 1 16,3-2 0-16,-5-2-3 0,1 2 6 0,-10-4-1 16,-2 4-8-16,2-3 3 0,-2 0 10 0,2 1-8 15,0-2 4-15,0 0 0 16,-1 3 2-16,0-2-7 0,3 0 0 0,-2-1 4 16,2 0-5-16,5 2 4 0,-7 0-3 15,10 0-3-15,3 0 3 0,-2 0 1 0,3 0-1 16,-2-2 5-16,1 4-2 0,0-1-7 15,-1 0 5-15,-1-2 2 0,2 1-1 0,1 0-1 16,-3 0 1-16,2 0-2 0,-2 0 4 16,1 0 0-16,-1 0 5 0,-11-2-7 15,12 2 2-15,1 0-7 0,3-1 9 16,-1 2-7-16,0-4 5 0,0 4 0 0,4 0-3 16,1-1 0-16,-4 2 5 0,5-2-7 15,-1 0-3-15,-1 2 7 0,1 0 2 16,0-2-2-16,-1 1 0 0,-3 0 0 0,-1-2-5 15,3 0 5-15,-4-1 1 0,-9-3-2 16,-2 1 2-16,5 0-6 0,-2-2 5 16,0-1-3-16,5 4 3 0,2 2-3 0,0-1 0 15,-9-2 2-15,6 0-1 0,5 3-8 16,-2 3 10-16,1-2-6 0,1 1-1 0,2-1 10 16,2-1-5-16,1 3 3 0,-1 0-4 15,1-1 3-15,3 1 0 0,-2 0 0 0,2 0-2 16,-4 0 3-16,2 1-3 0,-2-1 0 15,2 0 1-15,0 0-1 0,-2-1 3 16,0 1-2-16,0 1-2 0,1-1 5 16,-5 3-3-16,0-1-1 0,0-1-1 0,0 3-1 15,-2-1 1-15,3 1 6 0,3-3-8 16,-1 4 4-16,6-3-1 0,0 0 0 16,1-1 5-16,3 1-6 0,12-2 2 0,-18 2 2 15,18-2 2-15,-20 2 8 0,20-2 6 16,-11 0-3-16,11 0 5 0,0 0 3 0,-19 0 1 15,19 0-13-15,0 0 2 0,-18 0 1 16,18 0-7-16,-14-2 0 0,14 2 2 0,0 0-2 16,-16 2 4-16,16-2 1 15,0 0 0-15,0 0-7 0,0 0-3 0,0 0-13 16,-15 0-50-16,15 0-69 0,0 0-99 16,0 0-149-16,0 0-162 0,0 0 30 15,0 0-230-15,0 0-231 0</inkml:trace>
  <inkml:trace contextRef="#ctx0" brushRef="#br0" timeOffset="-77063.54">27611 14533 736 0,'0'0'336'15,"0"0"-101"-15,-4-7-30 0,4 7-15 16,0 0-2-16,-2-5-4 0,2 5-12 0,0 0-4 16,0 0 2-16,0 0 7 0,0 0 0 15,0 0 4-15,0 0-4 0,-4-9 2 0,4 9-2 16,0 0-4-16,0 0-9 15,0 0-3-15,0 0-4 0,0 0-7 0,0 0-1 16,0 0-7-16,0 0 2 0,0 0-5 16,0 0-6-16,0 0-1 0,0 0-12 15,0 0-8-15,0 0 5 0,-11-3-7 0,11 3-8 16,0 0 14-16,0 0-9 0,0 0 13 16,0 0-6-16,0 0-2 0,0 0 11 0,0 0-12 15,0 0-11-15,0 0-7 0,0 0-13 16,0 0-6-16,0 0-8 0,0 0-6 0,0 0-6 15,0 0-2-15,0 0-7 0,0 0-6 16,0 0 0-16,-16 23-10 0,11-10 0 0,-2 4 2 16,-1 4-4-16,-2 9-1 15,1-1-7-15,3-4 5 0,3 1-7 0,-1-4-4 16,2 4 0-16,-1-2 3 0,1-6-9 16,4 3 3-16,-2 0-1 0,3-5 7 15,-3-2-10-15,2 1 7 0,-2-5 9 0,2-3 7 16,1 3 3-16,1-3 1 0,3-4-2 15,1 1-4-15,-8-4-6 0,25 0 3 0,-11-4-2 16,0-2-9-16,8-2 2 0,-6-1-6 16,6 0 5-16,3-8-4 0,-4 6-6 0,-5 1 1 15,-4 2 3-15,1-1 0 0,-3 1-2 16,0 4-2-16,-5-2-4 0,3 4-3 0,-5-3 6 16,-3 5-10-16,8-5 3 0,-8 5 1 15,0 0 3-15,0 0-1 0,0 0 0 16,0 0 2-16,-4 22-1 0,-2-11 0 15,3 5 1-15,-5 3 0 0,3 1 2 0,-5 9 0 16,2-3 0-16,5-2 0 0,-3-2 2 16,2 0-1-16,0 0-4 0,2-4 3 15,0-1-2-15,-2-2 0 0,4-1 2 0,0-1 1 16,-1-4 0-16,1 0-4 0,1-1 2 16,-2-1 0-16,1 1-2 0,0-8 4 0,0 8-4 15,0-8-5-15,0 9 3 0,0-9-50 16,-2 4-60-16,2-4-74 0,-4 8-77 0,4-8-94 15,-6 5-121-15,6-5-137 16,-12 3-216-16,7 1 53 0,5-4 94 0,-7 1-565 16,7-1-711-16</inkml:trace>
  <inkml:trace contextRef="#ctx0" brushRef="#br0" timeOffset="-76613.61">28074 14815 3515 0,'6'-9'32'0,"-6"0"19"15,4 6 15-15,-4 3 12 0,0 0 14 16,0 0-28-16,1-8 10 0,-1 8-9 16,0 0 29-16,0 0 12 0,0 0-12 0,4 20-8 15,-4-10-5-15,2 3-5 0,0-1-8 16,1 5 9-16,-2-5-4 0,-1 1-4 0,4 1-2 15,0-2-3-15,-1-2-2 0,1 0 3 16,2-3 10-16,-3 2-2 0,6-2 11 16,0-2-13-16,-4-3-7 0,-5-2-5 0,22 0-5 15,-22 0-6-15,25-2-4 0,-11-5-1 16,0 2 14-16,1-2 6 0,-6-1 6 0,3 2 16 16,-2 1-5-16,-3 2-11 0,-7 3-7 15,12-5-8-15,-12 5-9 0,0 0-1 16,0 0-2-16,0 0 3 0,0 22-3 15,-6-7-4-15,-2 4-1 0,-1 2-4 0,-2 4-2 16,-1 4-6-16,1 0 3 0,-3 0 6 16,6-4-13-16,1-6-5 0,0 1 3 15,-2-1-5-15,4-3-5 0,-1-3-2 0,4 0-3 16,-1-4-2-16,1-2-2 0,0 0-53 16,-2 0-67-16,4-7-82 0,0 10-94 0,0-10-126 15,0 5-164-15,0-5-154 16,0 0 47-16,0 0-564 0,0 0-719 0</inkml:trace>
  <inkml:trace contextRef="#ctx0" brushRef="#br0" timeOffset="-75681.44">27282 14532 3211 0,'-18'-9'-97'0,"3"2"31"16,3 3 20-16,3-2 27 0,0 0 36 15,0 6 31-15,4-6 21 0,5 6 8 0,-7-6 6 16,7 6 4-16,0 0-6 0,0 0-12 16,0 0-4-16,34-9 0 0,5 7-12 0,17 2 3 15,17 2-9-15,15 2-7 0,23 3-8 16,11 5-4-16,0 0-5 0,-2 3-3 16,-9-1-7-16,-4 1 3 0,-27-3 7 15,-8-6-2-15,-9 2-8 0,-15-1 0 16,-10-1 2-16,-10-2 12 0,-5 0 13 0,-5-2 4 15,-3 2 4-15,-4-2 3 0,-3-1 3 16,1 5 6-16,-3 2 12 0,-1 6 8 0,-5-1-9 16,0 8-5-16,-1 4-5 0,-9 13-6 15,-1 13-6-15,-1 0-6 0,-2-2-3 0,0 1-5 16,1-2 0-16,-1-2-5 0,1 3-5 16,2-12 0-16,1-2-5 0,0-2 0 15,-1-3-6-15,7-5 2 0,-2-6-3 16,3-4-2-16,-3-2 0 0,4-2 4 15,-2 0-5-15,3 0 30 0,-1-5 0 0,0 2-6 16,0 1 16-16,-3 2 9 0,2-3-1 16,-1 2-4-16,-2 1-6 0,5-2-3 0,-5 0 1 15,1 2-11-15,0-1 2 0,-1 0-9 16,3 0 1-16,-3-1-4 0,2-2-2 0,-1 2-1 16,0-4-1-16,2 2 1 0,-1-2 19 15,-2-2 17-15,3 2 18 0,-7-1 4 0,-5-1 2 16,-7 0-11-16,-3 1-5 0,-20 0-5 15,-12 4-10-15,-10-1-2 0,-3-1-6 16,-5 0-7-16,-7 1-6 0,-1-2 0 16,-5 0 2-16,6 0-4 0,-2-2-4 15,6 1 0-15,5 1-7 0,3 0 1 0,6-1 1 16,4-1-4-16,12 1 0 0,5 0 19 16,5-2-1-16,6 0 5 0,5-1-4 0,2 3-2 15,6-2 4-15,2 0 10 0,1-2 6 16,3 1-6-16,1 2-3 0,3-3 20 0,9 0-5 15,-17 1 10-15,17-1 8 0,0 0 24 16,-12-1 12-16,12 1-14 0,0-12-9 0,6 4-8 16,0-6-9-16,9-9-8 0,3-7-28 15,6-7-36-15,1-5 0 0,3-3 0 16,5-9 0-16,-1-2 0 0,7-18 0 0,2-5 0 16,-1 0 0-16,3-2 0 15,-4 3 0-15,1 5-81 0,-11 18 1 0,-4 7 1 16,-4 8-1-16,-8 10-10 0,-3 10-26 15,-3 3-30-15,-1 2-43 0,-4 7-42 0,-2 4-34 16,0 4-53-16,0 0-73 0,-18 2-85 16,18-2-147-16,-22 22-123 0,5-2 64 0,-5 4-542 15,2 3-686-15</inkml:trace>
  <inkml:trace contextRef="#ctx0" brushRef="#br0" timeOffset="-75129.01">26904 15615 3392 0,'5'-7'-31'0,"0"0"19"0,-5 7 15 0,5-6 6 16,-5 6 4-16,0 0 21 0,0 0 21 15,0 0 22-15,-40 4 16 0,2 10 13 16,-19 5 16-16,-6 5 24 0,-18 7 16 0,-11-2 4 16,3 4 11-16,-8 2 7 0,9-3 6 15,-7-1 11-15,9-1-4 0,2-1 0 0,23-4-16 16,3-2-12-16,8-4-13 15,7-1-17-15,9-5-12 0,9-2-13 0,5-4-8 16,6 0-20-16,2 0-9 0,2-2-8 16,1-5-14-16,4 6-7 0,5-6-10 0,-14 4-39 15,14-4-55-15,-8 3-53 0,8-3-53 16,0 0-78-16,-5 4-87 0,5-4-96 16,0 0-149-16,0 0-152 0,0 0 52 0,16 7-539 15,-16-7-674-15</inkml:trace>
  <inkml:trace contextRef="#ctx0" brushRef="#br0" timeOffset="-74664.41">24854 16141 3444 0,'11'-15'40'0,"0"-2"22"0,-3 5 30 15,1 2 3-15,-1 3 40 0,-3-1 27 16,4 1 14-16,-4 1-12 0,-5 6-15 0,9-3 0 16,-9 3 19-16,0 0 14 0,9 22 2 15,-9-6 4-15,-7 6-8 0,2 9 16 16,-4 1 0-16,-3 0-4 0,0 3-16 0,0-2-18 16,1-2-15-16,-2 2-13 15,1-6-13-15,5-3-12 0,0-6-10 0,-3 1-10 16,4-5-12-16,0 0-9 0,1-4-11 15,1 0-4-15,0-3-12 0,1 1-86 0,1-4-83 16,2-4-94-16,-4 10-92 0,4-10-102 16,0 0-119-16,0 0-182 0,0 0-48 0,9-22 78 15,-3 15-525-15,0-5-678 0</inkml:trace>
  <inkml:trace contextRef="#ctx0" brushRef="#br0" timeOffset="-74364.46">24976 16293 3651 0,'0'-10'108'16,"0"10"32"-16,0 0 25 0,0 0 38 0,0 0 13 16,0-9 4-16,0 9-15 0,11-8-22 15,5 4-13-15,6-4-18 0,13-2-31 0,5 1-10 16,-1-1-14-16,4 2-12 0,-5 2-6 16,-10 3-8-16,-3-1-7 0,-5 6-11 15,-4 0 1-15,1 3 6 0,-7 7 10 0,-3 0 29 16,-1 5 9-16,-6 3 16 0,0 1 15 15,-6 14-1-15,-1-2 0 0,-3-1-9 16,1 1-12-16,-1-2-12 0,0 0-9 16,3-8-10-16,-4 5-9 0,1-5-7 0,2-6-13 0,3-3-6 15,1 3-11-15,0-7-37 16,1 0-88-16,1-1-87 0,2-3-83 0,0-6-73 16,-3 11-93-16,3-11-85 0,0 0-120 15,0 0-148-15,0 0 50 0,0 0-624 0,14-24-804 16</inkml:trace>
  <inkml:trace contextRef="#ctx0" brushRef="#br0" timeOffset="-74181.28">25185 16467 3830 0,'-13'-5'78'0,"0"-2"36"0,1 4 48 16,4-1 52-16,8 4 39 0,-9-3 27 16,9 3-28-16,0 0-27 0,-6-7-26 0,6 7-15 15,0 0-12-15,36-7-23 16,-11 6-14-16,2 1-16 0,1-2-42 0,1 2-98 15,-1 2-91-15,1-2-94 0,-6 1-104 16,0 1-97-16,-6 1-117 0,-3-1-191 16,-3 0 37-16,-1 0 73 0,-10-2-370 0,0 0-451 15</inkml:trace>
  <inkml:trace contextRef="#ctx0" brushRef="#br0" timeOffset="-73514.47">24815 16027 2967 0,'-13'-11'110'0,"2"3"19"0,3 1 23 16,0 1 17-16,5 2 15 0,3 4-4 0,-6-8-18 15,6 8-19-15,0 0-12 0,0 0-13 16,27-12-12-16,-2 11-13 0,16-3-8 0,22-2-12 15,7 2-2-15,9 2-10 16,5-4-11-16,-3 4-5 0,3 2-23 0,-1 0-10 16,-10 8-3-16,-3-2-6 0,-14 0-2 15,-13 3 0-15,-9 3-1 0,-6 4 3 16,-9 3 2-16,-9 4 24 0,-6 0 35 0,-4 3 31 16,-6 13 30-16,-4 2 31 0,-1 10 11 15,-2-1-1-15,-3 2-4 0,3 1-15 0,-1-3-16 16,3-1-6-16,4-8-17 0,1-3-16 15,4 2-5-15,0-4-9 0,2-7-14 0,0-5 0 16,2 0-12-16,-2-5-7 0,2-1 0 16,-2-4-7-16,0-2-2 0,0 2 8 0,0-4-15 15,0 0-4-15,-2-2-2 0,-4 1 1 16,-3 3-3-16,-9 0-3 0,-8 3 3 16,-5 2-3-16,-5-3-1 0,-18 1-3 0,0-3-1 15,-5 0-2-15,-6-3 2 0,0-4-3 16,-6-2 8-16,5 0 8 0,-1-3 0 15,3-3-1-15,-4-2 0 0,7-4 0 16,7 1-3-16,9 1-3 0,4 0-1 0,2 0-8 16,3 2 4-16,5 0-4 0,8 2 3 15,1-1-8-15,3 2-2 0,-1-1 4 0,8 1-4 16,-1 1 2-16,2-1 0 0,0-1 3 16,11 3-5-16,-11-12-5 0,8 4-2 0,6-7 1 15,6-5 0-15,4-13-12 0,11-9-35 16,2-7-32-16,3-7-30 0,9-21-23 15,0-1-19-15,1-3-12 0,-3 3-16 16,-4-1-19-16,0 2-13 0,-5 16-21 0,-6 7-4 16,-2 6 2-16,-2 7 2 0,-4 9-1 15,-4 8-2-15,0 9-17 0,-4 1-38 16,-1 4-45-16,0 3-87 0,-4 2-174 0,0 5 37 16,3-5-301-16,-3 5-347 0</inkml:trace>
  <inkml:trace contextRef="#ctx0" brushRef="#br0" timeOffset="-72763.36">28501 15631 2295 0,'-4'-11'47'0,"1"3"33"0,-1 1-5 16,-2 0 9-16,0 3 32 0,6 4 31 0,-7-11 33 15,7 11 13-15,-4-7-14 0,4 7-6 16,0 0 11-16,0 0 16 0,11-6 15 16,-11 6 4-16,40 6-5 0,2 2-20 0,16 9-21 15,4 5-16-15,7-1-20 16,17 14-11-16,0 1-13 0,-3 2-13 0,-7 3-11 16,-5 1-11-16,-22-4-7 0,1-4-6 15,-10 0-8-15,-4-3-8 0,-11-6 0 0,-4-3-8 16,-2-1-5-16,-5-6-4 0,-3-3 2 15,-4-4 12-15,1-1 36 0,-2 0 24 0,0-2 4 16,-3 1-1-16,-3-6-6 0,8 5-13 16,-8-5-10-16,12 1-11 0,-12-1-12 15,13 2-60-15,-13-2-81 0,11 2-102 0,-11-2-115 16,0 0-141-16,8 1-195 16,-8-1-164-16,0 0 67 0,0 0-581 0,-18 14-772 0</inkml:trace>
  <inkml:trace contextRef="#ctx0" brushRef="#br0" timeOffset="-72382.58">28897 16388 3689 0,'-5'-20'16'0,"3"5"27"0,0 1 49 0,4 4 38 15,-2 1 41-15,4 1 34 0,-2 3 12 16,-2 5 6-16,9-12 2 0,-9 12 5 0,0 0 15 16,23 12 3-16,-10 3 5 0,4 8-17 15,-4 7-22-15,1 4-6 0,-3 4-11 0,-3-1-12 16,-6 4-18-16,0 3-16 0,-2-3-13 15,-2 2-12-15,-2-6-13 0,-2 3-24 16,3-5 0-16,-3-2-7 0,1-2-16 0,-1-6 0 16,-1-10-12-16,6 0-31 15,-3-4-23-15,2 1 0 0,-2-4-68 0,3-1-134 16,1-7-113-16,0 8-121 0,0-8-140 16,0 0-182-16,0 0-79 0,12-20 78 0,-1 5-683 15,0-4-892-15</inkml:trace>
  <inkml:trace contextRef="#ctx0" brushRef="#br0" timeOffset="-71848.08">29246 16159 4283 0,'-17'-11'91'0,"1"3"19"0,5 4 27 16,4-2 32-16,1 0 1 0,6 6-8 15,-12-6-11-15,12 6-12 0,0 0-10 16,23-11-17-16,2 8-13 0,21-2-10 0,18 5-12 16,13 0-5-16,-1 2-9 0,4 4-8 15,-1-2-11-15,-5 3 0 0,-6-1-9 0,-5 1-6 16,-15 0 1-16,-7 0-4 0,-4 1-1 16,-9 0-4-16,-9-2 4 0,1 4 1 0,-9 7 19 15,-2 0 30-15,-6 9 32 0,-3 1 0 16,-7 12 25-16,0 12 4 0,-4 4 0 15,-5 1-7-15,3-2-3 0,-1 3-11 16,2-1-9-16,1 0-12 0,-2 4-8 16,8-4-7-16,-2-2-5 0,3-13-10 0,-3-1-6 15,6-6-5-15,-3-10-3 0,2-2-44 16,0-5-6-16,-2-5 0 0,4-1 0 0,-1-3 0 16,-1-1 0-16,0 0 0 0,2-7 0 15,-8 4 0-15,8-4 0 0,0 0 0 0,-31-6 0 16,9-2 0-16,-12-4 0 0,-16-3 0 15,-6-3 0-15,-6-2 0 0,-10 1 0 16,-20-3 0-16,1 0 0 0,18 8 0 16,2 3 0-16,10 1 0 0,13 5 0 0,11-3 0 15,6 6 0-15,10 0 0 0,2-2 0 16,5 3 0-16,3-1 0 0,11 2 0 16,-15-1 0-16,15 1 0 0,0 0 0 0,-10-4 0 15,10 4 0-15,0 0-26 0,0 0-475 16,0 0-78-16,0 0-133 0,0 0-163 0,0 0 60 15,0 0-778-15,0 0-1033 0</inkml:trace>
  <inkml:trace contextRef="#ctx0" brushRef="#br0" timeOffset="-71411.69">29509 16546 4098 0,'4'-6'-16'0,"-2"1"43"15,-2 5-5-15,0 0 1 0,0 0 27 0,-13-10 46 16,13 10 32-16,-25 10 17 0,5 0 9 16,-6 5 8-16,-4 3-2 0,-1-1 8 0,3 1-5 15,1 1 0-15,0 0-12 0,4 2-10 16,4-3-14-16,4-1-7 0,6 0-12 0,0-3-12 15,6 1-5-15,3-3-11 0,0 2-8 16,3-3-2-16,8-1-19 0,0 1-30 16,0-5-20-16,4 1-23 0,-2-4 1 15,1 1-1-15,-3-4 6 0,-11 0-3 16,22-6 3-16,-13 4 3 0,-4-5-2 0,2-1 6 16,-5-2-2-16,-2 2 0 0,0-1 3 15,-4-1-1-15,-3 1-1 0,2 0 4 0,-2 4-2 16,-3-1 1-16,0 0-3 0,1 1-1 15,0 2-44-15,9 3-52 0,-18-5-58 0,11 3-61 16,-1 0-68-16,8 2-75 16,-10-3-91-16,10 3-155 0,0 0-52 0,0 0 55 15,0 0-360-15,0 0-450 0</inkml:trace>
  <inkml:trace contextRef="#ctx0" brushRef="#br0" timeOffset="-71048.66">29733 16603 2772 0,'0'-8'45'15,"0"2"12"-15,0 6 28 0,3-11 4 16,-3 11 34-16,0-8 11 0,0 8-6 0,0 0-10 16,0 0-8-16,-14-4 17 0,14 4 10 15,0 0 23-15,-36 13 5 0,19-3 9 16,-2-1 8-16,2 0-17 0,0 0 0 15,1 5-13-15,4-3 1 0,1 1-6 16,4 0-12-16,1 1-11 0,5-1-9 0,-1 0-6 16,4 2-3-16,-1-2-17 0,5 2-7 15,-2-4-3-15,-2 3-6 0,-1-4-13 0,1-2-6 16,0 2 16-16,-2-3 16 0,0-6 18 16,0 12 8-16,0-12-7 0,-7 11-13 0,-3-7-9 15,1-2-11-15,-3 2-9 0,-1 0 0 16,-4 0-7-16,0-4-9 0,-2 0-3 15,4 0-9-15,-3 0-71 0,5 0-106 16,13 0-120-16,-25 0-155 0,13 3-198 16,5-3-217-16,7 0 49 0,-21 3 96 0,13 1-562 15,-3 3-710-15</inkml:trace>
  <inkml:trace contextRef="#ctx0" brushRef="#br0" timeOffset="-69498.63">24359 16759 3095 0,'0'0'-198'0,"0"0"39"16,0-6 35-16,0 6 31 0,0 0 27 16,0 0 25-16,0 0 22 0,0 0 15 0,0 0 19 15,0 0 15-15,0 0 10 16,0 0 1-16,0 0 7 0,0 0-4 0,0 0-1 15,0 0 14-15,0 0 18 0,0 0 13 16,-36 12 18-16,25-3 20 0,-4 1 16 0,-11 8 31 16,-9 9 18-16,-5 2 14 0,-7 4 12 15,-7 0 8-15,-15 9 4 0,-1-1 8 16,-4-3 5-16,1 2-6 0,12-9 1 0,2-2-14 16,6 0-13-16,1-4 0 0,11-2-16 15,8-4-19-15,7-4-17 0,3-3-12 16,7-3-21-16,3-2-4 0,4-1-7 15,-1-2-11-15,0-1-6 0,5 2-11 0,5-5-7 0,-14 5-12 16,8-1-5-16,6-4-6 16,-11 5-9-16,11-5-7 0,0 0-4 0,-12 3-48 15,12-3-69-15,-5 0-89 0,5 0-92 16,0 0-108-16,0 0-114 0,0 0-152 16,0 0-189-16,0 0 62 0,0 0 87 0,0 0-517 15,0 0-658-15</inkml:trace>
  <inkml:trace contextRef="#ctx0" brushRef="#br0" timeOffset="-68683.01">22649 17306 3430 0,'1'-9'-41'0,"-1"2"34"15,0 7 28-15,4-8 25 0,-4 8 19 0,0 0 20 16,0 0 6-16,0 0 61 0,0 0 21 15,0 0 14-15,-13 42 6 0,4-10 0 0,-3 3 9 16,1-1 4-16,-3 5-6 0,1-4-12 16,2 0-18-16,-1 1-18 0,3-4-11 15,-1-1-17-15,6-8-13 0,-4-5-6 0,3-1-11 16,1-4-17-16,1-1-4 0,1-2-3 16,0-1-4-16,-3-3-9 0,5-6-3 15,-2 11-5-15,2-11-6 0,-2 7-8 16,2-7-6-16,0 0-52 0,0 0-50 15,0 0-63-15,0 0-89 0,0 0-95 0,0 0-80 16,0 0-91-16,0 0-134 0,0 0-98 16,0 0 60-16,-14-18-410 0,14 18-545 0</inkml:trace>
  <inkml:trace contextRef="#ctx0" brushRef="#br0" timeOffset="-67998.39">22844 17406 2694 0,'0'0'-113'0,"7"-6"41"0,-7 6 27 15,0 0 32-15,0 0 34 0,2-6 25 16,-2 6 22-16,0 0 10 0,0 0-7 0,0 0-1 15,0 0-2-15,0 0 23 0,0 0 25 16,-8 26 7-16,4-11 10 0,-4 5 10 16,3 1 8-16,-6 8 3 0,4-5 9 0,3-2-15 15,1 0-11-15,-3-1-14 0,4-4 10 16,2 2-15-16,0-4 1 0,0 1-4 0,2-3-5 16,4-2-6-16,-1-2-8 15,6 1-9-15,-2-6-7 0,2 0-11 0,5-4-8 16,-16 0-3-16,36-6-5 0,-13-2-7 15,5-5-8-15,5-3 1 0,-8-3-3 16,-1-2-4-16,-1-1-1 0,-8 5-3 0,0 5-1 16,-3 2 5-16,-3 3 3 0,-1-1-3 15,-3 4 0-15,2-1 3 0,-7 5 10 16,0 0 2-16,0 0 10 0,0 0 0 0,-8 31 13 16,-2-12-7-16,5 2 17 0,-5 9-3 15,-2-1 4-15,5 3 5 0,2-5-1 16,3-3-13-16,0 0-4 0,2 0-10 0,-5 0-3 15,7-5-9-15,1-2-3 0,-3-4-1 16,2 1-6-16,-2-4 0 0,0 1-9 16,0-5-3-16,0 4 2 0,0-10-10 15,2 11-2-15,-2-11-47 0,-2 8-63 0,2-8-71 16,0 0-81-16,-5 8-75 0,5-8-68 16,0 0-75-16,-5 4-132 0,5-4-158 0,-8 2 53 15,8-2-498-15,0 0-665 0</inkml:trace>
  <inkml:trace contextRef="#ctx0" brushRef="#br0" timeOffset="-61883.7">25534 16878 3414 0,'-6'-8'38'0,"6"8"25"16,-9-8 39-16,5 4 26 0,4 4 37 16,-4-6 27-16,4 6 16 0,-6-5 6 0,6 5-8 15,0 0-20-15,0 0-16 0,-5-7-14 16,5 7 7-16,0 0-13 0,0 0 11 16,0 0-9-16,0 0 10 0,-4-7-10 0,4 7 4 15,0 0-11-15,0 0-9 0,0 0-13 16,0 0-5-16,0 0-9 0,0 0-10 0,0 0-15 15,0 0 5-15,0 0 13 0,0 0-6 16,-2 33-10-16,2-13-5 0,0 7-8 16,2 11-5-16,2 1-4 0,-3 2-1 15,5 1-8-15,-1 1-3 0,4-3-5 16,-4 2-1-16,3-4-9 0,1-4-1 0,-3-2-5 16,0-6-18-16,-1-6-13 0,-3-3 0 15,2-3 0-15,0-2 0 0,-1-1 0 0,-3-2 0 16,5-2 0-16,-3-1 0 0,0 1 0 15,1-1 0-15,-3-6 0 0,2 10 0 0,-2-10 0 16,4 7 0-16,-4-7 0 16,2 5 0-16,-2-5 0 0,4 5 0 0,-4-5 0 15,0 0 0-15,0 0-351 0,0 0-113 16,0 8-122-16,0-8-179 0,0 0-92 16,-12 9 59-16,7-4-688 0,-7 2-934 0</inkml:trace>
  <inkml:trace contextRef="#ctx0" brushRef="#br0" timeOffset="-61364.5">25116 17654 4205 0,'-11'-6'66'0,"11"6"5"0,-7-6 17 0,7 6 30 16,0 0-7-16,2-9-2 0,-2 9-7 15,0 0-11-15,21-8-7 0,-6 6-8 0,4 2-7 16,-1 0-8-16,6 2-8 0,-3 2-3 16,1-2-5-16,1 3-8 0,-2 1-5 15,-4 0-1-15,-1 0-4 0,-3 0-3 16,-3-1 0-16,-5 3-1 0,1 0 12 0,-3 0 14 15,-4 1 22-15,-1 1 2 0,-4 2 9 16,-3 4-12-16,-1 2-7 0,-1-6-1 16,0 6-5-16,-3-4-1 0,5 0-12 15,1-2 2-15,2 0-9 0,2-2 0 0,-2-1 5 16,6 2-4-16,-1 0-1 0,1 2 3 16,1-4 9-16,1 5 2 0,4-4 7 0,-2 3-5 15,0-1-7-15,4 2-6 0,-5 1 27 16,3-2 0-16,-3-2 16 0,1-2 8 15,-2 1 8-15,-2 0 12 0,0 0 4 0,-4-1-1 16,-1 3-6-16,-1-3-12 16,-1 0-8-16,0-2-9 0,-2 0-9 0,2-2-7 15,-4-1-8-15,1-3-26 0,10-1-67 16,-21-1-99-16,21 1-115 0,-17-7-119 0,9 3-89 16,3-3-74-16,-2 2-90 0,7 5-152 15,-2-13 16-15,2 13 72 0,4-14-512 16,3 7-664-16</inkml:trace>
  <inkml:trace contextRef="#ctx0" brushRef="#br0" timeOffset="-61081.66">25435 17861 3250 0,'11'-12'6'0,"1"2"37"15,-1 2 22-15,0-1 48 0,3 2 36 16,1 2 25-16,0-2 5 0,0 2-7 0,-1 2-7 16,-1 1-4-16,1 4-5 15,-14-2-10-15,24 4-8 0,-16 4-5 0,0 4-2 16,-7 1-7-16,-1 3 12 0,-3 6 17 15,-8 6 19-15,-7 1 25 0,1-2 6 16,0-2 12-16,5-3-4 0,1-7-8 0,3-3-4 16,5-3 1-16,-3 1 9 0,6-3 0 15,0-7-9-15,8 13-18 0,3-10-20 0,3 3-127 16,2-4-35-16,5 1 0 0,3-3 0 16,-2 2 0-16,-1-2 0 0,2 0 0 15,-3 0 0-15,2 0 0 0,-7 0 0 16,2 0-321-16,-5-2-74 0,-12 2-54 0,20 0-52 15,-10-2-87-15,-10 2-166 0,13-1-35 16,-13 1 73-16,13-6-535 0,-6 3-712 16</inkml:trace>
  <inkml:trace contextRef="#ctx0" brushRef="#br0" timeOffset="-60233.75">28939 16881 3196 0,'0'0'-99'0,"21"-7"42"0,-21 7 33 16,0 0 32-16,9-2 23 0,-9 2 16 16,0 0 18-16,0 0 1 0,0 0-2 15,0 0 11-15,0 0 21 0,-16 23 25 16,-7 2 5-16,-10 9 14 0,-4 4 13 0,-2 8 13 16,-14 10 8-16,-2 8 9 0,-3 0-5 15,3-2 3-15,1-1 0 0,5 0 9 16,9-18 10-16,2 3-8 0,4-5-10 0,1-2 0 15,3-5-12-15,7-7-17 0,2-3-18 16,8-7-15-16,2-3-9 0,0-5-12 0,6-1-9 16,-3 0-10-16,5-1-5 0,1-2-5 15,2-5-3-15,0 0-10 0,0 0-16 16,0 0-46-16,0 0-57 0,0 0-67 0,0 0-79 16,0 0-93-16,0 0-82 15,0 0-88-15,0 0-129 0,0 0-176 0,0 0 61 16,0 0-521-16,0 0-699 0</inkml:trace>
  <inkml:trace contextRef="#ctx0" brushRef="#br0" timeOffset="-59834.39">27802 17904 3269 0,'3'-8'61'0,"-3"-1"65"0,0 9 24 16,0-10 13-16,0 10 14 0,0 0 10 15,0 0-1-15,0 0-4 0,0 0 24 0,0 0-2 16,0 0 4-16,-1 29-22 0,-1-10-12 16,-2 1-5-16,0 2-10 0,0 2-14 15,-4 8-14-15,3-1-13 0,-3-7-13 16,3-2-13-16,-2-3-11 0,4-2-9 0,-1-2-6 16,-2 1-4-16,3-6-7 0,1 0-11 15,-2-1-59-15,2-3-84 0,1 1-95 0,-4 0-115 16,3-1-108-16,2-6-139 0,0 0-222 15,0 0 71-15,2 9 71 0,-2-9-407 16,0 0-517-16</inkml:trace>
  <inkml:trace contextRef="#ctx0" brushRef="#br0" timeOffset="-59434.59">28082 18081 3264 0,'-2'-9'225'0,"2"9"6"15,0 0 3-15,0 0 3 0,0 0-2 16,0 0 20-16,0 0-20 0,0 0-22 0,0 0-19 16,0 0-23-16,0 0-15 0,-11 26-13 15,13-17-14-15,-2-1-15 0,1 1-5 0,5-1-15 16,-2 1-7-16,3-1-11 0,0-1-6 16,2 0-8-16,2-3-9 15,1-2-9-15,1-1-5 0,3-1-25 0,-16 0-4 0,36-7 0 16,-16 0-4-16,1 0 1 0,0-1 2 15,-2-1-2-15,-2 3 2 0,-4 0 2 16,-1 1 3-16,-1 2 6 0,0 1 3 16,-11 2 4-16,13-2-3 0,-13 2 15 15,0 0 19-15,5 18-2 0,-5-10 1 0,0 5 11 16,-4 1 12-16,3 2-16 0,-3 1-4 16,2 2 4-16,-2-1-18 0,1 1-1 0,0-1-4 15,1-3-5-15,0-1-2 0,0-3-3 16,2 0-6-16,-2-2-14 0,2-2-59 15,-1-1-66-15,1 1-84 0,0-7-95 0,-4 9-95 16,4-9-107-16,-6 7-129 16,3-4-174-16,-8 3 51 0,2-1-604 0,-4 1-805 15</inkml:trace>
  <inkml:trace contextRef="#ctx0" brushRef="#br0" timeOffset="-58801.22">27664 17875 3588 0,'0'0'-89'16,"0"-14"43"-16,0 8 40 0,4-1 44 15,-4 7 53-15,4-14 31 0,0 7 25 16,2 2 15-16,-6 5 11 0,7-9 4 0,-5 4 0 15,-2 5-4-15,5-9-7 0,-5 9-11 16,0 0-13-16,7-6-9 0,-7 6-15 0,0 0-4 16,0 0-7-16,5-5-9 15,-5 5-3-15,0 0-8 0,0 0-5 0,0 0-1 16,0 0-16-16,0 0-3 0,0 0-1 16,2-7-11-16,-2 7-8 0,0 0-2 15,0 0-9-15,0 0-8 0,0 0-2 0,0 0-23 16,0 0-57-16,0 0-57 0,0 0-69 15,0 0-62-15,0 0-61 0,0 0-42 0,0 0-44 16,0 0-45-16,0 0-68 0,0 0-53 16,0 0-30-16,0 0-336 0,0 0-407 15</inkml:trace>
  <inkml:trace contextRef="#ctx0" brushRef="#br0" timeOffset="-58267.57">27710 17781 2407 0,'0'0'-46'0,"0"0"44"0,0 0 35 0,0 0 37 15,-21-3 37-15,21 3 31 0,0 0 36 16,0 0 12-16,0 0 13 0,-4-6 11 15,4 6 9-15,0 0 4 0,0 0-3 0,0 0-6 16,0 0-14-16,0 0-13 0,0 0-16 16,0 0-6-16,0 0 17 0,0 0 12 15,-1 21 23-15,-3-4 2 0,-2 5-10 0,0 12 0 16,-3 2-12-16,-3-2-9 0,2 4-16 16,3-4-15-16,-2 1 0 0,1-4-13 0,5-5-11 15,-4-4-15-15,3-3-9 0,4-2-5 16,0-3-11-16,-1-2-6 0,1-4-6 15,1 2-7-15,-1-3-6 0,6 0-64 0,2-1-4 16,-8-6 0-16,22 1 0 16,-2-5 0-16,-1-2-24 0,14-8-123 0,-1-3-17 15,-2-2-8-15,8-8 6 0,-4-6 11 16,-1 2 17-16,-10 4 11 0,0 2 14 0,-5 2 13 16,-4 5 10-16,-3 5 19 0,-3 3 21 15,-4 2 18-15,4-2 21 0,-4 3 9 16,-3 3 11-16,-1 4-1 0,8-8 4 0,-8 8-3 15,3-8 3-15,-3 8 29 0,0 0 22 16,0 0 14-16,0 0 14 0,-16 33 7 16,2-8 2-16,1 7 6 0,-5 2 3 15,4 7 3-15,-8 2-7 0,4-1-5 0,-1 3-1 16,1-3-6-16,3-5-10 0,1-3-6 16,1 1-10-16,-2-3-3 0,4-3-37 15,1-4-27-15,0-7 0 0,3 0 0 0,1-4 0 16,1-2 0-16,-3 1 0 0,4-3 0 15,-2 0 0-15,3-1 0 0,-3-1 0 0,0 0 0 16,3 0 0-16,1-2 0 0,2-6 0 16,-7 9-135-16,6-5-162 0,1-4-97 15,0 0-103-15,-4 4-133 0,4-4-256 16,0 0 86-16,0 0 86 0,10-19-591 0,-3 7-764 16</inkml:trace>
  <inkml:trace contextRef="#ctx0" brushRef="#br0" timeOffset="-57784.55">28265 18043 3447 0,'-13'-8'40'0,"-3"3"55"15,5-1 35-15,1 2 42 0,0 2 37 16,10 2 25-16,-11-2 2 0,11 2-12 0,0 0-18 16,-7-6-20-16,7 6-21 0,0 0-14 15,13-9-17-15,2 3-16 0,6-2-23 0,4 0-32 16,5 2-16-16,-1 0-10 0,-4 1-6 15,-7 3-6-15,2 2-8 0,-7 0-3 16,1 6 6-16,-7 2-3 0,-3 3 2 0,-6 5 9 16,-4 6 4-16,-3 9 17 0,-7 3 14 15,0 7 10-15,-5 0 6 0,-3 2 5 16,6 0 1-16,0-2-7 0,5-5-8 0,0-3-4 16,2 2-5-16,0-5-14 0,4-6-8 15,1-3 5-15,3-5-13 0,-1 1 10 16,2-4-7-16,0-2-11 0,-2 1-3 15,4-3-4-15,-2-1-26 0,0 2-21 0,2-5-32 16,-4 1-37-16,4-6-45 0,-2 11-48 16,2-11-76-16,-3 5-67 0,3-5-81 0,0 0-90 15,0 0-150-15,-9 3-47 16,9-3 56-16,0 0-412 0,0 0-531 0</inkml:trace>
  <inkml:trace contextRef="#ctx0" brushRef="#br0" timeOffset="-57481.44">28144 18312 3289 0,'-16'-9'223'15,"-2"1"47"-15,9 2 56 0,-1 0 54 16,3 0 19-16,1 3-9 0,6 3-26 16,-6-8-26-16,6 8-31 0,0 0-29 0,21-16-30 15,0 10-26-15,15-1-23 0,7-3-15 16,5 6-32-16,8-3-25 0,-8 2-32 15,-6 1-26-15,0-1-16 0,-6 1-13 0,-9 5-9 16,-9-2-1-16,0-1-14 16,-3 2 2-16,-5-2-1 0,-10 2-7 0,16 0 1 15,-16 0-20-15,16 0-16 0,-16 0-46 16,0 0-57-16,0 0-71 0,0 0-83 0,13-2-101 16,-13 2-98-16,0 0-127 0,0 0-237 15,0 0 63-15,0 0 79 0,11-5-511 16,-11 5-678-16</inkml:trace>
  <inkml:trace contextRef="#ctx0" brushRef="#br0" timeOffset="-56851.24">29999 17009 3216 0,'-10'-12'-19'0,"7"3"45"0,-1 5 27 16,0-2 63-16,4 6 48 0,-6-10 33 15,6 10 4-15,-4-5-7 0,4 5-14 0,0 0-9 16,0 0 23-16,0 0 26 0,0 0 24 16,14 23-4-16,4 0-16 0,2 4-22 0,7 16-20 15,1-2-16-15,3 5-18 0,-3 1-13 16,3 3-15-16,-2-2-13 0,-3-1-7 15,2-3-13-15,-3-3-9 0,-7-10-9 0,-4-2-11 16,2-2-1-16,-5-6-4 0,-3-6-2 16,0-3-7-16,-4 0-4 0,1-5 1 0,-1 2-8 15,-1-2-3-15,1-1-6 16,-4-6-2-16,5 10-5 0,-5-10-4 0,4 7-42 16,-4-7-80-16,0 0-99 0,1 2-117 15,-1-2-102-15,0 0-130 0,0 0-275 16,0 0 46-16,0 0 106 0,0 0-526 0,0 0-669 15</inkml:trace>
  <inkml:trace contextRef="#ctx0" brushRef="#br0" timeOffset="-56467.78">29909 17718 3686 0,'-11'-7'169'16,"2"2"25"-16,0-1 31 0,9 6 32 15,-7-6 2-15,7 6 6 0,-6-7-20 0,6 7-11 16,0 0-25-16,0 0-19 0,22-10-15 16,-9 10-17-16,2-3-21 0,2 3-16 15,2 3-7-15,6 1-11 0,-4 2-11 0,0 2-6 16,-3 1-18-16,-2 5-6 0,-5-1 2 15,-1 5 0-15,-4 2 4 0,-6-1-4 16,0 1 2-16,-4 14 6 0,-1 1-4 16,-4-3-11-16,2-1-5 0,0 2-5 0,1-2-4 15,-2-7 0-15,2-3-10 0,1-1-8 16,1-3-3-16,0-1-2 0,2-3-33 16,1-1-23-16,-1-2-63 0,2 0-72 0,-2-4-78 15,-1 2-91-15,3-8-93 0,0 11-83 16,0-11-131-16,0 5-134 0,0-5 57 15,0 0-585-15,0 0-766 0</inkml:trace>
  <inkml:trace contextRef="#ctx0" brushRef="#br0" timeOffset="-56268.2">29854 18097 4020 0,'-23'-9'221'15,"11"4"54"-15,1 0 49 0,6 3 55 16,5 2 5-16,-12-7-11 0,12 7-21 0,-4-5-31 15,4 5-31-15,16-9-32 0,-1 8-29 16,8-4-40-16,3 3-77 0,12-4-88 16,2 2-119-16,3-1-121 0,-7-1-115 0,0 3-109 15,1-2-87-15,0-3-154 16,-8 6-125-16,-5 0 72 0,-4-2-600 0,-1 1-789 0</inkml:trace>
  <inkml:trace contextRef="#ctx0" brushRef="#br0" timeOffset="-55866.19">30461 17793 3865 0,'0'-10'113'0,"0"3"34"15,0 7 24-15,5-12 18 0,-3 7 11 16,4 0-12-16,1 0-14 0,-7 5-14 0,17-8-21 16,-5 7-14-16,0 1-13 0,-12 0-10 15,25 1-18-15,-13 5-6 0,0 1-9 16,-5 1-6-16,-3 0-3 0,-2 3-4 0,-2 3-3 15,-2 1 1-15,-6 2 8 0,-1 2 19 16,-9 7 16-16,2 0 9 0,-2-3 6 0,3 0 2 16,2-5-14-16,2-3-7 15,-2-1-7-15,8 1-2 0,-1-3-4 0,3 0 14 16,1-2-7-16,2-1-3 0,0 3-9 16,2-3-6-16,1 2 0 0,-3 1 1 15,4-2 5-15,0 2 1 0,-2 0 1 0,-1 2 4 16,-1 0 5-16,0 1-55 0,0 0-31 15,-3 2 0-15,-3 4 0 0,-1-4 0 0,0 1 0 16,-6-2 0-16,4 1 0 0,-4-2 0 16,-1-1 0-16,-2-2 0 15,-4-3 0-15,1 2 0 0,-1-4 0 0,-3 0 0 16,-1-4 0-16,1 1 0 0,-1-3 0 16,-2 1 0-16,3 0-436 0,-58-4-598 15,56 2 108-15,5 0 118 0,0 0-888 16,20 0-1131-16</inkml:trace>
  <inkml:trace contextRef="#ctx0" brushRef="#br0" timeOffset="-54568.55">22808 15561 4766 0,'0'0'-188'0,"0"0"25"15,0 0 19-15,0 0 24 16,0 0 30-16,-49 4 35 0,1 3 18 0,-20 3 17 15,-11-1 25-15,-21 8 19 0,-6 0 24 16,-2 0 17-16,-1 1 10 0,7 1 10 16,-4 2 1-16,-2-1 13 0,-1-2 1 0,7 2 20 15,21-8 9-15,9 2-5 0,10-4-10 16,6 0-11-16,18-3-12 0,10-2-8 0,6-2-7 16,6 1-10-16,2-1-6 0,3-1-8 15,2 0-6-15,9-2-7 0,-12 3-5 16,12-3-11-16,0 0-34 0,0 0-53 15,-12 3-59-15,12-3-83 0,0 0-88 0,0 0-108 16,0 0-177-16,0 0-75 0,0 0 65 16,0 0-355-16,0 0-422 0</inkml:trace>
  <inkml:trace contextRef="#ctx0" brushRef="#br0" timeOffset="-54151.96">21286 15594 2835 0,'14'-11'78'0,"-3"2"-3"16,-6 4-4-16,1 1-10 0,-1 0 1 0,-5 4 3 16,0 0 15-16,0 0 25 15,0 0 33-15,0 0 3 0,-34 8 4 0,4 6 4 16,-14 4 6-16,-4 4-8 0,-4-1 13 15,-6 4-2-15,-3-3 17 0,2-1 12 16,4 1 4-16,3-3-7 0,7-2-13 0,11-4-6 16,1-1-20-16,8 0 2 0,4 0 13 15,6 2-7-15,5-2 1 0,6 5 8 0,3 2 0 16,6 12-11-16,9 5-16 16,13 7-13-16,11 3-10 0,3 0-11 0,20 9-10 0,4-3-8 15,1-5-9-15,-16-9-10 16,6-5-4-16,-4-4-8 0,-7-7-4 0,-11-3-7 15,-4-3-7-15,-8-6-2 0,-7-2-5 16,-2-2-12-16,-2-1-18 0,-4-2-40 0,-3-1-80 16,-4-2-73-16,0 0-69 0,0 0-88 15,0 0-86-15,0 0-108 0,0 0-178 16,-27 3-72-16,27-3 81 0,-20 2-582 0,20-2-756 16</inkml:trace>
  <inkml:trace contextRef="#ctx0" brushRef="#br0" timeOffset="-44769.87">16642 14707 2051 0,'0'0'245'16,"0"-7"-26"-16,0 7 9 0,0 0-14 16,2-11-12-16,-2 11-10 0,1-6-17 0,-1 6-12 15,2-9-3-15,-2 9 0 16,2-9-1-16,-2 9-7 0,5-7-5 0,-5 7-8 15,2-7-3-15,-2 7-6 0,0 0-3 16,3-8-6-16,-3 8 0 0,0 0-6 16,0 0-3-16,2-9-6 0,-2 9-9 0,0 0-12 15,0 0-3-15,0 0-8 0,0 0-5 16,0 0-9-16,4-6-6 0,-4 6-5 0,0 0-3 16,0 0-7-16,0 0-5 0,0 0 20 15,0 0 21-15,0 0-6 0,-8 30 0 0,7-14-12 16,-6 4-5-16,3 5-5 0,4-2-7 15,-1 5 33-15,1-1-31 0,0 9-6 16,3 1 3-16,6-7 2 0,0 0 1 16,-2-5-1-16,1-6 8 0,2-2-3 15,-1-3 0-15,0-2-1 0,3-4-1 0,3-1-2 16,1-3-5-16,-2-3 5 0,4-1-14 16,0-5-8-16,6-4 0 0,4-3 3 0,1-6-8 15,0-1 1-15,-3-1 0 0,-1-1-5 16,-2 4-1-16,-6 1-1 0,-3 3 4 0,-5 6 0 15,-2-1-8-15,3 2-7 0,-6 1-5 16,0 2 5-16,-4 3 3 0,0 0-6 0,0 0 11 16,0 0-6-16,0 0 8 15,4 25-8-15,-10-8-2 0,2 5 8 0,-4 10 0 16,4-4-5-16,1 5 4 0,-3 0-5 16,4-4 4-16,1-6-4 0,1 2 9 0,-2-5-10 15,2-1 0-15,0 0 1 0,2-2 1 16,-1-4-2-16,-1 0-4 0,0-1 3 15,0-3 12-15,2-1-11 0,-2-1-2 0,2-2 0 16,-2-5-4-16,0 9-37 0,0-9-61 16,0 0-53-16,2 6-61 0,-2-6-65 0,0 0-87 15,0 0-92-15,0 0-134 0,0 0-176 16,0 0 42-16,0 0-582 0,0 0-770 0</inkml:trace>
  <inkml:trace contextRef="#ctx0" brushRef="#br0" timeOffset="-44337.76">17556 14783 3902 0,'2'-6'52'0,"-2"2"-12"0,0 4 32 15,0 0 44-15,0 0 39 0,-16 17 17 16,8-5 13-16,0 4 2 0,-1 3-16 15,1 2-14-15,3 1-7 0,0 2-17 16,1-2-6-16,4-1-10 0,0-1-11 0,4-1-8 16,1-2-7-16,-2 0-12 0,5-3-4 15,-1 0-9-15,3-5-2 0,3-1-7 16,5-3-4-16,-3-4-6 0,2-1-3 0,7-5-8 16,7-4 1-16,-1-6-2 0,1-4-5 15,-5 1 2-15,3-1-6 0,-4 2 0 0,-6 3 4 16,-4 4 1-16,-3 1 0 0,-3 3-3 15,-5 2-1-15,-4 4 17 0,0 0 25 0,0 0 4 16,0 21-7-16,-5-5-4 0,-8 4-6 16,1 9-5-16,-1 3-8 0,-1-1 1 15,3 0-2-15,1 1-8 0,0-2-6 16,1-1 4-16,4-5-8 0,-2-4 0 0,1-2-4 16,5-3-5-16,-3-3-3 0,4 0 4 15,-4-2-11-15,2-1-38 0,2-1-75 16,0-4-76-16,0-4-90 0,0 8-142 0,0-8-166 15,0 0-211-15,0 0 8 0,-9 4 81 16,9-4-577-16,-19 9-740 0</inkml:trace>
  <inkml:trace contextRef="#ctx0" brushRef="#br0" timeOffset="-43903.01">16731 15432 3526 0,'0'0'-6'0,"0"0"21"16,0 0 16-16,0 0 46 16,0 0 39-16,-49 27 42 0,3-4 31 0,-4 0 23 15,-2 2 36-15,-11 6 8 0,-18 6 5 16,-1-1 3-16,1-1-14 0,-1-2-2 16,15-6-24-16,6-2-19 0,2-4-13 0,7-1-21 15,2-2-20-15,16-3-11 0,4-2-18 16,7-2-11-16,6-4-5 0,1-1-15 0,5-4-13 15,4 1-10-15,-1-1-6 0,8-2-8 16,-13 5-19-16,13-5-56 0,0 0-70 0,-13 2-73 16,13-2-74-16,0 0-63 15,-12 0-76-15,12 0-81 0,0 0-108 0,0 0-192 16,-11 0 26-16,11 0 83 0,0 0-473 16,-16 7-592-16</inkml:trace>
  <inkml:trace contextRef="#ctx0" brushRef="#br0" timeOffset="-43521.25">15218 16027 3256 0,'0'-9'97'16,"2"3"42"-16,0-3 30 0,1 1 27 0,-3 8 12 16,1-12 3-16,-1 12-16 0,0-8-12 15,0 8-16-15,0 0 18 0,0 0 41 16,0 0-4-16,0 0-4 0,-1 31-5 0,-6-10-7 16,1-1-13-16,-3 11-7 0,0-2-23 15,-1 2-12-15,2-2-16 0,-3 0-9 16,1-5-17-16,3-2-7 0,-1-2-11 15,1-1-11-15,1-2-8 0,-2-3-11 0,4-4-4 16,1 0-12-16,-3-1-9 0,4-3-51 16,-2 0-82-16,2-1-85 0,2-5-96 0,-6 5-110 15,6-5-122-15,0 0-112 0,0 0-174 16,0 0 46-16,0 0 74 0,0 0-475 0,0-20-618 16</inkml:trace>
  <inkml:trace contextRef="#ctx0" brushRef="#br0" timeOffset="-43237.46">15252 16143 3507 0,'0'0'162'0,"7"-7"17"16,-7 7 29-16,3-5 24 0,-3 5 7 15,8-5 16-15,-8 5-2 0,19-8-3 16,-2 2-26-16,2 0-27 0,4-1-16 16,-1 2-15-16,2-1-20 0,-7 5-17 0,2 1-12 15,-4 1-10-15,0 5-14 0,1 2-8 16,-3 3 2-16,-8 4-20 0,5 4-3 15,-6 1-4-15,0 4-9 0,-2 4 0 0,-2 1 1 16,-4 10-4-16,2-2-6 0,2-2 3 16,-2 0-7-16,0-6-10 0,1-5-3 0,-1 0-6 15,-3-4-2-15,3 0-4 16,0-6-24-16,2 1-91 0,0-1-92 0,-1-4-107 0,1 0-118 16,1-1-97-16,1-1-127 0,-2-1-136 15,0 0 57-15,0-7-553 0,7 7-736 16</inkml:trace>
  <inkml:trace contextRef="#ctx0" brushRef="#br0" timeOffset="-43020.49">15447 16524 3896 0,'-12'-7'192'0,"7"1"51"16,-1 3 57-16,6 3 37 0,-7-8 28 0,7 8 5 15,-4-6-16-15,4 6-26 16,0 0-33-16,11-15-28 0,5 5-25 0,0 2-25 15,17-3-23-15,1 1-22 0,5 1-23 16,0 1-26-16,1-1-69 0,3 2-77 0,-7-1-107 16,-10 4-100-16,-3 3-93 0,-6-1-89 15,-4 4-89-15,-5-1-103 0,2 3-169 16,-7-1-3-16,-3-3 80 0,0 0-539 0,2 14-696 16</inkml:trace>
  <inkml:trace contextRef="#ctx0" brushRef="#br0" timeOffset="-42387.72">17219 15588 3626 0,'-4'-9'39'0,"1"0"45"0,-3 4 40 16,6 5 18-16,-4-6 18 0,4 6-2 15,0 0 17-15,0 0-4 0,0 0 54 16,0 0 51-16,0 0 19 0,27 39-6 0,4-5-13 0,8 5-21 16,22 14-22-16,13 5-23 15,10-2-20-15,6 2-20 0,3 0-20 0,2-8-16 16,-7 2-18-16,-4-6-8 0,-8-3-18 16,-21-14-11-16,-6-1-5 0,-10-5-10 0,-6-4-2 15,-7-5-8-15,-6-3-1 0,-5-3-3 16,-3-2-5-16,-3 0-31 0,-4 0-14 0,3-3 0 15,-2 0 0-15,0 1 0 0,-6-4 0 16,5 5 0-16,-5-5 0 0,8 2 0 16,-8-2 0-16,0 0 0 0,7 4-230 15,-7-4-139-15,0 0-142 0,0 0-149 0,0 0-217 16,0 0 49-16,0 0 95 0,0 0-622 16,-18 14-809-16</inkml:trace>
  <inkml:trace contextRef="#ctx0" brushRef="#br0" timeOffset="-41871.46">18136 16266 3766 0,'6'-10'10'0,"0"4"48"0,-5 2 27 16,-1 4 29-16,0 0 14 0,8-5 4 0,-8 5 0 16,0 0 32-16,0 0 11 0,-21 25 4 15,0 2 5-15,-9 5-3 0,-4 6 17 0,-5-2 1 16,1 3 4-16,-2 2-4 15,4-3-24-15,4-1 2 0,1 2-12 0,6-5-16 0,6-5 1 16,4 0-15-16,3-1-8 16,7-8-13-16,1-1-6 0,4-4-12 0,4 0-6 15,-1-3-14-15,9 0-6 0,-1-4-7 16,9-3-31-16,-4-4-41 0,6 2-29 0,1-6-2 16,-3-1 4-16,3-4 4 0,0 0 2 15,-4-1 10-15,-4-3-2 0,-5 0 0 16,-3 2 3-16,-2 3 1 0,-5-1-5 0,0 8 5 15,-10-12 8-15,0 6-2 0,-1 3-2 16,-3 0 1-16,1 1 2 0,13 2 3 0,-26-1 1 16,12 1-8-16,14 0 8 15,-27 3-4-15,14-2-3 0,0-1-63 0,1 4-70 16,5-3-73-16,7-1-83 0,-18 7-90 16,18-7-108-16,-4 7-165 0,4-7-100 0,0 0 66 15,14 7-529-15,-1-3-690 0</inkml:trace>
  <inkml:trace contextRef="#ctx0" brushRef="#br0" timeOffset="-41504.36">18582 16431 3627 0,'3'-12'57'0,"-3"2"36"0,0 2 20 15,0 8 19-15,-1-9 6 0,1 9 4 16,0 0-3-16,-13 0 8 0,13 0 13 0,-23 10 6 15,8 0-5-15,-3 2-11 0,4 2-18 16,0 1-9-16,3 1-14 0,-2-1-9 0,10 1-13 16,-3-3 0-16,6 1-16 0,0 0 1 15,6 1-7-15,-3 1-9 0,5-2-4 0,0 3-4 16,1 0-6-16,1 0 4 0,-2 0 12 16,-1 1 18-16,1-3 19 0,-5 2 28 15,-1 0 39-15,0 0 27 0,-4 0 21 0,-3 1 11 16,-4 0-1-16,-2 2 5 15,-5 4-14-15,-9-1-125 0,2-3-86 0,-6-3 0 16,-1 1 0-16,-5-2 0 0,5-2 0 16,-6-3 0-16,2 0 0 0,0-3 0 0,3-3 0 15,10-1 0-15,0-2 0 0,2-4 0 16,1 2 0-16,4-5-343 0,-6-2-299 0,4 0-182 16,2 3-75-16,3 1 88 0,-1 1-778 15,1-1-1030-15</inkml:trace>
  <inkml:trace contextRef="#ctx0" brushRef="#br0" timeOffset="-40754.23">14793 16777 4224 0,'8'-4'-60'0,"-6"0"37"0,-2 4 31 0,0 0 32 16,0 0 42-16,-30 13 45 0,-3 7 29 16,-16 9 28-16,-24 12 12 0,-3 2 20 15,-8 0 18-15,1 1 10 0,-1-1-2 16,1 2-12-16,8-2-14 0,3-4-12 0,17-8-18 15,4-2-20-15,1 0-15 0,11-4-15 16,8-7-14-16,4-3-10 0,10-3-16 0,4-5-7 16,2 0-16-16,2-2-7 0,2-1-8 15,1 0-25-15,6-4-51 0,-10 1-79 0,10-1-75 16,0 0-76-16,0 0-80 0,0 0-85 16,0 0-96-16,-16-3-162 15,16 3-117-15,0 0 61 0,-14 6-578 0,6-1-763 0</inkml:trace>
  <inkml:trace contextRef="#ctx0" brushRef="#br0" timeOffset="-40403.26">13138 17522 3895 0,'1'-14'91'16,"-1"4"31"-16,0 3 13 0,2 0 12 15,-2 7 17-15,0 0 5 0,0 0 32 16,0 0 51-16,0 0 10 0,0 0-8 0,-2 36-1 16,-1-14-22-16,-6 9-7 0,4 2-15 15,-3-1-12-15,1-1-24 0,0 2-15 0,-4 0-15 16,4-2-18-16,2-6-11 0,-6 3-11 15,6-6-14-15,-1-5-11 0,4-2-5 0,-3-1-19 16,3-3-20-16,0-3-56 0,0-1-84 16,1-1-92-16,1-6-103 0,-7 10-106 15,7-10-90-15,0 0-114 0,0 0-183 16,0 0 25-16,0 0 78 0,0 0-518 16,0 0-672-16</inkml:trace>
  <inkml:trace contextRef="#ctx0" brushRef="#br0" timeOffset="-40021.32">13374 17674 3231 0,'4'-5'70'0,"-1"1"65"16,-3 4 20-16,0 0 30 0,0 0 35 0,0 0 28 15,0 0 12-15,-10 24-6 0,8-15-9 16,-1 4-23-16,1 0-16 0,0-1-20 16,2 1-22-16,2 2-5 0,0-3-17 0,1 2-15 15,2-1-6-15,2 1-12 16,-1-2-18-16,1-2-10 0,4-3-10 0,0-2-21 15,0-1-26-15,3-1-30 0,0-5-44 16,8 1-22-16,-1-5-1 0,-1 1 9 0,3-2 2 16,-1-1 8-16,-4 1 5 0,1 0 6 15,-6 2 7-15,-1 0 4 0,-1 1 8 16,0 2 9-16,-11 2 6 0,11-1 15 0,-11 1 19 16,5 9 15-16,-3-1 8 0,-4 4 3 15,0 3 8-15,1 8 5 0,-3-1 6 16,0 2-1-16,2 1-3 0,0-1-9 0,2 1-7 15,0-4-3-15,0-1-7 0,0-3-2 16,2 1-11-16,2-3-15 0,-2-1-49 16,0-4-77-16,0 0-88 0,-2-3-93 15,1 0-93-15,-1-7-111 0,0 10-201 0,0-10-43 16,-1 7 66-16,1-7-439 0,0 0-585 16</inkml:trace>
  <inkml:trace contextRef="#ctx0" brushRef="#br0" timeOffset="-39469.12">15544 16872 3006 0,'-2'-8'121'0,"0"2"45"0,2 6 16 0,0 0 7 15,0-9 8-15,0 9 54 16,0 0 37-16,0 0 31 0,13 40-1 0,-1-11-10 0,-1 6-16 15,3 11-27-15,3 5-27 16,2 3-23-16,-2 0-21 0,1 1-17 0,-6 2-20 16,1-6-19-16,-4 1-11 0,-4-11-12 15,3-1-15-15,-4-4-7 0,-2-7-12 16,0-6-7-16,-2-2-12 0,4-4-8 0,-4-3-12 16,0-1-46-16,0-1-77 0,0-4-81 15,2 1-75-15,-4-1-85 0,2-4-101 0,0-4-113 16,2 10-171-16,-2-10-77 0,1 7 59 15,-1-7-563-15,-3 12-748 0</inkml:trace>
  <inkml:trace contextRef="#ctx0" brushRef="#br0" timeOffset="-39038.52">15344 17772 3429 0,'-8'-8'93'0,"3"-1"60"0,1 1 27 0,4-2 13 16,0 10 6-16,7-13 7 0,3 7-17 16,4-4-15-16,-2 4-18 0,6 2-16 0,1 0-18 15,2 1-9-15,-2 3-14 0,1 0-12 16,-6 4-7-16,1-1-10 0,-1 5-9 16,-5 0-1-16,1 1-5 0,-8 1-5 15,0 2 1-15,-6 4 14 0,0-3 23 16,-5 6 21-16,-3-2 14 0,0 0 3 0,-2 7-1 15,0-7-10-15,3 1-17 0,1-3-2 16,2 0-8-16,6-2-1 0,0-2-2 0,2 1-14 16,0 1-5-16,2 1-5 0,5 1-5 15,-4-3-8-15,5 2-3 0,-3 1 0 0,3-3 2 16,-4 2 13-16,2-1 15 0,-2-1 19 16,-3 0 9-16,3 2 9 0,-4-2 5 15,-2 1-91-15,-1 1-26 0,-1 0 0 0,-2-1 0 16,-2 1 0-16,1-2 0 15,-6 3 0-15,3-5 0 0,-3 1 0 0,-7-1 0 16,9 0 0-16,2-5 0 0,-1-2 0 16,1-1 0-16,9-2-452 0,0 0-150 0,-20-14-137 15,18 2-149-15,6-1 73 0,2-7-782 16,7-7-1037-16</inkml:trace>
  <inkml:trace contextRef="#ctx0" brushRef="#br0" timeOffset="-38721.2">15611 17861 4350 0,'10'-12'-32'0,"-3"5"63"0,4 1 35 16,1-1 44-16,-1 2 22 16,4 1 9-16,1 1-1 0,-1 3-7 0,0 0-12 0,-2 5-5 15,5 2-7-15,-3 5-7 16,-3 8 0-16,-1 6 1 0,-8-2 0 0,-4 1 9 16,-5 12 19-16,-5-4 22 0,-7 10 14 15,-5-2 10-15,-1-4 19 0,3-8 10 16,0 0 11-16,2-7 0 0,5 0-8 0,3-9-11 15,4-1-13-15,2-1-6 0,3-3-162 16,4-2-17-16,-2-6 0 0,11 12 0 16,-2-6 0-16,0-2 0 0,3-1 0 0,3-1 0 15,-1 0 0-15,-1 0 0 0,2 0 0 0,0-2 0 16,1 2 0-16,-1-2 0 16,-2 0 0-16,-13 0 0 0,26-2-342 0,-14 2-84 15,-2 0-51-15,-10 0-66 0,17-6-125 16,-11 4-170-16,-3-5 75 0,3 0-643 15,-2-2-858-15</inkml:trace>
  <inkml:trace contextRef="#ctx0" brushRef="#br0" timeOffset="-38036.43">18149 17106 3800 0,'2'-6'-34'0,"-2"6"22"16,0 0 12-16,0 0-1 15,0 0 31-15,0 0 45 0,-34 29 34 0,4 2 27 16,-6 10 25-16,-7 4 21 0,-8 16 17 16,-2 3 17-16,-3 0 16 0,4-4 12 15,15-13 16-15,-7 1-6 0,5-5 3 0,3 1-11 16,2-7-15-16,6-2-12 0,8-6-11 16,4-8-19-16,2-1-15 0,3-7-20 0,3-1-14 15,3-3-11-15,-4-1-14 0,4-1-12 16,-1-2-12-16,6-5-12 0,-5 9-74 15,-1-5-5-15,6-4 0 0,-6 6 0 16,6-6 0-16,-6 6-106 0,6-6-158 16,0 0-108-16,-15 4-124 0,5-2-142 0,5 1-215 15,-5-1 39-15,10-2 94 0,-21 4-616 16,8-1-792-16</inkml:trace>
  <inkml:trace contextRef="#ctx0" brushRef="#br0" timeOffset="-37371.28">17029 17933 3448 0,'-2'-14'-139'0,"2"14"41"0,0-10 38 15,0 10 35-15,2-7 33 0,-2 7 36 16,0 0 30-16,2-8 21 0,-2 8 10 16,0 0 16-16,1-7 4 0,-1 7 4 0,0 0 31 15,0 0 17-15,0 0 10 0,6 32-2 16,-6-18-6-16,-2 7 1 0,-2 2-9 0,3-1-2 16,-1 2-13-16,-2-2-17 0,4 2-9 15,-2-2-11-15,2-1-16 0,0-2-11 16,2-3-8-16,0-3-1 0,0 2-5 15,1-3-4-15,1-1-9 0,2-5-3 16,2 1-16-16,1-2-9 0,0-5-18 0,-9 0-20 16,25-1-23-16,-7-5-17 0,-3 1-1 15,2 0 3-15,-2-2 3 0,1 2 4 0,-7 0 2 16,0 3 8-16,-9 2 7 0,14-2 6 16,-14 2 21-16,0 0 18 0,8 12 13 15,-10 0 8-15,0-3 11 0,-2 7 1 0,0 1 16 16,-4 4 0-16,4 1-3 0,-1-1-4 15,1 4-8-15,1-1 0 0,1 0-12 0,0-2 0 16,0-5-12-16,0 3 5 0,2-7-15 16,0-1 0-16,0 0-8 0,0-4-38 15,0-1-50-15,2 0-54 0,-2-7-63 16,-2 10-82-16,2-10-84 0,0 6-81 16,0-6-100-16,0 0-166 0,-5 4-18 0,5-4 59 15,0 0-424-15,0 0-551 0</inkml:trace>
  <inkml:trace contextRef="#ctx0" brushRef="#br0" timeOffset="-37021.32">17385 18178 3197 0,'-1'-6'164'0,"1"6"39"0,-13-11 27 15,13 11 31-15,-5-5 19 0,5 5-3 16,-6-7-16-16,6 7-20 0,-5-5-12 0,5 5-18 16,0 0-22-16,0 0-14 0,0 0-17 15,0 0-18-15,0 0-11 0,29 0-18 16,-29 0-12-16,20 11-9 0,-10-1-12 0,1 0-10 16,-4 0-4-16,6 7-10 0,-10 3-3 15,3 0 0-15,-4 3-11 0,-2-3-1 0,-2 5 0 16,-2 0-5-16,0 1-7 15,1-3 0-15,-2 3-10 0,1-4 5 0,2-5-2 16,1 1-8-16,-3-3-44 0,2-1-67 16,0-4-76-16,2 0-96 0,0-1-82 15,0-3-79-15,0-6-88 0,4 4-152 0,-4-4-68 16,0 0 64-16,0 0-453 0,19-12-596 16</inkml:trace>
  <inkml:trace contextRef="#ctx0" brushRef="#br0" timeOffset="-36837.96">17425 18429 3040 0,'0'0'91'0,"-21"0"76"16,21 0 37-16,-15-2 24 0,15 2 21 15,0 0 18-15,-7-3 0 0,7 3-10 16,0 0-13-16,0 0-25 0,0 0-29 16,0 0-19-16,39-16-45 0,-17 11-63 0,0 0-80 15,1 0-88-15,-2-2-89 0,-1 2-80 16,2 2-77-16,-3-2-97 0,0-1-176 0,-2 3-18 15,-4 0 55-15,3-1-277 16,-7 1-349-16</inkml:trace>
  <inkml:trace contextRef="#ctx0" brushRef="#br0" timeOffset="-36288.24">18196 18147 2428 0,'0'0'33'0,"0"0"30"0,-1-10 14 16,1 10 9-16,0 0 10 0,0 0 14 15,-21-3 14-15,21 3 22 0,-30 5 8 0,9 3 15 16,-10 1 8-16,2 5 8 0,-1 3 9 16,1-2-3-16,-1 2-1 0,7 1-13 0,6-5-16 15,3 3-1-15,5-5 0 0,4 2-10 16,1 0-5-16,4-2-10 0,2 1-18 15,1 0-10-15,7 2-14 0,-5-2-8 0,7 3-6 16,-1 1-11-16,3 1-6 0,-5 0-9 16,2 1-3-16,1-2-7 0,-8-1-1 15,5 5 1-15,-5-5-3 0,0 1 3 16,-2-3 11-16,-4 1 5 0,0-2 13 16,-2 3 1-16,1-3 3 0,-5 2-15 0,1-3-5 15,-2 1-2-15,-2-4 0 0,0 0-7 16,-1-1 1-16,3-1-14 0,-5-3-9 0,3-1-8 15,-2-1-30-15,13-1-52 0,-19-1-68 16,19 1-78-16,-22-7-93 0,17 2-87 16,-1-1-77-16,6 0-128 0,-1-3-150 0,2 2 53 15,3-3-513-15,5-2-670 0</inkml:trace>
  <inkml:trace contextRef="#ctx0" brushRef="#br0" timeOffset="-35921.54">18329 18303 3140 0,'3'-4'-61'0,"-3"4"33"0,8-4 21 16,-8 4 35-16,0 0 35 0,0 0 32 15,0 0 32-15,0 23 24 0,-6-8-1 16,-1 1 4-16,-3 4 3 0,-9 6 4 0,3 3 4 16,2-2-2-16,-4 0-11 0,11-3-12 15,-1-7-9-15,3 3-8 0,0-5-9 0,3-3-10 16,4 2-6-16,-2-4-12 15,7 1-10-15,-4-3-7 0,5-1-11 16,-1-3-19-16,0 0-15 0,-7-4-4 0,16 6 0 16,-16-6-3-16,0 0 5 0,20-7 9 15,-19 0 6-15,-2-1 15 0,-1-5 12 0,-7-5 22 16,-5-8 21-16,-6-2 7 0,-3-1 1 16,-1 4-6-16,-1-2-1 0,2 5 8 15,2 0 4-15,10 8-2 0,0 3-13 0,0 0-7 16,4 4-12-16,3-1-22 0,4 1 2 15,0 7-30-15,13-16-60 0,1 6-95 0,5 2-109 16,0-3-123-16,12 1-118 0,-3-2-158 16,-5 5-192-16,-2 3 67 0,-6 2-606 15,5-4-814-15</inkml:trace>
  <inkml:trace contextRef="#ctx0" brushRef="#br0" timeOffset="-35188.97">18526 16990 3950 0,'-7'-4'-11'0,"1"0"27"0,6 4 25 0,-9-5 24 0,9 5 26 16,0 0 7-16,0 0 3 0,0 0 16 15,0 0 18-15,0 0 14 0,4 29 4 16,12-5-4-16,11 8-3 0,11 6-10 16,10 3-7-16,19 11-15 0,8 1-7 15,8 0-13-15,4-4-9 0,5-3-12 0,-4-3-10 16,-2-4-14-16,1-2-7 0,-1-2-2 15,-3-1-1-15,1-5-3 0,-15-9-3 0,-5-1 13 16,-12 0 20-16,-11-7 37 0,-7-2 37 16,-9-3 16-16,-6-1 5 0,-6-2 1 0,-2 0-10 15,1 0-8-15,-2-2-12 0,-5 0-10 16,4 2-15-16,-9-4-12 0,13 4-4 16,-8-2-14-16,-5-2-7 0,9 3-6 15,-9-3-10-15,9 2-45 0,-9-2-9 16,13 2 0-16,-13-2-2 0,9 6-162 0,-9-6-90 15,5 2-118-15,-5-2-123 0,9 4-131 16,-9-4-243-16,0 0 49 0,0 0 98 0,0 0-593 16,0 0-773-16</inkml:trace>
  <inkml:trace contextRef="#ctx0" brushRef="#br0" timeOffset="-33921.32">19702 17842 3452 0,'-9'-6'-64'16,"9"6"38"-16,-8-5 38 0,8 5 54 15,-8-5 49-15,8 5 35 0,-5-9 8 0,5 9 6 16,-4-5 5-16,4 5-3 0,0 0-4 16,-2-11-15-16,2 11-16 0,0 0-10 0,8-11-13 15,-5 5-9-15,5 1-8 16,0 0-10-16,3 1-7 0,0 0-6 0,3 2-10 15,1-1-4-15,1 3-6 0,-3-2-3 16,0 2-4-16,-13 0 4 0,22 2 6 16,-13 3 5-16,0 3 4 0,0 2 10 0,0 4 5 15,-6 3 4-15,1 4-2 0,-2 4 12 16,-2 1-10-16,2 2-7 0,-2-1-9 0,0 0-6 16,2 1 5-16,0-2-13 0,-2 0-8 15,1-5-2-15,-1-1-4 0,0-3-7 16,2-4 1-16,2-1 1 0,-1 0-8 0,-1-3-8 15,-1-1 10-15,1-2-23 16,-2-6-60-16,6 10-72 0,-6-10-98 0,3 3-98 16,-3-3-97-16,0 0-131 0,0 0-224 0,0 0 47 15,0 0 84-15,0 0-391 16,0 0-511-16</inkml:trace>
  <inkml:trace contextRef="#ctx0" brushRef="#br0" timeOffset="-33606.21">19641 18081 3064 0,'-17'-2'146'0,"4"-1"35"16,2 3 18-16,11 0 27 0,-18 0 20 15,18 0 15-15,0 0 0 0,0 0 6 16,-9-4-8-16,9 4-16 0,0 0-27 15,0 0-21-15,59-2-14 0,-15 2-26 16,5 0-12-16,-3-1-23 0,-2-1-8 0,0 1-14 16,-10 1-12-16,-6-2-6 0,-3 0-8 15,-3 2-10-15,-4-1-10 0,-2 2 1 0,-3-2-13 16,-13 1-20-16,21 0-31 0,-21 0-39 16,17 0-47-16,-17 0-53 0,15 0-72 15,-15 0-83-15,14-4-87 0,-14 4-115 16,13-2-238-16,-4 2 12 0,-9 0 74 0,18-6-418 15,-11 6-549-15</inkml:trace>
  <inkml:trace contextRef="#ctx0" brushRef="#br0" timeOffset="-33156.16">20369 17878 3309 0,'0'-12'170'15,"0"2"9"-15,2 3 0 0,4 0 6 0,-1 1 0 16,6-1-14-16,-2 2-18 0,5 1-12 16,-1 1-18-16,-1 1-12 0,4 0-9 0,-16 2-15 15,25 6-11-15,-14-1-10 16,-2 0-6-16,0 3-8 0,-6 3-2 0,-3 2-6 16,-3 3-4-16,-6 3-1 0,-7 4-3 15,-2 0-4-15,2 0 0 0,-6-1-3 16,9-7 8-16,1 1 0 0,3-6 7 0,6-1 6 15,-1 3 11-15,0 0 8 0,8-3 6 16,0 2-3-16,3 1-8 0,0 0-7 0,3 0-5 16,2 0-7-16,0 1-3 0,0 1-3 15,1 0-2-15,-1 0 8 0,-2 0 1 16,-5-1 22-16,3 1 15 0,-7 1 27 0,1-3 27 16,-2 2 23-16,-2 1 10 15,-3 1 4-15,-2 1 6 0,-5 1 1 0,0-3-16 16,-2-1-12-16,-8 4-66 0,3-6-87 15,1-1 0-15,-4-1 0 0,3-3 0 16,-1-2 0-16,0-2 0 0,-5 1 0 0,9-4 0 16,-6 0-397-16,8 0-225 0,-6-4-271 15,3 1-6-15,2 3 88 0,1-4-743 0,-1 4-997 16</inkml:trace>
  <inkml:trace contextRef="#ctx0" brushRef="#br0" timeOffset="-27239.92">19010 2080 633 0,'0'0'292'0,"0"0"-99"0,0 0-49 15,0 0-25-15,0 0-18 0,0 0-9 0,0 0 0 16,0 0 3-16,0 0 4 0,0 0 1 16,0 0 1-16,0 0-5 0,0 0-8 15,0 0-2-15,0 0-5 0,0 0-3 0,0 0 1 16,0 0-7-16,0 0 2 0,0 0-8 16,0 0-3-16,0 0-1 0,0 0-3 0,0 0-8 15,0 0-3-15,0 0-5 0,0 0-2 16,0 0-3-16,0 0 26 0,0 0-3 15,0 0-15-15,20 15 1 0,-20-15-5 0,5 9-6 16,-1-7 1-16,2 6-3 16,-6-8-5-16,8 12-4 0,-3-5 1 0,1 1-9 15,0-2 5-15,-3 2-8 0,6-1 4 16,-6 0-9-16,3 0 5 0,-3-1 1 0,3 0-8 16,-2 1-2-16,-1-1 8 0,-3-6 8 15,5 11-1-15,-1-5 5 0,-4-6 1 16,-4 12 4-16,2-5 1 0,-2 2 7 0,0 0-6 15,-4-3 0-15,5 3-11 0,-3-3 10 16,1 3-10-16,-2-2-3 0,4 1-1 0,-3-3 1 16,0-1-4-16,6-4 3 15,-9 10-8-15,5-4 3 0,-2 0-2 16,6-6 4-16,-9 7-8 0,3-3-2 0,6-4 11 16,-10 9-5-16,6-6-6 0,4-3 1 15,-11 6 10-15,6-2-4 0,5-4-4 0,-10 5 2 16,10-5 8-16,-11 6 6 0,11-6 2 15,-12 5 4-15,4-2-5 0,8-3 1 16,-13 4-1-16,13-4-4 0,-14 2 0 0,14-2-3 16,-16 6-3-16,8-2 2 15,8-4-7-15,-17 3 2 0,8 1-1 0,9-4-2 0,-16 3-1 16,7-2 0-16,9-1-1 16,-18 6 2-16,7-4-4 0,11-2 8 0,-15 3-7 15,7 0-5-15,8-3 6 0,-15 6-4 16,8-5 1-16,7-1-3 0,-18 4-2 15,18-4 2-15,-13 6-1 0,7-4 2 0,6-2 3 16,-13 5 1-16,5-1-4 0,8-4 4 16,-12 3-5-16,12-3 4 0,-13 4-4 0,13-4 3 15,-12 5-2-15,12-5 3 0,-9 3-2 16,9-3 0-16,-7 2-1 0,7-2 1 16,0 0-6-16,-16 5 2 0,16-5 3 0,-7 3-2 15,7-3-3-15,-8 5 8 16,8-5-5-16,-9 4-1 0,9-4 3 0,-10 5-3 15,10-5 1-15,-7 5-2 0,7-5 2 16,-10 5 1-16,10-5 0 0,-8 5-2 0,8-5-1 16,-7 6 4-16,7-6-5 0,-10 8 8 15,7-4-2-15,3-4 3 0,-9 8-7 16,9-8 0-16,-9 7 3 0,9-7 0 0,-5 5 0 16,5-5 2-16,-8 5-4 0,8-5 1 15,0 0 9-15,-7 6-6 0,7-6-2 0,-7 4 2 16,7-4-3-16,0 0 2 0,0 0-3 15,-3 10 1-15,3-10 2 0,-4 7-5 0,4-7 3 16,-4 9 1-16,4-9-2 16,-2 13 1-16,1-9-3 0,-1 3 2 15,2-7-2-15,-2 12 1 0,0-6 3 0,2-6 1 16,-5 7 1-16,5-7-1 0,0 0 3 16,-1 10-1-16,1-10 0 0,-2 4-5 0,2-4 6 15,0 0-5-15,0 0 6 0,-2 10 1 16,2-10-8-16,0 0 2 0,0 0-2 0,-4 8 1 15,4-8-2-15,0 0 0 0,0 0-2 16,0 7 4-16,0-7-3 0,0 0 0 16,0 0-1-16,0 0 2 0,0 0-4 0,0 0 8 15,0 0-2-15,6 7 7 0,-6-7-2 16,0 0-2-16,0 0-8 0,0 0-9 0,0 0-50 16,0 0-77-16,0 0-102 15,0 0-153-15,3-20-246 0,-3 20 45 0,0 0 74 16,-5-12-189-16,5 12-205 0</inkml:trace>
  <inkml:trace contextRef="#ctx0" brushRef="#br0" timeOffset="-22789.55">19138 17799 712 0,'0'0'375'16,"0"0"-105"-16,0 0-71 0,0 0-31 0,5-4-4 15,-5 4-9-15,0 0-7 0,0 0-3 16,0 0 0-16,0 0-2 0,0 0 0 15,3-7 1-15,-3 7-6 0,0 0-11 0,0 0-3 16,0 0-4-16,0 0-7 0,0 0-9 16,0 0-5-16,0 0 1 0,0 0-6 15,0 0-6-15,0 0 2 0,0 0 2 0,0 0 1 16,0 0 0-16,0 0-1 0,0 0 4 16,0 0 6-16,0 0 2 0,0 0 1 0,0 0-6 15,0 0-10-15,-23-2-4 0,23 2-8 16,-21 11-6-16,4-1-2 0,0 2-6 15,-10 8-5-15,-2 2-4 0,7 3-1 0,-3 2-8 16,6-2 0-16,-1 2-6 16,4-2-1-16,7-3-5 0,-2-2-5 0,6 0 4 15,1-3-9-15,4 0 5 0,0-3-5 16,0 1-12-16,2-1 6 0,0-2-1 16,3 2-2-16,1-6 0 0,0 2 0 0,4-3-3 15,-1 0 0-15,1 0 1 0,1-2-3 16,0-2 0-16,5-3-1 0,-3 2-1 0,1-2-1 15,-14 0 2-15,25-2-4 0,-14 2 4 16,-11 0-1-16,19-3 0 0,-12 0 1 16,-7 3 2-16,15-6 4 0,-8 3-1 15,-7 3-1-15,5-9-1 0,1 6 2 16,-6 3-5-16,3-8-3 0,-3 8 0 0,-1-9 1 16,1 9-4-16,-6-10 0 0,6 10-2 15,-12-11-4-15,5 5-18 0,-1-1-18 16,3 2-15-16,-1-1-22 0,6 6-22 0,-12-10-31 15,9 5-37-15,3 5-43 0,-8-10-35 16,6 5-45-16,2 5-62 0,-2-9-93 16,2 9-139-16,0 0-48 0,8-7 59 0,-8 7-214 15,0 0-276-15</inkml:trace>
  <inkml:trace contextRef="#ctx0" brushRef="#br0" timeOffset="-22358.4">19394 17971 2181 0,'7'-11'18'0,"2"3"11"0,3 4-1 16,-4-2 5-16,-1 0 14 0,3 3 2 0,-10 3-7 16,15-4 1-16,-15 4-6 0,0 0-3 15,21 4 2-15,-17 3 0 0,0 1 19 16,-2 4 12-16,-2-1 4 0,0 3 15 0,-2 3-2 15,-4-1 9-15,4 1-10 0,-5 0-1 16,2 0 2-16,4-2-2 0,-3 1-3 16,4-3-16-16,-2-2-4 0,4 1-2 15,0-1-10-15,1-3 11 0,0-2-14 16,3 2 23-16,-6-8 41 0,3 8 33 0,-3-8 13 16,4 5 11-16,-4-5 10 0,0 0-6 15,0 0-4-15,0 0-9 0,-16-33 10 0,7 23-16 16,-2-5-14-16,-1 1-16 0,-1 1-10 15,-1 0-14-15,3 3-11 0,0 0-3 16,4-2-12-16,-2 3 1 0,6 1-9 0,-1-3-3 16,2 1-11-16,4 0 0 15,2-3-12-15,3 1-2 0,3 0-10 0,1 3-8 16,9-1-53-16,-5 4-73 0,-2 0-90 16,2 1-102-16,-1 5-122 0,3 0-209 15,-17 0-133-15,19 5 85 0,-12 7-464 0,-1 0-613 16</inkml:trace>
  <inkml:trace contextRef="#ctx0" brushRef="#br0" timeOffset="-16126.42">12228 17472 2900 0,'2'-12'-79'0,"2"1"32"16,-2 2 21-16,2 0 22 0,-3 1 27 0,1 1 23 16,0-1 24-16,-2 8 19 15,2-12 18-15,3 7-5 0,-5 5 1 0,1-10-9 16,-1 10 9-16,2-8-2 0,-2 8 6 15,4-8 5-15,-4 8-3 0,4-7-14 16,-4 7-5-16,3-10-1 0,-3 10 0 0,4-10 7 16,-4 10 0-16,6-8-1 0,-6 8 5 15,1-7-2-15,-1 7 0 0,0 0-7 16,0-10-8-16,0 10-5 0,0 0-4 0,-1-9-6 16,1 9-5-16,0 0-5 0,0 0-8 15,0 0-5-15,-4-9-6 0,4 9-6 0,0 0-1 16,0 0-6-16,0 0-1 0,0 0-4 15,0 0 0-15,0 0-3 0,0 0-1 16,0 0-2-16,0 0-4 0,0 0 4 0,-9 24-3 16,9-24-3-16,-2 9 2 15,2-9-3-15,-2 12 0 0,2-7 2 0,0-5-3 16,0 14-1-16,-2-6 0 0,0 4-1 16,0 0 0-16,-4 8 16 0,0 0-3 15,1 3-3-15,-4 6-1 0,-2 0 4 0,4-4-1 16,2-1 0-16,-5 5 4 0,2-6-2 15,4-3 0-15,1 1-1 0,-1-4-3 0,2 3-3 16,2-5 1-16,0-1-2 0,4 2-1 16,-1 2-4-16,1-3 0 0,4-1 2 15,-2 0-3-15,1-3 1 0,4 0-3 16,1-4 0-16,1-1 0 0,-1-2 1 16,1-3 1-16,1-1-3 0,-14 0 5 0,31-8-3 15,-15-2 0-15,0-1 2 0,1-2-2 16,2-8 1-16,-2 6 0 0,-3-1-2 15,-5 1 3-15,2-1-1 0,-3 6-1 0,0-1 3 16,-3 5 1-16,2-2-1 0,-2 2-6 16,-1 0-2-16,-4 6-2 0,5-5 2 0,-5 5-1 15,0 0 5-15,0 0 9 0,0 0 4 16,2 25 2-16,-4-8-1 0,-1 5 15 16,-1 3 8-16,-3 9-5 0,2 3 3 15,-1-1-4-15,-1-2 0 0,3 3-5 16,3-10-4-16,-1-4 6 0,-3-5-6 0,3-1-3 15,0 1-6-15,0-7 0 0,2 2 0 16,-1-5-1-16,1 0 1 0,0 1-2 16,0-9-1-16,-2 12 0 0,0-5-3 0,2-7-1 15,-2 9-9-15,2-9 2 0,-4 8-15 16,4-8-59-16,-1 5-82 0,1-5-107 0,-8 9-119 16,2-6-139-16,6-3-257 0,-10 5 28 15,10-5 88-15,-7 5-419 0,7-5-550 16</inkml:trace>
  <inkml:trace contextRef="#ctx0" brushRef="#br0" timeOffset="-13392.26">6392 15344 936 0,'0'0'402'0,"3"-7"-141"0,-3 7-65 0,2-8-31 15,-2 8-11-15,0 0-11 0,2-9 5 16,-2 9 3-16,0 0 9 0,0 0 12 16,0-9 3-16,0 9 8 0,0 0-1 0,0 0-15 15,0 0-1-15,0-10-1 0,0 10-8 16,0 0-4-16,0 0-6 0,0 0-4 0,0 0-8 15,-4-7-6-15,4 7-3 0,0 0 1 16,0 0 4-16,0 0 0 0,0 0 1 0,0 0-2 16,0 0 15-16,0 0 6 0,0 0 6 15,-15 21-2-15,5-7-2 0,1 3 6 16,-5 10-7-16,1 2-2 0,-1 2-9 0,5 0-13 16,-2 0-12-16,6-3-9 15,2-4-1-15,1-1-20 0,0-2-8 0,4-1-10 16,-2-2-5-16,4-1-5 0,-1-1-4 15,4-3-5-15,-2-1-5 0,1-4-2 0,1 1-10 16,4-4-1-16,0 1-6 0,1-5 3 16,2-1-5-16,3-4-1 0,1-2-2 0,3-2 0 15,3-7-1-15,4 1-1 0,-4-1-6 16,-3-3-1-16,0-1-10 0,-3 5-1 16,-4 2 0-16,-3 0 0 0,1 2 0 0,0 0 0 15,-7 1 0-15,2 0 0 16,-1 2 0-16,1-1 0 0,-4 3 0 0,3 0 0 15,-6 5 0-15,5-11 0 0,-5 11 0 16,8-3 0-16,-8 3 0 0,0 0 0 0,0 0 0 16,-4 28 0-16,-2-13 0 0,3 5 0 15,-5 3 0-15,0 8 0 0,2 0 0 16,-3-1 0-16,4 2 0 0,-1-7 0 0,2-3 0 16,-2 1 0-16,2-6 0 0,2 2 0 15,2-4 0-15,0-3 0 0,-1 2 0 0,-1-6 0 16,2 1 0-16,0-1 0 0,0-8 0 15,3 11 0-15,-3-11 0 0,2 7 0 0,-2-7 0 16,0 0 0-16,6 3 0 0,-6-3 0 16,0 0 0-16,0 0 0 0,0 0-88 15,0 0-375-15,0 0-99 0,0 0-105 16,8-17-173-16,-8 17 7 0,2-9 101 0,-2 4-631 16,4 0-816-16</inkml:trace>
  <inkml:trace contextRef="#ctx0" brushRef="#br0" timeOffset="-12876.69">7001 15484 3555 0,'2'-11'-11'0,"2"1"65"0,-4 1 41 0,2 4 40 16,-2 5 26-16,2-11 24 0,-2 11 12 15,0 0 26-15,0 0 32 0,0 0 12 0,0 0-2 16,-11 26-17-16,2-6-6 0,4 1-14 16,-3 4-13-16,1 6-18 0,0 2-20 15,2-8-17-15,1-2-13 0,2 1-16 0,0-4-13 16,4-2-10-16,0 0-13 0,2-3-10 16,1 2-10-16,4-5-7 0,0 0-5 0,4-3-6 15,3-4-8-15,1-2-7 0,3-3-3 16,0-1-1-16,7-5-8 0,5-6-1 15,0-1-1-15,1-6-3 0,-3-1-4 16,-1-4 1-16,-2 1-4 0,-2 0 6 16,-7 5-5-16,-2 2-7 0,-5 7-12 0,-2-1 0 15,-1 5 0-15,-6 4 0 0,-2 1 0 16,0 0 0-16,0 0 0 0,-8 25 0 0,0-8 0 16,-4 9 0-16,-2 2 0 0,1 1 0 15,-1-2 0-15,3 2 0 0,2 2 0 0,-2 2 0 16,6-7 0-16,1-6 0 0,0 2 0 15,4-5 0-15,-3 2 0 0,1-5 0 16,0-2 0-16,0-1 0 0,2-3 0 0,-2 1 0 16,2-1 0-16,0-8 0 0,0 9 0 15,0-9 0-15,0 5 0 0,0-5-214 16,0 0-315-16,0 0-143 0,0 0-245 16,0 0 64-16,-13 5 104 0,1-3-699 0,-1 3-897 15</inkml:trace>
  <inkml:trace contextRef="#ctx0" brushRef="#br0" timeOffset="-12276.96">6275 16030 3839 0,'8'-3'-97'0,"-3"0"36"0,-5 3 23 16,7-8 33-16,-7 8 36 0,0 0 50 15,0 0 44-15,0 0 34 0,0 0 19 0,0 0 11 16,-52 25 7-16,21-7 11 0,-15 8 10 15,-4 1 14-15,-4 4 7 0,-5 0 4 0,-16 8-1 16,-1 2-4-16,-1 3-2 0,2-5 1 16,0 1-1-16,16-10-2 0,4-1-6 0,0 0-11 15,5-6-13-15,6 0-15 16,7-7-12-16,7-2-144 0,4-1-32 0,9-3 0 16,2-2 0-16,3-2 0 0,1-1 0 15,0-2 0-15,6 2 0 0,5-5 0 0,-13 4 0 16,13-4 0-16,-10 6 0 0,10-6 0 15,-8 4 0-15,8-4 0 0,-9 2 0 16,9-2 0-16,0 0 0 0,0 0 0 0,-9 1 0 16,9-1 0-16,0 0-214 0,0 0-404 15,0 0-189-15,0 0-116 0,0 0 91 16,13-17-799-16,-13 17-1071 0</inkml:trace>
  <inkml:trace contextRef="#ctx0" brushRef="#br0" timeOffset="-11624.18">4588 16629 4327 0,'0'-13'-84'15,"4"4"51"-15,-2 0 72 0,1 4 38 16,-3 5 33-16,5-10 28 0,-5 10 8 16,4-7 3-16,-4 7-9 0,0 0 35 0,0 0 38 15,0 0 19-15,11 17 3 0,-9-3 0 16,-4 3-21-16,2 8-3 0,-4 11-13 0,-1 0-12 16,-3 0-10-16,4 1-15 15,-6 0-11-15,5-2-11 0,-1-2-9 0,-2-2-11 16,2-5-8-16,3-5-14 0,-3-3-5 15,4-2-16-15,1-4-44 0,-3 1-32 16,2-4 0-16,0-1 0 0,2 0 0 0,0-8 0 16,-2 13 0-16,2-13 0 0,-3 9 0 15,3-9 0-15,0 5 0 0,0-5 0 0,0 0-201 16,0 0-139-16,0 0-85 0,0 0-78 16,0 0-98-16,0 0-155 0,11-23-45 0,-8 13 75 15,3 0-579-15,3-2-764 16</inkml:trace>
  <inkml:trace contextRef="#ctx0" brushRef="#br0" timeOffset="-11325.75">4787 16752 3416 0,'2'-7'52'0,"-2"7"84"16,-6-9 48-16,6 9 44 0,0 0 35 16,-3-10 34-16,3 10 1 0,0 0 1 0,0 0-26 15,0 0-25-15,0 0-20 0,11-5-23 16,-11 5-20-16,21 3-21 0,-21-3-13 0,38 4-17 15,-13-1-8-15,-5-1-13 0,3 1-21 16,0 1-3-16,-6 4-10 0,0-1-6 0,-2 5 13 16,-3 2 5-16,-3 5-5 0,-5 1 2 15,-2 5 12-15,-2-1-4 0,0 0 1 16,-6 7-4-16,-1 3-7 0,1-4-51 16,0-3-35-16,2-6 0 0,1 2 0 15,-3-3 0-15,4-1 0 0,0-3 0 0,1 1 0 16,-1-5 0-16,0-1-24 0,0 1-270 15,0-4-101-15,2-1-103 0,0-7-119 0,0 8-168 16,0-8-31-16,0 0 66 0,0 0-615 16,0 0-818-16</inkml:trace>
  <inkml:trace contextRef="#ctx0" brushRef="#br0" timeOffset="-11093.25">4900 17071 3957 0,'-14'-2'152'15,"1"0"64"-15,13 2 54 0,-20-2 53 16,20 2 15-16,-12-4-2 0,12 4-9 16,0 0-19-16,-9-4-26 0,9 4-26 0,0 0-26 15,0 0-23-15,0 0-18 0,34-5-20 16,-12 5-20-16,4-2-17 0,1 0-20 0,11-2-52 16,-6 2-60-16,-5 0-66 0,-2 0-97 15,-5 0-65-15,2 2-72 0,-7 0-70 16,-2 0-67-16,1-3-79 0,-3 3-111 0,0-2-158 15,3 1 57-15,-1 1-562 16,1-4-749-16</inkml:trace>
  <inkml:trace contextRef="#ctx0" brushRef="#br0" timeOffset="-10392.14">6444 16167 3335 0,'-5'-5'-41'15,"-3"-2"53"-15,5 2 39 0,3 5 49 0,-11-9 36 16,8 6 35-16,3 3 29 0,-6-7 12 16,6 7 2-16,0 0-5 0,-7-8-12 0,7 8-9 15,0 0-7-15,0 0 41 16,0 0 3-16,0 0 14 0,32 20 5 0,1-2-18 15,13 9-12-15,4 4-11 0,25 12-19 16,3 5-18-16,12 0-18 0,3 1-16 16,7 1-10-16,-7-1-14 0,0-1-16 0,-5-4-13 15,-5-1-12-15,-2-6-3 0,-24-9-11 16,-5-4-4-16,-7-4-6 0,-11-5-2 0,-7-1-4 16,-4-3 1-16,-7-3-8 0,-2 0-30 15,-4-2 0-15,-1-1 0 0,-1 1 0 0,1-4 0 16,-9-2 0-16,11 8 0 0,-7-4 0 15,-4-4 0-15,10 4 0 0,-10-4 0 0,10 4 0 16,-10-4 0-16,0 0 0 0,9 4 0 16,-9-4 0-16,0 0-75 0,0 0-237 15,16-2-115-15,-16 2-118 0,0 0-163 16,0 0-165-16,0 0 71 0,0 0-711 0,0 0-959 16</inkml:trace>
  <inkml:trace contextRef="#ctx0" brushRef="#br0" timeOffset="-9860.58">7653 16847 4083 0,'1'-7'-44'0,"-1"7"52"15,2-9 44-15,-2 9 38 0,0 0 36 16,0 0 31-16,0-8 23 0,0 8 25 16,0 0 5-16,0 0 9 0,0 0 1 0,0 0-20 15,-36 18-4-15,11-1-6 0,0 4 4 16,-11 7-1-16,-3 1-9 0,-3 0-8 0,1 1-5 15,0 1-9-15,3 0-11 16,3 0-10-16,11-5-9 0,3 0-14 0,3 0-14 0,5 1-11 16,8-5-6-16,1-1-13 15,4-4-8-15,5 0-13 0,3 0-53 0,3 0 0 16,6-2 0-16,3-6 0 0,0-1 0 16,1 0 0-16,4-4 0 0,-1-2 0 15,-6-2 0-15,1 0 0 0,-2-2 0 0,-3-1 0 16,1 0-8-16,-5-1 0 0,-5-1 1 15,1 2-3-15,-6 3 4 0,5-11-1 0,-5 11-1 16,-3-12 2-16,-3 6-2 0,1-1 0 16,-4 0-3-16,2 0-3 0,0 0-37 15,-3 2-43-15,0 0-27 0,-1-2-39 16,2 2-25-16,-1 0-27 0,2 1-32 0,1 3-31 16,7 1-43-16,-14-5-55 0,14 5-57 15,-9-4-102-15,9 4-156 0,-4-5-19 16,4 5 70-16,0 0-405 0,0 0-515 0</inkml:trace>
  <inkml:trace contextRef="#ctx0" brushRef="#br0" timeOffset="-9209.76">8167 16893 2910 0,'9'-9'71'0,"0"3"34"0,-2 0 31 16,-3 0 30-16,-4 6 20 0,7-8 18 15,-7 8 16-15,0 0 8 0,4-4 5 0,-4 4 11 16,0 0-4-16,0 0-10 0,0 0-17 16,-40 8-9-16,17-4-22 0,-9 6-8 0,-2-3-16 15,-6-1-18-15,-1 3-30 0,2 0-11 16,-3-4-14-16,4-2-4 0,3 2-9 15,8-1-8-15,7 1-1 0,2-4-9 0,5 1-9 16,1-2-1-16,12 0-4 16,-18 2 0-16,18-2-11 0,-14 0-1 0,14 0 0 15,0 0-4-15,0 0 0 0,-17-4-6 16,17 4-1-16,0 0-7 0,0 0 1 0,0 0-2 16,0 0 0-16,2-8 10 0,-2 8-11 15,0 0-7-15,0 0 3 0,0 0-3 0,0 0 11 16,0 0-6-16,0 0 1 0,0 0-1 15,0 0 4-15,6 27-5 0,-3-15 5 16,-1 4-1-16,2 1-7 0,4 4 5 0,2 0-9 16,2 4 2-16,4 1-6 0,-1-2-1 15,3 0 7-15,-4-3-5 0,0-1 0 16,-3-5 4-16,3 1-1 0,-5-1 1 16,2 0 2-16,0-3-4 0,-4 2 8 0,0-4 0 15,1 3 22-15,-4-4 28 0,0 0 38 16,0 2 34-16,-4-3 28 0,0 0 21 0,-4 3 2 15,-1-3-132-15,-4 1-46 0,-2 1 0 16,-5-2 0-16,-6 2 0 0,-8-1 0 0,5 1 0 16,2-4 0-16,1 0 0 0,6-1 0 15,-2-1 0-15,7-2 0 0,-1 2 0 16,3 0 0-16,9-4 0 0,-13 4 0 0,13-4 0 16,-16 2 0-16,16-2 0 0,-9 2 0 15,9-2 0-15,0 0 0 0,-11 0 0 16,11 0 0-16,0 0 0 0,-14-5 0 15,14 5-48-15,-5-3-792 0,5 3-149 0,0 0 88 16,0 0-940-16,0 0-1267 0</inkml:trace>
  <inkml:trace contextRef="#ctx0" brushRef="#br0" timeOffset="-8193.97">4211 17227 4833 0,'0'0'-142'0,"0"-7"58"0,0 7 58 16,0 0 52-16,0 0 36 0,0 0 37 16,0 0 34-16,0 0 36 0,0 0 36 15,-39 14 18-15,2 10 7 0,-9 2 14 0,-11 5 0 16,2 2 10-16,-26 8 6 0,2-3-6 15,-2 1 0-15,4-2-6 0,0 1-7 0,14-9-21 16,4 0-4-16,4-3-188 0,1-3-28 16,9-4 0-16,11-1 0 0,1-3 0 15,7-1 0-15,4-5 0 0,9-2 0 16,0-2 0-16,3 1 0 0,1-2 0 0,1 0 0 16,8-4 0-16,-11 6 0 0,11-6 0 15,-8 4 0-15,8-4 0 0,-7 5 0 16,7-5 0-16,-5 2 0 0,5-2 0 0,0 0-113 15,0 0-496-15,0 8-126 0,0-8-180 16,0 0 57-16,0 0 84 0,0 0-650 16,-9 7-875-16</inkml:trace>
  <inkml:trace contextRef="#ctx0" brushRef="#br0" timeOffset="-7544.17">2065 17865 3729 0,'2'-4'-139'0,"-2"4"44"0,4-12 31 16,-1 5 33-16,-1 1 29 0,5-3 32 15,-2 2 54-15,1-1 29 0,-1 1 15 16,-1 1 13-16,-4 6-7 0,8-8-10 0,-8 8-5 15,6-3 23-15,-6 3 46 0,0 0 43 16,9 13-2-16,-9 1-13 0,0 0-12 16,0 6 0-16,-2 6 4 0,-3 8-8 0,1 2 7 15,-2-2-12-15,2-5-22 0,-2 3-13 16,-1-5-21-16,5-4-14 0,-2-6-9 16,1-2-15-16,3-1-9 0,-5-2-7 0,3 0-8 15,0-2-7-15,2-2-11 0,-1-1-5 16,1-7-11-16,-2 13 1 0,0-9-13 0,2-4-22 15,-2 9-44-15,2-9-60 0,0 5-74 16,0-5-71-16,0 0-103 0,0 0-80 16,-2 7-76-16,2-7-117 0,0 0-176 15,0 0 58-15,0 0-602 0,0 0-791 16</inkml:trace>
  <inkml:trace contextRef="#ctx0" brushRef="#br0" timeOffset="-6608.71">1848 17882 3455 0,'0'0'-119'16,"0"-9"43"-16,0 9 42 0,-2-10 30 15,2 10 24-15,2-8 17 0,-2 8 10 0,2-11 2 16,-2 11 3-16,0-10 8 0,0 10 12 16,2-8 3-16,-2 8 6 15,0 0 0-15,0-9-7 0,0 9-7 0,0 0-6 16,0 0 2-16,0 0 26 0,0 0 24 16,0 0 11-16,0 0 17 0,0 0-2 15,-8 22 2-15,5-10 0 0,-2 0 5 0,1 5-12 16,3 1 1-16,-3-1-6 0,2-1-12 15,-2 1-12-15,4-3-12 0,-2 1-7 0,1-3-7 16,-1 0-11-16,2-1 0 0,-2 0-13 16,2-2-4-16,-2-4-7 0,2-5-3 15,0 17-4-15,2-10-4 0,0-1-6 0,1 1-1 16,1 0-4-16,4 2 1 0,0-2-10 16,3 1 6-16,4-3-4 0,-1 2-4 15,0-2 4-15,-2-1-4 0,1-1 1 16,5 0 3-16,-5-1-6 0,1 0-2 15,-3-2 6-15,-11 0-5 0,17 3 3 0,-17-3-4 16,13 3-5-16,-13-3 4 0,9 2-5 16,-9-2 3-16,9 4 1 0,-9-4-1 15,0 0-3-15,11 3-1 0,-11-3-6 0,0 0-33 16,0 0-37-16,0 0-49 0,11 4-59 16,-11-4-70-16,0 0-53 0,0 0-41 15,0 0-51-15,0 0-79 0,12 1-158 16,-12-1-6-16,0 0 59 0,0 0-295 15,0 0-360-15</inkml:trace>
  <inkml:trace contextRef="#ctx0" brushRef="#br0" timeOffset="-5411.24">2130 17927 2183 0,'0'0'-94'0,"0"0"25"0,-6-8 19 0,6 8 19 16,-3-8 12-16,3 8 12 0,0 0 19 15,-6-9 17-15,6 9 12 0,-4-4 10 16,4 4 12-16,0 0 7 0,-6-11 14 0,6 11 8 16,-2-7 8-16,2 7 4 0,0 0 9 15,-2-8 3-15,2 8 3 0,0 0 2 16,0 0 2-16,-5-7-11 0,5 7-9 16,0 0 2-16,0 0-15 0,0 0-7 15,0 0-10-15,0 0 15 0,0 0-7 0,0 0 11 16,0 0 3-16,-20 25 0 0,15-14-7 15,1 4 3-15,0 5 5 0,-3 2-8 16,1-3-3-16,0 5 5 0,2-1-6 0,-3 7-4 16,1-3-1-16,3-5-5 0,-4 1-9 15,3-2-3-15,1-5-7 0,-1 1-6 0,0-1-6 16,3-3-6-16,-1 1 1 0,0-2-8 16,-2-2 0-16,4 3-2 15,-2-5-3-15,1 0-1 0,-2 1-3 0,1-2-7 16,0 0 3-16,2-7 0 0,-2 9-2 15,2-5-3-15,0-4 0 0,-4 9 0 0,4-9-4 16,0 9 0-16,0-9-2 0,0 5 1 16,0-5-3-16,0 0-1 0,0 8 1 15,0-8-1-15,0 0 1 0,0 0 0 0,-1 7-1 16,1-7-3-16,0 0 3 0,0 0-2 16,0 0 0-16,0 0 0 0,0 7 2 0,0-7 1 15,0 0-3-15,0 0 0 16,0 0 0-16,0 0-2 0,-2 6 6 15,2-6-5-15,0 0 1 0,0 0-1 0,-2 12 3 16,2-12-2-16,-2 5 0 0,2-5 3 16,0 0-1-16,0 0 7 0,2 6 7 0,-2-6 1 15,0 0 12-15,0 0 1 0,0 0-2 16,0 0 6-16,0 0 1 0,0 0-2 16,0 0-6-16,0 0-3 0,0 0-3 0,0 0-2 15,0 0-2-15,0 0-3 0,0 0-1 16,0 0-2-16,0 0-3 0,-4 9 3 15,4-9-6-15,0 0 0 0,0 0-2 0,0 0-13 16,0 0-41-16,0 0-61 16,0 0-75-16,0 0-83 0,0 0-81 0,0 0-82 0,0 0-176 15,-9-20-60-15,9 20 35 16,0 0-330-16,0 0-441 0</inkml:trace>
  <inkml:trace contextRef="#ctx0" brushRef="#br0" timeOffset="-4677.2">2404 17902 2501 0,'2'-15'-46'0,"-2"15"43"0,0-7 28 15,0 7 28-15,0 0 25 0,2-8 22 16,-2 8 15-16,0 0 12 0,0-11 5 16,0 11 0-16,0 0-5 0,0-6-1 15,0 6-6-15,0 0-6 0,0 0-11 0,0 0-7 16,0 0 23-16,0 0 14 0,0 0 13 15,2 35-8-15,-2-18-13 0,0 3-11 16,2 3-11-16,-2 4 12 0,0-2-10 0,0 3-12 16,0-3-7-16,2 1-10 0,-2-5-4 15,0 1-10-15,2-4-4 0,-2 0-5 0,2-6 14 16,-2 1-3-16,0 0-6 16,0-5-8-16,0 1 2 0,0-1-9 15,0-8-4-15,0 14-2 0,0-7-4 0,0-7-7 16,0 8 0-16,0-8-6 0,0 8-3 15,0-8-10-15,0 0-42 0,0 0-41 0,-2 12-59 16,2-12-63-16,-2 5-55 0,2-5-60 16,0 0-69-16,0 0-96 0,0 0-143 15,0 0 8-15,0 0-385 0,0 0-473 0</inkml:trace>
  <inkml:trace contextRef="#ctx0" brushRef="#br0" timeOffset="-4077.53">2657 17966 2723 0,'1'-6'12'0,"-1"6"35"0,-1-10 26 16,1 10-18-16,0 0-2 15,0 0 38-15,0 0 5 0,0 0 21 0,0 0-9 16,-7 37-10-16,3-20-13 0,4-1-10 16,-2 1-3-16,2 3-8 0,0-3-6 15,0 2-6-15,2-4 2 0,0 3-8 0,4-5-3 16,0 1-6-16,0-2 2 0,1-2 3 15,0-1-9-15,2-3-2 0,0-4 1 16,0 0-5-16,-9-2-4 0,25-4 1 0,-9-2-8 16,1-3-8-16,0-1-6 0,5-8-11 15,-4 0 6-15,-3 2-2 0,2-4 5 0,-1 6 4 16,-7 2-4-16,0 6-2 0,-3-1 8 16,0 2-6-16,-6 5 4 15,8-6 7-15,-8 6 21 0,0 0 17 0,0 0 13 16,0 0 5-16,5 23 5 0,-3-11 7 15,-2 1 7-15,-2 4-4 0,2-1 0 0,2 2-2 16,-2 3-1-16,0-2-9 0,2 1 3 16,0 0-5-16,0-2-7 0,1 2-5 15,-1-6-2-15,0 2-6 0,1-2-5 0,-1-2-4 16,1 0-5-16,-1-2-5 0,2-1 2 16,-2-2-7-16,0 1-6 0,-1-3 4 15,-1-5-8-15,4 11-3 0,-4-11-6 0,2 8-42 16,-2-8-59-16,0 0-85 0,4 7-85 15,-4-7-82-15,0 0-126 0,0 0-202 16,0 0 34-16,0 0 87 0,0 0-308 16,0 0-347-16</inkml:trace>
  <inkml:trace contextRef="#ctx0" brushRef="#br0" timeOffset="-2778.68">4642 17241 2612 0,'-4'-14'101'0,"0"9"31"0,4 5 26 16,-1-12 24-16,1 3 9 0,0 9 13 15,3-13 4-15,-1 6-6 0,6-2-5 16,-3 3-8-16,5-2-9 0,-1 2 5 0,4 3-12 15,-1-1-12-15,3 4-19 0,3 2 7 16,4 3-8-16,7 9-7 0,1 3-9 16,1 1-6-16,7 10-11 0,0 1-9 0,0 3-10 15,-2 1-6-15,-1 0-4 16,-1-4-14-16,-10-3-12 0,3-4-3 0,-4-1-6 16,0-1 0-16,-8-4-4 0,-1-5-7 15,-3 0-3-15,-4-4 1 0,2 0 6 0,-2-1 2 16,-1-1 1-16,1 0-1 0,-7-5-3 15,12 4-6-15,-12-4-9 0,13 2-1 16,-13-2-7-16,0 0-22 0,21-4-61 0,-21 4-69 16,11-3-76-16,-11 3-88 0,0 0-78 15,12-4-84-15,-12 4-132 0,0 0-147 0,0 0 59 16,0 0-471-16,0 0-624 0</inkml:trace>
  <inkml:trace contextRef="#ctx0" brushRef="#br0" timeOffset="-2276.98">5059 17669 3606 0,'-10'-4'242'0,"3"0"15"15,7 4 5-15,-9-5-25 0,9 5-20 16,0 0-23-16,-2-8-17 0,2 8-19 15,0 0-19-15,20-4-11 0,-8 2-11 0,-12 2-17 16,27 0-10-16,-14 0-11 16,1 2-10-16,-3 2-10 0,2-2-3 0,-3 2-7 15,-1 3-6-15,-2 1-5 0,-3 0-1 16,0 4 0-16,-4-1 13 0,-2 5 17 16,-4-1 32-16,-3 3 20 0,2 2-2 0,-11 6-1 15,5-1-11-15,1-6-12 0,5-2-14 16,1-3-6-16,5 0-7 0,-1-4-9 15,2-2-4-15,3 3-4 0,-1-3-3 0,4 2-10 16,-1-1-4-16,4-1-4 0,-2 2 5 16,0-3-3-16,1 1 2 0,0 0 27 0,-2 1 13 15,-1 0 13-15,1-2 14 16,-1 1 6-16,-1 2-105 0,-2-1 0 0,-2-1 0 16,0 3 0-16,-2-2 0 0,-2 0 0 15,-1 2 0-15,-1-2 0 0,-3 1 0 16,-1-2 0-16,-1 1 0 0,2-4 0 0,-3 0 0 15,0-3 0-15,0 1 0 0,-1-3 0 16,13 0 0-16,-21 2 0 0,21-2 0 0,-18 0 0 16,18 0 0-16,-16-3-171 0,9 1-379 15,7 2-85-15,-11-7-139 0,11 7-97 16,0 0 72-16,-2-9-694 0,2 9-941 0</inkml:trace>
  <inkml:trace contextRef="#ctx0" brushRef="#br0" timeOffset="-1861.2">5334 17824 4475 0,'5'-12'114'0,"1"-1"25"0,1 5 26 0,5 0 16 16,1-1 1-16,1 1 1 0,5 1-13 16,-6 0-16-16,2 4-9 0,-1 1-18 15,1 0-11-15,2 4-3 0,-6 0 16 0,2 6 5 16,-1 1 17-16,-6 4 15 0,-2 3 17 15,-4 1 19-15,-4 7 15 0,-9 6 5 16,-1 2 13-16,-1 1 17 0,-8 3-216 16,4-2-36-16,4-7 0 0,-1 0 0 0,3-6 0 15,6-6 0-15,1-1 0 0,2-2 0 16,4-2 0-16,2 0 0 0,4 0 0 16,3-4 0-16,3 1 0 0,3-2 0 0,0-1 0 15,4-1 0-15,-2-2 0 0,2 3 0 16,3-4 0-16,-4 1 0 0,3 1 0 0,-3 2 0 15,-3-3 0-15,2-1 0 0,-6 0 0 16,-11 0 0-16,24 2 0 0,-24-2 0 16,14 0 0-16,-14 0 0 0,16 3 0 0,-16-3 0 15,0 0 0-15,15 0 0 16,-15 0 0-16,0 0 0 0,0 0 0 0,10-5 0 16,-10 5 0-16,0 0 0 0,0-8-344 15,0 8-692-15,0 0 72 0,0 0 117 0,0 0-853 16,0 0-1136-16</inkml:trace>
  <inkml:trace contextRef="#ctx0" brushRef="#br0" timeOffset="-1062.22">7242 17495 4432 0,'0'0'-126'0,"1"-9"75"15,-1 9 55-15,0 0 48 0,0 0 30 0,0 0 40 16,0 0 46-16,0 0 30 0,-30 19 20 15,5 2 3-15,-9 4 8 0,-5 2 6 0,-1 4 18 16,1-2-3-16,-4-2-10 0,9 3-15 16,-2-5-9-16,7-4-11 0,4-3-18 15,0-1-17-15,9-3-19 0,2-3-14 0,1-2-14 16,5-2-12-16,1 0-11 0,1-4-61 16,-2 2-39-16,8-5 0 0,-11 7 0 0,11-7 0 15,-10 2 0-15,10-2 0 0,0 0 0 16,-11 1 0-16,11-1-126 0,0 0-186 15,0 0-106-15,-13 2-79 0,13-2-100 0,-8 0-194 16,8 0-24-16,0 0 75 16,-10 7-585-16,10-7-781 0</inkml:trace>
  <inkml:trace contextRef="#ctx0" brushRef="#br0" timeOffset="-328.96">6417 18033 3341 0,'0'0'-163'0,"0"-9"30"0,0 9 21 0,5-14 26 16,-3 10 18-16,0-3 19 15,-2 7 16-15,3-12 9 0,1 6 11 0,-4 6 11 16,6-10 15-16,-6 10 16 0,3-6 18 15,1 1 17-15,-4 5 13 0,7-6 16 16,-7 6 25-16,3-6 13 0,-3 6 13 0,0 0 14 16,0 0 9-16,10-8-3 0,-10 8-3 15,0 0-4-15,0 0-9 0,5-4-11 16,-5 4-11-16,0 0 16 0,0 0 13 0,0 0 9 16,0 0-6-16,9 24-6 0,-6-13-13 15,-1 3-11-15,-2 3-14 0,2 1-12 16,0-3-3-16,1 4-16 0,-3-4-3 15,4 2-11-15,2-1-9 0,-5-3-10 0,1-1 1 16,5-2-6-16,-4 1-12 0,1-3 1 16,2-3 1-16,-1 1-7 0,4-3-1 15,-9-3-8-15,20-1-1 0,-20 1-7 0,28-9-14 16,-15 2-10-16,3-5-4 0,2 0 2 16,-4 0-1-16,-1 2 6 0,1 0-1 15,-5 3 4-15,-1 0-6 0,0 2 6 0,0 1 3 16,-8 4-1-16,0 0 10 0,0 0 12 15,0 0 8-15,0 0 4 0,3 17 11 0,-5-8 8 16,2 3 3-16,-3 2 1 0,1-1-9 16,0 4 1-16,0 0 2 0,2 2-13 15,0-2 3-15,0 1-9 0,0-3 2 16,0-1-2-16,2 0-10 0,0-1-2 16,-2-2 0-16,0-1-4 0,2-4-3 0,-2 2-23 15,0-8-42-15,0 12-56 0,0-12-61 16,-2 7-91-16,2-7-82 0,0 0-67 15,0 0-88-15,0 0-154 0,0 0-67 0,0 0 62 16,0 0-413-16,0 0-546 0</inkml:trace>
  <inkml:trace contextRef="#ctx0" brushRef="#br0" timeOffset="72.29">6903 18069 2837 0,'-7'-3'69'0,"7"3"59"16,-13-4 39-16,13 4 20 0,0 0 11 0,-12-1-3 15,12 1-16-15,0 0-17 0,0 0-14 16,0 0-16-16,0 0-13 0,0 0-11 15,0 0-14-15,25-9-9 0,-25 9-8 16,18 0-9-16,-18 0-8 0,18 7-4 0,-10-2-5 16,-2 0-5-16,-1 5 2 0,-1 1 3 15,-2 1 12-15,-2 1 15 0,0 1 12 16,-4 4 6-16,2-2-4 0,-3 5-4 16,3-3-8-16,0-1-6 0,0-1-14 0,2 3-4 15,-1-3-5-15,-1-5-6 0,2 3-14 16,2-1-23-16,-1-1-29 0,-1 0-34 0,4-3-36 15,-2-2-43-15,0 0-61 16,-2 0-52-16,3-2-58 0,-3-5-63 0,4 7-91 16,-4-7-147-16,0 0-26 0,9 5 55 15,-9-5-269-15,0 0-331 0</inkml:trace>
  <inkml:trace contextRef="#ctx0" brushRef="#br0" timeOffset="1505.84">11027 14983 1849 0,'-1'-6'-64'16,"1"6"-3"-16,-4-8-35 0,2 2-47 0,2 6-77 15,0 0-196-15,0-8 67 0</inkml:trace>
  <inkml:trace contextRef="#ctx0" brushRef="#br0" timeOffset="3687.81">10079 15565 1864 0,'-2'-6'4'0,"2"6"-2"0,-6-7-16 0,6 7-33 16,-2-7-21-16,2 7-31 0,-5-5-19 16,5 5-60-16,0 0-280 0,0 0 34 15</inkml:trace>
  <inkml:trace contextRef="#ctx0" brushRef="#br0" timeOffset="4952.69">7485 18054 1347 0,'0'0'66'16,"0"0"21"-16,6-5 12 0,-6 5 15 16,0 0 9-16,7-8-8 0,-7 8-4 15,4-6-9-15,-4 6-5 0,6-7-3 16,-6 7-1-16,0 0-4 0,1-8 4 0,-1 8 1 16,0 0 9-16,5-6-1 0,-5 6-2 15,0 0 3-15,0 0-3 0,0 0 6 16,0 0 4-16,0 0-3 0,0 0-13 0,-10-10-10 15,10 10-3-15,-13-2 2 0,13 2-4 16,0 0-7-16,-27 4 2 0,16-4-4 16,-1 4-12-16,1-2 1 0,1 4-2 0,1-4-10 15,-1 4-4-15,5-2-10 0,-4 1 2 16,9-5-3-16,-7 12-2 0,5-5-8 0,2-7 2 16,2 12-8-16,4-6 3 15,-1 1-3-15,4 2 3 0,0 1-3 0,2 0-4 16,-1 1 0-16,1 1-4 0,3 1 6 15,-3-1 0-15,-4 1 1 0,4-2 14 16,-4 1 14-16,0 0 16 0,-3-1 18 0,-2-1 14 16,3 0 13-16,-3 0 8 0,-2-1-1 15,-2-1 1-15,2 2-8 0,-5-3-2 16,1 1 0-16,-1 0-3 0,-3 0-4 0,-2-5-10 16,1 5-14-16,-2-3-3 0,1-1-7 15,-1-1-10-15,-1 1-3 0,2-2-9 0,10-2-4 16,-18 1-26-16,8 1-35 0,10-2-47 15,-17 0-47-15,17 0-52 16,-16 0-55-16,16 0-58 0,-11-5-62 0,11 5-74 16,-3-6-135-16,3 6-127 0,1-14 49 15,7 7-372-15,3-2-480 0</inkml:trace>
  <inkml:trace contextRef="#ctx0" brushRef="#br0" timeOffset="5355.01">7891 18083 2696 0,'13'-7'-17'0,"-3"1"22"0,-1 2 11 0,-1 0 16 0,-8 4 13 16,14-7 17-16,-14 7 12 15,13 0 7-15,-13 0 7 0,0 0 1 0,19 11 10 16,-14-5 15-16,-1 5 3 0,-2-1 12 0,-2 4 8 16,-2-1 7-16,-2 4 9 15,-1 2-5-15,-1 0-2 0,-2 0-11 0,3-2-8 16,-3-1-12-16,4-5-8 0,1 1-12 15,-1-2-10-15,4 0-11 0,0-3 0 16,2 3-12-16,2-3-8 0,-1-2-5 0,3 0-10 16,-6-5-5-16,7 8 2 0,-3-4-5 15,-4-4 0-15,0 0-3 0,0 0-1 0,0 0-7 16,0 0 0-16,-19-19 0 16,6 9-4-16,-11-7-2 0,-5-1 1 0,2 1 0 15,0 1 8-15,-3 1 17 0,10 3 13 16,4 2 2-16,2 1-3 0,7 3-1 15,-3-1-7-15,2-2-6 0,6 2-3 0,2 7-10 16,10-15-3-16,-4 8-21 0,3 0-47 16,2 2-55-16,-1 0-74 0,3 3-73 15,1 2-84-15,-1 0-120 0,-13 0-240 0,25 2 9 16,-14 3 69-16,-1 0-331 0,-6-1-423 16</inkml:trace>
  <inkml:trace contextRef="#ctx0" brushRef="#br0" timeOffset="5970.34">8352 17193 2851 0,'-11'-7'104'0,"4"0"48"0,-4 2 27 15,6 1 31-15,5 4 14 0,-8-6 3 16,8 6-19-16,0 0 3 0,0 0 15 15,0 0-1-15,0 0-11 0,67 15-22 16,-10-3-16-16,12 4-20 0,5 1-16 0,23 5-12 16,0 2-28-16,0-4-61 0,-1 5-51 15,-7-4-36-15,-18-1-17 0,-4-3 2 0,-6-1 10 16,-6-3 5-16,-15-4 8 0,-4 0 9 16,-7-4 1-16,-10 1 12 0,-2 0 43 15,-3-3 35-15,-3 2 17 0,-4-1 12 16,1-4 7-16,-8 0-2 0,13 8-12 0,-5-6-8 15,-8-2-13-15,10 1-3 0,-10-1-11 0,0 0-27 16,13 4-55-16,-13-4-67 16,0 0-85-16,11 2-89 0,-11-2-104 0,0 0-159 15,0 0-202-15,0 0 51 0,19-6-462 16,-19 6-619-16</inkml:trace>
  <inkml:trace contextRef="#ctx0" brushRef="#br0" timeOffset="6936.23">9673 17469 2981 0,'6'-9'-34'0,"-4"3"39"15,1 1 37-15,-3 5 28 0,4-6 33 0,-4 6 17 16,0 0 15-16,0 0 23 0,0 0 34 16,0 0 21-16,0 0 8 0,-29 33 0 15,6-6 3-15,-7 11-6 0,-5 5 0 0,-1 2 1 16,0 3 7-16,0-1 8 0,0 3-2 16,-1 0-7-16,11-4-17 0,2-1-20 15,6-2-14-15,9-10-16 0,1-1-15 0,8-6-17 16,0-5-16-16,2-1-10 0,8-3-11 15,-3 0-10-15,5-4-8 0,5-2-13 16,-2-3-13-16,2-3-12 0,2-1-7 16,-2-4-4-16,0 0-1 0,-4-2 1 0,1-3-5 15,-1-2 3-15,-1-2-4 0,-3-1-5 16,-7 2 2-16,2-1-3 0,-4 1-1 16,0 1-3-16,-4-2-3 0,-1 2-5 0,-3-1 3 15,-2 1-2-15,1 2-9 0,0 0-31 16,-3 1-43-16,1-2-54 0,1 6-58 15,-2-4-54-15,1 0-78 0,1 0-56 16,10 4-55-16,-13-2-61 0,13 2-115 0,-7-3-154 16,7 3 62-16,0 0-496 0,0 0-668 15</inkml:trace>
  <inkml:trace contextRef="#ctx0" brushRef="#br0" timeOffset="7323.39">9971 17731 3555 0,'5'-5'50'0,"-5"5"21"0,8-6 11 16,-8 6 12-16,0 0 23 0,0 0 31 15,0 0 14-15,0 0-4 0,1 21-15 16,-4-8-13-16,-1 3-13 0,2 2-12 0,-4 1-9 16,0-2-10-16,2 5-10 0,3-7-8 15,-1 2-9-15,2-1-8 0,2-3-4 0,-1-1-9 16,1 0-3-16,-2-1-2 0,2-1-4 15,0-2-1-15,2-2 0 0,-4-6 1 16,1 11 5-16,-1-11 6 0,0 0 11 0,0 0 11 16,0 0 11-16,0 0 13 0,-22-17 0 15,3-3-1-15,-2-4-5 0,0-2-4 0,-11-3 9 16,7 4 19-16,2 1-5 0,4 2 7 16,2 6-3-16,6 3-17 0,-1 1-6 15,6 4-11-15,1 0-5 0,1 1-12 16,6 1-18-16,-2 6-63 0,9-16-90 15,4 8-102-15,1 3-108 0,5-1-111 0,0 4-155 16,0 0-201-16,4 2 54 0,1 4 84 16,1-2-451-16,0 5-579 0</inkml:trace>
  <inkml:trace contextRef="#ctx0" brushRef="#br0" timeOffset="7854.29">10582 17499 3105 0,'-19'-4'43'0,"1"2"37"16,5-1 32-16,0 1 40 0,5 0 23 15,8 2 22-15,-13-5 1 0,13 5-13 0,0 0-15 16,-7-5-16-16,7 5-17 0,0 0-13 16,28-10-10-16,-4 4-13 0,13 0-12 0,3 4-12 15,-2-1-9-15,-6 3-13 0,-5 6-7 16,2 5-9-16,-4 6-1 0,-12 1-4 16,-8 3-1-16,-5 5 12 0,-4 8 17 0,-7 3 25 15,-4 9 20-15,-4 0 23 16,0-2 8-16,-3 0 0 0,4-2-23 0,4-6-9 15,1-4-10-15,0-1-13 0,-1-2-8 16,7-4-22-16,0-7-35 0,0-2-64 16,3-1-74-16,-1-1-88 0,3-4-82 0,-2 1-86 15,4-5-103-15,0 0-159 0,0-6-95 16,0 0 69-16,0 0-434 0,0 0-567 0</inkml:trace>
  <inkml:trace contextRef="#ctx0" brushRef="#br0" timeOffset="8036.86">10566 17896 3329 0,'-14'-6'158'16,"2"3"44"-16,2 0 43 0,1-1 28 15,9 4 15-15,-10-3-10 0,10 3-28 16,0 0-16-16,0 0-21 0,0 0-21 0,19-12-31 16,-2 10-74-16,4 0-97 0,4-1-114 15,0 0-102-15,2 1-84 0,11-2-75 16,-8 1-120-16,-1-1-173 0,7-2 49 0,4 1-406 15,-3-2-509-15</inkml:trace>
  <inkml:trace contextRef="#ctx0" brushRef="#br0" timeOffset="8436.04">11163 17431 2843 0,'-2'-11'-13'0,"2"5"21"16,0 6 11-16,2-10 18 0,-2 10 8 15,8-6 12-15,-8 6 7 0,9-4-12 16,-9 4-8-16,0 0-6 0,21 4 0 0,-12 4-5 16,2-2 1-16,-8 2-18 0,5 7 1 15,-5 2 5-15,-3 0 4 0,-2 5-10 16,-5 2 34-16,-2 7 18 0,-5 1 42 0,-1 1 26 16,0-4 6-16,0-2 6 15,-1 1-2-15,7-7-10 0,0-2-13 0,2-5-9 16,5-1-8-16,0-1-7 0,2 2-9 15,2-3-2-15,0 2-13 0,4 1-3 0,0-3-6 16,0 3 6-16,-1 0 21 0,3-2 23 16,-5 1 27-16,4 1 16 0,-4 1 30 15,-1-3 17-15,0 1 4 0,-4 1 3 0,0 1 2 16,1 1 1-16,-8-1-7 0,2 1-12 16,-2 1-15-16,-3 0-19 0,1-2-18 0,-2 0-13 15,-10 3-18-15,-1-1-62 16,3-5-52-16,6-6 0 0,-2-1-108 0,4 0-187 15,-1-5-146-15,14 0-141 0,-17-5-229 0,8 2-50 16,9 3 76-16,-10-5-680 16,10 5-914-16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19T03:26:49.0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2827 2191 1129 0,'0'0'501'15,"0"0"-77"-15,0 0-40 0,6-5 17 16,-6 5-24-16,0 0-17 0,0 0-16 0,0 0-17 16,0 0 9-16,0 0-15 0,0 0-19 15,6-5-21-15,-6 5-26 0,0 0-18 16,0 0-23-16,0 0-19 0,0 0-17 15,0 0-13-15,0 0-16 0,0 0-14 16,0 0-14-16,0 0-10 0,-2-11-11 0,2 11-11 16,0 0-12-16,-10-10-7 0,10 10-6 15,-9-7-8-15,2 4-11 0,7 3-3 0,-21-2-10 16,3 4 0-16,-2 3-9 0,-3 2 1 16,-10 8-3-16,3 3-2 0,-6 7 0 15,7-3-6-15,4 4 4 0,2 0-6 0,6 3-1 16,0-1-3-16,9-3 1 0,3-4-2 15,2 1 0-15,6 0 1 0,2 1 1 0,3-5 1 16,11 8 1-16,3-4 1 0,7-3-2 16,0-1-7-16,1-3-20 0,1-3-24 15,-8-5-36-15,-4-1-31 0,-2-2-43 16,-1-4-60-16,-2-2-67 0,2-2-91 16,-1 1-95-16,0-3-119 0,2-5-163 0,-1 2-31 15,-1-4 88-15,-2 1-524 0,4 2-678 16</inkml:trace>
  <inkml:trace contextRef="#ctx0" brushRef="#br0" timeOffset="351.87">3053 2352 3247 0,'5'-6'5'0,"-5"6"48"0,6-10 34 16,-1 5 32-16,1 1 26 0,-6 4 18 0,21-6 4 16,-10 6 0-16,-11 0-5 0,31 6-15 0,-10 1-15 15,-2 1-10-15,0-2-13 16,-2 6-6-16,-4-3 0 0,-1 2 1 0,-2-2-2 15,-3 4 13-15,1-1 6 0,-4-2 2 16,-4 1-3-16,-2 2-5 0,-4-1-13 16,-2 0-9-16,-5 2-6 0,1-7-3 0,-1-2-12 15,1-2-3-15,-4-6-6 0,0-2-8 16,-6-12-7-16,1-4-8 0,3-1 1 0,7 1-7 16,4 6-5-16,-1-5-3 0,4 7-10 15,2 0-2-15,2 2-1 16,3 2-7-16,4 5 1 0,0-2-4 0,4 2-2 15,5 4 5-15,1 2 1 0,8 2 4 16,0 2-11-16,5 3-8 0,-5-1-16 0,-4-2-26 16,0 2-31-16,-2 1-34 0,-4-2-45 15,1 0-49-15,-4-1-47 0,2 0-49 16,-4 1-36-16,-1-3-39 0,-1-1-31 0,0-2-45 16,-8-1-66-16,12-4-84 0,-1-3-358 15,-2-3-442-15</inkml:trace>
  <inkml:trace contextRef="#ctx0" brushRef="#br0" timeOffset="667.49">3546 2081 2572 0,'0'-12'-27'0,"2"3"37"0,-4 3 23 16,2 0 4-16,0 6 7 0,0 0 21 15,0 0 27-15,0 0 20 0,0 0 6 16,0 0 10-16,-25 29 8 0,18-17-11 16,-2 3-9-16,2 2-8 0,0 3-5 15,3-4-12-15,2 1-8 0,4 0-3 0,2 0 5 16,1 1 8-16,4 0 6 0,5-3 13 15,8 8 11-15,0-3 34 0,3 1 7 16,2-2-8-16,-3-1-14 0,1 2-14 0,-2-3-4 16,-2 2-4-16,-2-4-6 0,-8-1-7 15,1 0-1-15,-4-1 1 0,-3 1 3 0,-1-2 11 16,-4 2-13-16,-2 1-13 16,-5-1-4-16,-1 0-14 0,-2-2 3 0,-3-3-16 15,-1 0-4-15,1-2-15 0,-6-3-22 16,4-4-47-16,-4-4-55 0,-1 0-73 15,-5-8-88-15,3 1-105 0,8 2-107 0,2 0-111 16,2-2-164-16,8 1 24 0,4-3-505 16,9-2-672-16</inkml:trace>
  <inkml:trace contextRef="#ctx0" brushRef="#br0" timeOffset="1099.67">4209 2179 3421 0,'0'0'120'16,"-12"-10"41"-16,12 10 24 0,0 0 15 16,-7-5 1-16,7 5-5 0,0 0-13 0,0 0-17 15,0 0-15-15,0 0-9 0,0 0-8 16,0 0-15-16,18-9-11 0,-9 6-9 0,4-1-8 16,3-3-8-16,-5 1-8 0,2-1-6 15,4-2-1-15,-3 0 21 0,-1 1 2 16,-4-2 13-16,-1-1-4 0,-2-3 5 0,-1 5 3 15,-5-3-8-15,0 0-7 0,-3 3-14 16,-5-2-12-16,-2 4-5 0,-5 5-6 0,-4-1-4 16,-6 6-7-16,-7 5-3 0,-1 2-9 15,-1 5-6-15,4 3 0 16,3 3-4-16,2 6 10 0,3-3 1 0,6 1-3 16,5 3 1-16,7-4-1 0,4-3 5 15,4 0 5-15,9 5 4 0,6-1 4 0,3-6-3 16,4 2-6-16,2-5-4 0,7-1-5 15,-2-3-4-15,1 1 0 0,-2-5-5 0,-5-4 0 16,-5 2-2-16,-3-2-2 0,-3-2-15 16,-1-1-42-16,-4-1-61 0,-1 0-83 15,-1 2-97-15,-9-2-107 0,20-3-135 0,-13 1-159 16,-7 2-163-16,0 0 90 16,0 0-644-16,0 0-849 0</inkml:trace>
  <inkml:trace contextRef="#ctx0" brushRef="#br0" timeOffset="1317.14">4945 2145 4518 0,'-6'-6'446'0,"-2"2"33"15,8 4 2-15,-6-7-9 0,6 7-20 16,-5-5-43-16,5 5-45 0,0 0-38 15,0 0-82-15,-4-7-244 0,4 7 0 16,0 0 0-16,0 0 0 0,0 0-230 0,0 0-186 16,0 0-139-16,21-2-184 0,-21 2-156 15,15 5 86-15,-9 2-737 0,2-2-991 0</inkml:trace>
  <inkml:trace contextRef="#ctx0" brushRef="#br0" timeOffset="1500.14">4877 2389 4640 0,'0'0'181'0,"-11"5"54"16,11-5 44-16,0 0 7 0,0 0-1 15,-11 1-22-15,11-1-21 0,0 0-30 16,0 0-37-16,0 0-64 0,0 0-110 16,0 0-115-16,27-15-115 0,-18 12-131 0,3 1-140 15,-1-4-180-15,0 5-94 0,1-3 78 16,-2 3-514-16,-1-2-673 0</inkml:trace>
  <inkml:trace contextRef="#ctx0" brushRef="#br0" timeOffset="1950.74">5196 2046 3181 0,'-2'-12'33'0,"2"5"83"16,-2-1 54-16,2 8 31 0,0-10 17 0,0 10-1 15,4-8-16-15,-4 8-17 0,0 0-16 16,7-7-11-16,-7 7-7 0,0 0 0 16,0 0 4-16,0 0 5 0,24 13 3 0,-19-3 9 15,4 4 3-15,-6 1-20 0,6 2-6 16,-3 5-9-16,1 9-13 0,0-6-11 0,-2-2-6 16,-1-1-19-16,0 2-6 0,-1-7-2 15,3 3-11-15,-3-2-12 0,0-3-1 16,1 1-8-16,0-5-5 0,0 1-5 15,-3 0 2-15,1-3-6 0,0-1-3 16,-2 2 21-16,2-2 14 0,-2-1 16 0,0-7 16 16,0 14 13-16,0-7 8 0,0-7 16 15,-2 8-70-15,2-8-67 0,0 0 0 0,2 10 0 16,-2-10 0-16,0 7 0 0,0-7 0 16,0 0 0-16,4 7 0 0,-4-7 0 15,0 0 0-15,15 7 0 0,-7-7 0 0,-8 0 0 16,21 2 0-16,-8-2 0 0,1 0 0 15,-3 3 0-15,0-3 0 0,1 1 0 16,-1-1 0-16,-11 0 0 0,16 2 0 0,-16-2 0 16,15 0 0-16,-15 0-416 0,13 2-363 0,-13-2-176 15,6 2 82-15,-6-2-885 16,0 0-1188-16</inkml:trace>
  <inkml:trace contextRef="#ctx0" brushRef="#br0" timeOffset="2316.98">2608 3481 5181 0,'-26'-2'69'0,"6"0"17"0,5 0 21 0,4 2 24 16,11 0 45-16,-15-4 20 0,15 4-10 15,-2-6-16-15,2 6-19 0,41-17-17 16,11 3-14-16,18-3-15 0,36-4-10 0,17-3-22 16,12-1-54-16,12-3-84 0,9 1-90 15,52-2-73-15,0-5-37 0,0 5 0 0,-45 6 8 16,55-3 24-16,-52 7 26 0,-8 0 17 16,-2 1 27-16,-15 2 21 0,-15-1 21 15,-13 2 26-15,-38 5 12 0,-14 1 26 0,-16 2 35 16,-9 4 23-16,-9-3 17 15,-7 3 9-15,-4-2-4 0,-5 2 4 0,1-1-21 16,-5 2-27-16,-1-4-34 0,-1 4-68 16,4-2-87-16,-9 4-138 0,5-3-204 0,-5 3-41 15,0 0 60-15,0 0-188 0,0 0-212 16</inkml:trace>
  <inkml:trace contextRef="#ctx0" brushRef="#br0" timeOffset="2917.18">6959 2321 2403 0,'2'-12'269'0,"1"4"46"16,-1 1 31-16,-2 7 18 0,3-9 12 0,-3 9-16 15,0 0-24-15,2-5-38 16,-2 5-29-16,0 0 15 0,0 0 21 0,5 33-16 16,-5-10-27-16,0 5-20 0,0 12-24 15,0 3-21-15,0-4-22 0,0 5-17 16,-1-5-10-16,-1-3-15 0,-2-7-13 0,1-5-18 16,3-5-7-16,-2-1-32 0,2-1-29 15,-1-5-48-15,-1 1-51 0,0-3-69 0,2-2-75 16,0-8-90-16,-4 5-107 0,4-5-108 15,0 0-132-15,0 0-199 0,-5-25 63 16,3 8 95-16,2-7-524 0,-2-2-674 0</inkml:trace>
  <inkml:trace contextRef="#ctx0" brushRef="#br0" timeOffset="3099.96">6696 2336 3783 0,'-12'-2'283'0,"12"2"43"15,-11-3 30-15,11 3 26 0,-9-6 6 0,9 6-12 16,-5-6-32-16,5 6-36 0,0 0-36 16,16-17-28-16,1 9-27 0,13-4-59 0,7 1-78 15,1 1-116-15,16-2-124 0,-9 7-115 16,3 3-113-16,1 6-132 0,-1-1-172 16,-5 7-124-16,-2 1 80 0,-9 3-588 0,-7 4-782 15</inkml:trace>
  <inkml:trace contextRef="#ctx0" brushRef="#br0" timeOffset="3299.8">6814 2862 3875 0,'-17'9'194'0,"3"-2"66"16,5-1 49-16,4-5 29 0,-3 2 36 0,8-3 10 16,-5 6-6-16,5-6-27 0,0 0-27 15,0 0-41-15,0 0-26 0,0 0-26 0,41-12-48 16,-7 5-70-16,2-3-83 15,2 1-126-15,5-1-137 0,-4 2-131 0,13-5-150 16,0 0-188-16,-3 1-158 0,3 0 82 16,-11 1-697-16,4 1-923 0</inkml:trace>
  <inkml:trace contextRef="#ctx0" brushRef="#br0" timeOffset="3768.17">7823 2495 4423 0,'-9'-2'135'0,"9"2"23"16,0 0 9-16,-9-5 15 0,9 5 23 0,0 0 31 15,0 0 23-15,-13 13-11 16,9-4-11-16,0 1-20 0,0 4-22 0,0 1-17 16,3 1-19-16,1-3-17 0,0 1-12 15,1 1-12-15,-1-1-10 0,4 2-8 0,3-5-14 16,-2 4-14-16,3-6-13 0,-1 0-23 15,5-1-8-15,-1-3-11 0,0-2-18 16,3-1-9-16,-3 0-1 0,3-2 0 0,-14 0 1 16,22 0 5-16,-22 0-4 0,19 0 1 15,-19 0 2-15,15 0-3 0,-15 0 0 0,0 0-3 16,18 0-3-16,-18 0-1 0,11 3 4 16,-11-3 9-16,14 2 0 0,-14-2 0 0,16 6 8 15,-4-4-2-15,-1 2-1 16,5-3 5-16,3-1-1 0,6-3 4 0,1-1-5 15,10-6 2-15,0 2-2 0,1-5 2 16,-6 2 25-16,-1-1 10 0,-4 0 14 16,-3 0 15-16,-7 1 20 0,1 1 9 0,-2-2-100 15,-2-1 0-15,-1 1 0 0,-2 1 0 16,-3-1 0-16,-2 1 0 0,2 1 0 0,-1 2 0 16,-5 1 0-16,1 0 0 0,-2 0-283 15,0 7-156-15,-3-7-130 0,3 7-191 16,-11-1-128-16,11 1 93 0,0 0-721 15,0 0-961-15</inkml:trace>
  <inkml:trace contextRef="#ctx0" brushRef="#br0" timeOffset="4149.57">8888 2493 4038 0,'0'0'144'0,"0"0"77"0,0 0 25 16,-16-11-1-16,16 11-10 0,0 0-26 15,0 0-24-15,0 0-15 0,0 0-9 0,0 0 8 16,-13 19-13-16,11-7-15 0,2 2-12 16,0 1-9-16,-1 2-15 0,-1 0-6 15,-5 3-4-15,3 1-18 0,-5-3 1 16,-2-1-8-16,-1 1-6 0,1-3-1 0,0-1 4 16,1-4 5-16,1-3 8 0,1-2-2 15,0-2-6-15,8-3-7 0,0 0-9 0,-26-18-18 16,21 4-8-16,0-10-13 0,1-10-6 15,4 2-11-15,4-3 10 0,1 7-11 16,0 6-3-16,1 3-1 0,-3 3-5 0,-1 6-3 16,5 2-2-16,-1 3 10 0,-6 5-4 15,18 0-2-15,-18 0 1 0,25 10 0 0,-11 2 0 16,4 3-19-16,0 4-43 0,2 4-46 16,-1-2-41-16,1-4-50 0,-2 1-53 15,-5-7-52-15,-1 1-38 0,1-2-31 16,-1-2-33-16,-3-3-39 0,0-1-67 0,1-2-92 15,-10-2-32-15,13 0-430 0,-13 0-546 16</inkml:trace>
  <inkml:trace contextRef="#ctx0" brushRef="#br0" timeOffset="4499.81">9094 2477 3026 0,'4'-10'103'16,"-4"3"71"-16,0 7 36 0,1-7 14 0,-1 7 10 16,0 0 36-16,0 0 34 0,0 0 2 15,0 0-15-15,0 0-26 0,29 16-21 16,-22-8-24-16,4 3-19 0,0-1-25 15,-2 0-16-15,0 0-20 0,1-1-11 0,-2 0-14 16,-3-3-12-16,3 1-14 0,-3 0-8 16,0-2-5-16,-5-5-7 0,9 10-11 15,-3-8-18-15,-6-2-11 0,3 5-15 0,-3-5-20 16,0 0-10-16,4 7-3 0,-4-7-2 16,0 0 8-16,0 0 21 0,0 0 3 15,12-20 20-15,-5 8 20 0,-1 1 9 0,3 1 8 16,1 0 27-16,1 0 14 0,1 3 4 15,-2 3-6-15,-1-1-5 0,-9 5-9 0,23 0-26 16,-23 0-67-16,21 7 0 0,-8 0 0 16,0 0 0-16,-1 2 0 0,-1-1 0 15,1 2 0-15,-1-1 0 0,-1-3-9 16,-2 0-253-16,-3 0-66 0,1-1-72 0,1-1-82 16,-1-2-96-16,-6-2-128 0,12 2-98 15,-12-2 77-15,0 0-598 0,15-8-781 16</inkml:trace>
  <inkml:trace contextRef="#ctx0" brushRef="#br0" timeOffset="4733.16">9826 1835 3725 0,'-7'-4'115'0,"7"4"46"0,-4-7 15 16,4 7 23-16,0 0 48 15,0 0 48-15,0 0 23 0,-7 26-6 0,5-7-8 16,0 8-24-16,0 14-23 0,1 18-23 15,-3 1-18-15,0 3-23 0,-4-1-17 0,2-2-19 16,3-1-24-16,-5-5-45 0,1-2-62 16,0-10-61-16,2-4-86 0,-1 0-59 15,4-13-63-15,-3-3-60 0,3-5-57 0,2-4-48 16,-2-1-54-16,2-6-95 0,0-2-106 16,0-4-20-16,0 0-540 0,0 0-687 0</inkml:trace>
  <inkml:trace contextRef="#ctx0" brushRef="#br0" timeOffset="4899.68">9585 2466 3412 0,'-14'1'52'0,"3"1"64"0,2-1 36 0,1 1 39 15,8-2 27-15,0 0 18 0,-13 4 11 16,13-4-7-16,0 0-23 0,0 0-21 0,0 0-14 16,0 0-14-16,0 0-47 0,0 0-86 15,0 0-115-15,57-9-147 0,-21-3-161 0,2-2-249 16,10-4-74-16,6-1 71 0,2-2-414 15,8 9-528-15</inkml:trace>
  <inkml:trace contextRef="#ctx0" brushRef="#br0" timeOffset="5499.14">11296 1935 3357 0,'-7'-7'271'0,"1"3"29"15,5-2 5-15,1 6-6 0,0 0-20 0,0 0 13 16,0 0 18-16,-14 26 9 0,10-2-25 16,2 13-18-16,0 6-27 0,0 4-25 0,4 1-20 15,-4 8-22-15,2-11-20 16,0-1-15-16,0-1-16 0,-1-1-16 0,1-5-25 16,0-8-18-16,0-6-9 0,-4-4-7 15,4-5-10-15,0-1-14 0,-2-3-21 16,2-1-27-16,0-2-26 0,0-7-35 0,0 10-28 15,0-10-36-15,0 0-27 0,0 0-2 16,0 0 1-16,0 0 13 0,-5-22 3 0,0 10 10 16,-3 0 14-16,-4 0 11 0,-6 2 8 15,0 0 11-15,0 3 25 0,-5 0 25 0,2 2 34 16,-2 3 34-16,2 0 41 0,5 0 31 16,2 0 30-16,1 2 23 0,-1-1 13 0,14 1 7 15,-17-3 5-15,17 3-2 0,-12 0-6 16,12 0-7-16,0 0-12 0,0 0-12 15,34-12-13-15,2 7-14 0,7-1-15 16,0 0-36-16,0 6-52 0,-2 0 0 16,-10 0 0-16,-4 3 0 0,-4 0 0 0,-3 3 0 15,0-1 0-15,-8 2 0 0,2 1 0 16,-3 1 0-16,0-3 0 0,-6 3 0 0,4-2 0 16,-3 1 0-16,-1-1 0 0,2 2 0 15,0-1 0-15,-1-3 0 0,1 2 0 0,3-2 0 16,5-1 0-16,5 0 0 0,0-4 0 15,5-2 0-15,4-4 0 0,7 0 0 16,-1-5 0-16,-3-6 0 0,-1 2 0 0,-6-6 0 16,2 1 0-16,-6-2 0 15,-7 5 0-15,-4 3 0 0,-9-1 0 0,-1 6 0 16,-5-2 0-16,-9 5 0 0,-6 1 0 16,-19 1 0-16,-5 2 0 0,-6 6 0 0,3 0-250 15,-1-1-548-15,3 5-167 0,4-4 80 16,13-2-915-16,7 4-1229 0</inkml:trace>
  <inkml:trace contextRef="#ctx0" brushRef="#br0" timeOffset="6383.03">12895 1841 4519 0,'0'0'-157'0,"-3"-6"89"16,3 6 90-16,0 0 83 0,0 0 58 0,-14 27 44 16,7-6 23-16,-3 14 11 0,-4 15-8 15,3 5-12-15,-1 7 6 0,5-2-3 16,0 1-15-16,1-4-20 0,1-1-20 15,-2 0-18-15,5-15-13 0,-2-4-13 0,3-1-11 16,-3-10-7-16,4-5-17 0,-2-6-8 16,2-1-4-16,2-3-7 0,-4-2-1 0,2 0-8 15,2-2-4-15,-2-7-15 0,0 0-9 16,0 0-10-16,0 0-4 0,0 0-1 16,5-25 1-16,-5 12-11 0,-5-1-4 0,1 1-5 15,-3 1-6-15,-5 3 4 0,-3 4-5 16,-4 1-1-16,-3 4 1 0,-3 6 1 15,-12 2-3-15,2 6 8 0,1 5 9 16,4 1 0-16,3 1 8 0,5 2 3 0,1 0-3 16,3 0 0-16,7-3-3 0,5-2 4 15,3-3-4-15,3-1 3 0,2-1 0 0,3 1-3 16,2 0-22-16,11-4-27 0,0-2-54 16,6-1-77-16,0-2-76 0,3-3-87 0,2-4-90 15,11-3-115-15,-1-3-151 0,2-3-128 16,-5-2 62-16,2-1-641 0,8-5-847 15</inkml:trace>
  <inkml:trace contextRef="#ctx0" brushRef="#br0" timeOffset="6749.06">13120 2576 3919 0,'-11'-3'118'0,"11"3"61"16,0 0 35-16,-9-2 22 0,9 2 20 0,0 0 32 15,0 0 4-15,0 0-7 0,0 0-21 16,0 0-29-16,0 0-21 0,0 0-22 0,36-2-10 16,-22 0-25-16,0-2-14 0,-1 2-19 15,1 0-15-15,-3-2-9 0,2-2-10 16,-3 1-9-16,-2 0-20 0,-1 2-13 0,-1-1-11 16,-6 4-13-16,0 0-6 0,0-10-3 15,0 10-7-15,0 0-2 0,-31 2 0 16,15 4-5-16,-8 0 3 0,3 0 0 15,3 5-2-15,-7 5-4 0,3-5 0 0,10 1 3 16,0 1 4-16,-1 1 2 0,3 1 1 16,2-3 1-16,2 2 6 0,6-2-6 0,-1-1-1 15,2 1 1-15,3 2-22 0,5-4-46 16,2 1-85-16,3-1-86 0,4-5-122 0,9-2-107 16,0 1-143-16,12-8-226 0,1-3 46 15,6-1 72-15,4-6-582 0,-3-3-752 0</inkml:trace>
  <inkml:trace contextRef="#ctx0" brushRef="#br0" timeOffset="6983.82">13732 1864 3570 0,'-10'-9'79'0,"7"1"82"16,-1 2 51-16,4 6 29 0,-6-6 1 15,6 6 41-15,0 0 28 0,-12 20-5 0,7 1-21 16,-3 11-25-16,5 11-25 0,-6 15-24 15,6 8-15-15,-5 2-21 0,3 4-10 16,-3 1-19-16,-2-5-15 0,1 0-30 0,0-4-36 16,0-5-44-16,-2-5-58 0,8-15-55 0,-3-2-53 15,2-4-52-15,0-6-55 16,0-9-34-16,2-4-48 0,4-6-35 0,0-1-97 16,4-5-116-16,-6-2-125 0,0 0 48 15,31-17-453-15,-9-4-582 0</inkml:trace>
  <inkml:trace contextRef="#ctx0" brushRef="#br0" timeOffset="7334.01">13913 2609 3040 0,'-8'5'122'0,"5"0"77"0,3-5 50 16,-8 4 28-16,8-4 20 0,0 0 11 0,0 0 14 15,0 0-17-15,-4 8-21 0,4-8-22 16,0 0-23-16,0 0-27 0,0 0-12 15,37-4-26-15,-28 0-28 0,5-2-24 0,-3 2-31 16,0-4-24-16,1 3-13 0,-3-1-7 16,-2 0-18-16,4-2-15 0,-8 4-5 0,1-3-5 15,-4 7-11-15,2-10-3 0,-2 10-3 16,0 0-4-16,-21-3 4 0,21 3 3 16,-35 9 2-16,16-3-5 0,1 5 2 0,-9 5 1 15,5-3 3-15,8 1 7 0,-4 0 4 16,5-1 8-16,1 3 8 0,1 1 7 0,4-1-3 15,0-3 1-15,4 3 0 16,1-5 1-16,4 1-29 0,-1-1-49 0,4-1-59 16,4 0-75-16,2-3-107 0,7-2-110 15,-2-3-151-15,8-2-203 0,2-3 31 0,12-10 71 16,12-2-494-16,-3-7-615 0</inkml:trace>
  <inkml:trace contextRef="#ctx0" brushRef="#br0" timeOffset="7581.94">14811 1688 3432 0,'-11'-10'153'0,"0"3"46"0,2 2 47 0,0 3 40 15,9 2 22-15,-20 7 16 0,5 6 1 16,-6 8-4-16,2 8-24 0,-4 17-28 16,5 3-24-16,-4 8-25 0,6 4-20 0,-4 6-13 15,4 4-23-15,4-1-26 0,-4-1-27 16,7-3-34-16,-2-2-32 0,0-2-35 0,4-8-54 15,1-11-56-15,3-5-56 0,-1-1-48 16,2-12-51-16,0-7-36 0,2-3-35 0,2-1-40 16,0-8-48-16,2-2-59 0,-4-4-64 15,0 0-56-15,0 0-28 0,16-12-460 16,-11 6-551-16</inkml:trace>
  <inkml:trace contextRef="#ctx0" brushRef="#br0" timeOffset="7732.13">14454 2582 2960 0,'-13'-2'76'16,"1"0"90"-16,12 2 70 0,0 0 60 15,-17 0 68-15,17 0 38 0,0 0 20 0,-15-2 4 16,15 2-20-16,0 0-24 0,0 0-34 16,0 0-35-16,-11-3-37 0,11 3-42 15,0 0-70-15,0 0-97 0,19-12-145 0,0 4-167 16,9-4-160-16,4-2-202 0,17-7-245 16,-1 1 54-16,2 1 96 0,8 2-608 0,3 2-767 15</inkml:trace>
  <inkml:trace contextRef="#ctx0" brushRef="#br0" timeOffset="8100.96">15056 2503 3685 0,'-13'2'123'0,"13"-2"63"0,-13 3 30 16,13-3 13-16,-10 2 9 0,10-2-10 15,0 0-8-15,0 0-12 0,0 0-19 0,0 0-31 16,0 0-16-16,0 0-27 0,0 0-29 15,47-9-29-15,-31 1-21 0,-3 3-12 0,1-2 1 16,-3 0-7-16,-2-3 2 0,1 3 4 16,-6-2 5-16,2 2 1 0,-4 1-2 15,-2 6-10-15,0 0-4 0,-15-9-1 16,-1 11 6-16,16-2 10 0,-40 10 8 16,8 4 9-16,3 0 1 0,-1 4 15 0,1 4 21 15,4 2 2-15,2-1 14 0,7 2 11 16,-2 2 5-16,5-2 0 0,5-4 2 0,4-2-13 15,2-4-4-15,4-1-8 0,5-1-4 16,2 1-8-16,0-2-13 0,7-3-31 0,0-3-52 16,4-2-62-16,-2-1-78 0,5-3-81 15,2-1-94-15,0-5-101 0,9-2-136 16,1-2-194-16,-1-2-24 0,-2-5 86 0,-3 5-601 16,-10 1-758-16</inkml:trace>
  <inkml:trace contextRef="#ctx0" brushRef="#br0" timeOffset="8699.02">16376 2409 3788 0,'14'-3'20'0,"-14"3"38"15,25 4 33-15,-14-2 39 0,0 2 34 16,2-1 27-16,-4 1 27 0,-4-1 24 0,-5-3 25 16,12 7 4-16,-12-7-7 0,8 5-8 15,-8-5-10-15,2 9-22 0,-2-9-17 0,-8 8-22 16,1-3-18-16,-3 1-16 0,-3-3-14 15,1 0-19-15,-3 1-32 0,-5-4-40 0,4 1-45 16,-4-2-67-16,1-3-43 0,2-1-16 16,5 0-5-16,-2-2 7 0,6 0 9 15,3 0 10-15,0 1 10 0,3 1 8 0,2 5 15 16,12-14 14-16,1 7 12 0,5 2 14 16,5 0 12-16,1 3 6 0,3-1 8 15,1 3 6-15,1 1 10 0,0 1 9 16,-3 3 15-16,-3-1-9 0,2 0-2 0,-4 4 4 15,-6-3-5-15,0 0-3 0,1 0-1 16,-5-3-6-16,-2 2-28 0,1 2-51 0,0-3-77 16,-3 1-79-16,3-1-87 0,-1-1-113 15,2 0-173-15,2-2-131 0,-1-4 57 0,-1 1-484 16,5-8-619-16</inkml:trace>
  <inkml:trace contextRef="#ctx0" brushRef="#br0" timeOffset="8948.44">17312 1615 3613 0,'-3'-9'271'15,"-1"2"12"-15,2 2-6 0,2 5 4 16,0 0 41-16,0 0 25 0,-7 28 5 16,5-8-10-16,4 18-31 0,1 1-27 0,-1 5-24 15,6 16-13-15,-3-2-26 0,4 3-15 16,-4-1-46-16,2-2-43 0,-1-6-57 0,0-11-68 15,-4 1-94-15,-2-2-81 0,0-2-82 16,0-6-77-16,-2-6-71 0,0-3-76 0,-2-1-101 16,2-4-142-16,2-6-11 15,0-4 84-15,0 1-507 0,0-9-632 0</inkml:trace>
  <inkml:trace contextRef="#ctx0" brushRef="#br0" timeOffset="9115.21">17373 2278 3499 0,'-2'-7'271'0,"2"7"119"0,-3-12 46 0,3 12 18 16,-4-8 6-16,4 8-17 0,2-14-37 16,3 7-32-16,4-5-39 0,0-3-36 0,6 1-50 15,2-8-75-15,7 0-89 0,-2 1-116 16,-1 1-132-16,4-1-127 0,-2 1-130 16,-3 3-121-16,-2 5-145 0,-7 3-151 0,-6 3 73 15,-2 4-645-15,-3 2-861 16</inkml:trace>
  <inkml:trace contextRef="#ctx0" brushRef="#br0" timeOffset="9298.79">17429 2170 4230 0,'-2'9'191'0,"0"1"63"0,2 2 54 16,0 0 37-16,2 2 23 0,2 1-5 0,-3 2-17 16,3 0-31-16,3-1-32 0,-2 3-36 15,4-1-26-15,1-1-52 0,-2 0-65 0,-1-4-89 16,3-2-117-16,-3 1-109 0,1-1-99 15,3-2-103-15,0 0-113 0,0-2-146 16,-2-1-119-16,-2-2 63 0,5 1-635 16,-2-3-816-16</inkml:trace>
  <inkml:trace contextRef="#ctx0" brushRef="#br0" timeOffset="9665.73">18090 2410 3971 0,'-5'-4'171'0,"-4"0"54"0,9 4 28 0,-9-5 8 16,9 5 1-16,-5-5-21 0,5 5-17 15,0 0-25-15,0 0-21 0,0 0-33 16,14-9-63-16,-3 6-67 0,-11 3-55 16,25-9-55-16,-11 4-45 0,2-1-24 0,-3 0-15 15,3-4 4-15,-5 2 16 0,-2-1 14 16,1-4 24-16,-2 1 30 0,-5 4 38 15,-1-1 8-15,-2 2 16 0,0 7 12 0,-13-11 21 16,-1 7 21-16,-2 0 27 0,-6 4 24 16,1 2 26-16,-2 5 19 0,-6 3 17 0,4 4 17 15,0 3 24-15,3 3 24 16,1-3 13-16,6 8 3 0,4-7 0 0,7 3-6 16,-2-1-13-16,6-2-19 0,2 1-13 15,3 0-18-15,6 1-30 0,2-2-53 16,4 0-75-16,6-1-108 0,3 0-106 0,-1-8-115 15,7 0-102-15,-3-2-135 0,10-3-227 16,-7-7 45-16,10 1 82 0,-1-8-569 0,13-4-705 16</inkml:trace>
  <inkml:trace contextRef="#ctx0" brushRef="#br0" timeOffset="9898.85">19083 2017 3288 0,'-17'-3'132'0,"2"6"90"0,1-1 54 15,-1 4 35-15,-2 3 49 0,-21 22 24 16,-5 10 22-16,2 5 2 0,-15 17-19 16,-1 6-33-16,6 7-37 0,0 3-32 0,1 8-23 15,3 0-31-15,2 1-50 0,6-3-43 16,3-4-51-16,1-7-56 0,9-18-72 0,2-5-73 16,3-3-69-16,5-2-61 0,2-15-62 15,5-6-63-15,1-9-58 0,3-3-47 16,-2-5-66-16,7-2-104 0,0-6-78 0,0 0 69 15,7-24-501-15,-4 3-619 0</inkml:trace>
  <inkml:trace contextRef="#ctx0" brushRef="#br0" timeOffset="10048.18">18399 2334 3230 0,'-4'-3'83'0,"4"3"43"0,0 0 15 15,0 0 10-15,0 0 0 0,0 0-20 16,13 23-12-16,-6-13-27 0,-2 2-72 15,2 1-80-15,3 4-115 0,-4-4-143 0,3 1-229 16,1 1-20-16,2 1 67 0,1-3-207 16,-2-1-199-16</inkml:trace>
  <inkml:trace contextRef="#ctx0" brushRef="#br0" timeOffset="10965.37">19869 2242 2299 0,'3'-10'266'0,"-3"5"35"16,0 5 17-16,6-7 13 0,-6 7 29 15,0 0 33-15,0 0 19 0,0 0-2 0,0 0-17 16,-2 33-20-16,2-19-29 0,0 3-30 16,0 1-30-16,4 5-27 0,1 0-21 0,-3 0-26 15,4 0-21-15,0-3-18 0,2-1-19 16,-3-2-20-16,2-3-86 0,4-1-46 0,-2-2 0 16,4-3 0-16,3-1 0 0,-4-5 0 15,8-2-79-15,-4-4-72 0,9-1-5 16,-3-2 16-16,-1 2 12 0,-4 0 12 0,-4 2 14 15,-1 1 11-15,-1 0 11 0,-11 2 18 16,15-3 13-16,-15 3 20 0,13-2 5 16,-13 2 3-16,0 0 11 0,18 3 8 15,-18-3 2-15,13 7 10 0,-8-2-1 0,7 1-7 16,-3-1 2-16,7 0-9 0,1 0-18 16,0-3-10-16,5 1-3 0,-2-3 5 0,1 0 2 15,1-2 3-15,-2 1 18 0,-3-3 4 16,-2 1 21-16,5-2 10 0,-8 0 22 15,2-2 10-15,-3-4-1 0,1 1-1 0,0-3-22 16,-3-4-12-16,-4-3-25 0,4-1-27 16,-6 1-58-16,3-1-57 0,-2 4-77 15,-4 3-77-15,1 2-90 0,-2 5-102 16,-1 1-120-16,2 6-124 0,-11-2 52 0,11 2-482 16,0 0-629-16</inkml:trace>
  <inkml:trace contextRef="#ctx0" brushRef="#br0" timeOffset="11182.14">20861 2150 3566 0,'2'-7'218'0,"1"2"45"16,-3 5 14-16,0 0 13 16,2-5-13-16,-2 5-6 0,0 0-9 0,3 22-29 15,-6-5-27-15,1 7-24 0,1 2-55 16,-5 11-67-16,-1 0-70 0,-3-2-68 0,0 2-68 15,3-4-57-15,-2-1-59 0,-2-1-57 16,2-7-62-16,4-7-60 0,-3-4-71 16,6-1-55-16,-2-6-14 0,0-1-348 0,4-5-410 15</inkml:trace>
  <inkml:trace contextRef="#ctx0" brushRef="#br0" timeOffset="11332.08">20956 1895 2655 0,'-6'-11'53'16,"1"10"17"-16,5 1-2 0,-11-2-6 0,11 2-11 16,0 0-58-16,-14 15-95 0,12-8-162 15,2 2-258-15,0-9 41 0,6 18-58 0,-3-7-41 16</inkml:trace>
  <inkml:trace contextRef="#ctx0" brushRef="#br0" timeOffset="11681.55">21692 1717 2053 0,'-6'-12'466'0,"-2"4"-11"16,5 3-9-16,-3 3 13 0,6 2 0 0,-14 15-9 16,7 1-26-16,-2 14-38 0,0 6-43 15,0 4-35-15,6 14-28 0,-5 4-20 0,4 0-37 16,-1 1-45-16,-3-1-33 0,0-3-38 15,-1-4-30-15,3-10-27 0,-4-2-15 16,3-5-12-16,-2-2-3 0,-5-4-6 0,5-8 1 16,-1-3-4-16,2-3-2 0,-1-4-13 15,0-3-28-15,-2-2-35 0,4-3-28 16,7-2-29-16,-20-5-14 0,6-4-22 0,-1-3 0 16,-1-1-5-16,3-5 3 0,1 1 3 0,3 2 1 15,2 1-4-15,-2 0-6 16,8 0-10-16,1 1-6 0,6-1-4 0,5-3-9 15,14-7-25-15,11 0-40 0,6-4-51 16,4 1-64-16,3-4-38 0,6 1-15 0,2-5-35 16,12-9-457-16,-16 10-403 0</inkml:trace>
  <inkml:trace contextRef="#ctx0" brushRef="#br0" timeOffset="12065.23">22028 1835 2490 0,'28'-35'71'16,"-6"0"83"-16,-4 4 55 0,-1-1 30 0,-3 1 19 16,-3 2 8-16,-3 5 20 0,-4 7-3 15,-2 2 0-15,-4 5-3 0,-7 4-16 0,2 5-23 16,7 1-16-16,-54 25-19 0,15 8-11 15,-7 6-15-15,-7 18-20 0,3 7-17 16,3-1-18-16,2 2-18 0,6 4-47 16,6-17-29-16,8 1-31 0,0-1-30 15,9-5-10-15,2-9-8 0,5-5-2 0,1-4 6 16,2-6 4-16,2-3 9 0,2-5 20 16,2-3 21-16,0-4 35 0,2-1 39 0,7-4 33 15,-9-3 29-15,0 0 14 0,37-13 17 16,-8-4 23-16,7-8 15 0,-5 5 8 0,-1-1-2 15,-1 4-90-15,-4 1-131 0,-7 8 0 16,0 3 0-16,-5 5 0 0,-13 0 0 16,21 13 0-16,-16-1 0 0,3 5 0 15,-4-3 0-15,-2 3 0 0,2 3 0 0,-2-1 0 16,1-2 0-16,1 0 0 0,0 0 0 16,1-4 0-16,4 1 0 0,-2-3 0 0,4-3 0 15,1-3 0-15,1-1 0 0,3-3 0 16,-1-1 0-16,2-3 0 0,3-2 0 15,2-2 0-15,-3-1 0 0,0-4 0 0,2-5 0 16,-2 3 0-16,-2 2-52 0,-3-3-465 16,1 1-122-16,-4-1-150 0,-3 5-85 0,1-2 97 15,-3 3-768-15,-3-1-989 0</inkml:trace>
  <inkml:trace contextRef="#ctx0" brushRef="#br0" timeOffset="13681.24">23634 1688 4512 0,'11'-22'31'0,"-5"5"57"16,-1 5 53-16,-1 0 34 0,1 5 10 0,-3 2 5 16,-2 5 30-16,0 0 14 0,-11 26 21 15,-3 6-1-15,-8 16-5 0,-3 10-18 0,-5 20-25 16,-2 4 4-16,-1 4-17 0,8 0-22 16,1-4-13-16,9-18-15 0,0-6-15 0,-1-2-12 15,7-2-15-15,3-15-101 16,2-3 0-16,2-8 0 0,0-10 0 0,0-1 0 15,2-2 0-15,0-9 0 0,4 0 0 16,-4-6 0-16,6 4 0 0,-6-4 0 0,0 0 0 16,15-16-101-16,-7 3-29 0,0-3-8 15,-3-4 0-15,3-1 3 0,-5-3 8 16,-1 1 12-16,-2 3 9 0,-2 4 10 0,-3-1 8 16,-2 5 7-16,-9-2 8 0,-1 3 11 15,-2 5 13-15,-4 3 21 0,2 1 22 0,-2 0 30 16,4 4 38-16,-2-2 10 0,2 2 9 15,3-2 0-15,4 0-3 0,2 3 5 16,10-3 10-16,-10 5-6 0,10-5-6 16,0 0-10-16,0 0-5 0,50 1-10 0,-8-6-25 15,6 1-20-15,13-8-20 0,1 2-17 16,-1 1 7-16,-14 1-5 0,-2 4-3 16,-9 0 1-16,-7 0 0 0,-8 4 11 0,-5 0 30 15,-2 2 24-15,-1 4 20 0,-3-2 17 16,-4 6 8-16,-1-3 7 0,-3 3-1 0,0 2-5 15,-2 1-5-15,0-1-31 0,2 2-49 16,-2-4 0-16,2 2 0 0,0 0 0 0,1-2 0 16,6-1 0-16,-2-2 0 15,4-2 0-15,5 0 0 0,-3-4 0 0,4-1 0 16,4 0-32-16,0-4-27 0,4 0 5 16,-4-1 5-16,-1 1 5 0,0 1-1 0,-5 0 11 15,0-1 2-15,-4 2 12 0,-11 2 8 16,22 2 11-16,-22-2 12 0,17 4 11 0,-9-1-2 15,-3 2 7-15,1 0-6 0,-1 1-3 16,4 0 3-16,0 1-8 0,0 0 2 16,5 0 3-16,-1-2-3 0,3 0-2 0,-2-2 5 15,6 1-1-15,-5-4-3 16,6 0-6-16,-4 0-2 0,4-4 3 0,-4 1-1 16,2-2 3-16,0 0-5 0,1-4 0 0,-2 1 1 15,0-4-1-15,-4 0-25 0,4-2-20 16,-2-8-30-16,-2-2-41 0,-1-4-38 15,-1 6-51-15,-4 3-56 0,-5 3-64 0,5 3-83 16,-5 3-72-16,-3 2-82 0,0 0-149 16,3 5-36-16,-3 3 74 0,0 0-502 15,0 0-634-15</inkml:trace>
  <inkml:trace contextRef="#ctx0" brushRef="#br0" timeOffset="13981.49">24802 2369 3428 0,'-4'6'177'0,"4"-6"67"15,-2 14 58-15,2-14 56 0,-3 10 20 16,1-3 8-16,2-7-10 0,0 12-20 0,0-12-29 16,5 12-36-16,1-7-27 0,1 1-28 15,5 0-23-15,0-3-40 0,5 0-34 16,2-1-29-16,0 0-31 0,2-4-35 0,5-1-27 16,-5-2-25-16,4-1 2 0,8-4-6 15,-7-2 11-15,-3-1 7 0,-8 2 18 0,-1-3 6 16,-5-3 7-16,-1-1 7 0,-6-5-3 15,-2 5-2-15,-4-5-8 0,-3 4-1 0,-6 0-7 16,-7 1-8-16,-1 5-15 16,-2 6-6-16,-1 2-24 0,-5 3-30 0,-10 8-53 15,1 2-59-15,2 5-70 0,-6 7-73 16,10-1-78-16,3 0-104 0,3 2-134 0,5-3-186 16,10-5 56-16,4 2 86 0,11-6-508 15,3 2-649-15</inkml:trace>
  <inkml:trace contextRef="#ctx0" brushRef="#br0" timeOffset="14397.75">26098 2182 3836 0,'-3'-6'391'15,"3"6"17"-15,-11-4 21 0,11 4 14 16,0 0-1-16,-14 16-20 0,3-3-29 0,6 1-45 15,-3 5-28-15,1 2-28 0,0 0-37 16,-4 1-43-16,0 5-212 0,4-4 0 16,-7 4 0-16,1-1 0 0,-1-8 0 0,7-2 0 15,-4-1 0-15,4-3 0 0,0-4 0 16,1-1 0-16,1-2 0 0,5-5 0 0,0 0 0 16,0 0 0-16,0 0 0 0,13-29 0 15,4 6 0-15,8-3 0 0,4-7 0 0,3 4 0 16,-8 4 0-16,5 2 0 15,0 5 0-15,-3 1 0 0,-2 7 0 0,-5 3 0 16,-1 6 0-16,-4 2 0 0,1 1 0 16,1 3 0-16,-3 5 0 0,1-1 0 0,-3 3 0 15,0 4 0-15,-5-1 0 0,0 1 0 16,-3-1 0-16,1 1 0 0,0 1 0 0,-2-5 0 16,0 0 0-16,-1-1 0 0,3 0 0 15,-2-1-278-15,4-2-274 0,-2-2-103 16,2 1-145-16,1-4-29 0,0 1 77 0,4-3-719 15,0-1-919-15</inkml:trace>
  <inkml:trace contextRef="#ctx0" brushRef="#br0" timeOffset="14665.13">26593 2282 3811 0,'2'-14'51'0,"0"5"109"16,0 3 69-16,-2 6 60 0,0 0 48 16,0 0 37-16,0 0 14 0,0 0 1 0,-34 23-12 15,26-11-14-15,1 1-25 0,-1 3-27 16,0 1-32-16,3 3-26 0,-1-5-24 15,2 1-216-15,4-4-13 0,2 1 0 0,0 0 0 16,4-3 0-16,1-2 0 0,2 1 0 16,3-4 0-16,1-1 0 0,5-1 0 0,-3-1 0 15,2-2 0-15,3 0 0 0,-2-5 0 16,0-1 0-16,-4 1 0 0,8-4 0 16,-8 0 0-16,2-3 0 0,-3-2 0 0,1-5 0 15,-1-6 0-15,-3 7 0 0,-3 1 0 16,-1 3-91-16,-4 4-230 0,-4 1-90 15,-2 5-97-15,-3 0-97 0,7 4-169 0,-21 0-36 16,3 4 83-16,0 4-614 0,-11 3-798 16</inkml:trace>
  <inkml:trace contextRef="#ctx0" brushRef="#br0" timeOffset="14964.17">27205 1829 3897 0,'2'-15'27'0,"0"3"52"15,-2 4 38-15,0 8 44 0,0 0 46 16,0 0 36-16,0 0 17 0,0 0 10 0,-17 41 4 16,12-21-11-16,-8 13-20 0,4 1-20 15,2 3-16-15,-5 11-20 0,1 5-19 0,2-7-15 16,-4 5-16-16,2-2-21 0,1-9-17 15,1-1-19-15,-4-3-33 0,-1-1-42 0,1-2-57 16,-1-1-58-16,1-3-64 16,2-3-73-16,-1-7-76 0,7-6-87 0,1-1-84 15,0-2-79-15,4-6-152 0,0-4 46 16,0 0-571-16,0 0-712 0</inkml:trace>
  <inkml:trace contextRef="#ctx0" brushRef="#br0" timeOffset="15215.67">27653 1642 3515 0,'-4'-8'101'0,"-1"2"78"16,5 6 57-16,0 0 40 0,0 0 35 0,-21 21 23 15,11-4 11-15,4 5-4 0,-5 9-20 16,0 8-20-16,0 7-25 0,-1 5-24 0,0 0-17 16,4 4-22-16,-1 3-19 0,-2 3-22 15,2-6-12-15,0 3-21 0,0-4-6 16,4-9-14-16,-6 5-81 0,0-3-38 15,2-8 0-15,-3-3 0 0,-1-4 0 0,-3-2 0 16,5-10 0-16,4-3-75 0,-1-4-163 16,2-4-78-16,2-2-83 0,2-1-90 0,2-6-89 15,0 0-154-15,0 0-46 0,0 0 82 16,0 0-627-16,36-22-780 0</inkml:trace>
  <inkml:trace contextRef="#ctx0" brushRef="#br0" timeOffset="15797.55">28419 2206 3667 0,'-9'-3'19'0,"-7"1"35"0,-3 2 30 16,-9 2 35-16,-15 5 33 0,-6 7 32 0,-2 1 24 15,-3 5 8-15,7 1 5 0,3 4 0 16,6 1-8-16,13-3-13 0,6 3-25 0,9-5-11 16,6-1-23-16,6-3-28 0,7 2-33 15,5 5-48-15,4-2-49 0,4-5-65 16,-3-5-57-16,5-5-66 0,1-4-61 0,0 1-62 15,16-8-70-15,-1 0-102 16,-1-7-153-16,13-6 20 0,0-5-402 0,-1-6-508 16</inkml:trace>
  <inkml:trace contextRef="#ctx0" brushRef="#br0" timeOffset="16231.24">29134 1209 2809 0,'0'-29'-7'0,"2"6"53"16,-4 8 21-16,0 3 31 0,-2 4 31 15,-2 5 35-15,6 3 30 0,0 0 23 0,-31 21 13 16,15 10 4-16,-9 17-10 0,4 9-18 16,-6 25-23-16,3 8-16 0,-1 3-17 15,0 3-11-15,0-3-13 0,0 1-32 16,-4 0-29-16,-1-5-29 0,-1-2-18 16,1-9-17-16,6-20-6 0,-1-3 4 0,-4-6-5 15,3 0 8-15,-1-9 8 0,7-11 11 16,4-7 5-16,4-5 6 0,2-3 0 0,5-7-9 15,-1-4-9-15,6-3-12 0,0 0-10 16,0 0-12-16,19-31-8 0,4 4-11 16,7-9 5-16,3-2-3 0,1 1 4 0,0 0 2 15,-2 6-4-15,-8 12 11 16,-7 4 5-16,-2 5 16 0,-3 6 28 0,-5 0 15 16,3 4 19-16,-10 0 13 0,13 13 4 0,-9 1 0 15,-2 3 7-15,-2 1-5 0,0 3-10 16,-6 4-6-16,5 1-22 0,-5-3-24 15,1 0-32-15,2 2-35 0,-3-3-47 0,2-5-27 16,3 1-48-16,-3-5-34 0,4-2-29 16,-2-3-35-16,2 2-34 0,0-6-42 15,0-4-73-15,4 4-102 0,-4-4-67 0,0 0 61 16,16-12-233-16,-5 3-250 0</inkml:trace>
  <inkml:trace contextRef="#ctx0" brushRef="#br0" timeOffset="16364.44">29134 2224 2078 0,'13'-16'24'0,"-4"6"36"0,-1 5 38 15,0 1 46-15,-8 4 43 0,0 0 21 16,0 0 15-16,0 0 1 0,11 21-10 16,-13-9-14-16,-2 5-24 0,-1 3-16 0,-3 5-27 15,-4 4-42-15,1 0-45 0,0-2-60 16,-3-1-58-16,5-3-56 0,2-6-59 0,-2 1-51 16,2-5-68-16,0-2-74 0,3-2-71 15,0-2-52-15,2-4-173 0,2-3-171 16</inkml:trace>
  <inkml:trace contextRef="#ctx0" brushRef="#br0" timeOffset="16516">29297 2130 1814 0,'8'-21'44'0,"-3"7"14"16,-4 2 23-16,3 2 24 0,-4 2 7 16,2 3-1-16,-2 5-9 0,-4-9-12 15,4 9-20-15,-8-5-49 0,8 5-67 0,0 0-106 16,-20 6-176-16,7-4-137 0,2 2-85 15,-1 1-53-15</inkml:trace>
  <inkml:trace contextRef="#ctx0" brushRef="#br0" timeOffset="16781.05">29726 1393 1892 0,'2'-17'237'0,"0"5"15"15,-4 7 11-15,2 5 18 0,0 0 7 16,0 0 9-16,0 0 11 0,-24 46-5 16,12-9-7-16,-3 13-14 0,-1 6-9 0,2 6-13 15,-8 1 1-15,5 0-25 0,-2 7-8 16,-7 10-27-16,1 2-21 0,2-16-12 0,-6 12-31 16,7-16-33-16,-1-6-40 0,0 2-63 15,-1-10-55-15,4-1-57 0,3-6-60 0,2-12-78 16,3-1-72-16,4-8-83 15,3-4-114-15,1-6-179 0,4-3 13 0,0-7 73 16,0 0-407-16,0 0-492 0</inkml:trace>
  <inkml:trace contextRef="#ctx0" brushRef="#br0" timeOffset="17063.91">30475 1533 3013 0,'-3'-10'181'0,"1"3"38"15,2 7 29-15,-4-10 23 0,-1 4 15 0,5 6-8 16,0 0 0-16,0 0-9 0,-20 18-19 16,4 9-23-16,0 5-19 0,-9 16-11 15,-4 9-20-15,-9 13-11 0,-4 7-12 16,2-1-20-16,-1 3-7 0,0 0-17 0,-1-3-6 16,6-3-3-16,6-15-16 0,-1-1-8 15,5-4-8-15,-3-5-3 0,4-4-6 16,0-1-10-16,7-14-16 0,0-2-31 0,1-2-8 15,5-8-40-15,5-3-49 0,0-4-59 16,-2-1-76-16,6-3-85 0,-1 2-94 0,2-5-109 16,2-3-191-16,0 0-37 0,0 0 72 15,0 0-535-15,0 0-671 0</inkml:trace>
  <inkml:trace contextRef="#ctx0" brushRef="#br0" timeOffset="17547.38">29864 2356 3173 0,'0'0'-18'16,"-12"-10"58"-16,12 10 36 0,-22 0 43 16,4 2 26-16,-14 8 35 0,-2 3 22 15,-11 8 16-15,2 3 9 0,-1 3 10 0,6 4-7 16,3 1 10-16,7 6-14 0,3-2-19 16,10-5-16-16,6 2-20 0,7-5-12 0,7 2-31 15,8 1-23-15,5-4-30 0,7-5-33 16,4-1-38-16,0-4-46 0,4-3-65 0,0-4-74 15,-6-5-68-15,-5-1-76 0,-1-2-81 16,-2-1-112-16,0-2-170 0,-4-3 43 16,-2 0-449-16,-3-1-564 0</inkml:trace>
  <inkml:trace contextRef="#ctx0" brushRef="#br0" timeOffset="19080.12">7072 4249 5250 0,'-8'1'334'16,"8"-1"-77"-16,0 0-65 0,0 0-22 0,0 0 0 16,-16-14 0-16,16 14-27 0,2-16-29 15,4 0-22-15,0-3-17 0,9-6-3 16,3-5-4-16,4-7-14 0,5-6-10 15,1-4-16-15,5-3-27 0,-5-10-28 16,8-15-21-16,-1-1-11 0,-9 14 2 0,-1 3 0 16,-4 8 8-16,-3 4 1 0,-9 12 5 15,0 14 5-15,-3 2-1 0,-1 5-8 0,-4 5 6 16,-2 4 4-16,1 5 3 0,0 0 3 16,0 0 3-16,-29 26 3 0,19-7 4 0,1 12 0 15,1 3 6-15,6 0 0 0,6 6 2 16,5-2 5-16,9 7-1 0,2-2 2 15,7-2 5-15,-2 0 0 0,-2-4 0 0,-3-9-1 16,-2-1 2-16,-1-1 11 0,-6-6 20 16,-5-4 22-16,-2-1 33 0,-4-3 20 15,-6 4 14-15,-1-6 20 0,-7 1 2 16,-5 1 1-16,-13 0-9 0,-2-4-16 0,-9-5-10 16,2-5-10-16,-5-1-11 0,-7-7-10 15,-1-8-7-15,3-5-18 0,1-6-19 0,6-13-27 16,3-4-17-16,-4-19-23 0,17 9-28 15,6 2-12-15,4 3-28 0,7 3-31 16,5 14-42-16,2 8-55 0,2 7-67 0,2 5-89 16,4 3-73-16,-1 5-100 0,4-2-148 15,2 6-36-15,6 0 72 0,6 2-466 16,8 0-605-16</inkml:trace>
  <inkml:trace contextRef="#ctx0" brushRef="#br0" timeOffset="19813.16">8941 3167 3499 0,'-6'-20'196'0,"0"7"1"15,3 3-16-15,-1 2-20 0,2 1-20 0,2 7-13 0,0 0 2 16,0 0 10-16,0 0 3 15,-16 35-18-15,15-8-4 0,-3 14-3 0,4 3-7 16,0 4-8-16,2 12-11 0,0-2-5 16,-1-1-12-16,-2-9-4 0,1-2-5 0,-2-1 0 15,-2-1-13-15,-1-3-6 0,-3-2-6 16,-2-4-1-16,-1 0-5 0,-5-5-6 16,1-1-10-16,-8-1-19 0,3-3-10 0,-3-7-8 15,-2-3 4-15,4-5-3 0,2-5-4 16,2-3 2-16,-3-5-8 0,2-6 0 0,-9-6 2 15,2-7 1-15,6-3 0 0,0-2 2 16,3 0 1-16,4 1 5 0,2 6 2 16,4 5 1-16,0 1-2 0,4 5 1 15,1 1 2-15,2 0 3 0,5 0 2 16,8 2-4-16,6-1-9 0,17 1-18 0,8-3-35 16,16-1-42-16,6-2-52 0,4-2-54 15,1-1-29-15,20-7-13 0,-26 1 12 0,-5-3 27 16,-6-2 30-16,-6 1 45 0,-10-4 46 15,-3-2 48-15,-13 3 56 0,-1 0 46 0,-8 3 37 16,-4 3 20-16,-6 4 4 0,-2 1 0 16,-4 5-6-16,0 0-10 0,-8 2-7 15,-1 2-3-15,-1 4 4 0,-3 1 2 0,0 3 0 16,-8 7-4-16,-5 8-2 0,-3 7 2 16,1 11-7-16,-1 3-3 0,6 3-5 0,0 6-13 15,4 3-2-15,6-2-7 16,4 2 2-16,3-9-8 0,2-1-3 0,5-2-2 15,-1-7-5-15,2-4-3 0,2-7-4 16,-2-1 0-16,0-3-1 0,1-4-2 16,1 2 2-16,0-5-3 0,2-3 3 0,-4-4 1 15,0 0-5-15,25-5 2 0,-9-4 5 16,-4 0 8-16,2-1 16 0,-1 2 5 0,-2 1 1 16,1 2-8-16,-6 1-8 15,-6 4-1-15,13-3 0 0,-13 3-4 0,17 7 1 16,-7-1-4-16,-5 2 0 0,4 5 3 15,-4-1-17-15,2 0-31 0,-3 1-47 16,4 3-52-16,-2-4-69 0,1-2-86 0,1 1-97 16,-1-3-133-16,3-3-187 0,1-1-2 15,-1-1 81-15,2-5-404 0,2-1-483 0</inkml:trace>
  <inkml:trace contextRef="#ctx0" brushRef="#br0" timeOffset="20163.08">9643 3754 3127 0,'-18'20'204'0,"18"-20"4"16,0 0-2-16,-4 5 22 0,4-5 15 0,0 0 6 15,0 10-14-15,0-10-19 0,10 5-22 16,-10-5-16-16,13 6-19 0,-1-6-17 0,-12 0-20 16,19 0-8-16,-6 0-14 0,-13 0-15 15,23-4-15-15,-14 0-11 0,1 1-19 16,1-2-7-16,-3-2-5 0,-1-2-2 0,0 0-6 15,-4-2-3-15,-3 1-7 0,-5 2 5 16,-2-1-11-16,-2 1-5 0,-4 5 5 0,-1 2-2 16,-4 2 0-16,-3 2 0 0,-1 5-2 15,-8 3 9-15,5 5 4 0,7-2 9 16,2-2 5-16,3 2 6 0,3-2 3 0,2 2 0 16,5 1 3-16,1-3 5 0,4 0-5 15,3-1-1-15,2 2-5 0,7-3-11 16,4-2-37-16,0 1-49 0,17 1-58 15,-7-4-78-15,1-5-99 0,13-1-128 0,-2-3-181 16,2-1-142-16,-3-1 74 0,-3-2-539 16,-10 2-677-16</inkml:trace>
  <inkml:trace contextRef="#ctx0" brushRef="#br0" timeOffset="20546.4">10315 3736 3253 0,'0'0'79'0,"0"0"109"16,-2-11 56-16,2 11 37 0,0 0 12 15,0 0-15-15,0 0-1 0,0 0-17 16,0 0 3-16,0 0 13 0,0 0-12 16,0 0-22-16,0 0-23 0,2 38-20 0,2-20-20 15,1-1-18-15,-3-1-13 0,0 4-17 16,0-3-9-16,2 0-13 0,-4-3-9 0,1-1-6 16,-1 4-11-16,-1-8-7 0,1 0-7 15,-4 2-6-15,0-3-6 0,2-2-12 16,2-6-14-16,-3 11-12 0,3-11-3 0,0 0-12 15,0 0-6-15,0 0 0 0,19-50 4 16,0 25-8-16,2-3 2 0,2 6-6 16,-1 1 5-16,-1 1 4 0,-5 8-3 0,-1 3 4 15,-3 4 16-15,-1 5 8 0,-11 0 10 16,21 5-8-16,-12 1-26 0,1 5 0 16,0 1 0-16,-3 2 0 0,1 1 0 0,-3 1 0 15,3-1 0-15,-4 1 0 0,2-1 0 16,-1-1-85-16,1-1-117 0,-1 3-58 15,7-3-63-15,-4-2-98 0,1-1-122 0,3-2-143 16,-1-2-140-16,0-3 86 16,-1-3-656-16,-10 0-849 0</inkml:trace>
  <inkml:trace contextRef="#ctx0" brushRef="#br0" timeOffset="20846.16">10991 3748 3853 0,'0'0'78'0,"0"0"65"16,-3-9 57-16,3 9 38 0,0 0 40 0,0 0 25 15,0 0 8-15,-20 20-11 0,17-11-13 16,-3 2-26-16,2 2-29 0,3 1-20 0,-1-2-22 16,4 0-19-16,-1 1-16 0,3-1-19 15,2 1-20-15,4-4-18 0,-1 1-20 0,2-4-13 16,5 0-25-16,-1-1-16 0,0-5-14 16,0 2-10-16,1-4-1 0,-1 0-2 0,-2 0 0 15,-1-3 7-15,-1 1-3 0,-3-3 0 16,-3 0 3-16,1-4-1 0,-6 3-3 15,-2-4 6-15,-2 0-6 0,-1 0-3 16,-7 0-5-16,3 2-9 0,-4 1-28 16,-7 2-38-16,-3 2-31 0,2 3-40 0,3 2-58 15,-11 2-85-15,4 2-116 0,-2 1-143 16,4-1-228-16,3 4 17 0,-2-2 89 0,8 0-567 16,2-4-706-16</inkml:trace>
  <inkml:trace contextRef="#ctx0" brushRef="#br0" timeOffset="21280.1">11644 3241 3788 0,'-5'-12'204'0,"3"0"48"0,2 7 27 16,0 5 12-16,-4-12-11 0,4 12-6 0,0 0 43 15,0 0 5-15,-1 34-10 0,-3 2-11 16,-2 8-13-16,-3 14-22 0,-3 4-11 15,-3 4-24-15,2-2-24 0,-2 2-16 0,-1-5-58 16,3 3-133-16,1-6 0 0,-1-3 0 16,4-7 0-16,1-9 0 0,0-6 0 0,3-8 0 15,-1-6 0-15,2-3 0 16,3-2 0-16,1-5 0 0,-2-1 0 0,2-8 0 16,3 5 0-16,-3-5 0 0,0 0 0 0,17-24 0 15,-10 10 0-15,5-13 0 0,-2-5-120 16,-5-2-114-16,-1-5 0 0,-4 12 8 15,-2 4 14-15,-3 2 24 0,-3 8 16 16,-3 3 24-16,-3 3 25 0,3 6 26 0,-5 1 25 16,2 2 25-16,-2 6 21 0,-1 1 23 15,3 6 24-15,-6 3 29 0,4 0 19 0,7-1 8 16,4-2 4-16,-2 1 2 0,5-1-9 16,2-1-1-16,2-2-10 0,7 1-11 0,-2-4-42 15,4 1-67-15,5 0-65 16,0-4-102-16,6 0-137 0,-7-1-182 0,4-3-263 15,0 0 65-15,1-4 83 0,2 2-509 16,-3 0-632-16</inkml:trace>
  <inkml:trace contextRef="#ctx0" brushRef="#br0" timeOffset="21631.1">12001 4016 3683 0,'0'0'296'0,"-15"-6"14"15,15 6 16-15,0 0-10 0,0 0-7 0,0 0-15 16,-3-7-31-16,3 7-26 0,0 0-28 16,20-8-31-16,-2 3-38 0,-6-1-38 15,2-2-32-15,-1-1-11 0,3 2-30 16,-5-3-11-16,1 1-7 0,-3-4 2 0,1 1-4 16,-7 2-5-16,1 1-4 0,-4 1 0 15,-4 1-2-15,-1 2 3 0,-6 1-4 16,-3 2 3-16,-3 6 0 0,0-1 9 0,-7 4 2 15,-4 7 14-15,2 1 2 0,3 4 12 16,2 3 2-16,4-1 13 0,1 3 12 0,7-1-12 16,4-4-4-16,-4 2 2 15,9-3 6-15,2 1-5 0,5-2-6 0,-2 1-3 0,4 0-8 16,5-1-17-16,-1-2-32 0,5-3-35 16,-2-2-52-16,4 1-71 0,8-1-85 0,-4-5-124 15,-1-3-138-15,1-2-189 16,-3-2-82-16,6-2 77 0,5 0-602 0,2-7-771 15</inkml:trace>
  <inkml:trace contextRef="#ctx0" brushRef="#br0" timeOffset="21846.14">12824 3880 3962 0,'0'-9'173'0,"0"9"54"15,0-11 31-15,0 11 26 0,0 0 14 16,0-7-20-16,0 7 0 0,0 0 1 0,0 0-12 15,0 0-20-15,11 25-24 16,-10-8-22-16,1 1-22 0,0 0-22 0,-4 6-46 16,4 2-66-16,-4-2-76 0,0 1-85 15,4-3-90-15,-2-3-98 0,0-1-103 0,0 1-104 16,2-5-124-16,0-2-139 0,3-4 69 16,-1 1-580-16,4-4-744 0</inkml:trace>
  <inkml:trace contextRef="#ctx0" brushRef="#br0" timeOffset="22012.95">13132 3774 3574 0,'0'-15'84'0,"0"6"57"15,0 1 28-15,0 2 8 0,0 6-1 16,-2-9-21-16,2 9-16 0,0 0-24 0,0-8-47 16,0 8-66-16,0 0-95 0,0 0-127 15,0 0-139-15,0 0-160 0,28 11-98 16,-14-9 56-16,-5 2-266 0,10-2-313 0</inkml:trace>
  <inkml:trace contextRef="#ctx0" brushRef="#br0" timeOffset="22296.25">13446 3713 2216 0,'0'0'98'0,"0"0"62"0,0 0 52 0,0 0 30 16,0 0 35-16,-30 9 25 0,19 1 7 16,-7 3 2-16,-1 7-8 0,-4-1-6 15,2 5-24-15,4-2-23 0,0 3-23 16,10-5-40-16,-2-3-16 0,7-2-16 15,2-1-10-15,0 0-8 0,6 1-8 0,2 1 1 16,3-2 22-16,0-1 20 0,1 3 27 16,0-4 23-16,-2 1 23 0,-5 1 21 0,4-2 15 15,-3-1-158-15,0 2-123 0,-5-3 0 16,-1-1 0-16,0 0 0 0,-1 1 0 0,-5 0 0 16,-3 0 0-16,-2-1 0 0,-9 2 0 15,-1-5 0-15,-4-1 0 0,3-1 0 0,-5-1 0 16,0-3 0-16,1 0 0 15,-1 0 0-15,0-3 0 0,7-3 0 0,-2 3 0 16,3-3-352-16,2-3-678 0,2 4 92 16,4 0-1059-16,-1 1-1413 0</inkml:trace>
  <inkml:trace contextRef="#ctx0" brushRef="#br0" timeOffset="22929.75">14120 3337 5419 0,'2'-20'-75'16,"0"7"52"-16,0 3 22 0,-2 3 2 0,0 7 12 15,0 0 45-15,0 0 44 0,0 0 37 16,2 32 30-16,0 4 10 0,-2 7 1 0,0 5-11 16,0 12-14-16,-2 2-3 0,0-2-25 15,-2-4 1-15,2-1-24 0,-3-10-1 16,1-4-15-16,1-3-13 0,-3-4-25 0,1-7-1 16,4-8-3-16,-1-3-1 0,-2-4-2 15,4 1-9-15,-2-4 1 0,2-3-2 0,0-6-4 16,0 0-6-16,0 0-1 15,0 0-9-15,0 0-9 0,18-29-10 0,-5 2-2 16,6 0-2-16,1 0-4 0,0 1 2 16,-1 4 5-16,-2 4-9 0,-3 5 2 0,-3 3 2 15,3 1 13-15,-3 2 3 0,0 6 11 16,-1 1 10-16,-10 0 13 0,20 8 9 0,-8 1 5 16,-2 3-1-16,-1-2-5 0,-1 3-5 15,-1 1 0-15,5 3-6 0,-7 1 1 0,3-5-35 16,-6-1-42-16,2 0-58 0,1-3-44 15,-3-1-63-15,4 1-67 0,-2-1-82 16,-3-4-97-16,-1-4-95 0,5 5-137 16,-5-5-92-16,0 0 78 0,0 0-577 0,0 0-734 15</inkml:trace>
  <inkml:trace contextRef="#ctx0" brushRef="#br0" timeOffset="23295.27">14728 3762 3483 0,'4'-3'32'16,"3"-1"67"-16,-7 4 49 0,0 0 44 15,0 0 32-15,11 10 33 0,-11-10 27 0,1 12 6 16,-1-4 3-16,0 3-9 0,0-1-29 16,0 4-16-16,-1-3-27 0,-3 1-16 0,-2 3-19 15,2-2-13-15,-2 0-22 0,-3 0-7 16,3-1-13-16,-6-1-13 0,1-1-12 16,2-2-10-16,-5-1-20 0,1-2-25 15,-1 0-29-15,2-3-37 0,12-2-26 0,-25-7-23 16,14 0-23-16,-2-8-5 0,4-1 3 15,7-7 6-15,2-3 10 0,6-7 3 16,1 9 12-16,4 3 7 0,-2 4 1 0,2 3 8 16,3 2 6-16,-3 8 12 0,3 0 9 15,-3 4 17-15,-11 0 3 0,27 8 3 0,-13 5 0 16,2-1-2-16,2 2 3 16,-7 1 2-16,2 1-2 0,-1 1-2 0,-5-3-18 0,2 3-20 15,1 1-24-15,-2-4-43 0,-1-2-69 16,-1-3-82-16,-3-1-76 0,4 1-53 15,-2-4-65-15,-3 1-82 0,2-2-104 16,-4-4 18-16,5 4-388 0,-5-4-483 16</inkml:trace>
  <inkml:trace contextRef="#ctx0" brushRef="#br0" timeOffset="23563.34">14925 3835 2900 0,'8'-17'117'0,"-5"1"67"0,3 6 36 0,-4 3 32 16,-1 1 18-16,-1 6 12 0,7-11 23 15,-7 11 14-15,6-1 10 0,-6 1-10 0,0 0-17 16,16 14-35-16,-6-3-22 0,0 2-21 15,-1 4-25-15,1-2-21 0,-1 4-16 16,0-2-16-16,3 1-22 0,0-2-24 16,-5 2-32-16,0-5-20 0,2-1-5 0,-4-2-14 15,3 0 2-15,-3-4-2 0,3-1-17 16,-2-2-1-16,-6-3-14 0,0 0-17 16,20-3-12-16,-10-2-19 0,-2-4-7 0,1-1-5 15,1-5-12-15,-1-2-18 0,1-2-11 16,-2-2-19-16,1-8-11 0,2 0-6 0,-3 2-7 15,-4 8-17-15,2 3-33 0,-4 3-53 16,0 0-65-16,-2 4-67 0,-4 3-97 16,4 6-155-16,-6-7-49 0,6 7 70 0,0 0-392 15,0 0-481-15</inkml:trace>
  <inkml:trace contextRef="#ctx0" brushRef="#br0" timeOffset="23779.27">15519 3725 2778 0,'9'-3'220'15,"-9"3"81"-15,0 0 49 0,0 0 33 0,0 0 26 16,0 0 10-16,0 0-18 0,0 0-21 16,0 0-20-16,0 0-27 0,1 10-31 15,-2 4-30-15,-6 2-24 0,3 5-34 0,-3 1-30 16,0 4-44-16,-4 6-44 0,2-8-60 16,4-4-71-16,-3 1-71 0,2-2-73 0,2-4-70 15,2-3-77-15,0-2-81 0,2-1-52 16,-1-2-64-16,1-7-77 0,1 5-102 0,-1-5 28 15,0 0-539-15,0 0-676 16</inkml:trace>
  <inkml:trace contextRef="#ctx0" brushRef="#br0" timeOffset="23929.46">15611 3623 3375 0,'1'-17'100'0,"-1"0"59"16,0 6 32-16,0 1 8 0,0 2 5 15,0 8-1-15,-1-9-28 0,1 9-20 0,-2-10-19 16,2 10-37-16,0 0-55 0,0 0-70 15,0 0-104-15,0 0-107 0,0 0-139 0,-9 19-220 16,1-1-23-16,2 1 72 0,-4 0-307 16,-1 10-337-16</inkml:trace>
  <inkml:trace contextRef="#ctx0" brushRef="#br0" timeOffset="24295.27">15636 3837 2535 0,'0'0'109'0,"0"0"42"0,21-2 32 16,-21 2 31-16,9 2 24 0,-9-2 13 15,14 6 18-15,-7-1-7 0,1 2-6 0,-5-2-13 16,3 3-5-16,0 2-16 0,-6 1-19 16,4-3-19-16,-4 2-3 0,-2-1-29 0,0 3-10 15,0-2-8-15,-4 1-16 0,2-1-9 16,-3-2-33-16,2 1-11 0,-4-1-7 16,5-4-1-16,4-4-11 0,-11 7-5 0,11-7-8 15,0 0-2-15,0 0-7 0,0-24-6 16,11 8 1-16,3-2-9 0,5-5 11 15,4 4-9-15,0 1 0 0,-2 5 13 0,-4 5 16 16,0-2 3-16,-4 5 16 0,1 1 18 16,-3 2 13-16,-11 2 12 0,23 6 0 15,-13-1-2-15,-5 4-8 0,4-1-9 0,-6 6-7 16,5 0-10-16,-5-1-2 0,1 3-17 16,0-1-26-16,-1-1-26 0,1 1-20 0,3-1-29 15,-6-2-35-15,3-2-46 0,3 3-41 16,1-3-47-16,2-3-82 0,-1 1-112 15,2-4-90-15,3-1-128 0,-3-3-152 16,5 1 70-16,1-5-630 0,4 0-801 0</inkml:trace>
  <inkml:trace contextRef="#ctx0" brushRef="#br0" timeOffset="24596.14">16306 3781 3891 0,'-9'-6'128'16,"0"5"50"-16,9 1 35 0,-20 1 44 15,20-1 62-15,-21 9 29 0,10-1 18 0,2 0-1 16,-1 2-5-16,0 0-7 16,5 0-12-16,-1 2-20 0,0-1-20 0,4 0-34 15,2 0-84-15,4-1-183 0,0 0 0 16,0-1 0-16,5 0 0 0,1-2 0 0,3-2 0 16,-2-2 0-16,1 0 0 0,1-3 0 15,0 0 0-15,1-1 0 0,-3-1 0 16,3-1 0-16,-3-2 0 0,-2-1 0 0,-3-1 0 15,-1-3 0-15,-2 0 0 0,-3-2 0 16,0 0 0-16,-5 0 0 0,-2 0 0 0,-4 4-198 16,-2 4-101-16,-4 2-83 15,-8 4-58-15,-9 6-67 0,-8 3-85 0,-2 6-185 0,-3 0 26 16,2 3 74-16,13-2-537 16,5-5-676-16</inkml:trace>
  <inkml:trace contextRef="#ctx0" brushRef="#br0" timeOffset="24879.28">16242 3947 3213 0,'15'3'32'0,"-5"0"91"16,1 1 65-16,-6 1 51 0,4 4 40 16,-6 1 47-16,-1 1 24 0,-2 7 14 0,4 4-6 15,-4 17 0-15,2 0-6 0,-1 2-18 16,5 15-8-16,2 3-7 0,3 0-13 0,-1 4-21 16,-3-3-14-16,3-6-103 0,-2-1-168 15,-8-12 0-15,1-12 0 0,-2-4 0 0,-5-1 0 16,2-5 0-16,-4 0 0 0,1-4 0 15,-4-1 0-15,-3-4 0 0,-7-1 0 16,-2-3 0-16,-4-6 0 0,-18 0 0 16,-1-5 0-16,-19-5 0 0,4-2 0 0,-1-3 0 15,1-1 0-15,3-3 0 0,10 1 0 16,10 7 0-16,4 1 0 0,4-5 0 0,8 3 0 16,8 0 0-16,0-3 0 0,5 3-509 15,1 0-380-15,3-1-35 0,-2-3 109 0,5 5-904 16,0-3-1152-16</inkml:trace>
  <inkml:trace contextRef="#ctx0" brushRef="#br0" timeOffset="25779.15">17334 3920 4866 0,'1'-13'49'0,"-1"6"20"15,0 6 31-15,0 1 51 0,0 0 69 0,0 0 51 16,-3 34 9-16,-1-12-9 0,2 1-12 15,0 2-13-15,2 2-24 0,0 3-20 0,0 6-20 16,0-5-19-16,0-5-14 16,0-2-15-16,0-6-13 0,0 0-12 0,0-5-10 15,2-1-71-15,-2-1-28 0,2-3 0 16,0 1 0-16,-2-9 0 0,5 4 0 0,-5-4 0 16,0 0 0-16,14-15 0 0,-4 3 0 15,2-15 0-15,6 2 0 0,1-2 0 0,-2 4 0 16,-1 6 0-16,-3 1 0 0,-2 4 0 15,1 4 0-15,-3 1 0 0,0 3 0 16,-9 4 0-16,20 4 0 0,-13 3 0 0,0-1 0 16,4 6 0-16,-4 0 0 0,0 4 0 15,-3-2 0-15,4 0 0 0,-6-1 0 0,4 1 0 16,-1-1 0-16,-3-2 0 0,4-3 0 16,-4-1 0-16,-1 0 0 0,-1-7 0 0,11 8 0 15,-11-8-19-15,16-2-129 16,2-10 4-16,7-6 0 0,2-4 17 0,9-9 16 15,-2 0 16-15,2 0 12 0,0 6 9 16,-8 4 17-16,1 3 35 0,-6 9 20 0,-3 2 30 16,-6 1 11-16,0 6 13 0,-14 0 11 15,24 11 2-15,-14-2 5 0,0 6-11 0,-5 3-1 16,3 3-6-16,-4 0-7 0,4-1-10 16,-5 3-23-16,1-1-33 0,0-5-42 15,-1-2-36-15,1 1-47 0,3-3-61 0,-6-1-81 16,3 0-83-16,3-6-84 0,-3-1-98 15,5-4-106-15,3 2-74 0,-12-3 65 16,25-6-516-16,-6-1-648 0</inkml:trace>
  <inkml:trace contextRef="#ctx0" brushRef="#br0" timeOffset="26079.12">18397 3992 3307 0,'0'0'89'0,"0"0"72"15,0 0 58-15,-21 24 43 0,11-15 30 16,3 4 30-16,2 1-19 0,-6 2-6 0,6 0-23 15,-3-2-25-15,7-2-22 0,-1 0-22 16,2-2-22-16,3-1-33 0,1-1-47 0,5-1-49 16,2-1-38-16,0-2-34 15,2-2-23-15,0-2-18 0,2 0-8 0,-15 0 9 16,33-6 7-16,-20-2 7 0,2 2 7 16,-1-3 13-16,-3-1 17 0,-3-2 19 0,0 0 7 15,-4-5 4-15,-4 0-1 0,-2-2-2 16,-4-3-5-16,0 2-8 0,-5 3-11 0,0 2-12 15,-3 7-21-15,-3 0-24 0,-1 5-40 16,-3 3-51-16,-3 3-50 0,-11 6-72 16,3 7-81-16,-2-2-126 0,1 8-215 0,6-3 45 15,7 1 71-15,6-3-378 0,9-3-435 16</inkml:trace>
  <inkml:trace contextRef="#ctx0" brushRef="#br0" timeOffset="26544.92">18807 4195 3026 0,'0'0'238'0,"0"0"39"0,0 0 15 16,-33-8 17-16,33 8 6 0,0 0-6 16,0 0-11-16,-11-2-16 0,11 2-28 0,0 0-26 15,0 0-21-15,0 0-42 0,25-10-35 16,-14 6-43-16,-1-1-28 0,1-3-27 0,2-2-9 15,3-3-11-15,-3 0-7 16,-3-3-2-16,-3-2-2 0,1-2 2 0,-5 2 1 16,-1-2-1-16,-2 3 1 0,0-3 5 15,-4-1 2-15,1 4 2 0,-3 3-1 0,1-1-4 16,-6 3-3-16,0 4-1 0,-1 1 5 16,-2 5-7-16,1 0 1 0,-1 2 0 0,-1 2-2 15,1 0 0-15,5 1-9 0,2 1-10 16,1 2-17-16,6-6-19 0,0 0-11 0,0 0-5 15,26 6-9-15,-7-8-9 0,17-2-2 16,5-4-6-16,1 3 14 0,-5-1 10 16,-2 4 13-16,-9 2 31 0,-4 0 34 0,-1 1 27 15,1 4 28-15,-6 0 34 0,-1 5 31 16,-3-1 32-16,-7 3 12 0,4 0 4 16,-7 3-15-16,5-1-16 0,-5 4-13 15,-1-5-14-15,1 3-26 0,0-1-41 0,2-1-55 16,-2 1-64-16,-1-3-59 0,1 0-74 15,0-1-80-15,4-3-116 0,-4 1-107 0,-1-2-135 16,4-6-110-16,-5-1 84 0,11 2-577 16,-11-2-706-16</inkml:trace>
  <inkml:trace contextRef="#ctx0" brushRef="#br0" timeOffset="26945.44">19529 3895 3223 0,'0'0'61'0,"-6"-6"113"16,6 6 68-16,0 0 47 0,0 0 32 0,0 0 28 16,0 0-8-16,0 0-10 0,0 0-45 15,34 8-23-15,-20-6-26 0,1-1-27 0,1-1-27 16,-3 0-28-16,2 0-36 0,0-3-30 16,-1 1-38-16,-1-1-34 0,0 0-10 0,-1-4-19 15,-1 2-5-15,-1-4-11 0,-3 1-8 16,-1 1-5-16,-2 0-2 0,-2 0-2 0,-2 7 0 15,-12-9 4-15,-1 9 4 16,-6 1 2-16,-15 9 5 0,-1 4 6 0,-9 4 14 16,3 6 21-16,0 4 22 0,7 0 14 15,11-5 18-15,4 0 18 0,6 3 20 16,3-6 17-16,7-2 10 0,3 0 6 0,3-3-5 16,7 1-4-16,2-3-8 0,4-1-8 15,5-3-7-15,1-1-14 0,-2 0-11 0,1-4-7 16,2 1-2-16,-4-3-24 0,-2 0-36 15,-4 0-15-15,-1-1-51 0,-1 1-63 0,-3 0-71 16,0 1-69-16,-8-3-93 0,6 4-108 16,-6-4-118-16,0 0-173 0,-11 11-35 15,0-7 88-15,0-1-641 0,-3 1-795 16</inkml:trace>
  <inkml:trace contextRef="#ctx0" brushRef="#br0" timeOffset="27528.88">21126 3384 3554 0,'4'-13'3'0,"-1"1"67"15,-1 5 23-15,-2 2 37 16,0 5 31-16,0 0 24 0,0 0 19 0,0 0 13 16,-2 42-3-16,1-15-3 0,-3 10-12 15,0 4-17-15,2 0-8 0,1 2-14 0,-5-1-18 16,-1-2-12-16,-4 0-16 0,4-2-10 16,-3-5-6-16,-3 1-9 0,-3-4-31 0,1-1-2 15,1-4-12-15,-8-2 0 0,1 0-14 16,-4-3 7-16,0-5-2 0,-2-1-16 15,-4-5-14-15,-2 3 0 0,7-8-19 0,-1-3-14 16,0-1-11-16,-1-1-6 0,-6-7-11 16,1 2-8-16,8-2-4 0,6-3 4 15,0 1 2-15,5 3 3 0,5 1 5 16,4 0 5-16,-4 1 4 0,9 0 4 0,0 5-2 16,11-11-4-16,1 5-30 0,25-2-41 15,5-4-38-15,21-1-63 0,9-3-75 0,27-6-86 16,4-2-92-16,12-1-108 0,3-8-24 15,1-4 32-15,-1-4-284 0,-9-3-341 0</inkml:trace>
  <inkml:trace contextRef="#ctx0" brushRef="#br0" timeOffset="27861.8">21974 3395 2341 0,'23'-42'35'0,"-12"3"37"0,0 2 23 15,-9-3 27-15,3 3 20 0,-10 2 29 0,0 2 12 16,-5 4 19-16,-1 10 3 16,-4 6-3-16,-5 4-2 0,-4 6-14 0,-1 6-18 0,-13 9-16 15,-10 14-17-15,-2 8-8 16,3 7-16-16,-6 14-12 0,-1 2-7 0,3 5-10 15,3-1-7-15,12-9-10 0,4-1-7 16,3-1-11-16,6-4-18 0,0 0-17 0,10-12-14 16,1-1-16-16,5-3-9 0,-1-8 4 15,5-5-3-15,3-6 5 0,0 0 15 0,3-6 23 16,7-1 30-16,4-4 29 0,2-2 29 16,4-1 36-16,3-4 42 0,-3-1 33 15,1 4 10-15,-1-2 5 0,-6 3-3 0,-2 2-2 16,0-2-8-16,-12 3-8 0,21 4-16 15,-10 1-11-15,-4 1-21 0,2 2-16 16,0 2-49-16,-4 2-97 0,3 1 0 16,-3 0 0-16,2 2 0 0,-2-2 0 0,-1-2 0 15,0 0 0-15,-1-1-52 0,3-1-197 16,-4-3-60-16,2 1-77 0,2-2-78 0,-2 1-82 16,-4-6-141-16,9 4-103 0,-9-4 79 15,0 0-648-15,17-11-815 0</inkml:trace>
  <inkml:trace contextRef="#ctx0" brushRef="#br0" timeOffset="28261.55">22107 3687 4156 0,'0'0'195'16,"0"0"22"-16,0 0 27 0,0 0 26 0,0 23 18 15,-2-11 2-15,2 2-35 0,-2 4-19 16,1-1-22-16,-3 3-15 0,-2 1-12 0,-1 1-22 15,-5 7-16-15,-1-5-6 0,-5 2-16 16,2-4-8-16,-4-2 4 0,-1-1-6 0,5-5-13 16,-2-1-12-16,1-4-17 0,2 0-14 15,2-5-20-15,-1-2-22 0,-1-2-22 16,15 0-34-16,-27-9-28 0,13 0-20 0,5-5-12 16,2-3-14-16,1-4 3 0,4-3 5 15,10-14 10-15,-1 4 10 0,6 4 1 16,5 1 10-16,-3 4 8 0,-3 9 11 15,-1 5 22-15,1 5 19 0,-1 2 8 0,-2 4 19 16,3 1 13-16,1 5 7 0,1 4-2 16,1 0-4-16,-2 6-7 0,6 3 1 0,-2 4-1 15,-4-4-1-15,1-3-14 0,-3 1-18 16,0-1-23-16,0-5-27 0,-2 1-43 0,4 2-51 16,-1-1-77-16,-7-7-99 0,4 4-98 15,2-5-108-15,-4-1-142 0,0 0-26 0,1-3 72 16,-8-1-492-16,17-4-593 0</inkml:trace>
  <inkml:trace contextRef="#ctx0" brushRef="#br0" timeOffset="28695.65">22365 3722 3480 0,'-4'-5'215'0,"4"5"24"15,0 0 24-15,0 0 41 0,0 0 50 16,0 0 15-16,-6 29-3 0,4-12-18 0,-2-1-33 15,2 3-24-15,-3 1-25 0,1-3-25 16,0 3-21-16,-4 0-21 0,1-3-15 0,1-2-18 16,1 3-8-16,-3-5-25 0,2-1-53 15,0-2-80-15,4 0 0 0,-3-2 0 16,1-2 0-16,4-6 0 0,-4 9 0 16,4-9 0-16,0 0 0 0,0 0 0 0,0 0 0 15,0 0 0-15,12-22 0 0,0 8 0 16,6-8 0-16,5 1 0 0,0 0 0 15,-1 5 0-15,-2 3 0 0,-4 5 0 0,-4 5 0 16,-1 1 0-16,-11 2 0 0,16 8 0 16,-7 1 0-16,-3 3 0 0,1 3 0 0,-6-1 0 15,3 3 0-15,0 0 0 0,-1-1 0 16,-1-1 0-16,4 3 0 0,-3-5 0 0,4-1 0 16,0-4 0-16,1-1 0 0,-1-1 0 15,3-2 0-15,1-4 0 0,-11 0 0 16,27-6 0-16,-10 0 0 0,0-3 0 15,6-9 0-15,0-1 0 0,0-6 0 0,0-3 0 16,5-6 0-16,-11 5 0 0,2 2 0 16,-5 3 0-16,-3 7-531 0,-3 2-231 0,-6 7-159 15,-2 2 76-15,0 6 91 0,-13-6-735 16,13 6-936-16</inkml:trace>
  <inkml:trace contextRef="#ctx0" brushRef="#br0" timeOffset="29978.85">23484 3885 3949 0,'5'-10'492'0,"-1"3"-140"0,-2-1-79 16,1 4-35-16,-3 4-27 0,0 0-32 16,0 0 20-16,0 0 7 0,0 0 25 0,0 0-2 15,-7 31-18-15,3-14-16 0,1 4-23 16,-4 3-29-16,4 8-11 0,-1-6-8 0,-2-3-19 16,4 1-10-16,1-7-8 15,-1 0-6-15,0-2-12 0,0-5-1 0,0 2 2 16,0-3-9-16,2-2-42 0,0-7-19 15,0 0 0-15,0 0 0 0,0 0 0 0,0 0 0 16,8-29 0-16,1 0 0 0,2 0 0 16,5-4 0-16,-3 5 0 0,2-1 0 15,-2 6 0-15,-1 6 0 0,-4 2 0 0,-3 3 0 16,1 6 0-16,-3 0 0 0,6 5 0 16,-9 1 0-16,0 0 0 0,0 0 0 0,22 11 0 15,-14-4 0-15,2 4 0 0,-3 1 0 16,-2 1 0-16,4-1 0 0,-4 2 0 15,1-4 0-15,-2 0 0 0,-1 1 0 16,2-3 0-16,-1-1 0 0,-3-1 0 0,-1-6 0 16,6 9 0-16,-6-9 0 0,0 0 0 15,0 0 0-15,0 0 0 0,18-16 0 0,-9 3 0 16,2 1 0-16,1-2 0 0,-1-1 0 16,-2 3 0-16,3 4 0 0,-3-2 0 0,1 3 0 15,0 3 0-15,-3 3 0 0,-7 1 0 16,19 5 0-16,-9 2 0 0,-1 3 0 15,-1 2 0-15,2 3 0 0,-3 3 0 0,0 1 0 16,-1-5 0-16,0 3 0 16,-4 1-12-16,2-3-132 0,0-1-29 0,-4-2-41 15,2 2-47-15,-1-3-52 0,-1-1-62 16,-1-4-69-16,1 1-78 0,0-7-89 0,-2 5-142 16,2-5 65-16,0 0-564 0,0 0-713 15</inkml:trace>
  <inkml:trace contextRef="#ctx0" brushRef="#br0" timeOffset="30145.03">24053 3889 3452 0,'10'-12'71'16,"-5"1"70"-16,1 4 46 0,-2 3 37 0,-4 4 15 16,5-7 7-16,-5 7 34 0,0 0-11 15,0 0 1-15,10 18-23 0,-10-4-22 0,2 5-23 16,2 6-22-16,-4-2-13 16,0 2-47-16,-4 13-43 0,2-9-65 0,-3 3-66 0,0-3-73 15,2-5-91-15,-1-2-95 16,0-5-93-16,0-3-93 0,3-2-135 0,-5-4-44 15,1-3 66-15,2-1-432 0,3-4-516 16</inkml:trace>
  <inkml:trace contextRef="#ctx0" brushRef="#br0" timeOffset="30294.55">24112 3635 2747 0,'-2'-14'-21'0,"0"5"24"0,0-1 2 0,1 5-3 16,1 5 1-16,-4-8-2 0,4 8-15 15,0 0-26-15,0 0-36 0,0 0-60 16,0 0-70-16,0 0-103 0,-13 23-358 0,15-15-161 16</inkml:trace>
  <inkml:trace contextRef="#ctx0" brushRef="#br0" timeOffset="30695.04">24253 3859 1968 0,'8'5'135'15,"-1"1"47"-15,-2-1 40 0,-2 0 52 16,-3-5 39-16,10 11 23 0,-5-5 14 0,1 3 0 15,0-1 0-15,0 2-28 0,-1-1-10 16,1 0-17-16,-3 2-23 0,1-2-25 0,1 1-29 16,-3 5-18-16,-2-3-21 0,0-1-17 15,-5 4-17-15,1 2-26 0,2-5-26 16,-1-4-26-16,-3 1-28 0,4-1-25 16,-1-2-24-16,3-6-11 0,0 0-3 15,0 0-5-15,0 0-1 0,-6-22 3 0,10 5 3 16,3-4 0-16,6-4 12 0,1 5-8 15,-5 0 2-15,3 5 5 0,1 1 2 0,-4 4 3 16,3 2 7-16,0 2 21 0,-1 3 1 16,-11 3 3-16,21 3 5 0,-7 4 4 0,-3 3-6 15,-4 1-3-15,5 3 2 16,-3 3-8-16,1 1 3 0,-5-1-23 0,4 3-22 16,-4-5-10-16,1-1-18 0,-5-2-20 15,5 1-15-15,-2-4-27 0,-1 1-32 0,0 1-24 16,1-4-45-16,-4-5-50 0,0-2-51 15,0 0-37-15,0 0-35 0,0 0-33 16,0 0-25-16,0 0-9 0,9-26-38 0,4 0-16 16,3-6-366-16,5-6-359 0</inkml:trace>
  <inkml:trace contextRef="#ctx0" brushRef="#br0" timeOffset="30827.93">24705 3851 2319 0,'15'-20'-12'0,"-3"9"56"16,-7 1 50-16,3 2 63 0,-5 4 52 16,1-2 45-16,-4 6 37 0,0 0 20 15,0 0 8-15,20 16 14 0,-17-6-9 0,3 6-19 16,-3 5-21-16,0 2-26 0,-1 5-30 15,-2 11-36-15,-5 3-41 0,4-6-60 16,-7 4-55-16,3 0-60 0,-5-4-80 0,-2-4-97 16,3-3-108-16,4-8-105 0,-3-6-138 15,2-2-152-15,0-7 59 0,3-4-455 16,3-2-571-16</inkml:trace>
  <inkml:trace contextRef="#ctx0" brushRef="#br0" timeOffset="30977.45">24906 3539 3100 0,'-3'-10'39'0,"-1"1"18"16,0 6-5-16,4 3 0 0,-3-4-10 15,3 4-3-15,0 0-26 0,0 0-49 16,0 0-74-16,-10 17-110 0,10-8-178 16,-1 3-114-16,1 1 51 0,-2 3-103 0,2 3-65 15</inkml:trace>
  <inkml:trace contextRef="#ctx0" brushRef="#br0" timeOffset="31512.2">25071 3849 2101 0,'0'0'440'0,"0"0"-16"16,0 0 15-16,0 0 36 0,7 4-6 0,-7-4-13 16,4 13-41-16,-4-1-29 15,4 1-41-15,-3 2-35 0,4 0-30 0,-1 2-28 0,0 0-21 16,-3 0-28-16,-1 1-17 15,4-1-21-15,-2 1-17 0,0-5-19 0,-4 1-10 16,2-3-16-16,-2 1-11 0,0-3-69 16,0 0-23-16,1-4 0 0,1-5 0 0,-8 8 0 15,8-8 0-15,0 0 0 0,0 0 0 16,0 0 0-16,-12-29 0 0,18 11 0 16,2-5 0-16,3-3 0 0,2 0 0 0,-1 8 0 15,-1 2 0-15,1 7 0 0,-1-1 0 16,0 4 0-16,1 1 0 0,1 5 0 15,-13 0 0-15,21 1 0 0,-8 4 0 16,-1 2 0-16,-1 1 0 0,2 0 0 0,-1 2 0 16,-2 1 0-16,-1-1 0 0,1-2 0 15,-3-3 0-15,1 1 0 0,-3-2 0 0,-5-4 0 16,12 10 0-16,-6-10 0 0,-6 0 0 16,0 0 0-16,0 0 0 0,29-13 0 0,-18 3 0 15,8-10 0-15,0-1 0 0,2-2 0 16,2 3 0-16,0 1 0 0,-2 3 0 0,-2 4 0 15,-4 6 0-15,-2 1 0 16,1 3 0-16,-3 2 0 0,-11 0 0 0,22 7 0 16,-13-1 0-16,-2 3 0 0,2 1 0 15,-2 3 0-15,-2 0 0 0,1 1 0 0,-1-1 0 16,-1-1 0-16,3 0 0 0,-4-1 0 16,3-3 0-16,-2 2 0 0,-3-4 0 15,5-1 0-15,0-1-202 0,-6-4-289 0,13 0-137 16,-13 0-148-16,17-6-85 0,-9 0 87 15,0 0-743-15,5-3-961 0</inkml:trace>
  <inkml:trace contextRef="#ctx0" brushRef="#br0" timeOffset="31795.48">26088 3742 4348 0,'0'0'105'0,"0"0"46"0,0 0 38 0,0 0 45 15,-29 13 44-15,24-6 14 16,-1 2-7-16,1-1-11 0,3 1-16 0,0 1-18 15,0-2-22-15,4 3-12 0,0-3-18 16,2 2-16-16,1 1-11 0,2-4-17 0,4 0-10 16,0 3-24-16,0-3-11 0,3 0-10 15,-1-4-73-15,1-1-16 0,0 0 0 0,4-4 0 16,0 0 0-16,2-1 0 0,-3-3 0 16,0 3 0-16,-1-4 0 0,-5-1 0 0,-2 4 0 15,3-6-37-15,-5-1-143 0,1 3-54 16,-5-1-58-16,0-1-76 0,-3 2-91 15,0-1-93-15,-4 1-159 0,-4 0-79 16,3 1 81-16,-6 2-604 0,-3-2-769 16</inkml:trace>
  <inkml:trace contextRef="#ctx0" brushRef="#br0" timeOffset="32343.97">26568 3727 4073 0,'0'0'280'0,"0"0"51"0,0 0 30 15,0 0 28-15,-18 18 12 0,11-11-7 16,2 0-13-16,-1 5-28 0,1 2-35 0,-1 1-33 16,0 3-24-16,-2 1-29 15,3 2-100-15,-1-1-132 0,1-1 0 0,-4 0 0 16,6-2 0-16,-3-1 0 0,3-3 0 16,-1-3 0-16,0 2 0 0,2-4 0 0,1 0 0 15,1-8 0-15,-5 7 0 0,5-7 0 16,0 0 0-16,0 0 0 0,0 0 0 0,16-29 0 15,-5 13 0-15,4-8 0 0,4 2 0 16,-3 5 0-16,-4 3 0 0,-1 4 0 0,-4 3 0 16,0-1 0-16,1 6 0 0,-2 2 0 15,-6 0 0-15,0 0 0 0,19 8 0 0,-14-1 0 16,2 0 0-16,-4 0 0 0,5 1 0 16,-3-1 0-16,-1 3 0 0,4-4 0 15,-4 0 0-15,2-2 0 0,-1 1 0 16,3-1 0-16,-8-4 0 0,17 0 0 15,-17 0 0-15,27-7 0 0,-12 1 0 0,4-6 0 16,8-5 0-16,2 0 0 0,-3-1 0 16,1 4 0-16,-1-2 0 0,-7 6 0 0,1 2 0 15,-5 2 0-15,-2 0 0 0,0 6 0 16,-3 0 0-16,-10 0 0 0,19 6 0 0,-12 1 0 16,-1 2 0-16,0-1 0 0,0 1 0 15,-1 1 0-15,1-1 0 0,0-3 0 0,0 1 0 16,1 0 0-16,1-1 0 15,1-3 0-15,3-1 0 0,-12-2 0 0,25-2 0 16,-12-1 0-16,0-3 0 0,1-2 0 16,-3-2 0-16,1 1 0 0,-1-3 0 0,-2-4 0 15,1-1 0-15,3-8 0 0,1-1 0 16,-5 1-230-16,2 0-803 0,1 0 82 0,1 4 107 16,3-3-902-16,3 1-1177 0</inkml:trace>
  <inkml:trace contextRef="#ctx0" brushRef="#br0" timeOffset="33111">27739 3913 4760 0,'-6'8'-13'0,"2"-4"52"15,4-4 39-15,-4 6 38 0,4-6 37 16,0 0 23-16,0 0 11 0,-4 10 3 15,4-10-17-15,0 0-6 0,0 0-14 16,0 0-18-16,0 0-15 0,20 2-3 0,-20-2-25 16,23-2-6-16,-10-1-10 0,4 0-7 15,2-2-13-15,-2 0 1 0,2-4-8 0,-2-1-11 16,-4-3-4-16,3-2-5 0,-7-4-7 16,1-1-3-16,-4-2-6 0,-4-4 1 15,-6 2-14-15,0 2 0 0,-2 1-9 0,-3 2 3 16,-2 2 2-16,-3 3-3 0,-1 4 0 15,-3 5 0-15,4 1 5 0,-2 4-4 0,3 0-2 16,13 0 7-16,-21 0-4 0,21 0-2 16,-11 5 5-16,11-5 1 0,0 0 4 0,0 0 1 15,0 0 1-15,45 7-1 16,-7-10-3-16,4-2 2 0,2-2-3 0,2 0 8 16,-3-1-4-16,-2 2-2 0,-5-1-5 15,-7 4-1-15,-9 2 1 0,-2 2 3 16,-5 4 8-16,0 4 13 0,-3 3-2 0,-7 3 1 15,3 7-1-15,-6 3 5 0,0-2-11 16,0 4 10-16,-2 10-8 0,-2-3-4 0,4-5 4 16,0-4-6-16,0-5-10 0,2 0-17 15,2-3-33-15,-2-1-24 0,2-1-30 0,2-3-48 16,-1-3-69-16,3-2-83 0,2-6-103 16,-1-1-113-16,-9 0-145 0,27-9-71 15,-12-2 79-15,4-10-510 0,2-1-634 16</inkml:trace>
  <inkml:trace contextRef="#ctx0" brushRef="#br0" timeOffset="33478.61">28691 3643 3448 0,'0'0'144'0,"0"0"28"0,0 0 18 16,0 9 40-16,0-9 51 0,4 7 43 15,-4-7 10-15,10 7-8 0,0-3-20 16,-1-2-32-16,3 2-27 0,1-2-22 0,1 0-25 15,0-1-19-15,4 2-19 16,-3-3-21-16,0 0-30 0,0 0-33 0,-1-3-25 16,-1 0-36-16,-2-1-25 0,1 1-24 15,-6-1-36-15,-1-3-24 0,-5 7-8 0,4-10-3 16,-4 10-13-16,0 0-1 0,-23-7 7 16,8 9 14-16,-8 2 6 0,-2 2 10 0,-7 3 10 15,-3 1 14-15,5 5 16 0,-1-1 21 16,6 4 17-16,5-5 11 0,4-1 7 15,4 1 10-15,-1 2-1 0,6-1 12 0,3-2 10 16,1 1-1-16,3-3 2 0,3 2-8 16,3 1-11-16,1-3-23 0,11 0-38 0,-1-3-58 15,7 0-86-15,1-4-107 16,18-1-126-16,-2-2-144 0,5-2-191 0,0-5 67 16,2 0 72-16,8-1-417 0,3-4-497 15</inkml:trace>
  <inkml:trace contextRef="#ctx0" brushRef="#br0" timeOffset="33759.8">29464 3655 2870 0,'-9'-5'123'0,"9"5"50"0,-16-3 45 0,16 3 35 16,-27 5 35-16,9 0 36 0,-4 4 24 15,-4 3-7-15,-1 1-18 0,2 5-18 0,2-2-20 16,2 4-25-16,6-3-25 0,4-2-21 16,0-3-18-16,6 1-20 0,1 3-14 15,0-4-12-15,8 0-16 0,-2-1-13 16,4-1-9-16,0-3-27 0,5 1-18 15,2-2-20-15,1-1-19 0,1-3-8 0,-1-1-17 16,0-2-8-16,-14 1-7 0,29-7 0 16,-13 3 11-16,-3-3-8 0,-2-2-2 0,-1 0 8 15,-1-4-7-15,-2 1-1 0,-3-5-14 16,-1 2-20-16,-3 0-22 0,-3-3-34 0,-1 7-42 16,1-1-65-16,-3 2-60 0,1 2-75 15,-5 5-71-15,2-1-69 0,1 3-87 16,7 1-132-16,-13-3 8 0,13 3-573 15,0 0-726-15</inkml:trace>
  <inkml:trace contextRef="#ctx0" brushRef="#br0" timeOffset="33979.61">29383 3724 3210 0,'8'8'-72'0,"-5"2"74"15,-1 0 52-15,-4 3 55 0,1 3 46 0,-7 3 38 16,-3 12 18-16,-3 6 8 0,-2 11 14 16,-6 0 4-16,3 4-4 0,-1 0-7 15,-3 4-21-15,-2-3-17 0,2 3-13 0,0 1-19 16,-2 1-7-16,2-1-23 0,2-2-15 15,-1-4-32-15,1-3-29 0,1-4-26 16,2-5-28-16,0-10-19 0,3 2-27 0,3-13-30 16,3-1-34-16,4-5-57 0,-4-3-54 0,6-1-62 15,-1-4-48-15,4-4-68 16,0 0-111-16,0 0-120 0,0 0 47 0,7-31-381 16,9 5-446-16</inkml:trace>
  <inkml:trace contextRef="#ctx0" brushRef="#br0" timeOffset="34277.39">29722 3775 2777 0,'0'-8'124'15,"0"8"42"-15,0 0 23 0,0 0 28 16,0 0 31-16,-21 16 21 0,16-8-4 0,-1 3-10 16,1 1-19-16,1 3-19 15,-2-1-24-15,6 1-13 0,-4-2-11 0,2 0-18 16,2-2-19-16,0 0-12 0,5 1-10 15,-4-4-24-15,7-1-15 0,1 1-10 0,3-6-15 16,1 0-8-16,0-2-6 0,4-3-4 16,1-2-2-16,0-2-5 0,2-3 0 0,-4-1-1 15,8-6 0-15,-3-2 0 0,-3-1 2 16,0-4-5-16,-1 0-1 0,-7 2 0 16,-1 2-7-16,-4 5-5 0,-1-1-23 0,1 5-32 15,-3-1-49-15,-2 4-63 0,0 0-90 16,0 8-102-16,-9-6-113 0,9 6-140 15,-9-3-89-15,9 3 62 0,0 0-468 16,0 0-573-16</inkml:trace>
  <inkml:trace contextRef="#ctx0" brushRef="#br0" timeOffset="34445.93">30165 3582 3111 0,'11'-5'95'16,"-4"1"57"-16,0 1 37 0,-7 3 21 15,0 0 22-15,15-2 14 0,-15 2 1 0,9 9-17 16,-5-1-18-16,-2 6-22 0,-2 5-18 15,-2 5-19-15,-8 12-39 0,-4 7-58 16,-4 3-66-16,-3-3-90 0,-1 0-106 0,-1-1-117 16,-2 1-149-16,1-3-196 0,2-1 32 15,5-10 70-15,4-4-328 0,3-7-376 16</inkml:trace>
  <inkml:trace contextRef="#ctx0" brushRef="#br0" timeOffset="34611.37">30350 3424 2867 0,'3'-26'269'16,"-1"9"0"-16,0 2-12 0,0 2-22 0,-2 3-17 15,2 4-30-15,-2-3-46 0,0 9-68 16,2-7-96-16,-2 7-106 0,0 0-124 16,0 0-168-16,0 0-209 0,0 0 61 0,0 26-282 15,-4-14-336-15</inkml:trace>
  <inkml:trace contextRef="#ctx0" brushRef="#br0" timeOffset="35081.43">30418 3884 2814 0,'0'0'355'16,"0"0"8"-16,0 0 10 0,0 0 4 15,-25-9-12-15,25 9-30 0,0 0-34 16,0 0-36-16,0 0-26 0,0 0-37 15,0 0-36-15,0 0-34 0,0 0-33 0,0 0-21 16,0 0-19-16,0 0-15 0,0 0 2 16,0 0-8-16,27-9 8 0,-27 9-9 0,9-15 1 15,-4 6 2-15,-1-3-2 0,-3-4 10 16,3 0-2-16,-2-3 12 0,0 2-7 16,-2-3 8-16,0 5-8 0,-2 1 8 0,2 1 11 15,-4 1-3-15,1 4-9 0,-4 0-2 16,0 6-9-16,-3-2-3 0,10 4-9 0,-19 0-5 15,19 0-7-15,0 0-13 0,-18 6-8 16,18-6-4-16,0 0-10 0,0 0 3 16,0 0-3-16,0 0 2 0,48 8 0 15,-21-10 0-15,11-4 8 0,1 0-3 16,-3-1 6-16,0 0 24 0,-7 2 22 0,-4 1 21 16,-7 2 16-16,-2-1 14 0,-1 2 2 15,-3 1 1-15,-12 0-26 0,18 6-75 0,-10 0 0 16,-4 4 0-16,-2 3 0 0,-2 2 0 15,-2-1 0-15,0 4 0 0,0 1 0 0,-3 2 0 16,-4 1 0-16,4-3-175 0,-1-1-198 16,3-2-85-16,1-4-101 0,-2 0-143 0,2 0-129 15,2-5 76-15,4 0-720 0,-4-7-924 16</inkml:trace>
  <inkml:trace contextRef="#ctx0" brushRef="#br0" timeOffset="35461.04">31184 3630 4415 0,'0'0'130'15,"0"0"32"-15,-6-7 24 0,6 7 23 0,0 0 13 16,0 0-12-16,-5-7-11 0,5 7-24 16,0 0-18-16,0 0-14 0,0 0-20 15,0 0-33-15,15-4-29 0,-15 4-11 16,21-5-20-16,-10 2-17 0,3-2-5 15,-1-1 0-15,-1-2 4 0,-1 0-4 0,-2-1 10 16,-1 0 0-16,-2 1 16 0,-4 0 2 16,-2 8-10-16,-11-12-2 0,-1 8-8 0,-10 2-3 15,2 0-1-15,-21 9 0 0,4 5-3 16,-9 6-1-16,4 7-2 0,6 2-4 16,7-6 1-16,6 3 5 0,5 0-5 0,2 2 4 15,7-3 3-15,3-5 5 0,6-3-4 16,2 1 1-16,4-3 0 0,3 1-1 0,1-3-2 15,3-3 1-15,1 1-6 0,4-2-9 16,0-2-20-16,0-2-37 0,3-3-58 0,1 0-76 16,3-3-96-16,9-4-113 0,0-2-138 15,2-3-221-15,0-4 55 0,8-7 76 16,2-2-458-16,-4-8-560 0</inkml:trace>
  <inkml:trace contextRef="#ctx0" brushRef="#br0" timeOffset="35895.46">32209 2859 3054 0,'8'-17'37'0,"-5"0"63"0,4 5 27 16,-3 2 14-16,-2 3 14 0,-2 2 1 15,0 5 29-15,0 0 18 0,0 0 15 0,-6 26 6 16,-8 4 8-16,-2 15 5 0,-4 9 6 16,-5 6 20-16,-5 18-3 0,-5 3-3 0,1-5-11 15,0-3-22-15,4-15-10 16,-1-3-16-16,3-1-15 0,-5-4-9 0,3-3-15 15,-1-5-15-15,4-3-14 0,6-10-13 16,1-4-10-16,8-4-15 0,1-5-9 0,1-7-55 16,2 3-28-16,3-4 0 0,1-3 0 15,0 0 0-15,4-5-56 0,0 0-17 16,0 0-2-16,0 0-9 0,0 0 3 0,4-34 8 16,1 15 13-16,-1-4 2 0,0 6 6 15,-4 5 6-15,-2-1 10 0,-7 1 5 16,-5 5 0-16,-5 4 20 0,-7 3 17 15,-14 6 21-15,-12 9 14 0,0 3 12 0,5 7 20 16,7 1 4-16,11-3-3 0,0 0-3 16,13 2 2-16,5-4 2 0,4-1 4 0,7-5-5 15,5 3-30-15,4-3-44 0,2 0 0 16,5 1 0-16,0-5 0 0,2-3 0 0,-3 0 0 16,-1-3 0-16,-1 3 0 0,-3-4 0 15,-5 0-143-15,3 2-116 0,-8-6-86 16,7 6-80-16,-7-6-98 0,0 3-132 0,0-3-166 15,0 0 70-15,-23 2-701 0,23-2-901 16</inkml:trace>
  <inkml:trace contextRef="#ctx0" brushRef="#br0" timeOffset="36993.21">7266 4497 3994 0,'17'-20'-25'0,"-6"1"71"0,-1 3 46 16,-4 6 48-16,-1 0 27 0,1 2 27 15,0 2 19-15,-6 6 11 0,0 0 46 0,0 0 31 16,6 19 8-16,-11 14-8 0,-2 6-20 15,0 12-25-15,-3 4-20 0,2 0-21 0,2 2-23 16,1-4-15-16,1-9-20 0,2 1-25 16,1 2-15-16,1-5-30 0,0-1-41 15,1-3-53-15,-1-2-77 0,4-7-81 16,-2-5-88-16,3-2-102 0,-1-7-98 16,2-1-82-16,2-6-108 0,-1-6-160 0,1-2 64 15,-8 0-650-15,23-16-843 0</inkml:trace>
  <inkml:trace contextRef="#ctx0" brushRef="#br0" timeOffset="37177.3">7412 4892 3604 0,'-5'-12'1'0,"-1"-1"80"16,-1 3 33-16,0 0 31 0,4 1 30 15,-1-3 28-15,2 0 11 0,4-1 15 16,0-6 2-16,5-3-10 0,7-6-16 0,3-2-18 16,10-6-19-16,3 3-13 15,9 1-24-15,2 3-14 0,-3 4-43 0,-3 8-55 16,-5 1-66-16,0 4-92 0,-6 5-111 15,-7 1-90-15,-2 2-76 0,-3 2-72 0,-3 2-88 16,-9 0-74-16,9 8 51 0,-9-2-343 16,-5 4-421-16</inkml:trace>
  <inkml:trace contextRef="#ctx0" brushRef="#br0" timeOffset="37360.25">7538 4760 2765 0,'-5'6'127'0,"5"-6"40"15,-10 4 16-15,10-4 26 0,-2 7 34 16,2-7 28-16,0 0 21 0,12 14 23 15,-7-8 19-15,5 3-23 0,1-1-37 16,2 4-24-16,3 3-25 0,2-3-24 0,-4-2-22 16,2-1-38-16,-1 3-73 0,2-2-64 15,2-2-76-15,0-3-90 0,0-1-107 16,2-2-112-16,0-2-145 0,4-2-193 0,9-7 16 16,1-1 79-16,-5-4-432 0,0-1-527 15</inkml:trace>
  <inkml:trace contextRef="#ctx0" brushRef="#br0" timeOffset="37693.01">8140 4677 3192 0,'-3'4'144'0,"3"-4"19"0,-8 7 7 0,8-7 9 16,-5 7 8-16,5-7 12 0,0 0 9 16,4 10 9-16,-4-10-15 0,11 5-18 0,-11-5-12 15,17 2-10-15,-4-4-27 0,-13 2-15 16,32-5-9-16,-16 2-13 0,-1-3-11 0,2 1-12 15,-4-3-15-15,-1-1-15 0,-4 2-6 16,-3-1-2-16,-1 1-15 0,-2 1-3 16,-2 6-7-16,0 0 0 0,0 0-9 0,0 0-2 15,-44 16 4-15,18 5-6 0,-9 6 4 16,3 4-2-16,4 3 3 0,-1-2-5 0,11-1 4 16,5-4-3-16,3 2-2 15,6-6 13-15,4-2 1 0,4-5-6 0,5 5-13 16,5 4-15-16,8-7-22 0,3 0-26 15,3-5-37-15,4-6-49 0,-1-5-55 16,9 0-55-16,6-2-11 0,15-4-26 0,2-4-70 16,1-3-105-16,3-6-141 0,-1-1 27 15,-3-3-351-15,-6-6-421 0</inkml:trace>
  <inkml:trace contextRef="#ctx0" brushRef="#br0" timeOffset="37910.08">9055 4547 2744 0,'-2'-27'120'0,"-3"6"38"0,-5 2 37 16,0 7 16-16,-1 5 19 0,-2 4 18 15,-2 6 28-15,-16 13 36 0,-5 13 34 16,-2 10 4-16,-1 12-10 0,-4 15-23 16,1 4-29-16,5 4-36 0,3 4-27 0,0-2-20 15,9-14-19-15,0-1-16 0,3-2-24 16,3-2-35-16,2-4-42 0,3-3-45 0,5-15-57 16,1 0-50-16,2-10-52 0,2-6-55 15,2-1-47-15,-1-8-53 0,-1-1-54 16,2-1-46-16,0-4-42 0,2-4-40 0,0 0-43 15,-14-15-59-15,7 3-45 0,0-12-473 16,-1-10-561-16</inkml:trace>
  <inkml:trace contextRef="#ctx0" brushRef="#br0" timeOffset="38026.44">8417 5044 2928 0,'0'-39'7'0,"0"1"60"0,1 11 37 0,-1 6 6 16,0 6-4-16,0 5 28 0,0 6 7 16,0 4-6-16,0 0-14 0,0 0-11 0,0 27-8 15,2-9-40-15,0 4-53 0,3 2-81 16,0 0-92-16,-1-4-126 0,7 8-188 15,-1-7-90-15,1-6 63 0,-3-3-196 0,-1-1-193 16</inkml:trace>
  <inkml:trace contextRef="#ctx0" brushRef="#br0" timeOffset="38377.04">9055 5054 2693 0,'-32'-1'669'0,"32"1"7"15,-10-7-11-15,10 7-15 0,-7-7-27 0,7 7-28 16,0 0-37-16,-4-7-52 16,4 7-53-16,0 0-350 0,0 0-103 0,-8-5 0 15,8 5 0-15,0 0 0 0,0 0 0 16,0 0 0-16,0 0 0 0,-5 21 0 0,5-15 0 16,-2 0 0-16,4 2-164 0,-2-8-746 15,0 10-48-15,0-3 108 0,0-7-956 16,-6 10-1233-16</inkml:trace>
  <inkml:trace contextRef="#ctx0" brushRef="#br0" timeOffset="39359.94">3382 7606 3812 0,'-8'-7'302'0,"1"2"-132"0,-4 5-32 16,11 0-8-16,-35 14 1 0,6 6 2 0,-7 14 5 15,0 7-3-15,-2 2-11 0,6 1-1 16,1 2-4-16,8-3-7 0,4 1-6 15,11-7-10-15,5-8-9 0,6 6-8 16,7-2-8-16,7-5-1 0,14 1-10 0,5-2-10 16,-4-10-37-16,7-3-40 0,2-7-59 15,-1 1-68-15,3-5-82 0,-4-1-82 16,1-5-84-16,-2-7-93 0,-3-2-124 0,-1-2-19 16,-3-3 69-16,-4-4-334 0,-7 1-385 15</inkml:trace>
  <inkml:trace contextRef="#ctx0" brushRef="#br0" timeOffset="39942.4">3772 7868 2495 0,'2'-14'106'0,"0"6"72"16,0 0 10-16,1 2 11 0,-3 6-2 0,0-7-2 16,0 7 13-16,0 0 18 0,0 0 13 15,0 0-1-15,2 25-12 0,-2-12-20 16,0 1-23-16,0 3-10 0,0 3-15 16,0-2-23-16,-2 1-8 0,-3 2-17 0,3-3-7 15,-3-1-11-15,1-2-20 0,0 1-15 16,-1-4-19-16,-1-1-21 0,0-3-21 0,0-3-19 15,6-5-16-15,-11 1-4 0,11-1-6 16,-14-18-1-16,11 1 3 0,-1-8 4 16,2-10 3-16,4 0 5 0,2 6 6 0,-3 7 6 15,3 7 14-15,1 1 6 0,-1 3 10 16,1 3 10-16,2 5 14 0,-7 3 9 0,20 3 4 16,-5 4-2-16,2 1 0 0,6 8-7 15,-1-4 0-15,5 2-3 0,-2 1-5 16,-4-5-2-16,-2-1-3 0,-2-1-6 15,-2-6-3-15,1 2-3 0,-1-4-5 16,2-2 0-16,1-2 1 0,-2-4 0 0,-3-2-4 16,1-6 1-16,-3-1-2 0,5-9 2 15,-5-3-6-15,-1-6-5 0,-4-4 0 0,-1-2 4 16,-1 0-3-16,0 3 2 0,-2 9 3 16,-1 7 6-16,-1 5 1 0,-1 3-4 0,-1 5-1 15,0 4 0-15,2 5 3 16,0 0 6-16,0 0 5 0,-13 30-1 0,11-12-2 15,0 1-1-15,6 4-1 0,0-1 11 16,5 8 16-16,5-1 17 0,1 0 15 16,2-3 22-16,0 1-5 0,0-2 12 0,2-2 35 15,-3-5 10-15,-7-3 19 0,-4-1 18 16,2 0 19-16,-4-2 14 0,1 0 6 0,-4 0 1 16,-4 1-178-16,-2 1-41 0,0-2 0 15,-5 2 0-15,-4 1 0 0,-2-4 0 0,-1-1 0 16,-2-1 0-16,-1-2 0 0,1-2 0 15,0-4 0-15,-1 2 0 0,1-6 0 0,2-2 0 16,-1-3-88-16,-1-1-460 0,5-3-131 16,3-1-223-16,5-1 54 0,3 0 85 15,4 1-721-15,6-6-931 0</inkml:trace>
  <inkml:trace contextRef="#ctx0" brushRef="#br0" timeOffset="40292.96">4597 7713 4249 0,'0'0'114'16,"9"2"48"-16,-9-2 15 0,0 0 14 0,0 0 21 16,0 0 16-16,0 0 8 0,0 0 3 15,0 0-6-15,0 0-19 0,22-4-18 16,-12-1-24-16,-1-1-12 0,5-1-19 0,-1-1-15 16,2-3-11-16,1-2-16 0,-2 1-38 15,-2-4-19-15,0 1-22 0,-5-4-12 16,-1 3-2-16,-4 0-20 0,-2 2-10 15,-2 4 4-15,-1 0-3 0,-6 6-2 0,9 4-4 16,-25 3 0-16,1 13 6 0,-2 4 1 16,-1 6 7-16,-2 7 6 0,4 2 9 0,4 3 5 15,8-6-10-15,4 1 6 0,0-2 3 16,9-2 6-16,0-6 0 0,5-1 1 16,1-2 9-16,1 0-8 0,4-5 20 0,3-1-12 15,3-4-8-15,2-3-16 0,0-2-29 16,2-5-38-16,0-1-47 0,4-3-70 15,-4-3-106-15,10-7-123 0,-4-2-148 16,-2-1-230-16,0-4 62 0,-3-4 83 0,-4-2-517 16,1-2-634-16</inkml:trace>
  <inkml:trace contextRef="#ctx0" brushRef="#br0" timeOffset="40493.08">5046 7662 3851 0,'0'0'452'0,"0"0"-14"0,0 0-18 16,0 0-21-16,0 0-31 0,0 0-30 16,0 0-28-16,0 0-35 0,0 0-22 15,0 0-36-15,0 0-51 0,0 0-74 16,0 0-97-16,12-8-105 0,-12 8-119 0,12 0-135 16,-12 0-136-16,13 7-174 0,-8-2-134 15,-3 3 70-15,0 4-674 0,-6 5-863 0</inkml:trace>
  <inkml:trace contextRef="#ctx0" brushRef="#br0" timeOffset="40659.3">4998 8018 4362 0,'0'0'278'0,"0"0"2"16,0 0-20-16,0-28-6 0,0 28-29 16,-3-12-14-16,3 12-23 0,0-8-34 0,0 8-68 15,5-13-97-15,1 8-116 16,1-2-155-16,2 1-201 0,32-25-300 15,-24 17 88-15,-3 2 68 0,-1-2-492 16,-1 4-588-16</inkml:trace>
  <inkml:trace contextRef="#ctx0" brushRef="#br0" timeOffset="40960.17">5269 7520 3437 0,'-3'-12'219'0,"3"4"14"0,5-2-1 16,1 4 9-16,1-3 7 0,7 5 3 15,2-2 13-15,2 5-3 0,0 2-15 16,2 5-15-16,10 5-17 0,-3 7-29 16,-4 3-18-16,-6 6-11 0,0 4-18 0,-11 4-9 15,-8-4 11-15,-2 5 12 0,-8 3 8 16,-4 6 8-16,-4-3 15 0,6-11 16 16,-2-1 1-16,7-9-63 0,-2-4-137 0,6-5 0 15,1-2 0-15,2-3 0 0,2-7 0 16,11 10 0-16,-2-10 0 0,6 0 0 0,2-5 0 15,6-3 0-15,8-3 0 0,-1 1 0 16,-6 2 0-16,-1-3 0 0,-1 4 0 0,-4 1-132 16,1-1-396-16,-1 0-157 15,-3 2-184-15,0-1 31 0,-3 5 91 0,-5 1-747 16,-7 0-940-16</inkml:trace>
  <inkml:trace contextRef="#ctx0" brushRef="#br0" timeOffset="41292.21">2702 9089 4171 0,'-31'10'193'0,"6"-7"-21"15,11 3-23-15,2 0-15 0,6 0-13 16,10 0 10-16,-4-6 7 0,59-2 13 15,41-12-14-15,34-11-15 0,67-21-39 0,29-3-41 16,26-3-10-16,18 0-2 0,25-3 2 16,8-1-2-16,2 0-7 0,-6 2 4 0,-14 4-15 15,-22 7-20-15,-42-3-20 0,-77 21-25 16,-24 5-16-16,-26 0 1 0,-35 7 9 0,-23 1 20 16,-14 0 9-16,-13 0 5 0,-7 3 0 15,-8 1 5-15,-5 3-3 0,-8-2-5 0,-3 2-13 16,-5-2-30-16,5 3-55 15,-4 2-85-15,10 1-99 0,-2-2-144 0,3 3-194 16,11 0 54-16,-16 0 68 0,16 0-316 16,0 0-326-16</inkml:trace>
  <inkml:trace contextRef="#ctx0" brushRef="#br0" timeOffset="42943.21">7801 7627 2458 0,'10'-21'100'0,"-7"2"54"16,4 6 57-16,-3 0 28 0,-3 1 21 0,1 4 10 16,0 0 4-16,0 2-7 0,-2 6-19 15,0 0 39-15,0 0 35 0,0 0 10 16,0 36-20-16,-4-2-18 0,1 4-31 0,-8 4-19 16,6 1-26-16,-3-2-15 0,3 1-20 15,-3-2-18-15,-2 9-18 0,5-9-26 0,-3-4-13 16,-2-1-15-16,1-6-33 0,3-8-39 15,1-1-48-15,-1-5-65 0,0-1-58 0,2-4-67 16,0-1-91-16,-1-6-98 0,5-3-89 16,0 0-94-16,-13-14-152 0,8 2 22 0,2-7 80 15,-1-7-542-15,2-9-645 16</inkml:trace>
  <inkml:trace contextRef="#ctx0" brushRef="#br0" timeOffset="43108.67">7643 7536 3365 0,'-5'-11'89'15,"3"5"46"-15,2-3 27 0,0 1 5 16,6-2 2-16,-1 0-3 0,6 2-11 0,5-5-12 16,0 4-14-16,4 1-18 0,1-1-16 15,3 3-31-15,1 1-55 0,0 1-75 0,0 1-86 16,-2 1-88-16,-3 2-78 0,4 2-110 16,-1 1-166-16,-4 1 41 0,0 1-334 0,-4 6-370 15</inkml:trace>
  <inkml:trace contextRef="#ctx0" brushRef="#br0" timeOffset="43292.1">7464 8352 2959 0,'-16'0'397'0,"5"0"0"16,-2-3 17-16,13 3 13 0,-13-4-13 16,9 1-26-16,4 3-33 0,2-10-39 15,7-1-30-15,7-1-32 0,12-7-28 0,7 3-37 16,13-4-83-16,-1 1-92 0,3 2-102 15,-2 5-116-15,2-2-138 0,-8 4-137 16,2 1-174-16,-2 3-112 0,2 0 70 16,-2-1-637-16,-1 3-788 0</inkml:trace>
  <inkml:trace contextRef="#ctx0" brushRef="#br0" timeOffset="43724.97">8562 7933 4092 0,'0'-5'231'16,"0"5"9"-16,0 0-11 0,0 0 3 16,0 0 0-16,0 0-2 0,0 0 20 15,0 0-9-15,0 0-22 0,0 0-18 16,0 0-24-16,15 19-18 0,-9-10-12 0,1-3-15 16,1 4-27-16,-1-4-29 0,3 2-34 15,0-3-34-15,-5-1-6 0,2 1-11 0,-7-5-5 16,11 3-8-16,-11-3-1 0,0 0 2 15,0 0 2-15,25-6 3 0,-20 0 1 0,-5 6-3 16,11-5 6-16,-5 1-5 0,-6 4 4 16,0 0 6-16,12-5 1 0,-12 5 20 15,0 0 12-15,0 0 3 0,25 9 10 0,-18-6-1 16,6 3-4-16,1-1 1 0,2 1-5 16,4-1 1-16,3-1-1 0,2 1 6 0,-1-5-16 15,5 0-2-15,-1-2-3 16,8-3 3-16,-1-2 1 0,0 0-3 0,-9-2 4 15,-7 5 1-15,2-5-3 0,-1 0-6 16,-6 1 7-16,-1-1-4 0,3-3-1 0,-7 0-5 16,1 0-10-16,-4-4-36 0,-1 0-48 15,-1 1-62-15,2 0-70 0,-5 1-96 0,1 4-119 16,-4 0-145-16,2 5-207 0,-1-1 51 16,1 6 83-16,0 0-586 0,0 0-697 0</inkml:trace>
  <inkml:trace contextRef="#ctx0" brushRef="#br0" timeOffset="44108.9">9675 7808 3967 0,'0'0'367'0,"0"0"-18"0,0 0-27 16,0 0-13-16,0 0 24 0,2 12 7 0,0-1-12 15,0 1-28-15,-1 1-28 0,1 3-29 16,0 1-25-16,0 0-17 0,-4 4-37 15,0-3-13-15,-7 11-15 0,-5-3-15 0,-1 3-51 16,-6-3-70-16,-4-2 0 0,-2-1 0 16,-1-3 0-16,-5-4 0 0,3-3 0 15,-2-3 0-15,8-4 0 0,0-5 0 0,9-4 0 16,2-4 0-16,1-8 0 0,6-7-36 16,4-4-48-16,12-16 9 0,3-4 1 15,4 3 8-15,2 11 11 0,-3 6 13 0,3 3 16 16,-4 8 22-16,-2 7 13 0,1 2 18 15,-1 6 14-15,0 2 3 0,1 3 0 0,2 6 0 16,0 2-6-16,6 6-6 0,-8 4-5 16,4 1-22-16,0-1-37 0,-2-6-48 0,-5 1-65 15,1-1-69-15,-3 1-68 0,2-1-85 16,-2-5-56-16,-2-2-48 0,-1-3-51 16,-1-1-64-16,-1-2-89 0,0-1 22 0,-4-3-568 15,0 0-684-15</inkml:trace>
  <inkml:trace contextRef="#ctx0" brushRef="#br0" timeOffset="44458.02">9812 7940 3421 0,'7'-17'103'16,"0"4"72"-16,-2 2 49 0,-1 2 32 16,-1 2 18-16,-3 7 0 0,2-6 35 0,-2 6 11 15,0 0-3-15,0 0-18 0,22 25-25 16,-19-12-39-16,5 5-22 0,-5 1-23 0,4 3-16 16,-2 1-23-16,-1 0-12 0,-2-5-13 15,3 1-16-15,-3-2-14 0,2-1-8 16,0-4-10-16,-3 0-7 0,2-2-3 15,-1-2-8-15,0-1-4 0,-2-7-15 0,2 9-12 16,-2-9-13-16,0 0-24 0,0 0-12 16,0 0-12-16,0 0-4 0,15-33-15 15,-1 6 2-15,0-4-2 0,6 0 9 0,-4 0-3 16,6 4 7-16,-7 4 5 0,-2 5 4 16,-2 6-5-16,-2 3 27 0,-2 2 14 0,0 4 18 15,-1 3 1-15,-6 0 7 0,0 0 0 16,21 10 1-16,-13-2-8 0,-3 3-2 0,2 1-3 15,-2 3-12-15,1-1-32 0,-3 0-27 16,3 1-44-16,0 1-46 0,-2-1-49 0,3-1-46 16,-3-2-69-16,4 1-83 15,-3-3-65-15,-2 0-92 0,2-5-130 0,-1 3-51 16,2-4 81-16,-6-4-543 0,9 5-651 16</inkml:trace>
  <inkml:trace contextRef="#ctx0" brushRef="#br0" timeOffset="44708.97">10785 7090 3705 0,'-9'-19'276'0,"4"4"11"0,-1 4 9 0,1 4-15 16,0 6 32-16,5 1 11 0,0 0 1 16,-13 37-12-16,9 1-27 0,-4 15-29 0,2 11-25 15,-1 3-23-15,2 5-21 0,-3 0-19 16,2-1-33-16,-2 0-34 0,3-4-39 15,-1-3-50-15,1-3-42 0,-2-6-47 0,3-10-39 16,4-5-47-16,0-9-43 0,0-8-40 16,-1-5-56-16,1-1-44 0,0-5-46 0,0-3-57 15,0-4-62-15,0-5-100 0,1 6-47 16,-1-6 59-16,0 0-451 0,0 0-521 16</inkml:trace>
  <inkml:trace contextRef="#ctx0" brushRef="#br0" timeOffset="44858.15">10593 7827 2860 0,'-13'-8'25'0,"3"-1"48"15,1 3 53-15,3 4 33 0,-4-2 38 0,10 4 20 16,-9-3 1-16,9 3-4 0,-6-5-15 16,6 5-14-16,0 0-18 0,0 0-17 0,0 0-24 15,25-2-53-15,-12 2-75 0,5-4-100 16,2 1-114-16,17-3-130 0,1-2-169 0,11-7-91 16,-1-1 61-16,6-5-359 0,-1-1-385 15</inkml:trace>
  <inkml:trace contextRef="#ctx0" brushRef="#br0" timeOffset="45491.35">12083 7207 2988 0,'-11'-3'369'0,"-3"6"13"0,3 3 20 16,-3 6 21-16,-4 13 10 0,-1 7 2 0,-4 13-14 15,2 5-23-15,6 2-34 0,0 1-38 16,3 3-33-16,1 0-23 0,1-1-31 0,0-1-23 15,5-2-24-15,-1-11-152 0,1-4-40 16,3 0 0-16,-2-11 0 0,2-4 0 0,-1 0 0 16,3-6 0-16,-1-2 0 15,1-2 0-15,0-3 0 0,-2 0 0 0,2 0 0 0,-2-3 0 16,2-6 0-16,0 0-139 0,-4 5-130 16,4-5-27-16,0 0-6 0,0 0 2 0,-13-21 15 15,5 5 25-15,2-3 32 16,-1-2 28-16,-4-7 41 0,1 5 49 0,2 8 39 15,-1 3 39-15,4 3 28 0,-6 3 31 16,2 4 33-16,0 0 36 0,9 2 39 0,-19 0 28 16,9 4 8-16,10-4 18 0,-14 4 0 15,9 0-3-15,5-4-13 0,0 0-12 0,0 5-15 16,0-5-13-16,0 0-11 0,30-5-14 16,-5-3-15-16,6-1-15 0,1-3-17 0,4 2-10 15,-2 1-8-15,-9 1-3 0,-3 2-7 16,-8 3-4-16,-2 0 0 0,-1 6 21 0,1-1 23 15,-4 3-57-15,-3 3-16 16,3 4 0-16,-5 0 0 0,3 2 0 0,-1 1 0 16,-2 1 0-16,1-1 0 0,3 1 0 15,-1-3 0-15,-1-1 0 0,8 0 0 0,-2-1 0 16,3-6 0-16,0 2 0 0,4-3 0 16,0-2 0-16,4-2 0 0,-3-4 0 0,5 0 0 15,-1-2 0-15,-2-3 0 0,2 3 0 16,4-8 0-16,-6 1 0 0,-8 1 0 0,0-2 0 15,-2-1 0-15,-4 1 0 0,-2-1 0 16,-1-2 0-16,-4 3 0 0,-2 1 0 0,-3-1 0 16,-4 3 0-16,0 1 0 15,-4-1 0-15,-4 2 0 0,-5 5 0 0,4-1 0 16,-1 1 0-16,-2 4 0 0,-2-1 0 16,2 1 0-16,0 0-737 0,-2 1-216 0,4 1 79 15,1 0 98-15,4-2-874 0,3 2-1087 16</inkml:trace>
  <inkml:trace contextRef="#ctx0" brushRef="#br0" timeOffset="46141.7">13597 7211 4746 0,'5'-11'-19'0,"1"3"36"0,-4 6 28 0,-2 2 37 16,0 0 43-16,0 0 36 0,-13 41 36 15,2-9 35-15,-3 13 9 0,-3 7 6 0,5 0-5 16,-3 3-11-16,1-1-19 0,0 2-22 15,2-2-18-15,-1-4-16 0,-3-3-17 0,5-11-14 16,4-2-10-16,-4-1-14 16,4-10-24-16,1-2-12 0,1-6-8 0,1 1-14 15,2-4-21-15,-1 1-16 0,3-5-32 16,-3-2-16-16,3-6-29 0,-2 7-22 0,2-7-37 16,0 0-38-16,0 0-30 0,18-15-18 15,-15 5-11-15,1-2-6 0,-2 0 14 0,-4-1 14 16,0 2 15-16,-2 0 29 0,-5 3 20 15,-1 2 28-15,-3 2 33 0,-3 4 40 16,-4 4 41-16,-10 7 42 0,-3 1 22 0,1 5 11 16,3 0 9-16,4 4 10 0,0-1 0 15,13-2-12-15,-1-2-1 0,6 1-15 0,3 0 2 16,4-5-10-16,0 3-11 16,8-1-21-16,1-2-27 0,9 0-39 0,3-4-59 15,3-3-67-15,4-3-103 0,13-6-102 16,3-6-103-16,11-5-170 0,0-3-18 0,-6-3 74 15,5-4-456-15,-6-4-515 0</inkml:trace>
  <inkml:trace contextRef="#ctx0" brushRef="#br0" timeOffset="46491.13">13796 7863 3186 0,'0'0'165'0,"5"7"22"0,-5-7 12 15,11 4 11-15,-2-4-1 16,-9 0-9-16,25-2-18 0,-5-2-17 0,3-1-20 16,-3 0-13-16,3-3-21 0,-4 2-16 15,2 0-18-15,-4-3-14 0,-2 1-13 0,-1-1-11 16,-5 0-4-16,0-4-10 0,-2 1 0 16,-3-1-3-16,-4-3-7 0,-4 2-7 15,-3-1-7-15,-2 2-5 0,-2 5-11 0,-5 0-2 16,-4 7-7-16,-7 2 1 0,-10 8 3 15,1 4 1-15,-5 9 3 0,5 4 3 0,2 3 6 16,3 2 3-16,12-2 1 16,-1 2 2-16,9-4 4 0,6-2 1 0,1-2 1 0,8-5-1 15,-1 3-8-15,8-3-24 16,11 1-33-16,-3-4-45 0,-1-7-63 0,7-2-63 16,-3-3-63-16,5-6-73 0,-2 0-88 15,14-5-115-15,1 0 33 0,8-12-336 0,1-2-356 16</inkml:trace>
  <inkml:trace contextRef="#ctx0" brushRef="#br0" timeOffset="46726.01">14669 6863 2811 0,'-9'-4'282'0,"-2"6"15"0,11-2 13 0,-19 13 13 15,7 3 13-15,0 18 4 0,-2 13-6 16,-2 9-11-16,1 7-17 0,3 6-27 15,-1 4-30-15,-2 22-27 0,-2-2-23 16,-1 0-27-16,2-4-47 0,0-20-58 0,1 0-51 16,1-5-51-16,3-1-51 0,4-5-56 15,0-17-61-15,4-1-71 0,-1-11-55 0,4-9-52 16,0-4-57-16,2-6-73 0,2-3-123 16,-1-5 5-16,-3-2 67 0,0 0-379 0,23-19-421 15</inkml:trace>
  <inkml:trace contextRef="#ctx0" brushRef="#br0" timeOffset="47108.03">14594 7732 3131 0,'-14'14'334'16,"4"-2"21"-16,1-1 3 0,6-2 13 16,-4-1 3-16,3 2-6 0,2-3-22 0,2-7-22 15,0 12-30-15,4-7-29 0,5 0-30 16,0-1-23-16,0-2-35 0,5-1-37 0,-14-1-37 15,30-5-44-15,-11 2-35 16,0-6-44-16,2-2-27 0,3-3-20 0,-4 2-9 16,-4-1-6-16,-5 3 4 0,-4 0-3 15,-1 1-4-15,-5 2 3 0,-1 7 2 0,-13-5-2 16,1 7-4-16,-12 4 4 0,-8 7 6 16,0 3 10-16,-9 7 9 0,5 3 22 15,6 3 17-15,5-5 14 0,4 0 18 0,2 3 16 16,3-2 13-16,7-8 8 0,3 1 1 15,5 1 11-15,-1-5 6 0,4 1-4 0,-1 1-10 16,5-2 0-16,3-5-1 0,1 1-16 16,5-3-28-16,3-4-23 0,0-1-45 0,7-4-56 15,11-5-66-15,3-2-98 0,1-4-98 16,4-4-101-16,-1-7-134 0,-1-1-91 16,1-9 74-16,-6 0-538 0,5-9-632 0</inkml:trace>
  <inkml:trace contextRef="#ctx0" brushRef="#br0" timeOffset="47308.02">15369 7059 3054 0,'-2'-14'21'16,"-6"6"91"-16,1 2 51 0,-1 3 49 0,8 3 41 15,0 0 33-15,-28 14 32 0,9 8 18 16,-3 5 12-16,2 16 5 0,-1 7-6 16,-1 6-23-16,1 7-29 0,-1 19-24 0,5-14-33 15,-7 18-24-15,10-17-27 0,0 0-41 16,-1-1-39-16,6-5-50 0,-3-3-62 15,1-3-70-15,0-4-84 0,2-11-72 0,4-5-94 16,-3-11-96-16,5-2-100 0,1-7-128 16,0-5-109-16,-1-4 76 0,1-1-616 15,2-4-756-15</inkml:trace>
  <inkml:trace contextRef="#ctx0" brushRef="#br0" timeOffset="47492.06">14922 7867 4114 0,'-9'-11'395'15,"5"5"39"-15,1-1 5 0,3 7-10 16,-8-7-20-16,8 7-41 0,0 0-20 16,0 0-34-16,0 0-29 0,0 0-34 0,21-4-68 15,-7 5-76-15,-14-1-102 0,36-1-117 16,-15 0-123-16,6-3-146 0,9-3-163 16,0 1-209-16,2-5-74 0,-1 3 82 0,-3-5-780 15,2 4-970-15</inkml:trace>
  <inkml:trace contextRef="#ctx0" brushRef="#br0" timeOffset="47840.96">15468 7798 4477 0,'-12'2'213'16,"12"-2"50"-16,0 0 18 0,-11-2 9 16,11 2-12-16,0 0-4 0,0 0-22 0,0 0-21 15,0 0-27-15,23-16-24 0,-12 12-32 16,1-1-29-16,1-1-29 0,2-4-26 0,3 2-25 15,-7 1-15-15,6-3-4 0,-6-2-9 16,-1 1 2-16,-2 1 0 0,-2 1 14 0,-5 0 7 16,-1 2 2-16,0-1-1 0,-7 3 1 15,-3 1-4-15,-5 7 5 0,-10-1 13 16,-7 10 10-16,-12 7 18 0,4 3 17 0,0 7 5 16,4 0-13-16,4 2-87 0,9-2 0 15,1-1 0-15,8 0 0 0,0-2 0 0,4-4 0 16,5-3 0-16,3-1 0 0,2-3 0 15,6-1 0-15,-3 1 0 0,6-1 0 16,2-2 0-16,3-4 0 0,2-2 0 16,1 0 0-16,0-1-194 0,4-5-227 0,-2 0-93 15,0-5-100-15,6 2-173 0,8-6-2 16,-1-3 84-16,0 0-712 0,4-1-869 0</inkml:trace>
  <inkml:trace contextRef="#ctx0" brushRef="#br0" timeOffset="48257.71">16295 7807 4299 0,'0'0'196'0,"-5"-5"30"16,5 5 33-16,0 0 29 0,0 0 21 0,0 0-14 16,0 0-15-16,3 27-30 0,1-17-25 15,0 5-19-15,-1-1-25 0,-1 3-20 0,0 0-20 16,0-4-28-16,-2 3-9 0,-2-2-15 15,-2 2-7-15,-1-3-5 0,-2-1-13 0,-4 1 0 16,0-3-7-16,0-1-7 0,-3-1-10 16,1-2-23-16,-2-6-30 0,2 3-36 0,-3-6-38 15,3-1-32-15,1-4-17 16,3-3-11-16,3-5 4 0,6-7 8 0,6-10 12 0,8-2 16 16,6-7 14-16,-2 13 22 15,-2 1 26-15,-2 11 44 0,-1 4 32 0,1 5 56 16,-5 7 37-16,0 2 37 0,3 7 32 15,-1 0 17-15,3 4 23 0,-4 3-14 0,4 9-90 16,6 0-129-16,-6-1 0 0,4 0 0 16,3-4 0-16,-6-1 0 0,-1-6 0 0,3-1 0 15,-2 1 0-15,2-8 0 0,1 1 0 16,-4-2 0-16,2-3 0 0,-3 0 0 0,3-4 0 16,-3-1 0-16,0-2 0 0,0-1 0 15,-1-2-400-15,-1-2-281 0,-1-3-202 0,0-2 27 16,-3-1 90-16,-1 0-800 15,-3-4-1009-15</inkml:trace>
  <inkml:trace contextRef="#ctx0" brushRef="#br0" timeOffset="48759.85">17305 7217 4290 0,'7'-6'5'0,"-3"5"66"16,-4 1 42-16,5 14 32 0,-5-2 28 0,0 5 30 15,-2 7 26-15,-5 12 22 0,4 8 7 16,-7 11 10-16,-2 0-13 0,3 3-15 16,0 0-23-16,0-2-21 0,0-2-23 0,0-12-16 15,4 9-34-15,-3-12-34 0,2 1-35 16,0-8-42-16,1-8-52 0,1-2-64 0,2-4-77 16,0-2-84-16,2-7-97 0,0-4-91 15,2 1-107-15,-2-6-141 0,0 0-17 16,0 0 73-16,0 0-543 0,19-14-653 15</inkml:trace>
  <inkml:trace contextRef="#ctx0" brushRef="#br0" timeOffset="48924.18">17229 7831 3150 0,'-3'-10'113'15,"3"1"89"-15,3-1 45 0,1-2 31 16,1-4 20-16,5-3 23 0,5-8-1 0,4-2-8 16,8-6-24-16,-1-2-28 0,7-1-44 15,-1-1-23-15,4 4-50 0,-4 1-38 0,-3 2-61 16,-8 5-60-16,3 5-71 0,-12 7-74 15,0 1-87-15,-4 4-69 0,-4 1-60 0,-3 2-73 16,-1 2-111-16,0 5-82 16,-5-7 53-16,5 7-444 0,-18-2-508 0</inkml:trace>
  <inkml:trace contextRef="#ctx0" brushRef="#br0" timeOffset="49091.31">17471 7482 2990 0,'-4'25'151'15,"0"-1"65"-15,0-1 53 0,2 12 37 0,-1 1 38 16,-1-1 33-16,2 2-3 0,4-6-7 15,2 5-26-15,-1-4-34 0,5 1-29 0,-2-1-34 16,5-4-38-16,2-2-28 0,-1-6-49 16,-2-4-60-16,-3-3-75 0,3-3-87 15,-1 2-82-15,1-7-104 0,2 1-111 16,-1-3-105-16,0-3-119 0,-11 0-124 0,23-7 80 16,-7-3-600-16,-2-1-718 0</inkml:trace>
  <inkml:trace contextRef="#ctx0" brushRef="#br0" timeOffset="49476.3">17991 7753 3920 0,'-12'-1'285'16,"12"1"11"-16,0 0-7 0,0 0-4 0,0 0-4 15,-1-12-8-15,1 12-15 0,12-8-21 16,-3 4-27-16,0 2-20 0,5-2-21 0,-1 2-25 15,1-3-29-15,0 3-21 0,-1-4-20 16,1 2-21-16,1-4-13 0,-5 2-8 16,-1 0-17-16,1 0 1 0,-4-5-7 15,0 1 2-15,-4-1-11 0,-4 1-1 0,-2-2 4 16,-2 3-9-16,-6-2-4 0,-2 2-4 16,-8 4-6-16,1 5 1 0,-15 7 1 0,4 5 4 15,-2 5 6-15,1 3 6 0,7 1 17 16,2 4 12-16,10 4 8 0,0-3 5 0,6-3 15 15,7-2 7-15,1-1 0 0,1 1-15 16,7 1 1-16,-1-3-11 0,11 5-6 0,1-1-20 16,1-5-28-16,5-1-42 15,-2-7-54-15,10 0-68 0,-6-2-83 0,-1-4-105 16,-2-1-102-16,3 1-119 0,12 0-174 16,1-2 60-16,-8-1 68 0,10-2-551 0,-2-1-651 15</inkml:trace>
  <inkml:trace contextRef="#ctx0" brushRef="#br0" timeOffset="49707.27">18901 7643 3198 0,'1'-15'159'15,"1"5"79"-15,0 3 42 0,-6 4 17 16,4 3 21-16,0 0 25 0,0 0 10 16,-30 13-1-16,9 6-15 0,-3 3-39 0,-2 11-23 15,-7 7-33-15,5 3-18 0,-5 10-26 0,3-3-17 16,-12 14-35-16,1 6-26 15,7-16-43-15,-3 15-41 0,4-13-64 0,5 1-51 16,-3-1-53-16,6-2-65 0,1-3-80 16,1-5-87-16,4-3-91 0,0-13-96 0,5-1-136 15,5-9-24-15,5-8 72 16,-2-3-569-16,2-4-672 0</inkml:trace>
  <inkml:trace contextRef="#ctx0" brushRef="#br0" timeOffset="49891.2">18487 7650 3789 0,'0'-5'308'0,"1"3"29"15,-1 2 27-15,0 0 7 0,0 0 1 16,0 0-17-16,13 23-28 0,-10-15-35 0,1 3-35 16,1 1-57-16,1 2-71 0,-1-1-96 15,-3 1-114-15,0 0-136 0,3-1-155 0,-3 1-163 16,-4 0-248-16,-1 1 49 0,1-2 77 15,0-1-620-15,0 1-737 0</inkml:trace>
  <inkml:trace contextRef="#ctx0" brushRef="#br0" timeOffset="52174.13">19468 7521 3539 0,'3'-2'518'0,"-3"2"-195"0,0 0-88 16,0 0 14-16,3 12 1 0,-3 0 2 0,-3 5 3 15,2 2-21-15,-1-1 6 0,0 6-13 16,0 0-17-16,2 1-20 0,2 0-20 0,2 0-15 15,0-1-13-15,2-3-15 0,-1 0-15 16,5-3-8-16,0 2-21 0,1-6-10 16,-2-2-6-16,1-6-5 0,3 1-6 0,2-5-6 15,-1-2-4-15,0-4-8 0,4-1-3 16,3-1 3-16,-2-3-6 0,-2-1-5 16,-4 0 2-16,1 4-6 0,-3 1-23 15,-2-1 0-15,0 2 0 0,-2 0 0 0,-7 4 0 16,11-6 0-16,-11 6 0 0,0 0 0 15,20 5 0-15,-20-5 0 0,14 7 0 0,-3-5 0 16,0 2 0-16,1 0 0 0,-1-1 0 16,4-1 0-16,-2 0 0 0,2-2 0 0,3-2 0 15,-2 0 0-15,4-1 0 16,-3-1 0-16,2-1 0 0,-3-2 0 0,-2 1 0 0,2-2 0 16,-3 1 0-16,1-1 0 0,-5-2 0 15,0-3-8-15,1-3-145 0,-2-3-36 16,-3-4-41-16,1 3-47 0,-2-1-70 15,-3 3-65-15,1 2-68 0,-2 4-84 0,0 3-163 16,-2 4 9-16,2 5 86 0,0 0-543 16,-3-3-640-16</inkml:trace>
  <inkml:trace contextRef="#ctx0" brushRef="#br0" timeOffset="52374.08">20269 7442 3563 0,'5'-13'260'0,"1"6"50"16,-4 0 34-16,-1 1 20 0,-1 6 3 0,4-6-9 15,-4 6-1-15,0 0 8 0,0 0-6 16,12 17-25-16,-6-2-36 0,-4 5-28 16,-1 7-28-16,-1 1-27 0,-3 11-34 15,-3 2-177-15,1-3-4 0,-6 2 0 0,2-5 0 16,-3 0 0-16,5 0-225 0,-2-6-83 16,-1-7-102-16,4-5-88 0,-2-4-105 0,7-4-142 15,-3-4-12-15,0-3 74 0,4-2-665 16,0 0-802-16</inkml:trace>
  <inkml:trace contextRef="#ctx0" brushRef="#br0" timeOffset="52539.8">20402 7006 3632 0,'-2'-21'99'0,"-2"6"55"16,2 3 30-16,2 2 6 0,-1 2-15 0,-1 2-13 15,2 6-20-15,-2-7-19 0,2 7-14 16,0 0-48-16,0 0-70 0,0 0-111 0,0 0-135 15,5 31-154-15,-1-16-227 0,-2 3 40 16,2 0 80-16,-1 4-331 0,1-1-332 16</inkml:trace>
  <inkml:trace contextRef="#ctx0" brushRef="#br0" timeOffset="53290">20939 6900 2824 0,'-5'2'347'0,"5"-2"14"0,-20 13 34 16,5 8 13-16,2 6 11 0,-7 16 2 0,6 7-10 15,-2 2-26-15,7 7-31 0,-1 1-30 16,7 4-34-16,-4-1-32 0,4 3-26 0,-1-8-32 16,0 2-38-16,2-6-34 0,-1-11-30 15,-1-4-17-15,0-2-16 0,1-10-37 0,-2-7-28 16,1-3 0-16,2-2 0 0,-1-3 0 15,-1-2 0-15,0-3 0 0,-5-1 0 16,3-2 0-16,-2-2 0 0,8-2 0 0,-25-6 0 16,12 0-103-16,-4-5-32 0,-2-1-11 15,2 0-9-15,-1 1-2 0,5-1-3 16,2 4-2-16,-1 1-12 0,7-1-8 0,-1 2-11 16,4 0-6-16,2 6-3 0,11-19-8 15,9 1-17-15,7-5-19 0,9-6-17 0,5-2-14 16,7-5-2-16,6-2 10 0,9-13 14 15,-1-2 29-15,-1-4 39 0,-3-1 45 16,-4-2 58-16,-2-5 61 0,-8-1 60 16,-11 14 55-16,-7-4 27 0,-2 4 18 0,-4-3 8 15,-7 9 10-15,-7 13 9 0,-2 7 0 16,-6 7-3-16,-3 5-7 0,-6 4-7 0,-2 7-5 16,-4 4 2-16,-15 11 7 0,-8 14 7 15,-5 11 1-15,6 5 3 0,-13 17-4 0,7 4-1 16,2 5 2-16,3 0-5 0,12-10-8 15,-1 2-3-15,4 1-16 0,7-2-9 0,0-5-4 16,9 0 0-16,5-15-15 0,2-2-5 16,2-8 2-16,4-4-1 0,5-5 9 0,2-1 14 15,0-6 16-15,3-5 1 0,2-2-135 16,5-6 0-16,3-6 0 0,12-5 0 0,-4-3 0 16,8-9 0-16,-14 5 0 15,3-2 0-15,-7 5 0 0,-2 1 0 0,-7 6 0 16,-1 1 0-16,-3 1 0 0,-4 5 0 15,-5 1 0-15,16 10 0 0,-10-3 0 0,-1 3 0 16,3 4 0-16,-4-1 0 0,3 1 0 16,-3 1 0-16,4-2 0 0,-2 0 0 0,1-1 0 15,1-2 0-15,-1-1 0 0,3-2 0 16,1 0 0-16,1-3 0 0,1-3 0 0,-2-2 0 16,-11 1 0-16,33-6 0 0,-19 1 0 15,-1 1 0-15,1-2 0 0,-3-1 0 0,-2 0 0 16,-2-2 0-16,3 3 0 15,-4-5-249-15,-1 3-745 0,-1-2 76 0,4-3 103 16,-4 1-959-16,0 1-1203 0</inkml:trace>
  <inkml:trace contextRef="#ctx0" brushRef="#br0" timeOffset="55622.99">22503 7347 4794 0,'0'-8'-79'16,"-1"1"39"-16,-3 0 32 0,-2 2 40 0,6 5 19 15,-7-6 16-15,7 6 18 0,-21 7 23 16,-2 11 16-16,-10 13-1 0,-1 8 4 0,-4 7-9 15,-6 18-2-15,10-13 2 0,1 2-1 16,5 1-4-16,3-3-4 0,6-5-15 0,7-6 0 16,9-4-25-16,3-5-2 0,1-8-3 15,6 10-1-15,2-13-16 0,0-3 2 16,5-1 2-16,3-6-7 0,2-4-1 0,4-1-3 16,-2-5-4-16,6-4-1 0,10-3 2 15,2-7-6-15,6-4-9 0,-2-5 4 16,-3-1-8-16,-2-5 0 0,-4-2-2 0,-2-5 11 15,-3-5 1-15,-4-1 8 0,-4-3 2 16,-12 8-2-16,-1 0-5 0,-7 1-5 16,-4 7 8-16,-7-2-13 0,-5 6 0 0,-6 1-4 15,-5 4-16-15,-9 7 6 0,3 3 4 16,-5 4-21-16,7 6 17 0,-8 3 3 0,2 9-7 16,0 1 2-16,-7 8 2 0,9 5-3 15,2 3 4-15,1 5-4 0,15-7-1 0,0 0-3 16,5-3 1-16,5-5 1 0,4 0 7 15,2-2-3-15,4-2 0 0,4 2-2 16,1-4 6-16,6-3-3 0,4-1 12 16,2-4-10-16,2-3 4 0,6-4-12 0,9-6 21 15,0-4 7-15,10-5 0 0,-7 0 22 16,-7-1 13-16,5-5 16 0,-6 3 13 0,-7 1 14 16,-3 0-1-16,-6 9-1 0,-2 0-101 15,-3 4-4-15,-3 5 0 0,0 2 0 0,2 5 0 16,-2 4 0-16,2 4 0 0,-1 3 0 15,-1 3 0-15,2 8 0 0,0-4 0 16,-4-4 0-16,-2 0 0 0,5-2 0 0,-6-3 0 16,2-1 0-16,-2-2 0 0,-1-1 0 15,1-5 0-15,0 1 0 0,-1-1 0 16,-3-6 0-16,14 3 0 0,-14-3 0 0,31-10 0 16,-4-4 0-16,-1-5 0 0,5 0 0 15,-5-3 0-15,0 1 0 0,1 3 0 0,-9 6 0 16,-3-1 0-16,-3 6 0 0,-1 1 0 15,-2 3 0-15,-1 3 0 0,-8 0 0 0,17 8 0 16,-10 0 0-16,0 2 0 0,-2 2 0 16,1 2 0-16,-3 1 0 0,1-1 0 0,0 2 0 15,1-2 0-15,-2-2 0 0,1-2 0 16,-2 0 0-16,1 1 0 0,3-4 0 0,-2-1-468 16,-1-2-128-16,4-2-126 0,-7-2-124 15,16 0 70-15,-2-4-851 0,1-4-1065 16</inkml:trace>
  <inkml:trace contextRef="#ctx0" brushRef="#br0" timeOffset="55989.55">23665 7486 4950 0,'0'0'216'0,"-10"4"27"16,10-4 33-16,0 0 29 0,0 0 19 15,0 0 1-15,8 8-11 0,-8-8-34 0,15 4-27 16,-4-3-26-16,1 0-21 0,3-1-21 15,-15 0-98-15,28-1-87 0,-10-2 0 16,-3-1 0-16,0-2 0 0,-2 0 0 16,3 0 0-16,-3-3 0 0,-1-2 0 0,-5 2 0 15,2-4 0-15,-3 3 0 0,-6-1 0 16,0 3 0-16,-6-2 0 0,-3 4 0 0,-5 1 0 16,-6 5 0-16,-19 7 0 0,1 3 0 15,-9 9 0-15,1 4 0 0,5 1 0 0,3 3 0 16,13-3 0-16,2 2 0 0,1 2 0 15,9-3 0-15,3-3 0 0,5 0 0 0,5-5 0 16,2 0 0-16,1-1 0 0,7 2 0 16,1-3 0-16,5-3 0 0,3-1 0 15,2-2 0-15,0-2 0 0,5-3 0 16,-1-2 0-16,4 0 0 0,-3-6-341 0,12-4-186 16,1-1-153-16,-1-5-181 0,5-4 55 15,2-5 96-15,-6 0-741 0,1-2-900 0</inkml:trace>
  <inkml:trace contextRef="#ctx0" brushRef="#br0" timeOffset="56322.78">25162 7374 3866 0,'-15'-13'29'0,"-2"2"38"16,-1 4 7-16,2 4 7 0,-7 3 25 16,-4 3 17-16,-11 8 20 0,-8 9 19 0,1 5 13 15,0 4 10-15,6 1 6 0,2 2 0 16,9 3 2-16,7-4 1 0,4 0-14 0,5-2 8 16,3 2-8-16,5-7-3 15,0-4-16-15,6 0-14 0,2-2-21 0,3-1-9 16,11 4-8-16,0-7-34 0,5-5-46 15,4-6-50-15,4-3-60 0,14-5-63 0,8-5-73 16,7-11-86-16,1-4-69 0,13-12-48 16,-3-9-38-16,-3-9-12 0,-5-8-29 0,0-10-23 15,-8-7 22-15,1-7-610 0,-5-8-578 16</inkml:trace>
  <inkml:trace contextRef="#ctx0" brushRef="#br0" timeOffset="56841.18">25745 6778 2780 0,'25'-79'-129'16,"-10"14"51"-16,-5 3 45 0,-4 7 47 15,-6 16 40-15,-8 3 27 0,0 14 48 16,-3 4 50-16,-2 5 30 0,-3 6 35 0,0 4 25 15,-6 8 17-15,-8 11 3 0,-8 17 3 16,1 12-8-16,-5 22-7 0,3 8-8 0,5 9-15 16,-2 7-24-16,12 4-31 15,1 4-16-15,6-5-9 0,6 1-21 0,3-20-18 16,8 0-11-16,0-6-17 0,2-5-7 16,6-8-14-16,-7-15-12 0,7-5-5 0,-5-10-5 15,6-6-9-15,-4-4-9 0,5-4 6 16,-3-6-6-16,5-3-4 0,-3-6 3 0,-9 3-5 15,33-14-7-15,-8-7-3 0,-1-4-8 16,1-2 0-16,-1 3-3 0,0 2-2 0,-3 2-4 16,-6 7-1-16,-3 3-1 15,-5 2 7-15,-2 6 24 0,-5 2 29 0,0 0 22 0,14 8 1 16,-12 0-94-16,0 3 0 16,0 5 0-16,-2-2 0 0,0-1 0 0,0 6 0 15,2-2 0-15,0-1 0 0,-1-1 0 16,1 0 0-16,4-3 0 0,-2-2 0 0,2-1 0 15,0 0 0-15,1-4 0 0,0 0 0 16,4-4 0-16,-2-1 0 0,-9 0 0 0,21-2-33 16,-10-4-127-16,2 0-10 0,3-3-5 15,-2-3 16-15,4 1 16 0,-2-3 12 0,-1-3 17 16,6-1 23-16,-6 1 25 0,-2 5 33 16,-2 1 22-16,-3 3 22 0,-3 1 27 0,6-1 3 15,-8 6 42-15,5 0 13 0,-8 2 10 16,0 0-8-16,0 0-3 0,14 10-10 0,-13-1-6 15,-1 1-8-15,2 0-19 16,-2 1-38-16,0 0-57 0,-2 3-64 0,1-2-73 16,-1 0-79-16,-1 0-93 0,1 0-91 15,0-3-86-15,0 0-133 0,2-5-68 0,0-4 69 16,0 0-634-16,6 7-754 0</inkml:trace>
  <inkml:trace contextRef="#ctx0" brushRef="#br0" timeOffset="56990.08">26179 7296 3892 0,'0'-14'138'0,"0"2"24"16,0 5 14-16,0 0-5 0,-1 1-19 15,1 6-17-15,-4-6-25 0,4 6-50 0,-6-4-70 16,6 4-102-16,0 0-119 0,-13-1-130 16,13 1-166-16,0 0-66 0,-13 5 59 15,13-5-360-15,-13 5-376 0</inkml:trace>
  <inkml:trace contextRef="#ctx0" brushRef="#br0" timeOffset="57256.5">26555 6488 2486 0,'-1'-26'226'16,"1"6"58"-16,0 6 10 0,-2 4 0 15,0 3-2-15,2 7 24 0,-8-5 32 16,8 5 23-16,0 0 6 0,-19 34-6 15,9 0-13-15,1 7-15 0,0 12-21 0,3 4-23 16,-4 5-21-16,4 3-39 0,1 3-21 16,-3-4-21-16,2 1-25 0,-2 0-66 0,3-5-106 15,-2-2 0-15,-4-2 0 0,4-5 0 16,0 2 0-16,-1-10 0 0,0-4 0 0,2-3-127 16,1-2-226-16,-1-7-118 15,4-8-122-15,2 1-183 0,0-6-21 0,0-2 73 0,6-2-755 16,-1-3-928-16</inkml:trace>
  <inkml:trace contextRef="#ctx0" brushRef="#br0" timeOffset="57689.28">27499 6461 4335 0,'-16'1'165'0,"16"-1"50"15,-34 14 58-15,7 8 54 0,-3 14 41 0,1 8 23 16,-2 5 10-16,3 3-5 0,-3 2-30 15,4 3-14-15,-2 2-40 0,-1-1-30 0,3 0-274 16,2-3-8-16,3-1 0 16,4 1 0-16,0-6 0 0,6-2 0 0,3-10 0 0,2-7 0 15,1-4 0-15,4-7 0 16,-1-4 0-16,1-3 0 0,0-2 0 0,2-1 0 16,0-6 0-16,0-3 0 0,0 0 0 15,0 0 0-15,0 0 0 0,0 0 0 0,17-22 0 16,-16 3 0-16,1 1 0 0,-2-3 0 15,-2-2 0-15,-3 3 0 0,-6 5 0 0,-7 1 0 16,-3 7 0-16,-19 1 0 0,-3 10 0 16,-5 3 0-16,-8 5 0 0,8 9 0 0,1 3 0 15,8 3 0-15,4 0 0 16,10-2 0-16,8-3 0 0,4 0 0 0,6-2 0 0,4-3 0 16,7-1 0-16,4 1 0 15,7-1 0-15,2-6 0 0,12 6 0 0,5-7 0 16,0 3 0-16,4-8 0 0,1 1 0 15,-9-1 0-15,-3-4 0 0,-7-2-173 0,4 0-229 16,-5-2-99-16,-1 3-102 0,0-2-161 16,-3-2-23-16,0 0 76 0,-2-2-734 0,-1-2-896 15</inkml:trace>
  <inkml:trace contextRef="#ctx0" brushRef="#br0" timeOffset="58257.32">28108 7316 4276 0,'-7'-5'75'0,"-9"2"40"0,3 3 35 16,-4 5 41-16,-3 2 42 0,-4 1 47 0,0 7 17 16,-1 3 5-16,1-1-3 0,12 2-15 15,0-2-21-15,6 1-21 0,2 2-22 0,8-1-22 16,1 0-22-16,2 1-18 0,6 6-14 16,6-6-15-16,3-1-22 0,2-4-55 0,-1-6-52 15,-2 0 0-15,-4-6 0 16,0 0 0-16,0-3 0 0,-2 0 0 0,3-8 0 15,-7-1 0-15,4-6 0 0,-5-2 0 16,-3-3 0-16,1-14 0 0,-4-2 0 0,-3 5 0 16,-4-7 0-16,-5 3 0 0,1 4 0 15,-3 4 0-15,-3 6 0 0,2 8 0 0,-5 6-72 16,-1 2-79-16,-2 5-39 0,-4 5-48 16,-9 5-61-16,1 5-86 0,2 4-86 15,3 2-99-15,3 4-124 0,10-1-29 16,7-3 67-16,8-4-617 0,3-3-732 0</inkml:trace>
  <inkml:trace contextRef="#ctx0" brushRef="#br0" timeOffset="58539.21">28168 7498 3465 0,'9'-2'46'0,"-9"2"68"15,0 0 45-15,5 4 34 0,-5-4 32 16,-5 13 33-16,-3 1 26 0,-3 4 26 0,-8 9 4 16,1 5-5-16,2 9-12 0,-4 7-19 15,6 3-23-15,0 5-24 0,1 0-24 0,4 4-19 16,4 1-20-16,1-3-16 0,2-3-17 15,2-9-13-15,-1-3-14 0,1-4-6 0,-2-10-12 16,0-4-4-16,-2-2 1 16,0-5-79-16,-1-1-8 0,-5 0 0 0,1-7 0 0,-7-2 0 15,-3 0 0-15,-6-5 0 16,-1-3 0-16,-14-5 0 0,-3-5 0 0,-6-7 0 16,-4-3 0-16,1-7 0 0,5-4 0 15,3-4 0-15,8-2 0 0,1 6 0 0,12 7 0 16,5 0 0-16,0 7 0 0,9 4 0 15,4 1 0-15,0 0-474 0,5 4-158 0,2 0-171 16,8-2-44-16,1 1 85 0,5-2-827 16,4 2-1031-16</inkml:trace>
  <inkml:trace contextRef="#ctx0" brushRef="#br0" timeOffset="59023.05">28404 7868 5008 0,'-41'-1'350'0,"41"1"5"0,-12-4-3 0,12 4-11 15,-8-3-16-15,8 3-25 0,0 0-31 16,0 0-25-16,15-12-29 0,1 5-45 0,4 2-55 16,5-2-61-16,5-2-60 0,5-1-58 15,-5 0-49-15,0-4-32 0,-8 2-16 0,3-5-5 16,-9-4 11-16,4-2 16 15,-7-7 14-15,-5-1 22 0,-4-1 22 0,-2 2 22 16,-6-4 22-16,-2 2 21 0,0 6 19 16,-7-1 14-16,-5 1 9 0,2 3 2 0,-2 8 24 15,3 3 10-15,1 3 21 0,3 2 16 16,0 2 10-16,1-3 4 0,6 3 4 0,-3-2-10 16,3 2-5-16,4 5-9 0,-5-7-4 15,5 7-13-15,9-7-7 0,4 3-6 0,3 0-4 16,5 2-8-16,-1 2-8 0,3 0-41 15,2 3-2-15,-2 2 0 0,0 4 0 0,3 5 0 16,-6 0 0-16,0 6 0 0,-4 2 0 16,-5-2 0-16,1 9 0 0,-7-6 0 15,3 0 0-15,-4 1 0 0,-3-2 0 16,6 0 0-16,-3 2 0 0,-3-3 0 0,5-1 0 16,-2-3 0-16,-1 0 0 0,3-2 0 15,0-4 0-15,2 2 0 0,-3-6-147 0,5-1-352 16,2-3-140-16,-1-3-170 0,3-1-13 15,2-5 71-15,5-3-788 0,6-11-982 0</inkml:trace>
  <inkml:trace contextRef="#ctx0" brushRef="#br0" timeOffset="59355.57">29168 7420 4417 0,'0'0'152'15,"0"0"46"-15,-9-6 28 0,9 6 24 16,0 0 26-16,-7-5 16 0,7 5 5 15,0 0-14-15,0 0-23 0,0 0-28 16,36 1-25-16,-36-1-21 0,32 4-19 0,-16-4-37 16,4-2-43-16,-2 0-38 0,2 1-25 15,-1-2-48-15,0 0-18 0,-4-3 17 0,0-1-4 16,-5-2 10-16,1 2 6 0,-5-1-10 16,-2-1 7-16,-3 2 3 0,-1 7 0 15,-12-10-6-15,-2 9 6 0,-10 2-1 0,-15 6 10 16,3 3 15-16,-11 7 17 0,2 8 10 15,6 0 11-15,1 3 11 0,13-2 1 16,4-1-2-16,4 1-5 0,7-5-2 0,2-1-9 16,8-3-1-16,0-1-1 0,8-3-32 15,-3 2-34-15,6-6-62 0,0 1-67 0,2-3-78 16,4-2-105-16,2-1-123 0,0-4-126 16,0 0-152-16,8-2-17 0,0-2 70 15,3-4-660-15,6-1-800 0</inkml:trace>
  <inkml:trace contextRef="#ctx0" brushRef="#br0" timeOffset="59723.05">29638 7371 3748 0,'0'0'68'0,"0"0"58"15,0 0 46-15,0 0 40 16,0 0 30-16,0 0 38 0,0 0 38 0,-2 32 6 16,1-23-4-16,-1 5-15 0,0 2-31 15,0-1-26-15,-2 2-24 0,1-1-23 0,-5 2-22 16,2-2-17-16,-3 1-16 0,-1-5-21 15,-2 3-28-15,-1-4-23 0,-2 0-26 0,0 1-30 16,-1-6-37-16,0-3-39 0,-4 0-49 16,5-3-45-16,-2-4-47 0,2-2-45 15,3-2-34-15,3-5-26 0,3-2 1 0,4-4 14 16,8-5 26-16,7-11 26 0,6-6 46 16,12 1 55-16,-1 5 58 0,3 6 55 0,-7 9 47 15,-4 8 52-15,-6 7 44 0,0 3 41 16,-5 4 17-16,-11-2 20 0,21 12-11 15,-10 1-8-15,2 4-19 0,-6 1-20 16,2 0-15-16,5 10-33 0,-7-6-48 0,4 6-49 16,-1-8-45-16,4 6-54 0,0-3-70 15,-2-6-89-15,-1-2-90 0,1-6-76 0,1-4-102 16,-2-1-147-16,5-4 42 0,-1-1 69 16,6-4-428-16,8-11-470 0</inkml:trace>
  <inkml:trace contextRef="#ctx0" brushRef="#br0" timeOffset="59972.24">30332 6486 3053 0,'-4'-27'175'0,"3"8"33"0,-1 4 26 16,0 1 20-16,0 5 5 0,-2 6 34 0,4 3 22 16,0 0 19-16,-12 28 6 0,7 9-9 15,1 7-19-15,-1 20-25 0,3 0-25 0,-2 8-36 16,4-1-23-16,-4 3-17 0,0-2-20 15,0-5-15-15,-2-2-18 0,3-5-33 16,-3-2-37-16,3-13-39 0,1-3-50 16,-7-5-46-16,8-8-46 0,-3-7-48 0,2-2-52 15,0-5-60-15,0-1-81 0,0-4-88 16,1-5-101-16,-1-2-150 0,2-3-14 0,0 0 64 16,0 0-583-16,0 0-693 0</inkml:trace>
  <inkml:trace contextRef="#ctx0" brushRef="#br0" timeOffset="60155.68">29948 7332 3295 0,'-16'3'165'0,"7"-3"99"0,9 0 58 16,-16 0 58-16,16 0 42 15,0 0 32-15,0 0 13 0,0 0-6 0,0 0-39 16,31-10-34-16,-10 6-38 0,6-1-46 0,11 0-53 16,1 0-77-16,4 1-102 0,-2-1-72 0,-1 4-90 15,1 4-149-15,-9-3-128 16,-5 3-149-16,0-1-147 0,-3 0-175 0,-5 0 63 15,-1-2 89-15,-4 3-680 0,-3-1-821 16</inkml:trace>
  <inkml:trace contextRef="#ctx0" brushRef="#br0" timeOffset="60505.33">30378 7374 4213 0,'-8'0'270'0,"8"0"68"0,-11 4 31 0,11-4 36 16,-4 5 14-16,4-5 0 15,0 0-23-15,0 0-28 0,18 7-37 0,-18-7-35 16,26 1-33-16,-11-2-159 0,2 0-104 16,2-3 0-16,-1 0 0 0,4 0 0 0,-1-3 0 15,3-2 0-15,-5-2 0 0,5-4 0 16,-7 1 0-16,0 1 0 0,-7 4 0 0,-2-3 0 16,-5 2 0-16,-5 3 0 0,-1-1-52 15,-10 0-2-15,-3 4 9 0,-11 2 7 0,-10 4 3 16,-3 8 8-16,-10 5 22 0,2 7 19 15,4 1 14-15,7 4 4 0,4 0 10 0,12-1 6 16,3 0 16-16,5 1-36 16,8-2-28-16,-1-7 0 0,6-1 0 0,4 1 0 15,0-3 0-15,-1-1 0 0,7-2 0 16,0-2 0-16,3 0 0 0,2-3 0 0,4 2 0 16,0-3 0-16,0-4 0 0,2 2 0 15,0-6 0-15,1 2-421 0,5-4-360 0,7-2-138 16,3-3 86-16,-2 0-948 0,-9 6-1211 15</inkml:trace>
  <inkml:trace contextRef="#ctx0" brushRef="#br0" timeOffset="60955.52">30791 7680 5077 0,'0'0'168'0,"0"0"66"0,0 0 37 0,-18-3 30 0,18 3 22 15,0 0 1-15,0 0-7 16,0 0-22-16,0 0-32 0,0 0-28 0,0 0-23 15,0 0-45-15,0 0-163 0,29-9-4 16,-20 7 0-16,0-2 0 0,3 2 0 0,-1-6 0 16,2 1 0-16,-3-1 0 0,1-2 0 15,1-6 0-15,-3-1 0 0,1-2 0 0,2-10 0 16,-3-4 0-16,-2-2 0 0,3-3 0 16,-4-3 0-16,-2-1 0 0,-2-2 0 0,-1 1 0 15,-2 5 0-15,-1 9 0 0,0 7 0 16,0 4 0-16,-3 4 0 0,2 3 0 0,-1 2 0 15,0 4 0-15,4 5 0 16,-3-4 0-16,3 4 0 0,0 0 0 0,0 0 0 16,26 12 0-16,-1-6 0 0,11 5 0 15,4-3 0-15,1 2 0 0,-3 1 0 0,0 6 0 16,-6-1 0-16,-5 7 0 0,-6 3 0 16,-8 3 0-16,-9 0 0 0,-12 10 0 0,-8 10 0 15,-4 0 0-15,-7 0 0 0,1 1 0 16,-5-2 0-16,2-3 0 0,3-3 0 0,1-2 0 15,6-8 0-15,4-3 0 0,0-4 0 16,3-4 0-16,2-7 0 0,3 1 0 16,3-3 0-16,-1-2 0 0,-2-1 0 15,6-2-604-15,-3-2-388 0,-4-2 108 0,8-3-1058 16,-15 8-1363-16</inkml:trace>
  <inkml:trace contextRef="#ctx0" brushRef="#br0" timeOffset="62471.36">7586 8582 1307 0,'9'-25'567'0,"-3"7"-149"16,0 1-65-16,-4 5-39 0,2 3-59 15,-2 1-36-15,-2 4-18 0,0 4 18 0,0 0 29 16,0 0 19-16,3 42 6 0,-4-7-3 15,-1 10-13-15,-4 0-10 0,4 9-21 0,-2 4-22 16,-4 2-21-16,3-2-30 16,-1 3-9-16,1-8-21 0,-4-2-4 0,4-11-10 0,-1-3-15 15,-1-2-9-15,1-4-12 16,-4-7 2-16,5-5-20 0,-1-4 0 0,1-1 4 16,-4-2-8-16,2-4-17 0,0-2-16 15,-5-3-33-15,-1-1-7 0,-6-4-21 0,2-1-16 16,-8-4-23-16,-10-5-18 0,-1-4-19 15,0 1-13-15,1 1 0 0,3 1 9 0,3 1 13 16,9 3 17-16,2 1 5 0,5 2 8 16,1 2 8-16,3 0 7 0,4 1 7 0,5 3 4 15,2-9 7-15,9 0 3 0,15-5 3 16,10-1-11-16,18-8-45 0,7-6-58 16,25-7-67-16,4-1-51 0,-3-4-48 15,8-2 6-15,-3-4 28 0,-6-3 22 0,-2-1 24 16,-14-2 42-16,-7 0 42 0,-22 9 55 15,-8-1 52-15,-10 1 52 0,-6 12 51 0,-9 8 41 16,-6 2 39-16,-4 6 15 0,-6 3 8 16,-2 2 5-16,-3 6 9 0,-8 4 20 15,-4 6 6-15,-13 10 1 0,-7 9-5 0,1 7 1 16,0 7-13-16,5 4-3 0,0 4-23 16,5 5-12-16,1-3-12 0,6 1-14 0,4 1-13 15,3 2-8-15,2-4-12 0,7-13-8 16,4 2-2-16,0-3-12 0,0-8 2 15,3-6-7-15,4-5 0 0,-1-1-3 16,-1-3 9-16,0 0 2 0,2-4 10 0,0-7 8 16,0 11-17-16,0-11-10 0,0 0-5 15,0 0-4-15,29-28-12 0,-13 6 2 0,5-2 3 16,-1 2-10-16,0-1-6 0,0 6-2 16,-8 5 2-16,2 5-11 0,-3 1 4 0,3 4 19 15,-1 6 20-15,3 0 13 0,1 7 6 16,-4 3 3-16,-2 1-3 0,2 4-3 0,-2-1-8 15,-4 2-11-15,2-2-5 0,1-1-7 16,-2 2-7-16,-3-3-18 0,1-5-35 16,-1 1-52-16,0 0-56 0,1-5-57 0,-1 3-59 15,-1-6-82-15,1 0-94 0,-5-4-105 16,0 0-140-16,16-4-82 0,-9 0 57 16,4-6-628-16,-2-1-775 0</inkml:trace>
  <inkml:trace contextRef="#ctx0" brushRef="#br0" timeOffset="63171.41">8278 8802 3785 0,'6'-5'90'0,"-3"-3"26"0,3 4 3 15,-6 4 8-15,12 0 18 16,-12 0 25-16,13 12 24 0,-4-1 14 0,1 9 5 16,-1-1-4-16,-1 12-13 0,-3 2 0 15,0 0-2-15,-8-3 3 0,1-2 2 0,-3 8 1 16,-3-2 1-16,-3-2-7 0,-1-2-15 15,-1-3-17-15,-4-2-14 0,4-8-14 0,-1-1-12 16,-1-3-13-16,1-5-12 0,-2 1-5 16,-2-4-13-16,3-3-11 0,-2-2-20 0,0-4-48 15,-4-4 0-15,-2-9 0 0,2-9 0 16,0-14-22-16,7 5-36 0,5-6-9 0,6 4-1 16,3 1-3-16,1 7 4 0,7-2 12 15,-1 11-1-15,3 3 2 0,-2 9 9 16,-1 4 7-16,5 4 26 0,-12 0 28 0,27 12 16 15,-10 3 16-15,4 7 10 16,-1 4 5-16,1-1-4 0,3 1-2 0,-5 1-2 16,-1-1-5-16,2-2-3 0,-5-4-7 15,-2-7 0-15,-1-1-4 0,0-2-24 0,-3-2-12 16,0-1 0-16,-2-3 0 0,4 0 0 16,-11-4 0-16,14-2 0 0,-14 2 0 0,18-10 0 15,-11 1 0-15,-1-3 0 0,1-3 0 16,0-1 0-16,-2 2 0 0,-1-1 0 0,1 1 0 15,-1 5 0-15,0 1 0 0,1 1 0 16,-5 7 0-16,3-7 0 0,-3 7 0 16,0 0 0-16,0 0 0 0,0 0 0 0,13 19 0 15,-7-9 0-15,-5 0 0 0,3-1 0 16,3-1 0-16,-4 0 0 0,3-2 0 16,-1 0 0-16,-1 0 0 0,-4-6 0 0,14 4 0 15,-14-4 0-15,0 0 0 0,29-10 0 16,-16-1 0-16,0-1 0 0,0-2 0 0,10-6 0 15,-6-1 0-15,4 4 0 0,-3 4 0 16,-3 1 0-16,-1 5 0 0,-3 2 0 0,-4 3 0 16,-7 2 0-16,21 5 0 0,-12 4 0 15,1 3 0-15,-2 1 0 0,-1 4 0 0,3 3 0 16,-2-2 0-16,-1-3 0 16,-1 2 0-16,1-3 0 0,4-2 0 0,-6-3 0 15,1-1 0-15,-1 0 0 0,4-4 0 0,0-1 0 16,-9-3 0-16,24-5 0 0,-9-1 0 15,3-6 0-15,6-9-191 0,-1 1-497 16,2-1-167-16,4 2-15 0,-1-1 88 0,5 3-852 16,4 3-1073-16</inkml:trace>
  <inkml:trace contextRef="#ctx0" brushRef="#br0" timeOffset="63755.06">9659 9026 4595 0,'-11'0'290'0,"2"-2"-3"0,1 0-10 15,8 2-13-15,0 0 7 0,0 0 0 0,-11 11-10 16,11-5-19-16,1 6-21 0,1 2-21 16,4 3-21-16,-3 0-18 0,6 2-19 0,-4-1-11 15,1-1-11-15,-2-1-12 0,-3-1-10 16,-1 2-25-16,0-3-73 0,-3 3 0 15,-1-2 0-15,2-3 0 0,-2 0 0 0,1-2 0 16,-2-1 0-16,3-4 0 0,2-5 0 16,-5 5 0-16,5-5 0 0,0 0 0 15,0 0 0-15,-8-27 0 0,12 6 0 0,5-8-51 16,1-2-97-16,0 8 0 0,-3 5 11 16,-1 4 9-16,0 1 15 0,2 5 7 15,-5 3 14-15,3 4 13 0,-6 1 8 0,0 0 10 16,19 14 18-16,-10-6 11 0,-1 3 5 15,2 1 8-15,-1 0-1 0,0-1 0 0,2 0 3 16,-4 1 2-16,0-4 1 0,3-2 6 16,-6 2-1-16,4-3 0 0,-3 0 4 0,1-1 3 15,-6-4-10-15,10 1-7 0,-10-1-8 16,15-8-10-16,-10-1-1 0,5-3 0 16,3-3 1-16,5-12-2 0,0-3 0 15,4 3 0-15,-6 2 3 0,4 4 12 0,-8 3 22 16,2 8 21-16,-3 3 24 0,0 5 33 15,-4 1 29-15,-7 1 27 0,17 12 14 0,-11-6 11 16,1 12-9-16,1-5-17 0,-3 3-12 16,2 1-9-16,0 3-15 0,1-3-19 0,-5 3-23 15,1-5-36-15,2 1-41 0,0-3-43 16,0 1-40-16,-1-4-45 0,1-1-50 0,-1-1-53 16,0-2-83-16,0-3-82 0,1-1-72 15,-6-2-90-15,11 2-141 0,-11-2 54 0,0 0-632 16,23-9-760-16</inkml:trace>
  <inkml:trace contextRef="#ctx0" brushRef="#br0" timeOffset="63938.23">10335 8915 3537 0,'5'-12'34'0,"1"3"66"16,-3 4 57-16,-3 5 47 0,0 0 43 0,0 0 41 16,0 0 41-16,11 26 19 0,-9-6-9 15,-2 1-34-15,0 4-30 0,0 1-22 16,-2 10-32-16,1 6-32 0,-5 1-56 0,4-2-72 15,-3-4-64-15,-3-1-83 0,4-2-80 16,0-5-87-16,0-5-108 0,2-2-102 16,1-5-134-16,1-3-121 0,0-5 52 15,0-1-595-15,1-4-721 0</inkml:trace>
  <inkml:trace contextRef="#ctx0" brushRef="#br0" timeOffset="64104.77">10450 8683 3458 0,'-13'-10'156'0,"4"1"54"0,2 4 4 0,2 0-18 16,-3 1-16-16,8 4-19 0,-5-5-17 15,5 5-48-15,0 0-81 0,0 0-126 0,0 0-145 16,0 0-168-16,0 0-189 0,4 20 46 16,-3-7 67-16,1-1-303 0,2 3-289 15</inkml:trace>
  <inkml:trace contextRef="#ctx0" brushRef="#br0" timeOffset="64472.23">10494 8915 2670 0,'-5'13'368'0,"2"-6"9"0,3-7 9 15,-5 17 21-15,-1-2-7 0,2 3 0 16,2 2-10-16,-1 2-27 0,-1 4-33 0,-1-2-37 16,5 0-27-16,-3 3-28 0,1-2-27 15,0 0-26-15,0-2-32 0,0 1-25 0,1-2-21 16,-1-3-17-16,-2-2-21 15,2-2-14-15,0-1-5 0,0-2-4 0,1-1-18 16,-3-5-1-16,1 1-19 0,3-7-13 16,-5 8-8-16,5-8-11 0,0 0-7 0,0 0-2 15,0 0-5-15,1-25-8 0,8 4 9 16,6-10-3-16,0-1 5 0,2 0 0 0,0 9 5 16,-2 5-1-16,-1 5 11 0,-5 7 13 15,2 2 21-15,0 4 19 0,-11 0 19 0,14 6 16 16,-4 6 11-16,-4-1 9 0,0 7 1 15,-5-3-7-15,5 5-16 0,-1 1-66 0,-3 1 0 16,5-1 0-16,-3 1 0 0,-3-5 0 16,3 0 0-16,0 0-7 0,-1-2-177 15,-1-1-69-15,2-5-75 0,0-1-84 16,0 4-61-16,0-8-64 0,0 2-88 0,1-1-116 16,-5-5 61-16,9 0-664 0,-9 0-799 15</inkml:trace>
  <inkml:trace contextRef="#ctx0" brushRef="#br0" timeOffset="64654.33">10805 9157 3638 0,'5'-17'30'0,"1"5"102"0,-1 4 56 0,-2 2 58 16,1 2 45-16,-4 4 31 0,0 0 17 15,0 0-1-15,0 0-11 0,18 18-25 0,-18-6-26 16,2 5-31-16,-2 8-25 16,0 0-53-16,-2 12-69 0,-1-3-79 0,-3 2-91 15,2-2-79-15,-3 3-99 0,-1-6-113 16,0 0-114-16,1 2-133 0,1-7-119 0,5-5 59 15,-1-6-642-15,-3-3-768 0</inkml:trace>
  <inkml:trace contextRef="#ctx0" brushRef="#br0" timeOffset="64805.04">10975 8918 3467 0,'-7'-17'82'0,"0"5"71"0,1 3 28 16,-1 3 0-16,3 0-13 0,0 4-16 0,4 2-20 15,-10-3-51-15,10 3-79 0,0 0-112 16,0 0-146-16,0 0-183 0,-16 9-144 16,13-5 38-16,-3 6-362 0,5 2-388 15</inkml:trace>
  <inkml:trace contextRef="#ctx0" brushRef="#br0" timeOffset="65338.13">11018 9209 3006 0,'0'0'375'0,"-23"4"10"16,23-4 4-16,-15 2 2 0,7 2 2 16,2 5-12-16,-1 1-25 0,-2 4-27 0,5 2-38 15,-2-1-27-15,2 2-43 0,0 2-45 16,2-2-41-16,1 0-44 0,1 2-24 16,-2-2-23-16,2-1-10 0,-2-3-23 0,4 1-3 15,-4-3-9-15,2-1-14 0,0-2-7 16,-2 0-4-16,2-8-17 0,0 7-14 0,0-7-5 15,0 0-8-15,0 0 0 0,0 0-3 16,6-21-1-16,-1 2 5 0,9-7 12 16,-1 1 6-16,1 4 4 0,-5 3 7 15,2 3 10-15,-4 3 11 0,2 3 19 0,-4 3 20 16,3-1 14-16,-3 5 17 0,-5 2 7 16,14-3 3-16,-14 3 17 0,0 0-4 0,15 6 3 15,-10-2-14-15,2 1-6 0,-1-2-11 16,-6-3 0-16,7 9-11 0,-3-6-20 0,-4-3-10 15,7 5-18-15,-2-1-17 0,-5-4-21 16,5 4-12-16,-5-4-10 0,0 0-2 0,13 0 1 16,-13 0 1-16,12-8 5 0,-3 3 6 15,1-3 6-15,2-2 8 0,2-2 17 0,0-1 17 16,1 2 28-16,-1 2 25 0,-3 0 28 16,0 3 42-16,1 4 32 0,-5 0 33 15,-7 2 23-15,17 4 9 0,-7 1-1 0,-2 2-10 16,-3 1-16-16,3 6-24 0,-4-2-155 15,0 2 0-15,1-1 0 0,1 1 0 16,-1-1 0-16,-3-1 0 0,2-3-50 0,3 1-215 16,-4 0-82-16,-1-4-93 0,4 2-98 15,-5-4-111-15,5 1-142 0,2-3 59 0,0 2 78 16,-8-4-613-16,16 0-727 0</inkml:trace>
  <inkml:trace contextRef="#ctx0" brushRef="#br0" timeOffset="65621.39">11585 9128 3595 0,'-2'-8'158'16,"2"8"78"-16,0 0 51 0,0 0 57 16,0 0 23-16,0 0 21 0,0 0 4 15,0 0-5-15,-20 24-15 0,18-17-23 16,2-7-32-16,0 16-29 0,0-9-32 0,0-7-23 16,4 12-22-16,0-8-200 0,-4-4-11 15,7 8 0-15,-7-8 0 0,12 1 0 0,-12-1 0 16,21-1 0-16,-9-5 0 0,-3 0 0 15,5 0 0-15,-3 0 0 0,2-1 0 0,-3 0 0 16,1-2 0-16,-4 2 0 0,5-3 0 16,-6-4 0-16,3 2 0 0,-2-3 0 0,0-1 0 15,0-3 0-15,-3 0 0 16,2 2-99-16,-5 0-119 0,1 0-57 0,0 5-78 0,-2 2-80 16,-2 3-74-16,0 2-121 0,-5 1-147 15,7 4 62-15,-13-1 74 0,13 1-569 16,-19 7-671-16</inkml:trace>
  <inkml:trace contextRef="#ctx0" brushRef="#br0" timeOffset="66171.45">11904 8964 3751 0,'0'0'283'0,"-4"10"61"0,1-3 41 15,1 2 35-15,0 1 22 0,0 4 12 16,0-1-19-16,2 1-23 0,0 1-34 15,0 2-45-15,0-3-40 0,0 0-49 0,2-1-227 16,-2 1-17-16,2-3 0 0,0-1 0 16,0-2 0-16,0 2 0 0,-1-3 0 0,-1-7 0 15,2 8 0-15,-2-8 0 0,2 4 0 16,-2-4 0-16,0 0 0 0,0 0 0 0,4-17 0 16,0 5 0-16,4-6 0 0,1-3 0 15,4-8 0-15,1 2 0 0,-3 6 0 0,-4 4 0 16,5 3 0-16,-6 4 0 0,-1 5 0 15,-1 2 0-15,-4 3 0 0,0 0 0 16,0 0 0-16,14 10 0 0,-12-5 0 0,-2-5 0 16,5 14 0-16,-5-8 0 0,2 3 0 0,0-2 0 15,0 1 0-15,2-1 0 16,-4-1 0-16,1 0 0 0,4-1 0 0,-5-5 0 16,11 4 0-16,-11-4 0 0,13-2 0 15,-13 2 0-15,20-9 0 0,-8-1 0 0,1 3 0 16,-4 0 0-16,0 1 0 0,-1 1 0 15,0-1 0-15,-5 3 0 0,-3 3 0 0,0 0 0 16,16 9 0-16,-10-3 0 0,-3 3 0 16,1-1 0-16,0 0 0 0,-1 0 0 0,1-1 0 15,3 1 0-15,-4-2 0 16,1 0 0-16,3-4 0 0,-1-1 0 0,-6-1 0 0,16 4 0 16,-16-4 0-16,16-2 0 15,-16 2 0-15,18-5 0 0,-13 5 0 0,3-5 0 16,-8 5 0-16,10-5 0 0,-10 5 0 15,7-2 0-15,-7 2 0 0,0 0 0 0,0 0-566 16,0 0-405-16,0 0 84 0,0 0 86 16,0 0-888-16,-30-8-1124 0</inkml:trace>
  <inkml:trace contextRef="#ctx0" brushRef="#br0" timeOffset="66871.42">13066 8889 4880 0,'-1'-32'-21'16,"1"6"44"-16,-2 6 36 0,4 3 24 0,-4 5 32 15,2 2 27-15,2 1 21 0,-2 9 38 16,0 0 13-16,0 0 9 0,13 26-6 0,-9-4-12 15,3 14-11-15,1 6-20 16,0 7-6-16,0-8-15 0,-3 2-15 0,-1 3-15 16,-1-6-11-16,2-1-16 0,-1 0-35 15,1-4-47-15,-3-6-44 0,0-5-66 0,-2-5-77 16,2 0-79-16,2-4-99 0,-4-3-95 16,0-3-98-16,1-1-123 0,1-2-61 0,-2-6 62 15,4 6-621-15,-4-6-746 0</inkml:trace>
  <inkml:trace contextRef="#ctx0" brushRef="#br0" timeOffset="67037.64">13191 9304 3436 0,'-3'-12'150'0,"1"-1"101"0,2 3 56 15,0-2 43-15,2-1 22 0,1-3 4 0,5-6-19 16,1 5-26-16,5-9-33 0,0-1-30 16,2 1-31-16,4-2-43 0,0 2-62 15,1 1-72-15,-1-3-71 0,0 6-80 0,-2-2-85 16,-2 2-91-16,0 6-113 0,-7 4-106 15,0 4-130-15,-1 1-106 0,-4 1 61 0,0 6-601 16,-4 0-721-16</inkml:trace>
  <inkml:trace contextRef="#ctx0" brushRef="#br0" timeOffset="67221.35">13324 9136 3383 0,'2'19'143'0,"2"-2"112"0,-2 0 75 0,-1-3 54 16,8 8 31-16,-2-3 13 15,0 3-5-15,3-2-28 0,2 6-31 0,-3-7-40 16,2-2-34-16,-1-1-36 0,-1-5-56 16,3-1-73-16,-2 2-86 0,-5-6-102 0,4 1-114 15,4-3-104-15,-8-2-139 0,-5-2-144 16,18-2-160-16,-5-2-43 0,-1-3 72 0,6-5-686 16,7-9-833-16</inkml:trace>
  <inkml:trace contextRef="#ctx0" brushRef="#br0" timeOffset="67604.52">13846 9106 3845 0,'-7'-5'212'16,"7"5"96"-16,-8-4 65 0,8 4 38 0,0 0 19 16,0 0 12-16,0 0-37 0,0 0-16 15,0 0-40-15,0 0-34 0,0 0-36 0,19 13-37 16,-11-12-55-16,-8-1-183 0,20 0-4 15,-8 0 0-15,1-1 0 0,3-3 0 16,-1-3-57-16,-4 1-106 0,3-2-10 16,-1-7 0-16,-5 5 14 0,-1-4 17 0,-3-1 17 15,0 1 16-15,-2 2 15 0,-4 2 13 16,-4 1 18-16,1 2 16 0,-5 4 26 0,-3 3 20 16,-7 2 25-16,-2 8 25 0,-7 5 29 15,-6 13 17-15,11-3 8 0,-1 4 11 0,6 0-1 16,4 0-5-16,1 0-5 0,5 2-5 15,5-4-8-15,3-5-11 0,1-1-6 0,3-1-7 16,6 1-13-16,4-4-18 0,3 3-33 16,4-3-27-16,-6-6-44 0,6-5-56 0,1 2-54 15,3-4-65-15,5-2-60 0,9-4-86 16,8-4-97-16,-7 0-103 0,15-9-159 0,0-4 33 16,-4-6 80-16,0-6-572 15,13-15-672-15</inkml:trace>
  <inkml:trace contextRef="#ctx0" brushRef="#br0" timeOffset="67805.81">14944 8597 3293 0,'0'0'104'0,"-21"26"91"0,4-4 69 15,-6 7 43-15,-10 11 34 0,-1 6 3 0,-9 20 3 16,-3 9-7-16,0 2-11 0,4 1-25 16,0 6-31-16,3 9-28 0,-6-2-26 0,5-1-26 15,0-3-35-15,-2-7-44 0,6-1-44 16,9-19-70-16,2-5-41 0,0-2-75 15,7-6-95-15,2-16-115 0,5-4-102 0,4-7-97 16,0-5-117-16,5-9-91 0,-1-4 73 16,3-2-618-16,0 0-738 0</inkml:trace>
  <inkml:trace contextRef="#ctx0" brushRef="#br0" timeOffset="67986.45">14338 8979 3610 0,'0'0'132'0,"-4"24"64"0,2-10 41 16,2 0 23-16,2 1 2 0,0 4-11 16,1-3-5-16,2 2-20 0,1-6-25 0,-3 3-70 15,3-5-76-15,-1-1-82 0,-1-1-103 16,3-4-117-16,-2 0-131 0,-5-4-177 16,17 0-110-16,-17 0 69 0,19-4-496 0,-4-2-561 15</inkml:trace>
  <inkml:trace contextRef="#ctx0" brushRef="#br0" timeOffset="69004.3">16074 8407 3192 0,'-8'-17'67'0,"-1"6"24"0,-4 6-2 15,-5 9 23-15,-14 11 39 0,-9 21 27 0,-19 26 26 16,-1 13 12-16,0 15 12 0,-2 12-1 15,0 12-1-15,-13 31-5 0,23-28 13 0,7-1 9 16,11-2-10-16,9-9 1 0,12-6-11 16,14-23-15-16,2-4-15 0,14-6-15 15,6-9-19-15,10-8-17 0,4-2-23 16,5-10-49-16,5-8-65 0,1-6-69 0,5-9-79 16,-7-9-78-16,2-8-84 0,-2-3-87 15,8-10-76-15,-1-1-111 0,-3-2-153 0,-4-3 50 16,-13 3 83-16,-2 0-509 0,-7-3-578 15</inkml:trace>
  <inkml:trace contextRef="#ctx0" brushRef="#br0" timeOffset="69253.28">16713 8772 3561 0,'-3'-7'263'15,"3"7"10"-15,0 0 1 0,0 0 31 0,-6 32 33 16,6-13 8-16,0 18 11 0,0 6-9 16,-1-1-19-16,1 6-26 0,-2 9-33 0,-2-1-27 15,2-10-24-15,-1 8-28 0,-3-1-45 16,0-12-56-16,-2-1-66 0,3-1-72 0,-5-3-69 16,2-4-85-16,4-5-89 0,-1-8-107 15,1-2-111-15,0-5-131 0,4-4-146 0,0-4 63 16,0-4-694-16,0 0-868 15</inkml:trace>
  <inkml:trace contextRef="#ctx0" brushRef="#br0" timeOffset="69620.42">17153 9149 4220 0,'-6'11'204'0,"2"-2"39"15,3 0 57-15,-1-1 23 0,0-2 12 0,2-6 0 16,2 14-17-16,-2-14-21 15,3 9-29-15,3-5-21 0,-6-4-29 0,16 4-23 16,-5-2-26-16,-11-2-31 0,25-4-49 0,-12-2-39 16,-1 4-38-16,6-8-24 0,-2 3-25 15,-1-7-13-15,-3-1-4 0,4-9-3 16,-5-5-5-16,-1 8 2 0,-8 0 6 0,0 2-5 16,-4 2 3-16,-3 3 2 0,-4 2-2 15,-5 7 6-15,-6 3 5 0,-12 9-5 16,-4 9-4-16,-10 9 16 0,2 5 3 0,6 3 8 15,2 2-2-15,6 2 4 0,7-2 3 16,3-6 19-16,9-1 6 0,6-4 10 0,3-2 8 16,4-3 11-16,1 0 9 0,7 0-3 15,1-3 6-15,3-2-7 0,0-1 2 0,6-3-40 16,-3-4-38-16,4-1-67 16,0-1-96-16,0-4-119 0,8 2-130 0,-3-6-159 0,14 0-142 15,2 1 54-15,-1-1 81 16,7-4-554-16,12-2-637 0</inkml:trace>
  <inkml:trace contextRef="#ctx0" brushRef="#br0" timeOffset="69937.17">17907 9017 3645 0,'-1'-10'252'16,"-5"3"27"-16,-1 4 35 0,7 3 33 16,0 0 26-16,0 0 21 0,-24 22-1 0,16-7-19 15,3 7-30-15,-8 7-28 0,2 4-33 16,2 2-29-16,0 1-26 0,0-2-20 15,-3 4-24-15,3-4-181 0,-3 0-3 16,0-1 0-16,1-4 0 0,-3-4 0 0,5-3 0 16,2-7 0-16,0-3 0 0,-2-5 0 15,5-1 0-15,-3-4 0 0,7-2 0 0,0 0 0 16,-12-11 0-16,12 2 0 0,3-11 0 16,6-15 0-16,6-14 0 0,4-9 0 0,12-22 0 15,1-1 0-15,2-5 0 0,0 6 0 16,-3 20 0-16,-2 10 0 0,-3 7-24 0,-4 14-57 15,-6 5-46-15,2 9-52 0,-2 3-46 16,-4 5-62-16,1 2-69 0,1 5-81 16,-1 1-78-16,3 6-136 0,-3 2-99 15,3 4 73-15,-4 1-643 0,-2 3-778 0</inkml:trace>
  <inkml:trace contextRef="#ctx0" brushRef="#br0" timeOffset="70102.78">17835 9178 4097 0,'-12'-4'265'0,"12"4"30"0,-13-7 12 16,10 1 23-16,1 2 5 0,2 4-14 16,-5-8-32-16,5 8-32 0,7-9-30 0,-2 5-66 15,4-1-86-15,2-2-102 0,5 1-119 16,5-1-143-16,12-3-164 0,3-6-195 16,0 4-101-16,8-5 68 0,1-3-668 0,-5-2-804 15</inkml:trace>
  <inkml:trace contextRef="#ctx0" brushRef="#br0" timeOffset="70319.67">18641 8506 3614 0,'-2'-15'121'0,"-2"6"77"0,1 4 45 15,3 5 43-15,-18 5 42 0,11 7 32 16,-11 14 18-16,3 5-4 0,-8 12-24 0,2 5-27 16,4 6-32-16,-2 1-27 0,2 5-31 15,-6 3-22-15,4 1-46 0,0 0-58 16,-2-2-65-16,4 0-77 0,-4-10-62 15,7 2-62-15,0-8-62 0,3-12-72 0,0-5-84 16,8-6-70-16,-3-8-64 0,2-5-60 16,6-5-73-16,-2-5-18 0,0 0 53 0,0 0-501 15,0 0-578-15</inkml:trace>
  <inkml:trace contextRef="#ctx0" brushRef="#br0" timeOffset="70470.39">18357 9068 2985 0,'-2'-22'75'15,"-1"7"86"-15,-2 5 49 0,1 1 35 0,1 4 33 16,-3 0 22-16,6 5 23 0,-5-7-17 15,5 7-26-15,0 0-19 0,0 0-27 16,0 0-22-16,0 0-24 0,0 0-36 16,0 0-68-16,18-3-78 0,-8 3-96 0,1-2-127 15,7-2-143-15,0-1-159 0,5 2-189 16,6-8 43-16,5 1 80 0,-11 2-489 0,1-1-544 16</inkml:trace>
  <inkml:trace contextRef="#ctx0" brushRef="#br0" timeOffset="70670.5">19205 9008 3572 0,'-17'2'454'0,"0"2"-5"0,7-4-11 16,1 0-11-16,9 0-11 0,-9 3-9 15,9-3-27-15,0 0-39 0,0 0-21 0,0 0-68 16,34 4-94-16,-12-6-115 0,13-3-125 15,5-2-131-15,-2-5-144 0,12-4-145 0,0-2-178 16,0-1-111-16,0-4 67 0,1 0-741 16,-5-4-914-16</inkml:trace>
  <inkml:trace contextRef="#ctx0" brushRef="#br0" timeOffset="71086.42">19939 8260 4343 0,'-4'-7'98'0,"1"3"43"16,3 4 40-16,0 0 42 0,-14 12 41 0,8 3 5 16,-3 16 3-16,-1 6-15 0,-5 14-10 15,-3 7-12-15,-5 4-25 0,7 3-16 0,-7 16-18 16,1-13-10-16,0-4-5 0,-8 17 8 16,1 2 0-16,6-23 5 0,0 0 4 0,-4-5-114 15,5-5-64-15,1-7 0 0,1-9 0 16,5-7 0-16,3-6 0 0,3-4 0 0,4-5 0 15,-1-4 0-15,2-2 0 0,3-3 0 16,1-3 0-16,0 0 0 0,0 0 0 0,5-24 0 16,14-1 0-16,-2-3 0 0,6-10 0 15,6 1 0-15,-2 1 0 0,-7 8 0 16,-1 2 0-16,3 6 0 0,-6 4 0 16,-2 9 0-16,-5-1 0 0,2 6 0 0,-3 0 0 15,-8 2 0-15,0 0 0 0,17 12 0 16,-11-1 0-16,-6-1 0 0,2 2 0 0,0 1 0 15,-4 4 0-15,2-4 0 0,0 6 0 16,0-2 0-16,0-1 0 0,-2-3 0 0,2 3 0 16,0-4-144-16,0 0-194 0,0-4-111 15,0 1-121-15,2-2-135 0,0-2-122 16,-2-5 87-16,3 7-763 0,-3-7-948 0</inkml:trace>
  <inkml:trace contextRef="#ctx0" brushRef="#br0" timeOffset="71453.48">20057 9134 4018 0,'-23'10'162'0,"23"-10"90"15,-9 5 59-15,9-5 42 0,-7 6 18 0,7-6 10 16,0 0-3-16,0 0-20 0,12 14-33 16,-4-14-31-16,-8 0-35 0,17 5-45 15,-7-5-42-15,-10 0-45 0,24-2-45 16,-12-1-48-16,1-6-41 0,0 4-28 0,0-3-22 15,3-3-6-15,0 1-3 0,-5-5 1 16,0 3 5-16,1-5 3 0,-7 3 9 0,-1 2 4 16,-2 2 0-16,-4 3 6 0,-2 2 3 15,-3 2-4-15,-5 1 14 0,12 2 9 0,-30 9 3 16,1 6 8-16,4 4 11 0,1 2 16 16,1 0 7-16,2-1 8 0,-1 3 4 0,9-6 10 15,2 1 2-15,5-3 10 0,0 1 6 16,1-1 3-16,1 1-4 0,2-2-8 0,2-3-3 15,0 2-15-15,4-3-34 0,-2-2-45 16,1-1-69-16,5-2-103 0,0 0-105 0,1-3-128 16,-1 0-116-16,6 0-132 15,0-2-85-15,6-2 65 0,1-3-722 0,13-4-883 16</inkml:trace>
  <inkml:trace contextRef="#ctx0" brushRef="#br0" timeOffset="71653.38">20535 8981 3811 0,'4'-8'58'0,"-2"4"103"15,-2 4 79-15,0 0 66 0,0 0 50 16,0 0 37-16,0 0 14 0,-19 28 4 0,11-13-10 16,1 4-26-16,-1 1-37 0,-3 10-31 15,0-1-32-15,0-2-25 0,2-3-148 0,-2 5-102 16,3-6 0-16,0-4 0 0,1 1 0 16,0-3 0-16,0-1 0 0,2-3 0 15,3-1 0-15,0-1 0 0,-2-5-151 16,2 2-293-16,2-8-114 0,-1 6-95 0,1-6-130 15,-2 5-3-15,2-5 85 0,0 0-699 16,0 0-851-16</inkml:trace>
  <inkml:trace contextRef="#ctx0" brushRef="#br0" timeOffset="71789.02">20599 8894 3602 0,'1'-18'-14'0,"-1"7"92"0,0 3 51 0,0 0 19 15,0 2 6-15,0 6-12 0,0-8-17 16,0 8-25-16,0 0-61 0,4-4-97 15,-4 4-118-15,0 0-136 0,0 0-191 16,0 0-69-16,0 0 64 0,17 9-300 0,-14-2-294 16</inkml:trace>
  <inkml:trace contextRef="#ctx0" brushRef="#br0" timeOffset="72219.67">20854 9058 2542 0,'-8'-10'284'0,"8"10"56"0,-4-9 37 15,0 6 24-15,4 3 5 0,-8-5-7 0,8 5-17 16,0 0-31-16,0 0-30 0,-25 8-32 16,16 1-29-16,2 1-28 0,-1 4-25 15,-4 1-23-15,7-1-29 0,-2-1-25 0,-1 1-12 16,3 1-11-16,0-3-3 0,-1 0 11 16,5-5 25-16,-1 3 32 0,-2 0 3 0,2-3-175 15,0-1 0-15,2-6 0 0,2 12 0 16,2-4 0-16,0-2 0 0,-1 1 0 0,-1 0 0 15,0 2 0-15,0 1 0 0,-2 3 0 16,-2 5 0-16,0 0 0 0,-2 6 0 0,-5 7 0 16,-3 2 0-16,-1 2 0 15,-1 1 0-15,0-4 0 0,-2 1 0 0,-3-1 0 0,0-1 0 16,2-2 0-16,-4-4 0 16,2 1 0-16,-3-1 0 0,-5-4 0 0,4 0 0 15,-2-3 0-15,0-3 0 0,4-3 0 16,0-2 0-16,4-3 0 0,-2 0 0 0,3-4 0 15,2-3 0-15,0 0 0 0,1-2 0 16,1-2 0-16,4 2 0 0,5-1 0 0,-1-4 0 16,4 7 0-16,6-17 0 0,1 5 0 15,9-2-517-15,9-6-134 0,3 0-37 0,8-3-62 16,8-2-21-16,2-3 72 0,5-1-701 16,6-1-851-16</inkml:trace>
  <inkml:trace contextRef="#ctx0" brushRef="#br0" timeOffset="72453.48">21395 8741 3512 0,'11'-38'-145'0,"-6"13"69"0,-5 8 43 16,-1 8 36-16,-7 6 31 0,-3 1 15 15,11 2 16-15,-28 12 17 0,-1 7 7 0,-7 13-1 16,-5 8-9-16,3 7-4 0,-7 13-3 16,1 10-7-16,2-2-6 0,3 2-16 15,14-17-21-15,1 1-14 0,5-1-26 0,4-4-16 16,3-1-10-16,7-10 0 0,1-4-3 15,4-6 0-15,2-7-2 0,0-3-4 0,1-3-3 16,3-5-21-16,2 0-29 16,1-3-41-16,-1-4-65 0,2-1-87 0,5-4-135 15,1-3-22-15,9-10-214 0,6-2-164 16</inkml:trace>
  <inkml:trace contextRef="#ctx0" brushRef="#br0" timeOffset="72653.32">21764 8511 2148 0,'-11'0'259'0,"11"0"52"16,-28 20 29-16,3 6 19 0,-6 16 3 16,-1 3 0-16,1 1-15 0,1 7-23 0,-8 19-35 15,9-15-34-15,3 1-17 0,-1 0-34 16,2 0-22-16,4-2-17 0,0-1-33 0,4-5-38 16,-1-1-42-16,3-3-50 15,6-12-54-15,-3-2-67 0,7-7-71 0,-3-7-82 16,5-1-87-16,-1-5-90 0,-1-1-130 15,3-5-84-15,2 2 80 0,0-8-492 0,-1 4-545 16</inkml:trace>
  <inkml:trace contextRef="#ctx0" brushRef="#br0" timeOffset="72820.45">21263 9235 2929 0,'-2'-8'156'0,"-2"2"100"0,4 6 67 15,0 0 58-15,0 0 16 0,0 0 4 16,16-6-20-16,-16 6-42 0,17 0-33 15,-4-2-51-15,2 0-68 0,5 0-77 16,-6 0-89-16,6 1-100 0,-3-2-105 0,0-1-115 16,-3 3-115-16,-1-1-143 0,-4 2-141 15,-9 0 61-15,18 0-579 0,-18 0-678 0</inkml:trace>
  <inkml:trace contextRef="#ctx0" brushRef="#br0" timeOffset="73569.82">23231 7947 3213 0,'7'-32'-50'16,"-5"4"41"-16,0 8 39 0,-2 3 28 0,0 6 4 15,-4 5 22-15,-3 5 27 0,7 1 15 16,-30 35 17-16,-2 16 17 0,-10 26 15 0,-2 7 1 16,0 12 4-16,5 9-8 0,-2 3-9 15,3 1-7-15,2 7-3 0,0 2 3 16,0 2 16-16,1 0-4 0,-1 0 5 16,0-4-19-16,2-2-16 0,-1-9-21 0,1-10-20 15,6-6-19-15,1-8-18 0,7-27-16 16,6-1-12-16,0-18-19 0,5-4-22 0,1-7-27 15,5-6-31-15,-4-5-33 0,5-3-34 16,0-3-45-16,0-4-56 0,2-3-58 0,0 0-62 16,0 0-87-16,0 0-157 0,8-24-28 15,-3 9 70-15,-2-4-420 0,5-5-454 0</inkml:trace>
  <inkml:trace contextRef="#ctx0" brushRef="#br0" timeOffset="75086.14">23380 9007 2930 0,'-3'-5'253'0,"-1"1"43"0,4 4-2 16,0 0 3-16,-20 0 21 0,20 0 43 16,-11 10 22-16,8-1 4 0,-3 0-7 0,2-1-19 15,2 2-22-15,2 2-21 0,0 0-34 16,2-1-28-16,6 1-25 0,3-1-21 0,-2 1-22 16,7-4-83-16,1 1-105 0,2-4 0 15,0-4 0-15,4-2 0 0,1-3 0 0,-1-2 0 16,6-6 0-16,-2-5 0 15,-8-3 0-15,0-4 0 0,-3-2 0 0,-7-3 0 16,-4-3 0-16,-1-4 0 0,-8-2 0 16,1 1 0-16,-5-2 0 0,-2 5 0 0,1 5 0 15,-4 3 0-15,-1 9 0 0,3 5 0 16,-5 6 0-16,3 4 0 0,0 2 0 0,-6 3 0 16,0 6 0-16,0 1 0 0,1 2 0 15,7 0 0-15,-1 0 0 0,9 0 0 0,1-2 0 16,4-1 0-16,3-3 0 0,11 2 0 15,5-4 0-15,8-4 0 0,11-4 0 0,13-7 0 16,0-3 0-16,0-1 0 0,-3-4 0 16,-4 2 0-16,-14 3 0 0,-2 4 0 15,-7 3 0-15,-7 2 0 0,-3 3 0 16,-4 6 0-16,3-1 0 0,-4 7 0 0,-3 4 0 16,1 2 0-16,-3 2 0 0,0 6 0 15,1 2 0-15,0 11 0 0,-2-2 0 0,-1 0 0 16,5 0 0-16,-1-2 0 0,-3-7 0 15,5-6 0-15,-2-1 0 0,1 0 0 0,-1-4 0 16,3-2 0-16,-2-3 0 0,0-2 0 16,1-3 0-16,2-3-278 0,-9-2-244 0,22-7-35 15,-9 1-28-15,2-8-18 0,8-9-3 16,0 0 24-16,-6-3 47 0,3 4-799 0</inkml:trace>
  <inkml:trace contextRef="#ctx0" brushRef="#br0" timeOffset="75253.25">24196 8930 3366 0,'14'-17'-118'15,"-3"5"80"-15,-2 3 68 0,-1 3 71 0,-4 0 41 16,0 0 44-16,-4 6 46 0,0 0 60 15,11 0 42-15,-11 0 16 0,0 0 15 0,5 18-2 16,-1-7-13-16,1 4-17 0,-3-1-30 16,-2 4-30-16,2-2-19 0,-2 3-37 0,0-2-25 15,0-4-53-15,0 1-65 0,0 0-74 16,0-4-84-16,1 2-86 0,-1-4-92 0,2 0-110 16,2-4-103-16,-4-4-115 15,0 0-183-15,2 8 44 0,-2-8 89 0,0 0-600 0,0 0-701 16</inkml:trace>
  <inkml:trace contextRef="#ctx0" brushRef="#br0" timeOffset="76069.63">24472 8702 3843 0,'0'-21'263'15,"-2"5"53"-15,1 5 40 0,-1 2 21 16,0 0 6-16,0 5-8 0,2 4-26 0,-4-9-31 16,4 9-30-16,0 0-33 0,0 0-23 15,0 0-21-15,0 0-24 0,0 0-19 0,0 0-21 16,0 0-38-16,0 0-95 0,17 22-14 15,-13-15 0-15,0-2 0 0,2 2-51 16,-6-7-33-16,5 9-3 0,-1-4 13 16,-4-5 8-16,6 7 6 0,-6-7 9 0,3 5 12 15,-3-5 23-15,0 0 24 0,9 6 25 16,-9-6 7-16,1 6 23 0,-1-6 15 0,6 15 9 16,-4-3 5-16,-2 0-8 0,2 3-41 15,-1-1-43-15,1 3 0 0,2 0 0 16,0 1 0-16,-1-3 0 0,6 3 0 0,-6-5 0 15,5 1 0-15,-3-2 0 0,4-3 0 16,0 1 0-16,-4-4 0 0,5 2 0 0,0-3 0 16,-3-1 0-16,1 2 0 0,-8-6 0 15,14 7 0-15,-11-2 0 0,5 4 0 0,-5 1 0 16,3 5 0-16,-4 4 0 16,-2 7 0-16,-2 1 0 0,0 7 0 0,-4 4 0 15,-3 2 0-15,4-3 0 0,-6-2 0 16,0 2 0-16,0-4 0 0,-1 1 0 0,-1-3 0 15,-1-4 0-15,2-1 0 0,-2-1 0 0,1-8 0 16,0-2 0-16,1-5 0 0,1-1 0 16,-3-4 0-16,3-3 0 0,-3 1 0 0,3-3 0 15,0 0 0-15,11 0 0 0,-20-3 0 16,20 3 0-16,-11-2 0 0,11 2 0 16,-3-9 0-16,6 1 0 0,8-4 0 15,11-11 0-15,10-7 0 0,11-2-240 0,5-7-82 16,2-2 18-16,13-12 13 0,2-7 26 15,-6-2 28-15,-2-1 30 0,0-3 42 0,-6-2 35 16,-3-5 26-16,-1-8 35 0,0-2 30 16,-8 1 12-16,-1-1 14 0,-4 8 12 0,-10 20 21 15,-12 19 22-15,-1 6 7 0,-11 11 9 16,-6 9-2-16,-1 10 7 0,7 0 16 0,-46 27 20 16,8 11 18-16,0 8 7 0,-10 20 1 15,0 3 4-15,8 3-6 0,0-2 6 0,13-11 4 16,2 2-2-16,13-3 2 0,-2-2-4 15,4-5-9-15,10-10-6 0,-1-5-8 0,2-7-7 16,5-8-10-16,3-2-5 0,3-5-21 16,-1-4-63-16,3-4 0 0,3-1 0 15,-1-3 0-15,4-2 0 0,1-2 0 16,2 2 0-16,-3-2 0 0,2 2 0 0,-7-3 0 16,-2 3 0-16,-2 5 0 0,3-5 0 15,-4 6 0-15,2 0 0 0,-9 0 0 0,1 0 0 16,0 2 0-16,-4-1 0 0,0 1 0 15,2 1 0-15,-2-2 0 0,0-2 0 0,0-5 0 16,1 10-64-16,-1-10-389 0,0 7-124 16,0-7-145-16,0 0-119 0,0 0 70 0,25-17-849 15,-2 0-1059-15</inkml:trace>
  <inkml:trace contextRef="#ctx0" brushRef="#br0" timeOffset="76271.56">25791 9014 4757 0,'-12'-9'273'0,"0"-1"37"0,1 3-1 0,6 4 15 15,-3-1-2-15,8 4-14 0,-9-5-25 16,9 5-29-16,0 0-27 0,0 0-25 0,0 0-40 16,31-3-81-16,-5 3-108 15,5 0-130-15,9-2-146 0,3 0-152 0,-2-1-164 0,0-2-205 16,1-2 56-16,0 0 96 15,-6-2-684-15,2 3-811 0</inkml:trace>
  <inkml:trace contextRef="#ctx0" brushRef="#br0" timeOffset="76519.33">26719 8376 4191 0,'-4'-18'254'16,"2"5"23"-16,1 3 9 0,-1 3 10 15,2 7 58-15,0 0 40 0,-8 24 24 16,0 12 6-16,-3 17-18 0,0 7-30 0,-1 5-38 16,-1 1-161-16,-6 23-177 0,4-23 0 15,-1 7 0-15,-1-5 0 0,4-1 0 16,-2-6 0-16,3-3 0 0,1-7 0 0,1-13 0 16,4-1 0-16,0-4 0 0,5-9 0 15,-1-6 0-15,0-4 0 0,2-4 0 0,2-5-588 16,0-3-98-16,-2-2-135 0,0 0-4 15,28-11 90-15,-5-7-808 0,2-4-986 0</inkml:trace>
  <inkml:trace contextRef="#ctx0" brushRef="#br0" timeOffset="76804.58">26891 8964 4326 0,'0'0'119'16,"0"0"80"-16,0 0 54 0,-31 14 72 16,16-4 42-16,2 5 17 0,-9 6 12 15,6 1 5-15,2-6-4 0,3-1-28 16,2-1-41-16,2 1-31 0,5-3-267 0,6 1-30 15,3-4 0-15,4 0 0 0,1-1 0 16,8-2 0-16,-1-4 0 0,3-2 0 0,3-4 0 16,4 3 0-16,-4-2 0 0,7-10 0 15,-7 6 0-15,-3-2 0 0,-4-3 0 0,0 0 0 16,-7-3 0-16,1-2 0 0,-7 1 0 16,-1-4 0-16,-6 3 0 0,-2 0 0 0,-2-2 0 15,-3 3 0-15,-2 3 0 0,-7 3 0 16,1 1 0-16,-2 6 0 0,0 3 0 0,-4 0 0 15,-3 4 0-15,-9 7 0 0,0 3-282 16,5-2-201-16,2 3-106 0,9-3-134 16,3 0-101-16,7-3 78 0,5-3-799 0,8 1-990 15</inkml:trace>
  <inkml:trace contextRef="#ctx0" brushRef="#br0" timeOffset="77218.5">27310 8949 4530 0,'0'0'151'0,"0"0"34"16,0 0 35-16,0 0 32 0,0 0 22 0,-28 10 12 16,24-5-8-16,-4 2-20 0,4 0-21 15,-2 0-27-15,5 0-18 0,-1 1-25 16,2-3-27-16,2 2-38 0,-2-7-43 16,9 9-47-16,-9-9-24 0,17 1-17 0,-4-1-16 15,-1-1-16-15,3-3 7 0,3 1 3 16,-4-1 10-16,2-1-2 0,1 0 11 0,-5 0 5 15,2 0 4-15,0 1 6 0,-4 1 6 16,-3 1 17-16,-7 2 21 0,16-2 20 0,-16 2 35 16,0 0 3-16,13 7 7 0,-8-3 8 15,-1 3 6-15,1-2-3 0,0 0-2 0,2 3-5 16,-1-4-2-16,1 1-5 16,5-2-33-16,-1 3-56 0,3-5 0 0,1 1 0 0,1-2 0 15,2-2 0-15,4 1 0 16,-3-1 0-16,3-2 0 0,-1-1 0 0,-1 2 0 15,-4-2 0-15,0-1 0 0,-3 1 0 16,-1 2 0-16,-1-5 0 0,-2 1 0 0,-1 0 0 16,0 0 0-16,-2 0 0 0,-5 0 0 15,5 0 0-15,-4 1 0 0,0 0 0 0,0 0-580 16,-1 1-238-16,-1 5-80 0,0-12 85 16,5 8-915-16,-5 4-1162 0</inkml:trace>
  <inkml:trace contextRef="#ctx0" brushRef="#br0" timeOffset="77835.6">28105 8857 4964 0,'0'0'124'15,"0"0"53"-15,-12 11 51 0,12-11 49 0,-4 8 32 16,4-8 19-16,0 10 10 0,0-10-14 16,4 10-41-16,0-3-17 0,2-3-11 0,1 2-31 15,3-1-130-15,0 0-94 0,1-1 0 16,0-3 0-16,-11-1 0 0,21 0 0 0,-7-1 0 15,-3-1 0-15,-2-2 0 0,3-2 0 16,-4 0 0-16,-1 0 0 0,-3-1 0 0,-1 0 0 16,-3 2 0-16,0 5 0 15,-7-8 0-15,7 8 0 0,-27 2 0 0,4 4 0 16,-13 4 0-16,2 5 0 0,-8 8 0 16,6 4 0-16,10-3 0 0,-5 7 0 0,10-6 0 15,1 4 0-15,8-3 0 0,4-2 0 16,4-3 0-16,4-3 0 0,4-1 0 0,2-5 0 15,5 3 0-15,5-1 0 0,-2-2 0 16,6-2 0-16,-1-3 0 0,3-1 0 0,12 1 0 16,3-1 0-16,3-3 0 0,-8-3 0 15,-3-2 0-15,-2-1 0 0,3-8 0 16,3-1 0-16,-8-7 0 0,0-1 0 16,-3-3 0-16,-3-2 0 0,1-4 0 0,-8 0 0 15,1-2 0-15,-6 5 0 0,0 7 0 16,-3 4 0-16,-2 1 0 0,-2 2 0 0,-2 3 0 15,-2 3 0-15,-3-1 0 0,0 3 0 16,0 3 0-16,7 1 0 0,-13-2 0 0,13 2 0 16,0 0 0-16,0 0 0 0,0 0 0 15,0 0 0-15,0 0 0 0,32 3 0 0,-8-1 0 16,0 0 0-16,0 1 0 0,1 1 0 16,-1 1 0-16,-2 2 0 0,-5 1 0 0,3 3 0 15,-6 0 0-15,-2 3 0 0,-4 0 0 16,-3 3 0-16,-5-1 0 0,0 1 0 0,-3 1 0 15,-1 3 0-15,-2-2 0 16,-2 2 0-16,1-3 0 0,-2 3 0 0,3-2 0 16,-2 0 0-16,4-4 0 0,-2-1 0 15,6-2 0-15,0-2-880 0,0 0-72 0,6-1 102 16,-1-1-1024-16,6-2-1297 0</inkml:trace>
  <inkml:trace contextRef="#ctx0" brushRef="#br0" timeOffset="78071.32">29204 8463 5037 0,'6'-22'64'16,"-3"6"94"-16,2 1 46 0,-3 3 45 15,2 7 32-15,-4 5 44 0,0 0 36 16,18 15 32-16,-4 15-9 0,1 19 16 0,4 13-65 16,2 21-335-16,-2 9 0 0,-9 4 0 15,-13-17 0-15,-12 14 0 0,-15 0 0 0,-13 2 0 16,-9 1 0-16,-9-4 0 0,-2-3 0 15,-4-9 0-15,0-11 0 0,-1-3 0 0,1-7 0 16,-3-6 0-16,1-5 0 0,13-12 0 16,5-6-6-16,1-1-946 0,3-8 2 0,-1-1 105 15,14-7-1004-15,4-1-1276 0</inkml:trace>
  <inkml:trace contextRef="#ctx0" brushRef="#br0" timeOffset="79668.8">8274 11168 2761 0,'-8'10'277'0,"4"-6"8"0,1 2-2 16,-1-2-12-16,4-4-11 0,0 0-11 0,0 0-46 15,0 0-26-15,0 0 3 0,0 0-13 16,15-33-10-16,0 6-16 0,7 0-14 16,6-10-15-16,3-2-10 0,3-4-10 0,0-4-10 15,0-6-9-15,10-14-6 0,-2-3-14 16,-4-5-9-16,-2-2-14 0,-9 19-1 0,-2-1-4 15,-6 6-5-15,-4 7 2 0,-6 11-6 16,0 11-1-16,-6 5-8 0,-1 3 3 0,-2 5-1 16,-2 3-7-16,-3 2 2 0,-2 2-2 15,7 4 1-15,0 0 1 0,-24 16-4 16,10-1 0-16,5 3 2 0,2 1-4 16,2 7 2-16,3-3 1 0,6 13 2 0,4 0 0 15,5 0 0-15,10 5-1 0,2 3 5 16,6-5-8-16,5-2 3 0,0 1 4 0,0-2-4 15,-2-2 16-15,-5-1 7 0,-8-4 4 16,-3-7 14-16,-7-1 26 0,-6-6 23 0,-1 1 16 16,-4-5 3-16,-2 5-2 0,-3-1-7 15,-7 1-9-15,0 0-10 0,-4-3-8 16,-2-1-7-16,-9 2-8 0,3-4-17 0,-6 2-2 16,5-5-10-16,0-2 4 0,4-5-33 15,1-2-7-15,-5-1-41 0,0-4-41 16,0 1-55-16,3-3-53 0,2 0-56 15,4 2-78-15,3 1-98 0,1-1-114 0,7 0-252 16,1 2 62-16,4 5 89 0,0 0-527 16,0 0-635-16</inkml:trace>
  <inkml:trace contextRef="#ctx0" brushRef="#br0" timeOffset="79918.32">9539 10574 3236 0,'-2'-16'105'0,"-1"5"37"0,-5 3 5 16,1 2 9-16,-5 6 9 0,12 0 16 0,-36 14 14 15,7 1 2-15,0 5-2 0,1 1-13 16,1 2-16-16,5 3-6 0,4-3-12 16,3 1-15-16,4-2-12 0,7-4-16 0,2-1-11 15,8 0-8-15,-1 3 3 0,16 6-22 16,-1-6-41-16,2 2-72 0,7-7-72 0,1-3-105 15,6-3-107-15,-1-3-122 0,5-4-208 16,1-4-9-16,4-2 75 0,-5-2-428 0,-3-5-496 16</inkml:trace>
  <inkml:trace contextRef="#ctx0" brushRef="#br0" timeOffset="80234.35">9883 10623 3071 0,'-14'-8'94'0,"3"4"22"16,-3 3 26-16,1 1 25 0,1 4 15 15,-1-1 13-15,2 4 3 0,-3 1 3 0,-1 4 1 16,3 2-7-16,1 3-18 0,4 0-2 16,1 4 11-16,4-4-34 0,2 2-12 0,2 5 10 15,6-1-15-15,7 3-14 0,4-5-10 16,6 0-7-16,4-7-8 0,-1 0-11 0,6-7-15 16,-5-3 4-16,0 0-17 15,-4-4-10-15,0-6-12 0,0 2-2 0,-3-5-3 16,-4-1-6-16,-4-4 1 0,-5-1 0 15,-1-7-8-15,-6 5-1 0,-4-6-3 0,-6-8-7 16,-3 0-5-16,-3 2 1 0,-1 5-8 16,3 5-8-16,0 6-15 0,0 3-24 0,-1 6-38 15,2 2-50-15,-5 4-66 0,-1 2-103 16,0 5-103-16,0 4-144 0,3 0-188 16,5-1 71-16,2 3 76 0,8-4-433 0,3-1-506 15</inkml:trace>
  <inkml:trace contextRef="#ctx0" brushRef="#br0" timeOffset="80551.6">10340 10740 2842 0,'0'0'98'0,"0"0"38"15,0 0 23-15,0 0 12 0,0 0 7 0,0 0 6 16,0 0 0-16,0 0-12 0,0 0-6 16,0 0-13-16,0 0-12 0,-44 6-9 0,42 0-14 15,0 2-9-15,2-8-9 0,2 16-9 16,2-7-13-16,-3 2-5 0,3-2-10 15,5 2 0-15,0-1-5 0,4-1-7 0,1-2-5 16,-3 0-7-16,4-5-7 0,2 0 0 16,0-2-5-16,-4 0 3 0,7-2-8 15,-7-6 2-15,2 1-2 0,-3-3 2 16,-4-4-2-16,-1-5 2 0,-1-3-3 0,-3-10 3 16,-3 1-2-16,0-8-9 0,0 0 3 15,0-1-2-15,-3 3-1 0,-3 3-1 0,4 12-5 16,2 3-6-16,-1 5-43 0,1 6-36 15,0 3-37-15,0 5-60 0,0 0-90 0,0 0-109 16,0 0-195-16,0 0-114 0,9 32 84 16,-4-17-458-16,5-1-529 0</inkml:trace>
  <inkml:trace contextRef="#ctx0" brushRef="#br0" timeOffset="80835.23">11094 9875 3176 0,'6'-25'133'0,"-4"7"31"0,0 4-7 0,-2 2-15 16,0 7 7-16,0 5 28 0,-10-2 8 16,10 2-7-16,-17 16-11 0,2 13-8 0,-2 3-16 15,1 13-10-15,3 2-5 0,-2 5-14 16,5 2-6-16,-1-1-10 0,3 3-10 15,2 0-14-15,1-1-1 0,-1 3-10 0,1-7-21 16,-1-8-32-16,4-2-50 0,-6-1-54 16,3-2-83-16,-3-2-87 0,1-1-77 15,-2-3-95-15,0-2-146 0,0-6-56 0,3-7 72 16,0-4-360-16,4-4-407 0</inkml:trace>
  <inkml:trace contextRef="#ctx0" brushRef="#br0" timeOffset="81001.77">10954 10582 2470 0,'-2'-26'86'15,"-4"5"61"-15,0 4 43 0,-2 1 26 16,-1 3 15-16,0 0 18 0,0 1 14 0,4 4 6 16,-1-1-13-16,1 1-19 0,1 2-23 15,4 6-27-15,-3-10-14 0,3 10-27 16,16-5-65-16,5 4-91 0,17-3-127 0,7 1-162 16,5-1-174-16,13 1-210 0,6-1 61 15,0 4 64-15,3 2-338 0,5 5-377 0</inkml:trace>
  <inkml:trace contextRef="#ctx0" brushRef="#br0" timeOffset="81501.45">11969 10905 2909 0,'-9'2'290'0,"9"-2"6"0,0 0-6 0,-18-8-13 15,18 8-15-15,-2-9-21 0,2 9-22 16,12-14-22-16,3 2-22 0,8-7-15 15,6-2-20-15,-1 1-23 0,10-6-25 16,-2 0-23-16,3-3-15 0,-5-2-7 0,-1 0-6 16,-5-2-4-16,-6 8-3 0,-6 2-4 15,-1 7-2-15,-7 3-8 0,1 1-1 0,-7 4-2 16,-2 3 3-16,0 5-1 0,0 0 4 16,0 0-2-16,-36 23-1 0,22-10 1 0,-6 11 0 15,1 4 2-15,0-2 3 0,7 2-6 16,3 2 2-16,7-5-2 0,0-2-2 0,6-1-1 15,2 0-2-15,1-2 2 16,1-1-3-16,3-1 1 0,2-4-1 0,3-4-13 16,2-1-12-16,4-3-17 0,-3-2-13 15,4-4-9-15,3-2-7 0,9-6-7 0,-1 2-3 16,1-3 8-16,-5-1 4 0,-5 2 8 16,-7 0 6-16,0-2 19 0,-5 5 18 0,-3 0 15 15,-1 0 21-15,2 1 10 0,-5 1 8 16,-6 3 3-16,8-3 27 0,-8 3 1 0,0 0-5 15,0 0-2-15,0 12-3 0,0-12-5 16,-2 19-7-16,1-9-3 0,-1 2-11 0,2-1-4 16,0 3-7-16,2-2-27 15,-1 4-41-15,5-2-42 0,1 0-46 0,3-2-53 16,2-2-74-16,1-3-67 0,2-5-53 16,6 1-64-16,-2-6-55 0,13-4-85 0,2-7-55 15,2-2 56-15,0-2-355 0,1-14-407 16</inkml:trace>
  <inkml:trace contextRef="#ctx0" brushRef="#br0" timeOffset="81751.58">13259 10022 2568 0,'0'-29'31'0,"0"6"52"15,-1 6 41-15,-5 3 14 0,1 4 29 16,2 3 13-16,-6 7 28 0,9 0 16 0,-35 29 12 16,7 13 0-16,1 13-14 15,-4 27-12-15,1 9-22 0,3 10-15 0,-2 5-17 16,1 9-10-16,-4 10-15 0,-10 7-11 15,-12 35-12-15,-3-1-6 0,17-41-17 0,6-4-8 16,4-12-2-16,1-4-11 0,6-17-8 16,5-21-12-16,4-13-23 0,-2-8-23 0,9-15-9 15,1-10-27-15,2-13-35 0,4-5-42 16,0-3-49-16,0 0-45 0,17-32-41 0,0-3-35 16,3-16-30-16,2-8-29 0,9-23-6 15,1-5-2-15,1-4 4 0,3-10 8 0</inkml:trace>
  <inkml:trace contextRef="#ctx0" brushRef="#br0" timeOffset="81951.35">12901 11107 2498 0,'32'-70'-107'0,"-12"20"64"15,-2 7 68-15,-6 14 40 0,-3 7 20 16,-1 5 29-16,-3 5 24 0,0 3 50 16,1 5 33-16,-3 2 23 0,-3 2 9 0,0 0-1 15,0 0-10-15,22 16-19 0,-19-5-19 16,5 5-16-16,-3 1-16 0,3 2-19 16,-4 5-17-16,2-4-12 0,-4 2-11 0,-1 1-9 15,-1-5-11-15,2-1-10 0,-4-1-8 16,-1-1-4-16,-1-2-8 0,-4-2-4 0,-2-2-6 15,-2-3-21-15,-1-2-33 0,-1-2-43 16,-6-4-55-16,-1-5-77 0,-9-2-91 0,-1-5-92 16,2-4-105-16,5 1-178 0,3 3-3 15,7 2 67-15,5 2-390 0,-2 2-446 16</inkml:trace>
  <inkml:trace contextRef="#ctx0" brushRef="#br0" timeOffset="82569.17">13760 10816 3032 0,'4'-2'200'0,"-4"2"-16"0,0 0-14 16,0 0 1-16,10 13 7 0,-8-4 4 15,0 6-12-15,-2-1-9 0,0 6-11 16,-4 2-19-16,2 1-11 0,-6 9-10 0,4-5-11 15,-1-6-12-15,-5-1 3 0,0-3 5 16,-1 0 6-16,-8 4-1 0,-3-4-7 16,0-7-4-16,-1 0-5 0,1-4-8 0,-3-2-14 15,2-1-1-15,0-3-5 0,4-2-11 16,0-3-15-16,1-5-21 0,4-4-16 0,5-3-12 16,2-3-9-16,9-7-9 0,10-5 3 15,4 1 2-15,8 6 1 0,-1 3 0 0,-7 9 4 16,4 5 4-16,-5 4 15 0,-2 6 26 15,3 1 19-15,-1 6 16 0,2 4 11 16,2 7 6-16,-3-3 4 0,-2 7 0 16,2 0-11-16,-3-6-2 0,-1-1-8 0,-3-1-3 15,-1-4-3-15,-3-3-8 0,4-1 8 16,-6 0 11-16,3-3 8 0,-3 1 10 0,-3-6 3 16,10 3-10-16,-10-3-7 0,0 0-14 15,19-14-9-15,-10 5-23 0,5-9-23 0,6-4-8 16,2-4-18-16,1 2-3 0,4 0 4 15,-2 4-4-15,-9 4 5 0,2 6 4 0,-5 2 3 16,-2 2 6-16,-3 5 28 16,-8 1 20-16,17 0 22 0,-17 0 6 0,15 9 12 15,-11 0-6-15,2 4-5 0,-3 2-4 16,-1-1-8-16,4 2-1 0,-3 2-6 0,-2-3-5 16,5 1-4-16,-2-1-27 0,-1-3-26 15,1 0-14-15,2-1-15 0,-3-3-4 0,4 0-16 16,-2-1-14-16,3-4-26 0,-1 0-30 15,-7-3-32-15,0 0-30 0,29-3-50 16,-17-3-39-16,1-3-29 0,2-2-20 0,6-10-24 16,0 4-23-16,0-8-21 0,1 0-26 15,7-9-28-15,1-1-14 0,-1-7-466 16,3-4-422-16</inkml:trace>
  <inkml:trace contextRef="#ctx0" brushRef="#br0" timeOffset="82985.89">14576 10607 2363 0,'34'-56'-95'0,"-2"9"44"0,15-20 47 15,-4-1 22-15,1-2 24 0,-2 2 33 16,-10 18 45-16,-5 4 56 0,-6 17 45 0,-8 2 25 15,-1 9 8-15,-2 3 0 0,-7 5 6 16,-1 5 4-16,-2 5-1 0,0 0-5 0,0 0-10 16,-16 43-7-16,2-9 2 0,-6 14-1 15,5 6-3-15,-6 12-1 0,-1 15-10 0,1 4-10 16,1-17-23-16,2 2-15 0,-2-4-16 16,1-1-16-16,-1-1-14 0,0-6-15 0,3-5-11 15,-2-1-9-15,5-16-12 0,3-6-7 16,4-5-9-16,0-7-13 0,0-4-13 15,3-2-17-15,3-4-21 0,-1-2-39 16,2-6-39-16,0 0-38 0,0 0-34 0,0 0-29 16,5-33-26-16,-1 9-33 0,2-12-42 15,-2-3-37-15,-2-5-21 0,-2 7 15 0,-10 6 28 16,-7 10 36-16,-4 6 64 0,-2 10 78 16,-8 5 89-16,-8 5 65 0,-1 10 69 15,-4 6 53-15,2 4 50 0,6 4 25 0,7 2 28 16,12-2 12-16,2-2-2 0,9-3-6 15,5-3-21-15,2-4-21 0,5-2-20 0,5-1-23 16,3 0-16-16,4-3-23 0,4-4-82 16,-1-2-67-16,1-3 0 0,3 0 0 0,-2-2 0 15,-2 2-214-15,2-4-92 16,-6 0-102-16,3 2-107 0,-6 0-145 0,-4-4-179 16,0 4 77-16,-10 0 94 0,11-5-631 15,-11 5-757-15</inkml:trace>
  <inkml:trace contextRef="#ctx0" brushRef="#br0" timeOffset="83851.39">15405 11198 3944 0,'-8'7'148'16,"6"-3"0"-16,2-4-11 0,0 6-4 0,0-6-2 16,16 0-2-16,-16 0-14 0,22-4-12 15,-2 2-10-15,1-4-20 0,1 0-22 0,10-5-30 16,-5-3-19-16,2 1-13 16,-2-3-4-16,-4-2-1 0,-6 0-7 0,0-2 3 0,-8 0-1 15,0 3 3-15,-8-1 0 16,-1 1 2-16,-7-4-1 0,-1 2 3 0,-11-4-1 15,0 1 6-15,-6 3-5 0,0 5 1 16,3 3 3-16,2 3 0 0,-1 1-1 0,4 4 2 16,4-1-2-16,-2 1 1 0,1 1 2 15,5 0-1-15,-1-2 0 0,10 4-1 0,-10 0 7 16,10 0-1-16,0 0 3 0,0 0 2 16,0 0 0-16,31 6 0 0,-12-4-2 15,10-1-3-15,11 1 0 0,2 2-2 0,1 2 2 16,-3-2-1-16,-1 0 2 0,-3 4 5 15,-4-1 20-15,-7-3 11 0,-6 4 15 16,-4-2 7-16,-2 3 10 0,1-1 4 0,-5 3-7 16,1-1-4-16,-4 4-4 0,2 0-9 15,-5-2-14-15,1 1-37 0,0-1-50 0,-1 0-81 16,-1-2-99-16,0 1-105 0,5-2-153 16,-2-1-143-16,2-3 63 0,-1-2-420 0,4 1-470 15</inkml:trace>
  <inkml:trace contextRef="#ctx0" brushRef="#br0" timeOffset="84201.3">16339 10880 3142 0,'-31'5'266'0,"31"-5"8"16,0 0 8-16,-11-3-10 0,11 3 3 15,0 0-22-15,-5-2-16 0,5 2-29 0,0 0-18 16,0 0-23-16,0 0-18 0,28-8-41 15,-17 7-41-15,2-2-47 0,1 0-38 0,3-1-35 16,-2-2-36-16,5 0-34 0,-7-4-29 16,0 2-15-16,-1-1-11 0,-5-1 7 0,0 2 14 15,2 0 18-15,-9 2 8 0,0 6 22 16,-12-7 12-16,-3 9 26 0,-6 3 20 0,-12 9 32 16,-11 4 38-16,2 9 15 15,-1 4 24-15,2-1 18 0,5 4 11 0,8 1 3 16,9-6 3-16,5-2-3 0,3 2 3 15,9-8-10-15,2-1-5 0,0-3-9 0,6-3-11 16,1-2-29-16,5-1-50 0,1-2-53 16,0-1-108-16,7-4-113 0,1-2-135 0,1-4-194 15,19 0 45-15,-7-5 60 0,4-3-304 16,-2-4-308-16</inkml:trace>
  <inkml:trace contextRef="#ctx0" brushRef="#br0" timeOffset="84467.06">17143 10015 2638 0,'-12'-4'251'0,"5"4"-3"16,7 0 30-16,-17 15 17 0,0 15 24 16,-5 18 12-16,2 9 5 0,-3 25-18 0,0 9-29 15,6 3-28-15,-4 4-26 0,4 0-21 16,-2 5-23-16,0-1-45 0,-3-3-43 0,-4-4-46 15,0 1-40-15,1-4-44 0,-4-3-38 16,2-8-35-16,2-17-37 0,2-5-54 0,1-6-52 16,-3-9-54-16,6-3-51 15,4-15-41-15,3-7-69 0,3-9-111 0,1-2-27 16,7-8 59-16,1 0-337 0,0 0-358 16</inkml:trace>
  <inkml:trace contextRef="#ctx0" brushRef="#br0" timeOffset="84701.4">16837 10950 2396 0,'7'-14'111'0,"-3"2"77"16,-1 3 39-16,-1 3 32 0,0 0 13 0,0 0 8 16,-2 6 19-16,0 0 10 0,0 0 9 15,0 0-12-15,0 0-26 0,29 14-19 0,-19-3-24 16,-3 3-30-16,2 3-28 16,-5 2-25-16,0 3-8 0,-4-3-21 0,-2 3-9 15,-5 10-15-15,-6-3-7 0,-5-3-19 16,-1-1-20-16,-4-4-26 0,2-3-25 0,2-3-34 15,2-5-33-15,3-2-34 0,3-4-41 16,0-4-54-16,3-1-62 0,-1-4-69 0,3-5-64 16,2-5-81-16,4-6-146 0,10-14-57 15,7-11 63-15,12-4-475 0,11-21-553 16</inkml:trace>
  <inkml:trace contextRef="#ctx0" brushRef="#br0" timeOffset="84900.34">17384 10289 2907 0,'3'-4'101'0,"-3"0"88"15,0 4 32-15,0 0 15 0,2-7 14 16,-2 7 3-16,0 0 38 0,0 0 18 16,-7 23 13-16,-5 6 7 0,1 8-23 0,-11 15-26 15,4 2-25-15,-2 1-25 0,-1 1-27 16,5 4-21-16,-4-1-21 0,7 0-45 0,-1-7-54 16,3 2-60-16,-1-7-61 0,7-8-60 15,1-5-61-15,2-5-72 0,0-9-69 0,2-2-63 16,2-2-71-16,-2-5-75 0,6-2-104 15,-3-6-19-15,3 0 68 0,-6-3-447 0,0 0-505 16</inkml:trace>
  <inkml:trace contextRef="#ctx0" brushRef="#br0" timeOffset="85234.61">17412 10857 2723 0,'17'-15'2'16,"-5"4"75"-16,-5 2 54 0,1 3 51 0,-5 2 55 16,-3 4 49-16,0 0 34 0,0 0 28 15,16 12 1-15,-12-1 14 0,-4 1-17 0,0 3-22 16,-4-3-25-16,2 8-27 0,-3 0-23 15,-2 4-28-15,2-4-22 0,-8 9-21 0,2-6-18 16,2-3-15-16,-2-3-15 0,-1 0-27 16,1-3-18-16,2-3-24 0,-3-3-20 15,-3-1-33-15,3-4-30 0,3-5-32 0,-4-3-28 16,1-2-25-16,1-6-20 0,2-6-19 16,4-5-10-16,7-5-2 0,4-12 5 15,11-11 17-15,6 2 17 0,6 7 7 0,-1 8 13 16,-3 10 20-16,-1 9 25 0,-4 5 26 15,-5 9 32-15,-2 6 33 0,-4 1 29 16,0 5 17-16,-4 6 5 0,1 1 4 0,-2 3-11 16,-3 2-3-16,1 2-7 0,0 3 3 15,2-4-44-15,2 8-58 0,5-1-71 0,-3-8-78 16,1-7-90-16,5 1-82 0,2-4-84 16,0-2-111-16,5-3-161 0,-2-4 48 0,0 0 79 15,4-6-468-15,1-2-518 0</inkml:trace>
  <inkml:trace contextRef="#ctx0" brushRef="#br0" timeOffset="85450.2">18121 10545 3065 0,'-22'-6'185'0,"6"6"46"16,-4 3 37-16,-3 4 44 0,-13 6 42 16,-2 10 28-16,2 2 7 0,-1 4-8 0,10 4-22 15,4-6-46-15,1 4-24 0,8 0-32 16,3-2-27-16,2 5-19 0,4-7-26 0,1-6-41 15,4 0-44-15,0-3-67 0,4 1-73 16,-1-3-71-16,5 0-71 0,-1-4-77 0,5-4-93 16,1-1-106-16,-1-2-123 0,1-5-189 15,6-2 53-15,-2-3 77 0,6-1-577 16,10-7-680-16</inkml:trace>
  <inkml:trace contextRef="#ctx0" brushRef="#br0" timeOffset="85834.27">18399 10762 3777 0,'-9'0'253'0,"9"0"22"0,-14 0 6 16,14 0-10-16,0 0 8 0,0 0-8 16,0 0-12-16,0 0-23 0,0 0-23 15,0 0-25-15,37-11-19 0,-23 6-23 16,6-2-31-16,0-2-34 0,7-6-11 0,-6 4-22 15,4-6-17-15,-3-1-8 0,-6 4-4 16,-3-1-6-16,-3 3-7 0,-4 5-7 0,-4-3 7 16,-4 6-10-16,2 4 2 0,-23-4 0 15,-4 10-4-15,-22 6 25 0,-8 5 19 16,-3 5 20-16,-1 4 35 0,2 3 14 0,8 3 9 16,5-1 9-16,9 1-9 0,15-7-10 15,6 1-9-15,7-5-10 0,7-2-6 0,6-3-23 16,3-1-27-16,7-1-39 0,5-3-49 15,0-5-39-15,4-1-47 0,-1-1-36 16,5-1-44-16,-2-3-38 0,2 0-52 16,-4 0-64-16,2-3-56 0,-6 0-88 0,-2 2-135 15,-2 1-60-15,-3-1 79 0,-3-1-563 16,-9 2-663-16</inkml:trace>
  <inkml:trace contextRef="#ctx0" brushRef="#br0" timeOffset="86534.23">19310 10468 3301 0,'-4'10'111'0,"-3"4"51"0,-5 1 19 0,-7 13 14 15,0-1 11-15,-6 10 12 0,0 0 13 16,3 1-3-16,-1 1-14 0,7-8-10 0,1 0-26 16,2-2-17-16,9-7-19 0,0-1-14 15,6-4-28-15,1-1-12 0,6-4-24 0,2-3-17 16,6-3-32-16,2-3-26 15,2-4-22-15,11-7-6 0,4 0-3 0,-3-5 2 16,-3-2 8-16,-3-1 2 0,2-6 7 16,-6 2 9-16,0 0 12 0,-8 6 16 0,-3 2 15 15,-1 3 13-15,-6 3 14 0,1 2 7 16,-6 4 11-16,0 0-3 0,0 0-4 16,0 0 0-16,-8 22-7 0,7-6-5 0,-5 0-8 15,4-2-1-15,0 3-10 0,2 1-12 16,4-1-13-16,2 1-11 0,1-1-16 0,5 1-6 15,5-5-19-15,0-3-13 0,4-2-9 16,0-2-6-16,4-3-5 0,-4-3 1 0,1-2 6 16,-1-1 12-16,1-4 9 15,-6 0 17-15,2-3 12 0,-3-2 10 0,-2-3 9 16,-1 1 8-16,-5-3 8 0,1-4 1 16,0-2-3-16,-3-8-4 0,3-4-6 0,-2-1-6 15,1-2-16-15,1 0-27 0,-3 2-40 16,1 0-48-16,0 4-64 0,2 9-68 0,-5 6-70 15,1 4-84-15,2 4-132 0,-3 4-73 16,4 1 56-16,-2 2-421 0,-5 2-464 0</inkml:trace>
  <inkml:trace contextRef="#ctx0" brushRef="#br0" timeOffset="86734.34">20291 10392 3103 0,'3'-5'267'16,"-3"5"32"-16,0 0 8 0,0 0 9 0,0 0 16 15,0 0 5-15,0 0-7 0,-34 24-23 16,20 2-25-16,-2 8-32 0,-1 2-28 0,0 8-46 16,0-1-54-16,1 3-73 0,3-9-80 15,1-1-85-15,1-2-86 0,-2-1-111 0,1-1-103 16,-1-5-101-16,6-4-146 0,-1-5-8 16,2-5 83-16,3-3-494 0,1-3-554 15</inkml:trace>
  <inkml:trace contextRef="#ctx0" brushRef="#br0" timeOffset="86900.04">20405 10106 3190 0,'-1'-14'151'0,"-3"4"12"0,-2 5-6 16,3 2-13-16,-1-2-6 0,4 5-15 15,0 0-13-15,0 0-20 0,0 0-51 0,0 0-82 16,0 0-115-16,0 0-128 0,0 0-204 15,0 0-62-15,7 23 60 0,4-19-285 0,1-1-266 16</inkml:trace>
  <inkml:trace contextRef="#ctx0" brushRef="#br0" timeOffset="87533.51">20781 10032 2561 0,'0'0'322'0,"0"0"6"0,0 0 18 0,-24 35 4 16,8-4 14-16,-5 11 0 0,2 6-3 15,-2 5-26-15,2 3-27 0,-2 0-33 0,0 2-28 16,2-1-26-16,-2-1-20 0,4-2-28 16,-4-4-31-16,4-1-25 0,4-15-29 0,1-1-41 15,1-4-10-15,1-6-18 16,0-7-12-16,5-4-18 0,-1-1-5 0,1-4-13 16,-4-4-8-16,2-1-16 0,7-2-18 0,-19-5-20 15,11-2-21-15,1-4-20 0,-2-6-13 16,1-1-17-16,2-4-4 0,4-5-5 15,2 2-1-15,2-1-5 0,1-8-8 0,6 9-13 16,0 6 1-16,0 2 7 0,5 3 5 16,1-1 1-16,0 3 1 0,2 1 1 0,3 0 6 15,1 2 0-15,7-8 7 0,3 4 4 16,-1-4 10-16,3-1 11 0,8-2 16 16,4-4 10-16,-6 0 22 0,3-4 24 0,-1-1 29 15,-4-4 36-15,-1 2 44 0,-3-4 27 16,-5-1 29-16,-3-2 26 0,-6 7 25 15,-2 2 17-15,-6 4 9 0,0 6 13 16,-6 4-3-16,-3 6-3 0,-6 4-3 0,-1 3-5 16,5 2-2-16,-31 7-1 0,3 10 7 15,-11 10-6-15,-1 4-13 0,0 3-9 0,6 4-12 16,4 0-14-16,1 2-8 0,4-2-4 16,8-6-10-16,6-3-9 0,-1 0-4 0,4-7-4 15,4-5 3-15,3-3 6 0,1-2 1 16,1-2 7-16,10-2-2 0,-4-7 5 0,8 0 1 15,1 1-12-15,-2-4 0 0,2 1-7 16,2 0 0-16,-4-2 11 0,1 1 6 0,-1 2 9 16,-1 0 18-16,-1 5 0 0,-3-1 14 15,0 5 6-15,-1 0 9 0,-2 0-131 16,0 0-24-16,-3 3 0 0,-1-2 0 16,0 0 0-16,-2-4 0 0,4 0 0 0,-2 1 0 15,1 0 0-15,-3-7 0 0,2 11 0 16,1-7 0-16,-3-4-64 0,0 0-393 0,0 0-141 15,0 0-210-15,22-16-38 0,-10 3 87 16,-1-5-826-16,12-3-1025 0</inkml:trace>
  <inkml:trace contextRef="#ctx0" brushRef="#br0" timeOffset="88289.31">22125 9892 4190 0,'-31'10'92'0,"1"5"84"16,-3 4 36-16,-3 9 32 0,4 7 11 16,2 9 27-16,6-1-1 0,3 4 0 0,6 1-15 15,3 2-25-15,1-1-24 0,6-7-26 16,-4-3-30-16,4 1-28 0,-1-1-29 0,-3-6-21 16,1-2-16-16,-3-2-14 0,-2-4-8 15,-1-3-20-15,-1-9-9 0,-1 1-7 0,0-4-13 16,-5-1-12-16,3-5-23 15,0-2-20-15,-4-2-28 0,3-2-17 0,-5-4-19 16,-7-4-13-16,5-5-7 0,1-4 10 16,3-1 15-16,11-1 15 0,8 1 13 0,3 1 10 15,2 2 6-15,9-2 8 0,1 2 7 16,2 3 7-16,11-1 9 0,6 1 3 0,-1 4 2 16,4 2 3-16,6-3-14 0,12-1-35 15,3 1-45-15,6-5-62 0,2-1-49 0,4-5-37 16,3-1-16-16,14-10 6 0,-4 2 30 15,-6-8 31-15,-16 7 41 0,-7-6 55 0,-4-2 55 16,-2-1 41-16,-7 1 50 0,-6-1 40 16,-5 4 36-16,-10 10 44 0,-6 8 21 15,-9 3 17-15,-4 6 6 0,-3 5 6 16,-9 3 13-16,-5 6 16 0,-21 6 25 0,-7 10 16 16,0 8-2-16,-1 6-7 0,0 7-9 15,-8 13-15-15,16-8-13 0,4 0-14 0,6-1-13 16,1-3-14-16,8 1-18 0,10-11-14 15,4-3-16-15,-2-2-11 0,9-8-14 0,2-2-11 16,6-3-11-16,0-4-8 0,1 0-12 16,5-5-2-16,-1-1-9 0,0-4-1 0,2-2-34 15,-2 0-8-15,5-1 0 16,-3-1 0-16,-1 1 0 0,-3 1 0 0,-1 1 0 16,-10 1 0-16,0 0 0 0,16 4 0 15,-14 4 0-15,-2 0 0 0,-2 3 0 0,1-1 0 16,-3 2 0-16,2 0 0 0,0-1 0 15,0-2 0-15,2 1 0 0,0-2 0 0,6-2 0 16,-1 1 0-16,7-4 0 0,-1-1 0 16,11-4 0-16,2-3 0 0,13-3 0 0,-1-4 0 15,0 3 0-15,-4-1 0 0,-5 1 0 16,-6 3 0-16,-4 2 0 0,-2-1 0 0,-2 3 0 16,-1-1 0-16,0 3 0 15,-5-2 0-15,-7 2 0 0,17-2 0 0,-17 2 0 0,17 0 0 16,-7 0 0-16,1-1 0 15,2-3-26-15,7-1-562 0,1 2-141 0,1-4-153 16,10-5 73-16,-2 0 78 0,2 0-774 16,-3-3-952-16</inkml:trace>
  <inkml:trace contextRef="#ctx0" brushRef="#br0" timeOffset="88933.39">23872 9792 4220 0,'8'-6'54'0,"-6"9"52"0,-2-3 25 0,-2 15 18 16,-2 2 22-16,-10 16 21 0,-2 15 24 16,-4 6 32-16,-1 4 9 0,1 2 4 0,-1 1-14 15,-1-1-17-15,8 1-27 0,-6-7-19 16,4 1-21-16,0-5-13 0,0-3-15 0,7-12-14 16,-6-3-14-16,1-3-13 0,7-7-18 15,1-5-16-15,-2-4-21 0,2-2-31 0,3-4-35 16,1-1-37-16,-4-1-29 0,6-5-32 15,0 0-40-15,0 0-35 0,-3-20-28 16,3 6-22-16,-2-5-14 0,-2-7-4 16,-1 2 8-16,0-7 16 0,-1 7 32 0,-1 10 31 15,-2 3 43-15,-7 4 57 0,-3 4 45 16,-2 4 61-16,-15 6 46 0,-1 3 41 0,3 6 30 16,4 1 23-16,-1 4 8 0,4 0 4 15,5 0-2-15,5 4-2 0,6-5-17 0,7-2-17 16,6-1-15-16,2 1-29 0,5 1-36 15,8 2-52-15,5-2-58 0,11-4-74 0,2-3-89 16,5-4-113-16,1-4-121 16,5-2-167-16,0-4-93 0,2-5 62 0,2-3-594 0,2-4-701 15</inkml:trace>
  <inkml:trace contextRef="#ctx0" brushRef="#br0" timeOffset="89318.63">24131 10461 3610 0,'-7'6'214'0,"-3"-5"31"0,4 0 6 15,6-1-1-15,0 0-10 0,0 0-7 16,0 0-7-16,0 0-27 0,0 0-19 16,0 0-27-16,34-7-48 0,-16 4-57 15,1-2-51-15,4-3-44 0,-2 1-34 0,-2-4-28 16,3-4-23-16,-2 1-11 0,1-4-3 15,-6-2 5-15,-6 2 5 0,1-11 9 0,-2 4 8 16,-5 4 13-16,-1 4 16 0,-4 5 1 16,-3 2 13-16,-6 2 5 0,-7 5 16 0,-7 4 13 15,-15 7 27-15,-9 8 29 0,0 5 29 16,1 6 37-16,-1 2 19 0,10 3 11 0,5 2 9 16,5 0 8-16,9-5 3 0,9 2-3 15,8-4-6-15,3-3-12 0,2 0-11 0,7 6-9 16,3-1-23-16,1-5-29 0,4-1-38 15,2-2-41-15,4-4-55 0,-4-6-65 0,2-3-63 16,4-3-68-16,-2-3-84 16,3-2-130-16,12-3-84 0,5-4 43 0,-2-4-388 15,6-7-416-15</inkml:trace>
  <inkml:trace contextRef="#ctx0" brushRef="#br0" timeOffset="89552.22">25015 9691 2571 0,'-1'-12'118'0,"-5"7"106"0,-1 3 38 16,7 2 33-16,0 0 31 0,-37 17 33 16,15 5 18-16,-2 7 8 0,1 11-5 0,0 10-23 15,5 6-25-15,-5 6-32 16,3 5-28-16,-2 16-31 0,-1 0-34 0,2 1-43 16,4-17-34-16,0 0-52 0,-1-4-48 15,1-1-33-15,-2-4-66 0,2-4-39 0,3-3-52 16,2-5-50-16,0-11-80 0,0-5-83 15,1-1-78-15,6-7-112 0,-4-7-161 0,6-5 51 16,-1-2 80-16,2-2-492 0,2-6-557 16</inkml:trace>
  <inkml:trace contextRef="#ctx0" brushRef="#br0" timeOffset="89916.53">24920 10505 3491 0,'-11'2'330'16,"3"-2"-3"-16,8 0-6 0,-11 3-12 16,11-3-13-16,0 0-2 0,0 0-27 0,0 0-25 15,0 0-40-15,0 0-52 0,0 0-62 16,38-10-55-16,-23 5-41 0,0 0-35 0,6-2-33 16,-4-1-27-16,2 0-13 0,-1-3-6 15,0-1 5-15,-4 0 13 0,-1-3 21 0,3-1 19 16,-9 2 24-16,1 2 14 0,-3-2 12 15,-5 3 11-15,0-1 2 0,-5 2 8 16,-4 6 2-16,-7 0 6 0,-5 4 7 16,-16 6 6-16,-10 8 15 0,-3 7 19 0,3 5 14 15,3 4 14-15,4 4 6 0,8 2-6 16,5 1-6-16,11-5 4 0,4 0-5 0,8-5-1 16,4-4-9-16,2-4-11 0,1-1-16 15,3 1-12-15,2 0-13 0,3-4-17 0,2-1-27 16,3-2-28-16,1-2-28 0,4-3-47 15,0 0-71-15,2-2-106 0,3-3-111 0,1-4-156 16,10-3-123-16,1-2 72 0,9-10-559 16,3 0-644-16</inkml:trace>
  <inkml:trace contextRef="#ctx0" brushRef="#br0" timeOffset="90449.43">26045 9556 3498 0,'-6'-12'171'0,"-1"8"39"0,-4 6 21 16,11-2 22-16,-24 20 9 0,1 8 29 16,-2 11 10-16,-1 9 12 0,-1 7-10 15,0 5-20-15,-3 19-22 0,1 0-26 0,7-15-28 16,1 1-22-16,3 0-41 0,1 1-32 16,0-4-44-16,-3 0-33 0,4-6-33 0,-2 1-36 15,3-6-25-15,3-13-31 0,1-2-34 16,0-5-30-16,3-2-37 0,1-6-32 15,1-6-44-15,0-5-31 0,3-2-24 0,-1-3-18 16,-1-2-16-16,2-1-12 0,3-4-3 16,0 0 7-16,0 0 24 0,-24-18 31 15,14 5 78-15,-2-6 72 0,-3-9 64 0,0-3 43 16,-1 6 48-16,0 0 34 0,-6 1 50 16,8 7 46-16,-2 5 46 0,-2 1 44 0,5 2 25 15,2 2 14-15,3 0 9 0,1 2-7 16,-1 2-1-16,8 3-15 0,-3-5-26 15,3 5-16-15,0 0-20 0,23-11-18 0,-7 6-31 16,7-2-38-16,12-1-30 0,1-2-25 16,1-1-21-16,6 1-13 0,-3 2-1 15,-1-1 0-15,-3 0 0 0,-11 1 24 0,-2 6 22 16,1-1 25-16,-10 1 29 0,-2 0 34 16,-1 2 28-16,-11 0 14 0,20 7-8 0,-15 0-13 15,-1 2-14-15,-4 4-16 0,2 3-17 16,-2 3-15-16,-4 4-36 0,1 10-36 0,-1-6-42 15,-5 6-50-15,-2-1-49 0,6 0-51 16,-1-8-56-16,-1-2-75 0,-1-2-71 0,4-1-72 16,0-3-101-16,2-3-158 15,1-2 31-15,1-3 72 0,0-1-501 0,0-7-569 16</inkml:trace>
  <inkml:trace contextRef="#ctx0" brushRef="#br0" timeOffset="90600.1">26009 10299 3240 0,'-2'-12'142'16,"-2"3"15"-16,-1-1-1 0,2 4-11 0,1 0-15 16,2 6-11-16,-8-5-36 0,8 5-68 15,-5-6-100-15,5 6-126 0,0 0-156 0,-6-4-200 16,6 4 45-16,0 0 60 16,0 0-209-16,0 0-167 0</inkml:trace>
  <inkml:trace contextRef="#ctx0" brushRef="#br0" timeOffset="90966.05">25973 10428 2256 0,'-7'7'317'0,"2"-2"-3"0,3 2-9 0,-2 0-17 0,4 1-10 16,-2 1-21-16,2 0-22 0,-2 4-25 16,2-1-35-16,0 2-46 0,0-2-46 0,0 2-49 15,-2-3-42-15,2 1-31 0,0 0-30 16,-1-1-13-16,-1-3-7 0,4 0 3 15,-4-1 15-15,2-7 10 0,2 10 23 16,-2-10 27-16,0 0 10 0,0 0 14 0,0 0 12 16,0 0 25-16,9-23 21 0,-4 10 12 15,7-3 3-15,-1 0 5 0,1 3 6 0,1 5 12 16,-2-1 27-16,2 5 18 0,-2-2 8 16,-2 4-13-16,-1 2-14 0,-8 0 13 0,15 10-15 15,-10-1-5-15,3 5-3 0,-3-1-27 16,-2 3-8-16,3-1-15 0,-3 3-31 0,-1-1-31 15,6-3-24-15,-7 3-31 0,8-5-27 16,-4 3-32-16,3-3-36 0,-1-2-43 16,0-3-39-16,0 1-50 0,0-4-27 15,3-1-42-15,0-3-46 0,-10 0-71 0,22-3-101 16,-8-1-7-16,2-6-431 0,4 0-469 16</inkml:trace>
  <inkml:trace contextRef="#ctx0" brushRef="#br0" timeOffset="91365.86">26376 10614 2723 0,'0'0'95'0,"0"0"96"15,0 0 41-15,0 0 27 0,-17 12 12 16,9-6 0-16,1 1-3 0,-2 2-7 16,0-2-29-16,2 1-20 0,0-2-20 0,3 0-27 15,-3 1-27-15,7-2-25 0,0-5-30 16,0 7-28-16,0-7-26 0,0 0-27 0,0 0-25 16,18 2-18-16,-18-2-12 0,18-9-7 15,-9 3 4-15,2-3 1 0,1-3 14 16,1-2 24-16,1-2 17 0,-3 1 21 0,-2-1 19 15,-2 5 15-15,4 3 4 0,-8-2-1 16,3 5 11-16,-4 2 10 0,-2 3 6 16,0 0 4-16,0 0 13 0,-11 31 26 0,7-10-1 15,-3 3-10-15,4 10-9 0,-5 2-10 16,3 2-17-16,-4-1-10 0,-2 2-3 0,4 1 12 16,-2-5-10-16,-3 2-5 0,2-4-3 15,-1-3 0-15,-2-2 4 0,1-6-1 0,3-5 16 16,1-3 13-16,-5 1 8 0,4-6 7 15,-11 3 5-15,5-4-2 0,-6 2-3 16,-2-6-10-16,-4-1-99 0,-1 0 0 0,-17-6 0 16,-7 3 0-16,-11-9 0 0,2-3 0 15,2 1 0-15,5-3 0 0,16 1 0 0,-4-9 0 16,11 3-75-16,11-3-266 0,4-6-104 16,11-6-99-16,8-2-106 0,11-11-168 15,9 1 72-15,7 1 73 0,2 1-653 0,3 3-783 16</inkml:trace>
  <inkml:trace contextRef="#ctx0" brushRef="#br0" timeOffset="92099.34">27300 9819 4065 0,'8'-23'210'0,"0"7"10"16,-3 5-9-16,-3 2-9 0,0 2-9 0,2 7 34 16,-4 0 49-16,8 16 22 0,-1 13 10 15,-1 8-26-15,0 16-20 0,-5 7-19 16,-1 7-21-16,-3 2-22 0,-1-2-13 0,-2 0-16 15,-1 1-28-15,-1-4-23 0,-1-6-31 16,-1-4-35-16,4-12-46 0,-2-3-23 0,-1-4-69 16,2-4-63-16,-2-8-51 0,4-3-58 15,-1-7-77-15,3-3-97 0,-1-1-95 16,-2-4-121-16,2-5-130 0,4 0 56 16,0 0-661-16,0 0-835 0</inkml:trace>
  <inkml:trace contextRef="#ctx0" brushRef="#br0" timeOffset="92249.86">27308 10334 4022 0,'4'-15'316'0,"2"-1"6"0,1 2 21 0,5-1 10 16,7-8-17-16,2-1-22 0,6 1-28 15,3-8-29-15,2 2-29 0,-5 4-52 0,0 2-62 16,-3 1-79-16,-1-1-81 0,2-2-89 16,-6 6-96-16,-4 3-96 0,-4 5-89 0,-1-1-80 15,-6 6-133-15,-2 2-78 0,-2 4 63 16,0 0-537-16,0 0-645 0</inkml:trace>
  <inkml:trace contextRef="#ctx0" brushRef="#br0" timeOffset="92415.65">27354 10311 3365 0,'-2'13'101'0,"2"-5"45"0,2 3 30 0,3-2 31 16,4-1 32-16,0 1 17 0,6 3 4 16,0-3-15-16,-2 2-16 0,5-1-24 15,-5-1-26-15,2 1-13 0,-2 0-43 0,1 1-49 16,-3-5-77-16,0 5-96 0,0-4-130 15,-4-1-149-15,-2 0-177 0,3 0-142 16,0-2 63-16,1-3-514 0,1 3-616 16</inkml:trace>
  <inkml:trace contextRef="#ctx0" brushRef="#br0" timeOffset="92784.4">27974 10543 3741 0,'-14'2'352'0,"5"2"-14"0,-2-2 8 0,11-2 7 16,-9 2-3-16,9-2-21 0,0 0-27 16,-2 5-25-16,2-5-28 0,0 0-26 0,27 6-33 15,-14-6-45-15,3 0-40 0,0-4-47 16,4 0-39-16,-1-3-40 0,0-3-35 16,0 0-12-16,4-9-5 0,-4-1 6 0,-2-6 5 15,-6 6 10-15,-2 1 6 0,-4 2-1 16,-1 1 8-16,-4 6 2 0,-4 0 0 15,-4 3 10-15,-5 5 16 0,0 4 22 0,-12 5 25 16,-7 7 14-16,-9 8 27 0,-1 7 14 16,10 3 20-16,3 1 14 0,12-2 5 0,0 0 0 15,3-1-9-15,7 2-10 0,3-6-9 16,4-4-10-16,4-2-9 0,1 1-11 16,8-3-41-16,1 3-48 0,6-6-73 15,-2-4-82-15,15-1-91 0,-9-7-109 0,5 1-123 16,-2-4-125-16,15-1-161 0,2-6 20 15,9-6 80-15,5-2-630 0,1 0-769 16</inkml:trace>
  <inkml:trace contextRef="#ctx0" brushRef="#br0" timeOffset="92984.38">29103 10119 3809 0,'2'-13'145'0,"-4"5"51"16,-3 4 44-16,5 4 53 0,0 0 64 15,-50 24 46-15,14 7 22 0,-7 8 9 0,-11 18-12 16,-3 12-35-16,-4 4-28 0,2 4-35 0,0 2-26 15,3 2-199-15,4-2-99 16,7 3 0-16,-3-5 0 0,6-5 0 0,12-17 0 16,-1-2 0-16,5-5 0 0,3-3 0 15,8-12 0-15,1-4 0 0,5-9 0 0,-1-4-96 16,4-6-402-16,0-7-106 0,3-1-123 16,3-2-121-16,0 0 75 0,-4-17-807 0,2 3-1021 15</inkml:trace>
  <inkml:trace contextRef="#ctx0" brushRef="#br0" timeOffset="93149.32">28583 10294 4675 0,'4'-5'122'0,"-2"7"51"0,-2-2 41 15,2 19 49-15,-4-5 25 0,0 6 12 16,-2 5-10-16,4 0-24 0,0 1-24 0,0 0-29 16,2-3-24-16,4 0-63 0,-3-3-85 15,3-5-110-15,-1 1-123 0,4-8-141 16,0 3-186-16,-2-8-220 0,3 0-48 15,-2-3 89-15,-8 0-685 0,0 0-835 0</inkml:trace>
  <inkml:trace contextRef="#ctx0" brushRef="#br0" timeOffset="93316.19">28813 10639 4386 0,'-14'0'333'0,"14"0"-21"16,0 0-17-16,0 0-19 0,-16-5-29 15,16 5-24-15,0 0-47 0,0 0-72 0,-9-2-95 16,9 2-122-16,0 0-172 0,0 0-207 16,0 0-268-16,0 0 56 0,0 0 85 0,0 0-533 15,0 0-620-15</inkml:trace>
  <inkml:trace contextRef="#ctx0" brushRef="#br0" timeOffset="98931.36">3548 12765 2172 0,'0'0'645'0,"0"0"-211"0,0 0-130 16,0 0-57-16,0 0-33 0,0 0-12 16,-55 26-14-16,28-5-10 0,-6 10 14 0,-3 0 0 15,2 6-5-15,2 1-9 0,3-2-10 16,4 4-8-16,2-3-16 0,10-6-7 16,1 2-20-16,9-8-12 0,1-2-8 0,4 0-12 15,1 0 1-15,4-3-13 0,2-1-6 16,2 0-7-16,3-1-46 0,-1-5-46 0,3-1-54 15,-2-2-62-15,0-1-68 0,-1-3-71 16,3-4-72-16,0 0-74 0,-2-6-77 16,7-4-140-16,5-9-2 0,1-4-461 15,7-11-583-15</inkml:trace>
  <inkml:trace contextRef="#ctx0" brushRef="#br0" timeOffset="99515.45">3720 13062 2933 0,'18'-19'0'16,"-2"4"66"-16,-5 1 49 0,-2 5 28 15,0 2 12-15,-4 1 3 0,-1 1 9 0,-4 5 35 16,0 0 35-16,0 0 17 0,23 10-5 15,-16-2-16-15,1 3-14 0,1 6-14 0,1-2-9 16,-1 0-22-16,-1 5-14 0,0-3-12 16,-4 1-3-16,0-3-33 0,-4-1-3 15,-6 3-8-15,-2-1-16 0,-5 0-5 0,-9 3-9 16,-3 0-11-16,2-6-33 16,-1-4-26-16,1-4-20 0,5-7-10 0,-2-4-14 0,-3-13-7 15,7-10-5-15,7-2 2 16,6-6 5-16,6 8 4 0,4-4 6 0,6 4 4 15,2 6 1-15,0 7 1 0,3 6 4 16,-2 6 3-16,6 4 14 0,12 7 10 0,0 5 2 16,6 10-1-16,2 2 6 0,-2 5-2 15,0 0 1-15,-1-2-1 0,-5 0 3 16,-6-4-5-16,-1-3 1 0,-3-3-3 0,-3-3 4 16,-1-5 0-16,-5-3-2 0,-2-2 0 15,0-4-1-15,-13 0-8 0,25-10 1 0,-10-1-3 16,1-2-3-16,0-15-6 0,0-5-12 15,-3-2 1-15,3-9 4 0,-1-5 2 16,-5 9 2-16,-1 4-1 0,-3 11 6 16,-3 4 2-16,2 6-3 0,-5 5 1 0,-3 6 3 15,3 4 15-15,0 0 8 0,0 0 4 16,-22 22 5-16,12-3 15 0,-1 12 2 16,1 0-4-16,7 3-1 0,-2-5-7 0,10-3 0 15,2 7 0-15,6-2 1 0,6-2-6 16,3-4 3-16,-2-1 1 0,3-1 10 0,-2-5 18 15,-4-4 9-15,-3-2 12 0,-5-2 13 16,-3-3 9-16,-1 2 25 0,-3 0 31 0,-6 0 3 16,-5 3-12-16,-16 2-12 0,-4 1-27 15,-3-3-8-15,-4 1-13 0,0-3-7 16,0 1-10-16,-1-6-20 0,8-1-41 16,5-1-58-16,1-3-78 0,4 0-55 0,2-3-79 15,0-1-106-15,6-4-108 0,1 0-141 16,6-3-204-16,2-1 69 0,6-3 81 15,2 1-528-15,9-1-667 0</inkml:trace>
  <inkml:trace contextRef="#ctx0" brushRef="#br0" timeOffset="99882.4">4724 13135 3558 0,'0'0'64'0,"9"-2"16"0,-9 2 15 15,0 0 28-15,0 0 23 16,0 0 10-16,15 6 6 0,-15-6-6 0,14 4-10 15,-5 0-15-15,3-4-14 0,1 3-11 16,3-3-9-16,0 0-13 0,4 0-7 0,-2-3-6 16,0-1-5-16,1-4-14 0,0 1-8 15,-4-3-11-15,0-4 0 0,-3-1 1 0,-4-7-8 16,-3 1-4-16,-5 1-1 0,-2-2 1 16,-5 0-5-16,0 8-5 0,-5 0-2 15,-8 6-3-15,4 6 6 0,-11 5 9 0,-9 9 25 16,-7 11 10-16,7 4 21 15,2 7 25-15,7 2 23 0,12-5-9 0,0 2 1 16,7 0-8-16,6-1 1 0,6 2-6 16,5-1-10-16,5-3-4 0,8 1-9 0,2-5-9 15,0-4-11-15,5-2-11 0,0-3-37 16,1-8-35-16,-1 0-52 0,-4-5-44 0,2-2-63 16,-2-2-78-16,2-4-81 0,0-2-97 15,-2 1-128-15,-4-3-204 0,1 0 62 16,-4-5 83-16,1 3-451 0,-8 0-546 0</inkml:trace>
  <inkml:trace contextRef="#ctx0" brushRef="#br0" timeOffset="100097.7">5528 13004 3452 0,'-11'-9'317'0,"1"2"15"15,2 1 8-15,3 0-7 0,1 1-12 16,4 5-13-16,-6-5-26 0,6 5-26 0,0 0-28 16,0 0-20-16,15-3-91 0,-15 3-102 15,16 1-130-15,-16-1-149 0,16 7-166 0,-8-2-184 16,0 2-135-16,-2 2 79 0,-1 1-577 16,-1 5-709-16</inkml:trace>
  <inkml:trace contextRef="#ctx0" brushRef="#br0" timeOffset="100264.56">5515 13316 3827 0,'-7'-7'183'0,"0"2"10"16,5 1-13-16,2 4-16 0,-2-6-16 0,2 6-21 16,0 0-69-16,11-7-105 0,-2 5-143 15,2-1-186-15,6-1-276 0,-2-1 44 0,5 1 66 16,0-2-297-16,-1 2-323 0</inkml:trace>
  <inkml:trace contextRef="#ctx0" brushRef="#br0" timeOffset="100615.98">5867 12913 2697 0,'-4'-12'248'0,"2"2"8"0,0 3-8 15,6-1-20-15,0 2-10 0,4 0-8 16,3 4-10-16,4-1-16 0,1 6-20 0,0-1-15 15,4 6-14-15,1 2-17 0,-3 1-13 16,-2 13-9-16,-7-2-8 0,-5-2-9 0,-4 3-6 16,-4 9-9-16,-7 2-7 15,-3-3-1-15,3 0 15 0,0-4 23 0,-1-5 16 16,7-5 15-16,-1-5 31 0,4-3 20 16,1 3 14-16,2-1-7 0,5-1-4 0,-1 2-19 15,6 0-13-15,0 3-12 0,0-1-13 16,3 0-7-16,-3 1-12 0,0 2-11 0,1-3-9 15,-1 3-6-15,-1-2-8 0,-3 3 2 16,1-3-16-16,-3-1-50 0,-3 1-5 16,-2-1 0-16,-2 1 0 0,-1 1 0 0,-7 2 0 15,-7 4 0-15,-2-2-167 0,-7 3-126 16,-5-5-100-16,-8 6-120 0,0 0-142 0,-7-3-189 16,-4 2 57-16,2-3 92 15,-1-1-612-15,-4-3-766 0</inkml:trace>
  <inkml:trace contextRef="#ctx0" brushRef="#br0" timeOffset="100914.32">2890 14024 3891 0,'-57'10'76'0,"8"-8"14"0,10 2 22 0,3 1 28 15,9-3 13-15,9 2 12 0,4 0 9 16,10 0 22-16,4-4 4 0,36 10-14 15,34-3-18-15,52-9-13 0,32-3-2 16,88-17-58-16,15 1-75 0,15-6-94 0,13-4-71 16,0 4-50-16,-5 0-21 0,-9 1 7 15,-16 6 17-15,-19 1 19 0,-67 6 17 16,-23 2 24-16,-25 1 30 0,-42 3 34 0,-14 0 38 16,-23 2 47-16,-13 0 41 0,-11 2 30 15,-4-1 9-15,-8 0-5 0,-6 4-13 0,0 0-6 16,0 0-10-16,0 0-28 0,0 0-71 15,-35-4-78-15,35 4-115 0,-19 6-131 0,14 0-215 16,-5 0-38-16,4 1 64 0,0-3-270 16,6-4-306-16</inkml:trace>
  <inkml:trace contextRef="#ctx0" brushRef="#br0" timeOffset="101714.45">8144 13254 2716 0,'-4'-10'223'0,"-1"0"-6"0,1 6-17 15,4 4-21-15,-7-1 6 0,7 1 34 16,-9 13 6-16,4 4 1 0,-2 4-6 15,-1 11-9-15,5 4-21 0,-4 3-3 0,7-2-22 16,0 3-19-16,4-3-4 0,0-1-25 16,2-5-12-16,-1-3-4 0,3-8-15 15,-3 0-9-15,2-4-8 0,-2-4-4 16,1-1-2-16,-1 1-10 0,3-6-1 0,4 0-3 16,-1-4-11-16,3-4-6 0,2-4-5 15,2 0-5-15,2-4 2 0,2 4-5 0,-7-1-5 16,-2 1 0-16,-2 2-4 0,3 2 0 15,-5 0 0-15,-9 2-1 0,23 5-2 0,-10 0 11 16,-1 1 1-16,1 0 0 0,1 1-1 16,-1 1 6-16,7 2-9 0,0-3 7 15,3-1 0-15,2-4-3 0,15 2-8 16,-8-6-6-16,10-4 10 0,-2-3-5 16,-2-3 5-16,1-3 0 0,-5-2 0 0,-2-2 5 0,-5-3-7 15,0-2-1-15,-7-1 3 16,-2-3 15-16,-3 0 4 0,-5-1 0 0,-3-1-5 15,-3 4-7-15,1 3-11 0,-5 5-4 16,0 0-20-16,0 5-40 0,0 1-59 0,0 3-71 16,-1 3-94-16,-5 2-123 0,6 4-138 15,0 0-250-15,0 0 56 0,-29 13 90 0,26-4-540 16,-3 0-647-16</inkml:trace>
  <inkml:trace contextRef="#ctx0" brushRef="#br0" timeOffset="102047.65">9438 13389 3713 0,'2'-10'270'0,"-2"10"18"0,-2-7 15 0,2 7 16 15,0 0-4-15,0 0-4 0,-5-10-18 16,5 10-27-16,0 0-26 0,0 0-25 0,0 0-19 16,9-4-22-16,-9 4-20 0,20 0-29 15,-20 0-54-15,28 0-68 0,-9-3-54 0,-2-2-42 16,6 1-36-16,-1-4-22 0,-2 1-7 15,-4-3 0-15,0 0 15 0,0-4 12 16,-9 0 15-16,-3-1 10 0,0 1 21 0,-4 2 26 16,-2 0 16-16,-6 4 13 0,-2 1 21 15,-6 3 18-15,-7 8 19 0,-19 3 12 16,-8 10 15-16,-2 7 21 0,3 3 22 16,3 4 12-16,8 3 6 0,2 6-1 0,10-2-6 15,8-6-9-15,9-1-6 0,3 2-7 16,10-6-12-16,7 2-7 0,8-5-47 0,3-2-69 15,4-5-78-15,7-3-106 0,-1-4-131 16,2-5-157-16,0-7-214 0,6-2-2 0,-2-5 71 16,1-1-550-16,1-4-677 0</inkml:trace>
  <inkml:trace contextRef="#ctx0" brushRef="#br0" timeOffset="102514.3">10554 13269 3792 0,'0'0'264'0,"-31"-1"22"0,31 1 7 16,-18 1 5-16,7 5-2 0,-1-1-14 0,3 7-17 15,2 0-31-15,1 5-24 0,0 2-21 16,2 5-23-16,4-4-14 0,4 4-45 0,4 5-56 16,3 0-49-16,2-9-51 0,1-3-37 15,9 0-27-15,-6-3-18 0,0-8-4 16,-2 1 5-16,3-3 11 0,-6-4 17 15,2 0 10-15,-3-4 15 0,5-1 26 0,-5-3 15 16,0 3 24-16,0-1 15 0,-2 1 9 16,-4 2 3-16,4-1 3 0,-9 4 9 15,0 0 21-15,14 2 9 0,-14-2 6 0,10 10 4 16,-9-1-11-16,5-1-4 0,2 3-2 16,3-1-2-16,0 2-7 0,3-2-2 0,4-1-4 15,0-1-4-15,4-4-6 0,3-1 2 16,0-3-3-16,2-3 1 0,8-4 3 0,1-3-10 15,0-4 3-15,-5-1-5 0,-1-4-1 16,-5 2 2-16,0-5 9 0,-4-2 6 0,-4-1 6 16,0 2-4-16,-3-5-3 15,-5 5-2-15,-2 6-5 0,0 3-8 0,-4 2-18 16,1 3-36-16,2-2-42 0,-5 4-56 16,-1 4-63-16,0 3-93 0,0 0-103 15,-7-8-127-15,7 8-216 0,0 0 53 0,0 0 85 16,0 0-480-16,0 0-551 0</inkml:trace>
  <inkml:trace contextRef="#ctx0" brushRef="#br0" timeOffset="103198.93">11707 13346 3477 0,'0'0'264'0,"0"0"17"0,0 0 0 15,0 0 4-15,0 0 22 0,0 0 15 16,0 0 2-16,-18 14-22 0,14-3-29 15,-1 2-25-15,-1 3-28 0,0 5-21 16,-4-3-18-16,3 2-22 0,-9 5-13 0,3-1-24 16,-4-2-12-16,-2-1-24 0,-4-1-22 15,2-6-15-15,4-3-25 0,-9 0-15 0,-3 3-28 16,8-6-31-16,2-6-16 0,4-2-19 16,2-5-13-16,-1-2-8 0,6-7-15 0,5-1 6 15,5-10 5-15,1-10 15 0,10 3 9 16,7 0 9-16,-3 7 8 0,2 2 11 0,-4 9 17 15,0 3 15-15,-1 5 23 16,-3 2 19-16,0 4 24 0,-11 0 7 0,25 6 15 16,-11 2 7-16,-1-1 2 0,1 7-8 15,-1-2-3-15,0-3-11 0,-1 2 2 0,0 1-13 16,1-4-1-16,-2 2-3 0,-2-4-6 16,1 1 0-16,-1-4-13 0,0 1-16 0,0-1 1 15,-9-3-10-15,16-2 1 0,-16 2-14 16,16-3 1-16,-16 3 4 0,13-5 0 15,-13 5 2-15,11-4 3 0,-11 4 0 0,12-3 2 16,-12 3 11-16,0 0 9 16,13 0 10-16,-13 0 11 0,0 0 13 0,0 0 15 0,0 0 5 15,21 2 4-15,-21-2-16 16,11 6-7-16,-5-2-4 0,0-1-7 0,4 1-10 16,-3 4-28-16,0-3-34 0,5 0-36 15,-2-1-31-15,-1 3-34 0,1-2-44 0,3 0-24 16,-1 0-41-16,-1 0-32 0,2-1-20 15,1-3 1-15,1 1 12 0,-1-2 23 0,-2-2 29 16,4-3 23-16,-1-2 30 0,4-1 30 16,-2-6 31-16,6-6 31 0,0-1 21 15,0-4 23-15,1-12 27 0,3-1 16 0,0 0 24 16,2-4 22-16,-5 1 20 0,3 3 23 16,-5 7 25-16,-4 9 10 0,-6 5 4 0,-3 1-2 15,0 5-13-15,-1 1-13 16,-2 2-12-16,-6 8-9 0,0 0-17 0,0 0-19 15,0 0-33-15,0 0-41 0,-1 25-63 16,-4-13-70-16,1 0-65 0,0 1-84 0,-1 1-89 16,1-3-155-16,2 1-8 0,2-3 62 15,0-2-248-15,2 0-246 0</inkml:trace>
  <inkml:trace contextRef="#ctx0" brushRef="#br0" timeOffset="103447.22">13016 12458 2479 0,'7'-29'310'0,"-3"7"24"16,-1 5 8-16,-1 3-15 0,-2 6 6 0,0 3 18 15,0 5 6-15,0 0 3 0,-5 25-24 16,-5 11-30-16,-2 17-29 0,-1 5-28 0,2 6-27 16,-2 6-20-16,-11 21-24 0,4 2-14 15,-5 1-27-15,0 2-20 0,-2 4-13 0,2 1-11 16,3-4-18-16,-1-5-29 0,2-3-31 15,4-23-39-15,0-2-43 0,0-4-54 16,1-5-60-16,2-5-65 0,2-18-85 16,4-8-78-16,5-10-91 0,-1-1-112 0,0-9-142 15,4-4 69-15,0 0-602 0,0 0-746 16</inkml:trace>
  <inkml:trace contextRef="#ctx0" brushRef="#br0" timeOffset="103614.28">12451 13240 3927 0,'-25'-1'224'0,"7"1"38"0,0 0 16 16,5 0 30-16,13 0 10 0,-17 1 4 0,17-1-12 16,0 0-28-16,0 0-25 0,0 0-30 15,51 13-58-15,-7-13-80 0,2-2-105 0,3-2-115 16,12 1-111-16,3-2-108 0,-1 0-133 16,-2-2-194-16,-13 3-66 0,0 1 78 15,1-2-582-15,-1 3-708 0</inkml:trace>
  <inkml:trace contextRef="#ctx0" brushRef="#br0" timeOffset="104413.55">15087 12514 3352 0,'11'-29'27'0,"-5"9"58"0,-2 8 12 15,-2 9 5-15,-2 3 22 0,0 0 18 16,-18 58 23-16,2-4 28 0,-4 9 21 0,-6 21 16 15,1 5 18-15,2 2 14 0,4-4-3 16,5-15-10-16,5 1-15 0,2-1-23 0,5-1-20 16,-4-4-22-16,6-1-18 15,2-8-14-15,-2-10-18 0,4-5-30 0,-1-4-25 16,-1-5-26-16,0-7-33 0,2-7-33 16,-2-5-31-16,-1-1-23 0,1-3-23 0,-2-1-29 15,2-2-21-15,-2-2-19 0,0-6-18 16,0 0-8-16,0 0 4 0,0 0 15 0,-26-20 15 15,3-1 29-15,2-2 34 0,-8 0 47 16,-5-4 35-16,-6 5 36 0,-8 3 33 0,1 3 28 16,-3 4 20-16,2 5 21 0,1 6 21 15,1-1 22-15,4 4 14 0,3 1 9 16,8-1-5-16,8-2-14 0,6 3-13 16,6 1-11-16,5-1-16 0,6-3 2 0,0 0-17 15,34 11-10-15,18-10-20 0,24-4-37 16,35-9-46-16,5-5-59 0,4-2-59 15,2 0-51-15,-7 2-45 0,-7 2-42 0,-36 4-16 16,-10 5 18-16,-13 2 19 0,-17 2 35 16,-9 2 80-16,-6 2 58 0,-12 5 65 0,2 2 58 15,-9 2 53-15,-8 5 49 0,-13 7 39 16,4 2 34-16,-2 2 13 0,0-3-3 0,2 0-16 16,5 2-18-16,7-6-20 0,3 0-19 15,4-4-17-15,11-1-19 0,10 7-40 16,8-7-46-16,3-3-55 0,4-5-66 0,5-4-59 15,3-3-44-15,0-6-32 0,8-2-25 16,0-6 4-16,-4-5 3 0,-6 0 23 16,-4-5 28-16,-6-8 41 0,-7 0 38 0,-6-1 30 15,-8-1 20-15,-3-2 17 0,-8-2 16 16,-6 1 14-16,-5 5 15 0,-6 2 2 0,-6 2 2 16,-3 8-5-16,-7 2-2 0,-2 3-2 15,1 7-19-15,5 1-18 0,6 7-36 0,1 0-58 16,1 3-101-16,4 1-113 0,2 2-131 15,4 3-215-15,5-2 49 0,3-2 69 16,3-5-370-16,14 8-414 0</inkml:trace>
  <inkml:trace contextRef="#ctx0" brushRef="#br0" timeOffset="104830.45">17208 12383 3086 0,'0'0'294'0,"-25"15"28"0,7 11 33 0,-5 13 30 16,-2 12 22-16,-2 5 1 15,-7 20-22-15,1 6-32 0,6 2-31 0,2 0-32 0,6-14-29 16,4-2-27-16,4 2-24 0,-3-2-26 16,5-1-33-16,-3-8-37 0,3 1-35 0,0-8-42 15,1-12-31-15,0-4-40 16,1-4-30-16,1-10-33 0,2-3-31 0,2-3-25 15,-1-6-25-15,-2 1-27 0,3-5-32 16,0-1-50-16,2-5-31 0,0 0-17 0,0 0-12 16,-12-15 3-16,8-2 10 0,0-6 18 15,-1-2 32-15,0-9 37 0,-4 3 47 0,0 6 39 16,-9 6 49-16,-2 5 57 0,-2 9 51 16,-3 1 68-16,-1 8 65 0,-12 3 48 0,2 8 40 15,3 3 30-15,-4 9 8 0,13-2 0 16,3 2-3-16,5-1-29 0,5 3-20 15,6-5-18-15,3-4-22 0,6-2-49 16,3 1-55-16,12 2-63 0,-4-3-84 0,3-7-98 16,2-1-97-16,11 0-92 0,-5-6-87 15,1-2-117-15,-2-2-66 0,4-4 71 16,9-4-396-16,2-4-446 0</inkml:trace>
  <inkml:trace contextRef="#ctx0" brushRef="#br0" timeOffset="105180.19">17201 13447 3068 0,'-11'4'273'0,"0"2"28"0,2-1 14 15,3-2 5-15,6-3-6 0,-10 7-9 16,10-7-19-16,0 0-20 0,-5 4-21 16,5-4-23-16,0 0-27 0,0 0-45 0,0 0-43 15,30 0-40-15,-30 0-25 0,27-11-36 16,-14 5-26-16,5-6-29 0,-2-2-19 0,6-3-11 15,-1-2-6-15,-5-3 3 0,0-5 0 16,-3 4 5-16,-3 3 0 0,-4 7 13 0,-6 3 4 16,-6-1 9-16,-4 6 4 0,-5 3 3 15,-4 2 25-15,-17 9 22 0,2 1 25 16,-2 7 15-16,0 0 16 0,9 6 2 16,2 1 7-16,4 3 1 0,1 0-1 0,9-2-2 0,6-3-6 15,1-3-3-15,4-2-6 16,4-1-19-16,-1-3-20 0,6-1-21 0,4 0-39 15,1-1-55-15,6-3-78 0,-6-3-105 16,8-3-115-16,1 0-143 0,2-6-160 16,-1 2 65-16,15-6-497 0,-2-1-604 0</inkml:trace>
  <inkml:trace contextRef="#ctx0" brushRef="#br0" timeOffset="105430.53">18221 12491 3450 0,'-22'-2'166'0,"3"5"24"16,1 6 35-16,-7 8 27 16,1 8 57-16,-4 11 35 0,-1 5 12 0,2 8 1 15,2 4-29-15,2 8-24 0,3 3-31 16,1 2-28-16,-3-1-25 0,6 3-41 16,-6-4-28-16,6 0-26 0,-4-1-30 0,5-4-31 15,-4-5-33-15,3 0-43 0,2-8-42 16,2-10-54-16,2-4-53 0,3-6-56 0,3-7-71 15,1-2-82-15,1-7-72 16,-1 0-92-16,8-6-116 0,-2-1-74 0,-3-3 81 16,0 0-534-16,36-19-643 0</inkml:trace>
  <inkml:trace contextRef="#ctx0" brushRef="#br0" timeOffset="105746.71">17974 13401 3585 0,'-13'11'188'16,"1"-2"31"-16,5 0 25 0,-3-4 17 0,7 5 24 15,-4-5 13-15,3 2-10 0,4-7-25 16,-1 9-23-16,1-9-28 0,3 10-32 16,-3-10-42-16,14 4-42 0,-14-4-38 0,20-1-36 15,-8-2-28-15,1 1-30 0,1-4-25 16,1-3-16-16,10-5-6 0,-4-5 10 0,-6 3 7 16,6-5-2-16,-10 4 1 15,1 3-2-15,-8 2-1 0,-2 0 2 0,-4 7 6 16,-5-3 9-16,-5 4 5 0,-10 3 6 15,-2 2 5-15,-14 5 7 0,2 4 17 0,0 5 18 16,3 2 14-16,5 5 12 0,3 3 7 16,1 0 2-16,6 2 3 0,2-2-3 0,5 1 1 15,6-4-10-15,1-1 0 0,4-4-13 16,0 0-17-16,6-2-32 0,-3-3-37 0,6 2-62 16,4-6-80-16,-1 1-86 0,4-1-96 15,3-4-116-15,0-2-141 0,8 0 47 16,3-2-418-16,17-2-496 0</inkml:trace>
  <inkml:trace contextRef="#ctx0" brushRef="#br0" timeOffset="105998.43">19032 12483 3207 0,'-25'6'236'0,"3"3"14"0,4 1 19 16,-7 11 22-16,-4 12 39 0,4 4 36 0,2 8-8 15,3 3-24-15,2 8-34 16,4 2-30-16,0 6-37 0,-1 0-30 0,3-1-29 0,-3-2-36 16,1-1-23-16,1-2-29 15,2-2-22-15,-4-1-21 0,0-6-40 0,-3-2-39 16,7-9-50-16,-1-2-63 0,1-4-77 16,-2-3-96-16,7-5-100 0,-3-5-118 0,3-4-203 15,0-3 31-15,0 0 79 0,2-8-524 16,1 1-623-16</inkml:trace>
  <inkml:trace contextRef="#ctx0" brushRef="#br0" timeOffset="106180.43">18447 13329 3691 0,'-8'-4'360'0,"-2"-2"36"16,10 6 5-16,-9-7-8 0,9 7-17 15,0 0-22-15,-4-5-27 0,4 5-34 0,0 0-30 16,0 0-71-16,46 4-92 0,-27-3-131 15,13-2-141-15,8-3-154 0,3 2-163 0,-2-1-158 16,1-2-137-16,-2 0 81 0,-2-2-655 16,-2 2-814-16</inkml:trace>
  <inkml:trace contextRef="#ctx0" brushRef="#br0" timeOffset="106530.04">19041 13309 4059 0,'-7'2'120'16,"7"-2"23"-16,-12 3 16 0,12-3 7 0,0 0-4 16,0 0-10-16,0 0-11 0,0 0-18 15,36-3-12-15,-19-1-21 0,2-1-18 0,5 0-19 16,-1-2-16-16,-1 0-8 0,6-1-11 16,-1-6-8-16,-2 4-2 0,-5-1-3 0,-6 0-2 15,2-1 2-15,-1-2 7 0,-6 4 2 16,-2 3-1-16,-6 0-3 0,-4 2 2 0,-7-1 4 15,-7 4 13-15,-10 2 17 0,-14 4 26 16,4 6 31-16,-9 6 29 0,0 6 36 16,6-1 12-16,12 1 7 0,1 0 1 15,6 2-5-15,4-2-13 0,5-1-17 0,8-4-12 16,3-3-26-16,2-2-24 0,3-1-31 16,4 3-36-16,4-4-46 0,-1-5-49 0,4-1-76 15,0 2-75-15,5-4-80 0,-3 0-103 16,0 1-112-16,-2 0-106 0,-4-3-145 0,1 0 59 15,0 2-651-15,-5 0-815 0</inkml:trace>
  <inkml:trace contextRef="#ctx0" brushRef="#br0" timeOffset="107330.34">20167 12605 4092 0,'10'-16'142'0,"-4"3"-2"0,-1 7-18 0,-1 2-11 16,-4 4 32-16,0 0 42 0,6 25 33 16,-8-1 28-16,-2 10 16 0,-2 2-8 0,3 5-5 15,-3 2-16-15,-2 10-8 16,1 1-22-16,-3-2-17 0,1-11-20 0,3-5-17 0,-2-1-17 16,1-3-13-16,-1-10-10 15,4-2-8-15,0-5-10 0,0-3-4 0,3-2-6 16,-1-2-4-16,0-3-9 0,2-5-68 15,0 0 0-15,0 0 0 0,0 0 0 0,11-43 0 16,5 9 0-16,7-13 0 0,4-3 0 16,0 2 0-16,7 2 0 0,-7 5-29 0,-4 11-9 15,-1 6 3-15,-10 6 2 0,1 6 5 16,-2 6 20-16,-6 4 21 0,-5 2 17 0,0 0 2 16,20 16 0-16,-17-3-4 0,5 7 0 15,-2 2-20-15,2 8-8 0,-1-1 0 16,0 1 0-16,3-4 0 0,2 1-48 0,-3-5-72 15,-1-3-53-15,-1-5-54 0,5 1-57 16,-7-3-59-16,3-5-62 0,0 0-43 16,-1-4-49-16,-7-3-33 0,21-8-22 15,-6-4-26-15,6-10-10 0,4-4-568 0,2-10-622 16</inkml:trace>
  <inkml:trace contextRef="#ctx0" brushRef="#br0" timeOffset="107596.63">20768 12741 3069 0,'15'-20'3'0,"-5"4"72"0,-1 4 48 15,-6 6 21-15,2 1 17 0,-5 5 60 16,0 0 47-16,0 0 26 0,0 0 8 0,4 25-2 15,-4-10-9-15,-2 4-16 16,0 5-29-16,2 2-20 0,2 1-25 0,0-2-19 16,1 2-19-16,1 4-15 0,5 0-21 15,3-9-32-15,3 0-25 0,1-5-35 0,1-6-36 16,0-3-30-16,3-1-32 0,0-5-28 16,1-2-25-16,1-7-26 0,3 0-15 0,6-5-6 15,-5-3 1-15,-1-6 1 0,-1 1 3 16,-8-6 19-16,-4-1 8 0,-3-4 19 0,-9 5-1 15,0 1 8-15,-9-8 8 0,-5 3 8 16,-4 3 13-16,-7 6 3 0,-4 6 4 0,-9 3 1 16,-2 7 4-16,-6 1-9 0,4 8-18 15,0 1-34-15,1 4-40 0,0 4-60 16,3 1-93-16,8 3-157 0,3 2-77 0,7 0 56 16,4-1-225-16,7-4-212 15</inkml:trace>
  <inkml:trace contextRef="#ctx0" brushRef="#br0" timeOffset="108046.43">21820 12147 2443 0,'0'-21'327'0,"0"7"-33"0,0 4-18 15,0 5-24-15,0 5 35 0,0 0 16 16,0 0 6-16,0 46 8 0,0-3-6 0,2 14-24 16,-2 8-28-16,2 2-22 0,-4 4-16 15,-4-3-9-15,2 2-2 0,-4 0-9 0,1-3-7 16,-4 1-5-16,-5-6-3 0,1-2-3 16,-1-7-5-16,5-3-2 0,-3-10-8 0,5-7-16 15,0-4-133-15,1-8-19 0,0-3 0 16,5-5 0-16,-1-2 0 0,0-1 0 15,2-2 0-15,1-2 0 0,1-1 0 0,0-5 0 16,0 0 0-16,0 0 0 0,0 0 0 16,0 0 0-16,18-12 0 0,-14 7 0 0,-4 5 0 15,6-7-52-15,-6 7-78 0,6-8 6 16,-6 8 9-16,0 0 14 0,0 0 10 16,0 0 8-16,0 0 7 0,0 0 10 0,0 0 5 15,0 0 5-15,0 0 6 0,0 0 7 16,-31 6-26-16,31-6-40 0,0 0-52 15,0 0-64-15,-9 4-71 0,9-4-88 0,0 0-115 16,0 0-147-16,-12-7-62 0,8 2 72 16,4 5-524-16,-3-12-626 0</inkml:trace>
  <inkml:trace contextRef="#ctx0" brushRef="#br0" timeOffset="108446.31">20013 12992 3144 0,'-8'-4'102'0,"-1"1"64"16,4 0 27-16,-2-1 26 0,7 4 33 15,-7-9-1-15,9 3 2 0,7-4-1 0,19-9-17 16,24 2-21-16,20-3-23 0,35-1-14 15,15 3-26-15,16 3-17 0,10 1-47 16,4 6-63-16,5-1-92 0,-13 1-117 16,-6 2-124-16,-16-1-104 0,-18 0-95 0,-29 0-113 15,-14 2-9-15,-19 2-496 0,-14-1-595 16</inkml:trace>
  <inkml:trace contextRef="#ctx0" brushRef="#br0" timeOffset="108629.53">21642 12752 2899 0,'-46'-2'-137'15,"-20"0"27"-15,-8 2 14 0,-10 0 20 0,-27 6 28 16,5 0 29-16,14-1 41 0,6 1 54 15,4 0 52-15,8 1 45 0,13-2 23 0,20-3 9 16,4 3-4-16,13 3 13 0,8-4 25 16,10 4 18-16,10-2 4 0,11 1-7 0,18 1-21 15,23 2-22-15,12-4-19 16,8-2-28-16,11-3-57 0,9-1-75 0,22-1-96 16,-9-9-134-16,-19 6-143 0,12-9-156 15,-23 1-180-15,-6 4 60 0,-2-6 65 0,-7 2-343 16,2 0-378-16</inkml:trace>
  <inkml:trace contextRef="#ctx0" brushRef="#br0" timeOffset="108863.72">22595 12424 2869 0,'0'-17'272'15,"-2"2"29"-15,0 5 17 0,2 1 38 16,0 2-35-16,0 7-3 0,-2-7 4 15,2 7 31-15,0 0 1 0,-5 39-18 16,1-1-28-16,0 5-32 0,3 13-27 0,-3 2-25 16,-1 3-22-16,0-1-20 0,-1 1-23 15,1-2-41-15,-3 0-45 0,-2-3-60 0,1-3-80 16,-4-1-94-16,3-13-89 0,-3 5-104 16,1-7-106-16,1-10-106 0,2-3-117 0,0-5-86 15,5-5 72-15,3-6-635 0,-1-1-789 16</inkml:trace>
  <inkml:trace contextRef="#ctx0" brushRef="#br0" timeOffset="109031.75">22536 13046 3644 0,'4'-23'184'0,"-2"4"55"15,2 3 27-15,0 4 45 16,-1-3 48-16,7 1 17 0,2-3 1 0,2-8-21 16,8 4-33-16,1 1-32 0,-1-5-34 15,5 4-59-15,-1-3-75 0,1 2-96 0,0-4-111 16,0 2-123-16,-2-1-124 0,-1 3-125 15,-5-2-113-15,1 3-140 0,-11 8-27 0,-2 1 82 16,-3 4-565-16,-4 4-683 0</inkml:trace>
  <inkml:trace contextRef="#ctx0" brushRef="#br0" timeOffset="109214.48">22713 12763 3484 0,'-5'16'119'0,"-1"-3"60"0,2 3 56 15,4 0 49-15,0 3 46 0,0-3 31 16,2 4 19-16,2 4-8 0,1-2-23 0,1 0-32 15,4 7-31-15,-1 0-27 0,1-8-29 16,0-1-40-16,-3-4-51 0,2-1-63 0,1-1-67 16,-4-4-92-16,0 1-98 0,1-2-118 15,0-1-145-15,4-7-168 0,-2 2-219 0,2-1 78 16,3 0 80-16,-14-2-593 0,32-2-727 16</inkml:trace>
  <inkml:trace contextRef="#ctx0" brushRef="#br0" timeOffset="109562.46">23142 13075 3883 0,'-19'0'217'15,"19"0"25"-15,-13 0 37 0,13 0 44 0,-10 6 24 16,10-6 7-16,-2 8-14 0,2-8-16 16,0 0-26-16,8 15-25 0,-1-13-30 0,3 4-24 15,1-2-22-15,3-2-33 0,-1-2-37 16,2 0-42-16,4 0-33 0,-3-6-30 0,3 0-27 15,2-2-21-15,-5-3-12 0,8-9-5 16,-3-1-4-16,-4-4 16 0,-4-1 5 0,-2 6-15 16,-2 3 9-16,-9 3 0 0,-2 4 4 15,-6 1 0-15,-2 2 4 0,-3 6 2 16,-2 1 16-16,-5 3 9 0,4 3 10 16,-6 7-4-16,1 7 12 0,5 6 15 0,-2 0 1 15,7 3-2-15,0 0-2 0,2 2-5 16,6-5 0-16,1-5-5 0,2 2-9 0,2-2-36 15,0-1-44-15,1-1-67 0,9 0-96 16,-2-2-123-16,2-1-139 0,4-4-158 16,4-4-167-16,0 1 74 0,5-1 67 0,7-2-572 15,13 0-707-15</inkml:trace>
  <inkml:trace contextRef="#ctx0" brushRef="#br0" timeOffset="109778.99">24167 12821 3384 0,'10'-21'159'0,"-6"4"61"15,0 5 24-15,0 1 8 0,-3 3 12 0,-1 2 19 16,0 6 16-16,0 0 23 0,0 0 14 16,0 0-11-16,-53 33-16 0,17 6-26 0,-12 22-30 15,-3 6-22-15,-3 1-25 0,1 7-23 16,-1 0-20-16,3 0-34 0,3-3-33 0,3-2-38 16,4-4-34-16,9-15-32 0,3-3-57 15,3-2-67-15,5-5-66 0,4-10-77 0,0-2-94 16,7-8-94-16,1-5-87 0,5-3-107 15,0-9-106-15,3 2 72 0,1-6-619 16,0 0-768-16</inkml:trace>
  <inkml:trace contextRef="#ctx0" brushRef="#br0" timeOffset="109962.92">23676 12997 3634 0,'-9'-7'43'15,"-3"2"46"-15,2 5 31 0,10 0 43 16,-19 5 41-16,12 2 16 0,1 1 3 0,2 4-5 15,1-1-22-15,3 2-13 0,2 1-17 16,-1 3-16-16,5 0-21 0,-1-2-44 0,3 2-60 16,0-1-93-16,1 2-124 15,2-3-150-15,1-1-176 0,1-2-178 0,1 0 62 16,-1 0 66-16,5-2-395 0,-2 0-440 16</inkml:trace>
  <inkml:trace contextRef="#ctx0" brushRef="#br0" timeOffset="110179.48">24581 12915 3127 0,'0'-10'315'0,"0"2"-14"16,0 4 2-16,0 4 48 0,0 0 18 0,0 0 3 0,4 27-19 16,-4-13-36-16,0 6-31 0,-4 6-27 15,-1 10-28-15,-4 2-34 0,0-1-45 16,0 1-57-16,-3-3-61 0,-3 0-67 15,1 0-76-15,1-3-82 0,-2-1-106 0,2 1-106 16,2-15-111-16,0 2-141 0,8-5-61 16,-1-2 69-16,2-4-542 0,2-3-655 0</inkml:trace>
  <inkml:trace contextRef="#ctx0" brushRef="#br0" timeOffset="110329.56">24709 12920 3588 0,'2'-23'165'0,"-2"8"4"0,0 1 0 15,-2 4-13-15,0 2-11 16,0 3-17-16,-2-1-21 0,4 6-59 0,0 0-91 16,-3-5-128-16,3 5-168 0,0 0-240 15,-5 17-6-15,1-4 66 0,1 11-311 0,-7 8-315 16</inkml:trace>
  <inkml:trace contextRef="#ctx0" brushRef="#br0" timeOffset="110679.59">24567 13266 2631 0,'0'0'251'0,"0"0"34"16,25-27 24-16,-11 20 22 0,-1-2 18 16,0 1 21-16,1 1-11 0,-1 2-33 15,1 1-32-15,-3 1-29 0,1 3-29 16,-12 0-23-16,16 3-22 0,-8 1-20 0,-2 2-20 16,4 2-15-16,-9-2-18 0,-1 3-22 15,2-2-5-15,0 1-12 0,0-1-11 0,-2-2-7 16,0-5-4-16,2 10-5 0,-2-4-9 15,0-6-4-15,2 7-8 0,-2-7-7 0,0 0 0 16,0 0-4-16,0 0 0 0,32-19 0 16,-18 10-4-16,1-1 12 0,-2 3 14 0,0 0 18 15,-2 0 25-15,0 4 13 16,-4-2 6-16,-7 5-57 0,16-4-47 0,-16 4 0 16,0 0 0-16,18 6 0 0,-12-3 0 15,-6-3 0-15,14 10 0 0,-11-6 0 0,5 1 0 16,-1 2 0-16,1-4 0 0,0 2 0 15,-8-5 0-15,15 5 0 0,-7-3 0 0,-1-2 0 16,-7 0-400-16,23-2-205 0,-13-1-163 16,1-2-111-16,1-2 89 0,-3 2-825 0,-2-4-1055 15</inkml:trace>
  <inkml:trace contextRef="#ctx0" brushRef="#br0" timeOffset="111246.42">26557 13172 4620 0,'0'0'-66'0,"0"0"32"15,0 0 30-15,0 0 33 0,-7 31 34 0,2-14 23 16,0 5 19-16,1 0 16 0,-5 10 6 16,0-3 9-16,-2-2 5 0,0 0-7 0,-4-2-6 15,4-3-10-15,0-5-6 0,-3-1-14 16,-10 4-6-16,8-8-11 0,-2-2-9 15,5-3-14-15,0-6-11 0,-2-1-21 0,-3-1-28 16,5-7-17-16,-8-8-20 0,3-6-12 16,2-5-12-16,3-4-4 0,1-2 2 0,5-7 6 15,3 1 6-15,2 0 8 16,2 1 5-16,0 11 21 0,0 7 6 0,0 5 2 16,-2 5 13-16,0 6 19 0,2 4 23 15,0 0 14-15,0 0 19 0,6 33 10 0,-1-11 2 16,8 7 0-16,9 2-2 0,6 9 3 15,10-5-8-15,5-4-9 0,4-2-5 0,4-4-5 16,5-6-6-16,-1-1-3 0,3-5-7 16,-4-5-6-16,-11-4-6 0,-7-4 4 0,1-6-4 15,-1 0-23-15,-3-7-21 0,-3-5-32 16,-1 1-42-16,-4-6-59 0,-2-1-73 0,-5 1-85 16,-6 3-89-16,-2 5-104 0,-2 6-147 15,-4 4-64-15,-2 4 75 0,-2 1-510 0,0 0-607 16</inkml:trace>
  <inkml:trace contextRef="#ctx0" brushRef="#br0" timeOffset="111595.7">27655 13276 3704 0,'0'0'365'15,"-13"-5"-11"-15,5 3-23 0,8 2-1 16,0 0 9-16,-24 7-6 0,13-1-9 0,4 0-31 15,0 2-26-15,-2 3-29 0,4 1-22 16,-1 0-22-16,3 3-20 0,-3-6-39 0,2 3-36 16,1-2-40-16,-2 0-47 15,1 0-38-15,4-3-40 0,-2-1-37 0,2-6-19 16,4 8-19-16,-4-8-11 0,0 0-5 16,31-12 5-16,-5-3 12 0,7-5 12 0,7-8 16 15,-4 1 19-15,10-2 20 0,-7 5 20 16,-9 8 17-16,-4 3 20 0,-9 4 22 0,-2 6 17 15,-1 3 18-15,-5 3 6 0,0 2 5 16,-6 7 1-16,1 4-8 0,-2 1-9 0,-2 5-6 16,-2 4-36-16,4-1-45 0,0 10-62 15,1-6-83-15,3 4-94 0,1-2-93 16,2-9-95-16,0-3-123 0,0-4-87 16,1-5 70-16,5 0-439 0,-1-3-528 0</inkml:trace>
  <inkml:trace contextRef="#ctx0" brushRef="#br0" timeOffset="111895.54">28360 13329 3262 0,'0'0'209'0,"0"0"36"15,0 0 29-15,0 0 39 0,-25 23 12 16,21-15-18-16,0 3-18 0,3 1-33 0,1-2-28 16,0 1-12-16,5 3-33 0,3 1-36 15,2-3-38-15,1-2-42 0,4 0-20 0,0-3-39 16,5 0-21-16,-1-4-18 0,0 1-17 15,2-4-11-15,-3 0 4 0,2-2 8 16,-5-2 10-16,2 0 15 0,-5-4 13 16,-5-1 6-16,1-3 9 0,-5-5 6 0,-3 1 6 15,-3-5-1-15,-5 0 4 0,-7-5-9 16,0 9-1-16,-1 4-3 0,1 2-4 16,-8 4-18-16,6 3-23 0,-4 2-35 0,2 2-62 15,-2 4-87-15,2-3-104 0,0 0-142 16,6 3-232-16,1-2 36 0,5-1 70 0,7-1-443 15,0 0-509-15</inkml:trace>
  <inkml:trace contextRef="#ctx0" brushRef="#br0" timeOffset="112295.75">29778 12460 3200 0,'0'0'195'0,"-46"23"27"0,10 6 26 15,-4 6 36-15,-6 9 43 0,-11 16 14 16,4 3 0-16,1 0-1 0,2 7-29 16,7-2-28-16,-1-1-29 0,16-16-24 0,-5 0-24 15,7-2-21-15,1-2-25 16,0-5-34-16,7-10-29 0,3-4-28 0,2-3-35 16,1-6-21-16,5-5-20 0,0-4-24 15,0-2-10-15,3 1-24 0,-1-5-29 0,5-4-19 16,-7 1-21-16,7-1-15 0,0 0-7 15,-4-18-1-15,6 4 3 0,-2-7 12 0,3-13 7 16,-3 3 18-16,-3 9 13 0,-3 1 10 16,-10-1 25-16,-2 9 35 0,-1 9 40 0,-5 2 39 15,-1 8 35-15,-11 9 40 0,-3 5 32 16,3 3 30-16,-1 6 2 0,15-4-3 0,0 3-12 16,5-1-19-16,8 2-12 0,3-6-16 15,8 0-42-15,0 0-47 0,7-5-62 0,8 5-59 16,5-2-65-16,5-6-67 0,-3-6-106 15,10-2-113-15,-4-7-137 0,-1 0-201 16,12-7 52-16,-4-2 85 0,5-1-496 16,-1-4-603-16</inkml:trace>
  <inkml:trace contextRef="#ctx0" brushRef="#br0" timeOffset="112630.08">29403 13367 3512 0,'0'0'212'15,"0"0"7"-15,0 0 8 0,0 0 13 16,0 0-3-16,0 0-14 0,0 0-23 0,0 0-18 16,0 0-23-16,47-9-32 0,-30 6-27 15,6-2-26-15,0-4-19 0,7-3-21 16,1 0-8-16,-5-1-4 0,-1-3-3 16,-5 1 1-16,-9 3-9 0,-2 0-2 15,-7 3-6-15,-2 1-1 0,-11-2 0 0,-7 5 7 16,-6 1 10-16,-14 8 19 0,-4 1 25 15,-12 12 31-15,5 2 28 0,1 5 27 0,9 3 29 16,2 4 22-16,6 0 13 0,13-5-2 16,4 1-16-16,6-4-19 0,8-5-19 0,0-1-20 15,6-1-36-15,2-3-34 16,3-2-40-16,2-1-41 0,3-3-50 0,-1-2-61 16,1 0-75-16,-2-2-76 0,-2-3-105 0,1 2-114 15,-3-2-133-15,-10 0-204 0,15-3 75 16,-15 3 81-16,0 0-556 0,0 0-695 15</inkml:trace>
  <inkml:trace contextRef="#ctx0" brushRef="#br0" timeOffset="113661.78">8479 14899 3774 0,'0'0'65'0,"0"0"64"0,0 0-12 15,-23 10 6-15,12 0 0 0,6 4 2 16,-3 1-11-16,-2 4-17 0,5 0-14 0,1-2-6 16,0-1-11-16,4 1-3 0,0-2-7 15,2 3-5-15,2-4-4 0,1 3-2 16,2-5-6-16,2 0-2 0,2-3-3 0,3-4 1 15,-1-2-3-15,6-6-7 0,2-6 0 16,12-2-5-16,-1-7 1 0,6-12 0 16,-2 4-5-16,-9 4-1 0,-2 3 1 15,-8 7-6-15,-4 0-4 0,-2 5-3 0,-5 4 1 16,-6 3 16-16,0 0 16 0,14 10 10 16,-9 2 2-16,-3 2-1 0,2 0 1 0,1 3 2 15,2-2-4-15,0 3 5 0,4-4 2 16,3 0 10-16,-3-2 0 0,9-1 2 15,-2-5-6-15,5-3-3 0,4-6-2 0,11 1-6 16,4-10-7-16,6-8-5 0,-2-3 0 16,-1-6-8-16,-2 0 3 0,-5-5-4 15,-6 0-3-15,-2 2-7 0,-9 3-8 0,-4 0-6 16,-4 1-4-16,-1 7-11 0,-4 5-3 0,-7 3-11 16,1 3-25-16,-2 4-27 0,0 6-31 15,-7-5-29-15,7 5-40 0,0 0-60 16,-27 11-76-16,16-3-75 0,-3 5-100 15,-1-2-150-15,3 4-17 0,5-6 71 16,1-1-334-16,5 0-399 0</inkml:trace>
  <inkml:trace contextRef="#ctx0" brushRef="#br0" timeOffset="113845.59">9463 14700 2821 0,'6'-16'184'0,"-2"6"45"0,-3 1 31 0,3 3 11 15,-4 6-9-15,2-8-19 0,-2 8-28 0,0 0 3 16,0 0-1-16,7 25-9 0,-7-5-21 15,0 7-19-15,-5 18-19 0,-1 10-14 16,-1 0-35-16,0 0-44 0,-5-5-48 16,4-8-57-16,3-1-72 0,-5-5-85 0,4-3-82 15,4-7-63-15,-4-7-63 0,5-6-75 16,-3-2-93-16,4-6-22 0,0-5-358 0,0 0-439 16</inkml:trace>
  <inkml:trace contextRef="#ctx0" brushRef="#br0" timeOffset="113994.49">9566 14541 2781 0,'0'-33'89'0,"0"7"26"0,-4 7 22 16,2 5-1-16,2 2-14 0,-1 4-8 15,-3-1-15-15,4 9-11 0,0 0-14 0,0 0-39 16,0 0-52-16,0 0-74 0,-10 34-86 16,6-17-127-16,2 2-217 0,0 3-1 15,2-2 60-15,0 2-115 0,2 2-78 0</inkml:trace>
  <inkml:trace contextRef="#ctx0" brushRef="#br0" timeOffset="114611.79">10018 14391 1987 0,'-2'-14'321'16,"2"4"11"-16,-2 2-11 0,2 0-23 16,0 8-25-16,0 0 7 0,0 0 1 15,-7 35-17-15,0 1-24 0,2 7-22 16,-5 11-24-16,1 2-18 0,-1 2-23 0,-1-2-14 15,2 3-27-15,-5-3-31 0,5-2-27 16,-1-7-26-16,0-5-16 0,-1-6-7 0,-1-6-1 16,-1 1-1-16,0-5 3 0,1-9 3 15,3-4-1-15,2-4 0 0,-4-3 2 16,4-5-3-16,7-1 0 0,-17-8-7 0,11-5-5 16,-2-5-8-16,1-5-8 0,3-11-7 15,4-4-4-15,4-3-4 0,7-5-1 0,3 9-1 16,6 0-3-16,2 8-5 15,-1 3-13-15,4 4-24 0,2 5-28 0,0 2-34 16,4 1-35-16,1 3-26 0,0 0-23 16,4-1-13-16,0 1-3 0,0-2 7 0,0-1 30 15,6-7 26-15,-8 3 39 0,2-7 44 16,-9 4 44-16,0-6 41 0,-3 1 38 0,-3-3 41 16,-1 0 27-16,-6 0 29 0,0 0 10 15,-3 2 15-15,-3 8 24 0,-5 4 7 16,4 3-8-16,-3 2-17 0,-6 8-14 0,2 2-17 15,0 0-12-15,-33 27-3 16,14 2-10-16,-8 12-6 0,4 5-9 0,5 4-10 0,-4-1-8 16,8 4-5-16,-2-5-9 15,9-9-5-15,1-1-5 0,-1-3-15 0,7-4-8 16,0-9-6-16,0-1-3 0,0-4 0 16,3-5 3-16,-3 1 1 0,2-1 5 0,0-6 11 15,5 0 11-15,3-6 8 0,-10 0 8 16,26-6 8-16,-6 0 3 0,-2 0 2 15,2 0 1-15,-3 3-10 0,0 2-4 0,-1 2 2 16,-2 2-4-16,0 5-4 0,-1 2-4 16,-2 1-2-16,-1 3-8 0,1 3-4 0,-5-5-34 15,4 6-49-15,-2-1-53 16,-1-3-88-16,-2-2-110 0,6 0-139 0,-2-2-171 16,4-1-110-16,3-1 71 0,7-1-455 15,11 4-578-15</inkml:trace>
  <inkml:trace contextRef="#ctx0" brushRef="#br0" timeOffset="114927.97">11685 15151 3428 0,'-17'-18'166'0,"2"1"-8"0,8 1-1 16,0 2-17-16,7-1-12 0,7-2-12 0,0-5-16 15,11-3-9-15,4 2-10 16,-1 1-7-16,0 5-8 0,-2 5-13 0,-6 3-7 16,0 7-4-16,-5 6 8 0,-8-4 18 15,10 22 17-15,-10-3 14 0,-2 5 18 0,-4 14 17 16,-4 2 19-16,1 9 8 0,-5 3 12 16,3-1-2-16,-3 0-9 0,5 0-13 15,2-11-17-15,-1-1-5 0,3 0-14 0,-2-5-20 16,5-2-32-16,-3-5-55 0,-1-4-58 15,3-1-71-15,-6-3-86 0,2-2-113 0,-2-1-121 16,0-5-123-16,-4 1-190 0,-1-4 60 16,-2-4 75-16,3-4-438 0,13 0-530 0</inkml:trace>
  <inkml:trace contextRef="#ctx0" brushRef="#br0" timeOffset="115095.55">11796 14746 3380 0,'-5'-21'287'0,"0"4"33"0,1 5 46 15,1 2-3-15,1 0-16 0,-2 3-32 16,2 0-35-16,2 7-29 0,0-11-47 0,0 11-75 16,0-6-82-16,0 6-103 0,0 0-110 15,0 0-145-15,27 14-168 0,-14-1-223 16,1 4-11-16,-1 9 75 0,1 1-459 0,-5 4-566 16</inkml:trace>
  <inkml:trace contextRef="#ctx0" brushRef="#br0" timeOffset="115580.59">11971 15216 3481 0,'0'0'277'0,"0"0"-4"0,0 0 7 16,0 0-3-16,0 0-8 0,-17-21-19 0,17 21-27 16,15-11-49-16,-3 7-13 0,4-4-19 15,2 0-33-15,0-1-30 0,4-1-31 16,5-3-31-16,-2-3-24 0,-7 2-13 0,5-5-8 15,-2-1 0-15,-6-3-3 16,1 5 3-16,-7 7 5 0,-2 0-1 0,-2 2-2 16,1 4 1-16,-5 2 5 0,-1 3 2 15,0 0 4-15,0 0 6 0,0 0 5 0,-21 22 2 16,16-8 2-16,-5 3 0 0,0 4 2 16,5-1-3-16,-4 11 2 0,3-7 0 0,1-2 1 15,5-6-3-15,0 4 4 0,3-3 0 16,3-1-6-16,-1-3-8 0,3-1-12 0,2-1-12 15,-1-5-8-15,2-1-14 0,3-3-16 16,1-4-15-16,4-1-18 0,10-10-13 16,1-5-7-16,3-2 6 0,4-8 7 0,-1-6 9 15,2-2 26-15,-3 1 16 0,0 2 32 16,-9 6 23-16,-3 5 30 0,-8 7 23 16,-4 5 9-16,1-1 8 0,-6 5 19 15,-1 5 34-15,-5 1 15 0,0 0 14 0,4 16 0 16,-6-4-11-16,-1 3-15 0,-3 1-14 15,1 1-15-15,-2 3-7 0,3-3-15 0,1 1-31 16,3-3-37-16,2-1-50 0,-1 1-53 16,3-3-70-16,3-3-88 0,0-1-73 15,2-4-95-15,3 0-112 0,3-4-132 16,3 0 63-16,-2-6-374 0,9 0-460 0</inkml:trace>
  <inkml:trace contextRef="#ctx0" brushRef="#br0" timeOffset="115861.38">13042 14812 2714 0,'6'-18'45'0,"-6"7"36"0,-2-1 20 16,0 6 14-16,2 6 15 0,-14-7 20 0,14 7 13 16,-20 3 4-16,2 2-4 0,1 4-9 15,-2 2-12-15,4-2-14 0,4 4-14 0,-2 2-9 16,3 3-9-16,0-1-12 0,7 0-8 16,-1-1-6-16,6 2-6 0,1-1-2 15,3 4 1-15,1-3 10 0,2 0 25 0,-2 0 21 16,2 1 18-16,1-2 24 0,-2 0 21 15,-3-1 0-15,-1 0-8 0,-2-2-6 16,2 1-12-16,-4-1-10 0,0-2-7 16,0 0-9-16,-4-1-8 0,0 0-16 0,2-2-9 15,-5 0-25-15,1-3-40 0,-4-1-47 16,1-2-74-16,9-3-88 0,-23-2-122 0,12-2-151 16,-1-4-192-16,1-2-166 0,2-1 68 15,0-3-641-15,7 1-835 0</inkml:trace>
  <inkml:trace contextRef="#ctx0" brushRef="#br0" timeOffset="116080.39">13610 14391 4180 0,'1'-17'188'0,"1"2"45"16,-2 3 13-16,0 5 6 0,0 0-27 16,0 7-15-16,0 0 52 0,0 0 10 0,0 0-5 15,-9 55-25-15,4-20-23 0,-5 7-15 16,0 9-27-16,-1 3-20 0,0-2-19 0,-1 2-35 15,5-1-38-15,-5-2-53 0,0 1-48 16,7-14-51-16,-2 1-47 0,1-5-52 16,1 0-57-16,2-8-69 0,3-4-75 0,-4-6-73 15,2 1-78-15,0-5-159 0,0-5-20 16,2-1 81-16,0 0-459 0,0-6-565 16</inkml:trace>
  <inkml:trace contextRef="#ctx0" brushRef="#br0" timeOffset="116245.37">13297 14986 2957 0,'-13'-2'197'16,"1"1"84"-16,12 1 46 0,-11-6 36 16,11 6-7-16,0 0 22 0,8-10 0 15,-8 10-28-15,28-10-33 0,-5 3-37 0,12-3-45 16,2-1-71-16,1 0-112 0,3 0-113 16,1-1-129-16,-3 1-177 0,4 3-227 0,-5 0-202 15,-10 4 86-15,-5 2 70 0,-2 4-475 16,-4 0-583-16</inkml:trace>
  <inkml:trace contextRef="#ctx0" brushRef="#br0" timeOffset="116827.62">14239 14832 3492 0,'-15'-12'248'0,"5"1"-2"0,2 4-20 15,3 2-24-15,5 5-12 0,0 0-16 0,0 0-12 16,-14 18-13-16,14-4-13 0,5 4-14 16,-5 1-12-16,3 5-9 0,-3 2-14 15,2 1-6-15,-2-1-11 0,-2-1-4 16,-8 8-3-16,-1-2-7 0,-3-3-8 0,-1-2-1 16,0-3-3-16,0-5-6 0,2-7-2 15,-1 1-1-15,1-1-4 0,3-6-1 0,-1 0-7 16,4-3-14-16,7-2-14 0,0 0-10 15,-18-9-9-15,16 1-8 0,6-12-4 0,3-1 2 16,7-8 3-16,6-3 2 0,-2 6 1 16,1 1 2-16,-6 9 1 0,1 3 0 15,-5 4 3-15,1 6 8 0,-10 3 16 0,14 5 19 16,-14-5 14-16,5 10 6 0,-1-2 8 16,-2 0 2-16,-1 2 0 0,1 1-8 15,0 0-1-15,0-1-10 0,5 0-2 16,-4 2-18-16,5-4-24 0,1 1-27 0,3-1-28 15,1-4-23-15,2 2-27 0,0-6-27 16,3-2-24-16,0-2-14 0,5-4-8 0,8-7 4 16,-3-1 19-16,-1-3 19 0,0 2 19 15,-2 2 38-15,-7 4 46 0,-4 1 25 0,-3 3 25 16,-3 4 19-16,-3 0 44 0,-5 3 32 16,0 0 31-16,18 13 11 0,-14-3 7 0,-3 1-9 15,1 3-12-15,0 4-16 0,0-2-9 16,2 1-11-16,0 4-17 0,0 0-25 15,3-1-29-15,-1-1-25 0,3-3-30 16,0-1-31-16,0-2-36 0,-4 0-45 16,4-4-59-16,-4 0-65 0,3-2-81 0,-3-2-116 15,1-1-205-15,-3-1 45 0,-3-3 74 16,11 3-275-16,-11-3-315 0</inkml:trace>
  <inkml:trace contextRef="#ctx0" brushRef="#br0" timeOffset="117029.71">14949 14907 2748 0,'9'-20'274'0,"-6"8"18"0,3 1-9 16,-3 2-17-16,-1 5-8 0,-2 4 23 15,0 0 13-15,0 0-8 0,0 0-44 0,2 36-25 16,-7-4-36-16,-5 4-59 0,-5 9-57 16,-6-1-77-16,2-2-80 0,-1-3-96 0,4-6-108 15,-2-1-104-15,4-3-159 0,-2-3-121 16,7-4 72-16,3-5-404 0,2-5-486 0</inkml:trace>
  <inkml:trace contextRef="#ctx0" brushRef="#br0" timeOffset="117177.93">15071 14751 3175 0,'0'-14'225'0,"-4"2"-1"0,4 4-18 16,-1 2-20-16,1 6-18 0,0-11-19 15,0 11-44-15,1-7-73 0,-1 7-110 0,0 0-134 16,2-6-167-16,-2 6-238 0,0 0 40 16,0 0 68-16,0 0-205 0,23 14-206 15</inkml:trace>
  <inkml:trace contextRef="#ctx0" brushRef="#br0" timeOffset="117560.9">15142 14866 2272 0,'-2'9'243'0,"2"-9"36"16,0 0 7-16,0 0 7 0,0 8 22 15,0-8 15-15,4 8 10 0,-2 2-18 16,2 1-12-16,-2 7-15 0,-4 2-26 0,-6 12-27 16,-1-1-24-16,-1 4-21 0,-3-3-16 15,-1 0-22-15,-1 1-17 0,0-3-15 16,-2-1-8-16,3-8-12 0,7-6-12 0,-2-1-11 16,0-6-1-16,5 0-9 0,1 1-7 15,-3-4-13-15,6-5-16 0,0 0-13 0,0 0-6 16,0 0-17-16,6-25-12 0,10 0-5 15,0-2-10-15,5 0-12 0,6-9 15 0,4 1-7 16,-8 9 2-16,-1 2 4 16,1 5 1-16,-5 6-1 0,-6 5 2 0,1 1 6 15,-4 8 4-15,-9-1 14 0,13 12 11 16,-12 0 5-16,-1 2 5 0,0 5 9 0,-1 2-7 16,-3 3-5-16,-2-1 2 0,-1 9-4 15,3-9-4-15,0 0-10 0,0-6-18 0,0-2-18 16,2-1-22-16,1-2-27 0,-1-2-45 15,0 0-60-15,0-1-72 0,2-4-104 16,0-5-118-16,2 9-142 0,-2-9-164 0,2 6 78 16,-2-6-590-16,0 0-754 15</inkml:trace>
  <inkml:trace contextRef="#ctx0" brushRef="#br0" timeOffset="117778.06">15592 14934 3844 0,'0'0'175'0,"0"0"44"0,-25 6 40 0,25-6 49 16,-17 17 32-16,6-2 25 0,1 4 0 15,-3 9-18-15,1 1-28 0,0 0-39 16,1 0-30-16,2 0-56 0,4-6-52 0,-2 1-51 16,2-5-48-16,-3 3-59 0,3-9-60 15,-2 6-74-15,2-4-75 0,-3 1-93 0,3-2-96 16,-3-1-119-16,-2 1-169 0,5-5-58 15,1-3 78-15,-2 2-565 0,6-8-707 16</inkml:trace>
  <inkml:trace contextRef="#ctx0" brushRef="#br0" timeOffset="117944.67">15639 14575 3681 0,'-2'-20'281'0,"1"6"-19"15,-1 5-24-15,0 0-26 0,0 2-25 16,2 7-41-16,0-7-58 0,0 7-86 16,0 0-120-16,0 0-165 0,11 20-211 15,-9-8-173-15,-4-1 72 0,2 7-405 0,-2-4-476 16</inkml:trace>
  <inkml:trace contextRef="#ctx0" brushRef="#br0" timeOffset="118478.01">15695 14918 3193 0,'0'0'281'16,"0"0"5"-16,0 0-2 0,-29 11-7 0,25-4-19 16,1 2-15-16,-1 3-43 0,2 0-13 15,0 1-16-15,2-2-15 0,-1 1-15 16,1-2-19-16,0 0-9 0,0-1-16 15,0-1-1-15,-3 0-10 0,3-4-2 0,-2 3-13 16,2-7-10-16,-2 8-9 0,2-8-10 16,0 0-4-16,0 0-4 0,0 0 0 0,0 0-6 15,8-23-5-15,3 7-3 0,7-6 4 16,0 0-5-16,6-1-2 0,-3 5-10 0,-6 3 1 16,-2 4 0-16,0 4 0 0,-3 2 4 15,-2 2 10-15,-1 3 6 0,-7 0 1 0,0 0 9 16,17 3-7-16,-17-3-7 15,10 6 0-15,-6 0-6 0,-4-6 6 0,5 10-7 16,-5-10 5-16,8 7-6 0,-8-7-1 16,3 9 0-16,-3-9-1 0,9 3-10 0,-9-3-4 15,0 0-4-15,18-5 3 0,-2-2-14 16,2-1 6-16,2 1-1 0,-3-2-3 16,-2 2 5-16,-1 1 32 0,-3 2 9 0,-2-1 27 15,2 2 41-15,-11 3 38 0,0 0 32 16,0 0 17-16,16 8 7 0,-16-8-5 0,2 14-162 15,0-5-28-15,-4-1 0 0,2 2 0 16,-2 2 0-16,2-3 0 0,0 1 0 16,2 2 0-16,0-3 0 0,-2 4 0 15,3-1-54-15,-3-2-324 0,4-3-110 0,-1 3-121 16,1-4-143-16,-1 2-87 0,-1-4 83 16,4 1-712-16,-6-5-915 0</inkml:trace>
  <inkml:trace contextRef="#ctx0" brushRef="#br0" timeOffset="118695.15">16198 14979 4372 0,'0'0'145'0,"0"0"60"0,0 0 58 16,0 0 43-16,0 0 32 0,0 0 16 0,0 0-14 15,0 0-21-15,0 0-30 16,0 0-27-16,0 0-22 0,0 0-25 0,0 0-19 16,2 22-24-16,7-18-21 0,-9-4-127 15,20 2-24-15,-9-2 0 0,-11 0 0 0,19 0 0 16,-19 0 0-16,19 0 0 0,-19 0 0 15,12 1 0-15,-12-1 0 0,0 0 0 0,9-5-21 16,-9 5-224-16,0-9-72 0,0 3-109 16,0 6-130-16,-4-16-197 0,4 6-83 0,2 2 97 15,-2-1-723-15,2 0-910 0</inkml:trace>
  <inkml:trace contextRef="#ctx0" brushRef="#br0" timeOffset="119261.4">16765 15030 4426 0,'-14'-7'164'0,"3"4"14"0,11 3 15 16,-18 5 23-16,11 0 19 0,-2 2 3 0,0 4-13 15,4 0-24-15,-3 1-21 0,4 3-19 16,0-1-11-16,-2 1-21 0,4-1-15 0,-1 1-15 15,-1-4-19-15,0 0-15 0,4-1-9 16,-3-3-11-16,-2 0 0 0,5 0-15 16,-2-3 0-16,2-4-14 0,0 0-12 15,0 0-3-15,0 0-6 0,0 0-7 0,0 0-6 16,29-17 10-16,-19 8-13 0,5-4 1 16,1 2 8-16,-5 1-1 0,0 2 0 0,-3 1 4 15,-1 1 4-15,-1 1 9 0,-6 5 20 16,7 0 30-16,-7 0 6 0,0 0 5 0,-2 14 0 15,1-2-5-15,-5-4-4 0,2 4-6 16,3-3-7-16,-3 4-3 0,0-4-6 16,2 0-2-16,-1-1-4 0,3-1 2 0,-1 0-1 15,1-7-6-15,0 0 2 0,8 6-6 16,-8-6-7-16,0 0-5 0,24-8-7 16,-10-1-2-16,2-3-1 0,9-5 1 15,0 0 1-15,0-2-2 0,0 1 1 0,-4 7 16 16,-6 1 15-16,-4 2 18 0,1 2 27 15,-1 3 35-15,-11 3-83 0,18 1-26 0,-18-1 0 16,17 12 0-16,-10-1 0 0,5-1 0 16,-1 0 0-16,3 2 0 0,3 2 0 0,-2-3 0 15,12 1 0-15,-3-1 0 0,-1-5 0 16,0 0 0-16,-3-4 0 0,-2 0 0 0,3-2 0 16,-1-2 0-16,-3-2 0 0,-2 3 0 15,0-4 0-15,-4-1-290 0,-1 1-392 0,-1-1-135 16,-7 0-65-16,0 0 94 0,-2 6-821 15,-7-12-1050-15</inkml:trace>
  <inkml:trace contextRef="#ctx0" brushRef="#br0" timeOffset="121077.24">18015 15120 3103 0,'-16'2'110'0,"-2"-2"-71"16,7 0-12-16,11 0 17 0,-16 0 29 0,16 0 43 15,0 0-9-15,0 0-14 0,0 0-13 16,73-16-13-16,3 7-5 0,42-1-10 0,20-2-1 16,18 2-8-16,11-1-25 0,3 3-41 15,-8 2-45-15,-9-5-33 0,-16 2-4 16,-17 0 16-16,-34 1 23 0,-12 1 32 16,-11 2 37-16,-21 2 38 0,-9-1 39 0,-9 2 24 15,-7-1 30-15,-6 0 16 0,1-1-10 16,-2 1-13-16,-7-3-13 0,-3 6-14 15,9-5-8-15,-9 5-13 0,5-6-21 0,-5 6-43 16,8-5-75-16,-8 5-90 0,9 0-106 16,-9 0-164-16,19 1-219 0,-6-1 54 0,-1 0 62 15,-12 0-227-15,31 2-239 16</inkml:trace>
  <inkml:trace contextRef="#ctx0" brushRef="#br0" timeOffset="121577.74">20594 14854 2077 0,'12'-5'32'0,"-3"-3"36"0,0 4 36 16,0-1 37-16,-6-2 31 15,1 2 32-15,0-3 18 0,-1 2 0 0,-3 0-16 16,0 6-20-16,-7-12-20 0,-2 11-11 16,-9 1-4-16,-18 3-8 0,-2 9-4 0,-17 6-7 15,0 7-9-15,-1 2-8 0,9 5-10 16,4 0-1-16,15-1 1 0,9-4 4 15,7 2-1-15,12-1-5 0,12 1-7 0,7-1-6 16,11 5-13-16,11-6-35 0,1 0-49 16,3-4-73-16,1-5-79 0,-6-4-106 0,0-5-100 15,4-1-127-15,-3-5-193 0,4-3 59 16,-6-3-401-16,8-2-500 0</inkml:trace>
  <inkml:trace contextRef="#ctx0" brushRef="#br0" timeOffset="121976.64">21288 14351 3093 0,'-10'-9'89'0,"-1"1"22"15,-1 7 28-15,-1 4 42 0,-4 8 29 0,-8 13 13 16,-6 12 6-16,1 6-2 0,-1 9-7 16,6-1-14-16,-2 9-9 0,2 1-20 0,0 3-31 15,4 0-16-15,0 0-13 0,6-3-13 16,-2-2-7-16,-1-7-12 0,3-5-9 15,4-10-1-15,0-4-16 0,0-3-3 16,2-11-4-16,6-2 1 0,-3-4-2 0,2-2-5 16,2-3-4-16,2-7-12 0,-1 5-15 15,1-5-16-15,0 0-12 0,0 0-9 16,14-37-8-16,2 12-4 0,3-2-1 0,-2 2 6 16,0 1-2-16,-3 7 5 0,-3 3 1 15,-4 4-2-15,1 5 4 0,-2 5 16 0,-6 0 12 16,0 0 11-16,18 16 3 0,-9-3-3 15,-6 1 0-15,7 5 1 0,-5 0-3 0,4 4-4 16,-2-3 0-16,0 1-7 0,2-2-7 16,0-1-25-16,0 0-33 0,-2-5-52 15,4-1-53-15,-8-1-75 0,7-3-96 16,-5-3-121-16,2-3-154 0,-7-2-72 0,14 0 65 16,-14 0-409-16,13-9-504 0</inkml:trace>
  <inkml:trace contextRef="#ctx0" brushRef="#br0" timeOffset="122309.95">21277 15164 2846 0,'0'0'146'0,"0"0"29"15,0 0 22-15,0 0 13 0,0 0 35 16,0 0 17-16,0 0 1 0,19 2-18 16,-19-2-21-16,18-2-20 0,-4 0-27 0,5-2-26 15,-2 0-30-15,4-1-44 0,0-3-35 16,-2 2-41-16,3-3-44 0,-6-1-46 15,4 0-35-15,-4-2-20 0,-4-3-8 0,-4 1-1 16,-5 3 3-16,-3-1 3 0,-3 2 14 16,-5 3 7-16,-6 1 12 0,-7 2 13 0,1 6 12 15,-16 3 18-15,1 3 23 0,-1 6 29 16,1 1 27-16,1 3 30 0,4 2 22 0,7 1 21 16,1-1 11-16,2 0 8 0,11 2-2 15,2-5 0-15,6-1-8 0,2-3-11 16,6 2-2-16,4 1-20 0,2-3-46 15,12 3-51-15,2-4-80 0,3-2-88 16,2-3-96-16,-1-2-108 0,-1-5-170 0,8-3 12 16,3-2-293-16,1-4-346 0</inkml:trace>
  <inkml:trace contextRef="#ctx0" brushRef="#br0" timeOffset="122526.96">22008 14919 2636 0,'-2'-12'131'16,"-3"2"31"-16,-2 3 21 0,-4 1 31 15,11 6 28-15,-14-1 19 0,14 1 2 16,-22 7-11-16,11 3-18 0,-8 11-21 16,1 6-18-16,2 4-21 0,-2 2-22 0,5 1-10 15,-3 3-18-15,5-4-13 0,2 2-12 16,-1-3-16-16,4 1-29 0,3-8-33 0,-1-3-30 16,2-2-38-16,2-5-44 0,0 0-47 15,4-3-52-15,0-1-72 0,3-3-68 0,-1-1-105 16,7-1-130-16,-2-5-73 0,3-1 54 15,8-4-320-15,0-4-385 0</inkml:trace>
  <inkml:trace contextRef="#ctx0" brushRef="#br0" timeOffset="122742.95">22553 14382 2484 0,'11'-40'68'0,"-4"11"49"0,-5 7 22 0,0 3 39 15,-2 5 7-15,-2 6 4 0,0 1 3 16,2 7 3-16,0 0 10 0,-37 29 3 0,8 8-9 15,5 7-22-15,-1 10-18 0,0 4-13 16,0 2-16-16,-7 16-14 0,5 5-11 16,-3-5-11-16,10-13-12 0,-4-2-23 0,1-3-28 15,-2-4-38-15,4-2-35 0,1-4-50 16,-1-5-61-16,6-10-51 0,3-2-41 0,3-7-40 16,1-8-34-16,2-2-16 0,4-6-25 15,2-1-7-15,0-7-11 0,6 4 14 0,-6-4-421 16</inkml:trace>
  <inkml:trace contextRef="#ctx0" brushRef="#br0" timeOffset="122876.87">22161 15254 2015 0,'17'-14'8'0,"0"-1"63"0,2-6 57 0,2-5 45 16,4-1 50-16,3-12 29 0,5 4 15 16,1-1 9-16,1-2-4 0,1 2-23 15,0-1-23-15,-4 4-21 0,2 4-26 0,-1-2-39 16,-8 9-50-16,0-1-65 0,-2 2-79 16,-7 1-91-16,4 3-101 0,-11 2-103 0,-2 1-114 15,0 3-139-15,-7 3 63 0,-5-1-278 16,2 1-303-16</inkml:trace>
  <inkml:trace contextRef="#ctx0" brushRef="#br0" timeOffset="123045.38">22324 14825 2382 0,'-22'26'141'16,"1"-2"69"-16,5 5 60 0,5 0 52 0,7 0 38 15,3-5 33-15,4 1 4 16,6 6-7-16,7 0-18 0,1-2-31 0,2-2-37 16,4-3-26-16,6-2-32 0,-2-4-33 15,1 0-57-15,-2-3-56 0,-5-5-66 0,-1 1-75 16,-7-3-82-16,-6-1-87 0,2 0-90 15,-4 0-88-15,-7 0-99 0,0 0-126 0,-8 1-107 16,-1-1 66-16,-4 1-493 0,0-1-615 16</inkml:trace>
  <inkml:trace contextRef="#ctx0" brushRef="#br0" timeOffset="123710.2">23565 15255 3131 0,'-13'0'186'15,"13"0"52"-15,-19-1 13 0,19 1 4 0,-13-4 15 16,13 4 9-16,0 0-14 0,-6-7-24 15,6 7-25-15,9-14-21 0,2 6-22 0,11-4-26 16,6-7-40-16,10-5-37 0,7-5-40 16,0-4-39-16,7-2-44 0,10-14-45 15,5-2-32-15,1-7-22 0,-3-2-14 16,-8-3 6-16,-3 2 18 0,-16 17 13 0,-3 4 22 16,-13 11 20-16,-4 4 16 0,-11 8 6 15,-3 7 10-15,-6 3 5 0,2 7 17 16,-17-1 7-16,17 1 19 0,-44 21 7 0,11-3 7 15,-1 7 0-15,4 5 0 0,10-2 0 16,6 3-1-16,3 1 3 0,11-1 8 0,9 5 9 16,7 5 7-16,11 2 1 0,2-3-4 15,1-1-3-15,3-1 6 0,-5-4 4 16,-6-9 16-16,-4 1 15 0,-4-6 27 0,-5-3 30 16,-3-2 30-16,-5-1 41 0,-4-2 36 15,-5 1 7-15,-4 3-5 0,-13-2-12 16,-4 2-16-16,-5-4-20 0,-2 1-20 0,-3-8-16 15,1 5-15-15,2-7-20 0,6 2-40 16,3-5-55-16,5 0-70 0,2-1-101 16,4-1-115-16,4-5-136 0,5-1-142 0,3-1-167 15,6-7-82-15,7 0 89 0,5-12-604 16,11 2-765-16</inkml:trace>
  <inkml:trace contextRef="#ctx0" brushRef="#br0" timeOffset="123859.98">24608 14862 3910 0,'9'-7'104'0,"0"3"12"0,2 0-5 16,-11 4 6-16,0 0 31 0,0 0 5 16,2 19-10-16,-9-3-16 0,-4 11-13 15,-4 2-20-15,1 2-46 0,1 1-56 0,-1 3-75 16,0-5-107-16,0 4-132 0,1-5-159 16,-5 0-178-16,5 1 57 0,0-2-364 0,3-8-444 15</inkml:trace>
  <inkml:trace contextRef="#ctx0" brushRef="#br0" timeOffset="124010.57">24863 14600 2964 0,'-6'-20'100'0,"1"6"-13"16,-3 3-32-16,0 1-34 0,3 4-41 15,-3 2-67-15,5 2-105 0,3 2-151 0,0 0-163 16,0 0 51-16,0 0-98 0,0 0-54 15</inkml:trace>
  <inkml:trace contextRef="#ctx0" brushRef="#br0" timeOffset="124426.45">25004 14301 2130 0,'8'-18'345'0,"-5"3"6"0,-1 5-11 0,0 0-15 15,0 3-26-15,-2 7 21 0,0 0 0 16,0 0-4-16,-17 58-13 0,9-10-26 0,-3 12-28 15,4 1-21-15,-1 3-29 0,2-1-23 16,-2 0-55-16,3-1-46 0,-4-2-41 0,-2-3-31 16,0-4-30-16,-3-3-23 0,1-6-14 15,-1-8-9-15,-4-5-8 0,1-2-5 0,-2-3-5 16,0-6-5-16,6-2-10 0,-1-7-2 16,3-2-5-16,3-3 0 0,2-6 7 15,6 0 12-15,0 0 7 0,0 0 18 0,27-41 21 16,0 7 14-16,9 0 17 0,1 3 17 15,0 4 17-15,3 6 20 0,-8 4 12 16,-1 6 16-16,-4 5 10 0,-8 6 15 16,0 4 13-16,-4 2 3 0,-2 7 14 0,-3 0 1 15,-4 3 2-15,-6 4-11 0,0 4-3 16,-9 7-2-16,-3 0-14 0,-3 0-7 0,-4 0-11 16,-3-2-1-16,0-5-13 0,-3 0-11 15,0-2-17-15,-2-3-29 0,1-4-31 0,-3-1-34 16,6-4-49-16,4-3-57 0,2-5-90 15,4 0-101-15,-1-4-107 0,5-3-139 0,0-5-110 16,5-2 74-16,0-7-467 0,12-12-577 16</inkml:trace>
  <inkml:trace contextRef="#ctx0" brushRef="#br0" timeOffset="125426.7">25363 14357 3164 0,'9'-15'86'0,"-2"2"36"16,-3 4 9-16,0 3 3 0,-4 6 28 0,0 0 41 15,0 0 25-15,-9 45 15 0,-2 4-5 16,-5 8-13-16,-5 3-18 0,-2 2-41 0,0 2-14 16,0 0-13-16,0 1-15 0,3-4-17 15,0-3-20-15,6-5-22 0,0-4-24 16,4-10-21-16,1-8-24 0,5-8-19 16,0-2-16-16,2-4-8 0,0-5-9 0,4-2-9 15,0-2-8-15,2-2 1 0,0-4-6 16,5 0 7-16,-9-2 5 0,22-4 4 15,-7-3 13-15,4-3-1 0,-4 4 7 0,0-1 3 16,0 2 8-16,-6 1 8 0,3 0 10 16,-2 1 14-16,-3-1 23 0,-7 4 16 0,10-2 8 15,-10 2 4-15,0 0-4 0,15 8-1 16,-13-6-4-16,-2-2-6 0,10 9 1 0,-4-6-7 16,1 3-17-16,0-3-23 15,5 1-16-15,5-1-26 0,2-2-15 0,1-1-14 0,6-1-14 16,6-6-7-16,3 1 12 15,-1-6 0-15,2-5 13 0,-2 0 33 0,-3-1 17 16,-4 0 19-16,-6 5 19 0,-6 1 26 16,-1 3 23-16,-5 1 6 0,-2 3 8 0,2-2-3 15,-2 2-2-15,-3 1-10 0,-4 4-8 16,3-3-6-16,-3 3-4 0,0 0-6 16,0 0-13-16,0 0-14 0,0 0-20 0,11 8-12 15,-11-8-14-15,9 7-10 0,-6-3-1 16,-3-4-8-16,8 5 1 0,-8-5 3 0,7 5 13 15,-1-4 5-15,-6-1 23 16,5 4 20-16,-5-4 31 0,9 9 24 0,-7-3 26 0,-2 3 19 16,-4 5 16-16,-3 7 14 15,-4 13 11-15,-4 12 17 0,-8 6 16 0,0 9 15 16,0 1 9-16,-7 21 6 0,-3-3 9 16,3-2 2-16,-1 0-11 0,-1-4-13 0,5-14-16 15,3-4-19-15,-3-4-13 0,1-2-10 16,3-11-128-16,5-6-13 0,0-6 0 0,-4-2 0 15,1-2 0-15,4-9 0 0,0-1 0 16,-2-3 0-16,-4-5 0 0,4-1 0 0,-1-4 0 16,-4-2 0-16,3-5 0 0,5 1 0 15,0-6 0-15,7-4 0 0,5-1 0 16,8-7-15-16,12-21-256 0,13-2-6 0,15-17 0 16,17-5 11-16,9-2 14 0,11-5 9 15,7-1 18-15,5 1 14 0,4 3 19 16,5 3 6-16,6 6 30 0,0 4 15 0,-5 7 6 15,-10 5-2-15,-7 5 10 0,-12 7 20 16,-20 10 9-16,-9 4 30 0,-2 0 31 16,-17 6 24-16,-5 4 18 0,-6 4 12 0,-2-1 14 15,-1 2 12-15,-2-1-4 0,-7 4-3 16,-3 4-2-16,0 0 10 0,0 0 1 0,0 0 5 16,-62 17-3-16,10 2-6 0,1 5-4 15,-4 2-3-15,5 2-2 0,8-6-4 0,10 5-6 16,9-1-5-16,13-4 0 0,7-4-1 15,5-1 0-15,3 1-2 0,12 4-2 16,2-1-1-16,2 0-1 0,0-3 11 16,-4-2 25-16,3 4 25 0,-7-3 43 0,-2 0 42 15,-5 1 46-15,0-1 35 0,-4-1 19 16,-2-1 18-16,-2 2 10 0,-9 2 3 0,2-2-2 16,-7 5-5-16,-6-4-57 0,-4 2-223 15,-1-5 0-15,-4-3 0 0,1 1 0 16,-4-7 0-16,0 1 0 0,-4-2 0 0,-1-1 0 15,6-4 0-15,5 0 0 0,3-1 0 16,1-3-499-16,4-4-313 0,3-1-118 16,4 1 87-16,4-5-894 0,-1 1-1169 0</inkml:trace>
  <inkml:trace contextRef="#ctx0" brushRef="#br0" timeOffset="126526.63">27512 15482 4793 0,'12'-19'-74'0,"-1"1"12"0,4-5 6 16,4-4 11-16,0-2-2 0,12-10 28 16,1-2-3-16,2-5-5 0,14-14 4 15,3-8-5-15,3 2-13 0,-1-3-19 0,1 3-4 16,-5 4-1-16,-13 17 6 0,-4 9 6 15,-9 10-1-15,-7 7 5 0,-7 9 1 16,1 5 8-16,-7 5 9 0,-3 0-5 16,0 0 11-16,0 0 8 0,5 28 4 0,-5-14 5 15,2 4 8-15,0 4 9 0,-1 3 9 16,3 1 5-16,3 8 9 0,-1-2 4 0,2 4 6 16,0-3-6-16,-1-1-5 0,-1 0-6 15,-1-7 10-15,0-4 21 0,-3-5 21 0,0 0 36 16,-1-5 48-16,1 1 37 0,-2-2 37 15,0-3 41-15,0-7 20 0,-9 10 0 16,-1-8-4-16,-5-2-12 0,-8 0-11 0,-15-6-21 16,-4-4-24-16,-9-3-21 15,-5-4-21-15,1-7-19 0,-1-3-15 0,1-2-29 16,2-2-17-16,5 0-26 0,0-3-27 16,7 2-33-16,7-1-42 0,9 8-51 0,1 0-67 15,8 7-72-15,4 3-91 0,1 5-132 16,3 7-146-16,1-1-196 0,7 4-30 0,0 0 83 15,-18 11-625-15,13-1-809 0</inkml:trace>
  <inkml:trace contextRef="#ctx0" brushRef="#br0" timeOffset="128658.56">29139 14841 3930 0,'0'0'-22'0,"0"0"18"15,0 0 16-15,-17 27 42 0,4 0 22 16,-5 2 21-16,0 4 18 0,0-2 9 16,6 1 9-16,3-2-3 0,2-5 2 0,7-3-9 15,3 1-4-15,4-5 5 0,8 5-2 16,8-4 4-16,4-6-15 0,9-5-7 0,3-2-10 15,8-6-12-15,10-6-8 0,4-5-7 16,-5-4 7-16,0-6-22 0,-3-4 1 0,-7-7-7 16,0-2-1-16,-9-4-11 0,1-3-1 15,-8-3-3-15,-6-3-6 0,-3 1-8 16,-1 5 1-16,-9 10-1 0,-4 7-3 16,1 7-12-16,-4 3-14 0,-4 7-21 15,0 7-15-15,-10-2-37 0,10 2-40 0,-22 9-61 16,2 3-83-16,-1 6-75 0,-6 2-108 15,5 0-189-15,3 5-31 0,6-7 71 0,3 0-383 16,8-5-463-16</inkml:trace>
  <inkml:trace contextRef="#ctx0" brushRef="#br0" timeOffset="129008.78">30241 14719 2938 0,'10'-19'116'0,"1"5"5"16,-6 2 20-16,1 2 18 0,-2 3 16 0,-2 1 1 15,-2 6-14-15,2-8-13 0,-2 8-11 16,0 0-5-16,0 0-11 0,-30 16-12 0,14-3-11 16,-5 4-11-16,1 5-9 0,0-1-10 15,4 1-9-15,4-3-5 0,6 0-7 0,2 1-5 16,4-6-1-16,6 5-5 0,3 2-4 16,-2-3-3-16,9 7-3 0,2-1-2 15,-5 1 10-15,0-4 17 0,-3-4 13 0,-3 0 21 16,1-3 27-16,-7 1 47 0,-1 0 40 15,-1-2 16-15,-9 6-1 0,-1-4-2 0,-8 6-15 16,-6-2-23-16,-2-2-14 16,-2-3-14-16,1-1-21 0,4-4-13 0,3-1-36 15,-3-4-40-15,1 0-50 0,5-1-56 16,-3-3-62-16,3-4-73 0,1-1-75 0,2-5-79 16,4-5-69-16,3-6-64 0,6-5-63 15,2 0-80-15,8-10-80 0,5 3 66 16,2 1-455-16,2 7-572 0</inkml:trace>
  <inkml:trace contextRef="#ctx0" brushRef="#br0" timeOffset="129142.73">30220 14835 2942 0,'19'-6'-18'0,"-3"0"43"0,-5 3 27 15,-4-1 11-15,1 0 24 0,-8 4 14 16,11-3 0-16,-11 3 4 0,10-3-22 16,-10 3-4-16,0 0-14 0,0 0-40 15,0 0-56-15,3 15-74 0,-3-15-87 0,-13 20-124 16,2-7-183-16,-1 1-15 0,1 0 63 15,1 3-94-15,1 2-48 0</inkml:trace>
  <inkml:trace contextRef="#ctx0" brushRef="#br0" timeOffset="129874.66">30427 14816 1813 0,'4'-8'213'0,"-1"2"-27"0,-3 6-18 0,4-7-17 15,-4 7-15-15,0 0-19 0,0 0-10 16,0 0-10-16,0 0-17 0,0 0-31 16,0 0-15-16,0 0-11 0,-2 25-3 0,2-25-4 15,-2 15 0-15,-1-9-1 0,3-6 1 16,-2 10-1-16,2-10 9 0,0 7 13 0,0-7 18 16,0 0 9-16,0 0 4 0,0 0-5 15,0 0 31-15,0 0 13 0,20 0 15 16,-20 0 3-16,0 0-4 0,0 0-4 0,0 0-3 15,0 0 9-15,19 3 0 0,-13 4-6 16,-5 0-6-16,5 2-11 0,-4 4-10 16,1 2-7-16,-1 1-8 0,3-3-7 15,0 3-9-15,-1-2-3 0,4-1-9 0,-3-1-2 16,1-1 5-16,2-5-12 0,-1 1-5 16,6-2 0-16,-1-3 2 0,-1-2-12 0,-11 0 0 15,33-7-2-15,-12-1 8 0,4-10-9 16,-3 1-1-16,1-1 0 0,-2 0 5 15,-4 3 32-15,-5 2 3 0,-3 5 1 0,-1 0-5 16,-2 2-10-16,-6 6-3 0,0 0-3 16,0 0 1-16,0 0-1 0,-12 30-10 0,-3-4 4 15,1 3-3-15,2 2-3 0,-4 2-4 16,5-3-1-16,0 0-4 0,1-1-4 0,4-5 1 16,0-7 0-16,5 0-2 0,-1-4-1 15,0-1 5-15,2-3-2 0,2-1 3 16,1-1-2-16,-3-7 2 0,12 5 1 15,-12-5-1-15,17 0 10 0,-17 0 4 16,21-7 8-16,-8 2-1 0,-4 1 8 0,4 0-4 16,-4 1-11-16,-9 3-6 0,13-5-4 15,-13 5 6-15,0 0 9 0,10 15 8 0,-10-2 2 16,-4 5-1-16,-4 13-1 0,-3 4 0 16,-5 6-1-16,-2 5-5 0,-4 0 2 0,4-2-3 15,-2 1-6-15,-1-6 0 0,6-6 15 16,2-4 18-16,0-2 13 0,3-7 10 15,2-6 8-15,1-1 17 0,1-5 12 16,-1 0-28-16,-5 1-97 0,-3-3 0 0,-6 0 0 16,-6-2 0-16,-15-2 0 0,-4-1 0 15,-17-4 0-15,0-6 0 0,1 4 0 16,-3-3 0-16,2 1 0 0,0-3 0 0,6 1 0 16,13 0-114-16,2 1-380 0,8-1-120 15,9 0-213-15,6 2-42 0,4 3 93 0,4 1-753 16,2 0-975-16</inkml:trace>
  <inkml:trace contextRef="#ctx0" brushRef="#br0" timeOffset="131841.79">9490 15869 4101 0,'4'-14'149'0,"0"2"-99"0,-4 5-43 16,0 7-5-16,0 0 9 0,0 0 25 15,-10 30 22-15,0 0 25 0,1 8-5 0,-5 11 1 16,7 4-2-16,-1 3-8 0,5 5-7 16,-1 1-6-16,2-2-6 0,0 1-7 15,0-5-3-15,2-12-7 0,0-1-19 0,-4-5-14 16,2-1-23-16,0-10-11 0,0-3-21 16,0-5-10-16,0-4-11 0,-1-3-19 15,-3-2-22-15,3-5-24 0,-8-1-25 16,11-4-12-16,0 0-14 0,-22-16-11 0,18 1-10 15,-6-17-3-15,10-11 7 0,0-4 10 16,4-11 16-16,6-2 22 0,3 4 54 0,0 8 45 16,1 13 40-16,-3 4 32 0,1 4 21 15,-3 7 18-15,1 7 23 0,-5 6 19 16,3 4 21-16,0 1 10 0,-8 2 15 0,16 10 4 16,-11-1 3-16,1 3 3 0,-3 4-4 15,1-1-2-15,-2 3 0 0,1-1-3 0,-4 1-10 16,-3 1-13-16,-2-2-12 15,1 2-4-15,-1-3-17 0,-2-3-5 0,1 1-10 16,-4-4-4-16,0-3-25 0,2-4-29 16,2-1-47-16,7-2-42 0,-20-10-66 15,15 0-63-15,-3-4-74 0,5-7-85 0,1-1-146 16,-1-2-76-16,6 3 62 0,1 1-161 16,-3 1-183-16</inkml:trace>
  <inkml:trace contextRef="#ctx0" brushRef="#br0" timeOffset="132158.44">9966 16112 1972 0,'8'4'45'15,"-4"3"20"-15,-4 3 18 0,-4 0 17 16,0 4 17-16,-7 5 13 0,-2 11 8 0,-3-1 1 16,1-2-9-16,1 2-6 0,1-4-15 15,3 0-7-15,5-7-7 0,-1-2-4 0,4-3-13 16,2 0-10-16,2-2 0 0,-2-2-1 15,6-2-7-15,1 1-5 0,1-8 2 16,-8 0-8-16,22 0-3 0,-6-6-2 0,4-3-9 16,-6-3-5-16,0-3-13 0,1-9-4 15,-6 1-6-15,0 3 0 0,-8-4-7 0,-1-2-3 16,-5 3 6-16,-5-6-14 0,-1 8-3 16,-7-4-3-16,3 11-13 0,-6 2-5 15,2 6-11-15,-3 2-18 0,0 4-23 16,1 2-38-16,-4 3-44 0,3 2-65 15,2 3-79-15,1 0-141 0,2 3-77 0,6-3 54 16,3-2-45-16,4-1-26 0</inkml:trace>
  <inkml:trace contextRef="#ctx0" brushRef="#br0" timeOffset="132624.54">10118 16244 1615 0,'0'0'124'0,"9"4"14"0,-9-4 4 16,0 8 17-16,0-8 22 0,-5 13 9 15,1-5 6-15,-1 1-2 0,1 0-18 16,0 4-12-16,4-3-18 0,-1 2-12 0,1 2-16 16,0-2-4-16,1 0-11 0,3 0-11 15,5 0-6-15,2 0-9 0,-2-2-10 16,0-3-11-16,5 0-8 0,-1-4-11 0,1-1-9 16,-1-4-11-16,-13 2 2 0,21-12-5 15,-12 0-1-15,0-5-8 0,-2-5 2 0,-3-3 7 16,-3-11-7-16,-1-1 1 0,-8 4 0 15,2 0 1-15,-3 3 9 0,0 8-3 0,1 6 10 16,-2 3-6-16,1 2 2 16,2 3-4-16,-3 1 0 0,0 2-4 0,1 1-2 15,9 4 1-15,-12-6-7 0,12 6 3 16,-5-2 4-16,5 2-3 0,0 0 1 16,0 0-4-16,30-4 5 0,-7 3-2 0,4 1 2 15,15 0-1-15,-5 5 0 0,-1 2 5 16,0 1 3-16,-6 4 9 0,1 5 12 0,-6 2 11 15,-1 4 5-15,-7 1 6 0,-2 3-2 16,1 0-4-16,-7 1-1 0,-2-2-8 0,0-6-6 16,-4 1-2-16,1-1-4 0,0-1-5 15,-1-2-4-15,-1-1-6 0,2-1-26 16,0-3-29-16,-2 0-34 0,0-3-53 16,0-1-69-16,2 2-68 0,0-5-85 15,-1-1-146-15,-3-4-174 0,0 0 63 0,0 0-299 16,0 0-382-16</inkml:trace>
  <inkml:trace contextRef="#ctx0" brushRef="#br0" timeOffset="133274.75">10839 16283 2635 0,'9'-6'57'0,"-9"6"-2"0,0 0 4 0,0 0 17 16,16 0 25-16,-16 0 11 0,17 4 3 15,-4-2-10-15,0-2-10 0,3 3-13 16,3-3-12-16,-6 1-3 0,4-1-4 16,-3 0-4-16,1-1-8 0,-15 1 5 0,25-3-11 15,-13-1-2-15,-7 0-7 0,3 1-5 16,-8 3-2-16,5-14-3 0,-7 8-5 0,2 6-3 16,-7-17-4-16,-1 7-1 0,-7 2 0 15,-2-1 4-15,-4 3-1 0,1 0-6 0,-2 5 3 16,-1 1-4-16,-2 3 8 0,0 1 1 15,0 2-2-15,5 1 10 0,1 3-9 16,1 5 2-16,5-1 2 0,6 4 3 16,3 1-4-16,2-2 5 0,6 2-2 15,1 1 4-15,10 5 0 0,5-2-1 0,1-2 6 16,-1-4 2-16,7-3 0 0,-6-4 11 16,1-2 6-16,-8-4 5 0,4 1 3 0,-3-2 2 15,-1-1-7-15,-3-2 6 0,0 2-10 16,-11-2 2-16,19-2 6 0,-19 2 5 0,18 0-3 15,-18 0-6-15,13 0-3 0,-13 0-10 16,0 0-4-16,15 2-9 0,-15-2 2 16,10 7-5-16,-7-1-1 0,1-2-7 0,1 4 0 15,-1-3 0-15,4 4-2 0,-2-2-1 16,0 1-3-16,-1-2 0 0,2 1 1 16,4-3-1-16,-4-2-7 0,-7-2-7 0,25 0-8 15,-8-8-8-15,0-1-6 0,10-4-4 16,-2 0 9-16,-3-3-4 0,-3 2 5 15,-3 4 3-15,-5 1 2 0,0 2-2 0,1 2 8 16,-6-1-3-16,-1 2 3 0,-5 4-3 16,11-4 13-16,-11 4 9 0,0 0 4 15,18 8 2-15,-12-2-3 0,-1 1-1 0,2 1-3 16,-4 1-2-16,7 3 0 0,-5-2-2 16,1 2-19-16,2-1-13 0,-1-1-37 15,1 1-31-15,-3-3-49 0,5-2-37 0,-4 4-52 16,3-5-57-16,0 0-82 0,3 2-98 15,0-5-151-15,1 4 30 0,-2-2-256 16,5-2-330-16</inkml:trace>
  <inkml:trace contextRef="#ctx0" brushRef="#br0" timeOffset="133491.76">12011 15702 2350 0,'4'-36'108'0,"-2"10"44"15,-4 6 21-15,2 5 0 0,0 4-10 16,-2 7 3-16,2 4 21 0,0 0 9 0,-16 33-6 15,7 0-22-15,2 9-14 16,3 14-18-16,0 6-8 0,5-1-18 0,2 2-8 0,1 0-24 16,1-1-42-16,-1-3-36 15,2-1-57-15,-5-3-41 0,3-9-51 0,-4-5-35 16,0-2-40-16,0-8-49 0,-2-7-50 16,2-4-77-16,-2-3-116 0,-1 1-9 0,-1-7-163 15,0 0-181-15</inkml:trace>
  <inkml:trace contextRef="#ctx0" brushRef="#br0" timeOffset="133641.51">11927 16537 1879 0,'-9'-10'97'0,"4"6"55"16,5 4 29-16,-5-15 31 0,3 7 27 0,6-1 14 15,-2-3 5-15,4 0-13 0,3 0-24 16,4-1-24-16,10-5-23 0,2 1-27 16,2 0-54-16,4 4-61 0,-5 1-97 15,7 0-102-15,-1 2-126 0,2 1-170 16,-3 4-142-16,-5 1 55 0,16 6-211 0,2 3-251 15</inkml:trace>
  <inkml:trace contextRef="#ctx0" brushRef="#br0" timeOffset="134158.2">13261 16235 2427 0,'-5'-10'159'0,"-2"0"-6"0,5 3-19 16,2 7-18-16,-3-2-3 0,3 2 24 0,0 0 29 15,0 0 3-15,0 31 10 0,0-14 3 16,2 3-3-16,-1 4-6 0,-1 0-7 16,2-1-9-16,3 2-16 0,-3-3-14 0,1 0-6 15,-1-5-16-15,2 0-11 0,0 0-5 16,-1-3-7-16,3-2-8 0,2 1-6 0,2-6-7 15,-1-1-5-15,1-3-4 16,7-3-4-16,0-3-5 0,3-3-7 0,9-7-3 16,-2-1-2-16,0-1-4 0,-6 3-2 15,-5 3-6-15,-2 5-3 0,-4-2-3 0,-1 1-2 16,-1 2-5-16,0 1 5 0,-8 2 7 16,0 0 15-16,19 8 8 0,-12 1 0 0,1-1-5 15,-1 4 0-15,3-3-1 0,1 3-5 16,2 0-2-16,1 1 0 0,3-1 7 15,0-4-11-15,5-2 0 0,-4 2-3 0,3-7 2 16,1 1-4-16,-2-4 1 0,5-3-5 16,7-5 3-16,-1-2-3 0,-3-5-2 0,-3-4-2 15,-2-3-2-15,-1-2 0 0,-4-3 1 16,1-3-5-16,-4-2-13 0,1-11-14 0,-7 8-20 16,0 6-22-16,-2-2-15 15,-2 9-28-15,-3 6-39 0,-2 6-53 0,-2 4-74 16,-1 4-78-16,-6 3-109 0,9 1-172 15,-18 5-55-15,4 3 79 0,-1 3-385 16,0 4-468-16</inkml:trace>
  <inkml:trace contextRef="#ctx0" brushRef="#br0" timeOffset="134658.06">14355 16286 2846 0,'0'0'61'16,"-5"9"26"-16,5-9 6 16,0 0 6-16,0 0 20 0,0 0 29 0,0 0 17 15,7 8 3-15,-7-8-7 0,19 2-13 16,-6-4-15-16,3 2-12 0,4-2-13 0,3-1-8 16,2 0-11-16,0-3-9 0,-2 0-4 15,0-2-9-15,-4-1 9 0,-1 3 11 16,-4-2 12-16,-3-3 0 0,0 1 4 0,-8 4-8 15,-1-4-13-15,-2 10-9 0,-4-11-8 16,4 11-6-16,-21-4-8 0,5 8-4 0,-14 3-7 16,-2 9-2-16,-3 1-3 0,-6 8-7 15,7 1 3-15,0 6-1 0,9-6-6 0,3 1 3 16,8 2-5-16,0 0-6 16,8-5-2-16,4-2 4 0,4-2-14 0,4 1-28 15,1 0-42-15,5-3-61 0,-1-1-66 16,12 3-94-16,0-1-111 0,1-3-181 15,0-8-140-15,-5 1 79 0,6-3-414 0,-3 0-527 16</inkml:trace>
  <inkml:trace contextRef="#ctx0" brushRef="#br0" timeOffset="135109.79">15598 16436 3322 0,'-22'-5'220'0,"6"0"-24"16,2 3-20-16,5 2-13 0,9 0-7 15,-16 4-7-15,16-4-13 0,-5 8-11 0,3-4-10 16,4 4-12-16,-1 1-11 0,7-1-11 16,0 1-6-16,5-1-6 0,1 1-15 0,1-2-18 15,-1-3-17-15,-3 2-19 0,1-6-9 16,2 3-6-16,-1-6-7 0,3 3 6 15,-3 0 0-15,-4 0 0 0,-9 0-3 0,20 0 3 16,-20 0 5-16,15 0-6 16,-9 3 25-16,-1 3 9 0,-3 0 15 0,2 0 7 0,0 2-1 15,-1 0 1-15,-1 1 2 16,5 1 2-16,-2-2 2 0,3 1 7 0,3 1 1 16,6-2-1-16,4 0-5 0,4-5-3 15,1-1-4-15,3-2-3 0,12-5-1 0,-5-3-7 16,-2-2-1-16,2-5-3 0,-4-3 1 15,0-1-4-15,1-10 0 0,-12 3-1 16,-2-1-1-16,-4 0-1 0,-1 0-4 0,-7 4-1 16,-3 6-2-16,2 3-5 0,-4 4-23 15,-2 2-33-15,0 1-45 0,0 7-64 0,-2-10-83 16,2 10-81-16,0 0-112 16,0 0-186-16,0 0-55 0,0 0 69 0,0 0-359 15,-23 17-444-15</inkml:trace>
  <inkml:trace contextRef="#ctx0" brushRef="#br0" timeOffset="135324.76">16539 16177 2944 0,'9'-18'175'15,"-3"2"32"-15,0 4 43 0,-2 2 37 16,0 2 16-16,-2 4-4 0,-2 4-28 0,1-8-23 16,-1 8 17-16,0 0-13 0,0 0-19 15,6 35-28-15,-8-10-12 0,-2 16-27 0,-5 11-17 16,-1 2-15-16,-3 3-22 15,1-4-47-15,-3-2-50 0,2-3-49 0,1-11-57 16,1 0-61-16,4-4-63 0,-3-1-69 16,4-6-54-16,4-9-61 0,-3-3-78 0,3-4-86 15,2-3-124-15,4-4 69 0,-4-3-374 16,0 0-467-16</inkml:trace>
  <inkml:trace contextRef="#ctx0" brushRef="#br0" timeOffset="135724.53">16729 15925 2818 0,'6'-22'54'0,"-1"7"34"16,-2 1 39-16,1 5 13 0,-2 1 21 16,0 3 6-16,-2 5-11 0,2-7-7 15,-2 7 12-15,0 0-2 0,0 0-8 16,-8 45-10-16,2-8-15 0,-5 15-7 15,1 3-9-15,0-1-8 0,-1 5-14 0,4 0-7 16,1-1-5-16,0-2-10 0,-2-1-17 16,-1-6-31-16,5-8-44 0,1-4-54 0,-4-2-64 15,5-6-84-15,1-6-86 0,-3 0-128 16,2-6-220-16,0-2 51 0,4-3 68 0,0-2-225 16,2 1-257-16</inkml:trace>
  <inkml:trace contextRef="#ctx0" brushRef="#br0" timeOffset="136057.96">16898 16092 2106 0,'11'-16'-7'16,"2"-2"18"-16,0 1 16 0,0 3 26 15,1-1 24-15,1 3 27 0,1-1 27 0,-7 5 10 16,-2 0 3-16,2 3 22 16,-9 5 24-16,14 3 26 0,-4 3 19 0,-2 12 7 0,-1 13 5 15,-5 8-3-15,0 7-18 16,-4 14-11-16,-1 6-19 0,-7 0-22 0,2-1-15 16,1 5-17-16,-4-4-16 0,-3-2-11 15,3 4-13-15,-1-1-11 0,0-3-21 16,1-2-39-16,-1-3-52 0,3-2-76 0,-2-5-78 15,-1-3-87-15,5-14-93 0,-3 0-129 16,-2-6-189-16,5-10 10 0,3-3 79 0,2-5-321 16,1-5-386-16</inkml:trace>
  <inkml:trace contextRef="#ctx0" brushRef="#br0" timeOffset="136892.51">18040 16024 2699 0,'-1'-6'39'15,"-3"3"-10"-15,4 3 34 0,0 0 49 16,0 26 49-16,0-4 21 0,-4 17 1 0,0 14-2 16,1 5-9-16,-6 4-15 15,4 0-14-15,-1 0-8 0,-3-6-16 0,-1 0-13 16,-1-3-7-16,2-14-10 0,-5 5-9 15,5-9-8-15,-4-6-7 0,2-4-6 0,6-9-4 16,-1-3 0-16,3 1 2 0,1-7 9 16,-2-3-10-16,4-4-5 0,0 0-7 0,0 0-6 15,8-23-7-15,3-6-6 0,4-14-11 16,6-8-3-16,0-2-4 0,4-1 2 16,0 3 5-16,-5 12 10 0,-2 10 8 0,-9 8 0 15,-1 4-9-15,0 7-1 0,-5 5 9 16,5 5 12-16,-8 0 3 0,14 15-2 15,-7 4-3-15,2 10 5 0,0 2-14 16,3 4 0-16,-6-2-4 0,-1 2-1 0,-1-2-7 16,-4-6 4-16,0-3-3 0,-2-7 1 15,-1 3-2-15,-5-1 0 0,1-2-4 0,-1-3 7 16,-4-2-9-16,1-4-11 0,-3 0-21 16,2-4-37-16,-4-4-43 0,1 0-69 0,-2-6-79 15,-2-4-113-15,-2-8-160 0,1-4-213 16,9 3 63-16,2 4 71 0,4 3-322 15,4 3-399-15</inkml:trace>
  <inkml:trace contextRef="#ctx0" brushRef="#br0" timeOffset="137724.51">18546 16654 2788 0,'0'0'187'0,"3"5"21"0,-3-5 9 16,0 0 9-16,0 0 9 0,0 0 10 0,0 0-1 15,0 0-4-15,0 0-20 0,0 0-16 16,10 4-19-16,-10-4-18 0,0 0-17 0,0 0-30 16,28-10-31-16,-16 3-34 0,1-3-31 15,1-6-22-15,3-6-27 0,-2-7-13 0,-2-3-15 16,-3-1 4-16,-4-4 5 0,-2 1 4 16,-4-1 4-16,-4 2 3 15,-2 5 6-15,-2 4 8 0,3 6 7 0,-6 3 5 16,0 5 3-16,0 0 0 0,-3 7-1 15,2-1 6-15,0 4-4 0,12 2 5 0,-24 4-4 16,11 0 4-16,2 1-5 0,4 5 3 16,3-4 6-16,1 2-1 0,1 1-3 0,2-9 3 15,9 14 2-15,6-8-3 0,4-3 3 16,8-1-3-16,15-4-14 0,0-3-16 0,1-1-1 16,-3 2-3-16,-1-4 6 0,-8 5 2 15,-11 1 1-15,-3 1 8 0,-2 2 15 16,3 3 16-16,-5 3 17 0,-1 5 13 15,-1 2 9-15,-6 4 7 0,4 2 4 16,-8 3 0-16,3 1-6 0,-4-2-2 0,2 2-9 16,0-1-6-16,2-2-4 0,-3-3-3 15,1-3 1-15,2 1-7 0,1-2 0 0,6-5-1 16,-4 1-11-16,2-5-17 0,5-2-11 16,1-3-16-16,1 0-7 0,2-6-1 0,3-2 0 15,8-7-5-15,0-5 4 0,-3-3 2 16,1 0 6-16,-2-1 1 0,-5 4 9 15,-4 5 11-15,-5 4 14 0,-2 1 5 0,-2 3 5 16,0 0 2-16,-3 2-5 16,-4 5 5-16,0 0 10 0,0 0 4 0,0 0 0 15,0 0-2-15,-2 29-4 0,0-15-7 16,1 1 0-16,-1-1-7 0,0 3 1 0,2 0-7 16,0-3-9-16,0-1-5 0,2 0-4 15,-2 0-1-15,2-5 2 0,-1 1 2 0,1 1 1 16,2-4 1-16,1 3 7 0,-3-2 11 15,7 0 9-15,-6 1-2 0,5 1 10 16,-5 1 16-16,5 4 9 0,0 3 9 0,-2 2 10 16,-1 5 0-16,-1 1-5 0,0 11 1 15,-3 3-5-15,-2 4-8 0,1-2-4 16,-4-1-15-16,0 0-3 0,-1-3 24 0,-4-2 13 16,2-3 15-16,1-6 18 0,1-3 14 15,-3-5 13-15,-4 0 20 0,1-3 15 0,-3-1 5 16,-2-4-3-16,-15 2-171 0,-3-3 0 15,-5-3 0-15,-8-4 0 0,-3 0 0 16,-11-6 0-16,-7 1 0 0,3-4 0 16,6-1 0-16,6-1 0 0,9 1 0 0,8-4 0 15,1 0 0-15,11 5 0 0,3-3-379 16,1 0-261-16,8-1-178 0,1 1-90 0,8 0 93 16,1 2-760-16,5 1-1017 15</inkml:trace>
  <inkml:trace contextRef="#ctx0" brushRef="#br0" timeOffset="138707.54">21124 16347 4333 0,'-17'-4'-28'0,"-2"2"17"0,0 8 29 15,-12 8 35-15,-5 15 26 0,-2 5 26 16,3 7 21-16,-1 2 2 0,8 1-3 0,1 2-11 16,6 2-10-16,6 0-10 15,7-6-11-15,1 1-7 0,5-5-7 0,10 1-8 16,1-2-16-16,3-6-18 0,4-1-17 15,0-4-13-15,6-5-19 0,3-6-14 16,2-7-7-16,-4-4-4 0,4-2-10 0,9-8 3 16,2-2 0-16,2-13 4 0,0-4 12 15,0-4-2-15,-8-5 5 0,-1-7 10 0,-6-2-4 16,-6-6 6-16,-8 1 3 0,-5 7 2 16,-8 0 1-16,-6 4 4 0,-7 2-2 0,-13 0 3 15,1 11 0-15,-3 6-1 0,-11 4 6 16,0 7-1-16,-6 6 1 0,0 5 0 15,-5 3-2-15,4 7 3 0,0 5 4 16,4 4-2-16,5 3-7 0,12-1 5 16,7 0 0-16,4 5 1 0,7-1-4 0,6-3-2 15,3-4-8-15,5 0-1 0,2-2-3 16,17 3-7-16,4-3 2 0,6-5-1 0,2-9 2 16,9-2 1-16,0-4 4 0,1-8-1 15,13-1 11-15,0-7-1 0,-2-2 4 0,-4 3 17 16,-5-2 18-16,-13 5 14 0,-10 5 10 15,-5-1 11-15,-6 3 2 0,-1 2-1 16,-3-1 5-16,-10 4 37 0,0 0 3 0,18 8-3 16,-14-3 0-16,0 2-7 15,-1 2-12-15,-2 0-4 0,1-1-10 0,0 0-5 16,0 0-10-16,3 0-1 0,1 1-8 16,1-1 1-16,5-2-21 0,3-2-20 0,6-1-25 15,3-3-22-15,13-3-21 0,7-3-8 16,-4-2 1-16,-2-4 7 0,-2 3 7 0,-3-2 10 15,-7 2 17-15,-6 5 19 0,-5-1 22 16,-1 1 17-16,-3 0 12 0,-4 1 10 16,-7 3 5-16,14-3 11 0,-14 3 1 0,0 0 2 15,0 0-10-15,16 3 0 0,-16-3-6 16,14 5-7-16,-3 1 1 0,5-5-14 16,3 3-8-16,6-3-9 0,-2 1-8 15,3-4-4-15,5 2-12 0,7-2-16 0,0-4-14 16,-8 2-11-16,-3 2-2 0,-6-1-1 15,-2 1 4-15,-4 1 2 0,-2-1 0 0,-1 2 2 16,-12 0-5-16,19-4-25 0,-9 4-35 16,-10 0-41-16,18 0-52 0,-4-1-79 15,3-1-101-15,4-1-155 0,0-2-147 0,4-4 69 16,6-1-376-16,-1-6-463 0</inkml:trace>
  <inkml:trace contextRef="#ctx0" brushRef="#br0" timeOffset="139290.34">22885 16438 2978 0,'0'0'117'15,"0"0"8"-15,0 0-5 0,0 0 8 16,0 0 11-16,2 33 14 0,0-14-3 16,-4 2-9-16,2 3-14 0,-4 1-13 0,1 8-12 15,-6 1-7-15,2 0-12 0,-1-1-7 16,-3-3-9-16,3-5-5 0,2-7-4 16,1-3-5-16,-1-3-2 0,5 0 9 15,-1-7-2-15,2-5-8 0,0 0-7 0,0 0-3 16,0 0-5-16,24-20-7 0,-5-2-2 15,4-3-14-15,11-12-9 0,1 0 0 0,1 3-2 16,-2-1-5-16,1 8 3 0,-15 7-2 16,0 7 1-16,-6 5 0 0,0 4 7 0,-5 2 4 15,-9 2 6-15,20 13 1 0,-13-4 3 16,1 8 3-16,-3 0-5 0,4 5-2 16,-6 0 0-16,1 0-7 0,1 4 2 0,-3-4-11 15,6 11-16-15,-2-10-22 0,0 1-38 16,-3-10-38-16,3 3-65 0,-1-5-68 15,2-1-84-15,-1-1-123 0,1-4-193 16,0-4 50-16,-7-2-330 0,22-2-407 0</inkml:trace>
  <inkml:trace contextRef="#ctx0" brushRef="#br0" timeOffset="139590.79">23522 16651 2941 0,'-18'12'241'0,"5"-2"10"0,1 2 10 0,5 0 10 16,-3 0-1-16,7 2-23 0,1-1-26 16,4-1-23-16,1 1-37 0,5-1-44 0,1-3-47 15,1 0-44-15,7-2-34 16,-1-3-26-16,0 0-10 0,2-4 12 0,-4 0-3 16,6-2 6-16,-1 0 20 0,-4-2 20 15,1 0 22-15,-1-2 18 0,-3-1 11 16,-3-1 13-16,-4 0 8 0,-1-5 2 0,0-1-3 15,-4-1-11-15,-2-1-3 0,-2-3-11 16,-1 1-13-16,-5 1-18 0,-2 1-15 0,-2 3-19 16,-4 4-29-16,3 4-33 15,-8 3-53-15,4 1-73 0,0 4-99 0,-6 0-132 0,2 4-207 16,5 2-30-16,-2-1 69 0,7-1-355 16,3 0-430-16</inkml:trace>
  <inkml:trace contextRef="#ctx0" brushRef="#br0" timeOffset="140007.04">24431 15833 2922 0,'-8'-2'173'0,"8"2"33"15,-21 19 28-15,2 10 21 0,-5 17 20 0,-3 12 14 16,-8 13 2-16,9-12-22 0,-5 18-25 15,6-15-22-15,4-2-27 0,2-4-22 16,4-1-19-16,1-5-39 0,7-12-35 16,-3-1-41-16,7-4-35 0,-1-7-32 15,-1-9-29-15,5 0-28 0,-1-5-13 0,-1-2-8 16,-2-3 10-16,4-2 8 0,0-5 10 16,0 0 12-16,0 0 15 0,0 0 19 0,0 0 19 15,-15-21 23-15,8 10 10 0,-3-2 7 16,-5 1 4-16,-4 2 2 0,-5 3 1 0,-1 1 7 15,0 6 16-15,-6 4 9 0,-4 4 14 16,3 3 1-16,3 3-1 0,5 1-8 16,3 4-1-16,8 0-4 0,5-2 4 15,4-3-1-15,2 1-1 0,2-1-4 0,4 2-4 16,-1 0-8-16,8-3 1 0,0 3-22 16,2-6-32-16,0-1-48 0,2 3-62 0,3-6-97 15,-3 0-106-15,4-3-138 0,-3-3-221 16,0-3-63-16,18-5 77 0,2 0-496 15,1-5-621-15</inkml:trace>
  <inkml:trace contextRef="#ctx0" brushRef="#br0" timeOffset="140372.87">24352 16574 3646 0,'-13'2'280'0,"3"0"-6"0,10-2-7 0,-13 3-2 16,13-3-17-16,0 0-21 0,-5 6-20 15,5-6-16-15,0 0-42 0,0 0-43 16,0 0-41-16,0 0-33 0,32 0-31 0,-32 0-33 16,19-4-27-16,-9 0-28 0,1 1-20 15,1-3-8-15,-3-2-22 0,0-2 20 0,1-1 14 16,-1-5 12-16,-3 2 6 0,0-1 24 16,-5 5 17-16,-1 1 1 0,-3-1 9 0,-7 5-3 15,-2 4 9-15,-4 1 4 16,-9 4 4-16,-9 2 24 0,-2 7 10 0,2 1 17 15,3 3 12-15,4 3-4 0,2-1 1 16,8 5 1-16,6-7 9 0,5 0 8 0,2-2 0 16,4-1-8-16,6 1-3 0,-1-1-6 15,7 1-26-15,0-3-13 0,1 0-16 0,2-2-36 16,6-1-43-16,-6-4-77 0,10-2-103 16,0 1-146-16,1-2-226 0,3-4 34 15,9-2 50-15,6-1-266 0,15-2-313 0</inkml:trace>
  <inkml:trace contextRef="#ctx0" brushRef="#br0" timeOffset="140790.71">26367 15944 2729 0,'-19'-2'306'0,"1"2"16"16,3 8 18-16,-2 2 23 0,-7 11 19 0,-5 13-3 15,0 0-15-15,5 9-27 0,0 1-32 16,5-1-30-16,2 5-24 0,2-1-28 0,4-9-24 16,1-1-29-16,2-1-25 0,-1 0-22 15,1-5-20-15,3-4-17 0,-4-8-9 0,6-4-8 16,-3 1-8-16,3 0-10 0,-3-7-13 16,2 3-13-16,1-4-25 0,-2-1-18 15,1-5-33-15,4-2-22 0,0 0-23 16,0 0-14-16,-16-11-19 0,7 3-9 0,2-4-6 15,-2 0-1-15,-7-3 7 0,-1 3 13 16,-8 7 12-16,-11-1 13 0,-6 6 9 0,-3 6 20 16,-11 3 22-16,5 9 33 0,0 1 31 15,3 1 20-15,4 5 26 0,5 5 17 0,5-1 7 16,14-4 10-16,1 1 11 0,4-2-7 16,6-2 1-16,6 2-6 0,5-7-11 0,-1 4 0 15,8-3-35-15,2 1-44 0,2-3-47 16,3-2-58-16,10 3-87 0,3-1-112 15,3-6-132-15,2-3-155 0,-1-5-206 0,6-2 61 16,8-4 79-16,5-6-460 16,4-2-583-16</inkml:trace>
  <inkml:trace contextRef="#ctx0" brushRef="#br0" timeOffset="141107.18">26192 16699 3544 0,'-25'5'331'0,"1"0"42"0,4 2 29 15,1 1 19-15,-1 4 2 0,4-4-27 16,4 1-35-16,2 3-36 0,3 2-34 16,3-5-31-16,4 3-51 0,4 0-40 0,2-1-39 15,3-1-39-15,5 0-39 0,0-1-29 16,6-1-28-16,-2-2-24 0,2-3-24 16,1 0-17-16,-3-3-13 0,7-3-16 0,0-2 2 15,-2-3 1-15,1 1 17 0,0-7 18 16,-5-1 26-16,0-5 18 0,-2-1 20 0,-5-3 23 15,-6 5 13-15,-5-2 0 0,-1 1 0 16,-3 0 2-16,-6 1-12 0,-9-5-2 0,-5 5-4 16,3 7-4-16,2 6-6 0,-1 0-13 15,2 4-44-15,-4 2-50 0,1 4-80 0,6 0-102 16,-4 4-102-16,-1 1-125 16,7-1-193-16,5 2-82 0,2-1 74 0,5-1-564 15,3 1-728-15</inkml:trace>
  <inkml:trace contextRef="#ctx0" brushRef="#br0" timeOffset="141522.76">26692 16622 3929 0,'0'0'255'0,"-5"-6"37"0,5 6 40 16,0 0 18-16,0 0 11 0,0 0-9 15,-27 11-26-15,27-11-30 0,-8 12-32 16,7-4-25-16,-1-1-35 0,2 2-37 0,0 0-40 15,0-1-42-15,2 0-36 16,-1 1-31-16,5-2-35 0,-6-7-19 0,7 11-24 16,2-8-7-16,-2-2 0 0,-7-1 5 15,18 2 7-15,-18-2 6 0,20-8 13 0,-6 2 21 16,-3-2 20-16,0-1 26 0,1 1 28 16,-5 1 27-16,3 0 17 0,-4 2 12 0,0 0 6 15,-6 5-3-15,11-7-1 0,-11 7-4 16,9-5-1-16,-9 5-83 0,0 0-29 0,12 0 0 15,-12 0 0-15,0 0 0 0,0 0 0 16,27 5 0-16,-16-5 0 0,0 2 0 16,3-1 0-16,-1 1 0 0,2-2 0 15,-15 0 0-15,27-2 0 0,-12 2 0 16,-1-1 0-16,-1-3 0 0,-2 1 0 0,1 0 0 16,-1-3 0-16,-4-1 0 0,4 1-58 15,-4-3-167-15,0-3-58 0,-1 2-69 0,0-2-77 16,2 3-95-16,-3 1-149 0,-1 0-138 15,-2 1 77-15,-2 7-661 0,0 0-848 0</inkml:trace>
  <inkml:trace contextRef="#ctx0" brushRef="#br0" timeOffset="141889.79">27149 16531 4268 0,'0'0'240'0,"-3"-7"54"16,3 7 47-16,0 0 48 0,0 0 24 0,0 0 10 15,0 0-23-15,0 0-44 0,0 0-38 16,0 0-29-16,0 0-30 0,-13 17-58 0,13-17-201 16,0 0 0-16,5 17 0 0,-5-17 0 15,4 11 0-15,0-8 0 0,-4-3 0 16,2 9 0-16,-2-9 0 0,0 0 0 0,8 5 0 16,-8-5 0-16,0 0 0 0,0 0 0 15,22-12 0-15,-12 7 0 0,1-2 0 0,0 1 0 16,0 2 0-16,0-2 0 15,-2 1 0-15,-1 4 0 0,3-2 0 0,-11 3 0 16,20-4 0-16,-11 2 0 0,-9 2 0 16,23 2 0-16,-10-2 0 0,1 2 0 0,1 0 0 15,0-2 0-15,4 0 0 0,0-2 0 16,3 2 0-16,-4-4 0 0,1 2 0 0,0 0 0 16,-2-1 0-16,-4-2 0 0,-1 1 0 15,1 2 0-15,-3 0-63 0,-2 2-642 0,-8 0-221 16,0 0 30-16,0 0 101 0,0 0-840 15,0 0-1072-15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19T03:21:36.6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4068 1547 1106 0,'-16'0'349'0,"16"0"-108"0,0 0-56 0,-20-2-39 15,20 2-7-15,0 0-8 0,-16-2-1 16,16 2-6-16,0 0 11 0,-11-2-2 15,11 2 1-15,0 0-14 0,0 0-8 16,0 0-16-16,-11-3-2 0,11 3-14 0,0 0-6 16,0 0-9-16,0 0-1 0,0 0-3 15,0 0 4-15,0 0-5 0,49 9-9 16,-24-6-3-16,9 2 1 0,6 0 2 16,4-1-3-16,3-1 3 0,9 4-9 0,5 0-2 15,0 3-5-15,0-2-4 0,0 1-8 16,-2 1-5-16,-4 0 8 0,1-1-6 15,-13-2-1-15,2 0-1 0,-4 0-6 0,5-1 3 16,-6 0-3-16,3 0-1 16,-2-6 7-16,1 2 3 0,-3 0 5 0,2-2-1 15,-1 0 5-15,1 0-1 0,4-2-3 16,-4 2-3-16,2 0-4 0,-2 0-3 16,-5 0-6-16,5 0 7 0,-1 2-7 0,-1 0 2 15,2 0-3-15,1 2-3 0,-3-2 3 16,6 1-3-16,-4 1 0 0,7-2 1 0,-4 1-1 15,2 0-6-15,-1-1 4 0,-3 2 0 16,0-2-1-16,2-1 5 0,0-1-4 16,1 3-3-16,-2-3 1 0,0 2 1 0,5-2-2 15,-4 0-1-15,4 2 2 0,-1 0 0 16,3 0-4-16,3-2 1 0,-2 1 0 16,12 1 1-16,0 0 0 0,2-1-1 15,-4 2 2-15,2-3-1 0,2-3-4 16,0 6 3-16,-14-6 0 0,-2 3 0 0,14-1 1 15,-13-1 3-15,2 2-6 0,0-2 2 16,-2 1-1-16,-2-1 5 0,-2 0-2 0,-2 0 6 16,1 2-5-16,1-2-1 0,-6-2-4 15,2 0 2-15,-3 0 2 0,-2 4-7 16,1-6 6-16,-2 0 0 0,3 1 2 0,-1 1 0 16,-2-2-1-16,2 1 0 0,3 0 2 15,-4 0-10-15,3 0 5 0,-2 0-4 16,1-2-2-16,-3 2-1 0,0-1-3 15,-8 1 8-15,-3 2-5 0,-4-2 8 0,-4 3-1 16,-1-3 3-16,2 2 3 0,-4-3 13 16,-3-1 6-16,0 2 8 0,3-3 7 15,-3-1 4-15,2-4 4 0,-2-3 0 16,-4-3-9-16,7-8-5 0,-3-4-6 0,0-4 0 16,3 0-4-16,1-10-4 0,-3 7-2 15,1-6-1-15,-6 8-4 0,3 2 1 0,-1-1-2 16,-3 4-2-16,-1 6-1 0,-1 2 1 15,3 1-2-15,-6 5-2 0,-1-4-3 16,2 3 1-16,-2 0 2 0,-2 1 2 0,2-2-3 16,-1 2 4-16,-3-1-7 15,1 4 4-15,-1-3-1 0,3 2-3 0,-7-2 2 16,5 3-3-16,-3 2 0 0,0-3 0 16,-4 3-4-16,3 0 1 0,-2 2 3 15,-2 1-4-15,0-3 1 0,0 6-3 0,-3-3-2 16,0 2 5-16,-4 2-1 0,-1-2 0 15,-2 2 0-15,-4 0 3 0,2 0-1 0,-2 0 1 16,-11 0-2-16,4 1 1 0,-4-1 0 16,6 2 2-16,-10-3 5 0,-1 4-10 15,1-2 3-15,-1 4 0 0,-2 0 1 0,0-3-1 16,0 3 1-16,4 0 0 0,-3-1 2 16,8 1 0-16,-9-1 0 0,2 1 2 15,0-2-4-15,1 2 0 0,1-2 2 16,-1-1-2-16,-1 1 0 0,9 0-1 15,3 1 0-15,-1-1 5 0,-8-2-2 0,4 4 0 16,-7-2 2-16,9 1-7 0,-10-2 4 16,4 3-2-16,-4 0 0 0,0 0 3 15,1 0 1-15,-4 0-1 0,4 3-2 0,-2-3 6 16,0 1-3-16,1-1-2 0,5 0 5 16,-4-1-5-16,1 1 3 0,4-3-1 15,-5 3 1-15,0 0-3 0,-2 0 3 0,4 0-2 16,-5 3-4-16,2-3 3 15,0 1 0-15,-2 1 2 0,0 0-1 0,1 0 2 16,0-2 4-16,0 0-3 0,2 2-2 16,0-2 1-16,5 0-5 0,5 0 5 0,-11 0 1 15,9 0-7-15,1 0 4 0,2 0-1 16,-12-2 3-16,8 2-4 0,3 0 3 16,-1 2 2-16,3-2-4 0,-15 0 5 0,14 1-5 15,1-1 5-15,0 2-4 0,2-2 2 16,0 2-4-16,-2-1 2 0,6-1-1 15,-4 0 2-15,2 2 1 0,0-2-3 0,0 2 1 16,-2-2-3-16,-4 2 5 0,3-1-6 16,-15 0 7-16,0 2 0 0,-2-3 4 15,2 0-6-15,0 3 0 0,-2-2 0 16,2-1 1-16,-2 0-1 0,0 0 2 0,1 0-3 16,0 0 2-16,3-1 0 0,-2 1 1 15,4 0-5-15,-4 0 4 0,2-3-4 16,-5 3 0-16,2 0 3 0,2 0-1 0,-6 0-2 15,5 0 4-15,0-3 1 0,4 2 0 16,6 1-1-16,8-1-2 0,0-3 3 16,5 2-2-16,1-1 1 0,1 1 4 15,5-1-1-15,-3 1-4 0,5-2 0 0,0 0 2 16,-3 4-4-16,3-4 5 0,0 0-3 0,3 1-3 16,-1 0 6-16,1 0-1 15,0-1-4-15,2 0 3 0,-1 0-1 16,0 2 4-16,7 2-3 0,-12-6-2 0,6 2 0 15,6 4 0-15,-5-5 2 0,1-1-3 16,0 0-1-16,4 6 0 0,-5-8 4 0,3 3-5 16,2 5 0-16,-5-8 3 0,5 8 1 15,-2-8-2-15,2 8 6 0,-1-5-3 16,1 5 2-16,-4-7-4 0,4 7 3 0,-2-7-3 16,2 7 2-16,-2-5 4 0,2 5-4 15,0 0 1-15,0 0-1 0,-2-7-4 16,2 7-2-16,0 0 4 0,0 0-6 15,0 0 1-15,-2-6-1 0,2 6-3 16,0 0-2-16,0 0-2 0,0 0 6 0,0 0 0 16,0 0 8-16,0 25-7 0,0-7 3 15,-1 5-2-15,-1 4 2 0,2 10 1 16,0 4 1-16,-2 1-1 0,0 2 3 0,-3 1-3 16,2 2 4-16,-1-5 2 0,-1 11 0 15,-1-10-2-15,0 0 3 0,-4-4 2 0,5-1 2 16,-3 2-4-16,1-5-3 0,0 2 2 15,0-1 2-15,0-2-1 16,-3-2-2-16,2 1 3 0,3 2 0 0,-3-4-1 0,1 2 1 16,3-5-5-16,-1-4 8 15,-2 7-7-15,3-4 2 0,1-5-2 0,-1-1 0 16,0-2 1-16,4-2-2 0,-2-2 3 0,-1-1 2 16,0-2 0-16,3-2 9 15,-2-1 15-15,0-1 11 0,2 0 18 0,0-8 16 16,-2 14 7-16,2-14 10 0,0 7 6 15,0-7 4-15,0 8 4 0,0-8 13 16,0 0-2-16,-3 6-4 0,3-6-26 0,0 0-15 16,0 0 1-16,0 0-44 0,0 0-65 15,0 0-101-15,0 0-159 0,0 0-173 0,-17-16-378 16,17 16 97-16,-5-7 83 16,5 7-507-16,0 0-640 15</inkml:trace>
  <inkml:trace contextRef="#ctx0" brushRef="#br0" timeOffset="3532.77">16261 2401 937 0,'0'0'264'15,"-6"3"-49"-15,6-3-24 0,0 0-5 0,0 0 0 16,0 0-2-16,0 0-10 0,0 0-7 16,0 0-3-16,0 0 4 0,0 0-2 15,0 0-7-15,0 0 0 0,0 0-11 0,0 0-2 16,0 0-9-16,0 0 5 0,0 0-4 16,0 0 5-16,-23-2 10 0,23 2 10 15,0 0 12-15,0 0 17 0,0 0 8 0,0 0 9 16,0 0-9-16,0 0-29 0,0 0-2 0,-3-7 8 15,3 7-16-15,0 0-5 16,-5-10-10-16,5 10-4 0,3-10-12 16,-3 10-12-16,4-15-9 0,-3 7-16 0,1 0-11 15,6-2-9-15,-5 1-4 0,7-2-8 16,-4 2-9-16,3 2-14 0,2-1-2 0,0 3-6 16,-2 2-6-16,-9 3-5 0,25 2 2 15,-12 2-17-15,1 6 5 0,0 1-7 0,-2 3-3 16,-1 1 1-16,-1 1 3 0,-5 1 2 15,0 1 1-15,-5-1-3 0,-5 1 5 16,1 3 15-16,-5 0 16 0,-4 4 20 0,-1 1 20 16,2-7 17-16,-2-4 15 15,3-1 4-15,1-3-28 0,0 1-87 0,5-4 0 0,-3 1 0 16,5-3 0-16,-4 0 0 16,3-2 0-16,4-4 0 0,-3 9 0 0,3-9 0 15,-2 7 0-15,2-7 0 0,9 9 0 16,3-3 0-16,9 2 0 0,12 2 0 15,-1-3 0-15,0 1 0 0,1 1 0 0,-7-2 0 16,-3-2 0-16,-6-2 0 0,3 0 0 16,-7 1 0-16,0-2 0 0,-3 1 0 0,-1-1 0 15,-9-2 0-15,17 1 0 0,-17-1 0 16,13 6 0-16,-9-6 0 0,-4 0 0 0,0 0 0 16,0 0 0-16,16 0 0 0,-16 0-204 15,0 0-442-15,0 0-179 0,0 0-96 16,0 0 92-16,0 0-792 0,0 0-1060 15</inkml:trace>
  <inkml:trace contextRef="#ctx0" brushRef="#br0" timeOffset="4848.76">2567 2631 4355 0,'-3'-14'-104'0,"3"14"57"16,0-10 25-16,0 10 28 0,-2-7 8 15,2 7 0-15,0 0-3 0,0 0-11 16,0 0 5-16,0 0 34 0,0 0 31 0,-11 44 2 16,7-11-14-16,1 4 2 0,1 1-5 15,0 1-7-15,2 0-5 0,2 0-1 16,-2-2-10-16,0-8 5 0,0-1-4 0,-2-4-1 15,2 1-8-15,-2-6-15 0,2 0-30 16,-2-2-56-16,2-5-39 0,-4 4-70 0,6-4-57 16,0-6-117-16,-2-2-179 0,0-4-59 15,0 0 57-15,0 0-209 16,8-21-241-16</inkml:trace>
  <inkml:trace contextRef="#ctx0" brushRef="#br0" timeOffset="5032.5">2650 2450 2347 0,'-2'-12'171'0,"-2"2"14"16,4 1 22-16,0 2-14 0,0 7-19 15,4-18-23-15,2 9-20 0,4-5-13 16,5 3-13-16,10-11-12 0,3 5-24 0,6-2-53 16,9-3-65-16,0 1-56 0,-5 8-78 15,12-3-100-15,-5 8-165 0,-6 3-114 16,-6 5 63-16,-10 0-124 0,-7 7-121 15</inkml:trace>
  <inkml:trace contextRef="#ctx0" brushRef="#br0" timeOffset="5501.37">3336 2418 1922 0,'4'-12'120'0,"0"7"8"15,-2-1 3-15,-2 6-1 0,-2-10 12 0,2 10 0 16,0 0 1-16,-15-5 0 0,15 5 2 16,-25 1-17-16,8 1-10 0,-6 4-3 0,0 2-20 15,-7 7-8-15,-1-1-9 0,3 5-12 16,1-2-3-16,2-2-3 0,8-3-14 15,3 0-2-15,3-3-5 0,3-2-9 0,2 2 3 16,5-3-5-16,1 3 8 0,0-9 4 16,10 15 4-16,1-6 8 0,8-1 4 15,10 7-9-15,0-5 4 0,0-1-12 16,0 3-4-16,-6-2 5 0,-6-2 2 0,-2 1 7 16,-5-4 15-16,0 2 7 0,-3 1 29 15,-1 1 27-15,-3 1 15 0,-3-1 11 16,-2 3 2-16,-7 0-5 0,2 1-16 0,-7 3 0 15,-1-3-22-15,1-1-11 0,-1 0-6 16,0-1-12-16,2-3-26 0,-3-1-45 0,3 0-48 16,2-4-62-16,-3 2-81 0,1-3-93 15,1 1-102-15,1-3-129 16,2 0-196-16,9 0 1 0,-18 0 80 0,18 0-375 0,-11 2-470 16</inkml:trace>
  <inkml:trace contextRef="#ctx0" brushRef="#br0" timeOffset="5682.23">2969 3079 2691 0,'-12'9'153'15,"2"-2"86"-15,5-4 25 0,-1 0 20 16,6-3 20-16,0 0 2 0,0 0-12 0,0 0-26 16,0 0-10-16,0 0-32 0,0 0-29 15,27-14-26-15,-1 1-78 0,9 1-97 16,1 0-116-16,2 0-134 0,2 2-155 15,10-4-198-15,-9 7-93 0,-2 4 66 0,-5 1-393 16,-9 2-502-16</inkml:trace>
  <inkml:trace contextRef="#ctx0" brushRef="#br0" timeOffset="5953.26">3182 3198 2773 0,'-16'2'145'0,"5"3"84"0,4-4 33 15,7-1 6-15,0 0-18 0,0 0-10 16,0 0-3-16,0 0 6 0,-7-14-25 15,7 14-15-15,0 0-23 0,20-13-8 0,-8 9-30 16,-1 2-13-16,2 0-17 0,-13 2-14 16,23 4-6-16,-14 1-9 0,1 3-3 0,-6 2-3 15,-2 4-3-15,-6-1-11 16,1 4-8-16,-4-1-1 0,0-2-9 0,1 1-6 16,2-1-7-16,1-6-3 0,1 0-10 15,0 1-7-15,2-9-3 0,2 9-5 16,-2-9-12-16,15 3-25 0,-15-3-41 0,28-8-55 15,-8-1-64-15,8-5-72 0,-1-1-87 16,4-5-103-16,-3-2-152 0,0-1-112 0,5-4 65 16,-7 2-427-16,6-8-553 0</inkml:trace>
  <inkml:trace contextRef="#ctx0" brushRef="#br0" timeOffset="6332.01">3365 2135 3111 0,'-12'-7'83'15,"3"2"12"-15,1 1-1 0,8 4 6 0,-7-7-1 16,7 7 0-16,-4-6-11 0,4 6-5 16,0 0-4-16,11-9-4 0,2 6-14 0,7-2-10 15,3 1 5-15,2 2-19 16,-3 2-4-16,3 2 0 0,2 5-3 0,1 3 7 15,1 6 10-15,-4 7 12 0,0 15 40 16,-3 7 15-16,-3 4 47 0,-2 7 11 16,-1 4 7-16,-5 3 0 0,1 2 9 0,-1 2-18 15,0 0-6-15,3 1-21 0,1 4-14 16,0-1-22-16,2-2-13 0,-1-1-8 0,-2-3-11 16,0-7-2-16,-1-3-25 0,-3-3-22 15,-2-13-22-15,-1-3-22 0,-3-9-16 16,1-6-20-16,-5-3-22 0,3-4-29 0,-1-3-34 15,0 1-34-15,-4-6-67 0,2-2-78 16,0-4-95-16,0 0-114 0,0 0-197 0,-27-29 67 16,17 1-426-16,3-4-553 15</inkml:trace>
  <inkml:trace contextRef="#ctx0" brushRef="#br0" timeOffset="6531.59">4003 2781 3446 0,'0'0'322'16,"0"0"22"-16,0 0 3 0,-3-10-5 16,3 10-13-16,0 0-28 0,3-12-28 15,5 3-31-15,8-1-29 0,8-7-42 0,2 3-82 16,5-1-110-16,-1 1-122 16,4 2-142-16,2 4-143 0,-2 0-174 0,-9 7-163 0,-3 2 72 15,-5 1-491-15,-4 4-650 16</inkml:trace>
  <inkml:trace contextRef="#ctx0" brushRef="#br0" timeOffset="6682.23">4133 2958 3400 0,'-13'5'116'15,"1"0"47"-15,4 0 38 0,3-1 28 16,5-4 18-16,-7 4 17 0,7-4-6 0,0 0-19 16,0 0-30-16,0 0-62 0,0 0-89 15,0 0-122-15,18-25-134 0,9 4-161 16,9-9-220-16,4 0-122 0,0-6 66 0,-2-2-384 15,3 1-493-15</inkml:trace>
  <inkml:trace contextRef="#ctx0" brushRef="#br0" timeOffset="7048.55">4531 2441 3062 0,'-18'0'99'0,"18"0"19"0,-14-2 9 16,14 2 2-16,0 0-4 0,0 0-6 15,0 0 1-15,0 0-10 0,0 0-15 0,0 0-7 16,0 0-16-16,42 2-5 0,-29 4-5 16,3-3-7-16,-3 4-9 0,-2 0-3 15,1 3 2-15,-3 0 8 0,0 1 10 16,1 2 15-16,-4 1 15 0,1 5 20 16,-3-1 10-16,0-1-4 0,-1-1-5 0,2 1-13 15,-3 1-9-15,3-3-10 0,-1 1-4 16,2 1-11-16,-1-3-7 0,2 3-8 0,0 0-2 15,0 0-10-15,1-2-3 0,0 2-2 16,-2-1-3-16,1-3-4 0,-3 3-2 0,1-3 3 16,-3-1-7-16,2-1 8 0,-1 1 21 15,-3 1 22-15,0-1 25 0,-5-2-2 16,0 4 2-16,-5-1-7 0,1-3-12 16,-7 3-8-16,-3-3-7 0,0 0-37 15,-4-3-70-15,2 3-91 0,1-5-112 0,0 0-139 16,-5 2-188-16,5 1-231 0,-1-2 72 15,1-3 75-15,4 0-490 0,0 3-615 0</inkml:trace>
  <inkml:trace contextRef="#ctx0" brushRef="#br0" timeOffset="8198.62">5411 2199 3559 0,'-7'-8'217'15,"3"-1"-11"-15,2 3-13 0,1 0-23 16,-3 0-24-16,4 6-7 0,0 0 32 15,-4 27 36-15,0 12 14 0,0 4-2 16,2 18-11-16,2 14 36 0,0-3-21 0,2-4-26 16,2 0-21-16,0-8-12 0,2 3-18 15,-1-8-16-15,1-12-14 0,-2-3-8 0,-1-5-20 16,1-5-11-16,-1-10-15 0,-3-3-13 16,3 0-11-16,-3-2-8 0,0-4-15 15,0-3-8-15,0-1-34 0,0-7-42 0,0 0-43 16,0 0-28-16,0 0-20 0,0 0-14 15,-19-26-8-15,13 11-1 0,-3-2 16 0,-1-3 12 16,1 3 19-16,-2 1 10 0,-3-1 17 16,-1 3 3-16,-8-2 14 0,2 5 22 15,1 1 35-15,2 4 27 0,-2-1 29 16,4 3 23-16,4 1 12 0,1-2 6 0,3 3-2 16,-2 0-1-16,10 2-4 0,-11-6-2 15,7 2-7-15,4 4-3 0,0 0-4 0,15-17-2 16,12 3-10-16,5-3-7 0,15-3-21 15,4-1-23-15,0-1-15 0,-3 2-13 16,-12 6-4-16,-2 3 3 0,-3 1 7 0,-8 2-1 16,-5 2 5-16,-4 3 6 0,-3 3 6 15,0 0 12-15,-11 0 14 0,14 5 13 0,-6-1 10 16,-2 4 4-16,-2 1 7 0,1 1-3 16,1 0-1-16,-2 2-5 0,1-1 0 15,2 2-3-15,-2-1 1 0,1 0-3 16,-3-3-1-16,5 3-2 0,0-4 1 0,1-1-1 15,1-2 0-15,3-1-17 0,0-4-15 16,3 0-19-16,3-6-2 0,2 1 6 0,0-3 5 16,3-8 8-16,-1-2 8 0,-2-3 12 15,-2-4 6-15,-5 0 11 0,-5 5 19 16,-2 1 12-16,-2 3 11 0,-1 5 8 0,-2-2-7 16,-1 4-4-16,-2 0-11 0,-1 1-12 15,-2-2-23-15,-3 3-33 0,2 3-50 16,-2-2-71-16,-1 4-87 0,8 2-104 15,-16 0-121-15,16 0-188 0,-11 4-54 0,11-4 69 16,0 0-367-16,0 0-473 0</inkml:trace>
  <inkml:trace contextRef="#ctx0" brushRef="#br0" timeOffset="8516.66">6304 2224 2576 0,'4'-14'32'15,"-4"3"69"-15,0 5 40 0,-2-1 25 16,2 7 10-16,-2-10 1 0,2 10-11 15,0 0-23-15,-7-6-10 0,7 6-18 0,0 0-8 16,-18 18-10-16,6-7-14 0,1 7-3 16,0 0-10-16,-3 8-2 0,6-3-14 15,3-2-8-15,1-5-3 0,4 1-5 16,2 1-1-16,2-1-4 0,1-1-8 0,3 1 2 16,0 1 3-16,1 1 0 0,-1-2 17 15,-1-1 20-15,1-1 22 0,-2 0 22 0,-1-1 19 16,-1-2 16-16,0-2 19 0,-1 1 9 15,-3-1 16-15,0 0 2 0,0 1 7 16,0-1-11-16,-5 1-15 0,-1 1-15 0,-5 0-16 16,-3 1-14-16,3-3-28 0,-6 1-44 15,0-1-50-15,-2-2-86 0,-1 0-68 0,0-3-81 16,-1 0-89-16,1-2-91 0,2 1-110 16,0-4-164-16,0 4-78 0,0-2 82 15,1 2-487-15,2-1-633 0</inkml:trace>
  <inkml:trace contextRef="#ctx0" brushRef="#br0" timeOffset="9532.85">9487 3556 3103 0,'3'-7'26'0,"-3"7"48"0,2-7 13 15,-2 7-5-15,7-7 0 0,-7 7-10 16,11-5 20-16,-5 2 1 0,-6 3 6 16,14-4-13-16,-14 4 0 0,15-2-7 0,-15 2-4 15,0 0 2-15,0 0 7 0,21 6 15 16,-21-6 20-16,5 7 20 0,-5-7 13 0,0 9 9 15,0-9-2-15,-7 16 4 0,0-7-7 16,-1 1 1-16,-4-1-2 0,5-1 0 16,0-1-25-16,-2 0-19 0,5-2-5 0,-1 1-10 15,5-6-10-15,-6 6-7 16,6-6-18-16,-5 7-2 0,5-7-9 0,0 0-4 16,0 9-2-16,0-9-2 0,0 0-8 15,5 13-4-15,-1-9-3 0,-4-4 2 0,7 11-3 16,-3-5-11-16,1-1 9 0,-5-5 4 15,2 12 32-15,-2-5-2 0,0-7 18 16,-7 13 14-16,3-4-1 0,-3-1 1 0,-4 1-12 16,-1 0-3-16,-3-1-11 0,-2 1 0 15,-2-3-15-15,2 0-22 0,-1-2-36 16,1-1-70-16,-2-2-79 0,2 2-97 16,4-3-104-16,-4 0-115 0,1 0-141 0,1 0-221 0,-2 0 78 15,17 0 75-15,-27 1-551 16,18-1-697-16</inkml:trace>
  <inkml:trace contextRef="#ctx0" brushRef="#br0" timeOffset="10514.64">22292 3863 1267 0,'6'-4'189'0,"-6"4"-47"0,6-4-22 16,-6 4-21-16,0 0-14 0,0 0-10 15,2-6-9-15,-2 6-8 0,0 0 2 0,0 0-1 16,0 0 5-16,0 0 7 0,0 0 8 16,-33 14 4-16,25-11 0 0,8-3-5 15,-11 5 0-15,11-5-8 0,-9 6-3 16,9-6-3-16,-6 5-3 0,6-5 8 16,0 0-1-16,-4 10 4 0,4-10 1 0,0 7 1 15,0-7-3-15,2 10-1 0,-2-10 6 16,0 9 10-16,0-9 19 0,0 10 14 0,0-10 10 15,-4 10 17-15,-2-3 6 0,3-2 6 16,-7 0-10-16,0 0-8 0,-1 2-15 0,-2-2-13 16,-3 3-11-16,2-4-18 0,-8 2-43 15,-1-1-57-15,0 1-95 0,5-2-125 16,-2 0-141-16,4 0-172 0,-7 0-101 0,1-4 69 16,4 2-339-16,0-2-402 0</inkml:trace>
  <inkml:trace contextRef="#ctx0" brushRef="#br0" timeOffset="11664.88">6345 5085 2513 0,'0'0'5'0,"0"0"14"16,18-7 6-16,-9 4 4 0,2 0 4 15,3-1 3-15,-1 2 0 0,1 2-2 16,-1 0-1-16,3 2 2 0,-3 0 2 0,-1 2 6 15,0-1 10-15,-4 3 9 0,-1 3 8 16,2 2-2-16,-8 0 11 0,-1 0-6 0,0 2-2 16,-6 3-9-16,2 1 1 0,1-4 2 15,-5 3 13-15,4-3 7 0,-3-1-4 0,2-2-4 16,5-2-12-16,-3-1 3 16,1 0-4-16,2-7-1 0,0 12 0 0,4-5 4 15,-4-7-3-15,8 13-6 0,-3-7-9 16,3-1-2-16,-1 2-4 0,3-1 0 15,-2-1-6-15,1 2 2 0,-2-1-3 0,2 0 8 16,-6 0 13-16,3-1 14 0,-4 1 15 16,1 1 6-16,-3-7 1 0,0 14-4 0,-3-6-6 15,-3 1-7-15,1 0-10 0,-4-1-8 16,-2-1-4-16,0 1-24 0,1-4-33 0,1 2-51 16,1-4-82-16,8-2-107 0,-12 2-102 15,12-2-130-15,0 0-188 0,0 0 42 16,0-14 62-16,0 14-282 0,27-15-325 0</inkml:trace>
  <inkml:trace contextRef="#ctx0" brushRef="#br0" timeOffset="12064.7">9684 4785 2050 0,'2'10'-128'15,"-2"-10"28"-15,0 0 25 0,-2 8 30 16,2-8 29-16,2 4 28 0,-2-4 17 0,4 7 6 16,-4-7 18-16,3 7 0 0,1-3 7 15,3-1 0-15,-7-3-1 0,13 8-4 16,-4-6-7-16,1 1 3 0,1-1-1 0,0 2-5 16,-11-4-2-16,18 3-6 0,-18-3 1 15,15 5-7-15,-11-3-2 0,-4-2-2 16,6 4-13-16,-6-4-27 0,0 0-29 15,-12 10-37-15,4-7-45 0,-1 3-41 0,2-2-83 16,-4 2-379-16,4-4-126 0</inkml:trace>
  <inkml:trace contextRef="#ctx0" brushRef="#br0" timeOffset="12547.74">9702 5138 2006 0,'0'0'179'16,"0"0"9"-16,0 0-13 0,0 0-18 15,0 0 8-15,9-22-3 0,0 17-10 0,-1 3-2 16,-8 2-20-16,17-2-8 0,-17 2-16 15,20 0-8-15,-20 0-7 0,14 4-6 16,-8-1-5-16,0 4 2 0,-4 0-1 16,0 3 1-16,-2-3 1 0,-2 2 2 0,-2 4-4 15,-4-2 1-15,1 3-2 0,-1 0 3 16,-2-3-2-16,3 3-5 0,1-5-3 0,4 1-9 16,-1-1-3-16,1-1-3 0,4-1-3 15,1 2-6-15,-1-3-2 0,4 1-4 0,-1 0-6 16,2 2-3-16,0 1 8 0,2-1-3 15,-5-1 14-15,4 1-2 0,-2-1 10 16,0 2 15-16,-5-1 17 0,3 1 22 0,-4 0 23 16,0-1 8-16,-4 1 4 0,3 2-2 15,-9 0-4-15,-2 3-5 0,-1-1-14 0,-4-2-12 16,-4 8-12-16,-3-6-8 0,-1-4-15 16,3-2-34-16,-1-1-40 0,3-5-77 0,2 3-89 15,0-3-107-15,2 0-136 0,0-1-160 16,4-2-257-16,1-1 75 0,11 2 75 15,-20-4-587-15,15 1-719 0</inkml:trace>
  <inkml:trace contextRef="#ctx0" brushRef="#br0" timeOffset="13397.44">13823 5313 3388 0,'5'-3'-26'16,"-5"3"37"-16,0 0 22 0,0 0 25 0,0 0 31 15,0 0 31-15,0 0 12 16,-5 21 8-16,1-11 0 0,-1 5-3 0,1 1-16 0,0 1-5 15,3 3-14-15,-1-5-8 0,2-1-11 16,0 1-5-16,2-1-8 0,-1 1-9 16,3-5-4-16,3-2-3 0,1 0-7 15,4-3-3-15,-1-4-8 0,7-2-9 16,2-3-7-16,10-9-7 0,4-4-4 0,-4 1 3 16,10-9-5-16,-10 5-1 0,1-1 0 15,-3 2-1-15,-4 2 6 0,-8 7 1 0,-2 0 6 16,-3 3-1-16,-4 4 5 0,-1 1 16 15,-6 2 11-15,0 0 4 0,0 0-2 0,5 24-1 16,-10-11-4-16,1 3-4 0,1 3-7 16,-1 4-3-16,2-1-5 0,-2 2-2 15,4-4-19-15,-1-1-22 0,1 1-28 16,0 0-36-16,0-5-41 0,0-1-54 0,1-1-79 16,-1-1-78-16,0-1-111 0,2-3-161 15,7-1-15-15,-9 0 75 0,0-7-338 16,2 10-364-16</inkml:trace>
  <inkml:trace contextRef="#ctx0" brushRef="#br0" timeOffset="14097.75">18752 5479 2672 0,'3'-4'87'16,"5"-1"-10"-16,-3 2-7 0,4 1-3 16,0-2-5-16,0 4-3 0,3-2-3 15,-12 2-7-15,22 0-6 0,-10 2-6 16,-1 0 3-16,0 2-9 0,2 0-2 0,-8 2-5 16,2 1 1-16,-1 1 6 0,-4 0 11 15,-2 1 3-15,-4 3 6 0,2 0 11 0,-1-2 4 16,1-1 9-16,0-1-8 0,0 1-8 15,2-2 2-15,0 1 1 0,2-1 6 0,2 2-13 16,-1-1-1-16,6 1-8 0,-2-2-6 16,-1 1 3-16,-1 1-4 0,4 1-7 15,0 2-3-15,-6-3-5 0,3 1 19 0,-2 0 12 16,-3 1 23-16,-1 1 19 0,0-3 28 16,-1 3 20-16,-7 2 6 0,3-3 8 15,-6 1-4-15,2-1-3 0,-2-1-8 16,-3-2 8-16,3 1-23 0,-5-2-11 0,2 0-16 15,-4-3-27-15,3 0-37 0,-2 0-46 16,2-1-71-16,1-3-101 0,1 0-139 0,-1 0-181 16,1 0-234-16,13 0 52 0,-19-3 57 15,19 3-487-15,-9-9-582 0</inkml:trace>
  <inkml:trace contextRef="#ctx0" brushRef="#br0" timeOffset="14897.61">22597 5624 3092 0,'10'-4'53'0,"-10"4"19"16,0 0 6-16,4-6-11 0,-4 6-3 0,11-9-7 15,1 4 0-15,1 1-6 0,2 1 4 16,6 1-12-16,0 2-6 0,4 0-1 0,2 0-2 16,0 5-15-16,-2-1 6 0,-2 1-15 15,1 2-1-15,-10-1-1 0,0 1 0 16,-5 2-6-16,-3 2 14 0,-6-3-2 0,-6 5 13 15,-3-1 5-15,-5 2 16 0,-4 5 7 16,-5-2 8-16,3-3 13 0,6-3 5 16,0 1 11-16,4-4 4 0,1 1-6 0,4-3 1 15,-2 2 9-15,5 0 7 0,2-8 8 16,0 14 1-16,0-7-5 0,2 1-6 16,3-1-9-16,-3 3-3 0,1-1-6 0,-1 1 6 15,2 0-4-15,-2-1-4 0,0-1-6 16,-1 3-8-16,1-1-2 0,-2-2 9 0,-2 1 46 15,2-9 9-15,-1 15 15 0,-1-6 0 16,-4-1-14-16,3 0-10 0,-6-2-14 16,0 2-14-16,-2-1-5 0,-7-1-20 0,5 0-37 15,-8-4-59-15,4 2-59 0,-2 0-87 16,2-2-111-16,2 0-133 0,-5-2-143 16,7 0-194-16,0 0 16 0,13 0 71 0,-21-2-586 15,21 2-711-15</inkml:trace>
  <inkml:trace contextRef="#ctx0" brushRef="#br0" timeOffset="16613.75">27259 5816 3511 0,'0'0'42'0,"0"0"25"0,0 0 26 0,0 0 11 16,-35-7 19-16,14 9 21 0,-15 1 9 15,-4 3 7-15,-4-1-4 0,-1 1-10 0,0 3-12 16,4 1-11-16,3 0-11 0,3 2-14 16,11-3-13-16,6-1-6 0,9 3-9 0,5-3-7 15,4 4-7-15,11-3-5 0,9 1-12 16,14 2-25-16,4 0-32 0,2 3-21 0,-2-5-16 16,-3 3 7-16,-10-3 8 0,-7-2 4 15,0 1 9-15,-6-1 22 0,-6 2 26 16,-1 1 25-16,-8 2 19 0,-10 1 14 15,-16 4 20-15,-16 1 5 0,-14 0 0 0,-9-3-10 16,-7 0-10-16,-24 3-15 0,-5-5-29 16,20-3-56-16,3-2-88 0,-22 3-133 15,25-3-194-15,1 0-264 0,3-3-8 0,6 5 82 16,-1 1-520-16,4-1-607 0</inkml:trace>
  <inkml:trace contextRef="#ctx0" brushRef="#br0" timeOffset="41928.83">4400 6586 684 0,'-16'0'207'0,"16"0"-71"0,0 0-19 0,-13-2-22 15,13 2-7-15,0 0 7 16,-16 0 3-16,16 0 0 0,0 0 14 0,-13 2 18 16,13-2 17-16,0 0 13 0,-14-4 7 15,14 4 18-15,-12-2 13 0,12 2 11 0,-13 0-4 16,13 0 1-16,-16-2 3 0,16 2-4 15,-17 0-4-15,7 2-1 0,10-2-6 16,-14 2-5-16,14-2-9 0,-14 2-6 0,14-2-8 16,-11 0-8-16,11 0-6 0,-10 2-11 15,10-2-7-15,0 0-8 0,-12 2 1 0,12-2-5 16,0 0 0-16,0 0 4 16,0 0 0-16,0 0 5 0,0 0-5 0,0 0 1 15,0 0-16-15,0 0-4 0,0 0-16 16,0 0-8-16,59-4-4 0,-39 2-10 0,3-2-10 15,6 4 3-15,-1-3-11 0,1 2-3 16,0-1-7-16,3 4-4 0,-4-2 0 16,0 0-8-16,-1 1-3 0,0 2-2 0,-6-3-5 15,-3 0 2-15,2 2-6 0,-4 0-2 16,-2-2 2-16,-3 2-3 0,-11-2 0 0,25 0 0 16,-13 2 12-16,-12-2 13 0,24-2 1 15,-12 4-2-15,-12-2-4 0,25-4 1 16,-12 4-6-16,3 0-1 0,1-4-2 0,2 4-1 15,0-3-5-15,2 2-2 0,4-1-5 16,-6 0-11-16,3 0 0 0,1 2 0 16,2-2 0-16,-2 2 0 0,-2-1 0 0,6 1 0 15,-6-2 0-15,6 2 0 0,-7-2 0 16,1 2 0-16,0-2 0 0,-2-2 0 16,0 2 0-16,-1 0 0 0,-3 0 0 0,0 2 0 15,-2-3 0-15,1 2 0 0,-3 1 0 16,-11 0 0-16,23-2 0 0,-12 0 0 0,-11 2 0 15,18-2 0-15,-18 2 0 0,22 0 0 16,-8-2 0-16,1 2 0 0,0 0 0 0,0 0 0 16,5-1 0-16,-1 1 0 15,1-2 0-15,0 0 0 0,5-1 0 0,0 0 0 16,-3-1 0-16,1 2 0 0,-2-1 0 16,-2 1 0-16,-4-1 0 0,-2 3 0 15,1-2 0-15,-3-1 0 0,-11 3 0 0,18-2 0 16,-18 2 0-16,15-2 0 0,-15 2 0 15,13 0 0-15,-13 0 0 0,12-1 0 0,-12 1 0 16,0 0 0-16,0 0 0 0,17-2 0 16,-17 2 0-16,0 0 0 0,17-2 0 0,-17 2 0 15,0 0 0-15,14 0 0 16,-14 0 0-16,0 0 0 0,0 0 0 0,14 0 0 16,-14 0 0-16,0 0 0 0,0 0 0 15,16 2 0-15,-16-2 0 0,13 2 0 0,-13-2 0 16,13 1 0-16,-13-1 0 0,17 0 0 15,-17 0 0-15,16 0 0 0,-16 0 0 16,17 0 0-16,-17 0 0 0,0 0 0 0,17-1 0 16,-17 1 0-16,0 0 0 0,17 0 0 15,-17 0 0-15,0 0 0 0,21 0 0 0,-21 0 0 16,22 0 0-16,-15 0 0 0,-7 0 0 16,23-2 0-16,-12 2 0 0,-11 0 0 0,23 0 0 15,-23 0 0-15,20 0 0 16,-9 0 0-16,-11 0 0 0,16-2 0 0,-16 2 0 15,16 0 0-15,-16 0 0 0,0 0 0 16,17-2 0-16,-17 2 0 0,0 0 0 0,13 0 0 16,-13 0 0-16,0 0 0 0,13-1 0 15,-13 1 0-15,0 0 0 0,0 0 0 16,0 0 0-16,18 0 0 0,-18 0 0 0,0 0 0 16,0 0 0-16,13 1 0 0,-13-1 0 15,0 0 0-15,0 0 0 0,0 0 0 0,0 0 0 16,14 0 0-16,-14 0 0 0,0 0 0 15,0 0 0-15,0 0 0 0,0 0 0 0,0 0 0 16,0 0 0-16,0 0 0 16,14-1 0-16,-14 1 0 0,0 0 0 0,0 0 0 15,0 0 0-15,0 0 0 0,0 0 0 16,0 0 0-16,0 0 0 0,0 0 0 0,0 0 0 16,0 0 0-16,0 0 0 0,0 0 0 15,-3-12 0-15,3 12 0 0,-4-9 0 16,4 9 0-16,-7-12-672 0,-2 2-335 0,0-4 116 15,-4-1-1021-15,-6-8-1333 0</inkml:trace>
  <inkml:trace contextRef="#ctx0" brushRef="#br0" timeOffset="46307.25">14461 4242 1060 0,'5'7'271'16,"-5"-7"-54"-16,0 0-30 0,0 0-11 0,0 0-4 16,0 6 5-16,0-6 1 15,0 0 10-15,0 0 7 0,0 0 4 0,0 0 3 16,0 0-3-16,0 0-1 0,0 0-5 16,0 0-3-16,0 0-1 0,0 0-3 15,0 0-3-15,-10 8-9 0,10-8-5 0,0 0-5 16,0 0 2-16,0 0 0 0,0 0 1 15,0 0 5-15,-13 1-4 0,13-1-2 0,0 0-9 16,0 0 3-16,0 0-4 0,0 0-3 16,0 0-10-16,-23-5-9 0,23 5-26 0,0 0-2 15,-15-4-9-15,15 4-8 0,-12 0-6 16,12 0-4-16,-15-5 1 0,15 5 1 16,-15-1-4-16,3-1 0 0,12 2-3 0,-19-2 1 15,19 2-1-15,-17-2 1 16,5 1-34-16,12 1-41 0,-14-1 0 0,14 1 0 15,-18-5 0-15,18 5 0 0,-15-1 0 16,15 1 0-16,-14-4 0 0,7 1 0 0,7 3 0 16,-16-3 0-16,16 3 0 0,-13-1 0 15,13 1 0-15,-14-4 0 0,14 4 0 0,-16-2 0 16,16 2 0-16,-16-4 0 0,16 4 0 16,-11-1 0-16,11 1 0 0,0 0 0 0,-16-4 0 15,16 4 0-15,-11-2 0 16,11 2 0-16,0 0 0 0,0 0 0 0,0 0 0 15,-16 0 0-15,16 0 0 0,0 0 0 16,0 0 0-16,-18 0 0 0,18 0 0 16,0 0 0-16,-13 4 0 0,13-4 0 0,-10 2 0 15,10-2 0-15,0 0 0 0,-15 5 0 16,15-5 0-16,0 0 0 0,-12 6 0 0,12-6 0 16,-7 2 0-16,7-2 0 0,-8 3 0 15,8-3 0-15,-7 6 0 0,7-6 0 0,-10 8 0 16,4-4 0-16,6-4 0 0,-9 8 0 15,5-2 0-15,4-6 0 0,-12 9 0 0,9-5 0 16,3-4 0-16,-9 10 0 0,5-8 0 16,4-2 0-16,-8 7 0 0,8-7 0 15,-6 8 0-15,2-2 0 0,4-6 0 16,-3 6 0-16,3-6 0 0,-6 8 0 16,6-8 0-16,-4 7 0 0,4-7 0 0,-3 8 0 15,3-8 0-15,-4 6 0 0,4-6 0 16,-2 12 0-16,2-12 0 0,-5 8 0 0,5-8 0 15,-1 9 0-15,1-9 0 0,-2 8 0 16,2-8 0-16,-2 9 0 0,2-9 0 0,-2 10 0 16,2-10 0-16,0 10 0 0,0-10 0 15,-2 10 0-15,2-10 0 0,0 11 0 0,0-11 0 16,0 12 0-16,0-12 0 0,0 10 0 16,0-10 0-16,2 10 0 0,-2-5 0 15,0-5 0-15,0 11 0 0,0-11 0 16,4 12 0-16,-2-6 0 0,-2-6 0 15,1 9 0-15,-1-9 0 0,2 8 0 0,-2-8 0 16,5 12 0-16,-5-12 0 0,4 8 0 16,-2-5 0-16,-2-3 0 0,3 8 0 0,-3-8 0 15,6 10 0-15,-3-6 0 0,-3-4 0 16,8 10 0-16,-4-5 0 0,2 1 0 0,0 0 0 16,-6-6 0-16,11 9 0 0,-8-6 0 15,6 2 0-15,-9-5 0 0,9 10 0 0,-4-5 0 16,1 0 0-16,0-1 0 15,-6-4 0-15,11 8 0 0,-7-5 0 0,-4-3 0 16,11 9 0-16,-2-4 0 0,-4-1 0 16,-5-4 0-16,13 8 0 0,-5-4 0 0,-2-3 0 15,-6-1 0-15,15 7 0 0,-7-4 0 16,1-1 0-16,-9-2 0 0,17 5 0 16,-9-1 0-16,3-3 0 0,-11-1 0 0,20 4 0 15,-9-4 0-15,-11 0 0 0,19 2 0 16,-8-1 0-16,-11-1 0 0,20 2 0 0,-20-2 0 15,16 2 0-15,-6-2 0 0,-10 0 0 16,15 3 0-16,-15-3 0 0,16 2 0 0,-16-2 0 16,15 1 0-16,-10-1 0 15,-5 0 0-15,12 2 0 0,-12-2 0 0,15 4 0 16,-8-4 0-16,-7 0 0 0,16 1 0 16,-7 1 0-16,-9-2 0 0,18 0 0 0,-9 0 0 15,-9 0 0-15,20 2 0 0,-15-1 0 16,-5-1 0-16,17 2 0 0,-17-2 0 0,14 0 0 15,-14 0 0-15,14 2 0 0,-14-2 0 16,14 0 0-16,-6 2 0 0,-8-2 0 0,15 0 0 16,-15 0 0-16,17 0 0 0,-8 0 0 15,-9 0 0-15,20 0 0 0,-13-2 0 0,-7 2 0 16,19 0 0-16,-11-2 0 16,-8 2 0-16,17 0 0 0,-9-2 0 0,-8 2 0 15,15 0 0-15,-5-1 0 0,-10 1 0 16,16-2 0-16,-4 0 0 0,-12 2 0 0,17-3 0 15,-7 1 0-15,1 0 0 0,-2-1 0 16,3 0 0-16,0-1 0 0,0 1 0 16,-5 1 0-16,2-1 0 0,-1-1 0 0,2 3 0 15,-10 1 0-15,15-8 0 0,-6 4 0 16,-3 0 0-16,2 1 0 0,-3-1 0 0,4-1 0 16,0 2 0-16,-4-3 0 0,3 2 0 15,-1 0 0-15,1-1 0 0,2-3 0 16,-5 4 0-16,2-4 0 0,0 4 0 15,0-2 0-15,-3 2 0 0,2-2 0 0,-3 1 0 0,1 1 0 16,-4 4 0-16,8-10 0 16,-6 6 0-16,2 1 0 0,-4 3 0 0,5-12 0 15,-1 7 0-15,0 0 0 0,-2 1 0 16,-2 4 0-16,3-11 0 0,-1 5 0 0,1 0 0 16,-3 6 0-16,2-12 0 0,0 6 0 15,-2 6 0-15,0-11 0 0,0 4 0 0,0 0 0 16,0 7 0-16,0-14 0 0,-2 9 0 15,0-2 0-15,2 0 0 0,-3 0 0 16,3-1 0-16,-2 1 0 0,0 0 0 16,2-1 0-16,-1 1 0 0,-1-2 0 0,2 1 0 15,-4 1 0-15,4 0 0 0,0 7 0 16,-4-12 0-16,4 5 0 0,-1 1 0 0,1 6 0 16,-2-10 0-16,-2 6 0 0,4 4 0 15,-2-9 0-15,2 9 0 0,-3-6 0 16,3 6 0-16,-7-10 0 0,5 6 0 0,2 4 0 15,-5-6 0-15,5 6 0 0,-6-9 0 16,2 5 0-16,4 4 0 0,-5-6 0 0,5 6 0 16,-9-7 0-16,8 3 0 0,1 4 0 15,-10-8 0-15,10 8 0 0,-9-5 0 0,3 2 0 16,0-2 0-16,6 5 0 0,-9-7 0 16,3 3 0-16,6 4 0 0,-12-5 0 0,9 3 0 15,3 2 0-15,-11-6 0 16,11 6 0-16,-10-4 0 0,10 4 0 0,-12-3 0 15,12 3 0-15,-7-5 0 0,7 5 0 16,-7-2 0-16,7 2 0 0,-12-4 0 0,12 4 0 16,-10-1 0-16,10 1 0 0,0 0 0 15,-13-2 0-15,13 2 0 0,-12-2 0 0,12 2 0 16,0 0 0-16,-14 0 0 0,14 0 0 16,-12-3 0-16,12 3 0 0,0 0 0 0,-19 0 0 15,19 0 0-15,-14 0 0 16,14 0 0-16,-13 0 0 0,13 0 0 0,-15 3 0 15,5-3 0-15,10 0 0 0,-14 2 0 16,14-2 0-16,-14 2 0 0,14-2 0 0,-15 0 0 16,15 0 0-16,-18 0 0 0,18 0 0 15,-15 1 0-15,15-1 0 0,-21 2 0 16,11-2 0-16,10 0 0 0,-26 2 0 0,11 0 0 16,-2-2 0-16,-2 1 0 0,-4 1 0 15,-6 0 0-15,2 1 0 0,0 1 0 0,3 3 0 16,1-3 0-16,6 5 0 0,0-4-605 15,10 1-409-15,0 0 111 0,7-6-1025 0,7 12-1349 16</inkml:trace>
  <inkml:trace contextRef="#ctx0" brushRef="#br0" timeOffset="55706.18">12971 4913 5065 0,'0'0'-159'0,"0"0"56"16,0 0 45-16,-11 0 43 0,11 0 35 15,0 0 33-15,0 0 31 0,0 0 25 16,0 0 18-16,-11-9 3 0,11 9-9 0,0 0-5 16,-5-8-9-16,5 8-12 0,0 0-3 15,0-8 0-15,0 8-8 0,0 0-13 0,0 0-2 16,0-10-12-16,0 10-3 0,0 0-6 16,0 0-6-16,0 0-3 0,-1-7-6 0,1 7-3 15,0 0-2-15,0 0-33 0,-2-6-34 16,2 6-49-16,0 0-57 0,0 0-98 15,0 0-107-15,0 0-136 0,0 0-210 16,0 0 6-16,-31 9 70 0,22-5-424 16,2 0-517-16</inkml:trace>
  <inkml:trace contextRef="#ctx0" brushRef="#br0" timeOffset="56408.81">14050 4937 2989 0,'0'0'84'0,"0"0"40"15,0 0 27-15,-9 3 28 0,9-3 30 16,0 0 32-16,0 0 16 0,0 0 11 0,-10 2 7 15,10-2 4-15,0 0-31 0,0 0-23 16,0 0-26-16,0 0-14 0,0 0-20 16,0 0-18-16,0 0-14 0,0 0-15 15,0 0-14-15,0 0-16 0,0 0-16 16,0 0-33-16,0 0-23 0,0 0-52 0,0 0-42 16,0 0-64-16,0 0-80 0,0 0-102 15,0 0-123-15,0 0-199 0,-9-7-90 0,9 7 79 16,0 0-536-16,0 0-657 0</inkml:trace>
  <inkml:trace contextRef="#ctx0" brushRef="#br0" timeOffset="57172.93">15114 5029 3284 0,'0'0'14'0,"3"5"49"15,-3-5 36-15,0 0 35 0,0 0 38 0,0 0 31 16,0 0 26-16,0 0 7 0,0 0 0 16,0 0-16-16,0 0-11 0,0 0-21 15,0 0-20-15,0 0-18 0,0 0-10 0,0 0-16 16,0 0-14-16,0 0-28 0,0 5-39 16,0-5-30-16,0 0-50 0,0 0-54 0,0 0-73 15,0 0-87-15,0 0-119 0,0 0-179 16,0 0-159-16,0 0 67 0,0 0-484 0,0 0-592 15</inkml:trace>
  <inkml:trace contextRef="#ctx0" brushRef="#br0" timeOffset="57741.18">15904 4993 3041 0,'0'0'46'0,"0"0"41"0,-7 5 20 16,7-5 12-16,0 0 17 0,0 0 18 15,-8 4 15-15,8-4-3 0,0 0-14 0,0 0-16 0,0 0-13 16,-10 3-23-16,10-3-44 16,0 0-44-16,0 0-59 0,-5 7-77 0,1-2-89 15,-1-2-134-15,-2 2-217 0,4 1-21 16,-5-3 73-16,8-3-241 0,-19 12-242 16</inkml:trace>
  <inkml:trace contextRef="#ctx0" brushRef="#br0" timeOffset="63840.28">14134 10471 2256 0,'0'0'143'0,"0"0"25"0,-1-7 27 0,1 7 12 0,0 0 18 15,0 0 8-15,-3-7-6 16,3 7-11-16,4-6-14 0,0 1-15 0,-4 5-18 15,15-7-21-15,-5 3-13 0,1 2-16 16,2-1-10-16,-1 5-11 0,-12-2-12 0,20 1-8 16,-8 3-8-16,-1-1-9 0,0 1-2 15,-6-1-7-15,1 2-3 0,-3 0 9 0,1 2 3 16,-4-7 5-16,2 14 4 0,-4-5-2 16,0-1-1-16,0 2-1 0,-3 1-2 0,-1-3 0 15,3 1-6-15,-2 0-1 16,1-2 1-16,2 0-4 0,2-7 10 0,0 14 7 15,0-8 15-15,0-6 9 0,0 12 1 16,4-6 3-16,-2 1-6 0,-2-7-5 0,8 13-5 16,-4-6-8-16,2-2-9 0,-5 1-7 15,-1-6-1-15,8 12 1 0,-6-6-5 16,-2-6 11-16,3 10 10 0,-3-10 11 0,3 9 7 16,-3-9 4-16,-3 12-2 0,3-12-4 15,-5 11-10-15,-3-7-22 0,3 1-59 0,-4-2 0 16,9-3 0-16,-22 6 0 0,8-5 0 15,0-2 0-15,-4 1-135 0,2 0-168 0,-6-4-138 16,5 2-142-16,-5-4-171 0,-2 0-75 16,5 0 78-16,2-3-744 0,0 0-941 15</inkml:trace>
  <inkml:trace contextRef="#ctx0" brushRef="#br0" timeOffset="64187.83">14109 10387 4358 0,'-21'9'6'0,"2"-1"44"0,-7 8 25 15,-1 4 26-15,-5 8 31 0,-2 4 15 0,0 3 8 16,2 0-7-16,6 5-8 0,1-2-15 16,9-4-10-16,7 1-12 0,7-6-8 15,6 3-7-15,7 0-11 0,10-3-5 16,10 0-30-16,10-4-34 0,9-8-37 0,9-5-43 15,4-6-33-15,6-6-32 0,-3-2-34 16,2-7-22-16,-4-3 8 0,-3-1 20 0,-2-5 35 16,-11-1 59-16,-6-3 55 0,-13 1 35 15,-9-2 28-15,-2-6 24 0,-11-3 18 0,-5 2 6 16,-10-10-2-16,-6-9-12 0,-8-2-7 16,-6 5-6-16,-5 5-10 0,-4 5-15 0,-10 11-40 15,-3 5-45-15,-2 9-68 16,4 7-91-16,-6 6-101 0,-11 7-127 0,6 6-209 0,2 4 13 15,6 1 84-15,3 1-349 16,12-4-372-16</inkml:trace>
  <inkml:trace contextRef="#ctx0" brushRef="#br0" timeOffset="66570.48">4889 8003 3771 0,'0'-8'319'0,"0"8"-95"16,0-9-65-16,0 9-39 0,0 0 35 0,0 0 17 15,0 0-1-15,18 20-10 0,-12-4-19 16,-1 6-7-16,2 7-13 0,4 1-7 16,-4-1-14-16,0 4-12 0,1-4-8 0,0-3-9 15,-4-3-30-15,1-2-53 0,-1 1-60 16,0-2-70-16,-2-3-75 0,-1-2-90 15,-1-1-68-15,0-5-94 0,0-3-127 0,0-6-44 16,-1 6 53-16,1-6-347 0,0 0-414 16</inkml:trace>
  <inkml:trace contextRef="#ctx0" brushRef="#br0" timeOffset="66953.98">4981 7990 2659 0,'2'-16'55'0,"0"-2"48"15,-1 7 33-15,-1-2 28 0,4 2 13 16,1 1 15-16,0 1 2 0,3 1-3 15,1-1-3-15,5 3-11 0,-3 2-13 16,5 1-13-16,-4 3-12 0,-12 0-15 16,33 5-14-16,-16 3-12 0,-2 3-7 0,-1 3-6 15,-3 3-5-15,-4 1 1 0,-3 3-5 16,0 2 12-16,-4-3 10 0,0-1 11 0,0 0 8 16,-2-2-9-16,0-3-10 0,2-2-5 15,0 1-5-15,2-2 0 0,0-1-25 0,4-1 2 16,-2 2 0-16,5 1-2 0,0-1 2 15,2-1-14-15,0 3 4 0,5 0 1 0,-4 0-8 16,-1 2 4-16,3-1 10 0,-3 1 15 16,1-1 13-16,-4 1 15 0,-1-1 8 15,-3 1 10-15,-2-1 7 0,-2 3-4 16,-2-2-8-16,-2 2-6 0,1-2-12 16,-9 3-10-16,0 0-50 0,1-2-40 0,-3-3 0 15,-4-1 0-15,-1 0 0 0,-3-8 0 16,2-2-183-16,-1-2-96 0,-13-6-96 0,1-9-122 15,3 1-117-15,3-10-211 0,6-1 30 16,4-3 95-16,1-1-634 0,5-1-791 0</inkml:trace>
  <inkml:trace contextRef="#ctx0" brushRef="#br0" timeOffset="67289.98">4947 7625 3712 0,'-22'-11'2'16,"-3"5"33"-16,2 8 24 0,-18 6 28 15,-10 13 28-15,-3 10 13 0,-14 14 24 0,5 13 19 16,2 7 19-16,2 13 9 0,4 9 2 16,12 5-7-16,2 7-16 0,8 2-18 15,12 0-17-15,12-1-10 0,14-22-13 0,15 12-12 16,10-8-25-16,19-10 10 0,14-10-32 16,12-14 0-16,16-12-8 0,8-14-29 0,8-13-24 15,-17-9-27-15,25-12-16 0,2-8-3 16,-8-11 4-16,-8-5 3 0,-12-5 12 15,-7-8 14-15,-10-6 22 0,-11-4 21 16,-9-8 25-16,-8-5 23 0,-9-6 13 0,-13-7-1 16,-12 15-2-16,-12-7-10 0,-10-22-10 15,-11 7-13-15,-15 2-9 0,-14 11-22 0,-14 10-32 16,-8 16-15-16,-8 12-31 0,4 28-41 16,-10 12-49-16,-22 13-60 0,-3 10-65 0,3 7-84 15,6 10-91-15,7-1-169 0,8 5-114 16,15-4 84-16,22-10-500 0,13-3-610 15</inkml:trace>
  <inkml:trace contextRef="#ctx0" brushRef="#br0" timeOffset="82034.34">14494 5341 1751 0,'0'0'347'16,"6"-7"-61"-16,-4 4-34 0,-2 3-10 0,4-9 1 15,-4 9-15-15,0-9-10 0,0 9-2 16,2-10 0-16,-2 10-1 0,-2-10-7 16,2 10-10-16,-6-10-5 0,6 10-10 0,-3-10-4 15,0 4-9-15,3 6-5 0,-10-10-7 16,7 5-4-16,3 5-6 0,-9-9 6 0,3 4-23 16,-2 0 12-16,-2-3-7 15,-5-1-4-15,6 1-5 0,-6-4-8 0,1 2-6 16,1 2-8-16,-5-3-1 0,-2-1-11 15,3 2-6-15,-5 1-6 0,-6-6-5 0,-1 5-8 16,5 0-5-16,3 4-9 0,-1 0 0 16,-1 0-9-16,1 1 0 0,-1-1-4 0,4 2-8 15,-2 2-3-15,2-3 0 0,1 4 0 16,0-3-2-16,-1 2-5 0,-3 1 3 0,6-1-2 16,-6 0-2-16,2 4-18 0,-5 0-4 15,-2 1 0-15,2 1 0 0,-11 4 0 0,4 1 0 16,3-4 0-16,-5 5 0 15,2 2 0-15,1 2 0 0,1 0 0 0,3 1 0 16,0 3 0-16,2-1 0 0,0 3 0 16,2 1 0-16,1-1 0 0,1 4 0 15,3-2 0-15,4 4 0 0,-6 0 0 0,5 1 0 16,3 4 0-16,1-2 0 0,2 4 0 16,2 0 0-16,0-2 0 0,5 1 0 0,2-6 0 15,4 8 0-15,4 2 0 0,2 0 0 16,4-1 0-16,8 2 0 0,4-2 0 0,7 0 0 15,5-2 0-15,2-4 0 0,7 2 0 16,3-2 0-16,2-4 0 0,1-2 0 0,-2 0 0 16,7-5 0-16,-5-4 0 15,-2-3 0-15,-3-5 0 0,-1-6 0 0,1-2 0 16,0-2 0-16,10-6 0 0,-8-3 0 16,6-1 0-16,-4-5 0 0,-3-1 0 0,-1-5 0 15,2-5 0-15,-2-3 0 0,1-6 0 16,6-16 0-16,-13 9 0 0,-5-6 0 0,-2-1 0 15,-9 0 0-15,-6 0 0 0,-9-3 0 16,-9 1 0-16,-12 1 0 0,-11 1 0 0,-9 2 0 16,-12 3 0-16,-21-5 0 0,-10 7 0 15,-6 9 0-15,-7 6 0 0,16 14 0 0,-5 3 0 16,-1 6 0-16,3 4 0 16,3 6 0-16,3 3 0 0,1 2-13 0,7 3-687 15,3 4-204-15,6 0-9 0,13-2 99 16,1 3-834-16,1-1-1087 0</inkml:trace>
  <inkml:trace contextRef="#ctx0" brushRef="#br0" timeOffset="95649.27">6708 6536 811 0,'0'0'224'0,"0"0"-56"0,0 0-36 15,-10-7-14-15,10 7 2 0,-6-3 0 0,6 3 4 16,0 0-4-16,-8-4 9 0,8 4 5 16,0 0 0-16,-11-2 6 0,11 2 2 0,0 0 11 15,-14-3 10-15,14 3 0 0,0 0 4 16,0 0 4-16,-16-3-5 0,16 3 3 15,-12-2 1-15,12 2-7 0,0 0-6 0,-19 0-5 16,19 0-2-16,0 0-7 0,-19 0-5 16,19 0-5-16,0 0-7 0,-17 0-7 0,17 0-6 15,-14 2-9-15,14-2-2 16,0 0-8-16,-14 0-13 0,14 0-5 0,0 0-6 16,0 0-5-16,-14 1-3 0,14-1 1 15,0 0-4-15,0 0-6 0,0 0 4 0,0 0-10 16,0 0-5-16,0 0 6 0,0 0 3 15,0 0 14-15,0 0 7 0,0 0-4 0,0 0 0 16,52-3-2-16,-31 1-9 0,3 0-7 16,4 1-8-16,11-1 2 0,1-1-7 15,0 3-3-15,0-2 6 0,2 0-8 0,-10 2-7 16,-3 0-5-16,-2-2-1 16,-4 2 1-16,-1 0-4 0,-1 0-2 0,2 2 1 15,-4-2-3-15,4 0-4 0,-2 2 0 16,0-2 10-16,-2 0-2 0,2 0-10 0,0 0 1 15,0 0-2-15,0 0 1 0,-2 0 9 16,0 0-14-16,-2 0 4 0,-4 0 2 0,-13 0 1 16,23 0-11-16,-23 0 8 0,18 0-5 15,-18 0 1-15,15 0-1 0,-15 0-1 0,11 2 6 16,-11-2-7-16,0 0 5 0,0 0 2 16,10 5 8-16,-10-5-10 0,0 0 9 15,-2 8-2-15,2-8 0 0,0 0 5 16,0 0 0-16,-12 11 12 0,12-11-5 0,-11 6 2 15,6-2 2-15,-7-3 2 0,-1 3-1 16,-1 0 7-16,-1-3 4 0,-3 2 0 16,-2-3 0-16,-1 2 0 0,-6 0-6 0,2 0 2 15,-4 0 1-15,4 0-3 0,-4-2 2 16,0 0-1-16,4 0-1 0,0 0 1 0,0 0-1 16,2-2 2-16,1 2-5 0,1 0-4 15,2 0-2-15,-2-2-3 0,2 2-20 0,4 0 0 16,-1-2 0-16,-1 2 0 0,2 0 0 15,-1 0 0-15,16 0 0 0,-26-2 0 16,9 2 0-16,-1 0 0 0,5-2 0 16,-1 2 0-16,14 0 0 0,-31 0 0 15,17 0 0-15,14 0 0 0,-21 0 0 0,21 0 0 16,-17 0 0-16,17 0 0 0,-13 0 0 16,13 0 0-16,0 0 0 0,-19 0 0 0,19 0 0 15,0 0 0-15,-14 0 0 0,14 0 0 16,0 0 0-16,0 0 0 0,0 0 0 0,-15-3 0 15,15 3 0-15,0 0 0 0,0 0 0 16,0 0 0-16,0 0 0 0,0 0 0 0,0 0 0 16,0 0 0-16,0 0 0 0,0 0 0 15,0 0 0-15,0 0 0 0,58-3 0 16,-36 3 0-16,6-4 0 0,13 2 0 0,4 2 0 16,0-1 0-16,4-1 0 0,2 2 0 15,1 0 0-15,-3 0 0 0,1 2 0 16,-5-4 0-16,-2 2 0 0,-9 2 0 15,-7-2 0-15,-4 0 0 0,-5 0 0 0,-2 1 0 16,-1-2 0-16,2 2 0 0,-17-1 0 16,24 0 0-16,-13 0 0 0,-11 0 0 0,19 0 0 15,-19 0 0-15,15 0 0 0,-15 0 0 16,16 0 0-16,-16 0 0 0,0 0 0 0,14 2 0 16,-14-2 0-16,0 0 0 0,9 2 0 15,-9-2 0-15,0 0 0 0,0 0 0 0,0 0 0 16,0 0 0-16,0 0 0 15,13 4 0-15,-13-4 0 0,0 0 0 0,0 0 0 16,0 0 0-16,0 0 0 0,0 0 0 16,-41 4 0-16,28-2 0 0,-5-2 0 15,-2 2 0-15,-9-2 0 0,-8 2 0 0,-6 0 0 16,1 0 0-16,-2 0 0 0,3 0 0 16,-1 1 0-16,3-1 0 0,5 0 0 0,5 0 0 15,4-2 0-15,0 3 0 0,3 0 0 16,1-3 0-16,4 0 0 0,2 2 0 0,2-2 0 15,-1 0 0-15,14 0 0 0,-19 2 0 16,19-2 0-16,-17 2 0 0,17-2 0 16,-11 0 0-16,11 0 0 0,0 0 0 15,-18 2 0-15,18-2 0 0,0 0 0 0,0 0 0 16,-15 0 0-16,15 0 0 0,0 0 0 16,0 0 0-16,0 0 0 0,0 0 0 15,0 0 0-15,-12 2 0 0,12-2 0 0,0 0 0 16,0 0 0-16,0 0 0 0,0 0 0 15,0 0 0-15,52-2 0 0,-25 2 0 0,3 0 0 16,14 2 0-16,4-2 0 0,4 2 0 16,-2 0 0-16,-1-2 0 0,-4 3 0 0,-3 1 0 15,-9-2 0-15,-7 0 0 0,-5-1 0 16,-4-1 0-16,-2 0 0 0,-1 3 0 0,-1-3 0 16,-13 0 0-16,19 0 0 15,-19 0 0-15,13 2 0 0,-13-2 0 0,0 0 0 16,20 0 0-16,-20 0 0 0,0 0 0 15,14 0 0-15,-14 0 0 0,0 0 0 0,0 0 0 16,12 2 0-16,-12-2 0 0,0 0 0 16,0 0 0-16,0 0 0 0,0 0 0 15,11 2 0-15,-11-2 0 0,0 0 0 0,0 0 0 16,0 0 0-16,0 0 0 0,0 0 0 16,0 0 0-16,0 0 0 0,-34 8-368 0,21-5-535 15,-4 0-33-15,-3 1 109 0,0-1-927 16,-1-3-1185-16</inkml:trace>
  <inkml:trace contextRef="#ctx0" brushRef="#br0" timeOffset="101997.25">23994 2569 1794 0,'0'0'290'0,"0"0"-45"0,0 0-25 16,0 0-8-16,0 0 9 0,0 0-24 16,0 0 0-16,0 0-4 0,0 0 11 15,0 0 2-15,0 0-1 0,0 0-7 0,0 0-7 16,0 0-8-16,0 0-7 15,0 0-14-15,0 0-6 0,0 0-4 0,0 0-9 16,0 0-8-16,0 0-3 0,0 0-1 16,0 0-16-16,0 0-2 0,0 0 3 0,0 0 2 15,0 0 3-15,0 0 0 0,0 0-8 16,-26-6-9-16,26 6-8 0,-14-4-6 0,5-2-10 16,-3 2-5-16,2-1-10 0,-1 0-3 15,-3 0-5-15,3 1 1 0,0 0-7 16,-3 0-1-16,3-1-3 0,-2 1-3 0,1 1-4 15,-1-1-8-15,1 1 0 0,1 1-3 16,-1-1-2-16,12 3-4 0,-16-5 1 16,8 3-6-16,8 2 1 0,-15-3-3 0,15 3-2 15,-18-2-2-15,18 2 0 0,-17-2-3 16,17 2 1-16,-21-2-1 0,21 2 0 16,-25 2 4-16,14-2 5 0,11 0 0 15,-23 0 4-15,10 0-2 0,13 0 1 0,-19 2-2 16,19-2 1-16,-22 0-3 0,13 2 0 15,9-2-5-15,-16 1 1 0,16-1-6 0,-18 2-7 16,18-2 0-16,-15 4 0 0,15-4 0 16,-14 1 0-16,14-1 0 0,-11 5 0 15,11-5 0-15,-13 2 0 0,7 0 0 0,6-2 0 16,-15 7 0-16,9-4 0 0,6-3 0 16,-15 5 0-16,8 1 0 0,-2-2 0 15,9-4 0-15,-15 8 0 0,10-5 0 16,5-3 0-16,-14 8 0 0,9-4 0 0,-3 2 0 15,8-6 0-15,-14 8 0 0,7-4 0 16,0 1 0-16,-1 1 0 0,2 0 0 0,-2-2 0 16,8-4 0-16,-11 9 0 0,7-5 0 15,4-4 0-15,-12 8 0 0,9-4 0 0,3-4 0 16,-8 8 0-16,3-3 0 0,5-5 0 16,-9 10 0-16,4-4 0 0,1-1 0 15,1 2 0-15,-3-2 0 0,2 2 0 16,1-2 0-16,-4 1 0 0,7-6 0 15,-7 13 0-15,1-8 0 0,3 2 0 0,3-7 0 16,-8 10 0-16,3-3 0 0,4-2 0 16,1-5 0-16,-6 12 0 0,4-9 0 0,2-3 0 15,-3 12 0-15,-1-7 0 0,4-5 0 16,-4 12 0-16,4-12 0 0,-3 12 0 16,1-7 0-16,0 4 0 0,-3-2 0 0,3 0 0 15,0-1 0-15,1 3 0 0,-1-2 0 16,-2 1 0-16,2-1 0 0,2-7 0 0,-3 14 0 15,1-6 0-15,0-3 0 0,2-5 0 16,0 12 0-16,-4-4 0 0,4-8 0 0,0 12 0 16,0-6 0-16,0-6 0 0,0 13 0 15,0-13 0-15,0 12 0 0,0-7 0 16,0-5 0-16,0 10 0 0,0-10 0 16,0 12 0-16,2-5 0 0,-2-7 0 0,4 14 0 15,-2-7 0-15,-1 0 0 0,-1-7 0 16,6 11 0-16,-4-4 0 0,1 0 0 15,-3 0 0-15,4 0 0 0,-2 0 0 0,3-1 0 16,-2 1 0-16,-1 2 0 0,2-2 0 16,1 1 0-16,-3-1 0 0,4 2 0 0,-4-2 0 15,4 2 0-15,-2-3 0 0,0 2 0 16,3-2 0-16,-3 2 0 0,1-1 0 16,4-2 0-16,-2 2 0 0,-2 1 0 15,1-4 0-15,-1 3 0 0,0-1 0 0,-5-6 0 16,11 10 0-16,-3-8 0 0,-8-2 0 15,10 10 0-15,-7-7 0 0,5 1 0 0,-3 0 0 16,1 2 0-16,2-2 0 0,2 0 0 16,-3 0 0-16,0 1 0 0,-7-5 0 15,20 6 0-15,-15-4 0 0,5 2 0 0,-10-4 0 16,15 4 0-16,-7 0 0 0,-8-4 0 16,13 4 0-16,-3-2 0 0,-10-2 0 0,13 5 0 15,-5-2 0-15,-8-3 0 16,18 5 0-16,-7-3 0 0,1 1 0 0,0 1 0 15,1-2 0-15,2-1 0 0,1-1 0 16,0 4 0-16,-2-4 0 0,-1 2 0 0,3-1 0 16,-3 1 0-16,3-2 0 0,-3 2 0 15,-13-2 0-15,25 1 0 0,-14-1 0 0,1 2 0 16,-12-2 0-16,23 0 0 0,-12 3 0 16,-11-3 0-16,19 0 0 0,-19 0 0 15,22 0 0-15,-11 0 0 0,-11 0 0 0,24 0 0 16,-12-3 0-16,-12 3 0 0,25 0 0 15,-13-2 0-15,-12 2 0 0,24-1 0 0,-13 1 0 16,-11 0 0-16,23-2 0 16,-10 2 0-16,-1-2 0 0,-12 2 0 0,25-3 0 15,-14-1 0-15,-2 4 0 0,-9 0 0 16,23-6 0-16,-12 5 0 0,-1-2 0 0,1 1 0 16,-1 1 0-16,-10 1 0 0,17-5 0 15,-8 1 0-15,-9 4 0 0,18-5 0 0,-11 3 0 16,3-1 0-16,-10 3 0 0,13-9 0 15,-3 3 0-15,0 2 0 0,-5 1 0 0,3-1 0 16,-1-3 0-16,1 0 0 16,0 1 0-16,-1-1 0 0,3-1 0 0,-5 2 0 0,3-2 0 15,0 0 0-15,-3 1 0 0,3 1 0 16,-2-2 0-16,2 0 0 0,-5-1 0 0,5 1 0 16,-1-1 0-16,0 1 0 15,-4 1 0-15,1 0 0 0,1-1 0 0,-1 1 0 16,0 0 0-16,-1 0 0 0,0-1 0 15,1 1 0-15,-2 0 0 0,0 0 0 0,1 0 0 16,-3-1 0-16,2 1 0 0,2-2 0 16,-2 1 0-16,-2-1 0 0,2-1 0 0,-1 0 0 15,-1-1 0-15,0 1 0 0,2 0 0 16,-2 1 0-16,0 1 0 0,0-4 0 16,-2 1 0-16,2 1 0 0,0-1 0 0,-3 1 0 15,1-2 0-15,0 2 0 0,-2-1 0 16,3 1 0-16,-1 0 0 0,-2 0 0 0,0-1 0 15,0 1 0-15,2 1 0 0,-2 3 0 16,0-3 0-16,3 2 0 0,-3 0 0 16,0-1 0-16,2 1 0 0,-1 0 0 0,-2 0 0 15,1 1 0-15,1-2 0 0,-1 2 0 16,-2-1 0-16,3-1 0 0,-5 0 0 16,2 2 0-16,-2-3 0 0,-1 3 0 0,2-2 0 15,-1 2 0-15,-2 0 0 0,3 0 0 16,-1-1 0-16,-2 1 0 0,5-1 0 0,-3 2 0 15,0 1 0-15,3-1 0 0,-1-1 0 16,0 2 0-16,1-1 0 0,5 5 0 0,-10-9 0 16,2 6 0-16,3 1 0 0,-3-2 0 15,8 4 0-15,-12-8 0 0,3 5 0 16,9 3 0-16,-11-5 0 0,3 1 0 16,0 3 0-16,8 1 0 0,-13-5 0 0,5 3 0 15,1 1 0-15,7 1 0 0,-19-4 0 16,7 0 0-16,-1 4 0 0,-1 0 0 0,0-3 0 15,-2 2 0-15,-1 1 0 0,0-2 0 16,0 2 0-16,-2 0 0 0,-1 0 0 0,4 0 0 16,-2 2 0-16,3-1 0 15,0 2 0-15,0 1 0 0,-31 3-26 0,33-6-1051 16,4 3 105-16,9-4-1108 16,0 0-1492-16</inkml:trace>
  <inkml:trace contextRef="#ctx0" brushRef="#br0" timeOffset="106530.47">24444 2709 2054 0,'0'0'240'16,"0"0"-55"-16,-21-8-26 0,21 8 11 0,-8-6 16 16,8 6-4-16,-6-8-7 0,6 8-14 15,-5-10-1-15,5 10-8 0,-2-9-6 16,2 9-11-16,2-12-8 0,-2 4 2 0,4-1-7 15,1 0-9-15,2-4-10 0,5-3-8 16,5-7-10-16,4 0-10 0,2-2-10 0,10-9-5 16,3 2-5-16,4-1-7 15,0 1-5-15,5-1-5 0,2 1 6 0,-2 5 1 16,7 4-3-16,-1-2-3 0,5 1-5 16,0 6 1-16,7 2-1 0,-4 4 0 15,0 4 4-15,-13 4 1 0,0-1-1 0,-4 5 0 16,-8-2-4-16,-7 2-2 0,0 0-3 15,-7 2-2-15,3 0-5 0,-3 0-1 0,-4 1 0 16,0-1-3-16,-1-1 0 0,-3 1-5 16,-1 0-2-16,-11-2 0 0,19 5-5 0,-11-3 1 15,-8-2 1-15,13 2-4 16,-13-2-25-16,12 1-34 0,-12-1-39 0,0 0-53 16,13 2-62-16,-13-2-86 0,0 0-109 0,0 0-175 15,0 0-136-15,0 0 77 16,0 0-331-16,0 0-446 0</inkml:trace>
  <inkml:trace contextRef="#ctx0" brushRef="#br0" timeOffset="106896.25">25551 1976 2621 0,'-3'-8'-36'16,"-2"3"33"-16,5 5 25 0,-4-8 23 0,4 8 12 16,0 0 8-16,0 0 0 0,7-11 0 15,-7 11 0-15,0 0-3 0,14-2 3 16,-14 2 1-16,0 0 0 0,27 13 10 0,-14-5 6 16,-3 2 29-16,1 7-7 0,2 0-17 15,-4 3-7-15,-2-1 3 0,-1 4 4 0,-3 0-8 16,3-1-3-16,-6-1-1 0,0 3-7 15,-2-1-6-15,-2 0-9 0,1 2-3 16,-5-6-3-16,1 2-7 0,-3-3-4 0,-1 1-3 16,0-3 0-16,0-3-16 15,0-3-27-15,-3 4-27 0,1-1-17 0,2-6-51 16,-1 0-49-16,1-2-56 0,4-2-72 16,-3-3-121-16,10 0-211 0,0 0 47 0,-19-10-171 15,17 1-228-15</inkml:trace>
  <inkml:trace contextRef="#ctx0" brushRef="#br0" timeOffset="107296.47">26068 2060 2332 0,'0'-9'211'0,"2"2"23"0,-2 7 6 16,5-10 7-16,-5 10-6 0,7-3-6 0,-7 3-10 16,0 0-10-16,0 0-13 0,25 15-15 15,-15-3-7-15,2 3-16 0,2 10-14 16,4 3-11-16,-5-2-14 0,1 3-12 0,-1-2-11 16,-1-5-11-16,-1 4-6 0,-2-6-12 15,-2-4-6-15,0-1-5 0,0-3-5 0,-1 0-4 16,-2-3 21-16,-1-3 21 15,1 2 10-15,1-2 29 0,-5-6 7 0,5 8-14 16,-5-8-13-16,0 0-11 0,0 0-17 16,23-10-6-16,-14 0-11 0,4-4-9 0,7-13-8 15,1 0-26-15,5-9-34 0,1-2-30 16,-1 1-33-16,-1 3-31 0,-5 5-25 16,-4 4-28-16,-2 7-29 0,-3 1-52 0,0 5-47 15,0 3-64-15,-8 1-60 0,3 2-77 16,-6 2-123-16,0 4-112 0,0 0 75 0,0 0-337 15,0 0-458-15</inkml:trace>
  <inkml:trace contextRef="#ctx0" brushRef="#br0" timeOffset="107680.04">26622 2130 2608 0,'0'0'-23'0,"0"0"34"0,0 0 45 16,4 9 31-16,-4-9 44 0,-10 13 44 0,0-1 21 16,3 1 11-16,-2 5-4 0,-2-1 2 15,-1 8-12-15,0 3-14 0,2-5-15 16,7-2-13-16,-1-1-12 0,4-1-11 16,0-1-12-16,4 1-9 0,-3-2-9 15,6 0 4-15,0-3 1 0,3-2 9 0,2-2 14 16,-1-1 5-16,0-4 7 0,3-2 0 15,-3-3 3-15,-11 0 3 0,28-3-3 16,-8-6-19-16,-4-3-11 0,6-8-13 0,-1-2-14 16,-3-9-2-16,5-10-19 0,-3 3-9 15,-5 1-21-15,0 4-1 0,-5 0-14 0,-3 7-12 16,-3 6-22-16,-4 3-16 0,-2 1-31 16,-6 2-34-16,1 3-32 0,-5 3-42 0,3 2-40 15,-2 2-56-15,-3 2-47 16,3 2-61-16,0 0-78 0,11 0-124 0,-22 8-151 15,19-4 73-15,-1 2-373 0,4-6-502 16</inkml:trace>
  <inkml:trace contextRef="#ctx0" brushRef="#br0" timeOffset="107929.43">26956 2104 2805 0,'7'-10'1'0,"-2"1"51"0,2 4 29 15,-3-2 48-15,-4 7 26 0,3-8-4 16,-3 8-10-16,0 0 24 0,0 0 5 16,0 0-6-16,17 12-14 0,-14 3-9 15,-1 2-14-15,-2 4-12 0,0 2-3 16,-5 3-18-16,3 0-10 0,-3 8-52 0,-1-3-41 16,0-5-50-16,1-5-51 0,-3 0-41 15,2 1-38-15,-1-6-45 0,-1 0-62 16,0-4-98-16,1-6-166 0,3 2-11 0,-4-5-210 15,8-3-270-15</inkml:trace>
  <inkml:trace contextRef="#ctx0" brushRef="#br0" timeOffset="108114.76">27058 1869 2233 0,'-4'-16'67'0,"8"1"43"16,-4 3 40-16,2 0 12 0,1 4 7 15,-1-2-16-15,-1 3-9 0,-1 7-20 16,2-12-24-16,2 8-57 0,-4 4-49 0,0 0-57 16,0 0-73-16,15 0-96 0,-15 0-172 15,12 10-154-15,-9-1 61 0,3-1-34 16,-2 4-33-16</inkml:trace>
  <inkml:trace contextRef="#ctx0" brushRef="#br0" timeOffset="108362.66">27185 1850 1673 0,'0'0'146'15,"0"-12"25"-15,0 12 12 0,0 0 2 0,-3-11-18 16,3 11-20-16,0 0 34 0,0 0 10 16,0 0 7-16,0 0-3 0,-4 33-14 15,2-14-23-15,2 5-11 0,0 3-13 0,0 11-11 16,0 3-9-16,0-4-10 0,0 4-11 15,-2-4-24-15,2-6-21 0,-1-4-21 0,-5 6-17 16,2-6-52-16,1-6-42 16,-3 0-50-16,1-4-57 0,0-1-74 0,-1-4-111 15,3-3-204-15,1-1 4 0,0-6 66 16,2-2-132-16,0 0-139 0</inkml:trace>
  <inkml:trace contextRef="#ctx0" brushRef="#br0" timeOffset="108746.29">27379 2199 2077 0,'0'0'250'0,"1"-8"38"0,-1 8 8 0,4-9 0 15,-4 9-13-15,0 0-17 0,0 0 0 16,0 0-9-16,0 0-24 16,21 17-25-16,-15-3-18 0,-2 0-16 0,-1 0-18 15,1 1-16-15,-4-1-13 0,0 1-10 0,-2 0-13 16,-2-1-6-16,-3 3-11 0,0-6-8 15,-5 5-8-15,2-6-4 0,-2-1-6 16,-2-1-6-16,-1-4-7 0,1 1-3 0,-1-5-11 16,15 0-20-16,-27-9-11 0,15-1-12 15,1-2-14-15,2-5-18 0,5-6-13 16,6 0-2-16,4-1 4 0,-2 1 5 0,7-4 2 16,-1 6 4-16,-5 5-2 0,5 6 8 15,-5 3 0-15,3 2 13 0,2 2 14 0,-10 3 12 16,21 5 13-16,-6 0-5 15,0 5 1-15,4 1-3 0,-2 2 4 0,8 3-3 16,-2 1 0-16,0 1-2 0,-6-6-22 16,0 1-40-16,-1-3-46 0,0 1-59 15,-2-2-60-15,3 0-68 0,-2-1-94 0,0-5-128 16,-1-1-191-16,1-2 57 0,0-2-353 16,2-3-470-16</inkml:trace>
  <inkml:trace contextRef="#ctx0" brushRef="#br0" timeOffset="109311.97">28097 1523 2836 0,'-8'-17'61'0,"3"3"42"0,-1 3 31 16,0 3 17-16,1 2 2 0,-2 3-17 16,7 3 0-16,0 0 19 0,0 0 2 0,-32 19 2 15,14 4-4-15,0 9 2 0,-3 14 7 16,2 4-8-16,2 1-4 0,-2 4-13 0,2 3-22 15,2 3-8-15,-3 2-12 0,6 0-2 16,-4 3-12-16,-2-8-7 0,3 0-6 16,-4-7-8-16,2-2-5 0,-2-5-21 0,6-13-16 15,1-4-13-15,3-7-12 0,1-3 0 16,1-4-1-16,2-4-1 0,0-4-17 0,1-3-23 16,4-2-5-16,0 0-7 0,0 0-18 15,-13-21-21-15,11 4-16 16,1-11-10-16,-2-7-4 0,1 6 22 0,-4-8-3 15,1 6 16-15,-6 2 8 0,-7 5 12 16,-3 0 36-16,-1 5 17 0,1 8 22 0,1-1 14 16,7 4 8-16,-1 2-1 0,5 0 6 15,2 3-5-15,7 3 12 0,-16-6 17 16,16 6 15-16,0 0 17 0,0 0 16 0,0 0-3 16,0 0-9-16,44 5-6 0,-15-4-11 15,13-1-6-15,2-1-6 0,-1-4-6 0,7 5-1 16,-5-6-6-16,2 0 5 0,-8 2 18 15,-1-4 3-15,-7 6 21 0,-8-1 11 16,-6-1-1-16,-4 2-9 0,-2 2-19 0,-11 0-12 16,18 4-4-16,-11 1-3 15,-3 1-5-15,-2 6-6 0,0 4 0 0,-2 1-1 16,-4 4 2-16,0 3-7 0,1-2-4 16,-5 9-5-16,3-6-4 0,-4-3-6 0,4-3-44 15,-2 3-53-15,1-5-48 0,-1 0-56 16,0-5-67-16,2 2-74 0,1-5-76 15,-2-1-121-15,3 0-180 0,1-4-29 0,2-4 89 16,0 0-396-16,0 0-507 0</inkml:trace>
  <inkml:trace contextRef="#ctx0" brushRef="#br0" timeOffset="109479.32">28114 1978 3124 0,'-6'-14'156'0,"5"5"41"16,-3-2 36-16,4 2 22 0,-4 2 5 0,4 7-16 15,-2-11-22-15,2 11-20 0,-1-9-38 16,1 9-56-16,0 0-78 0,3-9-78 16,-3 9-96-16,0 0-90 0,0 0-117 0,34 11-168 15,-15-4-161-15,0 0 70 16,3 1-278-16,-2 1-369 0</inkml:trace>
  <inkml:trace contextRef="#ctx0" brushRef="#br0" timeOffset="110079.9">28535 2170 2601 0,'-17'-3'75'0,"0"3"13"16,1 0 29-16,3 3 38 0,-2-1 39 0,0 2 13 16,-3 2-6-16,2 3-7 0,-4 1-4 15,6 1-14-15,-2 3-11 0,5-1-16 0,-1 1-11 16,4 0-7-16,1-1-10 15,2 1-8-15,1-1-6 0,4 1-14 16,0-1-4-16,4-1-3 0,-1-2-3 0,5-2-4 16,-1 1-3-16,5-2-5 0,-1-2 1 15,3-1-6-15,-1-4 11 0,3 0 3 0,0-2-2 16,4-4-4-16,-2-2-5 0,0-5 0 16,5-5-3-16,-7-7-10 0,4 2-7 15,-7-1 0-15,-3 1-8 0,-5 6-8 0,-1-1-8 16,-4 4-5-16,-2-2-1 0,-1 1-6 15,-8 3-2-15,-2 4-5 0,1 0 2 0,-8 2-4 16,-1 4 1-16,2 1-2 0,-2 2-1 16,-2 6-2-16,0 2-7 0,4-1-10 15,0 4-9-15,4 2 2 0,1-2-7 16,7 1 1-16,0-1 0 0,5 0 5 16,0-1 4-16,2-3 6 0,2 2 3 0,2-4 1 15,3 0 3-15,0-1 4 0,5-3 2 16,-1 2 3-16,7-4 9 0,-3 0 2 0,6-2 11 15,-3 2 21-15,2-2 13 0,-4 0 8 16,-4 2-5-16,-12 0 8 0,24 0-13 16,-12 0 7-16,1 2-11 0,-2 2 11 0,-2-1 7 15,3 4 1-15,-1 1 3 0,0-1 2 16,-1 3-16-16,-1 0-1 0,2 1 1 0,5 2-3 16,-3 0-8-16,3 0-7 15,-1 2-2-15,8 3 7 0,2-2-41 0,-7-3-46 16,0-2-68-16,-4-2-60 0,-2-2-74 15,-2-1-81-15,-3 3-84 0,1-2-79 0,-4-2-125 16,-4 0-197-16,0-5 88 0,0 0-563 16,0 0-744-16</inkml:trace>
  <inkml:trace contextRef="#ctx0" brushRef="#br0" timeOffset="110395.24">29172 2803 3775 0,'-21'4'35'0,"-8"-3"36"0,-9 4 38 15,-7-1 41-15,-18-1 18 0,-8 2 7 0,-15 0 8 16,-30-1 1-16,-14 4-4 0,-10-4-7 16,-15 1-10-16,-2-1-10 0,-4 4-3 0,-5 0-28 15,0-1-9-15,1 3-12 0,2 4-11 16,12 1-7-16,11-1-14 0,16 5-4 15,12 1-5-15,15-2-11 0,27 1 0 0,7-3-12 16,13-1-20-16,9-3-5 0,7 0-14 16,9-5-10-16,6-2 4 0,4-1-10 15,4-1-10-15,1-3-39 0,10 0-38 16,0 0-51-16,0 0-44 0,-6-9-56 0,6 9-55 16,0 0-72-16,19-17-119 0,-8 7-200 15,1 2 47-15,-1-1-410 0,3-1-537 16</inkml:trace>
  <inkml:trace contextRef="#ctx0" brushRef="#br0" timeOffset="111862.3">29943 2048 2869 0,'-2'-10'-31'0,"2"10"40"16,4-9 22-16,-4 9 24 0,14-12 19 0,-7 4 21 15,5 4 9-15,1-4 4 0,0 1-3 16,3 5-10-16,-1-4-15 0,-1 2-5 16,-2 4-11-16,4-2-15 0,-1 2-5 0,-15 0 1 15,25 6-10-15,-13 0 2 0,-3-2-4 16,0 1-3-16,-3 3-2 0,-2 0 3 16,-3 2-16-16,-1 1 2 0,0 1 5 0,-1-2-3 15,-3 1 6-15,2 2 2 16,-2-4-5-16,3 2 2 0,-1 1 11 0,-2 0 5 0,0-1 11 15,2 2 11-15,2-1 3 16,-1 0 14-16,-1 2 3 0,2-2-1 0,0 3-2 16,0-1-5-16,0 1-2 0,-2 2 8 15,4-3 3-15,-2 1-3 0,0 2 7 16,0-5 8-16,0 2 3 0,0-3 8 0,-2-1 9 16,2-2 16-16,0 1 2 0,0-9 16 15,-3 12 2-15,1-4-1 0,2-8 0 0,-5 8-14 16,1-4-13-16,4-4-13 0,-15 5-11 15,5-5-13-15,10 0-49 0,-25-2-53 16,10 0-68-16,-2-3-85 0,-2 2-92 16,2-2-89-16,-2 5-94 0,0-6-110 15,1 0-176-15,5 2-17 0,8-1 90 0,1-3-412 16,4 8-541-16</inkml:trace>
  <inkml:trace contextRef="#ctx0" brushRef="#br0" timeOffset="112262.64">30239 1818 2893 0,'-25'-12'-51'0,"-2"2"21"0,1 6 27 15,-14 4 31-15,-6 0 28 0,-9 8 29 16,-4 4 20-16,-6 7 13 0,4 7-9 15,2 1 22-15,5 7-16 0,6 4 6 0,3 7 8 16,9 5-4-16,9 1 7 0,6 2 5 16,10 4 1-16,11-10 1 0,13 11-2 15,8-2-5-15,25 9-10 0,14-2-7 0,6-9-11 16,10-7-10-16,10-7-7 0,-2-7-9 16,-12-13-5-16,-1-6 20 0,-1-5 32 0,-5-8 34 15,-1-6 16-15,-3-7 14 0,-3-7 15 16,-3-4 2-16,-1-10-11 0,-7-9-28 15,6-13-14-15,-7-13-21 0,-6-5-5 16,-18 9-18-16,-6-2-16 0,-10 2-12 16,-12 2-15-16,-11 6-8 0,-18 4-21 0,-24-3-32 15,-22 11-47-15,-14 9-66 0,-14 8-87 16,-6 13-98-16,1 7-116 0,24 7-138 0,-1 4-218 16,8 2-69-16,6 5 93 0,14 1-572 15,9 3-769-15</inkml:trace>
  <inkml:trace contextRef="#ctx0" brushRef="#br0" timeOffset="112980.9">29819 3066 3991 0,'-36'-13'121'0,"-1"0"-11"15,-1 1 0-15,-1 0 51 0,6 2 69 0,10 1 54 16,3 4 8-16,4 0-10 0,7 1-22 16,2 1-21-16,7 3-13 0,0 0-31 0,0 0-17 15,25-5-19-15,14 7-10 0,26-2-16 16,3 4-18-16,9 2-10 0,-1-1-11 0,-3-2-11 15,-7 1-7-15,-5-2-4 0,-15-1-6 16,-11-1-6-16,-13 2-5 0,-1-4-8 16,-5 4-9-16,-3-4-8 0,-2 2-10 0,-11 0 4 15,10 4-5-15,-10-4 1 16,0 0-5-16,-27 6-3 0,4-2 4 0,-4-1 0 16,1 2-8-16,1-1 4 0,6-1-3 15,3-1-2-15,4 0 3 0,-1 1-2 0,8-1 4 16,5-2 2-16,0 0-6 0,0 0-8 15,21 5 0-15,0-5 0 0,3 0-50 0,5-3-94 16,10-1-88-16,-1-1-97 0,0 0-104 16,-4-2-126-16,0 2-173 0,-9 1-122 15,-7-1 96-15,-6 2-636 0,-3 1-848 0</inkml:trace>
  <inkml:trace contextRef="#ctx0" brushRef="#br0" timeOffset="145508.5">22453 5465 1112 0,'-22'0'115'0,"7"-2"-64"15,0 2-19-15,-1 0-2 0,5 0 7 16,11 0 4-16,-19-2 11 0,19 2-4 0,-15 0-1 16,15 0-2-16,-9 2-8 0,9-2-2 15,0 0-3-15,0 0-1 0,0 0-7 16,0 0 0-16,0 0-1 0,38 12 1 0,-17-8-8 15,5-1 1-15,14 3-2 0,6 2 0 16,13 0-1-16,5 4-5 0,8 0 0 16,1 0-2-16,6 0-10 0,0 0-9 0,4-3-18 15,-7 2-9-15,-2-2-7 0,-5 0-4 16,-10-4-3-16,-17 0 13 0,-4-1-1 0,-9-3 17 16,-11-1 19-16,-2 1 13 0,-7-2 1 15,1 0 2-15,-10 1-1 0,0 0 2 16,0 0 0-16,-4-9 6 0,4 9-2 0,-15-9-6 15,-1 6 3-15,0-3 0 16,-7 1-10-16,-12-1-2 0,-3-3-3 0,-4 2-9 0,-3-1 2 16,-14 1-3-16,-2-2 5 0,0 0-2 15,-2 3 2-15,-2-1 5 0,2 2 4 16,2 0 10-16,10 1 3 0,1 2 7 16,4 1 4-16,2-2 5 0,10 3 0 0,5 0 2 15,9 0-6-15,1 0-1 0,1 0 1 16,3 0-8-16,3 3-1 0,12-3 0 15,-13 1-3-15,13-1-3 0,0 0 1 0,0 0-4 16,0 0 3-16,0 0-4 0,47 0-1 16,-8 0-2-16,8 0-2 0,7 2-5 0,12 0-16 15,7 3-22-15,-2 0-24 0,-5 0-43 16,-18 1-36-16,-3-3-50 0,-14-2-317 0,-10 3-16 16</inkml:trace>
  <inkml:trace contextRef="#ctx0" brushRef="#br0" timeOffset="145605.54">23075 5547 1383 0,'-30'2'20'0,"9"-2"22"0,-5-2 15 16,-5 0 8-16,-9 0 3 15,0-1 7-15,-2 0 4 0,12 1-5 0,3 0-6 16,6 0-6-16,1 2-9 0,6-2-29 16,0 2-35-16,4 0-47 0,10 0-64 15,0 0-81-15,0 0-367 0,0 0-72 0</inkml:trace>
  <inkml:trace contextRef="#ctx0" brushRef="#br0" timeOffset="153287.37">26723 4461 1084 0,'0'0'286'16,"0"0"-75"-16,0 0-39 0,8 2-22 15,-8-2 2-15,0 0 14 0,0 0 0 16,0 0 5-16,0 0 14 0,0 0 7 0,0 0 0 16,0 0 2-16,0 0-3 0,0 0-2 15,0 0-5-15,0 0-2 0,0 0-1 0,0 0-4 16,0 0-2-16,0 0-10 0,0 0-3 16,0 0-5-16,0 0-3 0,0 0-13 0,0 0-14 15,0 0-12-15,0 0-13 16,0 0-12-16,-16-21-3 0,16 21-4 0,-5-7-12 15,-1 4-4-15,6 3-8 0,-14-8-8 0,14 8-3 16,-13-6-8-16,8 1-4 0,5 5 2 16,-14-5-3-16,7 2 0 0,-3-2-2 15,2 0 0-15,1-1-6 0,-3 3 0 16,3 0 1-16,-3-1-6 0,1-1-1 0,9 5-8 16,-22-6 4-16,11 5-3 0,-1-2-2 15,1-1-1-15,0 1-3 0,-3 1 5 0,14 2-7 16,-20-5 7-16,10 3 6 0,-1 0-4 15,11 2 3-15,-20-1-3 0,9-2 1 0,11 3 0 16,-16-3-6-16,16 3 0 16,-16-3-3-16,16 3 4 0,-18-2-7 0,18 2-1 15,-14-2 0-15,3 0 5 0,11 2 4 16,0 0-12-16,-22 0 3 0,22 0 1 16,-15-2 2-16,15 2-7 0,-17 0 4 0,17 0 1 15,-16 0-3-15,16 0 1 0,-15 0-1 16,15 0-1-16,0 0 5 0,-23 0 0 0,23 0-3 15,-15 0-6-15,15 0 1 0,-15 2 6 16,15-2-3-16,-16 0-2 0,16 0 2 0,-15 2-2 16,15-2-3-16,-14 2 3 0,14-2 7 15,-12 4-5-15,12-4 1 0,-13 1-1 0,13-1 1 16,-14 3 0-16,14-3-1 0,-13 0 3 16,13 0-3-16,-14 3 0 0,14-3 0 15,-11 1 8-15,11-1-8 0,-14 2-1 16,14-2 0-16,-15 4 5 0,15-4-1 15,-16 2 7-15,7-1 3 0,9-1 0 0,-19 5 1 16,10-3 2-16,9-2 0 0,-19 3-4 16,11-1-1-16,8-2-6 0,-17 4-1 0,9-1 4 15,8-3-2-15,-15 5 1 0,15-5-4 16,-13 5 3-16,7-3-3 0,6-2 8 0,-13 5-2 16,13-5-8-16,-14 5 0 0,8-1 4 15,6-4-1-15,-13 6-4 0,8-2 4 16,5-4 6-16,-10 8-3 0,2-1 3 0,3-1-8 15,-3-3-2-15,2 4 0 16,0-2 3-16,-1 2-3 0,2 0 5 0,-1-1 3 16,6-6-3-16,-12 9 4 0,6-6 10 15,1 2 6-15,-1 1-2 0,6-6 0 0,-12 10-3 16,10-3-4-16,-3-2 6 0,-1 2-8 16,3-1 8-16,-6 2 2 0,6 1 1 0,-5-3 5 15,6 2 11-15,-3 2-23 0,1-4 4 16,1 3 3-16,1-3 0 0,-3 4-5 0,1-5 1 15,4-5-2-15,-3 12 7 0,1-4 4 16,-2-4-3-16,4-4 7 0,-4 11-6 16,4-11-1-16,-1 10-1 0,1-2-5 15,0-8 3-15,-2 10-1 0,2-10 1 0,-2 11-5 16,2-5-2-16,0-6 2 0,0 14 1 16,0-7-3-16,0-7-1 0,2 13 1 15,-2-6-3-15,0 0 1 0,2 0 1 0,-2-7 3 16,1 12 3-16,1-6 1 0,0 1-23 15,-2-7 0-15,6 12 0 0,-5-5 0 0,-1-7 0 16,2 11 0-16,2-6 0 0,-4-5 0 16,5 10 0-16,-5-10 0 0,3 8 0 0,-3-8 0 15,8 10 0-15,-5-6 0 0,1 2 0 16,-4-6 0-16,9 9 0 0,0-3 0 0,-4-2 0 16,3 0 0-16,-1 2 0 0,1-2 0 15,3 0 0-15,-1 1 0 0,2-1 0 16,-3 0 0-16,-2 0 0 0,3 2 0 15,-2-4 0-15,-8-2 0 0,13 8 0 16,-7-5 0-16,2 3 0 0,-8-6 0 0,13 6 0 16,-8-4 0-16,3 2 0 0,-8-4 0 15,13 8 0-15,-3-4 0 0,0-1 0 0,-1 2 0 16,0-2 0-16,1 3 0 16,1-3 0-16,1 0 0 0,-2 1 0 0,1-1 0 0,-2 1 0 15,3-1 0-15,-3 0 0 0,0 1 0 16,4-1 0-16,-2 1 0 0,-11-4 0 15,17 3 0-15,-8-1 0 0,1 3 0 16,0-1 0-16,-1-1 0 0,-9-3 0 0,19 3 0 16,-7-1 0-16,-1 1 0 0,3-1 0 15,-2 0 0-15,2-1 0 0,1 1 0 0,1 0 0 16,0 0 0-16,4-1 0 0,-4 1 0 16,2 2 0-16,-2-3 0 0,-2-1 0 0,-1 2 0 15,-1 0 0-15,1-1 0 0,-13-1 0 16,22 2 0-16,-13 0 0 0,-9-2 0 0,17 1 0 15,-17-1 0-15,19 2 0 0,-9-2 0 16,-10 0 0-16,18 0 0 0,-4 2 0 16,-3-2 0-16,-11 0 0 0,25 0 0 15,-12-2 0-15,-13 2 0 0,23 0 0 0,-23 0 0 16,20 0 0-16,-20 0 0 0,16-2 0 16,-16 2 0-16,14 0 0 0,-14 0 0 15,15-3 0-15,-15 3 0 0,12-2 0 0,-12 2 0 16,15-1 0-16,-15 1 0 0,16-2 0 15,-16 2 0-15,14-3 0 0,-2-1 0 0,-2 2 0 16,1-1 0-16,-1-1 0 0,-10 4 0 16,16-3 0-16,-5 0 0 0,-11 3 0 0,14-7 0 15,-4 2 0-15,-2 1 0 0,-2-1 0 16,-6 5 0-16,11-8 0 0,-4 2 0 0,0 0 0 16,-2 1 0-16,1-2 0 0,-1 2 0 15,1-3 0-15,-3 4 0 0,4-3 0 16,-3 2 0-16,1-4 0 0,-1 1 0 15,-1 1 0-15,3-3 0 0,0 2 0 0,-2 0 0 16,0-2 0-16,1-1 0 0,-1 2 0 16,0 0 0-16,-1 0 0 0,-1 1 0 0,3-2 0 15,-1 1 0-15,-3 1 0 0,1 0 0 16,-2 1 0-16,4 0 0 0,-4-2 0 0,0 3 0 16,-2-3 0-16,0-3 0 15,0 2 0-15,1-2 0 0,-3-2 0 0,-3 0 0 0,6 0 0 16,-5-1 0-16,2 1 0 0,-1 3 0 15,-1-1 0-15,-2 0 0 0,1 0 0 16,-3 1 0-16,3-1 0 0,-9 1 0 16,3 1 0-16,-4-3 0 0,-3 1 0 0,-4-2 0 15,-2 2 0-15,-3-1 0 0,-2 0 0 16,8 5 0-16,4-1 0 0,2 6 0 0,2-2 0 16,4 1 0-16,-2 1-499 0,2 0-401 15,11 3-29-15,-13-1 100 0,13 1-883 16,-10 6-1146-16</inkml:trace>
  <inkml:trace contextRef="#ctx0" brushRef="#br0" timeOffset="158569.72">27380 6007 4499 0,'0'0'-81'0,"-15"0"53"0,15 0 41 15,0 0 30-15,0 0 49 0,-13 0 49 0,13 0 30 16,0 0 8-16,0 0-13 0,0 0-21 16,0 0-10-16,41-8-17 0,-14 6-9 0,2 0-15 15,10-1-7-15,-5 2-8 0,-6-1-9 16,1 2-11-16,-1-1-4 0,-1 1-12 0,-8-2-15 16,0 0-15-16,-2 2-28 15,-3 0-25-15,-3 0-20 0,-11 0-22 0,19 0-29 16,-19 0-47-16,11 0-60 0,-11 0-63 15,0 0-71-15,0 0-87 0,0 0-122 0,0 0-60 16,0 0 62-16,0 0-371 0,0 0-409 16</inkml:trace>
  <inkml:trace contextRef="#ctx0" brushRef="#br0" timeOffset="159053.4">28011 5907 2545 0,'0'0'150'0,"-3"-14"39"16,1 7 3-16,2 7 6 0,-2-10 9 16,2 10 12-16,-3-9-4 0,3 9-14 0,0 0-4 15,0 0 15-15,0 0-1 0,0 0-7 16,-22 24-18-16,12-8-17 0,1 2-1 0,0 2-17 15,-2-2-9-15,2 11-17 0,4-6-17 16,-1-2-9-16,0-4-8 0,5-3-11 16,-2-2-6-16,3 1-10 0,0-3-1 15,3-1-5-15,-2-2-3 0,-1-7-9 16,13 7-13-16,-3-7-11 0,-10 0-12 0,23-4 3 16,-8-3-4-16,4-3-4 0,6-5-2 15,3-7 1-15,-3 5-4 0,4-3 3 0,-4 1-5 16,-7 5 3-16,-4 5-4 0,-3-1 2 15,-1 6-6-15,-5 0 4 0,-5 4 1 0,0 0 8 16,0 0 11-16,3 18-6 0,-9-5 4 16,-4 7 8-16,-3 7-3 0,-1 2 2 0,0-2-6 15,-2 6-1-15,1-3 0 0,1-1 6 16,1 0-22-16,1-1-21 0,-1-3-23 0,2-8-25 16,5 1-35-16,0-4-34 15,3-5-47-15,1-1-37 0,0 1-71 0,2-4-91 16,0-5-121-16,6 5-175 0,-6-5 27 0,0 0 70 15,17-2-433-15,-17 2-492 16</inkml:trace>
  <inkml:trace contextRef="#ctx0" brushRef="#br0" timeOffset="159922.04">28229 5825 2730 0,'-4'-12'-7'0,"-2"-2"22"16,-2 1 10-16,-3 4 18 0,-5-3 25 15,-6-5 24-15,-7 3 19 0,1 0 29 0,-5 5 6 16,-3 1 3-16,-4 4-7 15,-4 6 4-15,0 1 10 0,-9 10 8 0,-2 4 11 16,-2 4 1-16,-1 9 0 0,5 6 1 16,-10 10-3-16,7 11-14 0,20-7-10 0,2 0-14 15,7 5-10-15,9 4-11 0,2-4-16 16,11 3-8-16,7-12-12 0,7 10-18 0,10-3-26 16,8-5-32-16,9-6-35 0,4-4-27 15,6-7-14-15,3-6-7 0,6-8 7 0,6-7 10 16,2-8 11-16,5-10 17 0,-6-5 15 15,3-10 27-15,-6-7 29 0,17-12 29 0,-8-7 16 16,4-9 16-16,-11-8 10 0,-6-3 27 16,-8-1-22-16,-7-3-5 0,-13 14-6 15,-8 1-23-15,-12 6-2 0,-7 8-12 16,-7 3-1-16,-16 0-17 0,-8 3-18 0,-14 8-40 16,-8 9-47-16,-10 5-49 0,-6 7-53 15,-2 7-61-15,3 2-82 0,-1 10-84 16,3 1-118-16,9 3-179 0,1-1 13 0,10 5 87 15,14-3-458-15,3 3-516 0</inkml:trace>
  <inkml:trace contextRef="#ctx0" brushRef="#br0" timeOffset="160353">27278 6779 3258 0,'-19'-1'237'0,"3"0"24"0,7 1 15 16,9 0 38-16,-15-5 29 0,15 5 5 0,0 0-5 16,9-13-8-16,10 4-33 0,17 1-31 15,18-6-27-15,11 2-27 0,7-2-35 0,6 3-51 16,23-1-51-16,-21-2-51 0,-2 7-51 16,-5-1-36-16,-8 4-25 0,-6-4-20 0,-20 6-16 15,-6 0-6-15,-10-1-4 0,-5 3 2 16,-6 0 12-16,-2 1 6 0,-10-1 16 0,0 0 10 15,0 0 3-15,0 0-8 16,0 0-30-16,-33 8-44 0,12-4-81 0,1-2-79 16,-7 0-129-16,4-2-192 0,3 0 22 15,2 0 81-15,0-4-391 0,7 2-411 0</inkml:trace>
  <inkml:trace contextRef="#ctx0" brushRef="#br0" timeOffset="165869.63">25221 7294 2518 0,'0'0'118'0,"-1"3"44"0,1-3 1 15,0 0-4-15,0 0-1 0,0 0-3 0,0 0 8 16,0 0 4-16,0 0 0 0,18-14-9 16,-10 9-14-16,0-1-14 0,-1 1-13 0,1 1-13 15,-4 1-8-15,2-1-6 0,-6 4-2 16,7-6-7-16,-7 6-2 0,6-4-6 16,-6 4-8-16,0 0-2 0,0 0-5 15,-29 2-5-15,12 0 2 0,0 2 4 0,-3 0 5 16,6 1 0-16,-2 0-5 0,5-1-2 15,0 1-3-15,1-3-8 0,2 1-1 0,8-3 2 16,-11 7 8-16,9-4 11 0,2-3-2 16,0 0-7-16,0 0-7 0,0 0-4 0,25 0-4 15,-10-5-3-15,3-5-3 0,-4 3-6 16,2-3-4-16,1-2 3 0,-3 0-8 0,-3 0 4 16,-4 3-6-16,-1-2 6 0,-5 3-9 15,-1 2-2-15,0 6-1 0,-16-15 2 16,5 11 8-16,-5 0 0 0,-2 0-1 0,6 2 1 15,-3 2-9-15,-1 0 0 0,3 0-2 16,1 0-4-16,1 2-12 0,2 2-26 16,-1 0-27-16,4-1-47 0,1 1-61 0,5-4-77 15,-13 4-100-15,13-4-111 0,-3 6-151 16,3-6-84-16,-6 2 71 0,6-2-539 0,0 0-624 16</inkml:trace>
  <inkml:trace contextRef="#ctx0" brushRef="#br0" timeOffset="200711.84">5567 5753 2873 0,'0'0'291'15,"0"0"-67"-15,0 0-37 0,0 0-34 0,0 0-10 16,0 0-3-16,-1-9 0 16,1 9-7-16,0 0 8 0,0 0-4 0,0 0-2 15,0 0-9-15,0 0-12 0,0 0-9 16,-10-10-13-16,10 10-8 0,-9-2-5 0,9 2 0 15,-19-4 3-15,8 4-6 0,-3-2 1 16,-1 0-3-16,-2 2 6 0,-4-4 0 16,0 2 9-16,-4-1-2 0,2-1 0 0,-4 0 7 15,3 1-13-15,-3 0 9 0,1 1 1 16,-1-2-1-16,-9 0 6 0,3 0 6 0,5 2-10 16,-1-1-5-16,0 1-5 0,-1 2-2 15,-1 0-2-15,1 0-5 0,1 0-3 0,-1 2-8 16,1-2-7-16,2 3-3 0,2-1-2 15,1 0-5-15,-2 1-6 0,1 0-2 16,2-1 1-16,0 2-7 0,-1-1 1 16,2 0 4-16,1 1 3 0,2 0 2 15,-4-1 1-15,2 0-2 0,-4 2 3 0,0-1-2 16,3 0-2-16,-3 0-5 0,0 2-2 16,0-2 0-16,-2 1-15 0,-7 1-17 0,2 2 0 15,5 0 0-15,-5 1 0 0,1-1 0 16,-1 0 0-16,5 1 0 0,-3 2 0 0,7-3 0 15,2-1 0-15,0 0 0 0,0 0 0 16,1-2 0-16,-2 3 0 0,-1-1 0 16,0 0 0-16,3 0 0 0,-3 1 0 15,-10 1 0-15,1 1 0 0,7-3 0 16,2 0 0-16,1 0 0 0,-1 1 0 0,-10 2 0 16,8-1 0-16,-3 1 0 0,5 0 0 15,2-4 0-15,0 5 0 0,2-5 0 0,-3 2 0 16,2 2 0-16,-7 3 0 0,4-1 0 15,-2 1 0-15,3 1 0 0,6-6 0 0,-3 4 0 16,4-3 0-16,-1 2 0 0,0 1 0 16,2 0 0-16,1 0 0 0,2 1 0 0,1-2 0 15,2 1 0-15,-1 0 0 0,2 1 0 16,-2 3 0-16,4-3 0 0,3 5 0 16,-2-3 0-16,4 3 0 0,0 1 0 15,0-2 0-15,2 1 0 0,4 3 0 16,-3 0 0-16,1-1 0 0,6-1 0 0,-4 1 0 15,3-1 0-15,1 0 0 0,5 7 0 16,-2-7 0-16,6 4 0 0,-1-4 0 0,2 3 0 16,2-3 0-16,1 1 0 0,2-3 0 15,0-1 0-15,4-1 0 0,2-3 0 0,2-1 0 16,1 0 0-16,2-4 0 0,0 0 0 16,4-2 0-16,0-2 0 0,-2 1 0 0,0-1 0 15,-4-1 0-15,-7 1 0 16,0-3 0-16,-2 2 0 0,-4 0 0 0,-1-1 0 15,0 1 0-15,1 0 0 0,-1 0 0 16,7 1 0-16,0-1 0 0,11 1 0 16,4-1 0-16,0-1 0 0,6 1 0 0,1 0 0 15,3-2 0-15,16 1 0 0,-1 1 0 16,4 2 0-16,1-3 0 0,-4 5 0 0,2-1 0 16,-8-2 0-16,-1 3 0 0,-14-2 0 15,0 1 0-15,-4 2 0 0,0-2 0 0,-13-3 0 16,-3 2 0-16,0-2 0 0,0 2 0 15,2-4 0-15,0 0 0 0,-1 0 0 0,1 0 0 16,1 0 0-16,1-3 0 16,9 3 0-16,-5 0 0 0,4-1 0 0,3-1 0 15,-8 2 0-15,7 0 0 0,0 0 0 16,1 0 0-16,0-2 0 0,2 4 0 0,0-4 0 16,1 4 0-16,2-4 0 0,-2 2 0 15,1 2 0-15,1-2 0 0,-1 0 0 16,0 0 0-16,-2 0 0 0,1 0 0 0,2 0 0 15,-4-2 0-15,1 2 0 0,-2-2 0 16,-1 2 0-16,4-2 0 0,-4 2 0 0,6-5 0 16,-6 4 0-16,3-3 0 0,-4 2 0 15,4 1 0-15,-6-3 0 0,2 3 0 0,-2-1 0 16,0-1 0-16,-8 1 0 0,-1 0 0 16,-2 0 0-16,1 1 0 0,8-4 0 0,-7 1 0 15,10 0 0-15,-3-2 0 16,0-1 0-16,-2 0 0 0,2 2 0 0,0-2 0 15,1 2 0-15,-10-2 0 0,-3 2 0 16,3-2 0-16,-4 2 0 0,2 0 0 0,-2-2 0 16,-1 0 0-16,10-1 0 0,-7-2 0 15,-2 4 0-15,-3-2 0 0,0-1 0 0,1 1 0 16,-1-4 0-16,0 3 0 0,5-5 0 16,-2 2 0-16,-6 1 0 0,2 1 0 0,-5 2 0 15,1-1 0-15,-4 1 0 0,1-1 0 16,-1-1 0-16,-2 2 0 0,1 0 0 15,-2 0 0-15,-1-2 0 0,2-1 0 16,-4-1 0-16,2 0 0 0,-1 1 0 0,0-3 0 16,-3 0 0-16,-3 0 0 0,3 0 0 15,-3 1 0-15,0-3 0 0,0 1 0 0,-5-3 0 16,0-1 0-16,-1 3 0 0,-3-1 0 16,-1-1 0-16,-3 1 0 0,-5-5 0 0,-4 1 0 15,-1-1 0-15,-2 3 0 0,0 1 0 16,-3 2 0-16,-3 1 0 0,2-3 0 15,-1 5 0-15,-2 1 0 0,-3 0 0 16,-1 2 0-16,-1-1 0 0,-6 5 0 0,3-4 0 16,-3 5 0-16,0-3 0 0,-4 2 0 15,3 2 0-15,1-2 0 0,-4 1 0 0,4-1 0 16,0 0 0-16,4 1 0 0,-1 0 0 16,2 1 0-16,-1-2 0 0,9 2 0 15,-8 1 0-15,2-1 0 0,0 0 0 0,-1-2 0 16,6 3 0-16,3 1 0 0,0-1 0 15,-11-1 0-15,7 1 0 0,5-1 0 0,3 1 0 16,-3 2 0-16,2-3 0 0,0 2 0 16,1 0 0-16,-1-1 0 0,-2 0 0 0,1-1 0 15,1-1 0-15,-2 3 0 16,0-1 0-16,-1 1 0 0,-12-1 0 0,10-1 0 16,-13 3 0-16,3-3 0 0,8 2 0 15,5-1 0-15,-1 1 0 0,-1 1 0 0,0-3 0 16,2 1 0-16,-1 1 0 0,-8-3 0 15,5 2 0-15,9-1 0 0,-5 2 0 0,2-1 0 16,-1 1 0-16,-1 2 0 0,-2 0 0 16,2 0 0-16,-14 4 0 0,1-3 0 0,-1 1 0 15,0 2 0-15,-2 1 0 0,2-5 0 16,-3 5 0-16,2-2 0 0,0 1 0 0,-2-3 0 16,4 1 0-16,8-2 0 15,3 2 0-15,2-1 0 0,3 1 0 0,-2-2 0 0,-1 2 0 16,2 0 0-16,-2-1 0 15,-11 3 0-15,-1 1 0 0,0 2 0 0,-5 1 0 16,-9 3-658-16,-5-3-335 0,10-6 98 16,-1-2-1025-16,-8-7-1341 0</inkml:trace>
  <inkml:trace contextRef="#ctx0" brushRef="#br0" timeOffset="203378.73">3148 7465 1409 0,'-8'-4'210'0,"0"-2"-9"0,6 0-3 15,2 6 1-15,-9-5 5 0,9 5 7 16,0 0-7-16,-7-9-9 0,7 9 4 16,-5-3-1-16,5 3-12 0,0 0-1 0,0 0 37 15,0 0 28-15,-11 17 8 0,7-5-10 16,-1 1-6-16,1 3 12 0,-1-3 0 0,5 1-26 16,-1-2-17-16,2 2 2 0,4-1 2 15,4 3-10-15,9-3-17 0,11 1-16 16,12-3-13-16,4-5-16 0,16-2-15 0,4-6-11 15,4-2-17-15,-2-6-39 16,-1-2-43-16,-6-1-44 0,-9-1-60 0,-15 3-37 0,-2 2-40 16,-9-3-46-16,-12 6-49 15,-4 0-66-15,-6 4-63 0,-3 2-60 0,0 0-80 16,0 0-155-16,-36 2-18 0,15 4 69 16,-11 5-431-16,1-1-534 0</inkml:trace>
  <inkml:trace contextRef="#ctx0" brushRef="#br0" timeOffset="203611.06">3105 7925 3388 0,'-14'2'317'16,"0"-1"23"-16,5-1 19 0,9 0 16 0,-15 3 8 16,15-3-2-16,0 0-10 0,0 0-26 0,0 0-33 15,0 0-27-15,0 0-30 16,0 0-27-16,41-12-22 0,-1 4-26 0,17-1-51 15,3-3-62-15,0 3-66 0,-2-2-105 16,-1 1-87-16,-1 0-80 0,-19 3-83 0,-10 2-82 16,-4-1-79-16,-8 5-94 0,-8 1-181 15,-7 0 65-15,0 0-611 0,0 0-791 0</inkml:trace>
  <inkml:trace contextRef="#ctx0" brushRef="#br0" timeOffset="204010.87">1871 8272 3927 0,'6'-12'65'0,"-3"1"43"15,1 2 31-15,-2 4 23 16,-2 5 17-16,4-9 7 0,-4 9-9 0,0 0-10 16,0 0 15-16,0 0 48 0,0 0 7 15,10 23-4-15,-10-4-2 0,0 6-21 16,0 5-19-16,-2 8-18 0,-1 4-15 0,1-1-15 15,-3 0-16-15,-1-2-12 0,3-2-14 16,-5-4-21-16,2-2-38 0,2-7-44 0,-2-4-57 16,3-4-72-16,1-3-63 0,-2-1-62 15,2-3-61-15,2-4-95 0,0-5-102 16,0 0-137-16,0 0-109 0,0 0 71 0,11-29-528 16,-5 8-680-16</inkml:trace>
  <inkml:trace contextRef="#ctx0" brushRef="#br0" timeOffset="204194.79">1905 8344 3244 0,'-12'-6'62'16,"12"6"72"-16,-9-3 41 0,9 3 30 15,0 0 27-15,0 0 27 0,-7-5 6 0,7 5-23 16,0 0-18-16,9-19-41 0,3 9-20 16,3-2-14-16,8-5-17 0,7-1-14 0,-3 3-65 15,4-2-60-15,-1 5-74 0,-1-1-90 16,-3 5-98-16,-5 4-95 0,-4 4-128 15,-2 1-172-15,-5 2 37 0,-2 4 68 16,-5 1-328-16,-4 3-368 0</inkml:trace>
  <inkml:trace contextRef="#ctx0" brushRef="#br0" timeOffset="204377.6">1800 8676 2668 0,'-11'7'189'16,"2"-4"44"-16,0 1 19 0,9-4 5 0,0 0-1 15,0 0-1-15,0 0-11 0,0 0-23 16,16-21-22-16,-3 13-20 0,5-3-18 16,8-3-42-16,3-1-52 0,-9 5-68 15,2 2-77-15,-1 0-77 0,-5 3-93 16,0 1-86-16,-3 4-93 0,-3 3-142 0,-2 0-33 16,-5 2 58-16,-1 4-253 0,-4 5-284 15</inkml:trace>
  <inkml:trace contextRef="#ctx0" brushRef="#br0" timeOffset="204547.15">1747 8903 2240 0,'-15'10'114'0,"4"-4"57"0,0 0 41 16,6-3 26-16,5-3 28 0,-9 4 18 15,9-4 11-15,0 0-8 0,0 0-17 0,0 0-31 16,0 0-21-16,34-17-21 0,-17 9-46 16,11-5-68-16,5 1-97 0,-2-4-113 15,7 3-134-15,5-9-166 0,5 5-239 16,-1 0 30-16,-10 1 70 0,-3 2-308 15,-5 5-356-15</inkml:trace>
  <inkml:trace contextRef="#ctx0" brushRef="#br0" timeOffset="205177.87">2214 8595 2693 0,'-2'-9'177'0,"0"-1"24"0,2 10 5 15,4-10 0-15,1 5 13 0,-5 5 6 16,10-1-2-16,-10 1-15 0,0 0-19 15,35 8-19-15,-19 0-17 0,0 2-15 16,-1 3-16-16,-1 3-3 0,-3-1-8 16,-4-1-3-16,-3 3 4 0,-2 0-20 0,-4 0-2 15,-4 3 6-15,-1 1-11 0,-11 3-8 16,4 1-5-16,-2-9-4 0,3-2-6 0,4-5-3 16,-1-2-1-16,0-7-7 0,10 0-9 15,0 0-9-15,-21-16-4 0,17-2-2 16,4-7-4-16,4-9-1 0,6-1-5 0,-2 5-2 15,3 4-5-15,1 6-6 0,-1 6 3 16,2 0-3-16,1 5-1 0,0 5-1 16,2 2 1-16,1 2-1 0,4 2-3 15,2 1 4-15,4 2-2 0,7 2-14 0,0 1-9 16,-7-2-6-16,0-3 13 0,-2-1-10 16,-5-1 8-16,1-4 5 0,1 0 2 15,-4-5 6-15,3-2 14 0,4-5 13 0,-10-1 17 16,1 1 18-16,-3-10 10 0,-1 3 15 15,-5 3 3-15,-1-3 7 0,-3 7 2 0,-1 0-1 16,-2 6-7-16,0-1-14 0,-3 4-10 16,3 6-6-16,-17 0-5 0,17 0-8 0,-35 14-8 15,18-4-6-15,3 1-2 0,3-1-8 16,2 0-2-16,5 0 2 0,0 2-4 16,4-4 0-16,6 1 3 0,5 3 2 15,7 0-7-15,0-3-4 0,9 7-1 16,2-3 1-16,-1 3-3 0,1-1 4 0,-2 1 10 15,-4 1-12-15,-5-3 1 0,-4 0 19 16,-1-1 10-16,-2 3 18 0,-2-3 19 0,-4 3 19 16,-1-1-41-16,-4-1-54 0,-2 3 0 15,-4 4 0-15,-4-3 0 0,-5 7 0 0,2-5 0 16,-6 2 0-16,3-6 0 0,0-4 0 16,0-3 0-16,1-1 0 0,1-4 0 15,2-4 0-15,-1-4-6 0,4-4-381 0,2-3-115 16,3-7-122-16,6 1-160 15,5-14-45-15,7-1 77 0,8-6-713 0,5 3-913 16</inkml:trace>
  <inkml:trace contextRef="#ctx0" brushRef="#br0" timeOffset="205527.59">3371 8340 4132 0,'5'-12'100'16,"-1"2"60"-16,0 3 33 0,-2 2 33 0,-2 5 35 15,0 0 19-15,0 0 23 0,0 0 6 16,-21 22-10-16,7 6-24 0,-1 4-20 0,-8 11-22 15,2 1-26-15,1 3-21 16,2-3-19-16,2 1-12 0,2-11-21 0,1-1-30 0,-3-1-41 16,5-1-47-16,0-4-56 15,3-2-60-15,-2-8-55 0,1 4-50 0,3-8-39 16,0-2-46-16,-3-3-60 0,0-2-65 16,-2-1-45-16,2-5-27 0,9 0 0 0,-19-11 31 15,11-1 73-15,-3-8 86 0,-3-9 83 16,7-3 64-16,0-2 68 0,3 8 77 15,2 4 77-15,0 5 62 0,-2 5 28 0,2 0 20 16,2 3 18-16,0 9 32 0,0 0 30 16,5-6 25-16,-5 6-7 0,0 0-24 15,0 0-28-15,20 24-25 0,-11-13-17 16,5 1-20-16,-3 1-92 0,5-3-94 0,0 3-109 16,2-2-132-16,1-3-142 0,0-1-161 15,-4 0-152-15,0-4 55 0,3 2-498 0,-5-3-626 16</inkml:trace>
  <inkml:trace contextRef="#ctx0" brushRef="#br0" timeOffset="205862.86">3735 8703 3610 0,'-15'-7'249'0,"15"7"22"15,-37 11 24-15,-8 4 38 0,-13 7 18 16,-28 9 9-16,-5 2 6 0,-6 2 9 15,-10 2-2-15,-5 4-9 0,-4 4-14 0,-5-1 2 16,3 2-11-16,0-3-140 0,0-2-201 16,-1 1 0-16,3-1 0 0,6-3 0 0,11-2 0 15,10-6 0-15,21-7 0 0,14-1 0 16,2-5 0-16,18-3 0 0,1-1 0 0,10-3 0 16,4-2 0-16,4-2 0 0,3-1 0 15,1-1 0-15,2 2 0 0,-1-4 0 0,2 2 0 16,3 0 0-16,-3 0 0 0,8-4 0 15,-10 5 0-15,10-5 0 0,-9 2 0 0,9-2 0 16,-6 2 0-16,6-2 0 16,-7 4 0-16,7-4 0 0,0 0 0 0,0 0 0 15,0 0-769-15,0 0-212 0,0 0 80 16,11 10 93-16,-11-10-801 0,0 0-1050 0</inkml:trace>
  <inkml:trace contextRef="#ctx0" brushRef="#br0" timeOffset="207626.89">3878 11743 4013 0,'-20'0'-185'15,"1"-1"49"-15,2-1 49 0,-2 1 37 16,1-1 33-16,-4 2 38 0,3-2 38 0,0 1 37 16,0 1 26-16,2-2 23 0,2 0 9 15,15 2 4-15,-25 0-6 0,25 0-4 16,-17 0-13-16,17 0-6 0,-14 0-14 0,14 0-12 16,0 0-6-16,-9 2-1 0,9-2 19 15,0 0 8-15,23 13 0 0,6-1-4 0,9-1-4 16,17 1-6-16,8 5-5 15,7-4-6-15,10 0-2 0,23 4-29 0,4-4-3 0,7 1-2 16,4-2-14-16,4 0-3 0,2-3-2 16,-6-1-7-16,0-1-9 0,1-1 5 15,-9-4 4-15,-20-3-6 0,-2 2-13 16,-5-2 10-16,-3-3-4 0,-2 2-7 16,-5-3-3-16,-5 0 1 0,-1-3 2 0,-3-1-4 15,-3 0 2-15,-2 0-2 0,-3-4-3 16,-14 6 1-16,2-3-3 0,-3 0 3 0,2-2-3 15,-2 2 15-15,0-2-22 0,-1 1 15 16,9-2-10-16,-8 1-3 0,-4-1-3 0,5 2 5 16,6-4 1-16,2 1-9 0,-1-1 1 15,3 1 6-15,-1-1 2 0,-4-2-2 0,3 3 5 16,-3-1-1-16,1 1-2 16,-10-1-5-16,-2 1 2 0,0 1 3 0,-4-3 15 15,-2 1-17-15,-3-1-4 0,-1 1 14 16,-3-2-8-16,-4 2-5 0,-6 1 9 0,5-8 14 15,-5 2-4-15,-3 1 11 0,1-10-4 16,-2 2 5-16,2 3 13 0,-4-7-6 16,-3 4-1-16,-3 3-8 0,3-4-3 0,-4 3-6 15,-2-2-2-15,0-8 3 0,-3 2-1 16,-1 1-3-16,-4 3-9 0,-1 0 6 0,-3-1 0 16,-1 3-9-16,-4 0 4 0,-3-2 0 15,-7-2 0-15,-3 1-5 0,0 1 1 0,-5 0 3 16,-3 1-8-16,-2 1-2 15,-2 3 7-15,-1 2-5 0,-5 2 1 0,-2 6-8 16,-5-1 6-16,1 1 0 0,-4 5-8 16,-1-1 5-16,0 2 9 0,-4 2-10 0,-2-2 9 15,-1 5-5-15,1 1-5 0,-1-2 4 16,-1 0 0-16,0 3 5 0,-1-2-7 0,1 3 2 16,-1 0 0-16,-1 3-4 0,0-6 2 15,3 3 6-15,1 3-4 0,-1-2-3 0,0 3 5 16,0 0-5-16,0-2 1 0,-2 5 2 15,0-2-4-15,0 4 7 0,2-3 1 16,5 5 2-16,-2-1-2 0,-2 0-3 16,6 3 5-16,-2-3 0 0,2 4 4 0,9-4-5 15,-4 4 0-15,2-2-3 0,1 0 3 16,2 2-4-16,-1-2-3 0,4 3 8 16,-1 2-8-16,3-2 1 0,-1 3 1 0,3-1 10 15,-2 3-7-15,2 1-3 0,4-1 3 16,4-3-1-16,4 2-4 0,2 2 5 0,-5 5 0 15,0 3 3-15,13-3-2 0,-1 0 0 16,2-3 2-16,2 5-1 0,4-1-6 0,2 2 10 16,1 0 0-16,2 0 10 0,3 3 17 15,5-5-4-15,0-3 0 0,2 3 3 16,4 8 8-16,1 2-4 0,8-1 4 0,11 11 5 16,4-4-2-16,14-1-1 0,23 7-2 15,7-3-4-15,16-4-5 0,11-1-2 16,10-4 1-16,3-4-3 0,6-8-8 0,0-2-20 15,-7-6 0-15,-30-9 0 0,-8-1 0 16,-8-2-7-16,-17-3-44 0,-6-2-13 0,-12 0-16 16,-9-2-43-16,-4 2-45 0,-5-1-58 15,-8 0-70-15,-4 1-98 0,0 0-114 16,0 0-182-16,0 0-113 0,-45 7 74 0,23-3-649 16,-1 3-832-16</inkml:trace>
  <inkml:trace contextRef="#ctx0" brushRef="#br0" timeOffset="209961.75">11121 6971 4373 0,'-8'6'297'0,"1"-4"-70"16,3 3-33-16,4-5-1 0,-3 3 13 0,3-3 10 16,0 0-1-16,0 0-4 0,0 0-13 15,0 0 3-15,0 0-6 0,0 0-11 16,0 0-16-16,24-17-23 0,6 3-12 16,16-6-15-16,10 1-13 0,3-3-10 0,6-3-13 15,-3 4-35-15,-3 0-41 0,-3 0-43 16,-7 4-52-16,-8 5-65 0,-11 0-73 15,-6 5-97-15,-5 2-104 0,-6 3-72 0,-2 4-82 16,-8 3-175-16,-3-5 32 0,-5 13 77 16,-11 1-487-16,-4 7-604 0</inkml:trace>
  <inkml:trace contextRef="#ctx0" brushRef="#br0" timeOffset="210126.75">11325 7132 3070 0,'-18'14'99'0,"5"-5"78"0,4-3 40 15,2-2 24-15,0-2 16 0,7-2 11 16,0 0 24-16,0 0 28 0,0 0-3 15,25-22-14-15,4 5-26 0,3-3-27 0,13-2-24 16,4-2-28-16,-1 2-16 0,-3 0-41 16,1 3-56-16,-14 4-74 0,1 2-90 15,-5 2-95-15,-8 1-139 0,-4 4-144 0,-5 2-166 16,0 2-146-16,-11 2 78 0,0 0-610 16,0 0-759-16</inkml:trace>
  <inkml:trace contextRef="#ctx0" brushRef="#br0" timeOffset="-214670.6">23644 9610 1860 0,'7'-4'293'0,"-7"4"-77"16,7-6-36-16,-7 6-19 0,9-3-5 16,-9 3 12-16,5-4 6 0,-5 4 2 0,6-5 10 15,-6 5 1-15,0 0-2 0,5-5-6 16,-5 5-4-16,0 0-3 0,0 0-4 16,6-4-4-16,-6 4-8 0,0 0-5 0,0 0-8 15,2-4-9-15,-2 4-3 0,0 0-6 16,0 0-5-16,0 0-8 0,0 0 1 15,0 0-9-15,0 0 1 0,0 0-7 16,0 0-5-16,-11-11-2 0,11 11 3 0,-12-5-2 16,12 5-2-16,-12-7-8 0,3 4-5 15,9 3-9-15,-16-7-3 0,5 5-3 0,2-3-7 16,-1 3-1-16,-1-1-10 0,0 0-3 16,11 3 2-16,-23-6-5 0,12 3 0 0,-1 0 5 15,2 1 6-15,10 2 0 0,-23-4 7 16,12 1 0-16,4 1-8 0,-5 1 0 0,1-4-6 15,-1 3-6-15,1-2-1 0,0 2-1 16,-3-2-8-16,1 2-1 0,-1-2-2 0,-3 0-2 16,3 2-3-16,2 2 0 15,-2-2-4-15,1-1 4 0,0 3-5 0,-3 0-2 16,16 0 1-16,-23-2-2 0,12 2-1 16,11 0 1-16,-20-2-2 0,20 2 2 0,-18 0-1 15,18 0-4-15,-18 0-4 0,18 0 1 16,-16 2-1-16,16-2 6 0,-16 0-5 0,16 0-1 15,-16 2 1-15,3-2-2 0,13 0 0 16,-14 3 0-16,4-1 0 0,-3-2 0 0,13 0 0 16,-20 4 0-16,11-2 0 0,9-2 0 15,-19 4 0-15,9-4 0 0,10 0 0 16,-13 2 0-16,13-2 0 0,-12 4 0 16,12-4 0-16,-11 4 0 0,11-4 0 0,-14 2 0 15,9 0 0-15,5-2 0 0,0 0 0 16,-15 5 0-16,9-2 0 0,-2-1 0 0,8-2 0 15,-11 7 0-15,6-4 0 0,-4 0 0 16,2 1 0-16,1-1 0 0,-1 2 0 16,1-1 0-16,-2-1 0 0,8-3 0 0,-11 7 0 15,6-2 0-15,-1-1 0 0,-1-1 0 16,2 2 0-16,-1-1 0 0,6-4 0 0,-9 8 0 16,3-5 0-16,0 1 0 0,1 1 0 15,-1-1 0-15,1 1 0 0,-4-2 0 0,4 4 0 16,-3-4 0-16,3 4 0 0,-3-2 0 15,4-1 0-15,-4 1 0 0,3 3 0 16,-1-4 0-16,3 3 0 0,-4-1 0 16,3-2 0-16,-1 4 0 0,-1-4 0 0,4 1 0 15,-1 3 0-15,-3-4 0 0,4 1 0 16,-2 0 0-16,-2 3 0 0,2-4 0 0,3 1 0 16,-3 3 0-16,0-4 0 0,4 4 0 15,0-8 0-15,-5 9 0 0,5-3 0 0,-2 0 0 16,2-6 0-16,-5 12 0 0,3-7 0 15,2-5 0-15,0 10 0 0,-1-5 0 0,-1 0 0 16,2-5 0-16,-2 10 0 16,2-4 0-16,0-6 0 0,-2 9 0 0,2-9 0 15,0 11 0-15,-2-4 0 0,2-7 0 16,0 10 0-16,0-1 0 0,0-3 0 0,0-6 0 16,4 14 0-16,-4-7 0 0,2 0 0 15,0 1 0-15,-2-8 0 0,1 12 0 0,-1-3 0 16,2-2 0-16,3-2 0 0,-5-5 0 15,5 14 0-15,-3-8 0 0,2 1 0 0,0 0 0 16,-1 0 0-16,1-1 0 0,-4-6 0 16,10 13 0-16,-4-7 0 0,-3 0 0 0,3 2 0 15,-2-3 0-15,1 3 0 16,2-1 0-16,-2 0 0 0,3-2 0 0,-3 1 0 0,4 1 0 16,-4-2 0-16,2 3 0 15,1-2 0-15,-3 0 0 0,4-1 0 0,-4-1 0 16,3 0 0-16,-8-4 0 0,14 10 0 15,-11-6 0-15,5-1 0 0,-8-3 0 0,11 10 0 16,-8-6 0-16,6 1 0 0,-9-5 0 16,9 5 0-16,-9-5 0 0,7 7 0 0,1-3 0 15,-8-4 0-15,14 8 0 0,-7-5 0 16,0-1 0-16,3 3 0 0,2-1 0 0,-1-1 0 16,-1-1 0-16,-10-2 0 0,16 5 0 15,-5-2 0-15,-11-3 0 0,14 2 0 16,-14-2 0-16,12 3 0 0,-12-3 0 15,11 4 0-15,-11-4 0 0,12 3 0 0,-12-3 0 16,12 4 0-16,-12-4 0 0,14 3 0 16,-4-3 0-16,-10 0 0 0,21 4 0 0,-9-2 0 15,1-1 0-15,-2-1 0 0,-11 0 0 16,19 3 0-16,-8-3 0 0,-11 0 0 0,20 0 0 16,-20 0 0-16,14 0 0 0,-14 0 0 15,20 0 0-15,-20 0 0 0,18 0 0 16,-18 0 0-16,18 2 0 0,-18-2 0 0,21-2 0 15,-10 2 0-15,3 0 0 0,-3-3 0 16,-11 3 0-16,27-1 0 0,-13-1 0 16,1 0 0-16,-2 0 0 0,-1 0 0 0,-1-1 0 15,1 0 0-15,-1-1 0 0,-4 4 0 16,3-3 0-16,1-1 0 0,-1 4 0 16,2-5 0-16,-1 4 0 0,0-3 0 0,1 1 0 15,1-1 0-15,-1 1 0 0,-1-2 0 16,-2 3 0-16,1-3 0 0,1 3 0 0,-1-1 0 15,0-1 0-15,-3 1 0 0,1-1 0 16,-1 1 0-16,-2 0 0 0,-5 3 0 0,14-6 0 16,-4 3 0-16,-5-2 0 0,3 2 0 15,0-3 0-15,-1 0 0 0,1 0 0 0,0 0 0 16,-3 2 0-16,3-3 0 0,-1 1 0 16,2-2 0-16,-2 2 0 0,0-1 0 0,-1-1 0 15,0 2 0-15,0 0 0 0,-1 0 0 16,-1 0 0-16,2 1 0 0,-3 1 0 15,1-4 0-15,1 3 0 0,-2 0 0 0,3 1 0 16,-2-3 0-16,-1-1 0 0,3 2 0 16,-2 0 0-16,-2-1 0 0,2 1 0 0,0 0 0 15,-1-2 0-15,-3 1 0 0,4 0 0 16,0 0 0-16,-2 1 0 0,1-1 0 0,-3 0 0 16,2 0 0-16,3-1 0 0,-3 1 0 15,-2 0 0-15,2-2 0 0,-1 4 0 16,-1-3 0-16,2 1 0 0,-2 2 0 15,2-3 0-15,0 2 0 0,-2 6 0 0,0-12 0 16,0 5 0-16,0 7 0 0,0-10 0 16,0 5 0-16,0 5 0 0,0-12 0 0,0 5 0 15,-2 0 0-15,0-1 0 0,0 3 0 16,2 5 0-16,-1-14 0 0,-1 8 0 0,0 0 0 16,-3 1 0-16,3-1 0 0,-3-3 0 15,-1 2 0-15,-1 1 0 0,-5-3 0 0,-7 1 0 16,-2-3 0-16,-11-1 0 0,-10 0 0 15,-9 0 0-15,-1 2 0 0,-6 0 0 0,13 10 0 16,-3-7 0-16,3 2-581 16,-3-2-412-16,4 4-1257 0,-4-1-1653 0</inkml:trace>
  <inkml:trace contextRef="#ctx0" brushRef="#br0" timeOffset="-202673.4">21951 10810 2628 0,'0'0'393'0,"-9"4"-21"0,9-4-34 0,0 0-15 15,-9 4-18-15,9-4-22 0,0 0-14 16,0 0-6-16,0 0 15 0,0 0 14 0,0 0 7 16,0 0-17-16,0 0-24 15,-7-11-21-15,7 11-15 0,14-10-22 0,-7 3-20 16,1 2-7-16,2 0-24 0,-1 0-12 15,2-1-16-15,1 4-15 0,-3-3-23 0,3 5-83 16,-12 0 0-16,19 2 0 0,-12 3 0 16,4 1 0-16,-8 2 0 0,3 2 0 0,-6 1 0 15,0 3 0-15,-6-1 0 0,0 7 0 16,-7 5 0-16,-7-2 0 0,2 2 0 0,-1-1 0 16,-5 2 0-16,6-6 0 15,-1 1 0-15,4-4 0 0,5-5 0 0,0-4 0 16,3 1 0-16,1-3 0 0,0-2 0 15,2 1 0-15,4-5 0 0,-7 7 0 0,7-7 0 0,0 0 0 16,4 10 0-16,-4-10 0 16,12 4 0-16,-3-3 0 0,4-1 0 0,2 0 0 15,4-1 0-15,-2-3 0 0,8 0 0 16,0 0 0-16,-2-3 0 0,-4 2 0 0,0 0 0 16,-4 1 0-16,1 1 0 0,-5 0 0 15,-2-1 0-15,1 0 0 0,-2 1 0 0,-8 3 0 16,9-5 0-16,-9 5-109 0,0 0-511 15,0 0-101-15,0 0-185 0,0 0 89 0,0 0 82 16,0 0-722-16,0 0-905 16</inkml:trace>
  <inkml:trace contextRef="#ctx0" brushRef="#br0" timeOffset="-202306.83">22006 10749 3896 0,'-15'-14'-74'15,"-2"4"34"-15,1 2 40 0,0 2 46 16,-4 3 43-16,-1 1 32 0,-5 6 32 0,-11 4 23 16,1 6 21-16,-5 8 10 0,-4 7 14 15,4 4 0-15,3 2 0 0,6 11 5 0,3 0-13 16,10 0-10-16,6 2-13 16,9-10-15-16,6-1-16 0,9 2-11 0,10-2-15 15,10-3-13-15,6-3-13 0,9-7-6 16,5-7-25-16,10-7-30 0,0-6-34 0,6-9-29 15,0-6-28-15,4-8-8 0,11-10-4 16,-5-8 5-16,-4-2 3 0,-18 3 11 0,-3-3 18 16,-8-3 30-16,-6-3 18 0,-8-3 18 15,-7-5 9-15,-6-5-10 0,-11-4-2 0,-10-6-1 16,-11 3-9-16,-12 3-10 0,-5 7 1 16,-9 9 0-16,-6 9-9 0,-4 12-31 15,-9 11-39-15,-2 11-56 0,-5 10-84 16,-1 9-113-16,0 8-125 0,-11 12-140 0,20-5-223 15,3 0 60-15,11 2 86 0,6-4-550 0,19-7-663 16</inkml:trace>
  <inkml:trace contextRef="#ctx0" brushRef="#br0" timeOffset="-183842.33">22795 10826 1853 0,'0'0'724'0,"0"0"-161"0,-1-8-119 16,1 8-59-16,0 0-38 0,0 0-27 0,-4-8-16 15,4 8-14-15,0 0-1 0,0 0-11 16,-6-8-18-16,6 8-13 0,0 0-13 16,0 0-15-16,0 0-21 0,0 0-19 0,13-9-17 15,-13 9-18-15,18 0-15 0,-9 0-12 16,-9 0-9-16,20-3-14 0,-20 3-8 15,14 3-11-15,-14-3-9 0,18 0-3 0,-18 0-50 16,9 7-13-16,-5 0 0 0,-1 0 0 16,-1 1 0-16,0 5 0 0,0-1 0 0,-2 2 0 15,0 3 0-15,0-1 0 0,-2 5 0 16,2-2 0-16,-2 2 0 0,0 1 0 16,1 0 0-16,-1-3 0 0,-2 2 0 0,0-2 0 15,-1-4 0-15,-2 1 0 0,4-1 0 16,-5-1 0-16,3-4 0 0,-1 1 0 15,0-2 0-15,0 0 0 0,1-1 0 0,-3 1 0 16,5-3 0-16,-8 2 0 0,4-3 0 16,-2 0 0-16,0 0 0 0,-4-1 0 0,4-2 0 15,-3-1 0-15,1-1 0 0,11 0 0 16,-25-5 0-16,16 1 0 0,-7-3 0 0,5-1 0 16,-2-2 0-16,1-2 0 0,5-5-470 15,-1-4-334-15,7-1-112 0,1-2 88 16,1-2-931-16,7-7-1191 0</inkml:trace>
  <inkml:trace contextRef="#ctx0" brushRef="#br0" timeOffset="-183676.86">22917 10658 4600 0,'6'-10'19'16,"-6"-2"44"-16,2 2 21 0,0 1 32 0,-2 2 24 16,0 7 16-16,1-13 0 0,-1 6-21 15,0 7-11-15,0-12-29 0,0 8-50 0,0 4-66 16,4-6-97-16,-4 6-116 0,0 0-122 15,0 0-152-15,0 0-164 0,0 0 61 0,8 20-482 16,-8-9-563-16</inkml:trace>
  <inkml:trace contextRef="#ctx0" brushRef="#br0" timeOffset="-183160.95">23001 10963 3236 0,'0'0'158'0,"0"0"14"0,0 0 8 16,2 5 25-16,-2-5 30 0,0 0 21 16,0 0 11-16,0 0-7 0,13 6-20 15,-13-6-31-15,16 0-20 0,-16 0-13 0,18-2-24 16,-6-2-11-16,1 3-10 0,-1-3-19 16,1-2-5-16,0-1-15 0,5-4 0 15,-2 2-9-15,-4 1 13 0,-1-3-13 0,0 5-10 16,-4 0-3-16,0 1 3 0,1 1-9 15,-2-1-9-15,-6 5-4 0,8-5-4 0,-8 5-3 16,0 0 0-16,0 0-7 0,0 0-19 16,0 0 13-16,-12 23-4 0,8-12 5 0,0-1-9 15,-1 0-5-15,1 4-8 0,0-4 2 16,3 4-11-16,-1-4 9 0,0 1 1 16,2-1-13-16,0-3 7 0,2 1-6 0,1-1-3 15,-3-7-20-15,10 8-4 0,-3-6 0 16,-7-2 4-16,19-2 9 0,-6-1-1 0,-1-2 2 15,3 1-1-15,-1-2 0 0,-1-1 3 16,-1 2 6-16,-3-1 2 0,0 3 1 16,1 1 3-16,-4-3-2 0,-6 5-2 0,9-1 3 15,-9 1 1-15,0 0 18 0,10 7-5 16,-10-7 5-16,1 11-5 0,-1-5-5 16,0-6-15-16,2 12 12 0,-2-7 10 0,0-5-10 15,0 10 3-15,2-3-2 0,-2-7-8 16,3 8-13-16,-3-8-28 0,0 9-28 0,0-9-48 15,4 7-57-15,-4-7-81 0,3 5-116 16,-3-5-121-16,10 2-141 0,-10-2-120 0,0 0 67 16,19-4-633-16,-6 1-778 0</inkml:trace>
  <inkml:trace contextRef="#ctx0" brushRef="#br0" timeOffset="-182811.3">23815 10829 3405 0,'6'-7'-4'0,"-1"-5"76"0,-5 6 45 0,2 0 34 15,0 1 34-15,-2 5 12 0,0 0 7 16,-4-8 0-16,4 8-7 0,-11-2-8 0,11 2-4 16,-23 4-17-16,8 2-1 0,-8 1-16 15,-3 7-13-15,-3-1-16 0,-2 5-12 0,8-2-13 16,4-1-6-16,6-3-12 16,6-1-13-16,2 0 1 0,3-2-5 0,4 0-6 15,3-1-5-15,0 0 1 0,4 0 12 16,-1-2 10-16,2 1 9 0,-3 0 21 0,3 0 22 15,0 0 15-15,-3-1 15 0,1-2 13 16,-1 3 16-16,-3 0 8 0,0 0 17 0,0 1-103 16,-4-1-107-16,-2 1 0 0,-3 3 0 15,0-2 0-15,-1 0 0 0,-5 2 0 0,-1-2 0 16,-1 0 0-16,-1 0 0 0,-2 0 0 16,0-3 0-16,1 0 0 0,0-1 0 0,4-3 0 15,0 2 0-15,-2-4 0 0,13 0 0 16,-12-7 0-16,6 1 0 0,2 2-583 15,4-6-217-15,2 0-103 0,7-2 78 16,2-2-903-16,11-4-1160 0</inkml:trace>
  <inkml:trace contextRef="#ctx0" brushRef="#br0" timeOffset="-182576.76">24081 10767 4794 0,'9'-9'54'0,"-6"2"65"15,3 3 39-15,-6 4 28 0,6-7 34 16,-6 7 16-16,1-3 18 0,-1 3 12 0,0 0-1 15,0 0-19-15,0 0-21 0,-5 23-20 16,-1-14-22-16,3 7-11 0,-6 1-28 0,2 3-11 16,-4 9-23-16,-3-2-25 15,5 0-33-15,-1-4-28 0,0-3-34 0,5-1-27 16,-3 1-47-16,1-3-38 0,0 2-55 16,2-3-65-16,1-4-72 0,2-2-82 0,-1 0-82 15,1-3-79-15,2-2-109 0,-2 1-63 16,2-6 72-16,0 0-589 0,-4 4-706 0</inkml:trace>
  <inkml:trace contextRef="#ctx0" brushRef="#br0" timeOffset="-182410.75">23862 11030 3253 0,'0'0'31'0,"-11"-5"100"0,11 5 51 16,-10-3 42-16,10 3 42 0,0 0 24 0,-7-5 2 16,7 5 18-16,0 0-8 0,-8-6-22 15,8 6-27-15,0 0-24 0,0 0-36 16,0 0-57-16,24-7-82 0,-10 2-99 15,2 0-119-15,2 0-163 0,4-2-174 0,-1 2-228 16,-1-3 38-16,5 6 77 0,-5-2-527 16,-4 1-609-16</inkml:trace>
  <inkml:trace contextRef="#ctx0" brushRef="#br0" timeOffset="-181878.01">24398 11064 3517 0,'-8'-3'208'16,"2"0"9"-16,1-1-2 0,5 4 2 0,0 0 2 15,-9-2-1-15,9 2 3 0,0 0-7 16,-4 12-17-16,4-7-13 0,0 2-24 0,2 4-10 16,2-1-19-16,-3 0-15 0,1 1-13 15,0-1-12-15,0-2-6 0,0 1-11 0,-2 1-11 16,0-2 7-16,-2-3-10 0,2 3-10 15,0-2-5-15,0-6 4 0,-2 11-8 0,2-11-6 16,-2 7-14-16,2-7-16 16,0 0-11-16,0 0-13 0,0 0-5 0,0 0-7 15,0 0-1-15,0 0 1 0,0 0-5 16,0 0 8-16,18-15 4 0,-18 15 6 0,3-5 8 16,-3 5-2-16,0 0 1 0,6-4 3 15,-6 4 0-15,0 0 6 0,13 0-3 0,-13 0 2 16,0 0 2-16,23 4-3 0,-16-4 0 15,5 0 3-15,-12 0 2 0,19 0-3 0,-5 0 2 16,-5-2 1-16,5 0 1 0,-3-2 1 16,2 0-1-16,3 0 3 0,-5-1-2 0,3-1 2 15,-3 4-1-15,0-2 0 0,1-1-4 16,-5 2-3-16,0 3 1 0,2-4 3 0,-9 4-1 16,13-2 13-16,-13 2 10 0,0 0 8 15,14 2 0-15,-14-2 2 0,11 4-1 16,-8 0-1-16,-3-4-3 0,8 8-14 15,-6-4 5-15,-1 4-5 0,3-3-14 0,1 1-29 16,-3 0-21-16,1 2-33 0,-3-3-46 16,4 0-60-16,0 0-74 0,-4-5-73 0,3 8-70 15,-3-8-76-15,2 6-87 0,-2-6-86 16,8 4 55-16,-8-4-475 0,12 1-546 0</inkml:trace>
  <inkml:trace contextRef="#ctx0" brushRef="#br0" timeOffset="-181728.38">24888 11093 2828 0,'11'-10'55'0,"-4"3"74"0,0 2 48 15,-3-2 41-15,-4 7 36 16,5-3 36-16,-5 3 24 0,0 0 2 0,0 0-4 16,0 0-27-16,0 0-24 0,7 15-35 15,-7-15-26-15,0 17-52 0,-1-8-51 0,-1 1-63 16,-2 3-82-16,2-2-91 0,-1 4-115 16,-3-1-118-16,0-1-133 0,2-1-193 0,-2-2 61 15,4 0 67-15,-1-1-424 0,1-2-469 16</inkml:trace>
  <inkml:trace contextRef="#ctx0" brushRef="#br0" timeOffset="-181543.36">25050 11001 3176 0,'-4'-7'292'16,"0"0"19"-16,2 2 3 0,2 5-1 0,-1-8-12 15,1 8-25-15,-2-7-25 0,2 7-26 16,0 0-47-16,-2-7-68 0,2 7-80 0,0 0-105 15,0 0-126-15,0 0-118 0,0 0-100 16,0 0-124-16,0 0-92 0,25 12 58 0,-23-7-446 16,-1 2-498-16</inkml:trace>
  <inkml:trace contextRef="#ctx0" brushRef="#br0" timeOffset="-181027.31">25087 11075 2843 0,'3'3'68'0,"-3"-3"65"16,4 5 45-16,-4-5 37 0,0 0 21 0,7 6 10 15,-7-6 3-15,8 4-6 16,-8-4-16-16,3 9-15 0,-1-1-23 0,0 0-18 15,0 0-18-15,-4 1-15 0,2 1-13 16,-4 0-19-16,4 0-11 0,-1-1-22 0,-1 2-5 16,0-4-10-16,2-1-6 0,-2-1-8 15,2-5-4-15,0 8-1 0,0-8-8 0,0 0-4 16,0 0-4-16,0 0 5 0,0 0-4 16,0 0 0-16,27-17 3 0,-20 11 10 15,1 0 19-15,0 0 18 0,-3 1 15 0,3-1 15 16,-8 6 11-16,7-6 8 0,-7 6 0 15,7-4-2-15,-7 4 4 0,0 0-5 16,0 0-14-16,0 0-8 0,0 0-11 0,22 8-8 16,-18-3-9-16,-4-5-9 0,8 6-11 15,-3-2-8-15,-5-4-16 0,12 7-20 0,-7-4-9 16,2 1-14-16,0 1-6 0,-3-2-14 16,3 0-18-16,-7-3-17 0,16 4-17 0,-11-2-16 15,-5-2-10-15,15 1 1 0,-15-1-11 16,19-1 0-16,-7-3-4 0,0-1 1 0,0-3 9 15,4-4 10-15,1 3 15 16,0-3 15-16,5-8 6 0,-8 7 5 0,0 1 8 16,-4 3 3-16,-1 2 3 0,-4 5 7 15,4-1 6-15,-9 3 9 0,0 0 13 0,0 0 15 16,0 0 14-16,0 0 7 0,0 0 5 16,14 7 1-16,-14-7 1 0,2 10 7 0,0-8-3 15,-2-2 1-15,4 10-2 0,-4-4-2 16,2 1-11-16,-2 0-20 0,-2 2-28 0,0-1-34 15,0 4-58-15,-2-3-75 0,1 8-92 16,-5-5-80-16,3 1-77 0,-4 1-95 16,6-2-99-16,-5 0 66 0,7-3-455 0,-1 1-506 15</inkml:trace>
  <inkml:trace contextRef="#ctx0" brushRef="#br0" timeOffset="-180761.26">25736 11465 3042 0,'-10'6'216'0,"2"-3"51"0,8-3 29 16,-16 6 34-16,8-3 28 0,-5 0 13 0,0 3-1 15,-10-1-4-15,-2-2-13 0,-15 6-24 16,-17-1-25-16,-8-3-40 0,-14-1-24 0,-8-2-24 16,-41-4-22-16,-7-5-15 0,-1-1-18 15,-3 1-17-15,-3-4-17 0,2 3-63 0,11 1-64 16,3 3 0-16,8 2 0 15,28 6 0-15,6 0 0 0,9 6 0 0,3-2-112 16,11 3-66-16,9 1-58 0,7-2-66 16,8-2-76-16,1 3-72 0,3-3-71 0,6 1-92 15,8-3-140-15,2 0 71 0,3-3-667 16,3 1-804-16</inkml:trace>
  <inkml:trace contextRef="#ctx0" brushRef="#br0" timeOffset="-166762.12">26586 10880 1678 0,'0'0'519'0,"0"0"-246"15,7 0-117-15,-7 0-54 0,0 0-12 16,0 10 1-16,0-10 8 0,0 7 12 16,0-7 6-16,-3 10 1 0,-1-6 6 0,0 2-11 15,2 1-11-15,-2-1-3 0,-2 0 0 16,3 1-6-16,-1 0-7 0,-2-2 0 0,4 0-7 16,2-5-5-16,-5 7 14 0,5-7 4 15,-5 7 9-15,5-7 11 0,0 0 13 0,-2 5-12 16,2-5-9-16,0 0-13 15,0 0-7-15,0 0-10 0,0 0-11 0,0 0-7 16,0 0-5-16,0 0-7 0,22-11-4 16,-22 11-5-16,0 0-6 0,14 7 0 0,-9-1-6 15,3 5-1-15,-1-4-4 0,3 2 1 16,-1 1-3-16,2 2-1 0,0-2-5 0,-2 2 3 16,-2-3-1-16,1-1-5 0,0-1 4 15,-3 0 1-15,-1-1-2 0,2-2 7 0,-3 0 6 16,-3-4 15-16,9 5 4 0,-9-5-5 15,0 0-4-15,20-5-1 0,-6-2-5 0,1-2-4 16,2 1-5-16,2-1 3 0,0 1-4 16,-4 2-2-16,-1-2-6 0,-3 5-2 15,-1-1-5-15,-1 2 0 0,-9 2-2 16,20 4-1-16,-11 1 1 0,-2 4-1 0,1 4 2 16,0-2-3-16,-1 3 1 0,1 1 0 15,-3-1-7-15,1 0-8 0,0-1-12 16,2 1-9-16,-1-2-7 0,-1-3-4 0,-3 1 5 15,6-3-12-15,-2-1-9 0,0-2-22 16,7-2-13-16,1-1-9 0,3-4-3 0,2-1-5 16,10-5 3-16,4-3 9 0,-2-2 7 15,0 1 10-15,-1 0 11 0,-9 4 20 0,-3 1 16 16,-6 1 5-16,-1 3 4 16,-1 0-1-16,-3-1 7 0,2 4 6 0,-10 1 31 0,0 0 17 15,0 0 5-15,11 6-2 16,-11-6-1-16,2 12-3 0,-2-8-1 0,2 5-3 15,-2-1 1-15,0 0 2 0,2 5-5 16,-1-1-3-16,6 0 1 0,-2 1-2 0,3-4-2 16,-3 3-6-16,3-3-5 0,2-2-4 15,-3-1-2-15,3 0-2 0,2-3 3 0,-5-3-1 16,-7 0-3-16,15-2 2 0,-15 2 1 16,14-8-3-16,-9-1 8 0,-1-3 0 0,-2-3-1 15,0-2 2-15,-1 1 0 0,-2-1-2 16,2 3 1-16,-2 3-7 0,-1 1-2 15,0-2 0-15,-6 7-20 0,1 2-31 16,-5 3-51-16,12 0-65 0,-20 8-60 0,10-4-74 16,4 1-52-16,2 1-119 0,4-6-94 15,4 14 57-15,3-6-224 0,5 0-229 16</inkml:trace>
  <inkml:trace contextRef="#ctx0" brushRef="#br0" timeOffset="-166330.56">27585 11293 2078 0,'2'7'113'0,"-2"-7"36"15,0 0 24-15,0 0 26 0,0 0 23 0,0 0 21 16,0 0 5-16,0 0 11 0,0 0-15 16,0 0-20-16,0 0-24 0,7 1-24 15,-7-1-23-15,0 0-27 0,0 0-33 16,25-9-28-16,-16 3-34 0,0 1-30 0,5-3-7 16,-1 2-5-16,-3-4 4 0,1 1-3 15,0 1-4-15,0-1 8 0,-2 0-4 0,-4 2-2 16,3-1 24-16,-2 1 10 0,0 1 11 15,-3 2 6-15,-3 4 5 0,10-8 5 16,-8 4-3-16,-2 4 1 0,8-6-2 0,-8 6 0 16,4-4-8-16,-4 4 4 0,0 0 8 15,0 0-1-15,0 0 1 0,20 4-6 0,-14 0-3 16,5 0-1-16,2 4-5 0,1-3-5 16,3 2-2-16,0 2-2 0,1-4-6 0,-3 0 2 15,-1-2-5-15,-3 1-5 16,0-1-3-16,-1 2 0 0,-3-1 2 0,-1 1 12 15,-1 0 11-15,-1 0 13 0,3 0 9 16,-6 2 20-16,5 0 1 0,-4 0-1 0,2 3 8 16,-1-1 2-16,3 1-12 0,-3-1-4 15,4 1-7-15,-2-2 3 0,3 3-19 0,1-1 4 16,1-2-8-16,1-1-49 0,0 2-49 16,3-2-46-16,-3-4-63 0,3 0-90 15,-3 1-90-15,0-4-82 0,1 0-105 0,-12 0-170 16,19-4 29-16,-13 4 76 15,-6 0-408-15,6-8-479 0</inkml:trace>
  <inkml:trace contextRef="#ctx0" brushRef="#br0" timeOffset="-150883.72">24339 8090 1348 0,'4'-5'63'0,"-2"-5"23"0,0 2-32 0,-1-1 6 15,-1 1 9-15,2 2 1 0,0-3-5 16,0 0 11-16,0 1 10 0,-2 3 3 16,0 5-2-16,3-10-11 0,-3 4-8 0,0 6-5 15,0-8-6-15,0 8 0 0,3-7 0 16,-3 7-4-16,0 0-3 0,4-8-7 0,-4 8-3 16,0 0-5-16,0 0-4 0,0 0-2 15,0 0 22-15,0 0 5 0,-10 21-4 0,4-3-2 16,1 1-3-16,-4 2 0 0,0 0 1 15,0 8-5-15,3-5 1 0,1-3-5 0,-1-1 0 16,3-1-7-16,2-2-1 0,-1 1-1 16,2-5-1-16,0 1-4 0,2-1 7 15,-1-1-6-15,2 0 2 0,3-5-3 16,-1 3-1-16,5-4 5 0,-3 0-7 0,3-3-2 16,1-1-2-16,1-2-3 0,-1-5-1 15,6 1 1-15,2-6-1 0,1-1-1 16,-2 1-7-16,0-2 3 0,-2 0-6 0,-4 3 4 15,1 2 2-15,-2 2-8 0,-2 1-1 16,-2-2-5-16,-1 3 5 0,0-1-6 0,-6 4 0 16,0 0 6-16,0 0-3 0,13 13 1 15,-9-5 3-15,-2 2 8 0,-1 3 4 0,1 3 2 16,5 1-1-16,-5 3-1 0,1 0 0 16,3 2 2-16,-2 0-1 0,-1 1 3 0,5-1-1 15,-4-2-2-15,-2-3-3 16,4 1-5-16,-4-6 5 0,-1 1-5 0,1-2 0 15,2 0-15-15,-2-4-12 0,-2 0-18 16,2 0-15-16,-1 1-17 0,-1-8-34 0,2 5-58 16,-2-5-68-16,0 0-58 0,0 0-69 15,23-21-130-15,-12 8 21 0,11-11-105 0,-1 3-74 16</inkml:trace>
  <inkml:trace contextRef="#ctx0" brushRef="#br0" timeOffset="-150266.75">24882 8303 1556 0,'8'-10'-11'0,"-5"3"18"0,1 3 22 0,0-2 25 15,-2 2 25-15,-2 4 20 0,3-6 11 16,-3 6-4-16,3-5-14 0,-3 5-8 16,0 0 13-16,0 0 16 0,0 0-5 0,-12 17-5 15,7-6-2-15,-1 1-16 0,1 2-4 16,-4-1-6-16,6 1-11 0,-3 1-2 0,0 1-4 16,5-1-7-16,-5-1-5 0,1-2-6 15,4-1-4-15,-1 0-2 0,0-3-3 0,0 1-1 16,2-2 0-16,0 0-2 0,0-7-6 15,4 6-6-15,-4-6-9 0,12 2-9 16,-12-2-6-16,22-7-5 0,-6 0-7 0,1-1 2 16,3-1 2-16,-6 3 1 0,1-1 2 15,-3 1 1-15,-1 2-1 0,-2 0 0 16,2 2-2-16,-11 2 2 0,14 0 14 0,-14 0 3 16,11 7-2-16,-2 0 6 0,-4 2-1 15,1 1-4-15,-1 2 2 0,-3 1 3 16,5 1-4-16,-4 0-2 0,-1 0 4 0,2-3-5 15,0 0-9-15,-1 1-13 0,-1-1-17 16,2-3-13-16,0-2-4 0,0 2-21 0,4-4-28 16,1 0-28-16,7-2-21 0,-2-4-15 15,6-2-9-15,10-6-7 0,4-5 2 0,1-1 16 16,4-9 7-16,2-1 20 16,-5 2 31-16,-7 5 39 0,-3 0 41 0,-9 6 52 15,-1 2 35-15,-3 3 17 0,-6 1 9 16,1 0 3-16,0 2-4 0,-3 0-9 0,1 2 4 15,-6 3 8-15,0 0 4 0,0 0-8 16,0 0-11-16,0 0-1 0,0 0-3 0,-2 22-7 16,2-14-4-16,0 4-3 0,2 0-5 15,2 2-3-15,4 1-4 0,-1-4-4 16,3-1 2-16,2 0-2 0,0-1-2 0,-2-3-1 16,0 0 21-16,-3-4 6 0,-7-2-8 15,0 0-6-15,23-11-3 0,-17 3-7 0,-4-4-3 16,0-4-5-16,-4-1-6 15,-2-7 6-15,-1-8-19 0,-6 3-14 0,0 0-5 16,-3 3-13-16,-2 3-14 0,-2 10-18 16,2 3-19-16,-7 6-27 0,-1 4-59 0,-13 5-64 15,2 6-114-15,-2 0-141 0,-10 9-160 16,6 0-134-16</inkml:trace>
  <inkml:trace contextRef="#ctx0" brushRef="#br0" timeOffset="-145301.22">4590 12162 1881 0,'10'-22'174'15,"1"1"25"-15,-5 6 7 0,-1 1-22 16,1 4-45-16,-3 1-39 0,-3 9 2 0,0 0 40 15,0 0 30-15,-31 31 16 0,1 3 14 16,-4 11 2-16,-3 3-7 0,1 5 2 0,5 0-10 16,6 0 1-16,9-1-5 0,7-3 14 15,16-8-15-15,9 8-5 0,15-6-9 0,11-4-19 16,7-3-14-16,30 3-14 0,4-8-10 16,7-7-7-16,-16-9-3 0,0-5-43 15,3-4-61-15,-7-4-74 0,-1-1-72 16,-9-4-90-16,-2-3-91 0,-19-4-87 15,-9-2-129-15,-11 1-159 0,-9-1 53 0,-3 1-465 16,-11 1-584-16</inkml:trace>
  <inkml:trace contextRef="#ctx0" brushRef="#br0" timeOffset="-145050.99">5261 12491 3184 0,'14'-10'32'0,"-1"4"22"16,0 2 25-16,2 2 31 0,3 2 33 0,9 6 32 15,7 4 22-15,7 9 4 0,4 4-4 16,-4 3-4-16,4 5-12 0,-2 3-14 0,-7 2-16 16,-4 0-14-16,-7 0-11 15,-14-4 6-15,-5 2 12 0,-10 1-15 0,-7 0 1 16,-8 6 1-16,-12 0-20 0,-7 0-5 16,-3-3-16-16,-4-3-5 0,-5 0-4 0,0-4 1 15,2-4-27-15,4-2-39 0,12-8-53 16,3-2-66-16,6-3-82 0,5-5-102 15,6-4-128-15,4-1-175 0,1-4-165 0,7 2 65 16,0 0-520-16,0 0-673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19T03:29:29.8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6053 15218 1442 0,'14'-6'281'0,"-14"6"-73"0,0 0-35 0,11-1-17 15,-11 1-17-15,0 0-9 0,9-4 5 16,-9 4 1-16,0 0 12 0,0 0 0 0,0 0-4 16,9-6-3-16,-9 6 0 0,0 0 1 15,0 0 3-15,0 0 0 0,0 0-1 16,6-4 3-16,-6 4-6 0,0 0-1 0,0 0-4 16,0 0-2-16,0 0-1 0,0 0-1 15,0 0-3-15,0 0-3 0,0 0-3 0,0 0-12 16,0 0-8-16,-22-10 0 15,22 10-11-15,-13-5 2 0,4 1 1 0,-3 1 4 16,1-2 4-16,-5-1 4 0,3 0 10 16,-4 1 8-16,0-1-3 0,-2 0-10 0,-3-2-5 15,2 1 2-15,-3 3-5 0,0-2-3 16,3-1-9-16,-5 0-1 0,3 2-4 16,-1 0-3-16,3 0-7 0,3 1-8 0,-3 1-2 15,3 0-4-15,0-1-3 0,2 1-7 16,-1 2-1-16,2-3-4 0,-2 0-4 0,1 2-7 15,-1 0-13-15,2-1-24 0,-2 0 0 16,-1 2 0-16,2-3 0 0,-2 0 0 0,-1 2 0 16,-1-1 0-16,2 0 0 15,-4-1 0-15,3 1 0 0,-7-1 0 0,2 1 0 16,1 0 0-16,4 1 0 0,-1-1 0 16,-3-1 0-16,4 3 0 0,-2-3 0 15,4 1 0-15,-4-1 0 0,3 1 0 0,-2 1 0 16,2-1 0-16,0 1 0 0,1-1 0 15,-3 2 0-15,2-2 0 0,-2 0 0 0,2 1 0 16,-2 0 0-16,-2 1 0 0,2-1 0 16,-2 0 0-16,3 2 0 0,0 0 0 0,0 0 0 15,0-2 0-15,0 2 0 0,2 0 0 16,-2 0 0-16,3 2 0 0,-2-2 0 16,1 2 0-16,1-2 0 0,2 2 0 15,-2-1 0-15,-1-1 0 0,3 2 0 0,-3 0 0 16,0 1 0-16,0 0 0 0,-1-1 0 15,0 2 0-15,0 1 0 0,0-4 0 16,0 3 0-16,0-1 0 0,-3 1 0 0,5-1 0 16,-6 1 0-16,6-1 0 0,-4 2 0 15,2-3 0-15,0 3 0 0,1-2 0 0,-1 3 0 16,0-1 0-16,2 0 0 0,-1 0 0 16,0 1 0-16,0-2 0 0,-1 1 0 0,2 0 0 15,0 1 0-15,-1 0 0 16,1-2 0-16,2 3 0 0,0-1 0 0,-3 2 0 15,3-1 0-15,-1 0 0 0,-1-3 0 16,1 3 0-16,0 1 0 0,3 0 0 16,-3 1 0-16,1-3 0 0,-1 2 0 0,-3 3 0 15,3-1 0-15,-2 1 0 0,0 1 0 16,1 0 0-16,2 0 0 0,-2 2 0 0,1-3 0 16,-1 3 0-16,1 1 0 0,1-2 0 15,-1 0 0-15,3 1 0 0,-2 0 0 0,1-4 0 16,1 2 0-16,2 1 0 0,-1-1 0 15,1-1 0-15,-1 1 0 0,-2-1 0 16,3 1 0-16,0 1 0 0,-1 1 0 0,2-2 0 16,-1 0 0-16,2 0 0 0,-2-3 0 15,4 4 0-15,-1-1 0 0,-1 0 0 16,3-3 0-16,-2 1 0 0,2 3 0 16,0-4 0-16,1 1 0 0,1 2 0 0,-2 0 0 15,2 0 0-15,-1 3 0 0,-2-1 0 16,1 0 0-16,2 1 0 0,1-2 0 0,-3 1 0 15,0 1 0-15,2-1 0 0,1-2 0 16,-1 1 0-16,2 1 0 0,-2-2 0 0,4 2 0 16,-2-2 0-16,3 5 0 0,-1-1 0 15,0-1 0-15,0 3 0 0,3-1 0 16,-3-1 0-16,2 1 0 0,4 2 0 0,-2 1 0 16,-1 1 0-16,3-1 0 0,2 0 0 15,-1-1 0-15,4 6 0 0,-1-6 0 16,-3-2 0-16,1-1 0 0,0-1 0 15,-1-3 0-15,0 0 0 0,3 3 0 0,-1-3 0 16,3 1 0-16,-3 1 0 0,4-3 0 16,-1 3 0-16,1-2 0 0,0 1 0 0,2 2 0 15,4 2 0-15,1 2 0 0,4-2 0 16,-2 2 0-16,1-4 0 0,0 2 0 0,4 0 0 16,-2 0 0-16,1-3 0 15,-1 1 0-15,6-1 0 0,-9-2 0 0,7 3 0 0,-1-4 0 16,-1-1 0-16,2 3 0 15,-9-5 0-15,-3-2 0 0,-3 0 0 0,0 0 0 16,-2-2 0-16,-1 2 0 0,2-1 0 16,-3-3 0-16,-1 2 0 0,1-2 0 0,1 2 0 15,0-2 0-15,1-2 0 0,-1 0 0 16,3 3 0-16,2-3 0 0,0 0 0 0,-3 1 0 16,4-2 0-16,2 2 0 0,2-1 0 15,-3 0 0-15,3 0 0 0,-3 2 0 16,2 0 0-16,-3-2 0 0,3 0 0 0,-4 2 0 15,-2-2 0-15,0 0 0 0,-2 2 0 16,1-2 0-16,1 0 0 0,0 0 0 16,2 0 0-16,0 0 0 0,0 0 0 15,3 0 0-15,1 1 0 0,-2-1 0 0,3 0 0 16,2 0 0-16,-2 0 0 0,3 2 0 16,2-2 0-16,-1 0 0 0,2-2 0 0,-2 2 0 15,0-1 0-15,-4 1 0 0,-3 0 0 16,5-2 0-16,5 0 0 0,-5 0 0 0,2 0 0 15,2-2 0-15,-1 4 0 0,7-6 0 16,-5 0 0-16,-5 4 0 0,0-3 0 0,-3 1 0 16,-1 1 0-16,-3 0 0 0,0-1 0 15,-2 0 0-15,1 0 0 0,-2 2 0 0,2-1 0 16,-3 0 0-16,-1 2 0 16,1-3 0-16,-3 0 0 0,6 2 0 0,-2-4 0 15,5 1 0-15,0 0 0 0,3-3 0 16,0 1 0-16,8-2 0 0,-6 0 0 0,-5 2 0 15,1-3 0-15,0 2 0 0,1-1 0 16,-2 2 0-16,-3-2 0 0,2 3 0 16,-3-1 0-16,-2 2 0 0,2-2 0 0,-1 0 0 15,1 0 0-15,-2 0 0 0,6-1 0 16,-4 1 0-16,-2 0 0 0,2-3 0 0,-1 3 0 16,2-3 0-16,-4 1 0 0,3-3 0 15,-3 0 0-15,4 2 0 0,-4-1 0 16,0-2 0-16,3 1 0 0,-5 2 0 15,5-2 0-15,-7 3 0 0,3-3 0 0,-3 1 0 16,2 1 0-16,0 0 0 0,-2-1 0 16,0 1 0-16,3 2 0 0,-1-3 0 0,-2 3 0 15,3-2 0-15,-1-1 0 0,1-2 0 16,-4 4 0-16,-1 0 0 0,2 1 0 0,-1 1 0 16,0-1 0-16,1-3 0 0,-1 1 0 15,0-2 0-15,0 2 0 0,-5 0 0 0,5-1 0 16,-3 1 0-16,3 0 0 0,-2-1 0 15,0 1 0-15,-1-2 0 0,-1 1 0 16,1-1 0-16,2 0 0 0,-2 1 0 16,-1-1 0-16,2-1 0 0,-3 2 0 0,3-3 0 15,0 0 0-15,0 0 0 0,-2 1 0 16,-1-1 0-16,-1 1 0 0,2-1 0 16,-1 5 0-16,-3-3 0 0,2 0 0 0,1 0 0 15,-8 2 0-15,5 1 0 0,0-2 0 16,-1-1 0-16,1 4 0 0,-4-1 0 0,0-3 0 15,2 2 0-15,-1 0 0 0,-1-1 0 16,-2 0 0-16,2 0 0 0,-2 1 0 0,1-2 0 16,-3 0 0-16,1 0 0 0,-3 0 0 15,2-1 0-15,-1 2 0 0,-5-3 0 16,1-1 0-16,-2 1 0 0,-2 2 0 0,1-1 0 16,2 0 0-16,-4 4 0 0,3-4 0 0,-1 3 0 15,2-1 0-15,-4 2 0 16,2 0 0-16,-4-2 0 0,1 3 0 0,-12-4 0 15,-3 2 0-15,-2-1 0 0,-4 5 0 16,-15-6 0-16,-4 1 0 0,-4 1 0 0,2 0 0 16,0 1 0-16,6-1 0 0,6 5 0 15,10 0 0-15,8 1 0 0,8 4 0 16,5-2-270-16,2 2-780 0,3 2 114 0,1 2-1082 16,-5 1-1435-16</inkml:trace>
  <inkml:trace contextRef="#ctx0" brushRef="#br0" timeOffset="9530.34">10780 14010 1224 0,'0'0'372'0,"5"-5"-92"0,-5 5-43 16,2-5-23-16,-2 5-6 0,0 0 3 0,5-9-4 16,-5 9 1-16,0 0 13 0,0 0-2 15,4-8 0-15,-4 8-12 0,0 0-10 0,0 0-9 16,0 0-14-16,0 0-6 0,-2-8-17 15,2 8-6-15,0 0-9 0,0 0-11 0,0 0 0 16,0 0 1-16,0 0 0 0,-5-9 6 16,5 9 0-16,0 0-7 0,0 0-7 0,-13-6 5 15,13 6-23-15,-11-2 6 16,11 2-5-16,-16-3-4 0,16 3-7 0,-14-3-4 16,3 1-6-16,11 2 7 0,-18-4-18 15,8 4-4-15,-1-5-3 0,0 5 0 0,11 0-7 16,-23-6 4-16,10 4-4 0,2-2-4 15,-1 4-5-15,-2-3 1 0,3 2-3 16,-3-3 3-16,1 2 0 0,0 0-7 0,-1 1 2 16,14 1 1-16,-21-2 2 0,11 0-4 15,10 2-3-15,-19-1-4 0,19 1-2 0,-18-2-2 16,18 2-3-16,-20-2 2 0,20 2-13 16,-15 0-16-16,15 0 0 0,-19 0 0 0,19 0 0 15,-15 0 0-15,15 0 0 0,-17 0 0 16,17 0 0-16,-18 0 0 0,18 0 0 15,-15 2 0-15,15-2 0 0,-17 3 0 16,17-3 0-16,-17 2 0 0,17-2 0 0,-17 2 0 16,7-1 0-16,10-1 0 0,-15 4 0 15,15-4 0-15,-17 4 0 0,17-4 0 16,-12 1 0-16,12-1 0 0,-13 3 0 0,13-3 0 16,-9 2 0-16,9-2 0 0,-10 4 0 15,10-4 0-15,-10 6 0 0,10-6 0 0,-11 5 0 16,11-5 0-16,-12 6 0 0,9 0 0 15,-5-2 0-15,8-4 0 0,-11 10 0 0,5-5 0 16,0 2 0-16,1-2 0 0,-1 1 0 16,6-6 0-16,-9 12 0 0,2-7 0 15,4-1 0-15,3-4 0 0,-10 12 0 16,7-10 0-16,3-2 0 0,-8 12 0 0,6-8 0 16,2-4 0-16,-10 9 0 0,9-5 0 15,1-4 0-15,-8 10 0 0,8-10 0 0,-4 7 0 16,4-7 0-16,-8 10 0 0,8-10 0 15,-4 7 0-15,4-7 0 0,-5 8 0 16,5-8 0-16,-4 8 0 0,4-8 0 0,-2 9 0 16,2-9 0-16,-2 9 0 0,2-9 0 15,-5 9 0-15,5-9 0 0,-2 10 0 0,2-10 0 16,-5 12 0-16,5-7 0 0,0-5 0 16,-3 12 0-16,1-7 0 0,2-5 0 0,-2 10 0 15,0-3 0-15,2-7 0 16,-2 11 0-16,2-11 0 0,0 9 0 0,0-9 0 15,0 12 0-15,0-12 0 0,-1 10 0 16,1-10 0-16,0 9 0 0,0-9 0 0,0 12 0 16,0-12 0-16,0 10 0 0,0-10 0 15,0 11 0-15,0-11 0 0,0 8 0 0,0-8 0 16,0 10 0-16,1-5 0 0,-1-5 0 16,0 9 0-16,0-9 0 0,0 0 0 15,2 11 0-15,-2-11 0 0,2 6 0 16,-2-6 0-16,4 8 0 0,-4-8 0 0,3 7 0 15,-3-7 0-15,5 6 0 0,-5-6 0 0,7 8 0 16,-7-8 0-16,8 10 0 16,-4-7 0-16,-4-3 0 0,10 8 0 0,-7-4 0 15,5 1 0-15,-8-5 0 0,9 7 0 16,-1-3 0-16,-8-4 0 0,11 8 0 0,-7-3 0 16,2-1 0-16,-6-4 0 0,10 8 0 15,-5-4 0-15,-1-1 0 0,2 1 0 0,-6-4 0 16,7 6 0-16,-1-2 0 0,0-1 0 15,-6-3 0-15,9 8 0 0,-9-8 0 0,11 4 0 16,-4 0 0-16,-7-4 0 16,9 5 0-16,-2-4 0 0,-7-1 0 0,10 6 0 15,-4-3 0-15,0 0 0 0,-6-3 0 16,9 5 0-16,-4-3 0 0,1 2 0 16,-6-4 0-16,12 6 0 0,-6-6 0 0,-6 0 0 15,11 6 0-15,-5-4 0 0,-6-2 0 16,15 4 0-16,-8-4 0 0,-7 0 0 0,14 4 0 15,-6-3 0-15,-8-1 0 0,11 4 0 16,-11-4 0-16,12 2 0 0,-12-2 0 0,14 3 0 16,-5-3 0-16,-9 0 0 0,16 3 0 15,-16-3 0-15,18 3 0 0,-9-2 0 16,-9-1 0-16,21 0 0 0,-9 0 0 16,-12 0 0-16,21 2 0 0,-21-2 0 0,18 0 0 15,-8 0 0-15,-10 0 0 0,15 0 0 16,-15 0 0-16,16 0 0 0,-16 0 0 0,16 0 0 15,-16 0 0-15,18 0 0 0,-18 0 0 16,21-2 0-16,-10 1 0 0,-11 1 0 16,22-3 0-16,-15 3 0 0,-7 0 0 0,18 0 0 15,-18 0 0-15,18-3 0 0,-18 3 0 16,18-1 0-16,-18 1 0 0,14-2 0 0,-14 2 0 16,14-4 0-16,-14 4 0 0,13-2 0 15,-13 2 0-15,15-3 0 0,-5 1 0 0,-10 2 0 16,19-3 0-16,-7 0 0 15,-3 1 0-15,3-2 0 0,-1 1 0 0,0 1 0 16,1-1 0-16,-3-1 0 0,2 3 0 16,-11 1 0-16,14-5 0 0,-5 3 0 0,-9 2 0 15,12-5 0-15,-12 5 0 0,13-4 0 16,-13 4 0-16,10-5 0 0,-10 5 0 0,15-3 0 16,-9-1 0-16,-6 4 0 0,15-7 0 15,-9 3 0-15,3-2 0 0,-3 0 0 0,1 2 0 16,2-3 0-16,-4 2 0 0,-5 5 0 15,11-8 0-15,-7 3 0 0,1-1 0 16,-5 6 0-16,11-12 0 0,-6 5 0 0,-1 2 0 16,1-1 0-16,-1 0 0 0,3 0 0 15,-4-3 0-15,3 2 0 0,-1 0 0 16,-5 7 0-16,6-12 0 0,-1 4 0 16,-2 1 0-16,-3 7 0 0,10-10 0 0,-9 2 0 15,-1 8 0-15,4-10 0 0,-2 4 0 16,-2 6 0-16,2-13 0 0,0 6 0 0,-1-2 0 15,-1 9 0-15,2-13 0 0,-2 5 0 16,0-1 0-16,2 1 0 0,-2 0 0 0,0-2 0 16,0 2 0-16,0 8 0 0,0-14 0 15,0 5 0-15,0 9 0 0,0-13 0 0,0 6 0 16,0 7 0-16,-2-14 0 16,0 7 0-16,2 7 0 0,-1-11 0 0,-3 4 0 0,0 1 0 15,-1-2 0-15,-3 1 0 16,-6-1 0-16,1-1 0 0,-6-2 0 0,0 3 0 15,-10-5 0-15,5 4 0 0,-5-4 0 16,6 5 0-16,4 1 0 0,2 1 0 0,2 2 0 16,3-2 0-16,0 4 0 0,1-2 0 15,2 1 0-15,2-1 0 0,-2 2 0 0,9 2 0 16,-13-7 0-16,4 6 0 0,1-1 0 16,8 2 0-16,-19 0 0 0,7 2 0 0,3-1-792 15,0 2-209-15,-3 1 104 0,1 5-974 16,2-1-1295-16</inkml:trace>
  <inkml:trace contextRef="#ctx0" brushRef="#br0" timeOffset="10781.01">9437 13962 4741 0,'13'-7'-266'0,"-5"2"53"16,-3 1 44-16,3-1 26 0,-5 3 35 0,-3 2 41 16,6-6 35-16,-6 6 30 0,7-4 20 15,-7 4 23-15,0 0 7 0,1-6 6 16,-1 6 2-16,0 0-4 0,0 0 7 16,4-6-3-16,-4 6-1 0,0 0-4 15,0 0-3-15,0 0 1 0,0 0-5 0,0 0 0 16,0 0 1-16,0 0 3 0,-30-1 2 15,12 4 3-15,0 1 2 0,-6-1 0 0,-1 0 3 16,-3-1 2-16,-8 4 5 0,-2-2 0 16,7 1 7-16,7-5-4 0,-7 4 4 0,4 0 0 15,0 0 3-15,-10-2 1 16,6 2 2-16,8 0-11 0,-2-2-4 0,4-1-5 0,0 3-14 16,-2-2-6-16,4 0-4 0,0 0 4 15,6 0 2-15,-4 2 7 0,3-4-6 16,1 4-2-16,-1-2 4 0,1 0 5 15,4 2 5-15,-3-3 0 0,12-1 1 16,-16 4 6-16,7-3-1 0,9-1 1 0,-13 3 6 16,13-3 21-16,0 0 6 0,-13 2 4 15,13-2-7-15,0 0-7 0,-12 2-4 0,12-2-4 16,0 0-6-16,0 0 0 0,0 0-7 16,-13 2-8-16,13-2-2 0,0 0-5 0,0 0-8 15,0 0-5-15,0 0-5 0,-12 2-3 16,12-2 2-16,0 0-5 0,0 0-6 15,0 0 2-15,0 0 1 0,0 0-4 16,0 0 3-16,0 0 3 0,0 0-2 0,0 0 12 16,0 0 1-16,0 0 3 0,0 0-2 15,0 0 0-15,0 0 1 0,0 0-8 0,0 0-1 16,0 0-2-16,0 0 2 0,0 0-3 16,0 0 1-16,0 0-4 0,0 0 0 0,0 0 1 15,0 0-4-15,0 0-15 0,0 0-2 16,0 0 0-16,0 0 0 0,0 0 0 15,0 0 0-15,0 0 0 0,0 0 0 0,0 0 0 16,0 0 0-16,0 0 0 0,0 0 0 16,0 0 0-16,0 0 0 0,0 0 0 0,0 0 0 15,0 0 0-15,0 0 0 16,0 0 0-16,0 0 0 0,0 0-123 0,0 0-100 16,-13 0-85-16,13 0-117 0,-7 2-132 15,7-2-169-15,-8 6-122 0,4 0 99 0,4-6-690 16,-6 6-890-16</inkml:trace>
  <inkml:trace contextRef="#ctx0" brushRef="#br0" timeOffset="11546.95">8806 13871 3766 0,'1'-10'-130'0,"5"0"45"0,1 1 33 15,-4 1 22-15,1 3 32 0,1-2 29 0,-5 7 33 16,6-9 26-16,-1 4 9 0,-5 5-1 16,4-8-3-16,-4 8-5 0,5-7-5 0,-5 7-11 15,0 0-2-15,0 0 8 16,0 0 20-16,0 0 5 0,0 0-5 0,-41 22 0 16,25-10 5-16,-9 5 0 0,0 0 5 15,3-5-3-15,6-2 1 0,-2 3-9 16,3-3-1-16,2-2-9 0,1 1 4 0,1-3-7 15,1 2 2-15,5-4-10 0,-3 1-1 16,3 1-15-16,5-6-4 0,-9 10-4 0,8-1-2 16,-1-3 2-16,0 4 3 0,2-10-6 15,4 18-2-15,-3-7 1 0,6 1 10 0,0 2-1 16,3-3-4-16,-3 1-3 0,5-1 0 16,1 2 0-16,3-2-2 0,-4 0-10 15,2-2 2-15,-4 0 2 0,-1-2-8 16,-2-1 8-16,3-1 1 0,-4 0 9 0,1 1 2 15,-7-6 8-15,11 7-11 0,-6-4 3 16,-5-3 2-16,7 5-1 0,-7-5 1 16,6 5-4-16,-6-5-3 0,0 0-16 0,7 5 5 15,-7-5-11-15,0 0 0 0,5 5-6 16,-5-5-5-16,0 0-9 0,0 0-45 0,0 0-58 16,6 6-65-16,-6-6-71 0,0 0-83 15,0 0-112-15,0 0-127 0,1 6-189 16,-1-6-59-16,0 0 92 0,0 0-585 15,0 8-751-15</inkml:trace>
  <inkml:trace contextRef="#ctx0" brushRef="#br0" timeOffset="13064.4">12485 13958 3252 0,'-11'-8'-117'0,"11"8"42"0,-7-4 33 16,3-1 35-16,4 5 28 0,-6-6 34 0,6 6 22 16,-10-6 31-16,10 6 16 0,-7-8 11 15,7 8-1-15,-5-5 1 0,5 5 0 0,0 0-4 16,-11-5 0-16,11 5-3 0,0 0-4 15,-3-5-5-15,3 5-8 0,0 0-2 0,0 0-12 16,-8-6 2-16,8 6 0 16,0 0 0-16,0 0-5 0,0 0-6 0,0 0-8 15,0 0-8-15,0 0-6 0,0 0 0 16,20-8-10-16,-20 8 1 0,24-2-3 0,-9 2-6 16,5 2 2-16,0-2-2 0,3 2 2 15,2-2-4-15,2 2-2 0,3-2-5 16,-3 0-2-16,4 1-7 0,8 2-1 0,1-3-2 15,3 2-3-15,-11-2 1 0,10 0-2 16,-3 0-3-16,-5 0 7 0,-5-2-11 0,3 2-2 16,7 0 0-16,-5 0-2 0,-5 0 10 15,0-3 4-15,-2 3-5 0,-5-1 0 0,-1 2 0 16,0-1-3-16,-2 0-3 0,0 3 4 16,0-3-1-16,-6 0-6 0,7 2 9 15,-4 0-5-15,4 1 2 0,-4-1 6 16,6 1 11-16,-3-1-1 0,1 0 7 0,2-1-7 15,-3 1 1-15,4 0 4 0,-4 0 5 16,-4-2 3-16,0 2 0 0,-1-1 5 16,-14-1 6-16,22 3 2 0,-14-3-2 0,-8 0-6 15,17 0-2-15,-17 0-13 0,14 2 2 16,-14-2-5-16,0 0-6 0,15 2-1 0,-15-2-1 16,0 0-10-16,11 0 7 0,-11 0-52 15,0 0-46-15,0 0-50 0,10 0-55 16,-10 0-71-16,0 0-105 0,0 0-107 15,0 0-136-15,-31 8-202 0,19-8 66 0,-2 2 79 16,-4 3-486-16,2-1-608 0</inkml:trace>
  <inkml:trace contextRef="#ctx0" brushRef="#br0" timeOffset="14013.76">13433 13779 2851 0,'-4'-8'-117'0,"0"1"35"16,0 2 37-16,0-3 27 15,4 8 32-15,-1-6 30 0,1 6 29 0,0 0 20 16,-8-9 6-16,8 9 3 0,-5-6 3 15,5 6 1-15,0 0 8 0,-7-6 4 0,7 6 3 16,0 0-6-16,0 0-6 0,-4-8-6 16,4 8-2-16,0 0-11 0,0 0-13 15,0 0-2-15,0 0-6 0,0 0-8 0,-7-4 3 16,7 4 6-16,0 0-3 0,0 0 5 16,0 0 4-16,0 0 5 0,0 0-1 0,0 0 0 15,-5-8 1-15,5 8 1 0,0 0-6 16,0 0-2-16,0 0-7 0,0 0-8 15,0 0-7-15,0 0-6 0,0 0-5 16,0 0-3-16,0 0-5 0,-11-3-1 0,11 3-2 16,0 0-5-16,0 0 0 0,0 0-3 15,0 0-3-15,0 0-2 0,0 0-2 16,0 0-1-16,0 0-3 0,0 0-2 0,0 0 1 16,0 0-1-16,0 0-3 0,0 0 4 15,0 0-3-15,0 0-1 0,0 0 0 0,0 0 0 16,0 0-1-16,0 0-1 0,0 0 1 15,0 0-1-15,0 0 0 0,0 0-1 0,0 0-1 16,0 0 0-16,0 0-4 16,0 0 4-16,0 0 35 0,0 0 9 0,0 0 8 0,0 0 0 15,12 21 9-15,-1-10 5 16,7-1 1-16,13 6-2 0,5 1-5 0,7 5-9 16,5-2-23-16,-3-1-2 0,-8-4-3 15,-4-1-3-15,-5-2-2 0,-6-3 0 16,-6-2-5-16,-1-1 2 0,-3-4 4 0,-1 2-10 15,-4 1 0-15,2-2 2 0,-9-3 1 16,11 5 5-16,-11-5-2 0,7 4 2 0,-7-4 8 16,2 6 22-16,-2-6 12 0,-13 12 7 15,-4-5 17-15,-9 7 4 0,-8-1 1 0,0-1-1 16,2 2 2-16,-2 1-3 16,0-1 0-16,1 2-9 0,6-3-7 0,4-1-6 0,7-4-4 15,2-1-8-15,3 0-2 16,0-4 1-16,0 2 1 0,4-1 15 0,7-4-64 15,-11 6-5-15,11-6 0 0,-10 4 0 16,10-4 0-16,-8 3 0 0,8-3 0 0,0 0 0 16,-11 4 0-16,11-4 0 0,0 0 0 15,0 0 0-15,0 0 0 0,0 0-40 16,0 0-345-16,-1-13-136 0,1 13-188 0,3-9-202 16,3 3 91-16,-3 0 86 15,5 0-651-15,-3 0-837 0</inkml:trace>
  <inkml:trace contextRef="#ctx0" brushRef="#br0" timeOffset="40641.94">7977 14941 2975 0,'0'-12'206'0,"0"4"-4"15,0 8-1-15,0-12-40 0,0 12 11 16,0-10-12-16,0 10-25 0,0 0-30 0,-2-8-20 16,2 8-12-16,0 0-9 0,0 0 16 15,0 0 6-15,0 0 1 0,-14 22-6 16,7-9 0-16,-1 1 5 0,3 1-4 0,-3-1-2 15,0 0-4-15,1 4-3 0,-1-4-4 16,2 0-2-16,0-1-4 0,1-1-2 0,1-1-6 16,0-1-7-16,3 1-3 15,-3-2-1-15,4 2-3 0,-2-5 1 0,2 4 8 16,2-3 1-16,2 2 10 0,1 0-9 16,4-1 1-16,5 1-7 0,3 2-2 0,15-2-10 15,4 4 0-15,9-5-4 0,10 6-2 16,4-5-6-16,4 1 4 0,3-1-8 15,-3-1 1-15,2 0-5 0,0-1-5 0,-4-1 1 16,-4 1-6-16,-11-2-3 0,-3 1 2 16,-3-2-1-16,-1-1 2 0,-7-1-3 0,-7 2 0 15,1-3 2-15,-1 2-4 16,2-2 4-16,2 0 0 0,-3-1 3 0,1 2-3 16,4 0 3-16,-5-2-6 0,5 2 2 15,-1-1-2-15,6 4-2 0,-5-3 2 0,-2 1 4 16,-4-1-1-16,-1 2-2 0,-5 0 2 15,-2-2 3-15,2 0 3 0,-5 0-2 0,1 2 6 16,-2-3 2-16,0 2 1 0,-1 0 0 16,-1 0 5-16,-1-1 3 0,0-1 1 15,-1 1 3-15,-2-1 5 0,-7-1 10 0,18 4 16 16,-18-4 27-16,15 0 11 0,-15 0 7 16,17-4 3-16,-9 0 6 0,1-4-2 0,3-5-12 15,-3-3-8-15,6-11-7 16,3-2-7-16,-3-4-3 0,0-2-12 0,5-8-5 15,-2 1-17-15,-4 6-12 0,1 6 1 16,-2-1-5-16,-1 5 0 0,-5 5-2 0,-1 6-12 16,0 1-10-16,0 4 0 0,-3 1-33 15,-1 1-44-15,0 1-39 0,-2 7-58 16,2-10-53-16,-2 10-68 0,0 0-100 0,-9-6-114 16,9 6-172-16,0 0-150 0,-22 8 83 15,15 2-648-15,-1 0-849 0</inkml:trace>
  <inkml:trace contextRef="#ctx0" brushRef="#br0" timeOffset="41424.99">12505 15091 3688 0,'3'-11'-47'0,"-1"1"43"16,2 1 35-16,0 2 22 0,-3 1 10 15,-1 6 5-15,0 0 3 0,2-7 4 0,-2 7 44 16,0 0 28-16,0 0 12 16,-13 24-6-16,4-6-11 0,-7 5-11 0,4 3-3 15,-2 0-5-15,1 0 3 0,-1 1 0 16,6-4-11-16,1-2-8 0,3 0-12 0,3-3-8 16,-1 0-4-16,2 0-6 0,3 0-9 15,7 3 0-15,7 3-4 0,14-5-5 16,14 4-6-16,14-4-5 0,12-3-7 0,7-4-10 15,24 0-1-15,7-6-12 0,-21-1-20 16,0-3-14-16,0-2-13 0,-2-2-1 0,-9 1 1 16,-4 1 4-16,-22 0 2 0,-7-2 0 15,-9 2 3-15,-11 0 0 0,-3-2 2 0,-6 2 0 16,0 0-1-16,-3 0 3 0,-1 2-3 16,-1-2 10-16,-10 0-13 0,12 5-47 0,-9-1-84 15,-3-4-118-15,6 8-128 16,-4-4-185-16,-2-4-135 0,-4 10 77 0,4-10-454 15,-6 8-565-15</inkml:trace>
  <inkml:trace contextRef="#ctx0" brushRef="#br0" timeOffset="43374.77">10774 12485 2703 0,'-3'-9'-186'15,"-1"0"38"-15,0 0 26 0,0-1 24 16,-4 2 23-16,3-3 15 0,-1 3 27 0,-1-2 17 15,0 1 17-15,2-1 6 0,-1 1-1 16,-1 2 1-16,-2 0-1 0,0 1 1 0,0-2 2 16,-3 4 1-16,-1-3-1 0,-2 3 12 15,0-1 1-15,-3 2 7 0,0-3 0 16,-4 5 2-16,4-2 0 0,-3 1-1 16,-3 2-2-16,0-2-1 0,0 4-2 15,0-2-1-15,-2 2-1 0,-1 2 5 0,0 2 2 16,-3 2 1-16,-3 3-1 0,5-1 0 15,-1 2-5-15,0 0-1 0,4 3-2 0,7-1 0 16,0 0-1-16,0 4 9 0,-2 3 2 16,7-1 1-16,3-2 5 0,-1 0 1 0,-3 6 1 15,5-1-4-15,4-6 1 16,-3 4 0-16,4-3 3 0,-4 3 4 0,6-4 0 16,-1 2-2-16,-1-2-2 0,4 0-1 0,-2 0-1 15,2 4 2-15,-2-5 10 0,2-3 1 16,2 3 6-16,2 2-4 0,1-3 9 0,-1-1 7 15,3 1-5-15,0-1-7 16,2 3 10-16,2-5-3 0,5 5 1 0,-1-5 3 16,2 0 0-16,3 0 4 0,0-4-3 15,11 4-5-15,1-2-9 0,2 0-3 0,3-1 0 16,-1 0-9-16,4-2 1 0,-1-7-9 16,2 6 4-16,3-1-10 0,0 1 2 0,-3-3-6 15,1 4 0-15,2-3-3 0,-9-4 1 16,-5-2 9-16,1 2 7 0,-5 0 17 15,3-2 8-15,-4 0 3 0,2 0 0 0,-5-4 4 16,1-3 0-16,7-3-7 0,-3 0-3 16,-4 2-4-16,-2 0-2 0,-4-2-4 15,6-4-3-15,-2 1-1 0,-6 1-4 16,7-5-2-16,-6-4-2 0,0-1 0 0,1-3-5 16,-5-2-5-16,-3 0-1 0,-2-4-2 15,-1-4-3-15,-3-3-4 0,-3-1-4 0,0 4-3 16,-5-1 2-16,-1 3-2 0,-3 4-5 15,-5 2 3-15,-4 5-5 0,-9 4-1 0,-2 1-2 16,-9 6-19-16,-11-1-26 0,-7 5-36 16,7 4-56-16,-12 2-67 0,9 3-71 0,-12 4-71 15,1 2-83-15,4 2-152 0,2 5-73 16,3-2 62-16,9 5-310 0,6-1-381 16</inkml:trace>
  <inkml:trace contextRef="#ctx0" brushRef="#br0" timeOffset="47340.52">11773 12533 2203 0,'-2'-10'-177'0,"2"10"29"0,-2-5 24 16,2 5 22-16,-2-8 31 0,2 8 2 16,-1-6 27-16,1 6 17 0,-5-8 7 15,5 8 12-15,-4-7 6 0,4 7 18 0,-2-6 7 16,2 6 15-16,-5-8 3 0,5 8 5 16,-4-8 3-16,4 8 4 0,-3-5 0 0,3 5-3 15,-4-9-4-15,4 9-1 16,-7-5-7-16,7 5-4 0,-7-7-2 0,1 6-4 15,6 1-6-15,-11-7-1 0,-1 3-2 16,3 3-3-16,-2-3 1 0,-1 1-5 0,-1-1 1 16,1 3-3-16,-1-3-2 0,0 1-1 15,-1 1-1-15,1 0 0 0,0 1-1 16,0 1 0-16,-5 0-1 0,3 0-1 0,0 1 2 16,-4 3 1-16,2-1-4 15,-1 1-1-15,1 1-2 0,-6 2 3 0,7-2 0 16,-6 3-2-16,3 1 1 0,2-1 0 15,-2 3 1-15,1-3 0 0,0 4 0 0,0-1 3 16,2 1-1-16,-6 6 4 0,3-1 3 16,2 2 2-16,-4 2 1 0,5 1-5 0,-2-1 6 15,0 3-3-15,4 0 8 0,-2 0 0 16,1 2 1-16,6-6 0 0,2 1 1 0,2-1 2 16,3-3-1-16,2 2 1 0,0 1 0 15,4 1 4-15,6 6-1 0,5-2 4 16,4 3-4-16,8-5 0 0,9 3-3 0,7 0-1 15,7-7-3-15,4-1-4 0,3-1-1 16,2-5-1-16,2-5-3 0,2-1-1 16,-10-5-1-16,8-4-2 0,-11-1 3 15,-4-1 9-15,-5-7 13 0,5-7 1 0,-18 1 8 16,5-13-5-16,-18 0-3 0,-4-1-6 16,-9-6 0-16,-4-2-7 0,-5 1-3 0,-4 1 0 15,-7-5-3-15,-5 2-2 0,1 14-2 16,-8-6-2-16,-1 11-2 0,-1 5-2 0,-7 5-16 15,1 2-18-15,0 4-25 0,4 5-30 16,5 1-31-16,3 1-46 0,-3 3-50 16,4 1-76-16,4-1-199 0,2 4-168 0,4-1-148 15</inkml:trace>
  <inkml:trace contextRef="#ctx0" brushRef="#br0" timeOffset="55071.93">10898 12525 1647 0,'0'0'-68'0,"7"-2"21"0,-7 2 13 15,0 0 13-15,0 0 16 0,0 0 16 16,0 0 21-16,0 0 8 0,0 0 11 0,0 0 11 16,0 0 8-16,0 0 10 0,0 0 10 15,0 0 11-15,0 0 4 0,0 0 5 16,0 0 0-16,-12-11 3 0,12 11-2 0,-8-6-8 15,8 6-1-15,-10-5-4 16,4 4-4-16,6 1-5 0,-12-6 0 0,1 3 0 0,2-1 0 16,-2 2-4-16,-1 0 1 15,1-2-5-15,-3 1 3 0,3-1 2 0,-2-1-18 16,1 1 10-16,1 1-4 0,-3 0 3 16,3-3-5-16,-2 3-4 0,1 1-9 0,-1-4-3 15,-1 4-9-15,3 0-2 0,-5-3-4 16,2 2-4-16,-4 1-1 0,2-2-6 0,-4 3-4 15,4-3-3-15,-2 4 1 0,-1-1-2 16,2 1-2-16,-1 0 1 0,5-2-7 16,-4 4 2-16,2-4-1 0,-1 4-1 0,3-1-4 15,-4 1 1-15,4 1-9 0,-1-1 7 16,-1 0 5-16,1 1-4 0,0-1 0 0,1 1-1 16,-1 1 1-16,1-2 1 0,-1 1-2 15,1 0 2-15,1 2-4 0,-1-1-1 16,0 1-1-16,-1 2-14 0,3-2 13 15,-2 0-1-15,1 1 2 0,1 2 1 0,-1 1-4 16,1-4 6-16,-1 4 1 0,3-2-2 16,-2 1-2-16,-1 0 1 0,5 2-1 0,-5-1-1 15,2-1-8-15,1 2 9 0,2 0-1 16,-4-1-1-16,2 1-2 0,0-2-8 0,2 3 9 16,-4-1 6-16,4 0-2 0,2-1 2 15,-3 3-1-15,2-4-3 0,-2 1 3 16,5-1 7-16,-3 1-1 0,1-1 3 0,1-1-4 15,-1 2 2-15,1-1 2 16,-1 1-8-16,1-1 7 0,2 0 0 0,-3 1 1 16,3 0-3-16,0-2 0 0,-3 5 2 15,4-3-2-15,-1 1-2 0,-2-2 1 0,2 3-1 16,0-1-2-16,2-2-3 0,-1 2 5 16,1-3-4-16,-4 3 3 0,4 0 8 0,0-3 7 15,0 3 2-15,-2-2 0 0,2-8-2 16,0 17-2-16,0-9-3 0,2 0 1 0,-2 1 1 15,0-2 15-15,4 1-5 0,-4 1-2 16,1-2 1-16,1 1 3 0,0 0 5 16,0-1 3-16,3 2-2 0,0 0-4 15,3-1 3-15,-3 1-3 0,2-1-5 0,-1-1-3 16,2 1 1-16,-2 1-5 0,-1-2-1 16,3 3-4-16,-2-5-3 0,2 2 2 0,-1 2 2 15,0-1 17-15,0-2 10 0,2 0 2 16,0 1 3-16,-1-1 1 0,2 1-4 15,-1-2-3-15,2 2-1 0,3-1-7 0,-1 2 2 16,-1-4-3-16,1 2-6 0,1-1-6 16,-3 0 2-16,0 0 2 0,1-1 5 0,1 2 16 15,3-2 2-15,-2 1 2 16,2-2-7-16,3 3 1 0,-5-5-10 0,0 3 2 0,4-1-7 16,-7-1 1-16,5 1-5 15,-3-1 1-15,-1 0 2 0,2-1-8 0,-1 1-9 16,-1-2 5-16,1 2-4 0,-4 0-3 15,3-2 6-15,0 1-6 0,0 1-3 0,1-2 5 16,-13 0-6-16,26 0 3 0,-13 2-2 16,3-2-1-16,1-2-3 0,-2 2 1 0,0-2 4 15,1 2-8-15,1 0 6 0,-4-1 2 16,2-1 7-16,3 0 11 0,-6 0 6 16,2 2 2-16,-3-1 4 0,3-1-4 0,-3 0 0 15,0-1-4-15,3 1-1 0,-14 2-3 16,22-5-4-16,-11 3 6 0,-4-1-5 15,5-1-5-15,-3 1 0 0,2-2-1 16,1 1-4-16,-2-2-1 0,-1 2 1 0,-1-1-1 16,1 0 2-16,1 0-1 0,-3-1-1 15,1 2 5-15,-2-4 6 0,1 4 1 0,3-3-7 16,-4 0 0-16,1 0-2 0,-1-1-1 16,-1 2 3-16,1-1-1 0,2 1 1 0,-2-4-9 15,-1 4-9-15,3-3-2 0,-2 1 0 16,0-3 0-16,-1 1 0 0,1 0 0 0,1 1 0 15,0-3 0-15,-2 0 0 0,5 0 0 16,-5-2 0-16,2 3 0 0,-2-3 0 16,3 2 0-16,-5-2 0 0,-1 2 0 15,4 2 0-15,-5-2 0 0,3 0 0 0,-2 0 0 16,3 0 0-16,-4 2 0 0,1-2 0 16,0-1 0-16,-2 5 0 0,0-3 0 0,0 1 0 15,0 0 0-15,0 1 0 0,-2-5 0 16,2 6 0-16,-2-4 0 0,1 3 0 0,-1-3 0 15,-1 4 0-15,-1-2 0 0,2-1 0 16,2 3 0-16,-1 1 0 0,-3-1 0 16,0-1 0-16,1 0 0 0,1 0 0 0,-2 1 0 15,0 0 0-15,0-1 0 0,-4 1 0 16,5-3 0-16,-5 3 0 0,3-2 0 16,-4 3 0-16,0-3 0 0,2 2 0 15,-3-2 0-15,0 3 0 0,3 1 0 0,0-2 0 16,-6 0 0-16,4 0 0 0,-2 3 0 15,3-3 0-15,0 1 0 0,-3 0 0 0,3 2 0 16,1-1 0-16,-3 0 0 0,-2 1 0 16,1 2 0-16,0-3 0 0,-3 1 0 0,1 4 0 15,-6-3 0-15,2 2 0 0,-4 1 0 16,0 1 0-16,1-2 0 0,-3 2 0 0,-6 0 0 16,4 2 0-16,-2 1-2 0,2-1-25 15,5 0-16-15,0 1-20 0,-1 0-29 0,3 1-41 16,0 0-56-16,3 1-77 15,2 0-90-15,1 1-111 0,0 1-124 0,3 3-191 16,4-6-6-16,-1 4 88 0,4-3-556 16,2-5-716-16</inkml:trace>
  <inkml:trace contextRef="#ctx0" brushRef="#br0" timeOffset="71269.32">7735 15147 3159 0,'0'0'-183'0,"5"6"25"0,-5-6 19 16,0 0 16-16,4 2 13 0,-4-2 15 0,7 3 12 16,-7-3 16-16,16 3 6 15,-5-3 13-15,3 0 2 0,-1 0 3 0,3 0 10 16,-3 0-2-16,-2 0 6 0,-11 0 7 16,19 0-3-16,-19 0 5 0,18-3 3 0,-18 3 3 15,15 0-1-15,-15 0 7 0,12-4-4 16,-9 3 4-16,-3 1 14 0,9-6 8 15,-9 6 12-15,6-6 15 0,-6 6 11 0,7-4 3 16,-7 4-7-16,0 0-8 0,5-5-6 16,-5 5-2-16,0 0 4 0,-5 19 5 0,-2-4 2 15,-4 12-4-15,-1 3-3 0,-1 2-4 16,0 1-5-16,1-2-3 0,1-2-1 16,4-6 1-16,-2-3-3 0,6-3 1 15,-1-1-3-15,-2-3-1 0,6-3 0 16,-5 1 1-16,5-1 7 0,-5-3 6 0,5 0 7 15,-2-2 1-15,2-5 1 0,-2 10-5 16,2-10-3-16,0 8-2 0,0-8-7 0,2 6-2 16,-2-6 1-16,9 5 1 0,-2-2-8 15,2-1 0-15,3 1-2 0,5-1 0 0,6 0 0 16,6 0-6-16,14-2-2 0,9 0-2 16,18-6-5-16,9 0-9 0,23-7-8 15,11 0 2-15,12-4 4 0,9 0 2 16,7 0 0-16,11 1 2 0,-5 3-1 15,-4 3 1-15,-6 3 2 0,-8 3 2 0,-16 0 0 16,-25 4-1-16,-11 0 1 0,-15 0-2 16,-13 0 4-16,-15 0-1 0,-7 0 5 0,-4 0 2 15,1-1 13-15,-8-2 9 0,4 3-1 16,-5-4 9-16,2-2 7 0,4-1 4 16,-6 1 6-16,2 0 1 0,0-4-5 0,1 3-3 15,-5-1-4-15,0-1-3 0,0 2-3 16,-1 1-2-16,-1-3-4 0,1 1 3 0,-2 0-1 15,-3-4-3-15,2 1-4 0,-2-1 2 16,-2-5 0-16,3-1-5 0,-3-2-4 16,-1-2 0-16,0 3-5 0,-3 0-8 0,4 2-16 15,-5 2-8-15,2 4-24 16,-2-1-30-16,0 4-50 0,0-2-61 0,-4 5-72 16,0 1-71-16,-4 2-163 0,8 2 0 15,-18 0-63-15,18 0-58 0</inkml:trace>
  <inkml:trace contextRef="#ctx0" brushRef="#br0" timeOffset="72085.22">9134 15979 1520 0,'-10'-2'67'0,"0"-4"7"16,8 1-6-16,2 5-8 0,12-14-4 15,3 3-5-15,21-3-5 0,20-7-5 0,6 1-7 16,9 0-2-16,0 2-5 0,-1 6-5 16,-4-1-16-16,-8 2-16 0,-16 6-17 0,-16 2-6 15,-5 3 7-15,-5 1 2 0,-10 1 16 16,-6-2 16-16,0 0 22 0,-27 14 17 0,-5-4 16 16,-10 0 15-16,-12 1 16 0,-1-2 12 15,-1-1 5-15,11-3 0 0,5 0 4 16,4 0-13-16,11-1-12 0,6-4-11 15,5 2-8-15,14-2-10 0,2 4-33 16,-2-4-44-16,44 1-73 0,5 0-115 0,16-1-176 16,1-1-141-16,-2 1-146 0,-3-1-162 15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19T03:43:18.6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11430 2077 891 0,'0'0'286'0,"0"0"-31"0,6-10-25 16,-6 10-13-16,0 0-2 0,5-4-9 15,-5 4 5-15,0 0 5 0,0 0 0 16,4-9 15-16,-4 9-10 0,0 0 2 15,0 0-5-15,0 0-6 0,6-6-16 16,-6 6-11-16,0 0-14 0,0 0-14 0,0 0-12 16,0 0-13-16,0 0-14 0,0 0-7 15,0 0-14-15,0 0-13 0,0 0-2 0,0 0-11 16,0 0-13-16,0 0-4 0,0 0 2 16,0 0 5-16,3 17-4 0,-3-5-6 15,2 6-4-15,-2 3 1 0,2 6-7 0,1 7-3 16,-1 2-2-16,1 0-3 0,-1 0-4 15,0-2 0-15,2-5-5 0,-1-4-5 16,-3-3 1-16,2-3-5 0,0 0 3 16,0-2-3-16,0-3 0 0,0-2-2 15,-1 0 1-15,-1-4-1 0,0-1 1 0,0 2 0 16,0-9 3-16,0 14 7 0,0-14-2 16,3 8-4-16,-3-8-4 0,0 8 0 0,0-8-4 15,0 7-16-15,0-7-24 0,0 0-34 16,0 0-54-16,0 0-73 0,0 0-87 15,0 0-77-15,0 0-88 0,0 0-123 0,0 0-155 16,0 0 67-16,0 0-408 0,0 0-534 16</inkml:trace>
  <inkml:trace contextRef="#ctx0" brushRef="#br0" timeOffset="547.52">11730 2184 2870 0,'0'0'-20'0,"-1"-12"41"0,1 12 29 0,1-10 31 16,-1 10 36-16,0-10 36 0,0 10 28 15,0-11 22-15,0 11 0 0,0-8-5 0,0 8-19 16,0 0-20-16,0-9-16 0,0 9-18 16,0 0 6-16,0 0-9 0,0 0-7 15,5 40-8-15,-5-20-6 0,2 4-2 16,2 2-6-16,-4 1-2 0,2 0-8 0,-2-1-7 16,0 0-9-16,1-2 0 0,-1 1-7 15,0-8-1-15,2 1-12 0,-4-1-3 16,2-3-4-16,2-2-4 0,-2-2-2 0,0-1-8 15,0 0 2-15,2-3-5 0,-2-6-8 16,0 12-23-16,0-12-31 0,0 9-36 0,0-9-53 16,0 8-81-16,0-8-75 0,0 0-75 15,0 0-104-15,0 0-159 0,4 2-57 16,-4-2 73-16,0 0-331 0,0 0-417 16</inkml:trace>
  <inkml:trace contextRef="#ctx0" brushRef="#br0" timeOffset="933.99">12154 2193 2594 0,'3'-7'-1'0,"-3"7"10"15,0 0 27-15,0 0 31 0,0 0 24 0,0 0 14 16,-13 27 10-16,6-6 16 15,3-6 1-15,1 7-5 0,-2 1-3 0,1 0-6 16,2 0-5-16,4-3 5 0,0 3 4 16,6 0 3-16,2-5-4 0,-1 1-10 15,9 2-5-15,5-4-13 0,-3-5-9 0,-1-4-5 16,4-4-5-16,-2-4-8 0,2 0 1 16,2-4 9-16,0-1 16 0,-3-3 17 0,6-4 13 15,-1-4 7-15,-4-5 5 16,-5-2 3-16,-5-4-4 0,-4-2-4 0,-2-6 3 15,-7 4-9-15,-9-4-6 0,-2-2-22 16,-3 6-6-16,-2 4-12 0,-7 1-11 16,-4 7-13-16,-4 6-34 0,-1 4-35 0,3 7-50 15,-10 4-67-15,-3 5-72 0,5 1-85 16,-1 8-117-16,-1 4-153 0,4-4-225 16,9-1 71-16,4-1 81 0,9-2-370 0,1-2-480 15</inkml:trace>
  <inkml:trace contextRef="#ctx0" brushRef="#br0" timeOffset="2697.07">11515 3012 2539 0,'0'0'-62'0,"4"-6"32"16,-4 6 9-16,0 0 4 16,0 0 18-16,0 0 25 0,0 0 23 0,-42 6 20 15,21-2 16-15,-9 8 10 0,-3 2 13 16,-3 1 10-16,-7 6 5 0,-3 2 17 16,-1 1 1-16,0 2 7 0,0-2 2 0,1 1 4 15,3 0-4-15,-2-2-10 0,0 6-3 16,1-4-6-16,-5 3-7 0,1 1-6 0,-4-1-10 15,-4 3-11-15,-14 10-5 0,-2 0-9 16,-3 1-10-16,0 3-6 0,-4-1-2 16,3 1-9-16,-4-2-2 0,6-3-3 15,1 1 1-15,18-10 6 0,0 1 5 16,2-4-4-16,3 1 2 0,3-4 0 0,4 0 2 16,2-5 2-16,8-3 3 0,5-1-14 15,1-3-3-15,5-1-3 0,2-3-11 0,3-1 2 16,-1 2-2-16,5-2-6 0,2 0 3 15,-1-3-10-15,3-1-4 0,1 4 0 16,-2-4-1-16,3 1 1 0,-1-2-6 0,8-3-3 16,-11 5-5-16,11-5-9 0,-10 5-27 15,10-5-30-15,-9 4-44 0,9-4-60 16,0 0-73-16,-7 5-105 0,7-5-138 0,0 0-267 16,0 0 58-16,0 0 81 0,12-21-383 15,6 8-467-15</inkml:trace>
  <inkml:trace contextRef="#ctx0" brushRef="#br0" timeOffset="3480.37">11561 3007 2723 0,'0'0'-24'0,"-7"-6"22"0,7 6 13 16,-6-6 19-16,6 6 23 0,0 0 17 15,-8-6 26-15,8 6 6 0,0 0 2 0,0 0-6 16,0 0-6-16,-9-4-9 0,9 4-4 16,0 0 2-16,0 0 8 0,0 0 14 15,0 0 18-15,0 0 0 0,30 22 5 0,-13-11-7 16,6 8-4-16,6-3 1 0,7 12 9 16,5-2-2-16,-2-1-12 0,5 2-8 15,4 2-7-15,3 0-10 0,4 2-3 16,0-1-12-16,4 1-9 0,18 5 0 0,3-1 24 15,4-2 4-15,3 0 5 0,1 0 4 16,4-2 9-16,1 0-5 0,0-2-24 16,2 2 4-16,-1-1 0 0,-5 1-4 0,1 0-19 15,-2-2-7-15,0 3 1 0,-3-3-10 16,1 0-3-16,-4 0-2 0,-15-6-8 0,0 4-1 16,-5-4-1-16,-1 4-4 0,-3-6 3 15,-9 1 3-15,-1 1-4 0,-9-2 0 0,-6-7-3 16,-5 1 0-16,-6-5 4 0,-8-2 0 15,0 0-25-15,-1-2 12 0,-3 1 2 16,0-3 19-16,-3 1-9 0,0 0 15 0,-7-5 14 16,14 4 9-16,-8 0 2 15,-6-4 3-15,9 6-5 0,-9-6-4 0,8 3-7 16,-8-3-8-16,0 0-5 0,10 5 1 16,-10-5-26-16,0 0-49 0,0 0-58 0,0 0-65 15,0 0-94-15,11 0-138 0,-11 0-178 16,0 0-269-16,0 0 39 0,0 0 85 0,0 0-600 15,-44-7-767-15</inkml:trace>
  <inkml:trace contextRef="#ctx0" brushRef="#br0" timeOffset="4946.91">7590 4693 3428 0,'7'-7'-134'0,"-5"4"44"16,-2 3 33-16,7-8 32 0,-7 8 24 0,5-7 36 15,-5 7 24-15,0 0 19 16,4-6-3-16,-4 6 5 0,0 0-5 0,0 0-11 15,2-8 2-15,-2 8 2 0,0 0-11 16,0 0 2-16,0 0-6 0,0 0 10 0,0 0-2 16,-33 5 13-16,21-2-10 0,1 1 10 15,-2 1 1-15,-1 1 9 0,1 1 2 0,-4 0 6 16,0 2 0-16,-2 1-1 0,-1 0-4 16,-5 6 2-16,-4 1 2 0,0 3 0 15,3 3-1-15,-10 2-5 0,0 4-7 0,4 1-4 16,2 1-7-16,7-2-3 15,4 2-5-15,1 0-3 0,6 3-1 0,0-2-2 16,4 1 7-16,6-6-16 0,4-1-1 16,8 6-5-16,3-1 1 0,5-3-2 0,4-4-5 15,3-2-2-15,2-3-4 0,1-5-4 16,-3-4 0-16,-2-3-1 0,-2-3-4 16,-2-4-2-16,2 0 3 0,-4-4-3 0,4-3 18 15,-6 0-4-15,-1-5-1 0,-5-1 0 16,-2-5-7-16,0 0 1 0,-3-5-6 0,-2 3 1 15,-6 1-1-15,2-1-8 16,-3 3-1-16,3 3 2 0,-5 2-2 0,2-1-4 16,-5 3-3-16,0 3-7 0,3 3-16 15,-1 0-26-15,-2 0-26 0,10 4-25 0,-15-4-35 16,15 4-46-16,-12-3-71 0,5 2-82 16,7 1-111-16,-11-2-163 0,11 2-87 15,0 0 79-15,0 0-400 0,0 0-492 0</inkml:trace>
  <inkml:trace contextRef="#ctx0" brushRef="#br0" timeOffset="5798.91">8280 4768 2774 0,'5'-2'-7'0,"-5"2"45"16,12-8 21-16,-12 8 22 15,8-4 26-15,-8 4 16 0,0 0 42 0,5-5-2 16,-5 5-2-16,0 0-11 0,0 0-17 16,0 0-12-16,0 0-5 0,-32-7-15 0,15 8-3 15,-7 2-14-15,-1-1-7 0,-16 3-9 16,3-2-7-16,-2 1-8 0,10-1 1 16,3 0-16-16,6-3 5 0,1 2-8 0,2 0-1 15,2-1-4-15,3-1 1 0,13 0-8 16,-19 2 4-16,19-2-2 0,-17 0-7 0,17 0 1 15,-14-2 0-15,14 2-7 0,-11-1 2 16,11 1-3-16,0 0 0 0,-14-4-3 16,14 4-2-16,-11-5 0 0,11 5 1 15,-5-5 0-15,5 5-3 0,0 0-3 16,-8-5 3-16,8 5 2 0,0 0-4 0,0 0 3 16,-8-5-5-16,8 5 6 0,0 0-7 15,0 0 4-15,0 0-8 0,0 0 2 0,0 0-2 16,0 0 1-16,0 0 0 0,-15 17 1 15,15-9 2-15,-1 4 4 0,-3 2-3 16,-1 3 5-16,5-1-4 0,3 3 6 0,-3-1 4 16,4 1 2-16,1 1 0 15,1-1 2-15,1 1-1 0,5-5 5 0,-1 0 3 16,0 1 4-16,5-4 4 0,-1 0 1 0,2-2 4 16,1 1 2-16,-5-5-4 0,4 5 5 15,-4-3-4-15,0 1 4 0,-1 1 5 16,1 5 7-16,-1-1 17 0,-3 2-9 15,-1-3-1-15,-3 3-2 0,0 1 10 0,-3 0-16 16,-2 3 3-16,-2-3-2 0,-1 1-1 16,-1-2-1-16,-1 1 4 0,-2 0 4 0,-4 0 10 15,-2 0 20-15,2-3 4 0,-2-2 6 16,0-2 6-16,2 1 5 0,-5-5 0 0,1 1-1 16,1-3-8-16,1 0-12 15,-1-2-4-15,1 0-9 0,1-2-10 0,12 0-3 16,-24 2-8-16,24-2-5 0,-19-4-6 15,8 2-11-15,11 2-20 0,-18-4-22 16,11 2-52-16,7 2-31 0,-16-6-38 0,16 6-42 16,-13-3-51-16,13 3-69 0,-10-2-95 15,10 2-86-15,-9-4-148 0,9 4-159 0,0 0 76 16,0 0-588-16,0 0-753 0</inkml:trace>
  <inkml:trace contextRef="#ctx0" brushRef="#br0" timeOffset="6729.77">9292 4803 3383 0,'7'-7'-132'0,"5"0"26"16,-3 0 13-16,4 0 23 0,1 2 24 15,3-2 25-15,-2 2 18 0,3 0 14 16,-3 3 2-16,-1 0 15 0,-14 2 12 16,27 7 16-16,-13 3 19 0,-7 1 9 0,3 7 4 15,-6-2 9-15,-2 9-7 0,-5 9 24 16,-8 2 7-16,-3 6-2 0,-6 1 1 0,-1-3-7 15,6-5 4-15,-2-4 0 0,4-2-10 16,3 0-4-16,0-5 1 0,7-4 0 16,-1-3-3-16,6-4-6 0,0 1-6 0,3-3-4 15,3 1-9-15,3-2-4 0,2-3-8 16,-1-4-6-16,1 0 5 0,-1-1 16 16,-1-2 18-16,-11 0 3 0,17-3 20 15,-10-2-3-15,-6-4 0 0,-1-3-10 0,-10-7-10 16,-5-8-6-16,-6-1-7 0,-4 3-4 15,-5-8 4-15,-3 4-5 0,5 6-8 0,2 1 5 16,-1 2 5-16,4 1 2 0,5 4 4 16,6 1-4-16,-1 1-1 0,4 4-2 15,0-3-11-15,4 3-9 0,1-1-7 0,4 0-5 16,5-2-6-16,1 1-17 0,3-1-32 16,9-2-50-16,10-1-56 0,5 1-54 15,5 3-67-15,1 1-95 0,9 4-102 16,-1 2-123-16,1 2-194 0,2 2-16 0,-3 2 85 15,-6 2-527-15,-3 1-669 0</inkml:trace>
  <inkml:trace contextRef="#ctx0" brushRef="#br0" timeOffset="7130">10120 4623 3130 0,'9'-4'-112'0,"-4"1"36"16,-5 3 29-16,0 0 43 0,0 0 48 15,0 0 53-15,-2 24 42 0,-8-5 21 0,-5 8 13 16,0 5 23-16,-9 8 10 0,-1 3 4 16,-4-1 4-16,4 5 8 0,0-2-9 15,5-1-22-15,2 1-9 0,9-9-13 0,1-4-13 16,2-4-13-16,6-5-1 0,2 1-17 15,6-3-11-15,0-1-10 0,5-3-5 0,4 3-9 16,2-5-7-16,-2-6-14 0,1-2-3 16,-2-4-7-16,6-1-9 0,-6-2 16 0,2-3 7 15,-1-2 7-15,-4-2-1 0,-2-5-3 16,1 0-7-16,-2-7-7 0,-9 2 1 16,-1-3-17-16,0 4-7 0,-5-5-1 15,-2 2-14-15,-7 1-4 0,-1 3-15 0,-3 3-38 16,-8-3-37-16,2 6-44 0,0 4-45 15,3 3-56-15,-4 1-77 0,-2 2-87 16,2 1-104-16,9 2-149 0,-4-1-122 0,4 2 73 16,6-1-521-16,0 1-667 0</inkml:trace>
  <inkml:trace contextRef="#ctx0" brushRef="#br0" timeOffset="8445.64">13873 4532 3306 0,'2'-14'-40'16,"0"3"38"-16,-2 3 32 0,1 1 26 0,-1 7 32 16,0-12 21-16,0 12 21 0,0-9 9 15,0 9-12-15,0 0-15 0,0 0 13 0,0 0 28 16,0 0-1-16,-14 25-7 0,5-5 11 16,0 13 1-16,2 2 7 0,-2 2 3 0,0 1-4 15,4-1-4-15,-1 1-8 0,2-2-9 16,3-1-19-16,-5-8-7 0,3-2-13 15,1-2-3-15,1 1-11 0,-3-3-5 16,0-4-17-16,2 1-1 0,-1-1-9 16,-1-3-14-16,0-3-23 0,2-1-31 0,1-2-25 15,1-1-35-15,0-7-59 0,-7 9-89 16,7-9-101-16,0 0-101 0,0 0-99 0,0 0-138 16,0 0-42-16,0-24 80 0,10 14-418 15,-4-4-511-15</inkml:trace>
  <inkml:trace contextRef="#ctx0" brushRef="#br0" timeOffset="8747.94">13991 4715 2812 0,'8'-10'-19'0,"-3"1"33"15,3 1 28-15,-2 1 22 0,-1 1 34 0,1 2 31 16,-6 4 8-16,18-5 12 16,-11 3 3-16,-7 2-4 0,29 3-2 15,-15 4-11-15,0 0 1 0,1 5-5 0,6 7-7 16,-5 0-1-16,-5-1 9 0,-2 1 22 15,0 2-4-15,-7-3 3 0,-4 1-2 0,-3 2-2 16,-1 2-3-16,3-7 0 0,-3 0 0 16,3-1-16-16,-3-1-6 0,3-3 9 0,1 1 1 15,-1-6 6-15,3 3 2 0,0-9-3 16,-4 14-13-16,4-9-11 0,0-5-9 16,4 8-12-16,-4-8-9 0,15 4-10 0,-4-2-15 15,3-2-37-15,3-2-74 16,6 0-57-16,4-1-60 0,9-1-67 0,0-3-86 0,2 2-88 15,-1-1-85-15,1-1-126 16,-2-5-144-16,0 0 73 0,-8 1-538 0,1-3-691 16</inkml:trace>
  <inkml:trace contextRef="#ctx0" brushRef="#br0" timeOffset="9113.41">14824 4708 3197 0,'0'0'-90'0,"0"0"53"0,0 0 42 0,-38 9 37 16,21 1 27-16,-1 2 34 0,-5 5 32 16,-2 4 20-16,7-2 15 0,0 1 0 0,6 0 3 15,-1-6 6-15,10 3 2 0,-1 0-4 16,4-5 13-16,4 5-13 0,6 0-7 16,5-2-16-16,8 2-13 0,7-2-12 0,4-4-14 15,4-3-6-15,0-4-12 0,5-2-9 16,-4-4-11-16,-3-3-9 0,-7-1-8 0,-6-2-3 15,-1-2-6-15,1-7-4 0,-9 0-6 16,-3-1-4-16,-7-2-3 0,-1-5-11 0,-10-8 0 16,0-1-5-16,-6 4-5 0,-3 2-2 15,-7 4-1-15,-3 4-3 0,0 3 3 16,-7 4-12-16,-2 4-11 0,9 3-12 16,0 5-23-16,-1 1-21 0,0 1-40 15,4 3-33-15,4-1-62 0,0 1-75 0,3 4-80 16,3-1-92-16,4 0-145 0,5-2-97 15,0-1 82-15,4-4-404 0,0 0-491 0</inkml:trace>
  <inkml:trace contextRef="#ctx0" brushRef="#br0" timeOffset="9946.18">15976 4557 2684 0,'0'-8'-52'0,"2"1"43"0,-2 7 30 0,2-12 29 15,-2 12 33-15,0-9 26 0,0 9 17 16,0-9 21-16,0 9-1 0,0 0 3 16,0-8-13-16,0 8-9 0,0 0-3 0,0 0-4 15,0-8 0-15,0 8-5 0,0 0-1 16,0 0-6-16,0 0-4 0,3-9-5 15,-3 9-5-15,0 0-7 0,0 0-2 16,0 0-8-16,0 0-2 0,0 0-11 0,0 0-2 16,2-7-6-16,-2 7-10 0,0 0 1 15,0 0 31-15,0 0 15 0,4 20 11 16,-3-6 8-16,1 4 3 0,2 5 8 0,0 10 5 16,-3 4 0-16,1 4-11 0,-2-2-4 15,0-1-16-15,0 4-5 0,-2-3-12 0,2-2-29 16,-1-2 9-16,-1-3-7 0,-2-6-12 15,2-5-8-15,0 2 11 0,2-4-11 16,-1-5-12-16,1-3 6 0,-2 1-6 16,2 0-5-16,0-4-9 0,-2 0-19 0,2-8-43 15,0 7-59-15,0-7-57 0,0 0-58 16,0 0-68-16,0 0-79 0,-2-33-91 0,-1 14-132 16,-1-15-133-16,4-5 63 0,0-4-481 15,0-4-616-15</inkml:trace>
  <inkml:trace contextRef="#ctx0" brushRef="#br0" timeOffset="10196.09">16087 4319 3065 0,'0'-12'-52'15,"0"5"33"-15,0 7 16 0,-3-8 20 0,3 8 40 16,0 0 49-16,0 0 29 0,-45 19 30 16,17 0 16-16,-7 10 12 0,-1 1 4 15,2 3 1-15,0 3 3 0,4 1-7 0,-1-4-2 16,4 2-11-16,10-10-15 0,0 0-7 15,5-2-1-15,7-4-10 0,-1-3 10 0,6 1-15 16,4-2-11-16,1 0-3 0,7-1-20 16,11 5-9-16,1-4-11 0,9-3-11 15,2-3-46-15,3 0-46 0,-2-2-57 0,0-3-64 16,2 1-75-16,-1 1-94 16,-7-4-96-16,-1 2-131 0,9-2-209 0,-10-2 58 0,-3 2 84 15,-4-2-397-15,-6 2-470 0</inkml:trace>
  <inkml:trace contextRef="#ctx0" brushRef="#br0" timeOffset="10498.18">16665 4386 2995 0,'3'-12'125'0,"-1"3"21"16,0 3 6-16,0-1 0 0,-2 7-8 15,0 0 25-15,0 0 37 0,0 0 21 16,12 22 1-16,-8 2-4 0,-2 12-17 16,1 5-4-16,-3 4-6 0,0 2-14 15,0-1-16-15,-2 1-21 0,-1 8-6 0,-3-10-20 16,2-2-30-16,-2-5-6 0,0 3-13 16,-1-6-18-16,0-2-22 0,-3-2-14 0,-2-5-30 15,1-2-26-15,3-9-32 0,2-1-28 16,-1-2-31-16,3-4-46 0,-1-3-61 0,0-3-61 15,5-2-48-15,0 0-65 0,-15-21-70 16,15 4-125-16,0-7-7 0,0-13-393 0,6-6-481 16</inkml:trace>
  <inkml:trace contextRef="#ctx0" brushRef="#br0" timeOffset="10729.84">16638 4346 2652 0,'-7'-10'-62'0,"-5"4"32"0,0 1 32 16,0 5 36-16,-4 0 41 0,-3 3 48 15,-11 8 30-15,-1 5 27 0,-2 3 13 0,3 2 13 16,-3 8 8-16,5 3 5 0,7-3-2 16,6 0 2-16,2 0 4 0,4 0-9 15,4-5-15-15,7-1-11 0,4 0-16 0,13 3-15 16,4 1-21-16,4-5-10 16,5-3-6-16,2-4-23 0,2-3-41 0,3-4-46 0,1-1-55 15,-3-3-66-15,0-4-79 16,3-2-91-16,2-1-91 0,-6-3-108 0,0 1-198 15,-1-3 10-15,-9 1 79 0,-5 2-370 16,0-2-433-16</inkml:trace>
  <inkml:trace contextRef="#ctx0" brushRef="#br0" timeOffset="11096.23">17423 4448 2748 0,'-3'-11'77'0,"-5"1"29"16,4 5 19-16,-6 0 21 0,1 5 29 16,9 0 27-16,-25 7 20 0,6 3 10 15,-10 9-1-15,-1 8 0 0,-3 5 3 0,6 3-6 16,9-4-12-16,2 2-6 0,7-2-8 16,4 2-5-16,5-3-5 0,7 2-13 0,7-1-19 15,2-2-13-15,6 0-12 0,4-2-33 16,1-8-12-16,7 1-8 0,2-8-12 0,0-3 0 15,4-3-7-15,1-4-11 0,-1-6 1 16,-1-2-7-16,0-6-3 0,-3-5-3 16,4-8-4-16,-8-6-7 0,-1-6-6 15,-10-6-9-15,-4-5 3 0,-4-2-4 0,-13 5-9 16,-5 3-16-16,-7-7-18 0,-15 8-21 16,-7 7-41-16,-10 7-47 0,-5 5-69 15,-11 5-90-15,-1 10-128 0,-3 2-166 0,-1 3-224 16,0 4 85-16,16 1 74 0,1 0-496 15,0 0-620-15</inkml:trace>
  <inkml:trace contextRef="#ctx0" brushRef="#br0" timeOffset="12931.08">7205 5748 685 0,'0'0'199'0,"0"0"-78"16,0 0-41-16,0 0-16 0,-21-10 4 16,21 10 17-16,-27 4 10 0,4 4 8 15,-9-1 20-15,-4 7 12 0,-10 3 5 0,-5 6 8 16,-3 3 7-16,-7 3 3 0,-13 10 8 15,2 2 12-15,-2 4-3 0,2 0-5 16,2 1-2-16,0-3-11 0,-1 3-13 0,-1 3-7 16,-1-3-7-16,3-1-14 0,-1 2-8 15,-2-3-13-15,7-1-9 0,12-7-8 0,0-2-3 16,0-4-11-16,4 0-1 0,1-1-3 16,7-1 1-16,0-4 4 0,8-5-4 15,4-5-6-15,3 1-1 0,4-5-2 0,6 1 2 16,-2-3-7-16,5-3-8 0,1 0-2 15,2 1-3-15,1-3 2 0,2 1-3 16,8-4-6-16,-16 5-2 0,9-4-3 16,7-1-14-16,0 0-29 0,-13 4-34 0,13-4-53 15,-7 3-74-15,7-3-77 0,0 0-109 16,0 0-186-16,0 0-72 0,0 0 69 0,0 0-297 16,0 0-337-16</inkml:trace>
  <inkml:trace contextRef="#ctx0" brushRef="#br0" timeOffset="13861.31">4041 7292 2553 0,'0'0'73'0,"-2"-13"16"0,2 8-1 0,4-4-1 15,0-3 14-15,4-1 21 16,3 0 17-16,2-3-7 0,3 1 19 0,7 0-17 16,-3 3-7-16,0 4 7 0,-1 2-15 15,-2 4-5-15,-2 2-14 0,2 2-5 16,3 4-7-16,-4 2-2 0,-2 1-6 0,-3 1-6 15,-4 4 2-15,0 1 1 0,-5 2-7 16,-6-1 1-16,-2 8-5 0,-4 5-4 0,-3-1 2 16,-6 1 1-16,1-4 1 0,2-1 3 15,-2-1-3-15,5-6-3 0,2-2-7 0,3-4 0 16,2-2-4-16,1 2-5 0,-1-3 5 16,5-1 2-16,1 2 8 0,0-3-5 15,0-6 3-15,3 18-1 0,1-8-2 0,3 2-5 16,1 2-2-16,0-1-5 15,1-1 0-15,-1 2-4 0,-3 1 1 0,3-1 6 16,-4 0 3-16,-2 2 3 0,0-4 0 16,-2 2 4-16,-2-2 4 0,-2 5 2 0,-4-4 0 15,-3 3 1-15,0-3-3 0,-3-1-7 16,1 0 3-16,-3-2-4 0,3-3-21 16,-4-1 6-16,2-2-23 0,1-2-41 0,1-4-44 15,-1 1-51-15,3-2-57 0,2 1-69 16,-3-3-87-16,7-2-99 0,-3 0-113 0,6-3-193 15,2 2 26-15,0-1 77 0,4-3-451 16,3-3-557-16</inkml:trace>
  <inkml:trace contextRef="#ctx0" brushRef="#br0" timeOffset="14244.82">4468 7390 2855 0,'18'-12'-21'0,"-4"2"48"0,-1 2 21 16,-4 0 28-16,0 1 8 0,3 2 18 15,-1 0 4-15,-2 2 15 0,3 2 5 16,-12 1 0-16,22 2 5 0,-9 5 5 0,-4 2 0 16,-2 4-7-16,1 3-2 0,-6 3 5 15,-4 4-1-15,-4 9 5 0,-7 2 5 0,0-1 2 16,-4-2 3-16,-3 1 7 0,5-4 11 16,1-5 9-16,3-4 11 0,4-5 7 15,2-3 6-15,-2-2 0 0,5-2 1 16,0 0 4-16,2-7-4 0,9 13-13 0,-4-8-15 15,6-3-15-15,5 0-17 0,2 2-14 16,2-4-11-16,7 2-12 0,-1-1-14 16,-5 2-5-16,0-3-41 0,0 0-41 0,-6 0 0 15,1 0 0-15,-1 0 0 0,-15 0 0 16,19 0 0-16,-19 0 0 0,18 0 0 0,-18 0-52 16,12 3-88-16,-12-3-33 0,0 0-43 15,15 0-49-15,-15 0-57 0,10 1-85 0,-10-1-81 16,0 0-113-16,8 2-188 15,-8-2 66-15,0 0 78 0,0 0-501 0,13 2-614 16</inkml:trace>
  <inkml:trace contextRef="#ctx0" brushRef="#br0" timeOffset="15578.61">5728 7265 3168 0,'2'-9'3'0,"-2"2"44"16,0 7 40-16,0-10 28 0,0 10 26 15,0 0 13-15,0-10-4 0,0 10-5 16,0 0-1-16,0 0 26 0,0 0 8 0,-7 33-1 16,4-10-9-16,-3 15 0 0,3 5 2 15,-5 0 9-15,1 9-13 0,2-9-11 0,0 1-16 16,-1-3-11-16,4-3-15 0,-3-3-14 15,3-6-6-15,-2-5-13 0,2-1-9 16,2-6-8-16,-3 1-22 0,0-5-22 0,1-1-28 16,-2 0-18-16,4-2-20 15,-1-3-20-15,-1-1-48 0,2-6-51 0,-4 5-44 16,4-5-46-16,0 0-26 0,0 0-27 16,-2-34-28-16,4 12-19 0,2-15-13 0,-1-5-6 15,1-1 22-15,6-9 18 0,-2 11 41 16</inkml:trace>
  <inkml:trace contextRef="#ctx0" brushRef="#br0" timeOffset="15827.84">5705 7410 2185 0,'8'-39'-134'0,"-5"10"58"15,1 3 40-15,-4 4 44 0,3 3 44 16,-6 2 36-16,1 5 30 0,0-2 28 16,0 1 11-16,1 1-4 0,-7 5 10 0,-1 3 6 15,-5 3-2-15,14 1 16 0,-36 12 3 16,6 2 3-16,-3 7 4 0,-5 7-3 16,1 4-1-16,5-3 2 0,6-4-12 15,5 0-3-15,2-3-11 0,4 3-4 0,1-7-8 16,8-3-4-16,5-1 3 0,2-1-4 15,3-1-6-15,8-4-19 0,7 1-9 16,13-1-14-16,7-4-6 0,4-1-19 0,7-3-32 16,1 0-38-16,2 0-33 0,-3 0-46 15,-3 0-44-15,-2 1-55 0,-13-2-39 0,-5 2-54 16,-7 4-34-16,1-4-33 0,-5 3-40 16,-5-1-73-16,-2 1-102 0,-3 0-57 0,-1 0 61 15,-5-4-286-15,3 9-316 0</inkml:trace>
  <inkml:trace contextRef="#ctx0" brushRef="#br0" timeOffset="16127.95">6300 7250 2636 0,'2'-8'219'0,"0"4"13"0,0 0-16 0,-2 4-22 15,0 0-2-15,0 0 38 0,0 0 22 16,3 19-1-16,-1-2-3 0,0 7 13 0,2 13-6 16,-4 0-30-16,3 4-16 0,-1-1-19 15,0 3-19-15,0-2-15 0,0 0-11 0,-2-1-17 16,-2-5-13-16,2-4-12 16,0-5-9-16,-4-3-18 0,2 1-12 0,-3-3-30 15,-1-2-29-15,-1-2-34 0,2-3-42 16,2-2-47-16,-1-4-66 0,0-2-85 0,1-3-76 15,3-3-61-15,0 0-67 0,0 0-75 16,-6-22-114-16,12 5 36 0,-1-18-452 16,4-4-550-16</inkml:trace>
  <inkml:trace contextRef="#ctx0" brushRef="#br0" timeOffset="16394.79">6399 7265 2868 0,'-4'-12'-38'0,"-2"3"30"15,-2 4 21-15,1 2 32 0,7 3 28 0,-27 4 38 16,4 4 34-16,-7 6 12 15,-5 1 16-15,-8 11 17 0,-5 3 2 0,6 0-1 16,0 1-1-16,6 1 6 0,11-4-7 16,3-5-2-16,4 3-5 0,7-4-6 15,8-5 2-15,3 0-13 0,3-2-4 0,10 0-19 16,12 1-19-16,7-4-8 0,4-3-17 16,2-3-27-16,3-1-34 0,0-3-27 0,0-1-28 15,-8 2-30-15,-8 0-30 0,-3-2-22 16,-3 2-18-16,-2-1-13 0,-2-1-14 0,-4 3 1 15,1-1-6-15,-4 0-9 0,-1 2-42 16,-3 0-41-16,-4-4-55 0,5 6-90 16,-5-6-129-16,-1 7-81 0,1-7 54 15,-2 8-293-15,2-8-322 0</inkml:trace>
  <inkml:trace contextRef="#ctx0" brushRef="#br0" timeOffset="17228.05">8542 5800 2130 0,'-2'-6'-52'0,"2"0"44"0,0 6 36 0,-1-9 27 16,1 9 31-16,0-8 22 0,0 8 23 15,0 0 25-15,-4-12 15 0,4 12 6 16,0 0 0-16,0-9-5 0,0 9-13 0,0 0-21 16,0 0-13-16,0 0 5 15,0 0 21-15,0 0 11 0,5 46 9 0,-1 0 2 16,1 12 4-16,-2 10-9 0,-1 2 6 16,2 6-12-16,-4 3-10 0,2 0-7 0,0-1 5 15,-6-1-18-15,4-6-5 0,2-3-3 16,-2-3 23-16,0-7-3 0,0-14 10 0,0-3-3 15,0-10-1-15,0-4 0 0,0-4-6 16,2-4-5-16,-2-5-6 0,2 0-5 0,-2-5-7 16,0 1-8-16,0 0-10 0,0-3-7 15,0-7-10-15,0 12-6 0,0-12-11 16,0 8-37-16,0-8-32 0,0 0-43 0,0 0-67 16,5 5-70-16,-5-5-71 0,0 0-86 15,0 0-120-15,0 0-159 0,0 0-239 0,0 0 74 16,0 0 85-16,0 0-619 15,-25-1-771-15</inkml:trace>
  <inkml:trace contextRef="#ctx0" brushRef="#br0" timeOffset="17661.09">8262 7112 3800 0,'-25'-6'70'0,"1"0"19"15,5 1 13-15,3 1 29 0,3 3 51 16,4-1 49-16,9 2 29 0,-17-5 21 0,9 3-16 16,8 2-27-16,0 0-21 0,-2-7-22 15,2 7-15-15,21-6-24 0,2 2-14 0,5 1-14 16,15 1-14-16,-2 2-7 0,-8 0-20 15,5 5-6-15,-12 2-13 0,3 5 0 0,-6 8-11 16,-6 1-2-16,-5 7 4 0,-7-2 5 16,-5 0 10-16,-7 14 12 0,-1 10 8 15,-3-1 12-15,-2-1-1 0,-3 3 3 16,1-3-1-16,3-11-23 0,1-1-84 0,2-2 0 16,1 0 0-16,0-5 0 0,3-6 0 0,-1-3 0 15,2-5 0-15,4-4 0 16,-1 0 0-16,-2-2 0 0,1-1 0 0,0-1 0 15,2-7 0-15,0 0 0 0,8 7 0 16,-8-7 0-16,0 0-154 0,21-18-262 0,-11 9-95 16,-1 0-81-16,0-4-115 0,-1 4-112 15,0-4 83-15,-2 3-712 0,-1 1-896 0</inkml:trace>
  <inkml:trace contextRef="#ctx0" brushRef="#br0" timeOffset="18043.84">8637 7337 4250 0,'-12'-4'33'0,"0"3"15"0,12 1 10 0,-21 5 31 16,12 0 34-16,-3 3 24 0,-1 4 14 15,4 5 13-15,-1 1 7 0,-5 7 3 0,7-1-11 16,4-1-7-16,2-2-1 0,2 0-8 15,6 1-26-15,-2-1-2 0,5 2-20 16,1-4-4-16,5 5-10 0,0-7-11 0,1-5-6 16,0 0-14-16,4-3 3 0,3-5-15 15,-3 0-11-15,1-4 1 0,1-1-6 16,-4-2-11-16,0-1 8 0,-1-4-9 16,-2-2 4-16,-4-3-1 0,1-3-7 0,-6 1 4 15,-4-4-1-15,-2-2-2 0,-4-2-8 16,-2-2-4-16,-6-5 1 0,-1 4-5 0,-4 2 5 15,2 6-13-15,1 5-10 16,-1 1-11-16,-2 1-34 0,6 4-45 0,-2 2-61 16,3 2-73-16,-3 2-103 0,5-3-115 15,-2 2-145-15,10 2-178 0,-7-3 73 0,7 3 82 0,0 0-503 16,0 0-595-16</inkml:trace>
  <inkml:trace contextRef="#ctx0" brushRef="#br0" timeOffset="18978.25">9279 7221 3093 0,'-4'-8'-20'0,"4"8"30"0,0-9 14 0,4 3 8 15,-1-2 15-15,5 0 20 0,1 0 13 16,3-1 21-16,1 3 0 0,3-1-2 0,-5 1-6 16,0 3 1-16,-1 3 11 0,-10 0 18 15,20 9 25-15,-8 0 5 0,-4 3 2 0,-7 3 7 16,-1 4-4-16,-5 3 10 15,-2 11-8-15,-11 1 7 0,3-2-4 0,0 1-1 16,-2-3-5-16,1 1-5 0,7-4-8 16,3-2-17-16,-2-7 6 0,6 0-18 0,2-4-13 15,2-2-3-15,4-2-9 0,0 2-5 16,5-3-7-16,5-4-10 0,1-2-6 16,-2-3 1-16,0-1-10 0,1-3 6 0,-3 1 35 15,1-4 26-15,-2-3 24 0,-4-2 1 16,-3-1 2-16,-1-4 4 0,-6-1-5 0,-1-7-134 15,-9-8-12-15,-5 1 0 16,-2-7 0-16,-2 10 0 0,0 0 0 0,2 1 0 16,0 3 0-16,6 7 0 0,3 5 0 15,4 1 0-15,-1 5 0 0,3-3 0 0,2 2 0 16,6-1 0-16,5-3 0 0,7 0 0 16,4 1 0-16,9-1 0 0,3 1 0 0,4 3-451 15,-7 4-132-15,-2 1-98 0,3 3-184 16,11-3 64-16,-9 3 84 0,-1 2-675 0,-3-4-845 15</inkml:trace>
  <inkml:trace contextRef="#ctx0" brushRef="#br0" timeOffset="19210.8">9827 7097 4102 0,'0'0'79'15,"-8"-6"27"-15,8 6 3 0,0 0 4 0,0 0-1 16,0 0 53-16,0 0 30 0,-5 19-2 15,6-1-4-15,-1 3-21 0,0 5-14 0,-1 10-19 16,2 6-11-16,-1-1-13 0,-1-2-9 16,2 5-7-16,1-4-18 0,3 0-30 0,-1-1-35 15,-1-3-42-15,3-1-50 0,-3-8-46 16,1-5-68-16,-2-3-67 0,0-2-74 16,-2-3-103-16,0-2-122 0,-2 0-107 15,-2-3 61-15,2-1-445 0,-1-2-525 0</inkml:trace>
  <inkml:trace contextRef="#ctx0" brushRef="#br0" timeOffset="20110.72">9989 5825 2678 0,'-4'-14'-52'0,"1"2"43"16,-3-1 26-16,1 4 25 0,0-1 31 16,3 4 46-16,-2-2 26 0,3 1 26 0,1 7 17 15,-6-12 10-15,4 6-5 0,2 6-6 16,-3-10-9-16,3 10-13 0,-2-7-14 15,2 7-13-15,0 0-9 0,0 0 5 0,0 0 7 16,0 0 3-16,0 0 7 16,50 31 1-16,-15 0 4 0,7 9 8 0,25 13-8 15,9 8-22-15,13 7-9 0,14 0-14 16,34 23-7-16,8-2-7 0,-30-25 4 0,32 21-5 16,-39-21-16-16,-1-3-8 0,-8-3-5 15,-6-4-4-15,-12-8-5 0,-26-12-6 0,-4 0-4 16,-7-3-2-16,-8-3-8 0,-7-8-6 15,-8-1 4-15,-4-3 4 0,-3-5 6 0,-5-1 2 16,-2-2 4-16,2 1 7 0,0-2 3 16,-4-5-2-16,3 5 8 0,-5-1-9 0,6-3-1 15,-9-3 1-15,5 7 2 0,-5-7-6 16,9 6-3-16,-9-6-4 0,6 3-6 16,-6-3-5-16,0 0-21 0,10 4-22 15,-10-4-48-15,0 0-70 0,9 0-83 16,-9 0-90-16,0 0-122 0,0 0-125 0,11-7-181 15,-11 7-102-15,0 0 93 0,-5-9-713 16,5 9-896-16</inkml:trace>
  <inkml:trace contextRef="#ctx0" brushRef="#br0" timeOffset="21826.91">11379 7397 3757 0,'0'0'-96'16,"11"2"53"-16,-11-2 49 0,0 0 23 0,0 0 45 16,0 0 34-16,12-4 27 0,-12 4 18 15,0 0 10-15,0 0 11 0,0 0 1 0,0 0 1 16,0 0-8-16,0 0-8 0,0 0-14 15,0 0-11-15,1-12-16 0,-1 12-11 16,6-9-12-16,0 5-9 0,-5-2-6 16,5-1-12-16,-1-1 0 0,2-1-11 15,-1 1 2-15,-3-3-14 0,1-2 11 0,1 2-18 16,-3-1 4-16,-2 1-6 0,-2-1 0 16,2 0-7-16,-5 2-1 0,-1 2-2 0,-1 0-9 15,-1 3-4-15,-7-1 2 0,1 6-1 16,-3 2-3-16,-6 3 5 0,2 2-12 0,-8 6 11 15,9 0-10-15,2-1 2 0,6 1 0 16,0 1-4-16,4-2 2 0,4 0-1 0,1-1 3 16,1 1-1-16,4-4 1 0,0 1 1 15,-1-1-2-15,1-1 2 0,4 0-1 16,-1-2-1-16,-5-5 1 0,14 3 8 16,-14-3-6-16,18 0 3 0,-18 0 7 15,16-1 4-15,-16 1 4 0,0 0-4 0,20-2 2 16,-20 2-6-16,0 0-2 0,15 0-4 15,-15 0-4-15,5 10 28 0,2 0-18 0,-4 1-1 16,-1 7-5-16,4 2 0 0,-3 2 2 16,1 0 1-16,2 1-3 0,-2 1 4 0,2-2-3 15,-1-2 1-15,-3-2 18 0,0-1-6 16,2-5 13-16,-2 1 21 0,-1-6 9 0,-1 3 10 16,0-2 15-16,2 0 6 15,-2-8 10-15,-2 12-2 0,-1-7-7 0,3-5-8 16,-13 8-7-16,1-5-77 0,12-3-11 15,-22 1 0-15,8 1 0 0,3-2 0 16,11 0 0-16,-22 0 0 0,22 0 0 0,-21-2 0 16,21 2 0-16,-15-1 0 0,15 1 0 15,-13-3 0-15,13 3 0 0,-13-4-49 0,13 4-222 16,0 0-74-16,-11-2-95 0,11 2-126 16,0 0-154-16,0 0-99 0,0 0 83 0,0 0-708 15,0 0-893-15</inkml:trace>
  <inkml:trace contextRef="#ctx0" brushRef="#br0" timeOffset="22826.3">11822 7304 3592 0,'0'0'-157'16,"0"0"57"-16,0 0 46 0,3-7 43 16,-3 7 34-16,0 0 40 0,0 0 4 0,0 0 5 15,-3-6-2-15,3 6 2 0,0 0 26 16,0 0 19-16,-11 17 13 0,7-5-11 0,-1 1-3 15,-1 6 2-15,0-1-1 0,0 3 2 16,1 2-4-16,-1-1-7 0,2 0-10 16,4-2 2-16,0-2-5 0,0 1-7 0,2-2-1 15,6-3-8-15,-7 1-1 0,5-2-7 16,2-5 0-16,2-1-11 0,-3-2-4 16,7-2-6-16,-5-1-6 0,-9-2-3 15,25-5-4-15,-10 0-4 0,-1-5 5 0,-5 1 5 16,2-7 2-16,-1 0-6 0,-3-3-2 15,-3-4-4-15,-2 0-2 0,-4-1-9 0,0-1 3 16,-1 1-8-16,-8-2-1 0,0 2-5 16,-2 7-7-16,0 4-6 0,-6 1-26 0,-2 10-17 15,-2 0-29-15,-6 6-34 0,-7 6-35 16,-2 3-53-16,2 1-53 0,6 2-50 16,1 0-62-16,4 0-75 0,8-6-138 0,5 1-42 15,7-3 69-15,5-1-326 0,0-7-355 16</inkml:trace>
  <inkml:trace contextRef="#ctx0" brushRef="#br0" timeOffset="23159.98">12358 7204 2822 0,'-2'-8'247'0,"6"2"21"0,-4 6-12 16,0-9-11-16,0 9-19 0,0 0-16 15,0 0 26-15,0 0 11 0,0 0-7 16,9 26-14-16,-6-4-17 0,0 12-21 16,-1 0-17-16,0 6-16 0,0 0-16 0,-4-2-9 15,2 2-22-15,0-3-7 0,-2 2-7 16,0-5-16-16,1-7-8 0,-1-3-24 15,-3-1-23-15,3-6-28 0,-2-2-39 0,4-1-44 16,-1-2-46-16,-1-3-67 0,2-2-111 16,0-7-124-16,2 7-151 0,-2-7-132 0,0 0 61 15,0 0-550-15,25-11-671 0</inkml:trace>
  <inkml:trace contextRef="#ctx0" brushRef="#br0" timeOffset="23493.8">12598 7378 3575 0,'-6'-4'68'0,"6"4"10"0,0 0 37 0,0 0 28 16,0 0 29-16,-21 12 4 0,19-1-2 16,-3 1-9-16,1 5-12 0,2 1-10 0,0-1-13 15,2 0-14-15,2 3-14 0,2 1-5 16,3-1-10-16,1-1-7 0,2-2-9 15,-1-2-8-15,4-2-3 0,1-2-7 0,1-5-3 16,0 1-6-16,2-3-2 0,-3-3-7 16,1-2-7-16,0-2 5 0,-4 0-4 15,3-6 5-15,1-1 2 0,-3-6-1 0,-3 0 1 16,1-4-5-16,-5-2-5 0,-1-2 4 16,1 2-12-16,-4 1 1 0,-1 2-12 15,-1 5-15-15,-6-3-24 0,1 5-34 0,-5 2-40 16,-1 3-52-16,-1 2-82 0,1 3-87 15,-6 1-118-15,3 2-216 0,-1 1-20 0,4 2 81 16,0 0-431-16,12-4-504 0</inkml:trace>
  <inkml:trace contextRef="#ctx0" brushRef="#br0" timeOffset="23809.76">13053 7366 3091 0,'-11'11'127'0,"8"-5"43"0,-4 1 22 0,3 3 11 16,-1 0 3-16,3 0-6 0,0 2-7 15,2 0-18-15,0-1-12 0,4 1-14 0,1 2-14 16,1-3-12-16,4 0-8 16,-1-3-11-16,3-2-7 0,1-2-10 0,4 0-8 15,-1-2-9-15,-2-2 11 0,0-2 18 16,-1 1 8-16,1-4 19 0,-5-1 12 0,1-3 1 15,-2-3-5-15,-2-2-12 0,-5 0-2 16,-1-5-7-16,-1-4-20 0,-5 4-6 0,-1-5-21 16,-5-3-19-16,-6 3-40 0,1 4-59 15,2 8-75-15,-2 7-105 0,-1 1-134 0,4 2-156 16,-4 2-215-16,2 2-19 0,0 0 85 16,3 0-586-16,1-1-717 0</inkml:trace>
  <inkml:trace contextRef="#ctx0" brushRef="#br0" timeOffset="25310.08">15333 5479 3329 0,'7'-9'-103'0,"-1"-2"41"0,0 5 36 16,0-1 30-16,-5-1 27 0,3 2 21 16,0-2 29-16,-1 2 20 0,-3 6 6 0,2-9 0 15,-2 9-4-15,2-10-11 0,-2 10-15 16,0 0-2-16,0 0 18 0,0 0 11 15,-7 35 10-15,-4 2 12 0,-3 17 9 0,-5 7 8 16,2 2 0-16,-10 22-4 0,0 2-1 16,1 0-11-16,-2-3-8 0,-1-1-8 0,4-2 3 15,2-20-11-15,5-3 4 0,-2-1-9 16,3-5-7-16,4-5-8 0,-1-11-8 16,3-5-1-16,3-5-5 0,1-7-5 15,0-1-2-15,4-5 19 0,-3-3-6 16,4 1 10-16,-1-3 11 0,-1 0-12 0,0 0-7 15,2-2-7-15,2-6-6 0,-6 11-4 16,6-11-9-16,-4 6-1 0,4-6-15 0,-2 6-22 16,2-6-42-16,0 0-33 0,-7 2-33 15,7-2-53-15,0 0-61 0,0 0-81 0,0 0-112 16,0 0-127-16,-21-4-229 0,21 4 37 16,-13-6 80-16,7 2-501 0,6 4-609 0</inkml:trace>
  <inkml:trace contextRef="#ctx0" brushRef="#br0" timeOffset="26558.85">14592 7292 3212 0,'5'-17'22'0,"-1"2"46"0,0 4 31 0,-3 0 29 16,1 2 33-16,-2 4 22 0,0 5 10 15,0-13-13-15,0 13-16 0,2-7-16 16,-2 7-8-16,0 0 15 0,0 0 3 16,0 0-2-16,-11 38-5 0,6-15-14 0,-1 9 0 15,-1 3-5-15,4 1-2 0,-3-1-14 16,4-2-14-16,-1-4-7 0,-1-6-9 0,2 0-13 15,0-1-7-15,-2 1-7 0,2-7 2 16,0-1-18-16,0 0-25 0,0-6-29 0,2 1-27 16,0-3-29-16,-2 0-43 15,2-7-70-15,0 10-90 0,0-10-91 0,0 0-94 16,0 0-105-16,0 0-127 0,13-20 53 16,-12 9-454-16,7-4-560 0</inkml:trace>
  <inkml:trace contextRef="#ctx0" brushRef="#br0" timeOffset="26808.59">14898 7210 3091 0,'8'-8'49'0,"-6"-2"42"15,1 6 16-15,-3 4 23 0,4-7 5 16,-4 7 13-16,0 0 37 0,0 0 24 0,0 0 9 16,2 23-5-16,-4-3-11 0,-2 2 3 15,1 10-12-15,-3 4-13 0,2 2-22 0,-1 0-11 16,-2 0-15-16,2-2-7 15,-1-2-22-15,3 0-3 0,1-8-15 0,-4-5-5 16,4 2-9-16,2-7-22 0,-1 1-32 16,-4-2-37-16,3-3-39 0,2 0-54 0,0-3-40 15,0-2-48-15,2-2-86 0,-2-5-75 16,6 5-97-16,-6-5-149 0,0 0-49 16,19-9 70-16,-14 3-405 0,4-2-469 0</inkml:trace>
  <inkml:trace contextRef="#ctx0" brushRef="#br0" timeOffset="27192.79">15268 7289 2660 0,'-6'-11'12'0,"1"7"23"15,-2 0 13-15,7 4 10 0,-13-3 28 0,2 3 20 16,11 0 33-16,-25 1 0 0,13 3 6 15,-1 1-10-15,2 1-9 0,-2 2-12 0,1 0-6 16,5 1-3-16,2-1-8 0,2 3 0 16,3 1-6-16,2-1-5 0,-1 3-4 0,10 0-3 15,-2 1-19-15,4 1 3 0,6 7-2 16,1-3-12-16,-6-1 7 0,0-4-4 16,-1 1-1-16,-4 1-3 0,0-4 4 0,-6 3 3 15,3-3 13-15,-4 0 6 0,-4-2 5 16,0 3 5-16,-2-3-7 0,-3 0 1 15,-1 0 1-15,-2 0-9 0,1-2-4 0,-3-4-5 16,3 2-5-16,-2-3-6 0,-1 2-6 16,1-6-6-16,-3 3-11 0,1-2-14 15,0-1-32-15,-1 0-37 0,3 0-50 0,-5 0-74 16,3 0-101-16,0 0-93 16,-4 0-133-16,1 0-168 0,3 0 48 0,1-1-473 0,3-2-570 15</inkml:trace>
  <inkml:trace contextRef="#ctx0" brushRef="#br0" timeOffset="28142.9">15623 7313 2996 0,'2'-14'16'0,"-1"2"45"0,-1 3 41 0,2 1 40 15,0 3 26-15,-2 5 22 0,0-11 14 16,0 11-2-16,0-8-12 0,0 8-16 0,0 0 25 16,0 0 13-16,0 0-8 0,-4 36-15 15,1-14-16-15,-4 13-2 0,3 0-21 16,-1 1-15-16,-1 3-9 0,5-2-15 16,-1-6-11-16,2-3-9 0,-2-3-1 15,0-1-18-15,2-4-6 0,-2 1-10 0,2-4-17 16,-2-1-14-16,2-3-26 0,-1-1-29 15,-2 2-26-15,1-3-42 0,0-1-41 0,0-2-59 16,-2 0-74-16,3-3-82 0,1-5-92 16,-4 4-92-16,4-4-144 0,0 0 58 0,0 0-470 15,0 0-564-15</inkml:trace>
  <inkml:trace contextRef="#ctx0" brushRef="#br0" timeOffset="28409.1">15865 7308 3101 0,'3'-6'63'16,"-1"0"29"-16,2 1 17 0,-4 5-3 15,4-8 5-15,-4 8 28 0,0 0 34 0,0 0 18 16,3 25-3-16,-3-6-9 0,-2 4-13 16,2 4-17-16,-1 10-5 0,1 2-16 0,-2 0-8 15,-2 1-17-15,2 0-9 0,0-4-9 16,2-5-13-16,-1-8-2 0,1 1-10 0,-2-3-11 15,0-4-19-15,-1 3-28 0,3-7-32 16,0 1-36-16,0-3-45 0,-2-3-70 16,2-2-102-16,0-6-112 0,0 7-150 0,0-7-102 15,0 0 69-15,0 0-404 16,0 0-460-16</inkml:trace>
  <inkml:trace contextRef="#ctx0" brushRef="#br0" timeOffset="28791.28">16268 7452 2810 0,'0'0'54'0,"6"-3"11"15,-6 3 8-15,0 0 29 0,0 0 28 16,7 9 15-16,-5 0 8 0,0-1 1 16,-2 5 9-16,-2 2-11 0,0 2-9 0,1 4-21 15,-3-2 6-15,0-2-2 16,4 0-6-16,-4 0-1 0,6-1-11 0,0 0-7 15,0-7-2-15,2 3-10 0,-2 1-8 16,1-5-9-16,7 0-4 0,-2-2-8 0,-3-2-7 16,7-4-1-16,-12 0-6 0,0 0 8 15,19 0 6-15,-19 0 7 0,5-13-4 0,-7 4 3 16,1-2-7-16,-9-9-5 0,-2-7 0 16,-4 3 0-16,-5 0 2 0,0-2 2 0,2 4 7 15,-1 2 26-15,4 3-8 0,4 5 17 16,3 1 12-16,-1 1 10 0,5 2-3 15,-2-1-13-15,5 1-4 0,2 8-18 0,2-12-11 16,7 4-24-16,2-1-33 0,2 3-64 16,0-1-72-16,4 2-66 0,2-1-96 15,-1 5-114-15,-1 0-123 0,-3 2-175 16,-2 0-56-16,2 3 86 0,-3 3-593 0,-3 0-718 16</inkml:trace>
  <inkml:trace contextRef="#ctx0" brushRef="#br0" timeOffset="30075.49">15569 5409 3256 0,'-4'-14'-129'16,"3"4"44"-16,-1 0 42 0,0 3 35 0,2 0 26 15,0 7 34-15,-5-10 22 0,5 10 5 16,0-8-1-16,0 8-6 0,-2-9-7 0,2 9-6 16,0 0 16-16,0 0 16 0,0 0 6 15,0 0 10-15,39 15 1 0,-12-1 8 0,1 3-3 16,12 6-5-16,2 0-5 0,4 6-4 16,7 2-10-16,-2 6-9 0,1-1-7 15,17 10-8-15,-3 2-5 0,-1 3-5 0,8 0-4 16,-1 3-3-16,1-3-7 15,-3-3-4-15,-5-1-4 0,-14-11 0 0,-5-3-5 16,2 2-1-16,-1-3-2 0,-3-2 0 16,1-2-5-16,-4 1-3 0,-1-4 14 0,0 3 12 15,-2 0 1-15,2-1 1 0,-2 0 2 16,2 4 4-16,-1-2 3 0,4 4 5 0,-2 1 0 16,9 2-1-16,2 0-6 0,4 1 1 15,10 4-13-15,-12-4-2 0,-2-4-3 0,-2 1 1 16,0-3-6-16,-3-2 5 0,-1-2 0 15,-2 0 10-15,-6-3 7 0,-10-4 0 16,3-2 1-16,-4 0-1 0,-2-2 1 16,-2 0 19-16,-7-2-15 0,2-4 1 15,-5 2 1-15,1-3 24 0,-5 1-3 0,0-1 3 16,3 1 15-16,-3-5 12 0,-1 0 0 16,0 0 3-16,-2 0 6 0,-6-5 5 0,11 9 5 15,-8-5 0-15,-3-4-4 0,11 5-8 16,-11-5-56-16,5 3-61 0,-5-3 0 0,0 0 0 15,9 7 0-15,-9-7 0 0,0 0 0 16,10 3 0-16,-10-3 0 0,0 0 0 0,6 5 0 16,-6-5 0-16,0 0 0 15,0 0 0-15,0 0 0 0,0 0 0 0,0 0-16 16,0 0-318-16,0 0-150 0,0 0-163 0,0 0-244 16,-30-1 68-16,6-5 90 0,-10 0-717 15,-5-3-899-15</inkml:trace>
  <inkml:trace contextRef="#ctx0" brushRef="#br0" timeOffset="31175.14">17526 7560 3827 0,'-4'-7'-109'0,"2"2"47"0,2 5 41 16,0-9 14-16,0 9 13 0,9-8 21 0,4 4 25 15,-2-2 16-15,4 5 10 0,4 0 5 16,-4 1-11-16,9 1 3 0,-4 3-1 0,1 4 13 16,0 1-2-16,-4 3 2 15,-1 2 17-15,-3 2 17 0,-6 4 21 0,-4-3 13 16,-6 3 23-16,-1 1 15 0,-1 1 15 16,-4-2 13-16,1-1 7 0,0-1-5 0,0-3-6 15,5-1-12-15,-1-1 6 0,2 0-8 16,2-1-4-16,2 1-16 0,5 0-17 0,3 4-17 15,4-4-15-15,-2-1-11 0,6-2-26 16,-1 4-33-16,0-7-43 0,5 1-56 0,-8-4-78 16,4 1-80-16,-2-1-81 0,0-4-103 15,4 0-100-15,4-4-96 0,2-1-113 0,9-7-92 16,2-2 70-16,0 1-637 16,7-8-799-16</inkml:trace>
  <inkml:trace contextRef="#ctx0" brushRef="#br0" timeOffset="31491.7">18426 7637 3656 0,'1'-9'-18'0,"-2"2"46"0,1 7 48 16,-8-10 29-16,8 10 42 0,-5-7 33 16,5 7 16-16,-16 0 11 0,16 0 8 0,-19 6-7 15,7 2-8-15,0 1-9 0,0 4-16 16,-1 3-12-16,2 2-13 0,4-1-16 0,5 3-11 16,2-3 5-16,8 4-15 0,2-3-10 15,6 5-35-15,6-1-23 0,3-5-33 0,1-5-25 16,-2-3-21-16,1-5-16 0,0 2 2 15,-2-6 5-15,2-2 7 0,-6 0 15 0,-2-4 5 16,0 0 16-16,-1 0 10 16,-3-5 11-16,-1-2 9 0,-7-5 7 0,3-3 4 15,-7-2-8-15,1-3 3 0,-2 0-9 16,-2 0 4-16,1 2-6 0,-5 2-10 0,1 2 5 16,-3 1-4-16,0 7-29 0,-1 2-32 15,-3 3-42-15,-1 5-74 0,-2 0-95 16,-1 6-105-16,1-3-107 0,0 6-159 0,2-1-83 15,1 2 76-15,4-3-497 0,6 0-598 16</inkml:trace>
  <inkml:trace contextRef="#ctx0" brushRef="#br0" timeOffset="31841.97">18994 7596 3429 0,'-21'0'147'0,"-1"0"32"0,6 1 25 16,-4 6 21-16,1-1 15 0,-9 5 6 0,11 3-11 16,-3 0-12-16,7 1-19 0,2 2-12 15,3 2-20-15,6-1-13 0,4 4-17 16,3-1-14-16,7 2-25 0,7 0-33 16,-2-3-26-16,8-3-26 0,-3-7-25 0,-2-1-15 15,1-2-2-15,2-2 6 0,-4-3 2 16,-2-2 3-16,-2-3 12 0,3-3 5 0,-5-1 9 15,-1-4 2-15,-3 0 4 0,-2-7 6 16,2-1-3-16,-8-5-2 0,1-12-2 16,-2 7-3-16,-3-7 2 0,-4 4-3 0,0 7-6 15,-1 4-1-15,-1 4 0 0,-1 5-6 16,1 3-14-16,-2 4-27 0,-1 3-45 0,-1 4-75 16,1 2-101-16,-1 1-110 0,0 4-140 15,4-4-221-15,8 1 67 0,1-6 67 0,0 0-432 16,15 17-504-16</inkml:trace>
  <inkml:trace contextRef="#ctx0" brushRef="#br0" timeOffset="32541.28">19828 7389 2821 0,'0'0'-31'0,"4"-11"32"15,-1 7 31-15,6-2 23 0,-4 2 36 0,6 0 39 16,1 0 19-16,3 0 12 0,3 1-3 16,-4 3 2-16,2 0-2 0,1-2-5 15,-1 4-12-15,-2 1-8 0,0 1-7 0,1 1-12 16,1 2-7-16,-3-1-9 0,0 5-10 16,0 1-9-16,-2 1-7 0,-2 1-8 0,-2 4-6 15,-1-2-4-15,-3 1-6 0,-3 0-6 16,0 1-2-16,-1 1-6 0,-3 0 0 0,-2-2-5 15,4 0-1-15,-1 0-6 16,-1-2 0-16,1-2-2 0,1-1-2 0,2-1 0 16,0 0 5-16,2 2 5 0,1-2 8 15,3 1 15-15,-1 0 4 0,1-1 13 0,1 1 2 16,1 1-4-16,2 0-1 0,-3-2-4 16,0 1 1-16,0-3-3 0,-2 3 0 0,1-2-3 15,-2-2 5-15,-2 1 3 0,-1 0 9 16,-1-1-3-16,0-8 7 0,-5 15 1 15,-1-8-23-15,-1 2 6 0,-1-4-3 0,-3 2-11 16,-2 0-10-16,-1-4-4 0,1 1-30 16,-1-3-46-16,3 1-56 0,-1 0-87 15,12-2-135-15,-19-5-154 0,10-2-191 16,4-2-98-16,4 1 80 0,2-3-597 0,4-3-739 16</inkml:trace>
  <inkml:trace contextRef="#ctx0" brushRef="#br0" timeOffset="32891.56">20558 7538 3410 0,'0'0'34'0,"0"0"52"16,0 0 44-16,0 0 38 0,-32 15 36 16,17-3 24-16,1 2 16 0,3-1 0 0,-1 5-5 15,3-1-11-15,1-1-20 0,4 1-19 16,4 0-15-16,2-1-18 0,4 2-13 15,-1 3-4-15,7-7-19 0,1 1-14 16,3-3-8-16,3-3-20 0,4-1-20 0,-2-2-16 16,3-2 0-16,-5-2-5 0,3-2-1 15,-6-2-4-15,4-2-2 0,-8-2-6 0,2 0 4 16,-3-4-7-16,1-6 2 0,-4 0-7 16,-3-4 13-16,-1 1-12 0,0-6-7 0,-2 1-2 15,-2 1 7-15,0 3-11 16,-2 3-4-16,-2 2-12 0,-1 1-29 0,-7 2-35 0,2 7-51 15,-1 2-74-15,-5 1-102 0,4 4-113 16,-8 2-131-16,5 1-222 0,-4 4 69 16,8 0 76-16,4-2-492 0,2-3-586 15</inkml:trace>
  <inkml:trace contextRef="#ctx0" brushRef="#br0" timeOffset="33191.06">21069 7488 3372 0,'5'-7'129'0,"1"1"22"0,-2 5 23 16,-4 1 47-16,0 0 35 0,0 0 27 16,-23 24 21-16,9-9-13 0,3 3-18 0,-3 7-25 15,0 1-23-15,5 2-20 0,-2-5-24 16,10-4-10-16,-1 0-25 0,4-1-7 16,4-4-13-16,3 3-14 0,4-5-25 15,7 1-16-15,6 0-11 0,-3-6-1 0,0-3-8 16,-6-2-7-16,4-2 15 0,-2-2 3 15,-2-3-5-15,-2-4 5 0,1-1 1 0,-5-6-2 16,-4-2-5-16,0-15-6 0,-5 4-4 16,-9-10-8-16,2-3-7 0,-10-2-25 15,-4 1-42-15,-6 0-48 0,-6 11-71 0,2 7-102 16,-8 5-141-16,-1 6-171 0,0 4-252 16,-3 4 11-16,5 0 99 0,6 6-693 15,3-2-857-15</inkml:trace>
  <inkml:trace contextRef="#ctx0" brushRef="#br0" timeOffset="34175.18">15370 5288 3641 0,'0'0'-147'0,"4"-9"22"0,-4 9 14 16,10-5 12-16,0 4 19 0,3-3 23 16,4 1 25-16,2-1 15 0,8 1 18 0,9 1 7 15,8-1 2-15,0 6 1 0,5 0-2 16,16 6 2-16,2 1-1 0,1 6-3 16,6 1 1-16,23 7 3 0,-1 1-2 0,11 1 2 15,4 3-3-15,9 3 4 0,13-1-4 16,6 3-3-16,14-4 1 0,42 13-1 0,-37-17 14 15,1 1 18-15,51 8 9 0,-54-12 8 16,-5 0 7-16,-1 1-2 0,-9-7 10 0,-7 1-3 16,-9-1 4-16,-3-2-4 15,-2-1-7-15,1-2 7 0,1-2-14 0,-1 0-9 16,1 0 1-16,10 1-8 0,3-3 4 16,2 4-2-16,6 0-14 0,4 5 2 0,-5 1 1 15,5 3-2-15,-3 1-6 0,-8 3 2 16,0 4-2-16,-3 2-4 0,-3 2-2 15,0-1 0-15,1 2 4 0,-5 1-2 0,4 3-9 16,1-5 5-16,0 2-2 0,9 0-8 16,-4-4 9-16,9 3-6 0,-1-4 4 0,-9-2 5 15,-1-1-8-15,-11-1 4 16,-8-5 35-16,-20-1 27 0,-28-7 25 0,-12-1 11 16,-15-4 22-16,-13-2 17 0,-4-3 19 15,-7 3 27-15,2-4 22 0,-3 2 10 0,-2-3 0 16,-2 0 1-16,-1 2-6 0,-10-3-18 15,15 3-18-15,-15-3-13 0,15 2-14 0,-15-2-20 16,12 0-9-16,-12 0-22 0,0 0-43 16,15 0-70-16,-15 0-76 0,0 0-86 0,16-4-88 15,-16 4-114-15,7-4-146 0,-3 2-218 16,-4 2-51-16,0-12 88 0,0 12-635 16,-8-15-790-16</inkml:trace>
  <inkml:trace contextRef="#ctx0" brushRef="#br0" timeOffset="35358.33">22844 7068 3491 0,'3'-16'-66'0,"1"2"25"15,-2 4 19-15,-4 0 13 0,-2 3 12 0,1 0 14 16,-4 2 14-16,0 0 14 0,-4 0 1 15,-3 5-6-15,-1 0-2 0,-5 3-1 0,1 4-5 16,-1 2 5-16,-3 4-10 0,0 6-1 16,8-3-1-16,5 0-9 0,4-2 6 0,4 3-3 15,2 0 9-15,8-3-13 0,2 4-1 16,1-1 2-16,8 4-4 0,4 0 2 16,1 2 0-16,1-4 5 0,-2 0-3 0,2-2 12 15,-6-2-7-15,-2-3 8 0,-4 0-4 16,-1-1 5-16,-1-3 7 0,-5 1 10 15,0-1 13-15,-4 2 15 0,0-3-3 16,-4 2 5-16,-2 0-3 0,-4-1-1 0,-3 0-1 16,-1 1-8-16,-3 2-5 0,-4-2-6 15,-1-1-4-15,-2-3-5 0,1 2-5 0,5-4-3 16,-2 1-6-16,1-1-2 0,3-3-11 16,2 0-25-16,0 0-34 0,0-3-45 0,1-1-66 15,-1-2-56-15,7 2-80 0,-3-4-81 16,5 4-119-16,1-3-89 0,2 7 41 0,4-12-259 15,-1 6-283-15</inkml:trace>
  <inkml:trace contextRef="#ctx0" brushRef="#br0" timeOffset="35724.08">23301 7115 2277 0,'9'-16'31'15,"-2"2"23"-15,1 1 21 0,-4 3 21 0,2 2 15 16,-2-3 24-16,-2 5 4 0,-1 0 3 15,-1 6-14-15,0-13-14 0,0 13-7 0,0 0-5 16,-9-7-6-16,9 7-7 0,-19 5-3 16,4 0-1-16,-3 6-5 0,-1-1-9 0,-3 9 1 15,2 1-10-15,6-2-7 16,3-3-9-16,2 3 1 0,6-5 1 0,3 3 6 16,0-2 9-16,3 1 4 0,6 2 6 15,1 1 13-15,2-1 8 0,2-3 5 0,0 2 1 16,-3-3-5-16,3 1-3 0,-3-2-2 15,-3-5-6-15,-3 2-3 0,2-3 3 0,-4 1-2 16,1 0 5-16,-4 0-2 0,0-7 1 16,-4 14-9-16,-6-8-4 0,1-1-8 15,-4 2-9-15,-4 0-8 0,0-3 0 0,-2-1-10 16,-1 0-18-16,-5 1-25 0,3-1-30 16,3-1-39-16,-1 0-36 0,4-1-56 15,-2-1-81-15,3-1-79 0,1-1-110 16,3-1-163-16,4 0-77 0,1-3 77 0,4-1-422 15,2 7-496-15</inkml:trace>
  <inkml:trace contextRef="#ctx0" brushRef="#br0" timeOffset="36074.94">23653 7178 3027 0,'0'0'37'0,"0"0"22"15,0 0 30-15,-25 3 43 0,12 6 16 0,-5 1 16 16,-4 9 4-16,3 0-13 0,-3 3-2 16,10-4-5-16,0 0-8 0,4 0-8 15,4 1-7-15,4-2-6 0,6 1-8 16,4-3-8-16,9 5-11 0,4-1-8 0,5-3-8 16,1-5-8-16,-2-7-4 0,0 0-7 15,-5-4-4-15,3-2 1 0,-4 0 0 0,0-2 4 16,-2-5-5-16,-4-2-8 0,-4-1-3 15,1-2-1-15,-6-4-11 0,-2-3-1 0,-2 2-5 16,-4-6-4-16,0-1-2 0,-6-6-13 16,0 6-9-16,3 5-13 0,-5 4-17 15,-3 3-17-15,-2 4-17 0,-5 1-28 16,4 5-39-16,-4 0-43 0,1 4-61 0,0 2-64 16,0 0-99-16,4 2-205 0,1-2-20 15,9 2 72-15,5-4-350 0,0 0-387 16</inkml:trace>
  <inkml:trace contextRef="#ctx0" brushRef="#br0" timeOffset="37007.83">24821 6973 2669 0,'0'0'28'0,"-12"-10"26"16,12 10 29-16,-22 2 36 0,-1 3 28 16,-9 3 24-16,-4 8 7 0,-9 6 6 0,-2 4-8 15,3 2-3-15,2 1-3 0,2 1-4 16,6 2-7-16,5 2-8 0,9-5-5 0,0 0-1 16,9 0-11-16,1 0-1 0,6-5-10 15,4-2-7-15,2-1-7 0,4 1-14 16,4-2 1-16,3 5-18 0,4-3-3 0,2-7-6 15,-2-2-11-15,3-1-4 0,-2-4-9 16,0-3 0-16,-3 0-3 0,-2-3 5 16,-2-2-9-16,-11 0 3 0,22-6-8 15,-15 2-2-15,-1-6 1 0,-3-1-5 0,1-1-3 16,-4-1 1-16,0-3-6 0,-4 1-11 16,2 1 4-16,2 3 3 0,-3-1-9 0,1 4-3 15,-4-1-15-15,3 4-22 0,-3 2-26 16,-2-1-34-16,8 4-41 0,-17 0-51 0,17 0-58 15,-15 3-62-15,5-1-68 0,10-2-93 16,-11 4-162-16,11-4-14 0,0 0 71 16,0 0-379-16,0 0-430 0</inkml:trace>
  <inkml:trace contextRef="#ctx0" brushRef="#br0" timeOffset="37323.86">24962 7289 2830 0,'0'0'93'0,"-6"-14"25"0,6 14 27 0,-3-7 20 16,3 7 25-16,0 0 28 0,-20 0 3 16,20 0-4-16,-20 9 0 0,6-1-13 0,3 3-2 15,2 1-4-15,-1 1-14 0,4 1-13 16,0 3-14-16,6 1-6 0,4-2-21 16,2 4-9-16,3-2-15 0,8 4-4 15,-1-3-14-15,6 0-9 0,1-5-11 0,1-4 2 16,-10-1 1-16,2-6 7 0,-3 1-8 15,-1-3-2-15,-12-1-7 0,18-1-4 16,-7-3-5-16,-2-3-6 0,-4-3-8 0,5-3 3 16,-2-4-4-16,-2-4-10 0,-1-3-4 15,-3 2-7-15,2-1-27 0,-3 2-22 0,1 6-31 16,-2 3-59-16,0 2-84 0,-2-1-110 16,1 5-104-16,-3 1-121 0,4 5-198 0,-7-7 38 15,7 7 71-15,0 0-505 0,0 0-603 16</inkml:trace>
  <inkml:trace contextRef="#ctx0" brushRef="#br0" timeOffset="37540.21">25476 7124 3068 0,'14'-21'146'0,"-3"3"50"0,-1 4 43 16,0 2 20-16,-7 3-2 0,3 2-16 16,0 1-16-16,-6 6 41 0,0 0 26 15,0 0-23-15,1 34-24 0,-6-2-18 0,-6 17-23 16,1 1-20-16,-3 1-16 0,2 2-16 15,-5-2-18-15,3-1-31 0,-1-2-50 0,5-11-52 16,-2 0-52-16,-3-5-60 0,3-1-56 16,-3-3-68-16,5-8-77 0,0-4-92 0,-4-4-114 15,6-2-205-15,0-3 38 0,-3-1 82 16,4-2-458-16,6-4-534 0</inkml:trace>
  <inkml:trace contextRef="#ctx0" brushRef="#br0" timeOffset="41089.94">15293 6985 864 0,'0'0'317'0,"0"0"-73"16,5-18-32-16,-5 18-18 0,-3-5-6 15,3 5 6-15,-8-6 19 0,8 6 9 16,0 0 18-16,-4-7 4 0,4 7 3 16,0 0 4-16,0-9-22 0,0 9-20 0,4-6-17 15,-4 6-10-15,4-7-11 0,2 4-12 16,-6 3-12-16,3-7-14 0,-3 7-14 0,6-8-15 15,-6 8-11-15,0 0-10 0,2-2-9 16,-2 2-8-16,0 0 0 0,0 0 0 0,0 0-6 16,0 24-7-16,0-13 1 0,0 5-3 15,0 3-2-15,0 1 2 0,0 6-4 16,0 1 5-16,1 16-2 0,-2 2-5 16,2-1 2-16,-1 14-8 0,-3-1-3 0,-1 2 1 15,-1-5-9-15,-3 0 8 0,5-11 1 16,-8-4-6-16,8 2 4 0,-5-5 1 0,3-2-1 15,-2-6 3-15,3-6-1 0,3 3-1 16,-3-4 9-16,0 1-1 0,1 1 1 0,1 0 2 16,-4 2 8-16,0 8-11 0,0-6 3 15,1-2-7-15,-5 5 7 0,5-5-1 0,-5 4 3 16,0-8 4-16,5 0-3 0,-1-5-2 16,2-4 0-16,-2-1 3 0,3-3-9 15,-3 3 12-15,4-4 1 0,0 0 4 0,0 0 6 16,1-2 0-16,1-5-12 0,-4 9 1 15,2-5-5-15,2-4-2 0,-3 7-3 16,3-7-2-16,-2 6-5 0,2-6-14 16,0 0-23-16,-1 8 0 0,1-8 0 0,0 0 0 15,-2 6 0-15,2-6 0 0,0 0 0 16,0 0 0-16,-4 5 0 0,4-5 0 0,0 0 0 16,0 0 0-16,0 0 0 0,0 0 0 15,-6 6 0-15,6-6 0 0,0 0 0 16,0 0 0-16,-9 2 0 0,9-2 0 0,-14 0 0 15,1 0 0-15,-8 2 0 0,-6-2 0 0,-16-2 0 16,-3 0 0-16,-3-1 0 0,-14-1 0 16,-1-4 0-16,1 3 0 0,-1-4 0 15,-1 2 0-15,0-3 0 0,3 0 0 16,1-2 0-16,7 2 0 0,11 0 0 0,-2 4 0 16,7-2 0-16,1 1 0 0,6 2 0 15,4 2 0-15,4-1 0 0,4 2 0 0,0 0 0 16,4 0 0-16,2 1 0 0,2-2 0 15,-3 3 0-15,14 0 0 0,-20-3 0 0,11 2 0 16,9 1 0-16,-13-2 0 0,13 2 0 16,-10-2 0-16,10 2 0 0,-7-3 0 0,7 3 0 15,-10-1 0-15,10 1 0 16,-3-11 0-16,1 2 0 0,0-2 0 0,2-4 0 16,4-2 0-16,-1-18 0 0,7-5 0 15,3-11 0-15,2-6 0 0,5-6 0 0,6-17 0 16,3-5 0-16,3 5 0 0,4-5 0 15,2 2 0-15,-2 4 0 0,-7 21-55 0,-2 6-16 16,-4 4 3-16,-7 12 2 0,-3 7 10 16,-2 3 7-16,-2 6 9 0,-3 6-1 0,2 3 1 15,-5 1 5-15,1 2 5 0,0 1-1 16,-1 2-1-16,2-2 4 0,-3 3 0 0,-2 4 2 16,4-6 6-16,-4 6 2 15,0 0 3-15,0 0 0 0,7-3 0 0,-7 3-2 0,0 0 1 16,0 0 9-16,23 5-2 0,-12-3 4 15,9 2 10-15,-2-2-12 0,11 0 3 16,11-1 5-16,7 0-6 0,3 2-4 16,1-3 6-16,3 0-4 0,-4 0-15 0,-3 0 15 15,-5-3 2-15,-2 6 7 0,-6-2-3 16,5 3 1-16,-9-2 0 0,-4 1-1 0,3-1-4 16,0 0 5-16,8 4 0 0,-1-2-1 15,1 1 2-15,-10-2-5 0,-2 1 6 16,-1-1-3-16,-3 1 9 0,-1-3-9 0,-4 1 5 15,-2-1-7-15,-1 3 7 0,-1-4-5 16,-1 2 7-16,-1-2-1 0,-10 0-2 16,12 1 8-16,-12-1-3 0,11 1-2 15,-11-1 0-15,11 3 2 0,-11-3-1 0,10 2-3 16,-10-2 8-16,15 3-3 0,-8-3 1 16,7 2-5-16,4 1 2 0,0-1-1 0,7 1 5 15,2 2-8-15,11-3 2 0,-1 5-4 16,6-2 2-16,-1 0 0 0,-3-1-2 0,2-1 4 15,-1 2-4-15,-8-3 0 0,-5 0 0 16,-6-1-1-16,-1 1 0 0,7-2 12 0,0-2-11 16,-2 1 4-16,0-1-7 0,2 0 2 15,11 0-3-15,-10-2 13 0,8-3-10 16,-5 1 0-16,-6 3 1 0,1 0 0 16,-3-1-2-16,-6 2-3 0,3-1 3 0,-6 0 2 15,-2 1 5-15,-1 2-5 0,-1-2-4 16,-10 2 2-16,15-3-15 0,-15 3 21 0,11-2-1 15,-11 2-6-15,11-2 11 0,-11 2 0 16,14 0 12-16,-14 0 3 0,11-1-7 0,-11 1 3 16,13-2 0-16,-13 2-7 0,9 0-12 15,-9 0 14-15,0 0 0 0,0 0-10 0,17 2 3 16,-17-2 0-16,8 7-2 0,-5-2-9 16,-3 3 19-16,2 1-6 0,0 6-4 0,-2 4 3 15,-2 5 2-15,0 2 5 16,2 9-3-16,-5 7 9 0,-4-1 1 0,0 11 2 15,-2 2 8-15,2 2-7 0,-5-1 3 16,3-5 2-16,-1 4 6 0,3-5 5 0,1-7-2 16,-4-5 7-16,5 2 0 0,1 0-3 15,-1-3-28-15,2-2-16 0,-4-2 0 0,5-6 0 16,3-6 0-16,-5 4 0 0,4-6 0 16,0-1 0-16,2 0 0 0,-1 3 0 0,-6-6 0 15,5 4 0-15,0-4 0 0,1 1 0 16,-1-1 0-16,0-1 0 0,-2-1 0 0,2 0 0 15,0 0 0-15,2-3 0 0,-1 1 0 16,-1-3 0-16,2 0 0 0,0 0 0 16,0-7 0-16,0 10 0 0,0-10 0 15,-2 8 0-15,2-8 0 0,-2 7 0 0,2-7 0 16,0 7 0-16,0-7 0 0,0 0 0 16,-4 7 0-16,4-7 0 0,0 0 0 0,0 0 0 15,-6 7 0-15,6-7 0 0,-6 3 0 16,6-3 0-16,-23 0 0 0,8 0 0 0,-11 0 0 15,-16-3 0-15,-17-4 0 0,-4 3 0 16,-12-2 0-16,-4-3 0 0,-28-5 0 0,-10-1 0 16,6 1 0-16,-2 2 0 0,7-1 0 15,27 6 0-15,10 0 0 0,6 2 0 16,20 1 0-16,10 4 0 0,10 0 0 0,6-1 0 16,5 1 0-16,1 0 0 0,11 0-694 15,-7-3-292-15,7 3 96 16,0 0 100-16,0 0-853 0,0 0-1081 15</inkml:trace>
  <inkml:trace contextRef="#ctx0" brushRef="#br0" timeOffset="44672.21">8649 6948 4228 0,'0'0'-141'0,"0"0"59"16,0 0 56-16,0 0 40 0,0 0 46 15,0 0 35-15,0 0 22 0,0 0 25 0,0 0 7 16,0 0 8-16,0 0 3 16,0 0-6-16,0 0-3 0,0 0-9 0,0 0-6 0,0 0-10 15,-7-19 7-15,7 19-7 0,-5-5-5 16,5 5 1-16,-9-7-11 0,9 7-4 15,-5-6-17-15,5 6 7 0,-10-8-7 16,5 5-6-16,5 3-11 0,-12-10-1 0,5 4-14 16,-3 0-2-16,0 2-11 0,-3-3 0 15,1 1-5-15,-3 0 2 0,2 0-15 0,-4 2 2 16,-1 0-3-16,0 0-1 0,0 1-3 16,0 1-5-16,-2-1 0 0,-3 2-6 15,3 1 15-15,1-2-15 0,-3 2-6 16,-1 0 9-16,3 2-3 0,1-1 1 15,-3 2-11-15,2-3 1 0,2 4 6 0,0-1-6 16,0 3 2-16,1-2-1 0,-2 2-5 16,2 0 6-16,0 3 2 0,0 1-5 0,-3 0-5 15,5 2 5-15,-4-3-3 0,2 4 3 16,0-1 6-16,2 1-3 0,-1 1 10 0,3 0-7 16,0 0 19-16,0 1 1 0,3-1-3 15,-2-2-1-15,5 1 1 0,0-1-6 0,-2 1-3 16,2-2 2-16,1 3-6 0,1-1 0 15,-1 1 1-15,0 0-7 0,0 2 4 16,3-1-2-16,-1-1 5 0,0 1-3 16,1 0 2-16,-1 1-4 0,2-1 9 0,-3 1 10 15,5-2-7-15,-2-1 7 0,2 1 6 16,0 0 0-16,0 0 0 0,0 1 0 16,0-1-8-16,0 1 5 0,0-1-5 0,2 0-1 15,-4 1 2-15,4 0-3 0,0 2-2 16,1 1-2-16,-1-4 9 0,-2 4-8 0,4-1-2 15,-3 1-1-15,1-3 2 0,0 4 0 16,-2-2-14-16,2 0-4 0,2-2 0 0,-3 3 0 16,-1-1 0-16,2-2 0 0,0-1 0 15,0-1 0-15,-2 2 0 0,6-1 0 0,-6 4 0 16,2-3 0-16,2-1 0 0,2 1 0 16,-5-1 0-16,5 2 0 0,-1-1 0 15,4-1 0-15,-4-1 0 0,5 1 0 0,-3 0 0 16,1 0 0-16,1-2 0 0,-3-1 0 15,1 1 0-15,4 0 0 0,-4-4 0 16,0 1 0-16,5-1 0 0,-1 1 0 0,2-3 0 16,3 1 0-16,5 2 0 0,1-5 0 15,3 4 0-15,8-1 0 0,3-1 0 16,-8-1 0-16,-1-2 0 0,0 0 0 0,4-2 0 16,-5-1 0-16,3 0 0 0,0 2 0 15,-8-2 0-15,1 0 0 0,-1-2 0 0,1 2 0 16,-6-4 0-16,0 4 0 0,0-3 0 15,-2 2 0-15,-3-3 0 0,3 2 0 16,1-2 0-16,3-3 0 0,-4 2 0 16,6-4 0-16,-4 1 0 0,2-1 0 0,3-1 0 15,-4 0 0-15,0-1 0 0,2 1 0 16,-2-1 0-16,1-1 0 0,-1 2 0 0,-2 0 0 16,-4-1 0-16,0 1 0 0,2 0 0 15,-4-1 0-15,0 0 0 0,-1 0 0 0,3-1 0 16,-3-1 0-16,-1 1 0 0,3-5 0 15,0 3 0-15,-3-4 0 0,1 4 0 0,2-5 0 16,-1-1 0-16,-2 1 0 16,1-3 0-16,0 2 0 0,1-9 0 0,1 1 0 15,1-1 0-15,-7 2 0 0,3-4 0 16,0-4 0-16,-2-1 0 0,-1 0 0 0,-2-3 0 16,0-1 0-16,0 1 0 0,-2 3 0 15,-2 5 0-15,-2 6 0 0,2 0 0 0,-1 1 0 16,-8-5 0-16,0 2 0 0,-2 1 0 15,-4 2 0-15,-10 2 0 0,-2 3 0 0,-12-3 0 16,-7 2 0-16,-3 4 0 0,-3 2 0 16,1 3 0-16,-3 3 0 0,11 6 0 15,-3 2 0-15,1 4 0 0,3 0-884 0,2 2-100 16,3 2 102-16,7-1-968 0,8 2-1277 16</inkml:trace>
  <inkml:trace contextRef="#ctx0" brushRef="#br0" timeOffset="52704.67">7472 4236 1598 0,'0'0'529'0,"0"0"-151"0,0 0-91 15,0 0-69-15,0 0-30 0,0 0-1 0,0 0-18 16,0 0-14-16,0 0-8 0,0 0-13 16,0 0-18-16,0 0-7 0,0 0-13 15,13-3-8-15,-13 3-24 0,0 0-28 0,0 0-28 16,0 0-39-16,0 0-39 0,0 0-61 16,0 0-69-16,0 0-90 0,0 0-106 0,0 0-183 15,0 0 41-15,-42 8-235 16,29-6-262-16</inkml:trace>
  <inkml:trace contextRef="#ctx0" brushRef="#br0" timeOffset="52903.82">7154 4386 2347 0,'-10'3'106'0,"10"-3"11"15,0 0 9-15,0 0 10 0,-11 2 13 16,11-2 0-16,0 0 12 0,0 0-33 0,0 0-13 15,0 0-11-15,0 0-34 0,0 0-41 16,0 0-44-16,-16-5-55 0,16 5-67 16,0 0-72-16,-6-3-100 0,6 3-143 15,0 0-57-15,-13-2 50 0,13 2-78 0,0 0-39 16</inkml:trace>
  <inkml:trace contextRef="#ctx0" brushRef="#br0" timeOffset="53087.47">6890 4475 1547 0,'0'0'84'0,"-9"5"26"16,9-5 15-16,0 0 12 0,0 0 17 0,-12 3 7 16,12-3 7-16,0 0-10 15,0 0-18-15,0 0-14 0,0 0-8 0,-9 4-27 0,9-4-9 16,0 0-26-16,0 0-31 16,-6 8-53-16,3-6-73 0,3-2-95 0,-9 10-127 15,2-5-182-15,2 3 34 0,-5-3-93 16,2 2-66-16</inkml:trace>
  <inkml:trace contextRef="#ctx0" brushRef="#br0" timeOffset="53254.06">6695 4710 1708 0,'-7'5'128'16,"7"-5"21"-16,-7 5-8 0,7-5 6 0,-6 5-6 15,6-5-6-15,0 0-10 0,0 0-20 16,-7 6-10-16,7-6-16 0,-7 5-28 0,7-5-35 15,-5 6-50-15,3 1-52 16,2-7-57-16,-9 12-60 0,1-3-75 0,2-2-101 16,2 1-266-16,0 2-143 0</inkml:trace>
  <inkml:trace contextRef="#ctx0" brushRef="#br0" timeOffset="53438.43">6611 4907 1829 0,'0'0'52'0,"-4"6"27"0,4-6 16 15,0 0 23-15,-4 8 17 16,4-8 10-16,0 0 2 0,-3 7-16 0,3-7-15 16,0 0-12-16,0 0-15 0,-3 9-5 15,3-9-14-15,0 0-26 0,-2 8-38 0,2-8-48 16,-2 14-63-16,2-4-62 0,-4 0-101 16,2 4-138-16,-1 1-69 0,-1 1-131 15,2-3-105-15</inkml:trace>
  <inkml:trace contextRef="#ctx0" brushRef="#br0" timeOffset="53623.28">6679 5248 1640 0,'2'6'106'15,"-2"-6"48"-15,0 0 21 0,0 0 19 16,0 0 11-16,0 0 17 0,0 0-1 16,0 0-11-16,0 0-20 0,0 0-23 0,0 0-15 15,0 0-20-15,0 0-24 0,0 0-29 16,0 0-36-16,3 6-50 0,-3-6-60 0,0 0-73 15,2 13-77-15,0-10-90 0,-2-3-135 16,4 10-76-16,-1-5 39 0,-2 2-141 16,-1-7-117-16</inkml:trace>
  <inkml:trace contextRef="#ctx0" brushRef="#br0" timeOffset="53821.27">6783 5496 1773 0,'0'0'95'15,"0"0"26"-15,0 0 5 0,0 0 13 16,7 4 10-16,-7-4 5 0,0 0 0 0,0 0-17 16,0 0-7-16,0 0-25 0,0 0 0 15,3 8-23-15,-3-8-26 0,4 6-37 0,-4-6-50 16,8 7-54-16,-5-3-65 0,1 2-90 16,2-2-100-16,0-1-121 0,1 1 10 15,1-1-89-15,0-1-43 0</inkml:trace>
  <inkml:trace contextRef="#ctx0" brushRef="#br0" timeOffset="53987.28">7012 5583 1579 0,'8'-7'83'0,"-8"7"22"16,0 0 12-16,10-7-2 0,-10 7-1 16,0 0-9-16,6-5-13 0,-6 5-9 0,0 0-11 15,5-5-15-15,-5 5-22 0,0 0-19 16,11 0-32-16,-11 0-29 0,0 0-44 0,18-2-44 15,-11-1-71-15,-7 3-105 0,21-2-296 16,-10 0-103-16</inkml:trace>
  <inkml:trace contextRef="#ctx0" brushRef="#br0" timeOffset="54187.18">7380 5612 1761 0,'0'0'108'0,"0"0"28"0,0 0 8 15,0 0 13-15,0 0-5 0,14-9 2 16,-14 9-10-16,0 0-13 0,0 0-15 0,0 0-8 16,0 0-13-16,11-3-28 0,-11 3-5 15,0 0-26-15,0 0-39 0,19 2-41 0,-19-2-49 16,0 0-57-16,23-2-73 0,-13-2-101 16,3 3-96-16,-2-5-32 0,6 3-114 15,-1 0-66-15</inkml:trace>
  <inkml:trace contextRef="#ctx0" brushRef="#br0" timeOffset="54353.49">7748 5542 1674 0,'7'-7'95'15,"-7"7"21"-15,0 0 11 0,9-6 5 0,-9 6-6 16,0 0-1-16,0 0-9 0,7-4-15 16,-7 4-14-16,0 0-16 0,0 0-11 0,0 0-34 15,0 0-28-15,0 0-39 0,17 0-49 16,-17 0-68-16,0 0-84 0,13 0-107 0,-13 0-323 15,10 0-166-15</inkml:trace>
  <inkml:trace contextRef="#ctx0" brushRef="#br0" timeOffset="54520.83">8017 5434 1881 0,'0'0'27'0,"3"-6"8"0,-3 6-2 0,0 0 0 15,0 0-5-15,0 0-5 0,11-4-14 16,-11 4-35-16,0 0-63 0,9 0-92 0,-9 0-139 16,0 0-175-16,0 0 1 0</inkml:trace>
  <inkml:trace contextRef="#ctx0" brushRef="#br0" timeOffset="54670.86">8322 5382 1557 0,'0'0'135'0,"0"0"2"0,0 0-11 16,0 0-16-16,0 0-16 0,0 0-34 15,0 0-51-15,0 0-86 0,0 0-140 0,0 0-441 16,0 0-154-16</inkml:trace>
  <inkml:trace contextRef="#ctx0" brushRef="#br0" timeOffset="58303.47">5581 6904 1931 0,'0'0'82'15,"11"-4"24"-15,-11 4 4 0,0 0 12 0,0 0 21 16,0 0 22-16,6-10 22 16,-6 10 8-16,0 0-4 0,0 0-15 0,0 0-7 15,0 0-6-15,0 0-1 0,0 0-7 16,0 0-5-16,0 0-11 0,0 0-12 0,0 0-7 15,0 0-8-15,2 21 7 0,-2-21 9 16,0 0 10-16,10 4 5 0,-10-4-1 0,15 0 0 16,-15 0-12-16,25-6-4 0,-8 4-15 15,7-3-11-15,8-7-12 0,0 4-7 0,2-2-3 16,0-1-17-16,-1 5-3 16,-5-3-10-16,-4 4-1 0,-4 0-8 0,-1 1-1 15,-2 0-4-15,0 0-3 0,-4 0-1 16,1 1-3-16,-5 0-7 0,-9 3-4 15,18-4 1-15,-18 4 1 0,13-2 5 0,-13 2-8 16,12-1-3-16,-12 1 1 0,0 0 2 16,11-4-25-16,-11 4-32 0,0 0-40 0,7-1-53 15,-7 1-77-15,0 0-115 0,0 0-141 16,0 0-208-16,0 0-56 0,0 0 79 0,0 0-523 16,0 0-640-16</inkml:trace>
  <inkml:trace contextRef="#ctx0" brushRef="#br0" timeOffset="59388">11961 6619 3385 0,'-5'5'147'0,"-1"-2"49"16,6-3 19-16,0 0 8 0,0 0 22 0,0 0 27 16,0 0 29-16,0 0 12 0,40-7 5 15,-20 2-23-15,-2-3-26 0,5 2-27 0,9-3-25 16,-5 1-20-16,-2 2-19 0,-3 0-19 16,1-1-19-16,1 3-15 0,-3 0-13 15,-1-2-29-15,-1 1-39 0,-3 2-39 0,-3-1-47 16,0 1-55-16,-1 1-62 0,-3 0-83 15,1-1-120-15,-4 0-127 0,-6 3-152 0,4-6-146 16,-4 6 70-16,0 0-693 16,-20-13-861-16</inkml:trace>
  <inkml:trace contextRef="#ctx0" brushRef="#br0" timeOffset="72520.1">8447 5313 3672 0,'0'0'-153'0,"0"0"42"0,0 0 24 15,0 0 12-15,0 0 11 0,0 0 9 16,0 0 7-16,9-15 5 0,-9 15 5 0,0 0 2 15,0-9-14-15,0 9-16 0,0 0-21 16,0 0-21-16,0-6-41 0,0 6-73 0,0 0-132 16,1-9-301-16,-1 9-152 0</inkml:trace>
  <inkml:trace contextRef="#ctx0" brushRef="#br0" timeOffset="72700.53">8544 5022 1782 0,'5'-7'-12'0,"0"2"7"0,-1 0 1 16,-4 5-4-16,6-9 0 0,-5 4-11 16,-1 5-16-16,4-8-30 0,-2 2-45 0,-2 6-77 15,4-11-265-15,-2 4 39 0</inkml:trace>
  <inkml:trace contextRef="#ctx0" brushRef="#br0" timeOffset="72883.69">8522 4642 1415 0,'-6'-11'71'15,"4"5"2"-15,-2-2-5 0,4 8-1 16,-2-12-6-16,2 6-2 0,0 6-8 15,0-15-2-15,0 15-8 0,2-13-6 0,0 9-32 16,-2 4-32-16,6-12-49 0,-2 4-59 16,2-1-84-16,-5 1-299 0,-1-1-24 15</inkml:trace>
  <inkml:trace contextRef="#ctx0" brushRef="#br0" timeOffset="73067.23">8354 4346 1409 0,'-15'-4'5'0,"15"4"9"16,-8-6 8-16,8 6 12 0,-8-6 9 0,8 6 7 16,-7-5 2-16,7 5-1 0,-4-8-5 15,4 8-4-15,-3-6-5 0,3 6-24 0,0 0-29 16,-6-8-37-16,6 8-59 16,-3-7-61-16,3 7-325 0,-2-6-4 0</inkml:trace>
  <inkml:trace contextRef="#ctx0" brushRef="#br0" timeOffset="73234.98">7988 4173 1334 0,'-15'-3'-12'0,"15"3"13"16,-14-4-2-16,14 4 3 0,-13-2 1 0,13 2-4 15,-12-1-3-15,12 1-4 0,-13-3-24 16,13 3-27-16,0 0-48 0,0 0-78 15,-21 2-132-15,21-2 167 0</inkml:trace>
  <inkml:trace contextRef="#ctx0" brushRef="#br0" timeOffset="85714.84">4670 9005 803 0,'2'-10'173'0,"-2"3"-7"0,0-2-11 16,0 3-18-16,0-1 4 0,0 7 2 15,0-12 3-15,2 7 2 0,-2-4 11 0,0 9 15 16,-2-13 4-16,2 5 10 0,0 8-5 15,2-13-2-15,-2 13-10 0,0-10-10 0,0 10-13 16,-2-10-8-16,2 10-17 0,0 0-14 16,0-8-13-16,0 8-17 0,0 0-6 15,0 0-1-15,0 0 12 0,-7 28 4 16,0-4-5-16,-2 12 5 0,2 17 13 16,-1 3 1-16,0 5 10 0,1 6-6 0,1 3-4 15,-3 1 6-15,2-1-4 0,2-2-7 16,-1-6-9-16,3 0 0 0,-1-8 19 0,0-11 0 15,1-3-14-15,1-3-8 0,-3-9-8 16,5-4-9-16,-2-6 0 0,0 1-11 0,2-3-3 16,-1-3-22-16,-1-1 3 0,2-3-3 15,-2-1-6-15,2 0 0 0,0-8-19 0,-4 12-41 16,4-12-41-16,-5 4-56 0,5-4-65 16,-8 2-74-16,8-2-74 0,0 0-87 15,0 0-103-15,-26-8-166 0,15 6 66 0,2 0-428 16,-2 0-535-16</inkml:trace>
  <inkml:trace contextRef="#ctx0" brushRef="#br0" timeOffset="86082.39">4124 9839 2973 0,'0'-11'2'16,"0"11"25"-16,1-7 13 0,-1 7 16 15,0 0 13-15,2-10 12 0,-2 10 7 0,0 0 13 16,15-1 12-16,-15 1 3 0,27 11 10 16,-10 0-4-16,12 7 0 0,0 3-6 15,10 8-12-15,-3 2-5 0,0-2-7 0,-2 4-13 16,-2-4-4-16,-8-7-8 0,-3 1-6 15,-1-4-4-15,-6-2-7 0,-1-3-3 0,-6-4-9 16,0-2-4-16,1-1 0 0,-2 2-3 16,-2-4-2-16,1 0-3 0,-5-5-5 0,6 8 5 15,-6-8-24-15,5 6-26 0,-5-6-37 16,0 0-45-16,0 0-54 0,0 0-61 16,0 0-68-16,0 0-95 0,-12-18-158 0,8 13-49 15,0-1 58-15,4 6-220 16,-5-13-243-16</inkml:trace>
  <inkml:trace contextRef="#ctx0" brushRef="#br0" timeOffset="86398.9">4924 9844 2170 0,'3'-5'81'0,"1"-1"22"0,-4 6 1 16,5-8-6-16,-5 8-18 15,0 0-2-15,0 0 33 0,0 0 29 0,0 0 22 16,-36 24 7-16,13 0 9 0,-13 5-1 16,0 4-3-16,0 2 0 0,0 0-9 15,2 0-10-15,2-6-5 0,7-2-13 0,5-2-14 16,2 0-13-16,2-9-12 0,5 0-7 16,1-4-8-16,3-2-5 0,-1 0-12 0,-1-2-6 15,5-2-5-15,-2 1-2 0,2-2-1 16,4-5-6-16,-7 11-1 0,7-11-4 0,-4 4-15 15,4-4-34-15,0 0-40 0,-9 5-38 16,9-5-63-16,0 0-74 0,-12 0-67 16,12 0-96-16,0 0-118 0,-19-3-142 15,19 3 56-15,-17 0-330 0,9 3-399 16</inkml:trace>
  <inkml:trace contextRef="#ctx0" brushRef="#br0" timeOffset="88666.33">6363 11231 2386 0,'0'0'-19'0,"0"0"29"0,-2-9 28 16,2 9 4-16,2-7 14 0,-2 7 20 16,7-12 9-16,3 6 4 0,-3-3 0 0,1 3-10 15,2 0-8-15,-1 1-4 0,-1-1-9 16,-1 4-4-16,-7 2-7 0,12-8-6 16,-12 8-7-16,7-4-9 0,-7 4 1 0,0 0-2 15,0 0 1-15,0 0-6 0,0 0 1 16,12 12 6-16,-12-12-3 0,-6 11 6 0,6-11 3 15,-12 12 3-15,5-4 20 0,-2 3 6 16,-1-1-6-16,0 1 18 0,-3 1 3 0,3-2-1 16,-1 4 8-16,2 1 0 15,-1 2-7-15,2 0 3 0,3 2 5 0,1 3-3 16,2 1-9-16,2-5 5 0,0 7-2 16,4-4-9-16,2 4 1 0,-3-3-8 0,1 1-4 15,1 1-10-15,2-6-2 0,-1-2-2 16,-5-3-1-16,3-1-6 0,0-3 0 15,-2 1-1-15,-1 2-2 0,1-5 6 0,0-2-2 16,-2 0-1-16,0-5-10 0,2 7-48 16,-2-7-56-16,0 0-84 0,0 0-85 0,0 0-79 15,0 0-102-15,0 0-171 0,0 0-4 16,-15-18 62-16,13 14-255 0,2 4-286 0</inkml:trace>
  <inkml:trace contextRef="#ctx0" brushRef="#br0" timeOffset="89382.15">6272 11412 2118 0,'-7'-5'-2'0,"7"5"36"16,-4-8 29-16,2 2 33 0,2 6 30 0,-9-13 25 16,7 2 16-16,-1 3 18 0,-1-2 7 15,-1-1-7-15,4 0-2 0,-1 0-8 16,0 3-12-16,2-2-13 0,0-1-12 0,4 1-11 15,0-1-15-15,4 0-11 0,-1 0-9 16,9-1-9-16,-2 0-6 0,4 5-8 0,0 2-11 16,4 0-3-16,-1 3-9 0,3 4-2 15,1 4-2-15,5 4-9 0,-5 3-5 16,-2 4 1-16,-4 4-3 0,-7 0-4 16,-5 8-2-16,-3-4-3 0,-6 1 2 0,-7 8 2 15,-3 1-4-15,-7 6 8 0,-2-2 12 16,-4 1 19-16,-3-1 12 0,1 0 18 15,-1 1 18-15,1-4 8 0,4-7-12 0,2-3-5 16,3-3-6-16,5-2-11 0,2-3-6 16,4-3-7-16,1-1-4 0,2-1 7 0,4-6-23 15,5 2-2-15,2 0 0 0,6-4-4 16,4-2-3-16,7 0 0 0,3-3-8 16,12-3 2-16,-3-1-6 0,0-4-4 0,-4-1 7 15,-3-2-7-15,-2-2 6 0,-9 1 8 0,-4-3 39 16,-5 0 4-16,-3-1 5 15,-6-1 3-15,-6-6 13 0,-10-7-2 0,-11-4-2 16,-7 0-3-16,-7 0-5 0,-2 1 7 16,-4 0-10-16,-1 5 2 0,-1-1 4 15,4 4 7-15,5 1 8 0,7 5-74 0,6 2-30 16,3-3 0-16,7 5 0 0,6 0 0 16,4 0 0-16,5 2 0 0,9-4 0 0,6-7 0 15,10 4 0-15,7-1 0 0,12-1 0 16,6 5 0-16,8 0 0 0,-4 6 0 0,7 5 0 15,-11 2 0-15,1 6-326 16,-3 2-172-16,-2 5-105 0,-3-1-115 0,-7 3-137 16,-6 5 86-16,-6-3-735 0,-8 3-950 15</inkml:trace>
  <inkml:trace contextRef="#ctx0" brushRef="#br0" timeOffset="89913.25">7582 11142 4288 0,'2'-7'-75'0,"0"0"58"16,0 1 31-16,-2 6 35 0,4-6 35 16,-4 6 10-16,2-6-2 0,-2 6-7 15,0 0-11-15,0 0-11 0,0 0 11 0,0 0 14 16,0 0 6-16,-35 23 13 0,12 1 11 16,-11 9 5-16,-2 3 6 0,-2 3 0 0,-3 4-1 15,-2 1-7-15,3 3-6 0,-2-1-10 16,8-1-4-16,1-2-10 0,7-3-10 15,2 0-3-15,12-9-12 0,0-2-6 16,6-3-5-16,4-6 3 0,2 0-14 0,7 0 5 16,2-1-9-16,4-4 1 0,10 2-4 15,-4-6 2-15,2-4-11 0,4-2-1 0,-8-4-2 16,-2-1 1-16,2-3-5 0,0 0 4 16,-3-4-6-16,-1-2 2 0,4-1-6 0,-9-4 3 15,-3 1-2-15,1-3-7 0,-6 0 0 16,0-2 3-16,-4 3-6 0,-1-2-6 0,-5-1 2 15,-2 3-4-15,-1-1-18 0,-4 5-14 16,-2 0-21-16,-2 2-25 0,-2 2-27 16,3 2-45-16,0 2-55 0,-1 1-112 15,6 4-107-15,-2-2-124 0,0 0-218 16,3 2 63-16,5-1 80 0,9-1-447 0,-9 5-543 16</inkml:trace>
  <inkml:trace contextRef="#ctx0" brushRef="#br0" timeOffset="91013.05">8478 11315 2818 0,'0'0'-32'15,"1"-9"49"-15,1 4 41 0,0 0 34 0,3-2 41 16,-1 0 28-16,-3 0 45 0,1 0 14 16,0 3 12-16,-2 4-3 0,6-13 4 15,-5 8-7-15,-1 5-4 0,4-8-6 0,-4 8-24 16,4-7-23-16,-4 7-20 0,0 0-16 16,4-9-20-16,-4 9-8 0,0 0-8 0,0 0 15 15,0 0-2-15,13 17 6 16,-11-3 12-16,2 2 0 0,1 9 11 0,-1 13-1 0,1 5-5 15,-2 1 0-15,-1 2-6 0,0 11-13 16,-4-8-8-16,2-3-14 0,0 1-4 16,0-6-9-16,-2-1-5 0,-1-2-11 15,1-7-3-15,2-5-3 0,0-8-1 0,-3 0 1 16,3-1-3-16,-2-4-16 0,2-1-38 16,0 0 0-16,0-3 0 0,0-1 0 0,0-8 0 15,0 15 0-15,0-15 0 0,0 10 0 16,0-10 0-16,2 4 0 0,-2-4 0 0,0 0 0 15,0 0 0-15,8 3 0 0,-8-3-328 16,0 0-129-16,0 0-126 0,0 0-148 16,0 0-127-16,6-17 84 0,-6 17-743 0,-2-10-962 15</inkml:trace>
  <inkml:trace contextRef="#ctx0" brushRef="#br0" timeOffset="91716.78">8836 11361 3855 0,'2'-7'-114'0,"2"0"63"16,-3 0 55-16,1-1 30 0,0 1 47 0,1-1 37 15,-1 1 32-15,-2 7 27 0,4-14 10 16,-3 7 2-16,-1 7-18 0,2-10-16 0,-2 10-16 16,4-6-18-16,-4 6 11 0,0 0 17 15,0 0-4-15,5 31 2 0,-3-6 2 16,2 10 1-16,0 4 0 0,-2 3 2 16,0 3-20-16,0 0-10 0,0 0-7 15,-2 0-11-15,0-2-11 0,0-1 7 0,-4-1 17 16,2-4 10-16,2-8-12 0,-2-5 1 15,-2 0-17-15,4-7-9 0,-2 1-7 0,2-5-3 16,-2-1-8-16,2-2-6 0,0-1-7 16,0-2 0-16,-2 2-7 0,2-9-52 0,0 10 0 15,0-10 0-15,2 6 0 0,-2-6 0 16,0 0 0-16,2 7-3 0,-2-7-171 0,0 0-78 16,6 4-104-16,-6-4-121 0,0 0-154 15,0 0-224-15,0 0 63 0,0 0 92 0,0 0-644 16,0 0-799-16</inkml:trace>
  <inkml:trace contextRef="#ctx0" brushRef="#br0" timeOffset="92180.06">9257 11459 3574 0,'-1'-8'-87'0,"1"8"28"0,-4-8 15 16,4 8 43-16,0 0 41 0,0 0 56 16,0 0 36-16,-20 12 21 0,9 4 9 0,1 1 10 15,-5 10 14-15,6 2 12 0,1-4 3 16,2-1 8-16,4 0-3 0,1 1 5 0,1 0-16 15,1 1 8-15,1-3-31 0,6 8-6 16,2-2-15-16,1-3-16 0,7-2-9 0,0-2-12 16,5-3-11-16,4-4-9 0,3-3-2 15,-7-5-16-15,2-4-2 0,-4-2-10 16,5-5-1-16,-1 1-12 0,6-8 1 16,-1-4-4-16,-3-6-9 0,4-8-6 15,-4-5 2-15,-4-7-1 0,-5-5-5 0,-2-5-9 16,-5-3-1-16,-6 1-3 0,-3 8-1 15,-5 2-7-15,-7 4 15 0,0 2-6 0,-6 5-3 16,-8 3-8-16,-1 7-25 0,-7 3-21 16,-2 7-27-16,-2 4-17 0,5 6-30 0,3 4-44 15,-6 3-61-15,-1 1-92 0,1 5-110 16,-1 2-146-16,5-1-236 0,2 5 69 16,3-1 81-16,2 3-519 0,5 4-638 0</inkml:trace>
  <inkml:trace contextRef="#ctx0" brushRef="#br0" timeOffset="92846.03">10765 11346 3056 0,'4'-19'14'0,"-1"5"59"0,-1 1 46 15,2 0 19-15,0 3 10 0,-1 0 32 0,-1 0 21 16,3 3 6-16,-3 0-12 0,1 0-18 16,-3 7-18-16,0 0 20 0,0 0 24 0,0 0 22 15,19 22 3-15,-11-3-4 0,0 10 8 16,-3 7-17-16,3 2-7 0,-5 4-2 15,2-3-6-15,-1 2-18 0,-3 0-16 16,-1 0-11-16,0-3-16 0,0-8-7 0,-1-2-17 16,-1-3-12-16,0 0-9 0,2-7-6 15,-3 2-13-15,1-3-6 0,0-4-7 0,2 1-38 16,0-4-24-16,-1 2 0 0,1-5-40 16,-2 2-86-16,2-9-100 0,0 8-140 0,0-8-161 15,0 0-159-15,0 0-175 0,0 0 64 16,0 0 102-16,17-15-620 0,-8 10-773 15</inkml:trace>
  <inkml:trace contextRef="#ctx0" brushRef="#br0" timeOffset="93230.31">11233 11422 3694 0,'13'-21'13'0,"1"5"50"0,1 2 20 15,6-3 14-15,4 2 18 0,-2 3 12 0,-2 6-4 16,0 0-3-16,0 6-9 0,-1 2-6 16,2 4-2-16,3 10 1 0,-4 5 12 15,-6 6 15-15,-10 4 7 0,-5-1 17 0,-5 7 11 16,-8 0 30-16,-7 8 25 16,-1-4 6-16,-1-2 6 0,4-7 4 0,2-3-3 0,-2-3-5 15,7-6-12-15,1-3-2 16,3-3-3-16,1-5 7 0,1 2-32 0,3-2-187 15,2-2 0-15,3 0 0 0,7-2 0 16,5 0 0-16,2 0 0 0,2-4 0 0,8 1 0 16,-3-2 0-16,5 0 0 0,-1 0 0 15,-3 0 0-15,-2 0 0 0,2-2 0 0,-8 2 0 16,1 0 0-16,-6 0 0 0,1-1 0 16,-13 1 0-16,18 0 0 0,-18 0 0 0,14 0 0 15,-14 0-413-15,0 0-125 0,0 0-129 16,0 0-211-16,0 0 57 0,0 0 87 15,0 0-674-15,0 0-860 0</inkml:trace>
  <inkml:trace contextRef="#ctx0" brushRef="#br0" timeOffset="93646.28">12270 11393 4084 0,'-6'-12'-49'0,"3"6"16"15,-5 2 26-15,0 2 53 0,8 2 51 16,-18 6 24-16,4 2 22 0,-8 10 13 0,0 3 8 16,1 5 4-16,1 2 13 0,2 1 6 15,2 2 9-15,5 0 25 0,2 0-2 0,4-6-5 16,5-1 4-16,0-3-14 0,5 1-14 15,3-2-13-15,4 9-13 0,2-11-12 0,8 3-17 16,0-5-10-16,-1-3-8 0,0-5-15 16,1-2-10-16,3-5-11 0,-2 0-8 0,1-2-5 15,1-4-3-15,5-5-7 16,-1-5-4-16,-4-6-46 0,0-5-8 0,0-9 0 16,-3-5 0-16,-6-3 0 0,-4 5 0 15,-2 0 0-15,-7 1 0 0,-3 6 0 0,-3-4 0 16,-9 6 0-16,-1 3 0 0,-9 2 0 15,-2 6-44-15,-4 4-154 0,-5 4-85 16,7 5-122-16,-3 4-124 0,2 1-154 0,-13 1-164 16,6 4 83-16,-1 3-745 0,5 1-956 15</inkml:trace>
  <inkml:trace contextRef="#ctx0" brushRef="#br0" timeOffset="94662.58">13688 11347 4036 0,'8'-12'-82'0,"-3"2"57"0,2 0 58 0,-2 1 36 16,1 1 39-16,-1 2 41 0,3-4 40 15,-5 5 17-15,4-3 0 0,-4 4-12 16,-3 4-16-16,11-3 28 0,-11 3 35 0,14 11 8 16,-4 3-1-16,-5 5 1 15,4 14-14-15,0 3-8 0,-6 1-10 0,-1 2-11 16,0 0-12-16,-4-3-17 0,2 2-17 16,-2-8-14-16,1 5-15 0,-5-8-87 0,1-4-44 15,2-3 0-15,-5 3 0 0,3-5 0 16,-4-1 0-16,-2 1 0 0,0-5 0 0,6-1 0 15,-5 0 0-15,2-5 0 0,3 0 0 16,-1-4-161-16,6-3-136 0,0 0-53 0,0 0-55 16,-5-20-49-16,12-1-38 0,4-13-45 15,10-15-36-15,4-6-58 0,-1-6-41 0,1 5-559 16,-2-5-693-16</inkml:trace>
  <inkml:trace contextRef="#ctx0" brushRef="#br0" timeOffset="94878.62">13963 11176 3216 0,'1'-19'-96'0,"1"4"56"0,-2 3 48 0,0 0 44 16,-2 4 30-16,1 0 29 15,1 8 22-15,-12-6 19 0,12 6 26 0,-24 4 20 16,-3 8 20-16,-6 6 0 0,-4 7 11 16,-2 5 8-16,1 0 9 0,0 3 4 0,7 0-14 15,5 1-5-15,6-3-16 0,9-2-12 16,6-3-8-16,-1-5-14 0,6 0-13 0,4 1-13 16,3-1-12-16,8 4-15 0,4-1-12 15,3-6-15-15,4 0-4 0,3-5-48 0,5-4-57 16,0-2-70-16,4-3-76 0,-4-7-102 15,4 0-139-15,3-6-153 0,-1-3-200 16,-2-1-45-16,-1-1 88 0,-1 0-630 16,-11 6-791-16</inkml:trace>
  <inkml:trace contextRef="#ctx0" brushRef="#br0" timeOffset="95179.35">14639 11168 3506 0,'10'-17'33'0,"-3"2"67"16,-3 7 43-16,2-2 25 0,-3 2 14 16,1 3 5-16,-4 5 1 0,8-3 38 15,-8 3 55-15,11 12-9 0,-1 4-8 16,-7 5-16-16,6 13-10 0,-8 3-18 0,-1 5-12 16,0 0-18-16,-5 3-11 0,-2 8-21 15,-4-6-15-15,2-6-14 0,-1-2-17 0,1-3-9 16,-2-3-10-16,-1-4-8 0,1-2-11 15,-1-4-10-15,4-9-32 0,1 1-32 0,-1-4-35 16,5 0-37-16,-4-4-25 0,3-2-54 16,1-2-64-16,3-3-68 0,0 0-72 0,0 0-72 15,-2-23-70-15,6 2-72 0,8-13-119 16,2-16 0-16,4 0 65 0,0-6-440 0,4 2-536 16</inkml:trace>
  <inkml:trace contextRef="#ctx0" brushRef="#br0" timeOffset="95412.24">14797 11039 2807 0,'4'-18'-49'0,"-4"1"58"0,0 6 46 16,0 0 32-16,0 4 34 0,0 7 20 0,-6-12 15 16,-1 11 27-16,7 1 23 0,-27 6 15 15,-4 12 10-15,-3 7 13 0,-4 8 23 0,0 4 8 16,-1 1-4-16,2 2 7 0,1-1-13 16,3 1-17-16,6 1-13 0,4-3-19 0,10-8-12 15,3 2-10-15,8-6-17 0,1-3-13 16,4 0-6-16,6-3-17 0,2-1-17 0,6 1-10 15,5-2-15-15,3-3-21 16,10-5-44-16,-7-5-46 0,1-3-76 0,1-4-94 16,15-1-111-16,-2-4-136 0,1-1-148 15,-6 1-192-15,-2-3-41 0,-2 4 91 0,-7 3-667 16,-5-1-839-16</inkml:trace>
  <inkml:trace contextRef="#ctx0" brushRef="#br0" timeOffset="95761.39">15298 11248 3951 0,'-3'-8'51'0,"-1"6"12"0,4 2 13 16,0 0 48-16,0 0 33 0,-27 13 30 15,15 1 12-15,-4 8 14 0,0 4 0 0,1 5-5 16,4 1 4-16,3 2 0 0,0-1-9 15,5 2-7-15,1-8-5 0,4 1-11 0,1-4-7 16,10 5-22-16,3-4-11 0,3-1-14 16,5-7-9-16,3-2-12 0,7-6-7 15,3-4-13-15,-3-5-4 0,4-2-1 0,2-5-14 16,1-5-7-16,2-9 3 0,-3-3 9 16,-1-7-2-16,-5-2 1 0,-4-7-68 0,-3-3-2 15,-7-3 0-15,-6-5 0 16,-6 10 0-16,-6-3 0 0,-8 2 0 0,-5 7 0 0,-12-6 0 15,-8 5 0-15,-9 9 0 16,4 12-160-16,-17 1-231 0,5 11-149 0,-4 1-183 16,-11 9-146-16,2 4 68 0,-1 2-800 15,2 4-1041-15</inkml:trace>
  <inkml:trace contextRef="#ctx0" brushRef="#br0" timeOffset="96962.52">916 12663 2226 0,'2'5'332'0,"-2"-5"-115"0,2 8-58 0,-2-8-27 16,0 0 16-16,0 0 30 0,10 4 0 15,-10-4-11-15,0 0 1 0,28-17-1 0,-13 5-18 16,8-7-8-16,0-4-15 15,-2 0-10-15,4-3-9 0,0-13-11 16,0 3-10-16,-3-8-8 0,-1-2-9 0,-2-3-7 16,-2-6-6-16,1-7-5 0,-4-4-8 15,-2 3-6-15,-2 2-4 0,-5 1-4 0,-3 14-4 16,-2 2-2-16,-4 3-8 0,2 12-2 16,-3 7-3-16,-1 3-3 0,-4 5-3 15,-3 7-1-15,2 4-1 0,-6 6 6 0,-5 8 10 16,-2 11 6-16,1 3 11 15,-2 13 12-15,6 7-2 0,6 1 10 0,6-7-4 16,7 3 0-16,3 1-3 0,7 6-5 0,5-1-3 16,7-3-1-16,2-3-3 0,2-1-6 15,1-4 1-15,0-4-39 0,-7-8-40 16,0-2-41-16,-5-6-63 0,-4-4-59 16,-1-3-58-16,-2-1-58 0,-1-6-121 0,-5 1-204 15,-2-4-7-15,0 0 76 0,0 0-304 16,0 0-370-16</inkml:trace>
  <inkml:trace contextRef="#ctx0" brushRef="#br0" timeOffset="97162.4">1093 12194 2680 0,'-19'-5'115'0,"4"2"24"16,1-1 45-16,5 3 41 0,9 1 38 0,-13-4 28 15,13 4 9-15,-12-2-16 0,12 2-12 16,-2-10-29-16,2 10-26 0,18-12-17 0,3 5-20 15,15-8-30-15,4 3-65 0,10-5-60 16,4 1-79-16,0 3-115 0,3-3-127 16,0 1-149-16,-5 1-248 0,-10 4-2 0,-8 2 80 15,-7 3-367-15,-10-1-458 0</inkml:trace>
  <inkml:trace contextRef="#ctx0" brushRef="#br0" timeOffset="97365.12">1549 12085 3111 0,'0'0'264'0,"0"0"11"0,0 0 4 15,-13-9-4-15,13 9-2 0,0-10-26 16,0 10-30-16,13-19-16 0,-2 11-23 0,6-3-17 16,3-1-52-16,0 1-54 0,9-1-67 15,-1 0-94-15,-3 4-107 0,-3 3-111 0,-6 3-128 16,0 4-208-16,-5 0-4 15,-4 4 71-15,-5-1-299 0,-2 7-373 0</inkml:trace>
  <inkml:trace contextRef="#ctx0" brushRef="#br0" timeOffset="97512.04">1505 12282 2468 0,'-12'9'95'0,"1"-3"69"0,4 0 53 16,0-4 33-16,7-2 32 0,-7 6 24 15,7-6 9-15,0 0-28 0,0 0-32 0,0 0-29 16,0 0-20-16,23-20-24 0,-2 11-33 15,10-5-57-15,3 0-75 0,2 1-99 0,0-1-132 16,8-3-135-16,-2-4-209 0,-10 4-138 16,-1 3 75-16,-4 2-396 0,-9 0-493 15</inkml:trace>
  <inkml:trace contextRef="#ctx0" brushRef="#br0" timeOffset="97978.97">2429 11505 2680 0,'2'-13'-47'0,"0"1"23"16,-2 4 17-16,2 0 17 0,-2 3 20 15,2 0 11-15,-2 5 7 0,1-7-4 16,-1 7-9-16,0 0 8 0,0 0 21 15,0 0 25-15,-22 21 31 0,3 4 28 16,-6 10 23-16,-4 6 12 0,-3 5 11 0,0 3 5 16,-3 5 4-16,-9 8 11 0,4 8 5 15,8-20 0-15,3 0-12 0,4-4-15 0,3-7-23 16,8-6-11-16,3-3-10 0,4-5-10 16,0-2-12-16,7-7-9 0,0-1 0 15,2-1 9-15,5-1-8 0,2-2-20 0,2-1-6 16,5-2-12-16,0-4 6 0,2-2-11 15,-3-2-9-15,2-2-10 0,1 0-3 0,-3-4-2 16,0 0-5-16,-2-2-7 16,0-1-1-16,-1-3-4 0,-4 0-4 0,-5-1-5 15,1 1-8-15,-2-2-3 0,0 0-10 16,-2 2-13-16,-2 0-24 0,0 1-37 0,-4 3-31 16,1 2-28-16,-1 6-45 0,6 0-53 15,-19 0-80-15,8 3-91 0,1 0-103 16,2 1-131-16,3-1-110 0,5-3 69 0,0 0-483 15,0 0-624-15</inkml:trace>
  <inkml:trace contextRef="#ctx0" brushRef="#br0" timeOffset="98347.03">2822 11639 3159 0,'4'-16'-21'0,"-3"8"33"16,1-2 36-16,-2 3 24 0,0 7 29 15,-2-11 11-15,2 11-9 0,0 0-12 16,-9-5 1-16,9 5 2 0,-25 12-6 0,6-1 2 16,-7 7 9-16,-3 3-2 0,3 2-10 15,1 0-9-15,5-1-6 0,4 3-2 0,4-3-8 16,2-5 0-16,10 1-1 0,2-2 0 16,7 3-2-16,7 5-2 0,1 0-5 15,4 0-6-15,0-2-3 0,-1-1-5 16,-2-5 1-16,-2 0-1 0,-3-5 1 15,-4 1-1-15,-1 0 21 0,0-1 19 0,-1 2 25 16,-5-2 31-16,0-3 13 0,-2 1 10 16,-4 1 6-16,-3 0-12 0,-1 0-3 0,-6-1-20 15,-2 0-14-15,-11 2-11 0,-3 1-10 16,1-5-12-16,4-1-16 0,-2-3-50 16,-2 0-65-16,-7 2-56 0,6-1-74 0,-6 1-94 15,11-1-105-15,0 0-120 0,2 2-182 16,3-1-64-16,2 0 77 0,5-2-487 0,1 3-622 15</inkml:trace>
  <inkml:trace contextRef="#ctx0" brushRef="#br0" timeOffset="98728.93">2898 12138 3107 0,'6'-4'40'15,"-6"4"35"-15,6-5-11 0,-6 5-4 16,0 0 2-16,0 0 27 0,0 0 25 0,0 0 20 16,-50 17 1-16,14-3 7 0,-20 10-15 15,-7 2-1-15,-21 11-2 0,-9 7-4 16,-8 2-4-16,-8 5-5 0,-9 2-11 16,-11 0-3-16,-40 13-1 0,38-17 1 0,4-1-11 15,1-1-5-15,8-3-4 0,3-3-8 16,7-1-1-16,10-5-10 0,-2 0-2 15,8-2 0-15,6-2 0 0,20-7-6 0,-1-2-3 16,3 2-4-16,3-3 0 0,5-3-7 16,5-1 10-16,11-5-5 0,4-1-6 0,5-1 1 15,10-3 0-15,4-3-9 0,2 2 2 16,4-4-3-16,2 2-4 0,0-2-2 16,4 1-3-16,5-3-24 0,-12 1-28 0,12-1-49 15,0 0-73-15,0 0-88 0,0 0-101 16,0 0-105-16,0 0-222 0,0 0-48 15,0 0 84-15,0 0-363 0,29-12-477 16</inkml:trace>
  <inkml:trace contextRef="#ctx0" brushRef="#br0" timeOffset="101862.16">5738 12247 2586 0,'7'-6'-81'0,"1"2"43"0,-2 2 32 16,-6 2 23-16,9-6 16 0,-9 6 21 15,9-6 21-15,-9 6 22 0,9-5 18 0,-9 5 6 16,7-4 8-16,-7 4-5 16,0 0-1-16,0 0-7 0,9-6-7 0,-9 6-7 15,0 0 4-15,0 0 26 0,0 0 2 16,-25 17-5-16,-2-1 10 0,-3 5 9 0,-13 6 4 15,-6 6 3-15,-1 6 7 0,-20 11-5 16,0-1 4-16,0 3-9 0,2-2 1 0,-4-3-1 16,6-2-10-16,14-7 4 0,3-2-3 15,3-4-9-15,6 2-12 0,2-4-13 16,10-7-6-16,3-2-3 0,0-1-18 0,6-3-4 16,0-2-2-16,3-1 4 0,5-4 5 15,0 0 8-15,-1-1-20 0,1 3 0 16,-1-4-1-16,1 2 3 0,0-1-1 15,-1 0 3-15,4-4 1 0,-3 4-9 0,1-5 0 16,3 3-10-16,-1-3-4 0,8-4-6 16,-12 8-5-16,9-4-1 0,3-4-7 0,-8 6 0 15,8-6-28-15,-7 4-8 0,7-4 0 16,0 0 0-16,-6 7 0 0,6-7 0 0,0 0 0 16,-8 3 0-16,8-3 0 0,0 0-6 15,0 0-138-15,0 0-45 0,0 0-74 16,-7 3-91-16,7-3-116 0,0 0-140 0,0 0-257 15,0 0 72-15,0 0 86 0,-13 0-578 16,13 0-746-16</inkml:trace>
  <inkml:trace contextRef="#ctx0" brushRef="#br0" timeOffset="103464.1">3638 13525 3307 0,'-2'-10'-133'0,"2"10"28"15,0 0 24-15,-6-7 25 0,6 7 28 0,-6-5 25 16,6 5 19-16,-8-5 16 0,8 5 7 16,-9-5 7-16,9 5-4 0,-9-4 10 15,9 4-1-15,0 0 3 0,-12-3 12 0,12 3 11 16,-8-4-10-16,8 4 21 0,0 0-2 15,0 0 6-15,-7-6 9 0,7 6 1 0,0 0 3 16,0 0-5-16,-10-4-4 0,10 4-6 16,0 0-12-16,0 0-2 0,0 0-16 15,-9-6 3-15,9 6-6 0,0 0-10 16,0 0-7-16,0 0-5 0,0 0 1 16,-10-2-8-16,10 2-1 0,0 0-3 0,0 0 4 15,0 0 3-15,0 0 15 0,0 0 8 16,0 0 11-16,0 0 0 0,0 0 5 0,0 0-3 15,0 0-5-15,-10-2-2 0,10 2 0 16,0 0-13-16,0 0-4 0,0 0-4 16,0 0-1-16,0 0-3 0,0 0-4 0,-7-5-2 15,7 5 3-15,0 0 1 16,0 0-2-16,0 0-1 0,0 0-5 0,0 0 0 0,0 0-6 16,4-14 0-16,-4 14 2 15,0 0-10-15,8-10 0 0,-3 7-2 0,-5 3 3 16,13-12-3-16,-2 6-5 0,5 0 0 15,5 1 0-15,3 1 5 0,1 4-5 16,4-2-4-16,10 6 1 0,-3 1 0 0,0-1-2 16,-9 4 2-16,-7 0 0 0,1 1-1 15,-3 3-1-15,-3 0 0 0,-2-1 5 0,-5 1 11 16,-3 2 11-16,-5-3 20 16,0 2 13-16,-5 3 7 0,-3 1 5 0,-4 0 2 0,1 0-3 15,-10 3 21-15,3 0-3 0,0-5-5 16,3-3 4-16,3-2-4 15,1 0-10-15,1-1-7 0,4-3-10 0,-3 2-1 16,6-4-12-16,-3 1 4 0,6-5-11 16,-6 10 0-16,4-6-3 0,2-4-1 0,4 15 1 15,-2-7 2-15,4 1-12 0,1 0 5 16,2 6-7-16,3-1-6 0,-1 1 8 0,0 0-5 16,3 1-7-16,-6 1 3 0,1-2 21 15,-3 1 2-15,-2-2 29 0,0-3 14 16,-2 3 19-16,-4 0 12 0,0 1 7 15,-4 1-90-15,-4-1-28 0,1-3 0 0,-4 2 0 16,-3-3 0-16,0 1 0 0,-2-2 0 16,-1-4 0-16,2-1 0 0,0 1 0 15,-2-4 0-15,3-2 0 0,-3-2 0 0,-1-5 0 16,-1 0 0-16,-1-2 0 0,2 1 0 16,2-2 0-16,0 1 0 0,2-1-451 0,5 2-105 15,-3 2-140-15,7 0-218 0,1 0 91 16,5-1 94-16,1 7-639 0,0 0-822 15</inkml:trace>
  <inkml:trace contextRef="#ctx0" brushRef="#br0" timeOffset="103894.47">4063 13621 3764 0,'5'-17'-59'0,"2"5"12"16,4-2 7-16,0 1 10 0,6 0 36 0,0 3 30 16,10-5 17-16,-4 5 4 0,-3 4 3 15,0 0-13-15,-1 9 0 0,-1-2 6 16,4 7-10-16,-5 2 16 0,-4 5 2 0,-4 2 6 16,0 4 7-16,-6 1 3 0,-4 5 15 15,-10 8 28-15,0 2 18 0,-3-5 22 0,-2 2 12 16,0-5 7-16,1-2 0 15,1 1 7-15,0-4-7 0,4-7-6 0,2-3-24 16,4-3-7-16,-1 1-17 0,3-2-6 16,2-3-7-16,0 5 2 0,4-4-19 0,1 1-5 15,5 0-8-15,0-2-8 0,1 2-7 16,6-2-8-16,-4-2-2 0,3-1-4 16,-1 1-8-16,-3-2-2 0,1-1-7 0,-1 2 0 15,-1-1-6-15,-11-3-2 0,15 3-28 16,-7-1-26-16,-8-2-33 0,11 4-31 0,-11-4-42 15,11 3-52-15,-11-3-64 0,7 6-90 16,-7 0-111-16,0-6-149 0,-7 8-195 16,7-8 75-16,-9 11-584 0,5-7-759 0</inkml:trace>
  <inkml:trace contextRef="#ctx0" brushRef="#br0" timeOffset="108310.29">4966 13605 3473 0,'-2'-8'-83'0,"2"8"31"0,0 0 18 0,0 0 22 15,-3-5 30-15,3 5 29 0,0 0 35 0,0 0 5 16,0 0 7-16,0 0-2 0,-5-9 4 16,5 9 0-16,0 0-7 0,0 0 2 15,0 0-2-15,0 0-8 0,0 0-9 16,0 0-6-16,0 0-2 0,0 0 44 0,0 0 14 16,-17 29 0-16,12-10 4 0,-2 4 4 15,2-2 4-15,-1 5-9 0,-3 3-8 16,5-2-5-16,0-2-8 0,0-2-11 0,4 2-7 15,0-4-5-15,0-4-8 0,2 2 0 16,0-4-4-16,2-1-7 0,2-1-3 0,3-1-7 16,0-5 7-16,5-3-5 0,-1-1-4 15,3 0-6-15,0-6-8 0,4 0-3 0,1-3-1 16,-1-3 2-16,9-7-5 16,-4-3-6-16,-2-1-2 0,0-4-4 0,-1 0-8 15,-4-2 2-15,-2 0 2 0,-2 6-2 16,-6 3-3-16,1 2 3 0,-1 1-2 15,-2 4 0-15,-1 1-1 0,1-1 1 0,-2 6-6 16,-3-4-8-16,-1 8 4 0,7-4-1 16,-7 4 13-16,0 0 5 0,0 0 0 0,6 28 12 15,-6-11 39-15,0 3-7 0,0 8 3 16,0 9-8-16,-2 2 9 0,0 4 2 0,2-1-6 16,0-5-6-16,-2 2-5 0,2-2-2 15,-2-8-8-15,-1-3 2 0,1-2-7 16,1 0-2-16,-1-7-3 0,2-2-3 15,0-3-6-15,-2 3 10 0,0-6-7 0,2-1-3 16,0 1-4-16,0-9-12 0,0 11-34 16,0-11-40-16,0 0-33 0,0 0-39 15,0 0-43-15,0 0-67 0,0 0-87 0,0 0-100 16,0 0-108-16,0 0-154 0,0 0-61 16,0 0 82-16,0 0-527 0,-16-16-671 0</inkml:trace>
  <inkml:trace contextRef="#ctx0" brushRef="#br0" timeOffset="108776.59">5531 13779 3535 0,'2'-10'43'15,"2"0"35"-15,1 4-5 0,-3 0 2 16,-2 6 7-16,0 0 37 0,0 0 34 0,0 0 3 15,0 0-9-15,3 22-11 0,-3-9-9 16,0 3-13-16,-2 1-5 0,2 4-8 0,0-3-11 16,-1 1-8-16,1 0-9 0,1-4-6 15,-1 1-8-15,0-4-6 0,2-1-3 0,0 1-1 16,2-2-6-16,-1-6-2 16,3 1-3-16,-6-5-4 0,18 2-2 0,-18-2-4 15,20-7 0-15,-8-3-4 0,4-2-1 16,4-9-1-16,3-2-6 0,-5 0-1 0,2 1 0 15,-3 5-1-15,-7 5-4 0,-1 3-1 16,-4 1 0-16,2 2-4 0,-2 2 19 16,-5 4 58-16,0 0 21 0,0 0 5 0,2 22-5 15,-2-9 9-15,-3 8 11 0,-1 1 6 16,0 2-15-16,1 2 0 0,-2 9-21 0,3-6-8 16,-2-5-10-16,4 0-6 0,-1 0-6 15,-1-4-7-15,0-1-4 0,2 0-9 0,0-4-3 16,0 1-13-16,-2-4-31 15,2-4-42-15,0 2-38 0,0-3-47 0,0 2-62 16,0-1-79-16,0-3-100 0,0-5-143 16,-2 9-183-16,2-9-90 0,-7 3 74 15,7-3-570-15,0 0-743 0</inkml:trace>
  <inkml:trace contextRef="#ctx0" brushRef="#br0" timeOffset="110394.59">6519 13687 3316 0,'0'0'-110'0,"0"0"48"0,7-4 37 15,-7 4 32-15,0 0 31 0,0 0 30 16,0 0 20-16,0 0 5 0,6-8 10 16,-6 8-5-16,0 0-7 0,0 0-6 15,0 0-8-15,0 0-5 0,0 0-10 0,0 0-6 16,0 0-6-16,0 0 9 0,0 0 15 15,0 0 9-15,0 0 6 0,-34 16 13 0,14-6 8 16,-5 7 12-16,-6 4 9 0,-8 4 6 16,1 0 7-16,2 4 2 0,-1 0 8 0,-2 2 4 15,4 0-2-15,5 3-6 0,10-6-4 16,-2 1-15-16,7-1-7 0,2-3-5 16,5-2-8-16,2-1-9 0,4-5-11 0,4 2-4 15,4 1-8-15,2-1-7 16,3 0-11-16,6 1-2 0,5-1-1 0,2-4-7 15,-3-3-4-15,-2-2-8 0,-2-2-2 16,-1-3-2-16,-2-2-7 0,0 0 0 0,-4-3 0 16,-10 0 0-16,19-4-1 0,-12-1-3 15,1-3-1-15,-1 0-4 0,0-6-5 0,-4 5-1 16,-1-4 0-16,-2-1-2 0,2 4-2 16,-2 2-7-16,-4-4 3 0,4 3-4 0,-1-1-7 15,-4 3-27-15,1 0-19 0,4 7-24 16,-9-10-22-16,3 8-20 0,6 2-32 15,-7-5-40-15,7 5-58 0,-8-2-75 0,8 2-77 16,0 0-74-16,0 0-93 16,0 0-180-16,0 0 64 0,0 0-500 0,0 0-649 15</inkml:trace>
  <inkml:trace contextRef="#ctx0" brushRef="#br0" timeOffset="110876.03">7020 13780 3123 0,'5'-6'-51'15,"-2"1"38"-15,-1 0 28 0,-2 5 23 16,2-7 23-16,-2 7 13 0,0 0 12 15,0 0 13-15,-23-2 6 0,23 2 18 0,-31 7 1 16,10 2 13-16,-2-1 3 0,-6 6 5 16,3-2-1-16,0 5 6 0,4-5-7 0,-3 5-4 15,11-3-13-15,-2-3-10 0,5 3-4 16,-1 2-5-16,4-3-6 0,3 1-9 0,3 1-7 16,0 1-6-16,4-1-8 0,2 5-9 15,-1-3-2-15,5 5-6 0,4 4-9 16,-5-6-3-16,2-1-4 0,-2-2-1 15,0 2-8-15,-1-4-1 0,-1-1 0 16,-3 1 10-16,0-3 22 0,-2 1 21 0,0-4 9 16,-2 3 7-16,0 0 12 0,-3-3 9 15,-1 1 3-15,-1 0-7 0,0-2-3 0,-2-3-7 16,2 1-6-16,-2 0-8 0,-2-4-7 16,0 1-9-16,-1 1-10 0,1-3-2 0,0 1-18 15,-5-2-34-15,4 2-39 0,-6-2-49 16,5 0-49-16,-1 0-65 0,1 2-89 0,2-2-119 15,-1 2-144-15,12-2-209 0,-16 0-42 16,16 0 89-16,-18 0-572 0,18 0-737 16</inkml:trace>
  <inkml:trace contextRef="#ctx0" brushRef="#br0" timeOffset="112541.72">7269 13984 3708 0,'5'-12'-3'0,"0"2"21"15,1 2 2-15,1 0 31 16,5 1 30-16,3-3 26 0,1 2 9 0,4-1-2 15,3 3-2-15,0 0-9 0,0 2-8 16,-2 2-11-16,0 0-11 0,-6 2-6 16,2 4-7-16,-1 2 8 0,-5 4 10 0,-3 4 18 15,-7 1 10-15,-4 6 13 0,-8 10 12 16,-7 4 18-16,-7 2 5 0,-4-1 14 0,-5 0 17 16,0-3 0-16,4-3-11 0,7-4-10 15,0-6-12-15,6-2-10 0,4-4-16 0,5-3-6 16,0 0-3-16,6 0-4 0,0-4 1 15,6 1-11-15,4-1-8 0,0-2-8 16,1-1-12-16,2-1-6 0,1-1-5 16,-12-2-6-16,22-2-1 0,-11 0-5 15,-2-1-1-15,0-3-38 0,-1-2-13 0,-2-2 0 16,-2-2 0-16,-4-5 0 0,-4 0 0 16,-2-5 0-16,-4-9 0 0,1 2 0 0,-2 2 0 15,3 5 0-15,-2 1 0 0,3 3 0 16,1 2 0-16,0 3 0 0,2 1 0 0,2 0 0 15,0 3 0-15,2 1 0 0,0-1 0 16,4 0 0-16,6 2 0 0,1-1 0 0,2 2-55 16,3 2-281-16,4 1-113 0,3 0-118 15,2-1-152-15,0 6-151 0,0-4 89 16,4 2-720-16,1 0-948 0</inkml:trace>
  <inkml:trace contextRef="#ctx0" brushRef="#br0" timeOffset="112775.69">7836 13904 3864 0,'1'-4'-60'0,"-1"4"75"16,2-12 51-16,-2 12 33 0,4-6 28 16,-4 6 12-16,0 0 1 0,0 0-13 15,0 0-6-15,0 0 30 0,0 0 8 0,0 24-11 16,-2-7-12-16,2 6-11 0,-2 3-12 16,-1 10-11-16,-1 1-9 0,0-2-13 0,1 2-5 15,-3 0-9-15,1-1-6 16,2 0-7-16,-5-4-23 0,5-6-22 0,-3-1-26 15,0-5-27-15,2-2-42 0,2 0-73 16,-2-3-97-16,2-2-106 0,-3-1-121 0,-1-4-220 16,5-1 46-16,-3-2 76 0,4-5-329 15,0 0-393-15</inkml:trace>
  <inkml:trace contextRef="#ctx0" brushRef="#br0" timeOffset="114826.18">3433 13395 2580 0,'-21'-11'-72'0,"3"4"22"16,0 2 18-16,5 2 23 0,-3-2 20 15,5 1 23-15,0-1 13 0,1 0 8 0,10 5 2 16,-15-4-3-16,10-1-10 0,5 5 2 15,-5-7-10-15,5 7-5 0,0 0 1 0,23-15 1 16,-5 10-7-16,7-2-3 0,9 0 0 16,9-1-4-16,13-2-3 0,9-1 0 15,5 4 3-15,6 4-6 0,7 1 2 0,3 4-2 16,4-2-3-16,26 5 2 16,-5-3-2-16,-21 3-1 0,21-2-2 0,-26 3-1 15,3-3-1-15,-4 0 3 0,-2 1 0 16,-5-2 3-16,-2 0-6 0,-3-4 0 0,-1 2 4 15,-6 2-4-15,-14-4 4 0,12 5-4 16,-13-4 1-16,-2 1-2 0,-5 1-2 16,2-1 2-16,-2 0 0 0,-3 1 1 0,-1 1 8 15,0 2-2-15,-1-1 13 0,0 1 3 16,-6-3-5-16,-5 3 4 0,4-3-2 16,6 3 0-16,2-2-3 0,3 0-4 15,-1-2 4-15,7 1-7 0,1-1 0 0,-1 3 1 16,6-3-10-16,13 0 2 0,-1 2 2 15,7 0-1-15,3-1 4 0,4 1-5 16,2 0-6-16,3 6 0 0,23-2-2 0,-2 2-3 16,-22-1-2-16,2 1-7 0,0-2 2 15,-4 0-2-15,-4 0 0 0,-5 0-7 0,-7-5-1 16,-1 0-5-16,-14-2 10 0,-7 0-5 16,-3-5 6-16,0 0-4 0,-10 2 7 15,-5 0-1-15,-5 0 4 0,-2 1 1 0,1 2 2 16,-6-3 2-16,2 1 4 0,1-1 0 15,-4 2 2-15,0-2-4 0,2 0 3 16,-1 2-1-16,1-3 3 0,2 3 0 16,1-1-2-16,-5-1-1 0,4 3 2 0,-6-1-3 15,2 0 0-15,-1-1 1 0,-12 3 1 16,24 3-2-16,-24-3-3 0,20 0 1 16,-8 2 4-16,-1 1-3 0,0 3-1 0,1-3 14 15,1 2 3-15,-1-3 11 0,-1 2 9 16,2 0 7-16,1-4 8 0,2 2-1 0,-2 2-8 15,-1-3 0-15,3 3-6 0,-1-1-10 16,-1 6 8-16,-1 3-15 0,-1 5 25 16,-3 10-6-16,-4 8 11 0,-1 2 11 0,-6 5-17 15,0 3 18-15,2-1 20 0,0 3 15 16,2 13 5-16,2 2 17 0,1 0-6 16,-1 0 4-16,6 0-2 0,1-4-5 0,1 0-4 15,-2-1-8-15,-1-2 5 0,1 0-5 16,1-5-6-16,-2-9-3 0,-3-3-6 15,2-3-7-15,0-2-2 0,-5-6-9 0,1-6 3 16,-2-3-3-16,2-1 2 0,-3 1-1 16,1-3-3-16,1-2-4 0,-3-1-1 15,2 0-9-15,0-4-1 0,0 1-5 0,-2-1 1 16,0-2-7-16,0-6-3 16,0 15-1-16,0-10-8 0,0-5 2 0,0 12-4 0,0-12 1 15,-4 10-7-15,4-10 5 0,-5 11-4 16,3-6 2-16,-3 0-6 0,1 2 1 15,-1-2 1-15,-6 2-5 0,-1 0 0 16,-5-1 0-16,-1 3-3 0,-3-2 6 0,-1 0-3 16,-13 2 1-16,-3-5-2 0,-2 1-4 15,-4 0 4-15,-5-3-3 0,-16-2-1 16,-4-2 0-16,-7-3 1 0,-8 0 3 0,-22-2-4 16,-9-5-5-16,-3 0 3 0,0 1-3 15,-4 0 0-15,-4 3 1 0,-3-1 4 16,-1 1-5-16,-3-1 2 0,-7 4 4 0,5-2-3 15,-1 2-4-15,3 1 3 0,2-2-3 16,1 2 4-16,2 1-3 0,3-1-3 16,-1 3 3-16,1-4 2 0,3 5 0 15,7 3-1-15,25-3 2 0,4 2-6 0,5-2 0 16,1 3 4-16,5 1 0 0,8 1-2 16,1 1 0-16,7-2-1 0,12 3 2 0,0-2 1 15,6 4 2-15,-2-3-5 0,2 3 1 16,1-1-3-16,1 1 4 0,1 0-1 0,-1 0 1 15,-2 0-1-15,3 0 2 0,-2-1-4 16,1-1 4-16,0 0-2 0,3 0-2 16,7-2 1-16,2 1 4 0,2-3 0 0,0 0 1 15,2 1-1-15,-1-3 1 16,1 2 3-16,5 0-4 0,-2 0 0 0,-4 1-1 16,0-2-2-16,0-2 2 0,-4 4-2 15,3-2 0-15,-2 0 4 0,-2 0 1 0,3 0-2 16,-3-2 0-16,0 0 1 0,3 0 0 15,0 0 1-15,4-2-2 0,3 0 0 0,1 0 2 16,2 2 4-16,1 0 6 0,-1-4 5 16,5 2 6-16,1-2 0 0,1-4 4 15,1 0-2-15,3-1-3 0,1-1-5 0,0-5 3 16,4-1-5-16,1-3 1 0,6-11-4 16,-2-6 1-16,8-2-2 0,1-13-2 15,1-5 2-15,4-2-1 0,-4-8-4 0,6-21-8 16,3-2-5-16,-6-1-6 0,5 3-4 15,-7 18 5-15,0 3 1 0,-2 8 3 16,-6 2-2-16,-1 15 3 0,0 4-3 0,-2 4-10 16,-1 8-5-16,0 6-11 0,-3 5-19 15,1 1-22-15,-2 3-39 0,2 3-52 0,-2 2-45 16,0 5-53-16,0-7-58 0,0 7-56 16,0 0-74-16,0 0-163 0,0 0-48 15,-9 25 69-15,5-16-344 0,4-1-419 0</inkml:trace>
  <inkml:trace contextRef="#ctx0" brushRef="#br0" timeOffset="117263.19">7936 12201 2490 0,'-2'-7'-76'16,"2"7"37"-16,0 0 28 0,-5-7 30 0,5 7 36 15,0 0 24-15,-4-6 22 0,4 6 21 16,0 0 15-16,0 0 10 0,-4-9 1 0,4 9 1 16,0 0-2-16,0 0-2 0,0-9 2 15,0 9-4-15,0 0-12 0,0 0-10 0,0 0-9 16,0 0-7-16,-1-8-8 0,1 8-11 16,0 0-2-16,0 0-4 0,0 0-5 15,0 0-9-15,0 0-1 0,0 0-9 0,0 0-1 16,0 0-4-16,0 0-6 15,0 0-7-15,0 0 31 0,0 0 12 0,0 0 5 16,0 0 2-16,28 20-2 0,-13-11 3 16,10 5 2-16,2 4-5 0,3 1 7 0,10 4 1 15,3-1-4-15,0 3-2 0,1 0-10 16,2 0-9-16,-4 2-6 0,1-2-5 0,-3 2-5 16,3-3-8-16,-4 4-1 0,-3-4-2 15,-5-5-7-15,-2-1 1 0,-3 1-12 0,1-1 3 16,-2 1-6-16,-5-5-7 15,3 3 9-15,-5-4-8 0,1-1-1 0,-6 0 6 16,2 0-8-16,3 0-3 0,-4 0-1 16,2 0 3-16,1 2 5 0,0-1-1 15,-2-1 3-15,-1 1-4 0,3-1 2 0,-3-3 0 16,-2 3-4-16,0-2 2 0,1 0 9 16,1 1 16-16,-3 1-1 0,2-4-2 0,3 3-4 15,1 2 0-15,0-1 5 0,6 2-11 16,0 3-3-16,1 1-3 0,1 0-1 0,0 2-2 15,0 0 2-15,2 1-3 0,0 1 2 16,3 0-3-16,-1 2 0 0,5 3 1 0,-5-6-3 16,5 8 1-16,-5-9 5 15,-3 1-10-15,-2-1 7 0,-1 1-3 0,2-3 6 0,-3 1 1 16,-6-4 3-16,0-1-2 16,-1 0 1-16,1 0 0 0,-4 0-1 0,2-1 3 15,-1 3-9-15,0 0 3 0,8 6 9 16,-3 0 32-16,0 1 5 0,6 0-1 15,-3 3-5-15,-1-4-2 0,1 2 2 0,2-2-35 16,-3-3-23-16,-5-2 0 0,0-3 0 16,-5-1 0-16,-1-5 0 0,0 2 0 0,-1-3 0 15,-2-1 0-15,-1 0 0 0,1-2 0 16,-1 0 0-16,0 0 0 0,-5-4 0 0,8 9 0 16,-7-9 0-16,-1 0 0 15,0 0 0-15,10 8 0 0,-10-8 0 0,3 4 0 16,-3-4 0-16,0 0 0 0,0 0 0 15,0 0 0-15,0 0 0 0,0 0-349 0,0 0-284 16,0 0-255-16,0 0 2 0,-24-12 100 16,10 12-795-16,0 2-1023 0</inkml:trace>
  <inkml:trace contextRef="#ctx0" brushRef="#br0" timeOffset="117874.67">9555 13815 4196 0,'-20'-6'-111'0,"1"5"42"16,4-2 31-16,4 1 19 0,11 2 15 0,-17-2 31 15,7 1 43-15,10 1 11 0,0 0 12 16,-17-4 0-16,17 4 0 0,0 0-4 0,0 0-6 16,0 0-6-16,0 0-8 0,0 0-6 15,0 0-10-15,64 4-2 0,-44-4-4 16,-1 1-5-16,-2 3-7 0,1-4-1 0,-6 0-4 16,2 0-8-16,-14 0 1 0,21 6-4 15,-13-2 21-15,-3 4 25 0,1 1 17 0,-4 3 7 16,-2 5 14-16,0 0 11 15,-2 7 12-15,0 3 3 0,-3 6 8 0,1 2 0 16,-3 1 6-16,6-7-2 0,-1-3-3 16,0 1-10-16,0-3-6 0,2 0-16 0,0-4-9 15,0-1-13-15,-2 0-4 0,2-5-8 16,0 1-10-16,0-3-3 0,0-4-8 16,2 3-7-16,-2-3-17 0,0 0-25 0,0-8-39 15,-2 14-35-15,2-14-32 0,0 7-37 16,0-1-49-16,0-6-51 0,-3 9-65 0,3-9-60 15,-8 7-48-15,3-4-57 0,-2-1-68 16,7-2-117-16,-13 5-3 0,6-4-474 16,7-1-601-16</inkml:trace>
  <inkml:trace contextRef="#ctx0" brushRef="#br0" timeOffset="119693.18">9607 13919 2921 0,'0'0'-115'0,"0"0"40"16,-11 0 31-16,11 0 28 0,0 0 29 0,0 0 30 15,0 0 20-15,0 0 14 0,0 0 5 16,0 0 0-16,0 0 0 0,0 0-11 15,0 0-2-15,0 0-6 0,-18-2-4 0,18 2-3 16,0 0-13-16,0 0-3 0,0 0 5 16,0 0-5-16,0 0 2 0,0 0 1 0,0 0 6 15,0 0 7-15,0 0 11 0,0 0 7 16,0 0 2-16,0 0-3 0,-7-5-5 0,7 5 2 16,0 0-13-16,-1-6 3 15,1 6-4-15,-6-6-1 0,6 6-4 0,-4-10-9 16,-1 5-5-16,5 5-4 0,-9-9-1 15,2 4-2-15,7 5-2 0,-15-6-2 16,3 2-1-16,-1 2 1 0,13 2 5 0,-32 2 15 16,9 3 8-16,-8 5 13 0,-1 2 11 15,4 2 7-15,-1 1 0 0,4 5 2 0,8-5-1 16,3-1-1-16,3 3 0 0,4-1 4 16,1-1 2-16,6 1 7 0,0-1 2 0,6-1-2 15,1 3-4-15,4-4-7 0,3 1-9 16,3-4-7-16,2-1-9 0,-1-4-6 15,0-2 4-15,-2 1-9 0,-1-2-7 16,1-2-3-16,-16 0-3 0,28-4-1 0,-15 1-3 16,-2-3-3-16,1 3-3 0,-1-2-3 15,0 1-1-15,-11 4 0 0,12-4-7 16,-6 2 0-16,-6 2-7 0,0 0-1 0,0 0 1 16,0 0 3-16,18 6 10 0,-18 3 11 15,0 0 1-15,0 3 21 0,-2 3 8 0,0 2 2 16,-1 4-1-16,1 2 0 0,4 3-2 15,-4 1-3-15,2 2-5 0,0-4-7 0,0 1 7 16,2-2-17-16,-2-4-4 0,3-1 2 16,-3-2-3-16,0-3 4 0,0-1 12 15,-3-2 11-15,3 0 9 0,-4-3 16 16,1 2-25-16,-5-1-60 0,-3-1 0 16,-3 1 0-16,-2 0 0 0,-6 0 0 0,1-3 0 15,3-3 0-15,-4 2 0 0,3-2 0 16,4 1 0-16,1-2 0 0,3 0 0 0,11-2 0 15,-17 4 0-15,9-4 0 0,8 0 0 16,-13 2 0-16,13-2 0 0,-12 3 0 0,12-3 0 16,0 0 0-16,-12 1 0 0,12-1 0 15,0 0 0-15,-12-4 0 0,12 4 0 16,0 0-415-16,-6-6-279 0,6 6-237 16,0 0 49-16,12-11 113 0,-3 6-761 0,0 0-976 15</inkml:trace>
  <inkml:trace contextRef="#ctx0" brushRef="#br0" timeOffset="120076.26">9789 14233 4503 0,'0'0'33'15,"0"0"-1"-15,0 0-4 0,0 0 4 16,0 0 49-16,0 0 39 0,0 0 0 0,0 0-3 15,-12 17-3-15,12-7-4 0,0 5-5 16,2-3-5-16,2 2-5 0,2 3-9 0,0-1-6 16,3 1-10-16,2 1-7 15,1-5 0-15,-1 1-7 0,5-2-6 0,3-3-4 16,-4-3-4-16,0 0-5 0,3-5-5 16,-5 1 3-16,1-4-5 0,-2 1-1 15,-1-5-4-15,-2 0 2 0,0-6-2 0,-2-2-2 16,-3-6 3-16,-1-4-6 0,-1 1 1 15,-4-4-1-15,-6-12-6 0,0 7 1 0,-1-2-4 16,-3 3-11-16,-1 6-5 0,-3 0-5 16,3 10 3-16,-2 5-2 0,0 3-10 0,-1 4-9 15,1 3-19-15,3 0-22 0,-2 3-20 16,-1 2-37-16,3 4-62 0,3-1-101 16,-1 2-115-16,4 1-181 0,2-3-137 0,4 3 70 15,4-3-466-15,4 4-587 0</inkml:trace>
  <inkml:trace contextRef="#ctx0" brushRef="#br0" timeOffset="120724.33">10346 14053 2844 0,'-4'-6'-30'0,"4"6"46"0,-2-7 32 0,2 7 34 15,-2-7 25-15,2 7 41 0,0 0 21 16,-3-12 17-16,3 12 5 0,0-9 5 16,0 9-9-16,3-8-6 0,-3 8-6 0,4-7-9 15,-4 7-9-15,0 0-12 16,4-10-15-16,-4 10-14 0,0 0 12 0,0 0 30 16,0 0 15-16,11 25-26 0,-8-7 9 15,-1 3 8-15,2 4 9 0,1 14-2 0,-4 0-2 16,1 1-5-16,-2 1-14 0,2 0-11 15,0-1-13-15,-2 1-10 0,0-4-11 0,0-8-11 16,0-3-8-16,0-5-8 0,0-3-11 16,0-2-3-16,0-3-8 0,0 2-6 0,0-4-8 15,0-2-3-15,0 0-6 0,0 0 1 16,0-3-21-16,0 1-28 0,0-7-34 16,-2 10-44-16,2-4-55 0,0-6-58 0,0 8-75 15,0-8-95-15,-2 7-118 0,2-7-153 16,0 0-185-16,0 0 76 0,-2 4-677 15,2-4-882-15</inkml:trace>
  <inkml:trace contextRef="#ctx0" brushRef="#br0" timeOffset="121257.56">10618 14229 3740 0,'-2'-8'-153'0,"2"8"31"0,-1-7 19 0,1 7 17 15,0 0 23-15,-2-6 23 0,2 6 24 16,0 0 22-16,3-8 6 0,-3 8 20 0,0 0 27 15,0 0 24-15,2-10 16 0,-2 10 6 16,0 0 16-16,0 0 4 0,0 0-13 16,0 0 58-16,0 0 24 0,0 0 14 0,0 0-11 15,-5 26 7-15,-2-13 6 0,3 3 2 16,1 1 7-16,1 2-15 0,-2 0-8 16,4-1-19-16,2 4-11 0,0 0-13 15,2-4-14-15,-1 2-13 0,4-3-15 0,-2-2-8 16,1-1-12-16,1-1-2 0,5-2-10 15,1-2-11-15,-2-3-3 0,5-3-10 0,-3-1 5 16,3-2-9-16,-16 0-9 0,23-7 3 16,-10 1-10-16,0-8-6 0,-1-1-2 15,-1-4-6-15,3-10-5 0,-5-2-1 0,0-2-26 16,-2 8-2-16,-2 1-7 0,-3 7 2 16,-2-3-9-16,0 3-39 0,-4 3-20 0,0 1-14 15,-4 4-22-15,1 2-9 16,-2 2-15-16,-2 2-29 0,0 3-49 0,11 0-64 15,-21 3-64-15,10 0-70 0,4 3-103 16,-4 0-221-16,6-2 65 0,1 4 81 0,1-1-398 16,3 3-475-16</inkml:trace>
  <inkml:trace contextRef="#ctx0" brushRef="#br0" timeOffset="121592.29">11049 14276 3074 0,'-8'-6'151'16,"8"6"-11"-16,-15 0-10 0,15 0 9 15,0 0 29-15,-25 9 12 0,17-1-3 16,-1 4-9-16,4 2-10 0,-2 1-7 16,1 2-15-16,6 0-7 0,0 0-11 0,2 2-6 15,5 1-10-15,-2-1-8 0,5 1-10 16,-1-6-7-16,5 0-8 0,0-2-7 0,2 0-4 15,3-4-6-15,-2-2-3 0,-2 0-4 16,-1-6-2-16,-1 0-8 0,-1-3-1 0,1-2 4 16,-1-4-7-16,1-6 3 0,-6-2-7 15,5-11-3-15,-3-1-3 0,1-5-4 16,-2 0-1-16,-3-3-15 0,1 3-17 16,-4 5-32-16,-2 7-41 0,-4 6-65 0,-5-1-87 15,-7 5-88-15,-11-1-115 0,-9 6-186 16,-8 5-45-16,-3 2 65 0,-16 2-379 15,-2 5-466-15</inkml:trace>
  <inkml:trace contextRef="#ctx0" brushRef="#br0" timeOffset="122624.69">9139 13793 2578 0,'-4'-7'-86'0,"-1"1"26"16,1 2 22-16,4 4 14 0,-2-7 3 15,2 7 3-15,0 0 1 0,4-10 6 0,5 6-5 16,7-1 2-16,4 0 5 0,18-3 0 16,8 1 3-16,17 3-3 0,7-1 4 15,14 2-4-15,8 1 4 0,30 2-7 16,5 5-10-16,13 2-25 0,-1-1-17 0,4 1-18 16,-6-1-24-16,-4-2-1 0,-7 0 12 15,-8-2 14-15,-30-2 22 0,-4-2 38 0,-6-2 39 16,-9 0 34-16,-8 2 28 0,-14-4 24 15,-6 3 21-15,-11 0 25 0,-6 0 13 0,-4 3 16 16,-3-2 3-16,-4 0-14 0,0 0-12 16,-1-1-10-16,-12 3-12 0,18 0-4 15,-18 0 1-15,22 0-4 0,-8 1-4 0,0 1-16 16,2 2-8-16,4 1-10 16,2 1-6-16,-1 1-10 0,6 9-12 0,-5 2-1 15,-1 5-6-15,-1 8 0 0,-8 1-11 16,-4 6 1-16,-3 1 13 0,-5 5 24 0,-1 2 4 15,-1 1 1-15,0 9 6 0,0 0 7 16,0-7-7-16,2-3 1 0,4 0-6 0,-2-3 12 16,1-4-2-16,2-3-10 0,-3-8-10 15,2-7-6-15,-4-4-3 0,1-1-10 16,1-4-6-16,0 1-3 0,0-3-1 0,-2-2-1 16,2 3 2-16,0-5-6 0,-2 1-7 15,0 0 2-15,0-7-3 0,1 15 5 0,-1-7-2 16,0 2 20-16,0-2 15 15,-1 2-2-15,1 1-7 0,0-1-2 0,0-2-11 16,-2 3 4-16,2-1-11 0,-2-1 2 16,2-1-10-16,-2 1-3 0,0-2 4 0,-1 3 1 15,-8-3-8-15,-3 3-8 0,-8-1 7 16,-14 1-4-16,-7-3 0 0,-16-1-5 16,-11-6 0-16,-11 0 5 0,-7-3 8 15,-26-2-13-15,-3-1 4 0,-6 0-7 16,-1-3-3-16,0 4-2 0,-2 0 4 0,5 1-7 0,-5-3-1 15,8 1-1-15,-1-1 3 16,8-1-2-16,2 1 2 0,23 0-3 0,2 0 1 16,-1 0-9-16,4-1 2 0,1-1 3 15,3 2 0-15,3 1 0 0,6-1 1 0,3 0 18 16,4 1 9-16,15 5-1 0,6-1-3 16,8 1-5-16,5-1-2 0,6 2 0 15,4 0 4-15,2 0-11 0,2-2 5 0,13 2 9 16,-22 0-12-16,22 0 15 0,-21 0 0 15,21 0 3-15,-11 0 10 0,11 0 7 0,0 0 0 16,-14-3-1-16,14 3-3 16,0 0-1-16,3-12-3 0,-3 12 1 0,11-17-8 0,-2 5-5 15,3-4-8-15,7-9-23 0,0-1 0 16,4-4 0-16,3-7 0 0,1-1 0 16,0 0 0-16,0-1 0 0,-2 3 0 15,-6 9-26-15,-2 2-67 0,-6 4-37 0,-3 9-54 16,-1 0-84-16,-1 7-104 0,-2 1-88 15,-4 4-91-15,0 0-119 0,0 0-132 16,0 0 74-16,0 0-601 0,0 0-785 0</inkml:trace>
  <inkml:trace contextRef="#ctx0" brushRef="#br0" timeOffset="123758.53">10496 12214 3301 0,'-14'-9'-165'15,"5"0"54"-15,-2 4 40 0,5-2 42 0,-2 2 34 16,3 1 26-16,-1-4 21 0,6 8 17 16,-9-12-1-16,6 5 12 0,1 0 8 0,2 7 2 15,-2-15 9-15,4 6 8 0,-2 9 0 16,0-13-2-16,0 6 0 0,0 7-19 16,0-11 4-16,0 11-11 0,0-8-10 0,0 8-6 15,0 0-9-15,0 0-4 0,0 0-10 16,0 0 8-16,0 0 5 0,0 0 0 0,27 22 6 15,-13-7-2-15,6 4 8 16,7 4 3-16,2-1-1 0,7 4-1 0,1 2-11 0,2-1-1 16,-1 0-7-16,2 1 1 15,2 1-9-15,-2-2-2 0,1 0-3 0,-5-1-5 16,-7-4-5-16,-7-5 4 0,3 1-6 16,-8-3-5-16,-2-3 2 0,-1 1-2 0,-3-4 8 15,-2 2 18-15,1-2 7 0,1-1 5 16,-3-2 6-16,0 2 4 0,0-1 1 15,-3-2 5-15,1 0-2 0,-3-1-1 16,6 2-1-16,-9-6-7 0,13 10-5 0,-8-2 1 16,2-3-9-16,4-1-13 0,-4 2 2 15,2 1 1-15,1 0-6 0,3 1-6 16,3 2 2-16,8 6-10 0,7-1 3 0,-3 2-2 16,6 2 0-16,13 5-1 0,1-4-4 15,1 3 1-15,2 1-4 0,3-1 0 0,0 0 2 16,6-2-2-16,-7-1-3 0,3-1-3 15,-7 0 6-15,0 0 16 0,-13-5-6 0,0-1 0 16,-6-1-4-16,-6-3-3 0,-5 0-2 16,3-3 3-16,-8-1-2 0,0 2-1 0,1-2-1 15,-1 1 1-15,-1 0-4 16,3-1 4-16,-2 3-6 0,2-2-3 0,3 4 2 16,2-1-5-16,7 5 6 0,5 2 0 15,1-1-3-15,9 8-2 0,7-1 8 16,6 3-7-16,1 1-2 0,2 1 1 0,6 1 3 15,-1-1-2-15,15 6-2 0,-18-8 0 16,-2-1 4-16,-3-3 2 0,-8-2-4 0,-10-5 0 16,-5-4 3-16,-10-1 4 0,-6-3 23 15,-2 0 27-15,-1-1 15 0,-5-2 14 0,0 1 9 16,2-2-2-16,-6-1-5 0,4 3-6 16,-9-4-14-16,10 3-6 0,-10-3-3 0,10 3-9 15,-10-3-8-15,7 4-7 0,-7-4-19 16,9 2-35-16,-9-2-46 0,0 0-54 15,0 0-81-15,8 3-106 0,-8-3-126 16,0 0-113-16,0 0-142 0,0 0-115 0,-20 12 76 16,2-7-632-16,-2 2-813 0</inkml:trace>
  <inkml:trace contextRef="#ctx0" brushRef="#br0" timeOffset="124223.49">11694 13972 3413 0,'0'0'-282'0,"0"0"-103"16,25-6-148-16,-9 8 60 0,-3 1-119 15,10 1-92-15</inkml:trace>
  <inkml:trace contextRef="#ctx0" brushRef="#br0" timeOffset="124974.1">12872 14082 1809 0,'2'-15'97'0,"0"1"35"16,0 3 38-16,0-1 48 0,0 4 25 15,-1 2 18-15,1-2 23 0,1 0 13 0,-3 8 1 16,4-13-10-16,-4 13-26 0,3-8-29 16,-3 8-16-16,0 0 12 0,0 0-10 0,0 0 6 15,12 37 0-15,-11-13-3 0,8 10 5 16,-6 1-4-16,3 5-3 0,0-2-11 15,-3 0-14-15,3-1-16 0,-3 1-13 0,2-4-16 16,1-4-13-16,-5-8-13 0,-1-1-14 16,2-5-10-16,-2 0-11 0,0-3-9 15,0 0-27-15,2-1-53 0,-2-2 0 16,0-2 0-16,0 1 0 0,2-1 0 0,-2-3 0 16,0-5-103-16,2 9-109 0,-2-9-69 15,0 0-104-15,0 0-99 0,0 0-95 0,0 0-129 16,9-20-98-16,1 2 80 0,-1 0-603 15,4-8-785-15</inkml:trace>
  <inkml:trace contextRef="#ctx0" brushRef="#br0" timeOffset="125207">13242 14107 3842 0,'7'-19'8'0,"2"3"82"0,-6 3 53 16,3 4 52-16,-2 1 31 0,-3 0 22 0,3 4-15 0,-4 4-11 15,4-9-17-15,-4 9 11 16,0 0 29-16,0 0-2 0,8 26-19 0,-4-2-20 15,-2 1-19-15,1 13-20 0,-3 1-15 16,0 2-17-16,-1 3-13 0,1-2-10 0,-4-2-13 16,0-1-8-16,0-1-10 0,-2-6-12 15,4-2-21-15,-2-9-30 0,1-4-34 16,-1-1-57-16,2-2-47 0,0 0-59 0,2-5-70 16,-2 1-80-16,4-3-123 0,0-5-135 15,-2-2-225-15,0 0 52 0,0 0 87 0,36-17-525 16,-11-3-665-16</inkml:trace>
  <inkml:trace contextRef="#ctx0" brushRef="#br0" timeOffset="125590.23">13828 14084 3184 0,'5'-19'-17'16,"1"5"60"-16,-4 3 55 0,-1 1 42 0,-1 4 22 15,2-2 7-15,-2 8 3 0,0 0-7 16,-5-8-1-16,5 8 5 0,-22 2 2 0,22-2 3 15,-36 12 0-15,4 2 1 16,3 3-14-16,1 2-8 0,1 0-20 0,6 1-9 16,0 1-15-16,9-2-5 0,7-4 4 15,1 2 6-15,6 0 9 0,4-3-6 0,2 5-2 16,9 6 7-16,0-4 1 0,3 1-1 16,0-3-12-16,-3-1-7 0,-2-5-6 15,3 1-1-15,-4 0-1 0,0-2-5 0,-4-2-7 16,-1-1 0-16,-2-1 10 15,0-1-9-15,-4-2-5 0,1 2 2 0,-2 2 10 16,-2-9 0-16,-6 17-47 0,-6-5-44 16,-2 0 0-16,-4 1 0 0,-11 3 0 0,1 0 0 15,-5-1 0-15,5-1 0 0,0-3 0 16,3-1 0-16,6-3 0 0,2-1 0 0,1-1 0 16,2-1 0-16,2-1 0 0,1-3-237 15,11 0-194-15,-16-3-147 0,10-2-197 0,1-5-102 16,5 3 95-16,-2-5-752 0,4 3-979 15</inkml:trace>
  <inkml:trace contextRef="#ctx0" brushRef="#br0" timeOffset="126157.64">14391 14018 4195 0,'2'-17'-61'0,"2"3"60"0,-2 2 60 16,-1 1 43-16,-1 2 38 0,2 2 37 15,-2 7 14-15,0-13 3 0,0 13-25 16,3-9-15-16,-3 9-19 0,0 0-8 0,0 0 23 16,0 0 5-16,-3 44 5 0,0-9-2 15,-5 7 10-15,4 14-5 0,4-10-13 16,-5 13-7-16,3-1-12 0,-2-4-12 16,0-9-8-16,0-2-9 0,0-3-10 0,-3-5-12 15,1-1-2-15,1-8-11 0,-2-5-11 16,4-2-5-16,-3-3-7 0,4-4-2 0,1-1-31 15,-3 0-41-15,0-2-38 0,2-3-62 16,0 1-51-16,2-7-74 0,0 7-120 16,0-7-121-16,0 0-144 0,0 0-177 0,0 0 70 15,10-26-638-15,-8 14-839 0</inkml:trace>
  <inkml:trace contextRef="#ctx0" brushRef="#br0" timeOffset="126423.4">14651 14134 4069 0,'4'-14'71'0,"-1"3"56"0,1 3 36 0,0 1 23 15,-3 2 7-15,-1 5-6 0,4-7-19 16,-4 7 24-16,0 0 2 0,8 21 14 16,-8-4-13-16,2 7-14 0,-2 14-7 0,-2 3-10 15,-2 4-1-15,0 1-10 0,-1 5-13 16,1-6-11-16,-2-4-15 0,1 0-9 0,-4-1-7 15,2-4-13-15,2-4-11 0,-3 1-7 16,3-8-7-16,-4-4-9 0,6-2-34 0,-3-4-53 16,2-1-58-16,-1 0-61 15,0-4-79-15,1 0-88 0,4-3-133 0,0-4-170 16,0-3-211-16,0 0 76 0,16 0 92 16,-16 0-537-16,44-20-669 0</inkml:trace>
  <inkml:trace contextRef="#ctx0" brushRef="#br0" timeOffset="126839.72">15262 14152 3574 0,'4'-5'52'0,"0"2"-2"0,-4 3-5 16,0 0 40-16,0 0 40 0,0 0 18 15,-15 26 3-15,3-9-6 0,-5 12-3 0,-9 9 1 16,1 1-1-16,-6 4 5 0,2 1 6 15,1-1-1-15,1-1-4 0,2-3 1 16,9-8-5-16,0 0-6 0,5 0-3 0,-3-4-11 16,6-4-8-16,5-6-16 0,-1-2-5 15,4-3-1-15,0 0-8 0,4-2-9 0,-1-3-10 16,-1-2-9-16,4-1 0 0,-6-4-6 16,0 0 0-16,0 0-8 0,16-16-2 0,-15 3-4 15,-2-5-8-15,-5-17 4 0,-2-3 8 16,-5-10 0-16,-5 1-7 0,0 3 13 15,-7 1 11-15,3 4 16 0,4 8 3 16,4 2 13-16,-1 2-4 0,5 9 3 0,5 1 6 16,3 1-8-16,6-1-9 0,6-2-26 15,10-3-7-15,17-4-6 0,6 2-41 16,3 4-52-16,0 5-62 0,-5 4-50 0,2 3-64 16,-3 4-92-16,-6 4-106 0,2 4-112 15,-9 1-190-15,-6 3-56 0,-6 2 92 0,-7 2-607 16,-4 1-763-16</inkml:trace>
  <inkml:trace contextRef="#ctx0" brushRef="#br0" timeOffset="127773.07">12648 13977 3451 0,'0'-5'-119'0,"0"5"24"15,7-10 20-15,4 6 20 0,5-4 35 0,16-3 27 16,6 1 6-16,21-2 9 0,12 2 6 16,36 3 8-16,15 1-7 0,21 4-4 15,17 6 4-15,15 0-12 0,66 3-1 16,-8 3-32-16,2 2-39 0,-56-2-28 0,0-3-7 15,-1-1 2-15,-9-3 1 0,-8 0 15 16,-14 1 25-16,-9 0 9 0,-20-6 9 16,-35 2 23-16,-13 2 38 0,-21-2 31 0,-9 0 35 15,-9-2 30-15,-8 2 20 0,-7 0 3 16,-2 0-5-16,-1 0-8 0,-13 0-4 0,22 0-18 16,-22 0-11-16,16 0-14 0,-6 2-8 15,-10-2-4-15,11 9-10 0,-7-1-9 16,-2 4-4-16,-4 7-7 0,-2 5 11 0,-7 12-2 15,-4 13 3-15,-7 3 10 0,2 4 13 16,-3 2 8-16,2 4-5 0,0 0-7 0,2-4-2 16,1 0 4-16,4-3-1 15,-2-3 3-15,3-2 9 0,4-11 23 0,0-3-2 16,2 0-6-16,3-4 5 0,1-7-1 16,-1-4-13-16,2-9-11 0,-2 2-7 0,4-2-5 15,-2-1-2-15,2-2-10 0,-4-1-2 16,2-1-4-16,-2 0-5 0,4-7-9 15,-9 12 4-15,-3-5 8 0,-6 2 7 0,-15 1-1 16,-7-2-27-16,-15 3 15 0,-12-3-9 16,-9-3 10-16,-12-1-4 0,-32-1-3 15,-9-5-3-15,-7 1-4 0,-4-3 2 16,-7-4 7-16,-2 2 4 0,-2-5 5 0,-1 2 0 16,3 2 2-16,6 0 2 0,4 2-1 15,7 4 6-15,10-3 8 0,29 4-2 0,8-2-4 16,7 4-5-16,4 2-9 0,2-3-1 15,10-1-7-15,10 2-44 0,7-2 0 0,-2 0 0 16,13 0 0-16,7-2 0 0,2 2 0 16,3-1 0-16,1-1 0 0,6-2 0 0,0 1 0 15,2-2 0-15,3-4 0 0,0-1 0 16,7-6 0-16,3-1 0 0,1-6 0 16,7-14 0-16,4 0 0 0,4-12 0 0,2 1 0 15,0-4 0-15,0 7 0 0,-5 11 0 16,1 3 0-16,-5 7 0 0,-2 5-42 15,-2 1-118-15,1 5-50 0,-3 3-65 16,1-1-88-16,0 5-112 0,-2-1-112 0,-1 2-191 16,3-1-12-16,0 1 88 0,2-2-594 15,0-3-753-15</inkml:trace>
  <inkml:trace contextRef="#ctx0" brushRef="#br0" timeOffset="128622.48">12994 12386 3380 0,'-3'-11'-138'0,"-3"0"41"0,2 2 30 16,3 2 27-16,-1 1 18 0,-3 1 22 15,5 5 8-15,0-7 12 0,0 7 8 0,0 0-1 16,7-8 1-16,-2 4 0 0,6 3-1 16,3 1 6-16,8 0-2 0,3 1 3 0,18 6-1 15,-2-2-1-15,15 11-4 0,1 1 3 16,4 5-7-16,5 4 3 0,19 9 0 0,-2 0 5 15,4 2 13-15,3 5-2 16,5-5 1-16,3 3 0 0,5-2-5 0,-3-4 0 16,2 3-3-16,2-6-4 0,1 0-2 15,-2-5 0-15,0 2 1 0,-6-6-11 16,-3-1-2-16,-22-4 3 0,4-2-8 0,-1-3 3 16,-3 2 3-16,-6-4-11 0,0 0 7 15,-5 0 5-15,-5-1 24 0,-10 0 9 0,1-3 1 16,-10 3 1-16,-1-4 6 0,-5 0 9 15,-8-1 9-15,-5-1 2 0,4 0 12 16,-5-1 2-16,2 2 0 0,-2-1-8 16,-2 0-6-16,5-3-8 0,1 4-5 0,3-3-7 15,16 1-7-15,6 4-7 0,15 2-6 16,3 4-2-16,9 1-8 0,24 5-1 0,0 5-2 16,11 0-4-16,0 5-2 0,8 3-3 15,2 1-10-15,2 3-4 0,-3 0-5 16,-7 1 1-16,-5-1 0 0,-8-5 3 0,-7-1-1 15,-28-9-2-15,-2-3 0 0,-9-2-1 16,-15-4 5-16,-1-3-2 0,-11-4 10 0,0 1 5 16,-8-2 6-16,0-1 9 15,-1-2 14-15,-1 0 9 0,-2-2 5 0,0 0-2 0,0 1-2 16,-1-4-6-16,1 3 0 0,-5 0-9 16,0 1-2-16,-7 1-9 0,16-4-1 15,-8 2-8-15,-8 2-6 0,11-1-31 16,-11 1-29-16,7-2-42 0,-7 2-52 0,0 0-74 15,0 0-98-15,0 0-125 0,0 0-240 16,-26 14-6-16,9-11 64 0,-12-3-415 16,-2 2-505-16</inkml:trace>
  <inkml:trace contextRef="#ctx0" brushRef="#br0" timeOffset="130089.22">17226 14139 2897 0,'16'-10'-12'0,"2"3"6"15,-3 3-1-15,0 1 5 0,0 3 11 16,1 2 16-16,-2 3 17 0,2 0 10 0,-5 5 25 16,-2 5 24-16,2 3 17 0,-9 0 8 15,-4 6 9-15,-10 12 16 0,-11 3 14 0,-1 0 10 16,-5-1 9-16,0-4 8 0,8-7-6 16,2-3-13-16,2-2-12 0,3-5-14 0,3-3-7 15,7-2 1-15,3-1 19 0,2-3 22 16,1 0-11-16,6-2-13 0,5-1-11 15,6-2-20-15,2 0-5 0,10-3-20 16,8-6-33-16,2-1-44 0,2-5-49 16,7-4-48-16,1 1-65 0,-1-2-72 0,-4-3-67 15,0 1-57-15,-2-2-35 0,-12 4-21 16,2-3-10-16,-5 1 3 0,-2 0 31 0,-5 2 44 16,-4 0 55-16,-6 5 59 0,-1 3 59 15,-6-2 53-15,3 3 39 0,-5 2 30 0,1 0 37 16,-4 0 35-16,0 6 34 0,0 0 30 15,-13-8 29-15,13 8 27 0,-18 4 10 16,4 0 10-16,-2 2-5 0,-1 6-15 16,3-1-7-16,2 3-16 0,0 1-15 0,0 2-9 15,5-3-12-15,3 1-7 0,3-3-8 16,1 2-3-16,1-2-7 0,5 0-6 16,3-1-7-16,7 0-5 0,0-3-10 0,8-1-3 15,1-4-17-15,-1-1-12 0,5-2-7 16,0-2-3-16,-3-1-2 0,4-7 2 0,-7 3 0 15,-2-2-2-15,-6-2-4 0,3-1-2 16,-9-4 4-16,1-1-6 0,-2-3 2 0,-5-1-2 16,1-4 2-16,-2 7-4 0,-6-1 1 15,0 1-6-15,-5 1-4 0,-1 2-14 16,-5 1-20-16,1 8-19 0,-2-1-40 16,-2 3-59-16,2 4-65 0,-4 2-84 15,1 1-107-15,0 3-184 0,4 0 8 0,-2 0 60 16,5 0-220-16,5 3-243 0</inkml:trace>
  <inkml:trace contextRef="#ctx0" brushRef="#br0" timeOffset="130472.67">18454 14305 2324 0,'-19'-8'114'0,"-1"4"10"0,0 2 8 16,4 0 15-16,3 4 12 0,-1 0 8 0,0 4 2 16,-1 0 1-16,5 5-10 0,3 1-3 15,3 2-8-15,2-1-4 0,6 4-10 0,1 2-6 16,7-2-11-16,5 5-11 0,4-1-10 16,2-4-6-16,1 0-10 0,5-5-11 0,-1 0-4 15,7-4-3-15,-10 0-7 0,-2-7-4 16,-4-1-5-16,0-1 0 0,-2-1 8 15,0-4-1-15,-1 1-3 0,-5-3-4 0,1-6 0 16,-1-1-10-16,-6-3 1 16,-3-3-6-16,2 0-4 0,-6-5-2 0,-2 2-3 15,-1-7-5-15,-5 10-3 0,-5-5-6 16,-2 9-14-16,1 5-22 0,0 4-26 0,-4 3-39 16,1 1-56-16,1 6-94 0,-4 0-99 15,3 1-137-15,0 3-202 0,5-2 45 0,5 0 78 16,6 0-293-16,3-4-334 0</inkml:trace>
  <inkml:trace contextRef="#ctx0" brushRef="#br0" timeOffset="130922.73">19444 14177 2602 0,'-7'-18'122'16,"7"5"18"-16,0 3-12 0,4 1-11 0,1 2-4 16,-2 2-7-16,5 1-8 0,-8 4-10 15,17 2-11-15,-17-2 1 0,19 7-10 0,-14 2-5 16,5 1-4-16,-6 0 2 0,-2 4 1 16,-2 0-2-16,-4 3 5 0,-4 3-3 15,-7 7 1-15,-2 0 5 0,-2-4 2 16,3 2 1-16,3-7-7 0,1-2-7 0,7-1-3 15,-1 0-1-15,5 1 10 0,-1 0 8 16,4 1 0-16,1 2 4 0,6-1 8 16,2 3 7-16,0 4 5 0,4 0-2 0,-2-7 3 15,-2-1 8-15,1 0 3 0,0 1-2 16,-5-5-1-16,1 1-3 0,0-1 5 0,-7-3 7 16,3 2 18-16,-4-2 18 0,0-2-3 15,-4 3-7-15,1-1-7 0,-6 2-12 0,-3-3-11 16,-5 1-10-16,-3 1-10 0,-3-4-8 15,3-1-4-15,-5-1-16 0,0-3-38 16,6-1-43-16,-3-1-58 0,0-3-54 16,5 0-68-16,-2-4-95 0,5-1-128 0,5-5-146 15,7 1-203-15,4-2 1 0,7-6 91 16,13-4-532-16,3 0-674 0</inkml:trace>
  <inkml:trace contextRef="#ctx0" brushRef="#br0" timeOffset="131255.76">19774 14379 3567 0,'-1'-8'44'0,"-1"1"54"0,2 7 25 16,-8-9 19-16,8 9 18 0,-11-2 10 15,11 2 2-15,0 0-3 0,-25 19-8 0,13-3-8 16,1 1-17-16,-2 8-10 0,1 2-15 16,1-1-6-16,4-3-12 0,-2 0-11 15,6-3-5-15,-3 1-9 0,6-4-7 0,2 1-4 16,2-3-5-16,-1 3-2 0,6-3-9 15,-4-1 0-15,6-4-6 0,0 0 0 0,0-1-8 16,-2-2 1-16,-2-3-2 0,3-3-6 16,-10-1 1-16,17-1 1 0,-5-6-4 0,-3-4-4 15,7-4 1-15,1-12-2 0,0-4-7 16,0-1 5-16,0 0-6 0,-5 3 1 16,-2 6 2-16,-5 3-7 0,-3 5 0 0,0 1-6 15,-4 4-16-15,-3-1-24 16,-4 4-27-16,2 2-36 0,-4 4-53 0,-5 1-81 15,-1 3-107-15,-6 6-146 0,4-1-248 16,0 3 66-16,4 2 69 0,4 1-360 0,2-1-445 16</inkml:trace>
  <inkml:trace contextRef="#ctx0" brushRef="#br0" timeOffset="131555.69">20113 14461 2983 0,'-9'-13'169'15,"7"6"26"-15,-1 2 17 0,-1-1-2 16,4 6-13-16,0 0-22 0,0 0 18 0,0 0 12 16,0 0-18-16,0 0-12 0,-4 28-18 15,10-13-14-15,1 4-15 0,3-2-14 16,9 7-6-16,0-2-13 0,6 1-9 16,2-4-8-16,2-2-7 0,-2-2-9 0,2-1-3 15,-10-4-6-15,-3-4-4 0,-5 0 7 16,-2 0-2-16,2-3 10 0,-6-1 14 0,-5-2-7 15,0 0-14-15,0 0 3 0,0 0-9 16,0 0-3-16,-19-25-7 0,-3 4-19 0,2-2-42 16,-3-2-48-16,-2-2-59 15,0 1-92-15,-11 1-107 0,4 6-122 0,-12 0-156 16,-5 4-146-16,2 6 74 0,0 4-504 16,-3 0-644-16</inkml:trace>
  <inkml:trace contextRef="#ctx0" brushRef="#br0" timeOffset="131855.6">16754 13921 3345 0,'-34'-7'-91'0,"7"4"26"0,4-2 27 0,10 3 18 15,0-2 13-15,3 4 10 0,10 0-3 16,-2-6 4-16,2 6-2 0,46-9 1 0,16 4-3 16,23-2 2-16,40 2 0 0,22 0 0 15,23 1-1-15,78 4-11 0,5 0-36 16,8 0-50-16,8-1-90 0,4-3-75 0,-9-1-46 15,-1-2-60-15,-7 1-269 0,-8-3-134 16</inkml:trace>
  <inkml:trace contextRef="#ctx0" brushRef="#br0" timeOffset="132355.44">20522 13822 1675 0,'91'-4'-37'0,"-26"1"46"15,-13-1 56-15,-11-2 36 0,-5 1 28 0,-5 1 18 16,-8-1 14-16,-6 2 4 0,-4-1 3 16,1 2-29-16,-3 0-16 0,-11 2-13 0,13 11 3 15,-6 3 17-15,-9 13 1 0,-8 24-4 16,-7 9-13-16,-10 21-7 0,-1 4 4 0,-1 6 2 15,2 4 18-15,2-1 12 0,11 5 9 16,1 0 6-16,8 1-4 0,1-21-12 16,8-2-11-16,-2-1-12 0,1-7-13 0,-1-6-9 15,3-19-14-15,-5-4-3 16,2-9-10-16,0-7-3 0,-2-5 0 0,2-3 17 16,-2-3 12-16,-2-1 10 0,0-5-18 15,0-1-8-15,-5-2-9 0,7-4-11 0,-14 3-7 16,0-3-2-16,-12-3-10 0,-17 1-4 15,-19-1-4-15,-12 0-4 0,-12-4-3 0,-32 0-2 16,-10 0-3-16,-2-2-1 0,-11 3-3 16,-13 2 5-16,-4 3-9 0,-4-1 2 15,-7 2-2-15,-5-4-3 0,-5-1 3 0,-3-2-6 16,0 0 1-16,-1 2-1 0,0-1-3 16,2 0 7-16,0 2-6 0,1 2 1 0,8 2 0 15,15 0-1-15,16 0 16 0,19 0 5 16,34 2 4-16,12-2-7 0,11 3 7 15,22-2-7-15,7-1 3 0,11 0 33 16,3 0 26-16,5 0 11 0,2-4-1 0,8-2-18 16,-2-2-12-16,8-6-3 0,2-5-10 15,6-14-24-15,6-5-23 0,6-8-13 0,5-7-29 16,5-2-33-16,10-16-29 0,-1-4-32 16,-1 4-39-16,-4 17-9 0,-5 8-14 15,-5 4-21-15,-8 13-49 0,-1 9-79 0,-5 3-93 16,-1 5-134-16,-6 1-168 0,-2 3 70 15,0 0-480-15,-4-1-614 0</inkml:trace>
  <inkml:trace contextRef="#ctx0" brushRef="#br0" timeOffset="132822.15">15388 11929 2786 0,'23'-4'-240'0,"-3"2"40"15,5 1 34-15,0 0 10 0,6 1 13 16,15 1 21-16,1-1 5 0,5 1-3 0,7 5-29 16,2-2-110-16,-4 0-120 0,4 2 108 15</inkml:trace>
  <inkml:trace contextRef="#ctx0" brushRef="#br0" timeOffset="133521.91">16862 11889 1090 0,'-18'-12'17'0,"2"2"12"0,3 3 10 16,4 0 12-16,1 2 9 0,0 0-4 15,3 0 3-15,-1 0 5 0,3 1-9 16,3 4-3-16,-9-7-10 0,9 7-3 15,0 0-3-15,0 0-5 0,27 0-3 16,2 4-3-16,15 3 3 0,21 3-6 0,9 4-5 16,24 6 1-16,17 4-4 0,11 4 3 15,11 5-2-15,56 13-1 0,3 1-5 0,14 2-2 16,7 0 2-16,15 3-2 0,17 7-5 16,7 2-3-16,10 4-8 0,8 0-13 0,0 1-11 15,4-3-2-15,-11-3 10 0,-1 0-1 16,-10-4-2-16,-8 0 2 0,-12-6 2 0,-17 4 7 15,-11-5 6-15,-7-2 3 0,-11-5 9 16,-49-9 5-16,3-2 12 0,3 0 10 16,-5 0 3-16,3-4 10 0,-5 2 9 15,3-1 1-15,-10 0-4 0,-9-1 6 0,-13-4 6 16,-10-2 10-16,-34-4 13 0,-10-4 12 16,-15-6 15-16,-8 1 6 0,-11-4 10 15,-2-2-10-15,-6 1-7 0,-4 0-9 0,0-1-11 16,-6-2-10-16,-5 0-10 0,9 4-2 15,-9-4-10-15,10 3-4 0,-10-3-3 0,0 0-11 16,1 4-32-16,-1-4-43 0,0 0-56 16,-5 13-76-16,1-8-96 0,4-5-221 0,-3 7-14 15,3-7-160-15,-4 6-155 16</inkml:trace>
  <inkml:trace contextRef="#ctx0" brushRef="#br0" timeOffset="134305.76">23317 14188 1722 0,'0'-15'14'0,"0"3"24"0,-3 0 33 16,-5 2 12-16,3 0 15 0,-7 1 10 0,-3 0 15 15,-6 3 13-15,-4 1 6 0,-19 1 7 16,2 2 9-16,-3 6 0 0,-11 5-1 0,3-1-4 15,9 2-7-15,4 1-14 0,5 0-11 16,11 5-12-16,9-2-4 0,5-1 3 0,12 3-2 16,13 7-6-16,15 6-9 0,15 0-5 15,4 2-11-15,3 2-8 0,-4-4-3 16,-5 1-6-16,-3-4-6 0,-10-5-6 0,-5-1-2 16,-4-2-3-16,-3-1 6 0,-9-3 13 15,0 1 29-15,-7-6 25 0,-2 3 29 0,-2 1 16 16,-5-1 11-16,-2 0 2 15,-11 0-6-15,-5 3-19 0,-1-3-11 0,5 0-17 16,-2-5-13-16,2 0-6 0,-19 1-8 16,12-3-13-16,-7 1-7 0,7-3-33 0,5-2-40 15,3 1-41-15,7-2-62 0,4 0-101 16,9 0-140-16,-16-6-134 0,16 0-141 0,0 6-148 16,12-19 67-16,1 4-526 0,10-4-688 15</inkml:trace>
  <inkml:trace contextRef="#ctx0" brushRef="#br0" timeOffset="134655.51">23787 14212 3093 0,'14'-15'-91'0,"0"1"47"0,-4 4 44 0,-3 0 40 16,-1 5 27-16,-5-2 12 0,-1 7 5 16,0-10 13-16,0 10-2 0,-16-2 13 15,16 2 6-15,-43 10 0 0,11 4-8 0,0 1-6 16,-1 4-7-16,6 1-8 0,2 4-9 15,13-3-8-15,2 1-5 0,9-1 0 0,4 2-4 16,5-4-1-16,7 8 11 0,4 0 4 16,0 1 4-16,1-5 6 0,5 4 2 0,-3-6 5 15,-1 0-3-15,-3-1-3 16,-4-3-2-16,-5-5-4 0,-1-2 9 0,-2-1 24 16,-4 1 13-16,-2-2 18 0,-2-1 9 15,0 3-5-15,-10-1-9 0,3-2-13 0,-5 1-2 16,0-3-22-16,-8 1-2 0,-3 0-14 15,-1-4-14-15,-2 0-17 0,-4-2-47 16,5-2-32-16,-2-1-53 0,4-2-61 0,2-1-95 16,4-2-115-16,4-3-120 0,8-3-124 15,0 1-157-15,10 1 52 0,8-5-507 0,18-3-670 16</inkml:trace>
  <inkml:trace contextRef="#ctx0" brushRef="#br0" timeOffset="134971.19">24149 14364 3344 0,'11'-5'-6'0,"-6"-1"38"0,-5 6 32 16,0 0 30-16,0 0 22 0,0 0 16 16,0 0 14-16,0 0-5 0,-36 23-8 0,21-10-15 15,2 1-10-15,2 1-10 0,2-1 1 16,6 2 7-16,1-1-9 0,4 1-5 0,3-3-8 16,7 3-9-16,7-3-5 0,8 1-6 15,3-2-7-15,2-4-5 0,1-5-8 16,-3-3-3-16,13-3-4 0,-4-5-2 0,-3-4-5 15,0-4-3-15,3-8-1 0,-5-5 2 16,-5-5 2-16,-2-2-3 0,-9-5 3 0,0-3-3 16,-7 8-1-16,-3-4 1 15,-8 5 0-15,0 6-4 0,-8 7-4 0,-7-5-2 16,-4 5-3-16,-4 4 2 0,-8 5-4 16,1 3-1-16,-3 6-15 0,7 2-31 0,2 6-47 15,-12 4-71-15,2 6-114 0,7 3-118 16,4 0-177-16,-1 2-145 0,13-5 77 0,5-4-413 15,4 0-515-15</inkml:trace>
  <inkml:trace contextRef="#ctx0" brushRef="#br0" timeOffset="135488.13">25946 13825 2998 0,'2'-5'-49'0,"-1"2"13"0,-1 3 19 0,0 0 46 16,0 0 50-16,-30 22 34 0,1 0 29 16,-9 9 14-16,-4 6 16 0,-3 5 2 0,-2 3 7 15,-10 8 4-15,14-9-9 0,-2 1-9 16,9-1-9-16,6 2-8 0,3-1-11 16,9 0-10-16,7-7-7 0,8-2-13 0,5-2-10 15,8-1-8-15,3-3-8 0,8-4-8 16,4-3-8-16,4-3-4 0,1-5-7 15,2-4-3-15,-8-6-3 0,1-3-5 16,0-4-6-16,-2-6-4 0,2-4-1 0,-3-5-1 16,-2-6-1-16,-6-5 0 0,-5-3-5 15,-5 4-6-15,-2 0 0 0,-6-8-3 0,-5 5-5 16,-5 1-1-16,-6 3-1 0,0 7-1 16,-1 6-4-16,0 5-2 0,-3 2-14 0,-1 6-31 15,-2 5-37-15,-6 4-52 0,-1 4-91 16,7 4-118-16,4 2-126 0,10-5-166 15,3 4-75-15,8-4 76 0,4 0-410 0,8 3-512 16</inkml:trace>
  <inkml:trace contextRef="#ctx0" brushRef="#br0" timeOffset="135805.09">26075 14432 3081 0,'0'-12'73'16,"-2"2"46"-16,2 3 38 0,0 7 27 0,-2-12 11 15,2 12-7-15,0-7-15 0,0 7-16 16,0 0-19-16,0 0-8 0,0 0-9 0,0 0-10 16,0 0-10-16,0 0-8 0,25 19-8 15,-12-9-9-15,5 0-8 0,-2 1-6 0,2-1-5 16,-5-3-6-16,3 0 0 0,-2-2-5 16,-2 0-4-16,-4-3 0 0,-8-2 3 15,16 0 5-15,-16 0 3 0,14-11-3 0,-10 3-4 16,-2-4-9-16,0-5-2 15,-2-2 1-15,0-5-7 0,-4-10-2 0,-2 2-5 16,1 0 0-16,-3 9-6 0,2 2-3 16,1 1-3-16,-5 7-14 0,2 1-23 0,-3 3-34 15,2 8-51-15,-3-1-80 0,12 2-108 16,-29 8-109-16,18-4-145 0,4 1-149 0,3-2 66 16,4-3-415-16,0 0-525 0</inkml:trace>
  <inkml:trace contextRef="#ctx0" brushRef="#br0" timeOffset="136038.37">26952 14004 3179 0,'5'-21'146'0,"-5"6"32"0,-1 2 20 16,-3 4 10-16,-5 6 20 0,9 3 32 16,-31 11 6-16,2 7-13 0,-6 17-24 0,3 5-20 15,3 9-20-15,4 2-20 0,1 4-3 16,5 3-31-16,4 0-16 0,1 0-38 0,7-5-35 15,-2-2-33-15,0-10-37 0,2-4-37 16,1-2-44-16,1-10-76 0,-1-1-79 16,5-8-88-16,-4-2-101 0,3-2-187 0,-2 0-53 15,4-5 78-15,0 1-378 0,0-8-466 16</inkml:trace>
  <inkml:trace contextRef="#ctx0" brushRef="#br0" timeOffset="136291.16">27320 15094 3198 0,'-35'-14'206'16,"-18"3"11"-16,-12 1 0 0,-13 5 10 0,-6-1 21 15,-26-2 20-15,-7 4 21 0,-5 0-30 16,-2 4-21-16,1 4-28 0,-3 1-23 15,8 5 0-15,9 4-34 0,27-4-18 16,13 4-40-16,6 1-57 0,11 3-61 0,5 1-66 16,19-2-82-16,3 1-103 0,6-2-102 15,5-7-125-15,7 2-194 0,3-5 11 0,1-1 74 16,-1-3-393-16,4-2-479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19T03:46:06.0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15847 5974 2019 0,'0'0'300'0,"0"0"-58"0,0 0-37 0,0 0-14 16,0 0-2-16,0 0-29 0,0 0-1 15,0 0-14-15,0 0-12 0,0 0-1 0,0 0-12 16,0 0-9-16,0 0-7 0,0 0-10 15,0 0-4-15,0 0-13 0,0 0-4 16,0 0-6-16,0 0-9 0,0 0-4 16,0 0-9-16,0 0-23 0,0 0-39 0,0 0-39 15,0 0-73-15,0 0-85 0,0 0-122 16,0 0-209-16,0 0-54 0,0 0 71 16,0 0-277-16,13-16-292 0</inkml:trace>
  <inkml:trace contextRef="#ctx0" brushRef="#br0" timeOffset="317.16">17244 6185 2603 0,'14'-2'242'0,"-14"2"0"0,0 0 9 15,0 0 15-15,0 0 21 0,0 0 6 16,-5-9-8-16,5 9-22 0,0 0-19 0,0 0-24 16,0 0-27-16,0 0-23 15,0 0-10-15,0 0-20 0,-5-7-18 0,5 7-41 16,0 0-47-16,0 0-69 0,0 0-81 15,0 0-113-15,0 0-104 0,0 0-115 0,0 0-185 16,0 0-43-16,0 0 77 0,0 0-431 16,0 0-503-16</inkml:trace>
  <inkml:trace contextRef="#ctx0" brushRef="#br0" timeOffset="667.21">18693 6239 3281 0,'0'0'277'16,"0"-5"-3"-16,0 5 8 0,0 0 33 0,-2-10 34 16,2 10 11-16,-4-4-15 0,4 4-27 15,0 0-32-15,-5-6-28 0,5 6-27 16,0 0-30-16,0 0-19 0,0 0-41 16,0 0-47-16,0 0-65 0,-9-4-100 0,9 4-125 15,0 0-149-15,0 0-155 0,-11 12-197 16,6-9-90-16,-6 1 83 0,-1-1-630 15,-10-1-791-15</inkml:trace>
  <inkml:trace contextRef="#ctx0" brushRef="#br0" timeOffset="1667.12">4023 5663 1344 0,'-7'7'564'0,"2"1"-141"0,-4 3-66 15,-2 1-57-15,0 4-29 0,2-1-11 0,0 3-7 16,-1-1-13-16,2 2 13 0,5 3-3 16,1 1 3-16,2-4-6 0,3 3-1 15,3-1-8-15,8 6-12 0,4-2-10 16,4-4-24-16,3-5-11 0,0-1-23 16,7-3-14-16,-4-8-12 0,-4-2-26 0,0-2-17 15,12-4-3-15,-10-3-8 0,5-5-4 16,-6-2 17-16,-2-6 0 0,-5-7 2 0,0-4-7 15,-7-3-7-15,-1-4-7 0,-4-4-6 16,-3 0-6-16,-8 1-9 0,-2 4-2 0,0-2-10 16,-4 8 1-16,-7 4-9 0,2 5-2 15,-2 6-12-15,0 6-11 0,-2 5-21 0,1 0-33 16,0 5-30-16,-2 2-34 16,-2 2-25-16,3 4-40 0,0-2-39 0,3 6-45 15,2-1-53-15,-1 4-68 0,5-1-70 16,-3-1-89-16,5-1-146 0,5 0-32 15,4-1 78-15,0-1-482 0,2 0-591 0</inkml:trace>
  <inkml:trace contextRef="#ctx0" brushRef="#br0" timeOffset="2182.86">4516 5929 3507 0,'-10'5'251'0,"10"-5"14"16,0 0 18-16,0 0 20 0,0 0-1 0,0 0-11 16,0 0-16-16,0 0-25 0,0 0-22 15,21-14-23-15,-7 6-23 0,3-2-16 0,0 1-16 16,0-1-13-16,1-2-9 0,-6-2-16 16,2 0-10-16,-3-1-10 0,-1-4-9 15,-2-2-3-15,-3 0 0 0,-3-2-6 0,0-1-3 16,-4-1-4-16,0 4-8 0,-3-2-3 15,-2 4-7-15,0 3-5 0,-2 0 0 0,1 4-14 16,-4 2-3-16,3 5 5 0,-4 1-11 16,-1 4-3-16,14 0-1 0,-26 2 0 15,26-2-7-15,-21 2-3 0,13-1-1 16,8-1 0-16,0 0 7 0,0 0-3 0,0 0 3 16,0 0-4-16,0 0 1 0,65-12-5 15,-30 4-1-15,-1 1-4 0,-4 2 0 16,-6 1 0-16,-4 3 0 0,-3-1 0 0,-2 2 0 15,1 2 0-15,-3-1 0 0,1 3 0 16,0 3 0-16,-2 3 0 0,1 4 0 0,-2 1 0 16,0 4 0-16,-6-1 0 15,3 3 0-15,-3-1 0 0,1 3 0 0,-5 1 0 16,4-3 0-16,-1 0 0 0,1 3 0 16,-3-7 0-16,2 7 0 0,-2-7 0 0,1 0 0 15,-1 0-170-15,2-2-127 0,-1-3-73 16,0 0-90-16,-1-2-73 0,0-1-101 15,4-6-148-15,-6-3 33 0,9 2 84 0,-9-2-536 16,21-12-665-16</inkml:trace>
  <inkml:trace contextRef="#ctx0" brushRef="#br0" timeOffset="2666.88">5269 5325 3404 0,'0'-17'87'0,"2"2"48"15,0 3 27-15,0 2 28 0,0 1 26 16,-1 4 13-16,-1 5 7 0,4-11 14 0,-4 11 42 16,0 0 7-16,0 0-4 0,19 32-26 15,-13-12-20-15,0 16-18 0,-5 4-9 0,-1 4-16 16,0 1-17-16,0 0-15 0,-5 9-15 16,1-11-13-16,0 1-19 0,-2-6-10 15,0-1-12-15,3-2-7 0,1-8-22 0,0-4-48 16,0-7-28-16,0 1 0 0,2-5 0 15,0 0 0-15,0-4 0 0,-1-1 0 0,1-7 0 16,0 0 0-16,0 0 0 16,0 0 0-16,0 0 0 0,24-27 0 0,-20 13 0 15,4-5 0-15,-5-2 0 0,3 0 0 16,-3 3 0-16,-3-1 0 0,0 1 0 0,-1 1 0 16,-5 2 0-16,1 1 0 0,-7 2 0 15,0 0 0-15,-4 3 0 0,0 3 0 0,-2 4 0 16,-4 2 0-16,-1 6 0 0,-9 2 0 15,3 2 0-15,-1 7 0 0,5-3 0 16,3 1 0-16,6 2 0 0,3 0 0 0,5-5 0 16,0 2 0-16,7 3 0 15,-1-5 0-15,4 1 0 0,-1-1 0 0,1 2 0 0,4-2 0 16,0 0 0-16,0-2 0 16,1-1 0-16,1-1 0 0,-3 1 0 0,3-2-141 15,-4 1-167-15,0-2-81 0,1-2-95 16,-3 1-110-16,4 1-165 0,-3-1-48 0,4-2 90 15,-7-3-641-15,13 4-812 0</inkml:trace>
  <inkml:trace contextRef="#ctx0" brushRef="#br0" timeOffset="3351.34">5716 5838 4121 0,'-15'2'166'16,"15"-2"16"-16,0 0 16 0,0 0 27 0,0 0 18 15,0 0 1-15,-21-3-15 0,21 3-22 16,0 0-23-16,0 0-16 0,0 0-18 16,0 0-13-16,29-16-15 0,-15 11-8 0,-1-2-16 15,-2 0-6-15,3 1-5 0,-5-5-10 16,0 3 1-16,1-2 5 0,-4-2 4 0,-3 3 11 15,1-1 7-15,-2 0 4 0,-2 2-5 16,0 8-6-16,-6-11-8 0,-3 7-6 0,-1 2-1 16,10 2-3-16,-30 6-32 15,-1 5-48-15,2 5 0 0,-1 0 0 0,1 9 0 16,-1 4 0-16,8-5 0 0,2 5 0 16,7-1 0-16,-1 1 0 0,7-6 0 0,3 0 0 15,4-3 0-15,4 1 0 0,2-1 0 16,3 0 0-16,5-5 0 0,0-1 0 15,6-5 0-15,1-1 0 0,-1-3 0 0,2-5 0 16,5-3 0-16,5-4 0 16,2-2 0-16,-3-1 0 0,-5-3 0 0,-1-1 0 0,-2-5 0 15,-2-6 0-15,-2 1 0 0,1-5 0 16,-8 0 0-16,1 0 0 0,-2 7 0 16,-6 5 0-16,-1 3 0 0,-1 4 0 15,-4 1 0-15,-3 4 0 0,4 5 0 0,-11-2 0 16,11 2 0-16,0 0 0 0,-25 6 0 15,25-6 0-15,-14 6 0 0,14-6 0 0,-6 4 0 16,6-4 0-16,0 0 0 0,0 0 0 16,29 5 0-16,-9-5 0 0,-2 2 0 0,7 1 0 15,-4 2 0-15,2 0 0 0,-1 4 0 16,-2-2 0-16,-3 5 0 0,7 5 0 16,-6-4 0-16,-5-1 0 0,-1 4 0 15,-3-1 0-15,0-1 0 0,-2 1 0 0,-2-1 0 16,1-1 0-16,-4-1 0 0,1 0 0 15,-1-3 0-15,0-1 0 0,0 0 0 16,-2-2 0-16,2 0 0 0,-2-6 0 0,5 5 0 16,-5-5-695-16,0 0-291 0,0 0 90 15,5-20 94-15,2 7-835 0,13-11-1074 0</inkml:trace>
  <inkml:trace contextRef="#ctx0" brushRef="#br0" timeOffset="3533.03">6512 5857 4839 0,'-14'0'226'0,"14"0"87"16,-18-3 35-16,18 3 45 0,0 0 28 0,-11-4-15 15,11 4-26-15,0 0-32 0,0 0-40 16,0 0-99-16,0 0-209 0,0 0 0 0,33-17 0 16,-14 9 0-16,15-1-101 0,-2-1-398 15,3 0-198-15,-1-4-220 0,0-1 73 0,-4 3 85 16,1 1-729-16,-1-3-934 0</inkml:trace>
  <inkml:trace contextRef="#ctx0" brushRef="#br0" timeOffset="3898.87">6912 5612 4259 0,'-4'-7'130'0,"4"7"58"16,0 0 29-16,-5-7 45 0,5 7 42 0,0 0 15 15,0 0 2-15,16-7-8 0,-16 7-25 16,23 2-24-16,-23-2-23 0,29 7-11 0,-16-2-11 15,1 2-13-15,-5 3-19 0,0 0-12 16,-5 4-107-16,-1-2-68 0,-3 4 0 16,-3-1 0-16,1 3 0 0,-2-1 0 0,2 0 0 15,-3-5 0-15,1 5 0 0,2-3 0 16,2-2 0-16,-1 0 0 0,1 1 0 16,0 1 0-16,0-2 0 0,1 1 0 0,-1 1 0 15,4 3 0-15,-2 0 0 0,2 0 0 0,-3 1 0 16,-1 0 0-16,0-1 0 15,0 0 0-15,-1 1 0 0,-3-1 0 0,0 1 0 16,-1-3 0-16,-6 1 0 0,0 1 0 16,-2-4 0-16,-2-1 0 0,-5-2 0 0,2-1 0 15,-2 0 0-15,3-4 0 0,0-5 0 16,3 0 0-16,-2-4 0 0,2-4 0 0,7 1 0 16,-3 0 0-16,5-1 0 0,-2 1 0 15,4 0-840-15,3 1-143 0,0 6 108 16,-2-4-993-16,2 4-1293 0</inkml:trace>
  <inkml:trace contextRef="#ctx0" brushRef="#br0" timeOffset="4219.14">7609 6198 5334 0,'-19'7'164'0,"-6"-2"105"15,-11 2 40-15,-18 3 47 0,-9-1 40 16,-9 4 32-16,-29-1 0 0,-9 2-17 15,-7 2-315-15,-8 0-96 0,-15-2 0 0,-14 7 0 16,-65 7 0-16,-16 2 0 0,-9 3 0 16,-7 0 0-16,-7 3 0 0,5 1 0 0,15-1 0 15,19-4 0-15,57-7 0 0,12 1 0 16,12-5 0-16,20-3 0 0,21-2 0 16,32-6 0-16,10-1 0 0,17-3 0 15,7-1 0-15,8-1 0 0,5-1 0 0,4-1 0 16,1 2 0-16,1-3 0 0,3 1 0 15,1 1 0-15,0-1 0 0,2 3 0 0,6-5 0 16,-3 5 0-16,3-5 0 0,0 0 0 16,14 9-654-16,-9-7-351 0,4 1 118 0,-9-3-1033 15,22 0-1341-15</inkml:trace>
  <inkml:trace contextRef="#ctx0" brushRef="#br0" timeOffset="6031.92">20070 4379 2042 0,'2'-12'811'0,"-2"2"-196"0,0 3-89 16,0 7-47-16,0-12-22 0,0 12-30 0,0-8-22 16,0 8-37-16,0 0-11 0,-4-9-13 15,4 9-10-15,0 0 15 0,0 0 9 16,0 0-39-16,-15 29-319 0,7-14 0 16,1 4 0-16,-1 2 0 0,1-1 0 0,0 3 0 15,0-3 0-15,3 3 0 0,-1-5 0 16,-1-1 0-16,5 0 0 0,-4-3 0 15,1-1 0-15,0-3 0 0,4-2 0 0,-1 0 0 16,1-8 0-16,-2 11 0 0,2-11 0 16,0 0 0-16,0 0 0 0,0 0 0 0,27-42 0 15,-13 9 0-15,11-4 0 0,2 2 0 16,-6 7 0-16,1 4 0 0,-8 7 0 0,-3 1 0 16,0 6 0-16,-2 0 0 15,-4 1 0-15,1 5 0 0,0 0 0 0,-6 4 0 0,0 0 0 16,0 0 0-16,0 0 0 15,26 10 0-15,-17-1 0 0,-2-1 0 0,0 4 0 16,4-1 0-16,-2 1 0 0,-4 1 0 16,5-1 0-16,-4-2 0 0,0-2 0 0,-3 0 0 15,3-1 0-15,-3-2 0 0,5 0 0 16,-8-5 0-16,0 0 0 0,0 0 0 0,33-14 0 16,-13-3 0-16,5-3 0 0,0 1 0 15,0 0 0-15,-3 2 0 0,-4 3 0 0,-3 4 0 16,-5 2 0-16,-3 3 0 0,3 1 0 15,-10 4 0-15,13 0 0 0,-13 0 0 16,21 11 0-16,-11-1 0 0,-3 3 0 16,4 3 0-16,-2 1 0 0,-4 3 0 15,3 1 0-15,-5-2 0 0,3-4 0 0,-1 2 0 16,-4 0 0-16,3-2 0 0,-2-3 0 16,0-1 0-16,1 1 0 0,-3-4 0 0,0 2-226 15,0-8-497-15,0-2-109 0,0 0-58 16,0 0 85-16,0 0-799 0,13-24-1043 0</inkml:trace>
  <inkml:trace contextRef="#ctx0" brushRef="#br0" timeOffset="6202.26">20804 4270 4231 0,'10'-11'-30'0,"-5"2"78"0,1 2 38 15,-2 0 40-15,-4 7 34 0,3-5 44 16,-3 5 42-16,0 0-1 0,0 0-4 16,6 19-12-16,-3-8-16 0,-3 6-19 0,-3 6-17 15,1 4-18-15,2 0-26 0,-6 9-73 16,1-2-79-16,1 2-77 0,0-6-89 15,3-7-99-15,-5-1-100 0,0-1-112 0,2-6-142 16,0-3-67-16,2 0 60 0,-1-8-467 16,1-1-582-16</inkml:trace>
  <inkml:trace contextRef="#ctx0" brushRef="#br0" timeOffset="6365.4">20907 4067 2985 0,'-2'-15'92'0,"0"1"59"0,1 4 28 0,-2 1 20 15,-1 3 15-15,2 0 5 0,2 6-21 16,-3-11-18-16,1 7-22 0,2 4-46 0,0 0-56 16,0 0-77-16,0 0-93 0,0 0-111 15,0 0-135-15,-13 25-177 0,11-8-67 0,-3 3 67 16,8-3-261-16,-1 1-285 0</inkml:trace>
  <inkml:trace contextRef="#ctx0" brushRef="#br0" timeOffset="6681.56">20990 4271 2567 0,'0'0'256'0,"5"3"11"0,-5-3 15 0,0 0 23 0,5 8 32 16,-5-8 33-16,0 0-9 16,2 8-3-16,0-2-13 0,-2-6-20 0,4 13-23 15,-2-6-15-15,-1 0-8 0,-1 0-12 16,0-7-14-16,0 12-11 0,0-12-27 0,2 12-23 16,-2-12-13-16,2 8-16 0,-2-8-124 15,2 5-39-15,-2-5 0 0,0 0 0 0,0 0 0 16,43-28 0-16,-17 10 0 0,5-3 0 15,-1 5 0-15,-1-2 0 0,-9 7 0 16,0 3 0-16,-6-1 0 0,0 4 0 0,-3 3 0 16,1 2 0-16,-12 0 0 0,19 7 0 15,-12 0 0-15,3 3 0 0,-2 1 0 0,-5 1 0 16,3 2 0-16,-2-1 0 16,0 3 0-16,-2-1 0 0,2 1 0 0,-2-4 0 15,1-1 0-15,-1 0 0 0,2-2 0 16,2 1 0-16,0-3 0 0,1-2-290 0,6-4-470 15,7-2-194-15,7-3 79 0,10-1 100 16,7-3-768-16,15-4-987 0</inkml:trace>
  <inkml:trace contextRef="#ctx0" brushRef="#br0" timeOffset="6848.89">22039 4226 4802 0,'-9'-10'296'0,"0"3"17"16,6 2 28-16,3 5 21 15,-6-9 0-15,6 9-33 0,-2-6-33 0,2 6-36 16,9-11-59-16,2 8-86 0,3-2-139 16,8 1-135-16,4 1-158 0,12-6-178 0,4 3-229 15,-2-1-125-15,0 1 88 0,5 3-718 16,2 1-926-16</inkml:trace>
  <inkml:trace contextRef="#ctx0" brushRef="#br0" timeOffset="7148.94">22747 3853 4473 0,'0'-18'151'0,"0"5"1"15,7 1 6-15,-2 2 18 0,5 4 7 0,1 1-1 16,1 1-17-16,1 4-11 0,-13 0-11 16,30 13 11-16,-14-1 19 0,0 9 26 0,-5 8 32 15,-8-2 18-15,-8 10 34 0,-5-2 27 16,-3 1 44-16,-3-3-53 0,-1-1-301 0,3-4 0 15,3-4 0-15,4-6 0 0,3 1 0 16,3-4 0-16,4-1 0 0,6 3 0 16,16-1 0-16,4-6 0 0,9-3 0 0,5-4 0 15,5-6 0-15,11-5 0 0,1-5 0 16,-1 1 0-16,-4-5 0 0,-2 5 0 16,-11 4 0-16,-6 1 0 0,-9 7 0 15,-10 3-781-15,-13 6-205 0,-4-1 91 0,-13 10-985 16,-12 6-1305-16</inkml:trace>
  <inkml:trace contextRef="#ctx0" brushRef="#br0" timeOffset="8065.27">20419 5424 5768 0,'10'-25'265'0,"-1"1"33"0,-4 9 46 15,4 0 57-15,-6 1 25 0,5 1-15 0,-3 3-133 16,1 0-278-16,-2 3 0 0,0 4 0 16,-4 3 0-16,0 0 0 0,0 0 0 0,22 8 0 15,-15 3 0-15,-4 0 0 0,1 3 0 16,-2 3 0-16,0 0 0 0,-2 0 0 15,0-1 0-15,-2-1 0 0,0-1 0 0,2 0 0 16,0-3 0-16,0-3 0 0,0 1 0 16,0-9 0-16,4 5 0 0,-4-5 0 15,0 0 0-15,27-22 0 0,-4 3 0 0,-1-6 0 16,3 5 0-16,-4-1 0 0,-1 7 0 16,-8 3 0-16,-1 2 0 0,2 2 0 0,-6 0 0 15,-2 4 0-15,-5 3 0 0,0 0 0 16,24 8 0-16,-17 1 0 0,0 2 0 0,2 2 0 15,-2 1 0-15,0 1 0 0,5 2 0 16,0-1 0-16,-3-4 0 0,-4 0 0 0,4-3 0 16,-4 1 0-16,1-2 0 0,-3-2 0 15,5-4 0-15,0 1 0 0,-8-3 0 0,22-7 0 16,-2-3 0-16,6-6 0 16,1 1 0-16,2-1 0 0,-2-1 0 0,-5 5-107 15,-5 1-79-15,-6 5 12 0,3 0 20 16,-3 3 18-16,-3 1 35 0,-8 2 28 15,14 2 22-15,-14-2 14 0,13 7 6 0,-10-2 7 16,4 0 3-16,0 2 3 0,1 1 3 16,-1-2-2-16,-1 0-13 0,4 0-27 0,-1-1-30 15,1 1-40-15,1-4-47 0,0 0-44 16,3-2-50-16,-1 0-34 0,1 0-24 0,-3 0-12 16,2-2 0-16,-1 0 11 0,-3-1 36 15,2 2 59-15,1-3 73 0,-3 1 63 16,4-1 68-16,-4 2 72 0,-2-4 74 15,2 0 55-15,2 2 36 0,-6 2 23 0,-5 2 16 16,13-6 9-16,-13 6 9 0,0 0-11 16,0 0-7-16,18 8-12 0,-17-4-10 0,-2 4-15 15,-3 2-19-15,-3 1-17 0,-6 3-11 16,-8 5-22-16,1 3-13 0,-5-5-16 0,6-4-8 16,4-3-13-16,-1-1-18 0,1-4-17 15,6-1-22-15,9-4-34 0,0 0-16 16,-19-14-19-16,17 2-2 0,4-3 1 0,1 1-1 15,5-1 3-15,0-3 2 0,-1 5 4 16,1 1-1-16,-3 2 14 0,1 3 8 16,0-1 14-16,-2 4 16 0,-4 4 12 15,11-6-6-15,-11 6 5 0,0 0-2 0,0 0-8 16,21 10-1-16,-15-2-9 0,1-2-13 16,5 5-18-16,1 1-22 0,12 2-41 0,4 3-57 15,1-7-57-15,3-1-53 0,-6-1-58 16,-3-6-48-16,-1-2-37 0,-2 0-36 0,11-8-37 15,1-1-32-15,-3-3-14 0,0 0 27 16,-6-1 51-16,-5-1-602 0,-2 2-506 0</inkml:trace>
  <inkml:trace contextRef="#ctx0" brushRef="#br0" timeOffset="8282.84">21777 5378 2742 0,'14'-18'1'0,"-3"4"79"15,-3 2 74-15,0 0 44 0,-1 0 50 16,-1 4 31-16,-1-1 28 0,-1 2 12 16,3 0 49-16,-7 7 12 0,9-5 11 0,-9 5-8 15,0 0-6-15,0 0-22 0,25 14-14 16,-21-4-16-16,-3 2-15 0,1 0-45 15,-2 5-20-15,-2 0-122 0,-1 5-123 0,-5-3 0 16,-6 10 0-16,2-2 0 0,-4-1 0 16,-5-1 0-16,2-1 0 0,-2-3 0 0,2-3 0 15,2-2 0-15,4-6 0 0,-3-5 0 16,9 0 0-16,-1-5 0 0,8 0-333 0,-8-8-177 16,12-6-75-16,2-5-53 0,13-12-48 15,9-6-50-15,10-4 35 0,12 4-660 16,2 3-816-16</inkml:trace>
  <inkml:trace contextRef="#ctx0" brushRef="#br0" timeOffset="8448.71">22128 5213 3754 0,'10'-9'74'0,"-5"4"71"0,2 0 50 16,-7 5 33-16,2-6 16 0,-2 6 25 0,0 0 39 15,0 0 7-15,-27 16-4 0,18-7-17 16,-7 6-22-16,3 0-29 0,1 1-21 0,1 1-24 16,-1 0-15-16,4 2-28 0,3-2-32 15,3 0-32-15,-2-2-42 0,4 2-38 16,6-4-40-16,-3-1-54 0,7-1-49 15,2-1-60-15,1-2-67 0,2-2-107 0,6-3-113 16,2-3-142-16,5-3-156 0,10-5 77 16,12-4-676-16,4-2-830 0</inkml:trace>
  <inkml:trace contextRef="#ctx0" brushRef="#br0" timeOffset="8617.53">22695 5202 4342 0,'-12'-8'335'0,"4"2"11"15,8 6 12-15,-5-4 1 0,5 4-17 16,0 0-35-16,-8-6-33 0,8 6-60 16,0 0-89-16,0 0-136 0,11-11-139 0,2 3-163 15,7-1-174-15,10-3-216 16,4-6-67-16,1 1 85 0,11-3-636 0,-3 3-777 16</inkml:trace>
  <inkml:trace contextRef="#ctx0" brushRef="#br0" timeOffset="8965.14">23287 4899 4055 0,'0'0'214'0,"0"0"13"0,0 0-13 0,-6-9-6 15,6 9-4-15,0 0 38 0,0 0 0 16,0 0-3-16,0 0-7 0,0 0-19 16,22 23-18-16,-17-15-14 0,3 2 23 0,-5-1 24 15,3 5 20-15,-2 3 29 0,-2-2 16 16,2 2-32-16,-4-2-247 0,0 3-14 15,-2 0 0-15,0 0 0 0,0 1 0 16,0 1 0-16,0 3 0 0,-2-2 0 0,2 1 0 16,-1 0 0-16,-3 0 0 0,-1 7 0 15,-4 2 0-15,2 1 0 0,-4 0 0 0,-2 1 0 16,-12 5 0-16,-4 1 0 0,-1 0 0 16,-4-5 0-16,-4 2 0 0,0-7 0 15,-2 0 0-15,-2-2 0 0,-2-6 0 16,-2-2 0-16,12-7 0 0,-2-2 0 0,4-1 0 15,7-5 0-15,2 0 0 0,11-2 0 0,-2-4 0 16,1 0 0-16,3 0 0 0,1-4 0 16,2-1-1021-16,-3 3 79 0,5-2-1176 15,-1 2-1528-15</inkml:trace>
  <inkml:trace contextRef="#ctx0" brushRef="#br0" timeOffset="17180.2">8156 11171 2834 0,'2'-6'362'0,"-2"6"-12"0,6-12-43 0,-5 7-16 16,-1 5-13-16,2-12-2 0,-2 12 9 16,2-8 12-16,-2 8 16 0,0 0 7 0,0-9 0 15,0 9-9-15,0 0-15 0,0 0-24 16,-4-9-25-16,4 9-25 0,-5-10-21 15,5 10-16-15,-6-7-17 0,6 7-112 0,-6-8-56 16,6 8 0-16,-6-7 0 0,6 7 0 16,-3-5 0-16,3 5 0 0,0 0 0 15,-6-9 0-15,6 9 0 0,-9-6 0 16,2 2 0-16,0 0 0 0,-6-2 0 0,-3-1 0 16,3 2 0-16,-6 0 0 0,-2-1 0 15,0 0 0-15,-4-1 0 0,4 2 0 0,-1-1 0 16,1 2 0-16,0-2 0 0,2 1 0 15,3 2 0-15,-1-1 0 0,2 3 0 0,1-4 0 16,-1 4 0-16,-2 0 0 0,2 2 0 16,-3 0 0-16,-4 4 0 0,-1 2 0 0,0-1 0 15,0 1 0-15,5 2 0 0,-2 1 0 16,-7 4 0-16,9-2 0 0,2 0 0 0,5-3 0 16,-1 0 0-16,-1 0 0 0,4 0 0 15,-3 1 0-15,1-2 0 0,2 5 0 16,-2-5 0-16,0 2 0 0,-3 1 0 15,2 1 0-15,0 0 0 0,0-1 0 0,1 1 0 16,-1-1 0-16,3-1 0 0,0 1 0 16,3 1 0-16,-2-4 0 0,2-1 0 0,1 4 0 15,-1-3 0-15,3 1 0 0,-4-1 0 16,5 1 0-16,-3-1 0 0,1 3 0 16,0-3 0-16,3 2 0 0,-5-1 0 0,2 1 0 15,0 0 0-15,0 1 0 0,-2 1 0 0,1 0 0 16,-1 1 0-16,1 1 0 0,0-1 0 15,0 3 0-15,-1 0 0 0,1-1 0 0,-3 4 0 16,5-3 0-16,-6-1 0 0,4 4 0 16,-3-1 0-16,3 2 0 0,1-4 0 15,-1 2 0-15,0-1 0 0,1 1 0 16,4 0 0-16,-2 1 0 0,0-2 0 0,4 4 0 16,-2-3 0-16,2 2 0 0,2 2 0 15,0-2 0-15,-1 3 0 0,2-1 0 0,0 0 0 16,1-1 0-16,1-1 0 0,-3 1 0 15,4-3 0-15,-2 1 0 0,1-1 0 0,-1-3 0 16,4 1 0-16,-3-1 0 0,4 1 0 16,2-3 0-16,-4 3 0 0,2-1 0 15,3-1 0-15,-1-1 0 0,2 1 0 16,-2 0 0-16,3-1 0 0,2-2 0 0,-2-1 0 16,3 2 0-16,-2-2 0 0,0 1 0 15,2-5 0-15,2 4 0 0,-4-4 0 0,4-1 0 16,2 1 0-16,-6-4 0 0,2 2 0 15,1-2 0-15,-2-2 0 0,5 0 0 0,-5-2 0 16,2 0 0-16,5 0 0 0,-2-6 0 16,8-1 0-16,-1-1 0 0,1 0 0 0,-1-2 0 15,1 2 0-15,-3-4 0 0,1 2 0 16,-4 5 0-16,-5-3 0 0,2 1 0 16,-3 2 0-16,1-3 0 0,3 2 0 0,-5-1 0 15,0 1 0-15,2-1 0 0,-4 0 0 16,0-4 0-16,4 4 0 0,-6-3 0 15,1 0 0-15,1 0 0 0,0-1 0 0,-5 2 0 16,2-1 0-16,-1-2 0 0,-3 5 0 16,0-3 0-16,-1-1 0 0,2 1 0 0,-3 2 0 15,0-4 0-15,0 0 0 0,0-3 0 16,1 2 0-16,-1-4 0 0,1 0 0 0,0 0 0 16,-3-3 0-16,4 0 0 0,0-7 0 15,-4 2 0-15,1 5 0 0,-1 0 0 0,-1 0 0 16,0-2 0-16,1 2 0 0,-4-1 0 15,1 3 0-15,-4-2 0 0,1-3 0 16,-4 3 0-16,1-1 0 0,0 0 0 16,-5-9 0-16,2 9 0 0,-5-4 0 0,3-3 0 15,-1 8 0-15,2 3 0 0,-1-2 0 16,3 3 0-16,-1-1 0 0,-1 2 0 0,-2-3 0 16,3 6 0-16,0-1 0 0,-2 1 0 15,0 2 0-15,-4-1 0 0,-1-1 0 0,-1 2 0 16,-2 1 0-16,-3-2 0 0,2 4 0 15,0-2 0-15,-3 2 0 0,1 1 0 16,-1-1 0-16,-3 4 0 0,2 2 0 0,3-1 0 16,-2 3 0-16,0-1 0 0,-2 4 0 15,-2 2 0-15,0-2 0 0,2 4 0 16,3-3 0-16,1 4 0 0,2-2 0 0,3-2 0 16,3 1 0-16,-3-3 0 0,5 3 0 15,-2-2 0-15,4 1 0 0,7-3 0 0,-9 3 0 16,9-3 0-16,-5 4-341 0,5-4-679 15,0 0 103-15,-6 5-1094 0,6-5-1427 16</inkml:trace>
  <inkml:trace contextRef="#ctx0" brushRef="#br0" timeOffset="19113.46">2040 12973 5345 0,'8'-10'-152'0,"-6"1"58"16,0 2 37-16,0 2 33 0,-2 5 35 0,0 0 26 15,0-8 11-15,0 8 20 0,0 0 18 16,0 0 18-16,-10 32 19 0,1 4 29 16,-2 17 40-16,-3 10 24 0,3 10 7 15,-3 26 7-15,3 0-8 0,0 3-15 0,2 3-11 16,2-6-13-16,1 0-5 0,1-22-8 16,1-5-13-16,1-3-5 0,-4-5 0 15,3-1-86-15,-1-7-66 0,1-10 0 0,-1-8 0 16,1-1 0-16,-3-8 0 0,7-7 0 15,-3-5 0-15,-1-1 0 0,4-4 0 0,-2-4 0 16,2-5 0-16,0-3 0 0,0 0 0 16,0 0-260-16,-2-34-270 0,4 9-118 15,4-17-200-15,-1-16-10 0,4 0 87 16,-2-6-683-16,-2-2-904 0</inkml:trace>
  <inkml:trace contextRef="#ctx0" brushRef="#br0" timeOffset="19362.96">1970 13040 4343 0,'-7'-4'109'0,"-4"1"23"16,11 3 31-16,-11-4 37 0,11 4 39 0,0 0 15 16,-11-3-8-16,11 3-16 0,0 0-20 15,0 0-19-15,0 0-15 0,0 0-19 16,17-15-10-16,6 6-17 0,15-3-12 15,12-3-11-15,1-1-43 0,-1-1-67 16,-1 0-65-16,-11 5-59 0,-4 2-50 0,-7 0-65 16,-5 6-43-16,-8-1-59 0,-5 1-79 15,-2 3-110-15,-7 1-182 0,0 0 22 0,0 0 61 16,0 0-380-16,-23 18-486 0</inkml:trace>
  <inkml:trace contextRef="#ctx0" brushRef="#br0" timeOffset="19813.43">2288 13213 3199 0,'0'0'210'0,"-17"-19"39"16,17 19 14-16,-3-6 17 0,3 6 19 0,0 0-5 15,-2-12-37-15,2 12-28 0,9-8-12 16,0 2-34-16,7 3-18 0,-1-1-15 0,0 2-21 15,2 2-10-15,2 2-16 0,1 2-13 16,-4 1-6-16,0-1-13 0,-3 4-7 16,1 2-10-16,-5 0 5 0,-3 3-10 0,-3 1-2 15,-3 0-8-15,-3 3-3 0,-1 4 0 16,-2-2 0-16,-2-1 8 0,1 1 4 16,1-4-1-16,1-1-7 0,1-3-2 15,2 1-6-15,-2-4 0 0,2 1 2 0,2-3 21 16,0 4 25-16,2-2 8 0,-2-2 8 15,4 3-5-15,-2-1-5 0,2 2-7 16,-1-2-6-16,1 1-5 0,0-1 1 0,-1 1 11 16,-1 0-80-16,0 0 0 0,1 0 0 15,-3 0 0-15,0-2 0 0,-3 3 0 0,-1 0 0 16,1 1 0-16,-5 0 0 0,-1 0 0 16,-1-1 0-16,-3 0 0 0,-1-1 0 15,3 0 0-15,-4-3 0 0,0-1 0 0,2-1 0 16,1-1 0-16,2 0-403 0,-1-3-214 15,11 0-169-15,-14 4-111 0,9-2 84 16,5-2-777-16,-7 8-1031 0</inkml:trace>
  <inkml:trace contextRef="#ctx0" brushRef="#br0" timeOffset="20012.57">2219 13979 4837 0,'-19'8'230'0,"2"-2"43"15,6 0 48-15,1-5 37 0,3 0 20 16,7-1-12-16,-13 3-18 0,13-3-29 16,0 0-34-16,0 0-27 0,0 0-40 15,40-29-218-15,-3 16 0 0,13-6 0 0,1 1-100 16,3 4-290-16,3-1-164 0,0 2-190 16,-13 5-163-16,-4 4 88 0,-11 4-772 15,-9 0-1031-15</inkml:trace>
  <inkml:trace contextRef="#ctx0" brushRef="#br0" timeOffset="20313.02">2416 14115 4404 0,'-14'5'61'15,"3"-2"73"-15,4-1 69 0,7-2 62 0,-10 4 41 0,10-4 25 16,0 0-6-16,0 0-19 16,0 0-19-16,0 0-25 0,-8-12-23 0,8 12-28 15,0 0-21-15,0 0-22 0,22-8-20 16,-22 8-14-16,0 0-16 0,0 0-19 15,22 14-99-15,-22-3 0 0,0 6 0 0,-8 0 0 16,-6 10 0-16,0 3 0 0,-3-1 0 16,-2-2 0-16,4-3 0 0,1-5 0 0,5-3 0 15,3-5 0-15,-2 2 0 0,2-5 0 16,3-1 0-16,1-2 0 0,2-5 0 0,0 0 0 16,0 0 0-16,30-4 0 0,-10-4 0 15,7-7 0-15,9 0 0 0,-2-3 0 16,7-5 0-16,2 3 0 0,0-3 0 15,-10 4-666-15,-1 1-342 0,-3 3 94 16,-3-3-992-16,-6 8-1327 0</inkml:trace>
  <inkml:trace contextRef="#ctx0" brushRef="#br0" timeOffset="21031.9">2644 12709 4923 0,'-11'2'-149'0,"11"-2"66"0,-19 1 47 15,19-1 47-15,-13 2 54 0,13-2 44 0,0 0 19 16,0 0 0-16,-16 0-6 16,16 0-16-16,0 0-10 0,0 0-4 15,0 0-6-15,0 0-7 0,0 0-7 0,0 0-4 16,40 3-4-16,-22-3-4 0,-3 0-8 15,2 0-6-15,-1 0-1 0,0-1-8 0,0 2-1 16,-3-1-8-16,-13 0-6 0,21-1-2 16,-21 1-4-16,15 0 0 0,-15 0 0 15,14 1-3-15,-14-1 0 0,0 0-4 0,16 0 0 16,-16 0 3-16,0 0 4 16,14 2 7-16,-14-2 10 0,0 0 17 0,13 3 5 0,-13-3 0 15,10 6 7-15,-6-3 11 16,2 4 41-16,-1 1-1 0,1 4-9 0,1 5 2 15,1 0 12-15,0 16 4 0,1 6 9 16,-1 15 7-16,2 4 6 0,-3 6 2 16,-1 6-8-16,-1 8-19 0,2 0-119 0,-4 2 0 15,1 21 0-15,-2-21 0 0,1 2 0 16,-3-2 0-16,0-2 0 0,0-5 0 0,0-2 0 16,0-7 0-16,0-3 0 0,0-15 0 15,0-5 0-15,0-5 0 0,0-8 0 0,0-7 0 16,0-4 0-16,2-3 0 0,-2-1 0 15,0-5 0-15,0 2 0 0,2-1 0 16,-2-1 0-16,0 0 0 0,0-8 0 16,2 10 0-16,-2-10 0 0,0 11 0 15,0-11 0-15,2 8 0 0,-2-8 0 0,0 0 0 16,2 9 0-16,-2-9 0 0,0 0 0 16,0 0 0-16,0 0 0 0,0 0 0 0,0 0-378 15,0 0-638-15,0 0 69 0,0 0 105 16,8-26-861-16,-8 18-1138 0</inkml:trace>
  <inkml:trace contextRef="#ctx0" brushRef="#br0" timeOffset="21262.31">3254 13540 5161 0,'-5'-6'219'15,"-3"1"39"-15,6-2 20 0,2 7 22 0,4-17-1 16,5 8-17-16,5-3-30 0,3 0-25 16,11-5-25-16,3-3-20 0,5 6-63 15,-2-3-94-15,-2 4-131 0,6 1-136 0,-6 2-142 16,-4 5-167-16,-4-1-197 0,-6 6-74 16,-2 0 73-16,0 6-680 0,-5 2-880 15</inkml:trace>
  <inkml:trace contextRef="#ctx0" brushRef="#br0" timeOffset="21447.6">3392 13791 4291 0,'-14'10'176'0,"5"-3"56"15,1-4 76-15,3 1 50 0,5-4 45 16,-9 5 17-16,9-5 13 0,0 0-5 0,0 0-35 16,0 0-37-16,0 0-42 0,0 0-235 15,0 0-79-15,43-12 0 0,-25 5 0 0,4 0 0 16,-1 1 0-16,1-3 0 15,1 2-95-15,-1 0-460 0,-8 1-181 0,0 0-182 0,-3 0 74 16,-2 4 95-16,-2-2-711 16,-7 4-910-16</inkml:trace>
  <inkml:trace contextRef="#ctx0" brushRef="#br0" timeOffset="22962.14">3912 13217 4184 0,'-4'-8'90'0,"-1"2"60"0,0-4 42 16,1-1 38-16,4 1 46 0,-3 0 30 15,3-2 9-15,3-3-11 0,6 1-25 0,0-3-22 16,6 4-25-16,4 3-23 0,2 0-22 16,-2 2-21-16,0 7-16 0,-1 2-28 15,2 8-8-15,5 8-11 0,-2 2-7 0,-8 6 0 16,-7 6 12-16,-4 10-83 15,-8 0-25-15,-6 11 0 0,-5 2 0 0,-6-2 0 16,2-1 0-16,0-5 0 0,5-10 0 16,1-4 0-16,6-1 0 0,2-8 0 0,4-5 0 15,2-1 0-15,6-5 0 0,4-3 0 16,3-1 0-16,4 0 0 0,4-4 0 0,-1-2 0 16,1-2 0-16,-1 0 0 0,4-4 0 15,2 2 0-15,-3-4 0 0,1 1 0 0,-2 2 0 16,-4-3 0-16,-4 3 0 0,-1 2 0 15,-1-2 0-15,-6 1 0 0,-7 2 0 16,11 0-571-16,-11 0-355 0,0 0 9 16,0 0 87-16,0 0-852 0,0 0-1119 15</inkml:trace>
  <inkml:trace contextRef="#ctx0" brushRef="#br0" timeOffset="23362.79">4064 12789 4814 0,'-13'-14'-85'0,"-2"10"21"15,-1 2 48-15,-1 4 56 0,-11 10 53 16,-3 9 44-16,-7 10 26 0,-2 16 40 16,-9 18 43-16,4 7 18 0,9 9 17 15,6 3 17-15,13-14-6 0,9 2-18 0,8 1-13 16,10-2-20-16,7-2-16 0,13 8-19 15,8-6-19-15,8-7-56 0,-6-15-131 16,6-5 0-16,3-3 0 0,3-9 0 0,2-6 0 16,-3-9 0-16,-4-9 0 0,1-10 0 15,10-6 0-15,-6-9 0 0,0-8 0 0,-2-6 0 16,-3-7 0-16,7-18 0 0,-6-13 0 16,-7-7 0-16,-6-9 0 0,-11-6 0 0,-11-7 0 15,-9-6 0-15,-11 0 0 16,-10 2 0-16,-12 3 0 0,-11 10 0 0,-9 7 0 15,-10 18 0-15,-8 16 0 0,3 23 0 16,-9 14 0-16,-10 11 0 0,-21 11 0 0,0 14-124 16,7 9-188-16,2 10-72 0,9 10-95 15,3 2-112-15,12 4-213 0,14-1-5 16,23-12 81-16,7 2-619 0,12-2-802 0</inkml:trace>
  <inkml:trace contextRef="#ctx0" brushRef="#br0" timeOffset="23697.42">3923 14398 4133 0,'-25'5'483'16,"10"-1"-8"-16,4-3 1 0,5 1 16 15,6-2 2-15,0 0 6 0,0 0-28 0,0 0-37 16,71-7-204-16,-10-3-231 0,9-4 0 16,2-1 0-16,1-4 0 0,-3 0 0 15,-5 0 0-15,-4-1 0 0,-4 3 0 0,-9 2 0 16,-10 3 0-16,-7 2 0 0,-8 3 0 16,-7 0 0-16,-2 4 0 0,-3-1 0 15,-3 1 0-15,-8 3 0 0,10-1 0 0,-10 1 0 16,0 0 0-16,0 0 0 0,0 0 0 15,0 0 0-15,-19 15-429 0,7-7-581 16,-3 0 73-16,0 1 105 0,1 1-863 0,-3-4-1129 16</inkml:trace>
  <inkml:trace contextRef="#ctx0" brushRef="#br0" timeOffset="24778.87">5404 13443 4461 0,'-2'-10'-142'0,"0"5"57"0,0-2 51 0,2 7 49 15,0-11 49-15,0 11 39 16,0 0 30-16,0-10 13 0,0 10 10 0,0 0-9 16,-3-7 1-16,3 7 13 0,0 0 36 15,0 0 21-15,0 0 12 0,-4 25 0 0,4-15-2 16,-2 3-12-16,-1 3-7 0,3 1-7 16,-1 0-12-16,-1 1-9 0,2 2-14 15,0-3-3-15,0 2-8 0,0-2-17 0,3 1-15 16,-3 1-57-16,5-3-67 0,2 3 0 15,1-2 0-15,1-1 0 0,5-2 0 0,11 3 0 16,5-1 0-16,6-3 0 16,6-1 0-16,17-2 0 0,9 0 0 0,7-3 0 15,1 1 0-15,4 1 0 0,-3-3 0 16,-1 5 0-16,-4-4 0 0,-3 0 0 0,-10-1 0 16,-12 0 0-16,-2-1 0 0,-5-2 0 15,-10-1 0-15,-3 0 0 0,-2-1 0 0,-7 1 0 16,3-2 0-16,-3 2 0 0,-1-2 0 15,-2 0 0-15,-2 2 0 0,3-2 0 16,-1 0 0-16,1 0 0 0,-4 0 0 0,-12 0 0 16,27 0 0-16,-16 0 0 0,-11 0 0 15,23 0 0-15,-13 0 0 0,-10 0 0 16,17 0 0-16,-17 0 0 0,13 0 0 16,-13 0 0-16,0 0 0 0,20-2 0 0,-15-2 0 15,2-1 0-15,4-3 0 0,-2-4 0 16,0-5 0-16,7-9 0 0,-1-6 0 0,2-11 0 15,3-3 0-15,-2-7 0 0,1 1 0 16,-2-2 0-16,1 5 0 0,-2 1 0 0,-4 9 0 16,1 7 0-16,-1 3 0 0,-3 7 0 15,-3 5 0-15,-1 3 0 0,-3 4 0 16,3-1 0-16,-3 5 0 0,-2 6 0 0,-4-11 0 16,-4 10 0-16,8 1-162 0,-19 5-355 15,0 2-131-15,0 5-209 0,-12 5 13 16,4 3 88-16,-9 6-743 0,2 1-945 15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19T03:46:36.8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6155 9665 1524 0,'0'0'510'16,"17"-1"-117"-16,-11-3-80 0,3 0-54 15,-3 1-28-15,-6 3-2 0,11-3-11 0,-11 3-8 16,14-4 12-16,-14 4 4 0,0 0 3 15,11-5 5-15,-11 5 3 0,0 0-10 16,7-2 5-16,-7 2 4 0,0 0 9 16,0 0 3-16,0 0-7 0,0 0-3 0,3-8-9 15,-3 8-19-15,0 0-22 0,-12-10-19 16,3 3-15-16,-11-3-15 0,2 1-14 0,-14-3-15 16,-3-2-9-16,-13 1-37 0,-3-3-64 15,-1 1 0-15,-1 1 0 0,0-3 0 16,3 1 0-16,1 1 0 0,1-1 0 0,1 0 0 15,-1-1 0-15,1 2 0 0,8 1 0 16,-11-1 0-16,1 1 0 0,-1-3 0 0,-4 4 0 16,0 1 0-16,-7 2 0 15,0-1 0-15,-2 4 0 0,-1-1 0 0,-2 4 0 0,3-1 0 16,0 2 0-16,0 1 0 16,-1 4 0-16,-1 0 0 0,0 3 0 0,6 1 0 15,2 3 0-15,0 1 0 0,1 6 0 16,1-1 0-16,2 2 0 0,3 2 0 0,0 1 0 15,5 1 0-15,1 1 0 0,2 5 0 16,4 0 0-16,-2-1 0 0,6 3 0 0,-1 2 0 16,1-2 0-16,2 0 0 0,5-4 0 15,2 1 0-15,0 2 0 0,3-2 0 16,-7 6 0-16,8-5 0 0,0-2 0 0,2 6 0 16,0-4 0-16,1 0 0 15,2 2 0-15,-2 0 0 0,2 2 0 0,2-2 0 16,-1-1 0-16,3 1 0 0,3-6 0 0,1 4 0 15,1-1 0-15,0-6 0 0,4 2 0 16,-1 3 0-16,2-2 0 0,2-2 0 16,0 3 0-16,2 4 0 0,5 8 0 0,4 0 0 15,3 8 0-15,8-3 0 0,6 0 0 16,5 2 0-16,6-1 0 0,8-3 0 0,17 7 0 16,3 2 0-16,8-7 0 0,0-2 0 15,6 0 0-15,5-3 0 0,5-6 0 0,1-2 0 16,1-3 0-16,2 3 0 0,-2-6 0 15,4-5 0-15,-22-5 0 0,-1-3 0 16,-4-4 0-16,1 1 0 0,-4-6 0 16,1-3 0-16,-3-3 0 0,1 0 0 0,-5 0 0 15,3-3 0-15,-3-3 0 0,-3-2 0 16,2 0 0-16,-7 1 0 0,1-2 0 0,-3-1 0 16,-3 1 0-16,-11 3 0 0,2-4 0 15,-1 3 0-15,0-4 0 0,6-1 0 16,-9 1 0-16,-1 1 0 0,5-8 0 0,-1 2 0 15,-6 1 0-15,-5-1 0 0,9-5 0 16,-4-2 0-16,-5 3 0 0,3-4 0 0,-8 5 0 16,3-2 0-16,-3 2 0 0,-4-2 0 15,1 0 0-15,-3-2 0 0,-3-2 0 16,-2-2 0-16,-3-2 0 0,-6-4 0 16,-4-5 0-16,-6-13 0 0,-7-3 0 0,-6-3 0 15,-17-17 0-15,-6 4 0 0,-11 2 0 16,-6 6 0-16,-12 5 0 0,0 12 0 0,-10 5 0 15,-3 10 0-15,-3 9 0 0,13 11 0 16,-3 4 0-16,0 7 0 0,4 5 0 0,1 5 0 16,3 6 0-16,6 0 0 0,1 5 0 15,7 1-505-15,6-2-511 0,5 1 99 0,10-3 97 16,5-4-858-16,6 0-1113 16</inkml:trace>
  <inkml:trace contextRef="#ctx0" brushRef="#br0" timeOffset="4232.54">23893 6949 4372 0,'0'0'-81'0,"0"0"76"0,5-7 38 15,-5 7 46-15,0 0 41 0,0 0 29 16,0 0 23-16,0 0 19 0,0 0 11 0,0 0 2 16,0 0 5-16,0 0-7 0,0 0-6 15,0 0-6-15,0 0-13 0,0 0-4 0,0 0-3 16,0 0-3-16,-11-15-5 0,11 15-8 15,0 0-4-15,0 0-3 0,0 0-4 0,0 0-9 16,-3-6-13-16,3 6-11 16,-14-6-10-16,6 4-50 0,-3-4-50 0,-1 2 0 15,1 1 0-15,-2-2 0 0,-2 0 0 16,0 1 0-16,-3 0 0 0,3 0 0 0,-2 0 0 16,-1-2 0-16,2 3 0 0,-2-1 0 15,3 2 0-15,-2-2 0 0,-3 1 0 0,6 0 0 16,-2-1 0-16,1 2 0 0,2-2 0 15,1 2 0-15,-1-1 0 0,-1 1 0 16,2 2 0-16,12 0 0 0,-25 0 0 0,10 0 0 16,1 0 0-16,14 0 0 0,-25-3 0 15,14 6 0-15,-5-3 0 0,16 0 0 0,-22 0 0 16,8 0 0-16,1 2 0 0,-1 0 0 16,14-2 0-16,-24 1 0 0,12 1 0 0,-1-2 0 15,13 0 0-15,-23 4 0 0,14-2 0 16,9-2 0-16,-17 4 0 0,6-4 0 15,0 3 0-15,11-3 0 0,-18 5 0 16,9-1 0-16,-2-2 0 0,4 2 0 0,-2 1 0 16,9-5 0-16,-18 6 0 0,13 0 0 15,-3 0 0-15,-2-1 0 0,5 0 0 0,-3 2 0 16,1-1 0-16,-1 1 0 0,-2-2 0 16,5 3 0-16,-3-3 0 0,2 3 0 0,-2-1 0 15,3 2 0-15,-1-3 0 0,1 1 0 16,-2 0 0-16,4-2 0 0,-5 4 0 0,5-1 0 15,-1-1 0-15,-2 2 0 16,2-2 0-16,-2 1 0 0,3 2 0 0,-3-1 0 16,2-1 0-16,1 2 0 0,-6-1 0 15,6 1 0-15,-3 2 0 0,1 0 0 0,1 1 0 16,-2 0 0-16,2-2 0 0,-2 2 0 16,2 0 0-16,1-1 0 0,-1 1 0 0,0-3 0 15,2 2 0-15,-1 1 0 0,-2-2 0 16,1 2 0-16,3-1 0 0,-3-3 0 0,2 4 0 15,0-3 0-15,0 2 0 0,1-2 0 16,-1 1 0-16,2 0 0 0,0 0 0 0,0-1 0 16,-2 2 0-16,2-2 0 0,2 3 0 15,0-2 0-15,-4 1 0 0,4 1 0 0,-1-2 0 16,-1 1 0-16,2 1 0 16,0-3 0-16,0 2 0 0,0-1 0 0,0-1 0 15,-1 2 0-15,3-2 0 0,1 0 0 16,-3 0 0-16,-1 1 0 0,3-2 0 0,2 2 0 15,-3-2 0-15,3 2 0 0,0-4 0 16,0 4 0-16,0 0 0 0,1-2 0 0,0 1 0 16,2-1 0-16,0 1 0 0,-4-1 0 15,5 0 0-15,-2-2 0 0,-3 0 0 0,3 0 0 16,-1-1 0-16,2 0 0 0,-6-2 0 16,6 4 0-16,-1-3 0 0,0-1 0 15,1 0 0-15,-1 0 0 0,1 2 0 0,1-2 0 16,-1 0 0-16,1 2 0 0,0-3 0 15,-3 1 0-15,2 1 0 0,-3-2 0 0,2-1 0 16,-2 2 0-16,1-2 0 0,1 2 0 16,-2 0 0-16,2-1 0 0,-8-3 0 0,12 5 0 15,-3-1 0-15,0-1 0 0,-2-1 0 16,4 1 0-16,0 1 0 0,0-1 0 0,-1 1 0 16,-1-3 0-16,2 1 0 0,1 2 0 15,-2-1 0-15,1-2 0 0,-1 1 0 0,1 2 0 16,0-3 0-16,3 1 0 15,-1-2 0-15,1 4 0 0,-2-3 0 0,2-1 0 16,1 2 0-16,1 0 0 0,-1-2 0 16,0 0 0-16,2 0 0 0,-1 0 0 0,-2 0 0 15,2-2 0-15,1 0 0 0,-3 2 0 16,0 0 0-16,0-1 0 0,-3 1 0 0,2-2 0 16,1 0 0-16,1 2 0 0,-1-2 0 15,-1 1 0-15,-1-1 0 0,-1 0 0 0,2 0 0 16,-1-2 0-16,-1 4 0 0,1-4 0 15,1 1 0-15,-2-1 0 0,1 1 0 0,-3-1 0 16,0 1 0-16,3-2 0 16,-1 1 0-16,1-1 0 0,-2 0 0 0,1-1 0 0,3 0 0 15,-1 1 0-15,-2-4 0 16,3 3 0-16,-2-1 0 0,2 0 0 0,-3 0 0 16,3-1 0-16,-3 1 0 0,2 0 0 15,-3 0 0-15,2-1 0 0,-1 3 0 0,-1-3 0 16,-1 4 0-16,2-6 0 0,-1 2 0 15,0 1 0-15,-1 0 0 0,1-2 0 0,1-1 0 16,-2 1 0-16,7-2 0 0,-5-1 0 16,3-2 0-16,-1 2 0 0,1 0 0 0,-3 0 0 15,0 2 0-15,1-1 0 0,-5 1 0 16,2 0 0-16,0 1 0 0,-4 0 0 0,1 1 0 16,-1 1 0-16,1-1 0 15,-1-2 0-15,2 1 0 0,-1 1 0 0,-5-4 0 0,5 5 0 16,-2-3 0-16,-1-2 0 15,1 4 0-15,3-1 0 0,-6-1 0 0,3 0 0 16,0 1 0-16,-1-1 0 0,-3 2 0 16,2-1 0-16,2 1 0 0,-4 0 0 0,2-2 0 15,-2 2 0-15,0-2 0 0,-2-2 0 16,2-1 0-16,0 2 0 0,-4-2 0 0,2-1 0 16,1 3 0-16,-1-5 0 0,-2 1 0 15,-1-1 0-15,-2 1 0 0,0-3 0 0,-4 3 0 16,-7-5 0-16,-9-1 0 0,-3 5 0 15,-4 0 0-15,-15-2 0 0,-3 6 0 16,-4-3 0-16,1 5 0 0,-1 1 0 16,11 3 0-16,6-1 0 0,2 1 0 0,13 5-666 15,4-1-321-15,5 4-1236 0,5 0-1628 16</inkml:trace>
  <inkml:trace contextRef="#ctx0" brushRef="#br0" timeOffset="10597.79">26239 7161 937 0,'0'0'333'15,"-6"4"-96"-15,2 2-55 0,-1-3-27 0,-1 1-16 16,4 4-12-16,-1-2-5 0,-4 2-3 15,5-4-2-15,-1 3 7 0,3 1 1 0,-2-2 19 16,4 1 12-16,0 0 1 0,-1 0 0 16,8-3 7-16,-4 4-4 0,6-4 0 15,2-3-13-15,5 1-8 0,1-2-8 0,8-3-9 16,7-5-17-16,2 2-4 0,2-3-10 16,-4 1-10-16,0-4-8 0,2 0-5 0,-12 3-5 15,-3 1-3-15,-4 2-9 0,-4 0-3 16,-2 1-5-16,1-1-6 0,-2 0-7 0,-3 4-26 15,1 0-48-15,-8 2-38 16,0 0-40-16,0 0-60 0,0 0-63 0,0 0-71 16,-8 17-78-16,1-10-145 0,-3 2-31 15,-2 4 59-15,5-3-239 0,-2 2-240 0</inkml:trace>
  <inkml:trace contextRef="#ctx0" brushRef="#br0" timeOffset="10886.05">26218 7577 2011 0,'-3'2'32'0,"-4"2"28"0,7-4 18 0,-5 4 21 16,5-4 32-16,0 0 34 0,0 0 26 15,0 0 15-15,0 0-8 0,0 0-8 0,0 0-17 16,46-2-17-16,-24-1-13 0,3-2-17 15,9-2-12-15,-5 2-11 0,-4 0-10 0,-2-1-12 16,0 2-5-16,-7 2-13 0,2-1-16 16,-7-1-26-16,1 2-29 0,-3 1-22 15,1-4-44-15,-10 5-58 0,12-1-60 16,-12 1-78-16,0 0-95 0,0 0-201 0,0 0 29 16,0 0 62-16,0 0-174 0,-36-8-146 15</inkml:trace>
  <inkml:trace contextRef="#ctx0" brushRef="#br0" timeOffset="24261.55">24537 7211 1436 0,'-15'-4'341'0,"10"1"-100"0,5 3-65 15,-9-6-31-15,9 6-17 0,0 0-8 0,-5-3 3 16,5 3 12-16,0 0-11 0,0 0-2 16,0 0 1-16,17-9 0 0,4 11 7 15,7-2-3-15,29 4-8 0,15 6-14 0,5-2-1 16,36 3-15-16,5 2-3 0,8 3-15 15,9 2-5-15,1 1-5 0,-3-2-10 0,-4 2-1 16,-13 0-24-16,-3-4-6 0,-14-1 1 16,-26-6-5-16,-8 2 3 0,-8-4-4 15,-16-2-3-15,-3-3 1 0,-7 2 3 16,-4-3 10-16,-8 0 12 0,-2 0 11 0,-2 0 10 16,0 0 12-16,-1 0 10 0,-3 0 2 15,-1-3 2-15,-10 3-2 0,15-3-4 0,-15 3-7 16,13-2-7-16,-13 2-6 0,6-2-9 15,-6 2-6-15,0 0-4 0,0 0-4 0,0 0-3 16,-28-14-6-16,3 9-1 0,-15-5-7 16,-8 6-2-16,-19-7-2 0,-4 1-4 0,-10 2-5 15,-22-10-2-15,-6 7-3 0,0-2 3 16,1 1-1-16,-3 2-2 0,2-4 1 0,3 1-2 16,22 5 1-16,0 0-1 0,7 1 0 15,0 0-2-15,7 0 3 0,3 0 0 16,8 1 0-16,15 2 2 0,2 0 1 15,12 0 3-15,5 4 6 0,4 0 0 0,7 0 1 16,0-3 6-16,2 2 0 0,1 1 1 16,11 0 1-16,0 0 2 0,0 0 1 15,0 0-3-15,39 7 3 0,20 2-2 0,20-1-5 16,31 5-3-16,14 0 3 0,10-3-2 16,6 9-1-16,3 0-4 0,-1-2-1 0,-9-2-8 15,-11-3-8-15,-12 0-6 0,-30-5 3 16,-13-3-1-16,-16-3 1 0,-6 2-1 0,-11-3 5 15,-9 0 1-15,-5 0 3 16,-3 0 1-16,-1 0-1 0,-3-3-3 0,-4 3 3 16,0-1-4-16,-9 1 3 0,5-6-20 15,-5 6-29-15,0 0-46 0,0 0-62 0,0 0-80 16,-21-8-86-16,12 4-102 0,-5 3-160 16,5-3-77-16,-2 1 78 0,0-2-390 0,6 0-454 15</inkml:trace>
  <inkml:trace contextRef="#ctx0" brushRef="#br0" timeOffset="24961.53">25839 6243 2586 0,'0'0'-1'0,"-11"-2"44"0,11 2 33 0,0 0 26 15,0 0 31-15,-13-5 34 0,13 5 22 16,0 0 20-16,0 0 12 0,-9-4 1 0,9 4-10 16,0 0-9-16,0 0-18 0,0 0-12 15,-11-3-17-15,11 3-21 0,0 0-5 0,-5 12 34 16,3 0 18-16,-5 7-12 0,2 13-6 15,-3 5 5-15,-4 13 2 0,1-1 0 16,2 6-3-16,2-4-6 0,-2 2-21 0,4-10-9 16,1-1-11-16,-1-3-15 0,1-1-7 15,0-2-8-15,0-11-10 0,4-2-9 0,-4-5 4 16,2-1-6-16,2-2-7 16,0-3-7-16,-4 0-3 0,4 0-3 0,0-7-3 15,-2 5-6-15,2-10-3 0,0 8-32 16,0-8-52-16,0 0-61 0,0 8-63 0,0-8-60 15,0 0-71-15,0 0-100 0,0 0-98 16,0 0-107-16,-1-26-194 0,-3 17 68 0,-2 2 82 16,-4-6-528-16,1 4-643 0</inkml:trace>
  <inkml:trace contextRef="#ctx0" brushRef="#br0" timeOffset="25228.03">25331 6586 3531 0,'-3'-8'93'16,"3"4"-5"-16,0 4-3 0,0 0 26 0,0 0 36 15,0 0 28-15,28 4 5 0,-12 6-4 16,1 1-8-16,9 9-8 0,-1-1-13 0,4 5-12 16,7 3-12-16,-4 0-11 0,-3-3-6 15,0-2-15-15,-1 1-9 0,1-1-3 0,-2-1-15 16,1 0-6-16,-3-5-1 0,-1-1 0 15,-1-3-13-15,-5-1-29 0,-3-5-29 0,1 2-39 16,-5-4-51-16,1 0-66 16,-1-2-82-16,-2-2-93 0,-9 0-117 0,16-3-199 15,-13-1 16-15,3-1 73 0,-2-3-383 16,-3 3-432-16</inkml:trace>
  <inkml:trace contextRef="#ctx0" brushRef="#br0" timeOffset="25494.41">26161 6727 2843 0,'0'0'136'0,"0"0"32"0,-23-6 34 15,23 6 23-15,-34 9 37 0,11-2 23 16,-12 3 13-16,-4 2 9 0,-9 6-3 16,-1-2-8-16,4 3-21 0,4 1-22 0,7-3-27 15,3 1-16-15,4-1-24 0,2 1-18 16,8-5-7-16,2 1-13 0,3-3-14 15,3-1-14-15,0 3-14 0,3-3-11 0,0-1-36 16,-2-2-52-16,4 0-52 0,-1-1-54 16,1 0-45-16,4-6-80 0,-2 5-134 0,2-5-130 15,0 0-141-15,0 0-160 0,0 0 73 16,0 0-638-16,4-26-810 0</inkml:trace>
  <inkml:trace contextRef="#ctx0" brushRef="#br0" timeOffset="34159.25">18403 1924 1116 0,'0'0'171'0,"13"-7"-16"0,-13 7-27 0,0 0 5 16,4-7 0-16,-4 7 6 0,0 0-1 15,0-7-14-15,0 7-4 0,0 0-8 16,-5-8-2-16,5 8 4 0,-12-6-3 16,4 3 2-16,8 3-2 0,-16-7 4 15,7 5-5-15,2-1-5 0,-2-1 5 0,-3 1-3 16,0 0-10-16,3-1-5 0,-3 1-4 15,-1-1-5-15,1 1-10 0,-1 0-6 0,-1 1-5 16,-2-2-8-16,-4 1-2 0,4 0-11 16,-4 3-2-16,1-4 0 0,1 2-8 15,-4-1-3-15,6 1-2 0,-4 1 0 0,5-1-2 16,-4-1-2-16,3 1 7 0,2 0-12 16,-4 0 0-16,1 0-4 0,0 1-7 0,0-2 6 15,2 3-5-15,-7 0 2 0,4 0-4 16,-2 0 4-16,-1 3-2 15,-3 0 1-15,5 1-2 0,-6-2-6 0,6 1 2 16,0 0-1-16,-1 0 4 0,4 1 6 16,0 0-10-16,1-1-6 0,2 0 2 0,0-1 4 15,1 3 4-15,1-1-2 0,-1 1-10 16,0 0 9-16,1 0-3 0,0 2 1 16,1 2-1-16,1-1-5 0,-2 0 3 0,2 1 9 15,0 1-11-15,4 0 10 0,-3 1-3 16,2-1-5-16,0 0 4 0,3 1 11 0,-3 3-10 15,2-4 0-15,3 1 15 16,-1 3-1-16,-3 1-2 0,3 2 2 0,-2-3 0 16,4 4-4-16,-1-1-2 0,-1 1 3 15,0-1 1-15,0 1 0 0,0-1-6 16,2 1-4-16,0 0 5 0,-2 0 0 0,2 0 1 16,0-1-4-16,0 0-3 0,0 1 4 15,2-1-1-15,-2-3 2 0,2 5-3 0,0-3-2 16,2 0 5-16,-3 2-2 0,5-2-3 15,-1 2 5-15,0 1-4 0,1-2 0 16,-1 1 2-16,1-2-3 0,2 3 0 0,-2-6 5 16,-1 3-4-16,3-3-2 15,-3-1 0-15,3 2 2 0,2-1 4 0,-5-4 4 16,7 3 13-16,-3-1 12 0,8-1 4 16,4 1 0-16,1-2-3 0,8-1-1 0,4-1 1 15,2-1 3-15,4 0-4 0,1-1-4 16,-2-3-1-16,6-1-2 0,-6 1-1 15,-4-4-5-15,-7 2 0 0,3-1-2 0,-3 1 6 16,1-5 12-16,7 1 8 0,-5-1 7 16,-6 0 5-16,7-4 0 0,-3-3-4 0,-5 4 3 15,-1-1 8-15,3-5-2 0,1-2 3 16,-2 1-6-16,0-1 5 0,-5-5 3 16,3 0-1-16,-3-1-11 0,-2-4-4 15,-2-3-9-15,2-4 0 0,-4 1 1 0,6-12-10 16,-9 7-3-16,3 2-4 0,-7-4-6 15,2 5 1-15,1-2-5 0,-4 4 5 16,-4 3-10-16,0 6 0 0,-4 0-4 0,-2-1-3 16,-2 2-6-16,-3-4-3 0,-11-1-24 15,0 5-28-15,-7 1-35 0,-2 6-38 16,-3 1-40-16,0 2-55 0,-1 4-57 0,7 3-59 16,2 5-70-16,1-2-89 0,7 4-176 15,-2-2-37-15,3 3 85 0,3-1-281 0,3 1-388 16</inkml:trace>
  <inkml:trace contextRef="#ctx0" brushRef="#br0" timeOffset="35326.86">18483 2498 2292 0,'0'0'-90'0,"0"0"29"0,-7-5 28 16,7 5 27-16,0 0 25 0,-11-4 25 16,11 4 18-16,0 0 14 0,0 0 7 0,-7-5 4 15,7 5 6-15,0 0 6 0,0 0 6 16,0 0 9-16,0 0 3 0,-6-7 5 0,6 7-3 15,0 0-10-15,0 0-18 0,0 0-1 16,0 0-13-16,11-8-1 0,-11 8-4 16,18-5-4-16,-7 1 3 0,7 1 11 0,0 1-1 15,9-1-10-15,12-2 1 16,2 1-6-16,5 0 2 0,3 0-5 0,14 4-1 16,7 0-4-16,2-2-1 0,-2 4-10 15,0-2 0-15,-1 4-4 0,-4 2-8 0,0-3-4 16,-2 2-2-16,-4 4 0 0,2-2-2 15,1 3 2-15,1 2 21 0,4 0-1 16,-1 2 1-16,5 1-1 0,3 0-2 0,21 9 5 16,2-3-2-16,-4 4 0 0,0 2-4 15,1-1-2-15,-7 3-1 0,3-2-7 16,-5 2-1-16,-18-5-3 0,0 0-5 0,-4 0 0 16,0 2-4-16,-4 1-2 0,-4 4-1 15,1-3-3-15,-8 3-1 0,2 0 0 0,-1-1 2 16,-1 3-4-16,-1-1-1 15,-2 2-1-15,-2-2 2 0,3 4-2 0,-2-3-1 16,0 4-2-16,0-1-1 0,-4 2 1 16,2 0 0-16,-4-1 0 0,1 5-17 0,-3-3 2 15,1 2 4-15,-1-2 1 0,-3 1 1 16,-3-3-2-16,-1-3 8 0,-8-6 9 16,0 0 7-16,-2-5 0 0,-3 0 1 0,-3-4 12 15,-1-4 2-15,-5-3 6 0,0 0 3 16,3-2 2-16,-4-1 9 0,0 0 18 0,1-2 14 15,-2 0 3-15,-1-3 6 0,0 3 5 16,-4-7-5-16,8 10 3 0,-8-10-7 16,6 6 1-16,-6-6-11 0,5 7-7 15,-5-7-8-15,4 5-2 0,-4-5-7 0,0 0-6 16,5 5 2-16,-5-5-15 0,0 0-3 16,0 0 1-16,7 6-8 0,-7-6 2 15,0 0 0-15,0 0-38 0,0 0-34 0,0 0-78 16,0 0-95-16,0 0-128 0,0 0-147 15,0 0-169-15,-25-21-195 0,7 14 89 0,2 0-675 16,-4 1-886-16</inkml:trace>
  <inkml:trace contextRef="#ctx0" brushRef="#br0" timeOffset="35726.08">21789 3843 4214 0,'-12'-9'28'0,"5"0"19"16,1-2 17-16,3 5 28 0,-3-2 43 16,4 4 39-16,2 4 10 0,-6-7-15 0,6 7-21 15,-4-5-17-15,4 5-20 0,0 0-11 16,0 0-4-16,6 22-7 0,0-8-3 15,5 15-8-15,9 2 6 0,4 9-9 16,2 0-3-16,10 3-13 0,1 2-3 0,1-4 0 16,4-1-7-16,-1-6-3 0,-5-2 2 15,-6-13-11-15,-1 0 3 0,-4-3 23 0,-7-4 8 16,2-9 18-16,-8-1 0 0,4-4-14 16,1-5 1-16,0-3-8 0,8-11-2 15,-3-6-8-15,0-10-2 0,1-7-17 0,-4-3 1 16,3-5-11-16,1-3-38 0,2-2-22 15,0 6-17-15,-4 5-16 0,-2 4-30 16,-3 13-47-16,-5 7-50 0,-6 5-86 16,3 4-88-16,-4 4-62 0,-4 2-60 0,0 7-99 15,0 0-146-15,0 0 71 0,0 0-453 16,-26 16-582-16</inkml:trace>
  <inkml:trace contextRef="#ctx0" brushRef="#br0" timeOffset="39442.05">19588 6100 1704 0,'-17'-1'101'0,"17"1"-22"15,-10-3-23-15,10 3-14 0,0 0-15 16,0 0-9-16,0 0 2 0,21-17 7 16,-1 13 8-16,12-4 1 0,8 2 0 0,10 1-7 15,12 2-3-15,12-4-1 0,10 5-3 16,27-1-1-16,9-2-8 0,6 1-10 16,9 4 2-16,12-4 2 0,5 2 0 0,15 0-3 15,2 2 4-15,1-3-6 0,-1 3 0 16,-1 0 3-16,-5 0-1 0,0-2-1 0,-9 0 4 15,-5-2-5-15,-16 2 5 0,-13 2-2 16,-30 0-3-16,-8-4 15 0,-8 4 7 0,-10-3 24 16,-14 2 23-16,-6-1 28 0,-4 0 24 15,-14 0 29-15,-3 0 16 0,-5 2 16 16,-3 0 6-16,-3 0 1 0,-3-3-12 16,-9 3-17-16,17-1-18 0,-17 1-15 0,13 0-15 15,-13 0-25-15,13-2-46 0,-13 2-60 16,0 0-94-16,0 0-102 0,0 0-124 0,0 0-194 15,0 0-53-15,-24 12 70 0,12-9-238 16,-6 2-242-16</inkml:trace>
  <inkml:trace contextRef="#ctx0" brushRef="#br0" timeOffset="52705.46">17423 9811 1146 0,'9'-12'117'0,"0"-1"-19"0,-4 2 4 15,1-1-8-15,-1-2-13 0,1-4-1 16,-1-2-9-16,6 0 14 0,-6-3 5 0,4-6 1 16,-5 4 4-16,5 1 5 0,-8 0-9 15,1 0-2-15,-4 0-7 0,-1 2-8 0,-9-7-8 16,-7 2-7-16,-6 1-4 0,-13 1-9 16,-10 4-4-16,-11 3-8 0,-6 4-1 0,-5 5-4 15,-5 3-2-15,-2 2-6 16,-4 2 5-16,1 2-8 0,-1 4 0 0,-3-1 2 0,1 4-7 15,-2-1-3-15,-20 3-1 16,2 3 2-16,-4 0-1 0,5 5 0 0,-2-1-6 16,4 5 4-16,-2 0-4 0,3 1 1 15,2-1 2-15,8 8-3 0,1-4-1 0,18-4-2 16,1 3 1-16,4-2 2 0,-2 0-3 16,6 2-2-16,0 0 1 0,0 4 3 15,2-1-1-15,0 2-2 0,2 4 3 0,0 0-4 16,-12 9 6-16,18-9 3 0,0 4-11 15,-1 0 9-15,5 2-5 0,-1-1 4 16,2 1-1-16,6 1 0 0,0-3 0 0,8 4-2 16,-1-2 1-16,7 1 0 0,-1 3 0 15,6 2 3-15,-2 1 1 0,4 0 0 16,3 3 4-16,3-3-2 0,0 1 3 0,1 2-2 16,5-10 2-16,3 6 0 0,2 0-2 15,1 1 1-15,1 12-2 0,0-1 3 0,1-3-5 16,1 3 3-16,4 1 0 0,-1 1-3 15,-1-3 4-15,4 3 3 0,0-1 4 0,3-2 10 16,3-2 6-16,0 0-2 0,8 0-1 16,-1-2 1-16,8-5-1 0,0 1-1 0,6 0 1 15,3-3-1-15,4 1-4 16,2-3 1-16,13 9 2 0,4-5-4 0,-10-9 0 16,18 5 1-16,-9-10 0 0,10 7 0 15,-11-9-2-15,4-1 3 0,12 5 2 16,-10-10 11-16,4-1-1 0,2-3 0 0,-1-1 1 15,1-6 11-15,3 3 5 0,3-7 0 16,-2-3 6-16,6-2 3 0,-2-5-4 0,3-2-1 16,2-4-5-16,1-3-6 0,-4-1-3 15,20-6 0-15,2-1-6 0,1 0 1 0,-7-3-3 16,0 3-5-16,-2-7-4 0,0 1 2 16,-6-2 5-16,-1-2 0 0,-19 5 7 0,-5-4 7 15,-1-3 2-15,-4 2-4 16,-2-6 0-16,-5 1-1 0,-2-4 4 0,-3-3-3 15,-1-5 2-15,10-11-2 0,-15 7-7 16,6-19-2-16,-4 2-5 0,-1 0-4 0,-8 11 8 16,-2-1 9-16,0 1 9 0,2 1-2 15,-6 1-2-15,-2-2-3 0,3 1-3 0,-4 3-3 16,0 2-5-16,-2 1-1 0,-5 3 1 16,2-2-4-16,-6-3 0 0,0 1-3 0,-3-1-3 15,0-8-1-15,-10-1-3 0,-1-5-4 16,0-2-5-16,-3-3-1 0,-7-3-3 15,-2-3 1-15,-3 2-1 0,-9-14-8 16,-3 4 1-16,-4 2 3 0,-9 8-4 0,-4-1-3 16,-13 5-1-16,-8 3 1 0</inkml:trace>
  <inkml:trace contextRef="#ctx0" brushRef="#br0" timeOffset="57806.25">19887 4959 1314 0,'-9'-5'58'16,"2"-3"-28"-16,-2 4-10 0,4 2-2 15,5 2 9-15,-8-7 22 0,8 7-6 0,-2-8 1 16,2 8 2-16,8-8 5 15,3 4-4-15,8-2-2 0,17-2-2 0,9 3-8 16,19-3-1-16,10 4-4 0,7 0-2 16,6 4-4-16,9 0-4 0,27 0 1 0,1 6 2 15,4-4-10-15,-3 6-10 0,7-2-6 16,0 1-6-16,-3 2-3 0,-1-2 3 16,-4 0 2-16,-2 0 1 0,-4-2-1 0,-21-5 3 15,18 0-1-15,-22 0 0 0,23-4 8 16,-4 1-7-16,-4-4-2 0,-22 0 1 0,-2-1 1 15,2 1 4-15,-2-3-2 16,-3 2 1-16,-5 0-4 0,0-1 3 0,-2 3 0 16,-2-2-2-16,1 1 1 0,-1 2 5 15,5 1 4-15,-7 1 2 0,0-1 4 0,2 0-1 16,-4 2-3-16,-5-1 0 0,-13 2-2 16,-5-3 3-16,-3 4-5 0,-4-4 8 0,-7 0-7 15,-8 3 2-15,-7-1-3 0,-2-1-5 16,-3 2-19-16,-3-3-34 0,-8 4-50 15,5-5-37-15,-5 5-43 0,0 0-348 0,-18-9-34 16</inkml:trace>
  <inkml:trace contextRef="#ctx0" brushRef="#br0" timeOffset="58222.75">19702 5142 1443 0,'-23'3'-34'15,"7"-1"3"-15,0-2 2 0,3 0 5 16,3 2 17-16,10-2 31 0,-13 0 38 15,13 0 18-15,0 0-4 0,0 0 6 16,0 0-6-16,0 0-2 0,77-4-4 0,-11 1-7 16,22 2-5-16,41 1-7 0,18 0-4 15,20 1-10-15,20 0 3 0,74 1-4 16,8 2-3-16,7 4-6 0,3 2-5 0,7 0-10 16,-4-1-3-16,-6 4-2 0,-11-3 5 15,-8 2-1-15,-19 2-5 0,-62-6 0 0,-9 3 0 16,-15-5 0-16,-18 3-2 0,-17-2 0 15,-41-2-2-15,-14-3-13 0,-17-1-8 16,-18 1 3-16,-3 0-6 0,-11-2-14 16,-3 0-38-16,-10 0-37 0,7-2-34 0,-7 2-56 15,0 0-386-15,0 0-88 0</inkml:trace>
  <inkml:trace contextRef="#ctx0" brushRef="#br0" timeOffset="58805.11">20672 5482 1744 0,'-46'-3'18'16,"3"-3"7"-16,-2 3-5 0,0-2-1 0,9 1-1 16,9 0 17-16,14 0 46 0,5 0 4 15,8 4 6-15,27-11 5 0,28 3-1 0,24-1-1 16,48 1-10-16,24 2-8 0,25 2-8 15,14 2-3-15,59 0-6 0,-7 4-4 16,-2-6-4-16,-58 4-5 0,-5-2-3 0,-8 2-2 16,-8-3 0-16,-15 2-4 0,-18-3-7 15,-36 2 1-15,-15 0 0 0,-10-1-7 16,-21 1-1-16,-8-1 1 0,-11 0-6 0,-8 1-1 16,-4-2-17-16,-5-1-22 0,-5 2-29 15,-5 3-38-15,0-7-52 0,0 7-61 16,0 0-69-16,-17-10-162 0,8 5-40 0,-2 1-73 15,2 1-47-15</inkml:trace>
  <inkml:trace contextRef="#ctx0" brushRef="#br0" timeOffset="60371.3">28514 4096 3506 0,'-6'9'230'0,"6"-9"-47"0,0 0-14 16,0 0 6-16,0 0 20 16,10 7 5-16,-10-7-9 0,0 0-22 0,19-2-21 15,-12 2-11-15,-7 0-13 0,20-2-9 16,-20 2-14-16,18-3-8 0,-9 3-12 16,-9 0-5-16,14-2-7 0,-3-1-6 0,-11 3-11 15,11 0-5-15,-11 0 2 0,0 0-7 16,15-2-2-16,-15 2-7 0,8-2-3 0,-8 2-3 15,0 0-1-15,0 0 0 0,11-2-1 16,-11 2-2-16,0 0-2 0,0 0 0 0,9-3 0 16,-9 3 6-16,0 0-10 0,0 0-1 15,7-6-1-15,-7 6-3 0,3-4-2 0,-3 4 3 16,2-10-5-16,0 4-3 16,-2 0 3-16,0-3-3 0,0-3-2 0,0 2 0 15,2-2 1-15,-2-3-3 0,0 2-1 16,0-3-1-16,2 1 5 0,-2 0-4 15,0-2-2-15,0 1 4 0,0 2-3 0,0-1-2 16,2-1 3-16,-2 3-1 0,0 1-1 16,0 2 3-16,0 1-5 0,0 1 3 0,-2-2-3 15,2 4-3-15,0 6 0 0,2-11-2 16,-2 7 1-16,0 4-2 0,0 0 3 0,-2-10-3 16,2 10 2-16,0 0 5 0,0 0-2 15,-4 21 2-15,0-3 1 0,3 2 4 0,-3 3 15 16,-1 4 5-16,1 9 4 15,-1 3 1-15,1 1 2 0,2-3-6 0,1 2-2 16,-5-2 2-16,2-3-3 0,4-5 3 16,-2-5 4-16,2-3-8 0,-2-2-5 15,0-1 1-15,2-4-4 0,0 1 2 0,-2-1-1 16,2-5 0-16,-2 3 0 0,2-4 2 16,-2 1-5-16,2-1 4 0,-2-2-6 0,2-6 4 15,0 12-2-15,0-7-1 0,0-5 2 16,0 0 6-16,-1 14 19 0,1-14 19 0,0 0 8 15,-2 9-6-15,2-9-4 16,0 0-5-16,0 0-6 0,0 0-5 0,0 0-6 16,0 0 2-16,0 0-4 0,0 0-6 15,0 0-9-15,0 0 3 0,0 0-2 0,0 0 2 16,9-24-2-16,-9 24-4 0,0 0-1 16,4-9 0-16,-4 9-3 0,0 0-1 0,2-9 1 15,-2 9-1-15,0 0 0 0,2-8-1 16,-2 8-4-16,0 0 4 0,4-8 2 15,-4 8-4-15,4-5-2 0,-4 5 4 0,2-9 0 16,-2 9-19-16,3-7-17 0,1 1-24 16,-4 6-38-16,4-7-50 0,-3 3-81 0,-1 4-104 15,0-10-120-15,0 2-127 16,0 8-236-16,-7-10 49 0,2 5 81 0,-5 1-508 16,-4 4-655-16</inkml:trace>
  <inkml:trace contextRef="#ctx0" brushRef="#br0" timeOffset="61587.64">28363 4460 3111 0,'-1'6'-66'0,"-1"-2"33"0,2-4 30 16,0 0 44-16,-2 8 48 0,2-8 53 15,0 0 33-15,0 0 27 0,0 0 9 16,0 0-12-16,27-1-11 0,-27 1-15 0,32-11-13 16,-11 1-11-16,8-3-15 15,1-3-12-15,1-3-10 0,5-8-13 0,-2-2-7 0,-2-6-9 16,1-2-12-16,-5-7-7 16,-1-3-7-16,-2-5-7 0,-4-2-7 0,-2-4-4 15,-2 0-4-15,-4 0-6 0,-1 0-4 16,-6 5 1-16,-6 11-7 0,-2 5-6 0,-3 2-2 15,-6 11-2-15,4 6-4 0,-14-1 2 16,0 9-4-16,-2 4-1 0,-2 6-2 16,-11 6 4-16,2 5 2 0,4 6-1 0,3 2-4 15,4 8 5-15,5 2 8 0,7 3 1 16,9 5 12-16,8 3 4 0,11 8 13 0,8 0-3 16,8 5-1-16,5-2-2 0,11 9-2 15,-5-13-5-15,11 8 1 0,-11-16-15 0,-2-2-33 16,-2-4-34-16,-4-1-51 15,-9-10-57-15,-4-1-74 0,-5-1-80 0,-2-5-76 16,-7-4-87-16,-1-1-134 0,-6-5-51 16,0-2 71-16,-2-3-325 0,0 0-394 15</inkml:trace>
  <inkml:trace contextRef="#ctx0" brushRef="#br0" timeOffset="61787.96">28604 4039 2529 0,'-17'-3'99'0,"-1"-1"50"0,9 2 11 16,0 0 26-16,9 2 33 16,-14-3 41-16,14 3 9 0,-5-6-11 0,5 6-30 15,0 0-6-15,0 0-24 0,43-6-21 16,-13 6-15-16,19 0-23 0,13 4-54 0,10 0-76 16,5 0-99-16,1 1-135 0,4 1-163 15,-4-4-241-15,-4-1-45 0,-1-1 82 0,-6-1-344 16,-6-3-415-16</inkml:trace>
  <inkml:trace contextRef="#ctx0" brushRef="#br0" timeOffset="61972.38">29600 3955 2888 0,'-16'-6'182'0,"0"4"31"0,7-2 14 16,2 2 20-16,7 2 13 0,-11-4-20 0,11 4-22 15,0 0-30-15,0 0-18 0,0 0-60 16,40-9-82-16,-11 9-94 0,11 3-124 16,6 1-129-16,-2 2-170 0,1 0-165 0,0 4 61 15,-8 0-312-15,-6 3-386 0</inkml:trace>
  <inkml:trace contextRef="#ctx0" brushRef="#br0" timeOffset="62154.11">29549 4226 2767 0,'-17'3'157'0,"5"-1"30"16,3-2 43-16,9 0 35 0,-13 2 28 0,13-2-4 16,0 0-22-16,0 0-20 0,0 0-28 15,0 0-23-15,0 0-72 0,36-13-72 0,-2 6-98 16,4 0-112-16,6 0-127 0,12-7-165 16,3 0-245-16,-1-3 61 0,-1-2 77 15,3-3-283-15,-7-2-324 0</inkml:trace>
  <inkml:trace contextRef="#ctx0" brushRef="#br0" timeOffset="62387.56">30304 3768 2568 0,'-8'-14'151'0,"3"2"39"15,1 0 39-15,-2 4 32 0,2-1 25 16,2 5 11-16,2 4 2 0,-2-10-20 16,2 10-36-16,0 0-20 0,6-10-25 0,-6 10-23 15,23 4-21-15,-2 2-11 0,8 4-20 16,3 3-4-16,-2 4-17 0,-5 3-10 0,2 2-27 15,-5-1-6-15,-4 6-3 0,-5 0 0 16,-3-3-7-16,-6-2-4 0,-2 2-9 0,-2 0-11 16,-4 2-29-16,-5 7-44 15,-2 0-53-15,2-1-54 0,-5-3-66 16,1-2-77-16,4-4-63 0,-3-6-79 0,7-4-126 16,-3-1-125-16,5-1 61 0,3-6-393 15,0 0-498-15</inkml:trace>
  <inkml:trace contextRef="#ctx0" brushRef="#br0" timeOffset="62554.21">30411 4067 2714 0,'-16'-8'41'0,"5"-1"52"0,0 1 34 15,1 4 42-15,2-2 36 0,3 4 27 0,5 2 7 16,-12-7-9-16,12 7-16 0,-8-7-21 16,8 7-17-16,0 0-23 0,0 0-42 0,23-9-62 15,1 7-87-15,4 0-94 0,17-1-113 16,11-5-130-16,5 0-176 0,2-5-79 15,-1-1 61-15,1 0-250 0,4 4-304 16</inkml:trace>
  <inkml:trace contextRef="#ctx0" brushRef="#br0" timeOffset="62838.23">31238 3834 2148 0,'0'-5'-10'0,"0"5"35"16,0 0 35-16,0 0 31 0,-42 1 29 0,21 4 19 16,-4 2 15-16,-9 6 42 0,-1 0-3 15,7 4-1-15,-3 4-2 0,4-2-2 16,4 5-3-16,7 1 0 0,-2 0-9 0,11-3-7 15,3-4-30-15,4 2 0 0,4 0-22 16,3 1-9-16,13 1-12 0,3-2-6 16,4 0-11-16,9-7-5 0,1-5-10 15,5 0-6-15,1-8-2 0,-4-4-6 0,-1-1 2 16,-2-6 11-16,-4-2 5 0,-5-3-2 16,-2-4-3-16,-4-4-4 0,-6-3-8 0,-5-2-2 15,-2-3-10-15,-8 3-3 0,-2-7-11 16,-9 0-2-16,-14-3-29 0,-6 3-32 15,-11 2-41-15,-7 5-56 0,-10 6-69 0,0 5-81 16,-4 9-96-16,0-2-134 0,13 10-198 16,2 2 67-16,10 2-396 0,11 1-515 0</inkml:trace>
  <inkml:trace contextRef="#ctx0" brushRef="#br0" timeOffset="63237.14">31188 3050 2952 0,'-72'-27'-86'0,"1"8"39"16,-32 4 39-16,-14 14 27 0,-10 10 17 0,-8 13 30 16,-4 14 10-16,-37 22 20 0,52-2 11 15,6 6 3-15,15 9-10 0,16 11 10 16,17 5 15-16,18 5 12 0,19 5-1 15,22 2-2-15,28 6 0 0,24-2-7 0,25-3-14 16,51 20-6-16,16-8-13 0,4-15-12 16,-25-30-18-16,8-12-10 0,4-8-15 15,0-12-15-15,-1-10-9 0,4-10-3 0,-5-15-3 16,-7-9 2-16,-4-11 16 0,-5-9 10 16,-9-11 18-16,-6-7 10 0,-10-14 8 15,-4-2 3-15,-10-12 0 0,-8-5-6 0,-6-2-9 16,-13-7-9-16,-13-6-9 0,-16 0-8 0,-17-5-4 15,-20 2-11-15,-21 5-24 16,-22 6-25-16,-25 11-26 0,-22 13-36 0,-14 13-49 16,-8 10-47-16,-6 15-57 0,1 14-63 15,6 12-112-15,8 13-272 0,13 7 56 0,10 6 77 16,9 4-228-16,10 1-273 0</inkml:trace>
  <inkml:trace contextRef="#ctx0" brushRef="#br0" timeOffset="69052.73">23428 4400 2149 0,'0'-5'197'15,"0"5"-73"-15,-3-11-51 0,-6 8-23 0,2 1 8 16,-6 0 14-16,13 2 27 0,-54 12 18 15,3 5-1-15,-7 8 9 0,-1 5-5 0,-11 11-6 16,0 6-9-16,16-10 3 0,6 2-1 16,5 2 3-16,7-1-7 0,7 0-12 15,10-9-8-15,6 1-1 0,5 0 3 16,4-6 1-16,7-3-2 0,0 0-3 16,8 4-9-16,2-8-4 0,8 1-4 0,6-3-3 15,6-3-16-15,1-4-3 0,2-3-5 16,-8-3-5-16,-1-3 2 0,-6-2 3 0,1-3 11 15,-6 1 15-15,2-3 5 0,-5-2 9 16,1-2 2-16,-5-2-2 0,-4-2-3 0,1-1-7 16,-4-2-3-16,-2 5-8 0,-2-2-5 15,-2-2-7-15,-1 2-3 0,-4 2-6 16,-7-1-1-16,3 5-8 0,-5 2-3 0,2 0-4 16,-6 6-26-16,5 0-31 0,-2 0-40 15,4 4-45-15,0-2-72 0,3 1-75 0,1 2-56 16,3-3-79-16,8-2-123 15,0 0-129-15,0 0 63 0,0 0-344 0,35-2-416 16</inkml:trace>
  <inkml:trace contextRef="#ctx0" brushRef="#br0" timeOffset="69370.02">23567 4696 2659 0,'0'0'57'0,"-29"17"33"0,16-8 16 0,-2 1 28 15,-4 1 22-15,-4 6 27 0,2 1 15 16,4-1-5-16,3-5-5 0,3 1-10 16,7 3-3-16,1-5-9 0,5 1-16 15,3-1-12-15,11 1-15 0,2-2-10 0,15 0-11 16,3-1-11-16,4-7-13 0,-5 1-9 16,-9-3-9-16,1-3 0 0,-5 1-9 15,1-3 1-15,-5-1 3 0,-3-2-3 0,-3-2 1 16,-3-2-5-16,-3-3-4 0,-5-2-5 15,-1-3-6-15,-3-2-7 0,-5-1-4 0,-6-4-2 16,-4 3-12-16,-5 7-27 0,-6 0-40 16,-1 4-53-16,-6 5-69 0,-2 5-74 15,-5 5-87-15,2 3-108 0,-2-2-174 16,2 0-31-16,3 1 66 0,13-2-324 0,2-1-394 16</inkml:trace>
  <inkml:trace contextRef="#ctx0" brushRef="#br0" timeOffset="69753.23">23556 3972 2668 0,'-59'-15'12'0,"-1"7"26"0,-8 6 21 16,-14 4 24-16,-22 9 30 0,-7 13 33 15,-8 15 16-15,-6 9 12 0,-30 29 1 0,43-9-2 16,-25 33-6-16,47-18-12 15,12 2-11-15,19 1-7 0,21 2 4 0,25-15 14 16,20 6-5-16,29 14-22 0,29-6-7 16,27-6-13-16,45 8-10 0,-13-29-14 0,5-10-31 15,11-11-29-15,-2-4-8 0,2-14-4 16,-3-9-1-16,-7-12-5 0,-13-8-1 0,-6-13 3 16,-8-4-4-16,-9-13-2 0,-15-8 13 15,-4-10 9-15,-10-8 3 0,-10-5 0 16,-6-11-3-16,-6-7-7 0,-13-2 0 0,-10-6-8 15,-9-4 1-15,-16 22-4 0,-19-20-4 16,-17 8-4-16,-13 12-14 0,-19 11-19 16,-17 14-23-16,-14 17-28 0,-13 11-39 15,-6 11-58-15,-5 13-60 0,2 12-62 0,2 8-106 16,10 6-221-16,13-1 10 0,29-6 68 16,9 0-275-16,9-2-316 0</inkml:trace>
  <inkml:trace contextRef="#ctx0" brushRef="#br0" timeOffset="80218.3">25915 14423 2760 0,'8'-8'244'0,"-5"-4"-2"0,3 2-17 16,-1-1-8-16,6 0-2 0,0-3-2 15,3-1-10-15,6-7-17 0,1 1-21 0,2 1-13 16,4 1-30-16,-3 0-32 0,3 4-43 15,0 1-53-15,-2-1-54 0,-4 3-73 0,-3 2-62 16,2 0-62-16,-4 1-84 0,0 2-95 16,-3 0-161-16,-3 2 42 0,-4 2-296 15,-6 3-335-15</inkml:trace>
  <inkml:trace contextRef="#ctx0" brushRef="#br0" timeOffset="80400.36">26005 14448 2466 0,'-7'10'247'0,"2"-5"48"15,-3 0 11-15,8-5 11 0,-3 7 6 16,3-7-9-16,0 0 2 0,0 0-27 0,0 0-29 16,16-26-29-16,0 13-21 0,9-6-52 15,2 0-62-15,3-2-71 0,10-1-64 16,0 0-72-16,-6 3-76 0,-4 4-73 16,1 0-68-16,-8 3-86 0,-5 6-94 15,-5 2-111-15,-6 2 30 0,-7 2-363 0,0 0-430 16</inkml:trace>
  <inkml:trace contextRef="#ctx0" brushRef="#br0" timeOffset="80567.39">26075 14584 2660 0,'-7'11'58'0,"-2"-2"31"0,7-4 16 15,2-5 15-15,0 0 29 0,0 0 19 16,0 0 11-16,0 0-2 0,36-14-12 16,-18 3-17-16,9-3-18 0,0-1-15 0,3 1-24 15,1 2-34-15,-3-1-42 0,-5 3-48 16,-2 1-53-16,0 2-61 0,-2 0-66 15,-4 3-80-15,1-2-86 0,-5 3-128 16,-2-1-11-16,0 3-247 0,-9 1-256 0</inkml:trace>
  <inkml:trace contextRef="#ctx0" brushRef="#br0" timeOffset="80750.2">26155 14580 2103 0,'-4'2'115'0,"4"-2"40"16,0 0 11-16,0 0 5 0,0 0-13 15,0 0 13-15,0 0-9 0,0 0-7 16,0 0-18-16,0 0-10 0,23-20-13 0,-11 16-32 16,-1 1-40-16,-2 0-41 0,5 0-55 15,-1-1-49-15,-4 2-52 0,3 0-60 16,-4 0-67-16,-8 2-79 0,14-2-106 0,-14 2 2 16,0 0-133-16,0 0-97 0</inkml:trace>
  <inkml:trace contextRef="#ctx0" brushRef="#br0" timeOffset="156535.4">24783 7234 1840 0,'0'0'384'0,"-13"-2"-107"0,13 2-31 0,-16-3 17 16,16 3 0-16,-15-2 3 0,15 2-9 16,-7-3-15-16,7 3 7 0,0 0-7 15,-12-5-6-15,12 5-9 0,0 0-6 0,-9-4 4 16,9 4-17-16,0 0-4 0,0 0-7 15,-8-5-16-15,8 5-15 0,0 0-5 0,0 0-11 16,15-8-8-16,-3 4-11 0,1-2-12 16,3 2-8-16,0-2-11 0,7 2-1 15,2 0-10-15,-3 1-14 0,3-3-4 0,0 4-9 16,2 0-6-16,-6 2-5 0,-2-2-4 16,-2 0-19-16,3 0-5 0,-5 0 2 0,-3 2-7 15,-12 0-2-15,24-1-1 0,-14 1-5 16,-10 0 3-16,16-3-3 0,-16 3 3 0,25-3-2 15,-12 2-3-15,3-1-3 16,1-2 2-16,-2 1-5 0,5 1 0 0,-4 0-2 16,4-1 3-16,-4 0-1 0,0-1-3 15,-1 2 3-15,2 2 0 0,-4-3-5 0,5 1 14 16,0 2-14-16,2 0 5 0,1 0-2 16,-1 0 0-16,2 0 1 0,1 2-1 0,4-2 2 15,1 3-4-15,14-3-2 0,-3 2 8 16,6 0 0-16,-4 0 3 0,6 4-3 0,-6-4 2 15,0 2 2-15,-1 1-4 16,-4 1 7-16,-6-3-7 0,-7 2-8 0,0-1 7 16,-4-2 1-16,-2 2-3 0,-2-2 2 15,-3 2-4-15,1-3 6 0,-6 0-1 0,-7-1 3 16,18 3-3-16,-18-3 7 0,15 0 8 16,-15 0-12-16,15 4-7 0,-5-4 0 0,-10 0 0 15,25-1 0-15,-13 1 0 0,6 0 0 16,1 1 0-16,4-2 0 0,3 2 0 0,3-1 0 15,0 0 0-15,-3 0 0 0,5 2 0 16,-1-2 0-16,1 2 0 0,7 0 0 0,-6 0 0 16,-3-2 0-16,-4 0 0 15,-4 2 0-15,-3 1 0 0,2-2 0 0,-4 1 0 16,-3-2 0-16,-4 0 0 0,-9 0 0 16,21 2 0-16,-14-2 0 0,-7 0 0 0,14 2 0 15,-14-2 0-15,9 0 0 0,-9 0 0 16,12 1 0-16,-12-1 0 0,0 0 0 0,0 0 0 15,13 0 0-15,-13 0 0 0,0 0 0 16,0 0 0-16,13 0 0 0,-13 0 0 0,0 0 0 16,0 0 0-16,0 0 0 0,0 0 0 15,12 0 0-15,-12 0 0 0,0 0 0 0,0 0-9 16,0 0-169-16,0 0-72 0,0 0-94 16,0 0-109-16,-1-8-103 0,1 8-138 15,-12-11-108-15,0 8 79 0,2 0-699 0,10 3-874 16</inkml:trace>
  <inkml:trace contextRef="#ctx0" brushRef="#br0" timeOffset="157102.12">26489 6984 3753 0,'-8'-5'-77'0,"0"3"38"0,8 2 26 16,-9-6 41-16,9 6 47 0,-7-3 42 0,7 3 41 16,0 0 23-16,-11-5 12 0,11 5 6 15,0 0 0-15,-7-3-5 0,7 3 0 0,0 0-1 16,0 0 0-16,0 0 5 0,0 0-8 15,-7-6-1-15,7 6-13 0,0 0-16 0,0 0-7 16,0 0-9-16,0 0 22 0,0 0 8 16,0 0 2-16,0 0-6 0,14 23-12 0,-6-11-12 15,2-2-15-15,1 4-12 0,3 1-10 16,-1 0-25-16,8 4-84 0,-4-2 0 16,0 4 0-16,0-4 0 0,-3-2 0 15,-1-1 0-15,-1 1 0 0,-3-1 0 0,-2 1 0 16,-1-1 0-16,-1 2 0 0,-2 0 0 15,-3-3 0-15,0 1 0 0,-2 1 0 0,-4 3 0 16,0-3 0-16,1-1 0 0,-4 3 0 16,-2-5 0-16,6 2 0 0,-2-4 0 0,1-2 0 15,-1 3 0-15,2-5 0 0,-1 1 0 16,6-7 0-16,-7 10 0 0,3-4 0 0,4-6 0 16,-7 6 0-16,7-6 0 0,-7 8 0 15,7-8 0-15,0 0 0 0,-3 5 0 16,3-5 0-16,0 0 0 0,0 0 0 15,-8 7 0-15,8-7 0 0,0 0 0 0,0 0 0 16,0 0 0-16,0 0 0 0,0 0 0 16,0 0 0-16,0 0 0 0,0 0-849 0,0 0-126 15,10-20 110-15,-9 12-1006 0,8 1-1296 16</inkml:trace>
  <inkml:trace contextRef="#ctx0" brushRef="#br0" timeOffset="166100.9">28727 6888 5013 0,'0'0'-108'16,"0"0"53"-16,0 0 29 0,18-4 39 0,-18 4 44 15,0 0 45-15,0 0 32 16,0 0 27-16,0 0 21 0,4-6 16 0,-4 6-25 0,0 0 5 15,2-10 9-15,-2 10-5 16,0 0 5-16,1-7-4 0,-1 7-3 0,0 0-3 16,4-8-6-16,-4 8-9 0,2-7-7 15,-2 7-8-15,0 0-1 0,0-12-7 0,0 12-10 16,-2-10-105-16,2 10-24 0,-4-14 0 16,3 7 0-16,-3 1 0 0,-2-5 0 15,4 3 0-15,-6-3 0 0,3 1 0 0,-3-2 0 16,-1 0 0-16,-1-1 0 0,-1-3 0 15,-11-3 0-15,6 4 0 0,-4-6 0 0,-5 3 0 16,3-2 0-16,-4 4 0 0,1-1 0 16,1 0 0-16,0 5 0 0,-3-5 0 15,6 7 0-15,2 0 0 0,-2 1 0 0,0 2 0 16,-2 1 0-16,2-1 0 0,-1 2 0 16,-3-2 0-16,0 2 0 0,-4 1 0 15,3 1 0-15,-12 0 0 0,5 1 0 0,5 0 0 16,-3 2 0-16,3 0 0 0,-1 2 0 15,0 0 0-15,1-1 0 0,-10 3 0 0,6-1 0 16,7 0 0-16,-2-1 0 0,4 3 0 16,1-1 0-16,0-1 0 0,3 1 0 0,0 1 0 15,0 0 0-15,0 0 0 0,-2 0 0 16,0 4 0-16,0-3 0 0,0 2 0 16,0 0 0-16,0 2 0 0,-10 1 0 0,8 0 0 15,5-1 0-15,-2 0 0 0,2-2 0 0,-1 3 0 16,1-3 0-16,1 1 0 0,2-2 0 15,2-2 0-15,-1 5 0 0,-1-3 0 16,-4 2 0-16,0-1 0 0,5 1 0 16,-4-1 0-16,0 1 0 0,-1-1 0 0,2 2 0 15,-2 1 0-15,-1-1 0 0,0 0 0 16,-7 4 0-16,6-4 0 0,3 0 0 0,-2 1 0 16,1-1 0-16,0 0 0 0,0 0 0 15,1 2 0-15,-9 2 0 0,6-1 0 0,1-4 0 16,-9 7 0-16,4 0 0 15,-4 1 0-15,-3 0 0 0,1-2 0 0,4-1 0 16,1 1 0-16,4-2 0 0,6-2 0 16,-4-2 0-16,5 3 0 0,-2 0 0 0,-1 0 0 15,4 0 0-15,-4 1 0 0,1 1 0 16,-2 6 0-16,1-6 0 0,6 2 0 0,-1-3 0 16,-1 3 0-16,-1 0 0 0,-4 6 0 15,6-5 0-15,1-1 0 0,-1-2 0 0,2 3 0 16,2-5 0-16,0 6 0 0,-3-2 0 15,3-1 0-15,0 0 0 0,-2-1 0 0,2 3 0 16,0-2 0-16,-3-1 0 0,3 3 0 16,-1-1 0-16,1 0 0 0,1 1 0 15,-1 2 0-15,-2 0 0 0,-3 6 0 16,1 1 0-16,1-5 0 0,1 6 0 0,0-5 0 16,0-3 0-16,4 0 0 0,0 0 0 15,-4-1 0-15,6 1 0 0,-2 3 0 0,-3-5 0 16,7 0 0-16,-2-2 0 0,-1 0 0 15,3 1 0-15,-1 1 0 0,0 0 0 0,3 0 0 16,-3 0 0-16,2 2 0 0,-3 1 0 16,5-2 0-16,-2 3 0 0,2-1 0 0,0 1 0 15,5-3 0-15,-1 5 0 0,0-2 0 16,1 1 0-16,1-2 0 0,1 1 0 0,1-1 0 16,0-1 0-16,5 7 0 0,1-1 0 15,-5-2 0-15,6 2 0 0,-3 2 0 0,-1-5 0 16,-3-1 0-16,3 4 0 15,5 2 0-15,-5 1 0 0,2-2 0 0,-1-4 0 16,-1-3 0-16,3 5 0 0,0-2 0 16,2-2 0-16,-5-5 0 0,4 2 0 0,-1-3 0 15,1 1 0-15,6 3 0 0,-2 2 0 16,2-7 0-16,-6 1 0 0,8 3 0 0,-2-2 0 16,-6-3 0-16,4 2 0 0,4 1 0 15,-4 1 0-15,-2-3 0 0,1-1 0 0,1-3 0 16,5 7 0-16,-3-7 0 0,1 0 0 15,1 0 0-15,1-3 0 0,8 0 0 0,3 2 0 16,-4-3 0-16,-6-3 0 0,2 2 0 16,0 0 0-16,0-2 0 0,0 2 0 15,-2 2 0-15,0-4 0 0,-3 1 0 16,1 2 0-16,0-2 0 0,-7 3 0 0,4-3 0 16,-1 0 0-16,-2 1 0 0,2-1 0 15,4 1 0-15,1 0 0 0,1 0 0 0,6 0 0 16,5 1 0-16,-6-2 0 0,-3 1 0 15,12 1 0-15,-3-2 0 0,-4 0 0 0,4 3 0 16,-5-3 0-16,-2-1 0 16,8 1 0-16,-1 2 0 0,3-1 0 0,-6-2 0 15,-3-1 0-15,8 3 0 0,-6-3 0 16,-1 1 0-16,-3 0 0 0,-1-2 0 0,2 1 0 16,-4 1 0-16,-3 0 0 0,-1-4 0 15,0 2 0-15,3 0 0 0,-6 0 0 0,-2 0 0 16,-2-2 0-16,4 2 0 0,-1-1 0 15,-2-1 0-15,2 0 0 0,2-1 0 0,1 1 0 16,0-1 0-16,5-1 0 0,13-1 0 16,4-2 0-16,2 2 0 0,-2 2 0 0,-2 0 0 15,-8 1 0-15,-7 0 0 0,-4 0 0 16,-2 1 0-16,-3 1 0 0,-1-2 0 0,-2 2 0 16,-3-2 0-16,1 0 0 15,-11 2 0-15,19-1 0 0,-6-4 0 0,1 5 0 16,1-4 0-16,0-1 0 0,2 2 0 15,1-2 0-15,-4-3 0 0,6 4 0 0,-4 0 0 16,-4 0 0-16,1 0 0 0,-1 0 0 16,-1-1 0-16,2 1 0 0,-4 0 0 0,0 2 0 15,3-4 0-15,-5 2 0 0,4-1 0 16,2 1 0-16,-1-4 0 0,3 2 0 0,1-1 0 16,-1-2 0-16,2 2 0 0,3-3 0 15,-4 2 0-15,0 0 0 0,-1 3 0 0,-1-3 0 16,-3 0 0-16,3-1 0 0,-3 2 0 15,0-2 0-15,1-1 0 0,-1 0 0 0,0 0 0 16,-1-2 0-16,1-2 0 0,-2 0 0 16,3-1 0-16,-1-2 0 0,2 1 0 15,-4-1 0-15,2 2 0 0,1-5 0 0,-3 2 0 16,4-7 0-16,-1 2 0 0,1-3 0 16,1-1 0-16,-5 6 0 0,-2 0 0 0,5-4 0 15,-2 1 0-15,-3 4 0 0,0-1 0 16,0 1 0-16,-2-4 0 0,3 7 0 0,-3-4 0 15,1-1 0-15,-2-1 0 0,2 1 0 16,-2-1 0-16,0-1 0 0,-3 0 0 0,3-1 0 16,0 0 0-16,-2 4 0 0,-1-3 0 15,3 3 0-15,-1 2 0 0,-1 0 0 16,-2 3 0-16,2-4 0 0,-2 3 0 16,1-1 0-16,-1 2 0 0,0-2 0 0,0 1 0 15,2-1 0-15,-2 0 0 0,0-1 0 16,-2 0 0-16,2 0 0 0,0-1 0 0,-1 0 0 15,-1-3 0-15,0 0 0 0,-3 0 0 16,2 0 0-16,-1-1 0 0,-2 1 0 0,1-11 0 16,-3 3 0-16,2-2 0 0,0 0 0 15,-1 0 0-15,1-4 0 0,-2 2 0 0,1-2 0 16,-1 3 0-16,-3-1 0 0,1 2 0 16,-1 2 0-16,-3 4 0 0,-1 0 0 0,-2-1 0 15,-3 6 0-15,-4 2 0 16,-1 4 0-16,1 6 0 0,1 3 0 0,-2 2 0 15,0 3 0-15,-3 2 0 0,-1 5 0 16,2-1 0-16,2-1 0 0,1 2 0 0,-9 6 0 16,1 2 0-16,1-1-490 0,-1 2-525 15,0 1 113-15,-1 1-1065 0,-1-1-1386 0</inkml:trace>
  <inkml:trace contextRef="#ctx0" brushRef="#br0" timeOffset="174367.49">26199 4518 4810 0,'0'0'-330'0,"0"6"48"0,0-6 28 0,0 0 37 16,0 0 41-16,-11 4 40 0,11-4 31 15,0 0 27-15,0 0 15 0,-14 2 13 16,14-2 13-16,0 0 10 0,0 0 10 0,-9 2 11 16,9-2 8-16,0 0 10 0,0 0 13 15,0 0 7-15,0 0 8 0,0 0-3 0,0 0 7 16,-20-4-3-16,20 4 5 0,0 0 7 16,-9-3 0-16,9 3 2 0,-11-1 0 0,11 1 0 15,-16-6 3-15,16 6 4 16,-16-4 0-16,5 1-2 0,11 3-1 0,-16-4 3 15,4 1 7-15,1-1 4 0,2 0-8 0,-4 0 3 16,2 1-5-16,-1-1-3 16,1 1 0-16,2-1 2 0,-1 1 3 0,-1-2-3 15,2 1-3-15,-2 1-4 0,0 0-7 16,0-3-2-16,3 3-2 0,-3 0-4 0,0-2-4 16,-1 3 2-16,1-2-6 0,-2 2-2 15,-5-2-3-15,2 2-6 0,4 2-1 0,-3-2 0 16,-3 2-5-16,2 0 0 0,-2 0 1 15,0 0-4-15,0 2-1 0,-1 0-2 16,-1-1-1-16,4 2 1 0,-4 1 0 0,5-1-2 16,-2 1 1-16,-3 1 3 15,6-2-5-15,-2 3 3 0,3 0-2 0,-2-2-1 16,0 3 5-16,2-1-1 0,-3 2-1 16,-4 1 0-16,6 3-2 0,-6 0 2 0,6-1 1 15,-11 7 0-15,7-4 0 0,1 1-3 16,4-4-1-16,0 3-1 0,0 0 2 0,-1 0 2 15,3 1-5-15,-1-1 1 0,2-1 1 16,3 1-4-16,2 0 3 0,-6 1-1 16,6 1 2-16,-1-3-1 0,3 4-3 0,-3-3 4 15,1 2-1-15,2-1-5 0,1 0 4 16,-2-3 1-16,2 5 3 0,1-5 1 16,2 1-2-16,1-1 5 0,0 2 6 15,4-3 2-15,2 5 2 0,1-1 0 0,0 3-2 16,5-3-1-16,-1-1 0 0,3 1-4 15,-1-1 2-15,6 4-2 0,-4-2 0 0,-2-4-1 16,5 1 0-16,-6-1-1 0,6 0 6 16,0-5 3-16,1 3 5 0,3-2 4 0,6 1-2 15,-1-3-2-15,7 0 2 0,2-2-2 16,-1 2-7-16,4-2 0 0,-1 0-4 16,-1 0 1-16,0-2-3 0,-4-1-1 0,-9 0-2 15,3-1 5-15,-5 3 18 0,-1-3 9 16,-2 0 11-16,1-3 10 0,0 2-18 0,1-2-3 15,2-2-1-15,0 0 5 0,7-5 1 16,-1-3-5-16,-1-1 0 0,2 0 0 16,-5-3 6-16,2 0 1 0,-1-2-2 15,-4 0 9-15,1-1-2 0,-9-2 10 0,3-1 9 16,-4 0-2-16,-6 0-8 0,-1 3 0 16,-3-5-1-16,-5 0-12 0,-2-11-5 0,-7 0-1 15,-4 1-8-15,0 1-10 0,-4 5-5 16,-2 2-6-16,-5 3-3 0,0 1 0 15,-1 6-5-15,1 1-33 0,-7 6-31 0,6 3-42 16,2 3-38-16,3 4-32 0,-3 0-44 16,-2 2-47-16,-11 3-60 0,1 5-60 0,-1 0-62 15,-1 3-88-15,-8 7-201 16,4 3 47-16,2-1 69 0,3 5-373 0,3 2-463 16</inkml:trace>
  <inkml:trace contextRef="#ctx0" brushRef="#br0" timeOffset="185815.79">26676 4007 2604 0,'7'-7'19'0,"-3"2"33"0,-4 5 28 15,3-11 16-15,-1 7 34 0,-2 4 24 0,0-10 29 16,0 10 33-16,0 0 17 0,-2-15 2 15,2 15-1-15,-1-8-4 0,1 8-7 0,0-6-5 16,0 6 2-16,0 0 1 0,-4-13-12 16,4 13 1-16,-2-4-13 0,2 4-9 15,0 0-20-15,-6-11-12 0,3 5-16 0,3 6-14 16,-14-7-16-16,5 0-3 0,-2 1-10 16,-5-1-12-16,1 2-9 0,-4-2-11 0,-3 2-8 15,-1-2-5-15,1 2-1 16,-3-3-8-16,-11 0-3 0,0 3-2 0,6 2-8 15,-7-4 1-15,1 1-4 0,-2 0-2 16,0 3 2-16,1-2-7 0,-1 1 0 0,6 2-6 16,5 0-1-16,-4 1-2 0,3-1-5 15,-3 2 2-15,3 0 0 0,-3 0-2 16,3 0 0-16,-3 0 1 0,2 2 5 0,2-1-11 16,-5 1 4-16,5-2 0 0,-2 2 0 15,-1-2-2-15,1 0-4 0,0 2 0 16,2 0 6-16,-1-2-5 0,1 0 0 15,2 2-2-15,-4 2 2 0,4-2 0 0,1 2 0 0,1-2 1 16,2 2-6-16,3-2 1 16,-2 1 8-16,3 1-4 0,2-1-3 0,-3 1 2 15,4 1 1-15,-2-2-3 0,3 1 2 16,-1-2 3-16,3 3 0 0,-2-2-3 0,1 1 6 16,-1 0-9-16,3 0 5 0,-3 1-2 15,-2 0 1-15,1 2 2 0,1-1 0 16,0 0 2-16,-2 1-4 0,-1 1-1 0,1-2 1 15,-2 2 1-15,-2 1-1 0,2-1 0 16,-5 4 1-16,8-3-1 0,-6-1 3 0,7 1-3 16,-4 2-1-16,2-3 2 0,-3 2-4 15,4 1 3-15,0-2-1 0,-3 0 0 16,1 2 1-16,4 1 1 0,-4-3 0 16,-1 4-1-16,2-1 7 0,2 0-8 0,-5 0 7 15,0 0-8-15,4-1 3 0,-6 2 1 16,7 1 0-16,-4-2-6 0,2 1 4 15,-1-1 0-15,3 1-2 0,2-2 2 0,-1 0-2 16,1 0 4-16,1-1-1 0,1-1-4 16,1 1 9-16,-3-2-6 0,5-2 3 0,-2 3-6 15,-1-1 4-15,4 0 2 0,-4-1-1 16,4 1-4-16,-3-2 1 0,3 4-2 0,-3-2 9 16,2 0-2-16,-1 1-2 0,-1 0 1 15,1 3-2-15,-1-2-2 0,-4 4 1 16,3-2 4-16,-1 2-1 0,1 1-2 15,-5 0 9-15,3 3-10 0,0-5 2 0,-1 3 4 16,3 0-5-16,-3-2 10 0,2-2-13 16,3 1 4-16,-2-1 0 0,-2 3 0 15,0 1-2-15,2-4 0 0,2 1 4 0,-3-1-5 16,0 2 3-16,-1 0-3 0,3 0 1 16,1-3 3-16,-3 1-21 0,2 0 0 0,-1 2 0 15,0-2 5-15,1 0-1 0,0 2 3 16,0-2 1-16,3-1 2 0,-1 2-1 15,1 0 5-15,-3-1 1 0,6-1-6 16,-4 2 2-16,2-1 3 0,1-2 1 0,-1 3 3 16,0-1-2-16,2-2 13 0,-2 1-11 15,-2 4 3-15,4-1-7 0,-1 1 6 0,-3-3 11 16,3 3-4-16,-1-1 4 0,-3 0-3 16,4-1-1-16,-1-1-2 0,0 2-1 15,2-3 4-15,1 1-6 0,-3-1 0 0,2 1 1 16,-3 0 2-16,5-1 0 0,-1 1-2 15,-1 0-2-15,0-1 0 0,0-1 1 0,-2 2-1 16,4-2-3-16,0-1 3 0,-3 3 0 16,3-1 2-16,0 0-1 0,-2-3 1 15,2 4-7-15,-2-2 9 0,2 3-5 16,0-5 0-16,-2 2 0 0,2 1 4 0,-2-1-4 16,2-2 2-16,0 3-3 0,0-1 1 15,0 0-1-15,0 1 2 0,0 1-3 0,0-1 0 16,-2 1 3-16,2 3-2 0,0-3-1 15,-1 2 5-15,-1 3-5 0,2-2-1 0,-5 0 3 16,5-1-1-16,-2 1 0 0,2-1 0 16,0 0-1-16,0-1 0 0,5 1 2 0,-5 0-1 15,2-1 0-15,0 3-1 16,1 1 3-16,1-1-3 0,-2 1 5 0,3 1-5 0,3-1 4 16,-2 3 1-16,3-1 0 0,1 1 0 15,0-1 2-15,-1 0-2 0,0 0 1 16,3-2-2-16,1 0-2 0,5 5 5 15,-3-4-7-15,4 3 3 0,-2-5-2 0,4 3 3 16,-2 0-1-16,3-3-1 0,2 1-3 16,-1 3 8-16,-5-8-5 0,0-1 2 15,-1 1 1-15,11 1-3 0,-7-3-1 0,0 1 3 16,4 1 2-16,-1-4-7 0,-4 2 3 16,-1-1 0-16,4-1 0 0,-2 1-1 0,0-2 6 15,-2 0-5-15,3 1-1 0,0-1 1 16,-1 0 0-16,-3 2 1 0,0-3-3 0,5-1 5 15,-6 2-3-15,4-2 0 16,-4 1 4-16,2 0 4 0,0 0-2 0,2 0 14 16,-4-1 8-16,6-3-30 0,-2 2 0 15,2 2 0-15,0-4 0 0,-2 4 0 0,-1-1 0 16,2-4 0-16,1 4 0 0,-1-1 0 16,3-1 0-16,-6 0 0 0,4 1 0 0,-2-2 0 15,6 2 0-15,-3-2 0 0,0 0 0 16,1-2 0-16,0 0 0 0,7 0 0 0,-5-2 0 15,2 0 0-15,0-2 0 0,-1 2 0 16,1 0 0-16,-2 0 0 0,-4 4 0 16,0-4 0-16,-3 2 0 0,3 2 0 0,-1-2 0 15,-4 0 0-15,3 2 0 0,-1 0 0 16,-4 0 0-16,6 0 0 0,-1-2 0 16,1 0 0-16,5 0 0 0,2 0 0 15,-3 0 0-15,7 0 0 0,6-2 0 0,-2 0 0 16,-8 0 0-16,3 2 0 0,-3-2 0 15,0 0 0-15,-2 2 0 0,0-3 0 0,-6 2 0 16,1-1 0-16,-2 2 0 0,-4 0 0 16,-2-2 0-16,2 2 0 0,-1-4 0 0,-1 4 0 15,-1 0 0-15,1-4 0 0,-1 3 0 16,0-3 0-16,0-2 0 0,5 4 0 16,-2-4 0-16,6 0 0 0,-6 1 0 0,6 1 0 15,-3-2 0-15,-1 4 0 0,4-4 0 16,-5 2 0-16,2 1 0 0,-2-1 0 15,5 1 0-15,-2-1 0 0,-3 1 0 0,7 1 0 16,-6-2 0-16,1 0 0 0,0 0 0 16,4-1 0-16,-4 0 0 0,0 0 0 0,0 0 0 15,3-2 0-15,1-2 0 0,-5 3 0 16,3-3 0-16,8-3 0 0,-4 4 0 0,-7 0 0 16,4 0 0-16,-3 0 0 0,1 1 0 15,-2-3 0-15,0 1 0 0,4 1 0 0,-3-1 0 16,-2 2 0-16,4-2 0 0,-3 1 0 15,0-2 0-15,0 4 0 0,0-3 0 16,0 1 0-16,1-1 0 0,-2 0 0 16,-2 2 0-16,0-1 0 0,-1 0 0 15,-1-1 0-15,0 1 0 0,1-1 0 0,-1-1 0 16,-1 1 0-16,1-1 0 0,-1 0 0 16,-1-4 0-16,0 4 0 0,1-1 0 0,-1-1 0 15,-2 2 0-15,1-2 0 0,-1-1 0 16,1 2 0-16,-5-3 0 0,4 2 0 0,-2-3 0 15,-2 1 0-15,1-3 0 0,-1-1 0 16,-2-2 0-16,-3-2 0 0,6 0 0 16,-6-4 0-16,2 0 0 0,1 1 0 0,-1-11 0 15,2 0 0-15,-2 2 0 0,0 5 0 16,-1 1 0-16,-1 0 0 0,0 2 0 16,0-1 0-16,0-10 0 0,0 8 0 0,-3-6 0 15,-3 3 0-15,4 3 0 0,-1-6 0 16,-5 2 0-16,0 1 0 0,-1-1 0 0,-2 1 0 15,-1-1 0-15,1-1 0 0,0 0 0 16,-2 1 0-16,2 0 0 0,-1 0 0 0,-1 1 0 16,2 0 0-16,-1-1 0 0,1 4 0 15,2 0 0-15,1 5 0 0,-1 4 0 0,-3-9 0 16,4 8 0-16,-1 1 0 0,0 2 0 16,-5-8 0-16,1 0 0 0,-3 2 0 15,1-1 0-15,3 6 0 0,3 0 0 16,0 1 0-16,-3 2 0 0,3 0 0 0,-1-1 0 15,1 1 0-15,1 1 0 0,0 1 0 16,3 1 0-16,-1-1 0 0,-2 0 0 0,2 1 0 16,1 0 0-16,-1 1 0 0,-1 0 0 15,1 0 0-15,0 3 0 0,-1-2 0 16,1-1 0-16,-1-2 0 0,-4 2 0 0,6-1 0 16,-4 1 0-16,-1-1 0 0,-2-2 0 15,1 0 0-15,-1 0 0 0,1 2 0 0,-1-3 0 16,-1 3 0-16,0-1 0 0,1 2 0 15,-1 0 0-15,-2 0 0 0,0 2 0 16,-3-2 0-16,2 3 0 0,-4 1 0 16,-3 1 0-16,3 0 0 0,-5 4 0 0,-2-1 0 15,2 1 0-15,0 3 0 0,2-2 0 16,-3 2 0-16,7-2 0 0,0 4 0 0,2-2 0 16,1 0 0-16,1-2 0 0,-2 4 0 15,4-2 0-15,-3 2-237 0,3-2-207 0,1 3-55 16,-1-1-59-16,2 3-72 0,-1-1-162 15,1 0 18-15,4 2 87 0,-3-1-527 0,0 0-678 16</inkml:trace>
  <inkml:trace contextRef="#ctx0" brushRef="#br0" timeOffset="191462.06">18791 4884 2391 0,'-14'-6'183'16,"-2"2"-50"-16,3 2-32 0,3 0 3 0,-1-1-3 16,11 3-3-16,-16 0 1 0,16 0-9 15,0 0 2-15,-15-4-9 0,15 4-5 0,0 0-12 16,0 0-4-16,0 0-10 0,0 0 3 16,31-10-5-16,-4 4-8 0,10 0 1 15,10-1-4-15,9-3-6 0,10-2 1 0,-4 1-1 16,9-1-6-16,-1 1-2 15,3-1-2-15,4 0 17 0,8 0 3 0,15-1 4 0,-16 4 2 16,22-5-1-16,-8 1 6 16,-13 4-5-16,15-4 5 0,-18 4 1 0,2-3-4 15,-4 2-1-15,0 0-4 0,0-1 3 16,-4 1-7-16,2 0 5 0,1-1 4 0,-6 1-1 16,2-1-1-16,-3 1-4 0,5 0-1 15,3-1 1-15,0 1-1 0,0 2-7 0,2-1 2 16,-6 2-4-16,-4 0-3 0,-1 1-4 15,-10 0-1-15,-13 3-3 0,-6 0 1 16,-10-1-4-16,-8 1-3 0,-2 3 10 0,-5-4 10 16,-2 4 9-16,1 0 5 0,-7 0 1 15,-9 0-1-15,19-3-5 0,-19 3-1 16,17-2-5-16,-17 2-5 0,16-1-1 16,-16 1-5-16,9-2-6 0,-9 2 2 0,0 0-7 15,13-2-12-15,-13 2-15 0,0 0-19 16,0 0-28-16,10 0-42 0,-10 0-61 0,0 0-77 15,0 0-87-15,0 0-109 0,0 0-148 16,0 0-96-16,0 0 80 0,-29-5-383 16,29 5-454-16</inkml:trace>
  <inkml:trace contextRef="#ctx0" brushRef="#br0" timeOffset="191762.5">21569 4311 3016 0,'-11'-4'172'0,"11"4"1"0,-11-6-11 16,11 6-11-16,-5-2-12 0,5 2-14 16,0 0-2-16,0 0 5 0,0 0-10 0,0 0-10 15,36 18-6-15,-9 3-9 0,1 0-11 16,12 9-7-16,-4 1-7 0,-2 2-6 15,-2-1-8-15,-5 3-8 0,-7-8-2 0,-13-3-4 16,-1-2-1-16,-5 1-5 0,-4-1 0 16,-6 7-6-16,-7-1 0 0,-4-3-5 15,-4-2-1-15,-2 0-3 0,-7-6-20 0,1 1-37 16,-2-7-65-16,-2 1-95 0,-5-6-126 16,1-6-171-16,-1-4-169 0,-4-2 61 15,-3-5-377-15,-4-2-458 0</inkml:trace>
  <inkml:trace contextRef="#ctx0" brushRef="#br0" timeOffset="192149.86">19505 4635 2908 0,'-5'-22'46'16,"1"8"5"-16,3 1 9 0,-3 3 13 16,2 1 23-16,0-1 29 0,-2 3 10 15,4 7-7-15,-3-8-12 0,3 8-7 0,0 0 8 16,-34 25 12-16,0 4 4 0,0 8-4 16,-6 4 1-16,-3 3 5 0,-1-1 6 0,0-1 11 15,5-2 8-15,9-5 6 16,2-2 2-16,11-9-25 0,1-5-6 0,9-2-3 15,3-2 5-15,6-3-9 0,5 2-9 16,11-2-12-16,16 1-3 0,14 3-17 0,4-3-3 16,8-4 3-16,2-1-60 0,-1 0-41 15,-1-4-54-15,-9-2-46 0,10 2-43 16,-13-4-50-16,-8 2-66 0,-8-2-77 0,-5 0-77 16,-6 0-118-16,0-2-152 0,-7 2 55 15,-5 2-464-15,-9-2-575 0</inkml:trace>
  <inkml:trace contextRef="#ctx0" brushRef="#br0" timeOffset="208693.28">5144 6336 3030 0,'-5'-11'-48'0,"-3"3"31"0,1 0 35 15,3 2 24-15,-2 0 26 0,6 6 19 16,-7-6 16-16,7 6 14 0,-8-7 10 0,8 7 8 16,-5-6 1-16,5 6-3 0,0 0-4 15,-8-8-9-15,8 8-10 0,-4-4-10 0,4 4-12 16,0 0-12-16,0 0-8 0,-4-7-6 16,4 7-2-16,0 0-8 15,0 0-5-15,30-4-3 0,-12 4-11 0,5 2 2 0,8 0-6 16,12 0-3-16,5 3 3 15,13 1-1-15,0 2-10 0,-2-2-1 0,2 3 1 16,0-3 0-16,-2 0-6 0,-3-2 2 16,-4 0-2-16,-4 2-2 0,1-2 0 0,-1 1-1 15,-3-1 1-15,5-2-5 0,-6 4 0 16,0-4 2-16,0 4 1 0,-2-3-7 16,-8-3 3-16,8 3-3 0,0-1 2 0,0 0 5 15,1-2-4-15,5-2 2 0,2-2-3 16,9 0 1-16,2-5-1 0,2 0 1 0,0-4-2 15,0 1 0-15,-2 2-2 16,-2-1 2-16,-4 3-1 0,-13 2 1 0,-4-3 0 16,-2 3 2-16,-8 2-3 0,-4 0-1 15,-9 1 1-15,4 2 1 0,-4-3-1 0,-2 2 1 16,1 0-1-16,1 1-1 0,1-1 2 16,-1 0-3-16,0 1 1 0,2-3 3 15,2 1-4-15,4-1 1 0,1 4-1 0,3-4 1 16,0 2 0-16,-2 0 0 0,4-2-2 15,-3 3 1-15,3 1 0 0,-2-2-5 16,1 2-1-16,-2 0 3 0,-3 0-3 0,0 0 0 16,1 0-1-16,-4 0 2 0,3 0-2 15,6-3 3-15,-3 3-2 0,3-4 3 16,9 1 1-16,0-1-2 0,2-1 5 0,-4 0-4 16,2 2 1-16,-7-1 0 0,-3 2 2 15,-1 2-3-15,0 2-4 0,-2-4-9 16,2 1 4-16,-5 1 2 0,7-2-2 0,-3 0 1 15,12-3 1-15,-3 5 4 0,5-2-3 16,2 1 5-16,2-2 1 0,1 1 0 0,3-2-13 16,3 1 6-16,1 1 2 0,0 0 3 15,-1 1 1-15,-2-1-4 0,-1 0 2 0,-2 1 7 16,-2 2-8-16,-1 1-4 16,4 0 12-16,-4 1 0 0,3-3-5 0,1 2 3 15,1 0 2-15,1-2 0 0,-1-4-3 0,2 4 2 16,-3-2-5-16,1 1 3 15,0-1-3-15,-4 0 4 0,-1 1 1 0,2-1 2 16,-4-2-3-16,1 2 6 0,-2 1-1 16,-5-2-7-16,-9 3 3 0,5-2-2 0,-2 0 4 15,-1 1-6-15,14-1 7 0,-1-3 0 16,7 0-7-16,-1-1 1 0,15 0-1 0,1 1-5 16,2-2 3-16,-4 0 1 0,4 0-1 15,-5 0 0-15,-11 1 5 0,-1 3-1 0,1-1-1 16,-8 0 3-16,2 2-5 0,-2-1 3 15,-1 0 0-15,-8 1 2 0,6 2-1 16,1-4 1-16,-7 2-3 0,-3 0-1 16,11-2 1-16,-10 4 6 0,1-3-3 15,-1 3 4-15,8-4 0 0,-6 2-6 0,-5 0 6 16,4 0-3-16,-5 2 4 0,-1-2-6 16,2 2 0-16,0 0 2 0,-7-2 0 0,7 2 1 15,-4 0-1-15,4 0-3 0,2 0-7 16,-3 0-6-16,3 0-4 0,1-3-1 0,1 3-1 15,10 0 5-15,1-1 1 0,2 1-1 16,4 0-4-16,0-2-1 0,1 0 2 16,2 0-1-16,1 0-2 0,9 2 5 15,-6 0 3-15,-3 0-3 0,-1 0-6 0,3 0 7 16,-3 2 4-16,10 2 1 0,0-1-3 16,0 0 3-16,2 3-4 0,2 0 4 15,1-1 2-15,7 1 4 0,1 0-3 0,5 2 0 16,0-4 5-16,5 2-2 0,2-1 3 15,-2 1 3-15,3 0-3 0,-3 2 0 0,0-3-7 16,-2 3-7-16,-6 0 5 0,-3 0 0 16,-3 2-3-16,-7-3-1 0,-4 1-2 0,-1 1 0 15,-5 1-15-15,0 0 0 0,-13-1-7 16,0-2 1-16,-2 0 0 0,0-1-6 16,-3 1 6-16,-1 0 3 0,-3-2 2 0,-9 1-2 15,1-2 4-15,0 0-2 0,0 1-1 16,-3 0 9-16,5-2 3 0,-2 3 1 15,2-3 3-15,2 0-3 0,9 1-1 16,4 0-6-16,3-2-8 0,-2-1 1 0,2 2 3 16,0-3 5-16,2 0 2 0,1 0 3 15,3 0 3-15,-1-2 1 0,2 1 0 0,-3 1 6 16,3 0-3-16,-3-3 2 0,1 3 5 16,2-4 0-16,-3 0-1 0,3 4-1 0,-4-4 6 15,2 0-3-15,-3 0 2 0,-1 1 0 16,2 1 3-16,-2 1-2 0,-1-1 0 15,4-2 2-15,-8 3 1 0,3-1-2 16,-10 0 0-16,-1 2 4 0,-5 0-5 16,1 0 3-16,-4 0 0 0,4 0-2 0,-6 0 2 15,0 0 2-15,-4 0-3 0,5 0 2 16,-8 0-3-16,-1 0 2 0,3 0 4 0,-16 0-1 16,29 0-1-16,-18 2-1 0,4-2 3 15,0 2-2-15,6-2-5 0,1 0 3 0,4-2 1 16,16 2-3-16,3-2-5 0,9-1 5 15,12 2-1-15,9-3 3 0,3 0-7 0,6 3-3 16,5-3-7-16,8 4 1 0,16-1 2 16,-20 2 1-16,22 1 3 0,-22 0-2 15,20-1 5-15,-23 3 0 0,-1-2 1 16,-2 1 0-16,5 0 4 0,-5-1-2 16,5 1 2-16,-3 1-3 0,-1-1 3 0,-2 1-1 15,0 1 0-15,2-1 1 0,-5 0 0 16,1 4 4-16,-4-2 0 0,1 3-1 0,-4-3 2 15,-5 2-1-15,5 1 1 0,-5-3-3 16,-1 2 3-16,-2-2 0 0,-7 0-2 0,-1 1 3 16,0-1-4-16,-14-2 2 0,-2 0-1 15,-4-2 2-15,0 0-1 0,-9 0 0 16,-3-2 1-16,0 2-1 0,-7-2 2 16,-1 0-1-16,0-2 0 0,3 2 2 15,-8 0-3-15,5-2 6 0,-2 0 0 0,-3 2 2 16,1-2 3-16,0-2 1 0,0 2-4 15,2 2 6-15,-2-4-4 0,2 2-1 0,-2-1-2 16,6 0 0-16,2 0 1 0,-1-1-3 16,5 0-2-16,12-2 2 0,0 3-1 0,9 0-1 15,15 1 3-15,1-2-4 0,6 4-3 16,7-3-3-16,1 2-4 0,3 0-2 0,9-1 7 16,-1 2 0-16,5 2 0 0,22-2-2 15,0 0-1-15,-2 1 2 0,-22-1 1 16,20 1 0-16,1 4 1 0,-2-1-1 0,-22-2 1 15,24-1 3-15,-21 2 1 16,20-1-3-16,3 0 0 0,-3-2-2 0,1 6 1 16,-24-4 1-16,3-2-4 0,17 2 6 15,2 2-2-15,-20-2 0 0,-1-2 3 0,-2 1 2 16,-5-1-1-16,3 0-2 0,0 0-2 16,-7 0 2-16,0 0-2 0,-5 2 3 0,-4 0-3 15,-3 0 3-15,-6 0-4 0,-14 0-8 16,-1 2-2-16,-4-4-2 0,-2 4-3 0,-2-2-1 15,2 0 3-15,-10 1 4 0,-1-2-1 16,6 1-1-16,-4 0-2 0,-6 1-3 16,-1-1 2-16,1 0 3 0,-4-2 1 0,4 1 2 15,-5-1 0-15,1 0 0 16,0 0 2-16,1 0-3 0,-2-1 1 0,1 1 0 16,0-2 0-16,4-1-2 0,-2-1 1 15,-1 1 2-15,1 0 1 0,0 1 2 0,-1-4-2 16,1 0 1-16,11 2 3 0,0-3 0 15,-1 1 5-15,1-4 0 0,3 4 0 0,-3-2-1 16,1 4 3-16,-1-3-2 0,3 1 1 16,3 0-2-16,-1 0 4 0,2 0-2 15,-2 3-1-15,6-3 0 0,-2 1-1 0,-4 0 1 16,8 1-1-16,-8 1 3 0,2 1-3 16,-6-1 1-16,1-1-1 0,-4 1 3 0,-7 3-4 15,0-2 1-15,2 2 0 16,-4-3 2-16,1-2 1 0,1 3-3 0,11-3-1 15,0 2 1-15,3-1 0 0,0-1 0 16,4 3-3-16,4 2 3 0,2 0-3 0,10 2 1 16,-8-2-3-16,13 5-3 0,-4-1-2 15,-1 1-1-15,0 0 1 0,0 0-1 0,-12-2 1 16,1 1 3-16,0-1-2 0,1-1 4 16,-1 0-2-16,0-2 2 0,0 0 2 15,4 1 0-15,0-1 0 0,-1 0-1 0,2 0 0 16,7 2 2-16,-1 0 1 0,2-1-2 15,-11 1 1-15,13 2-1 0,-12-4 4 16,14 3-2-16,-4 0 2 0,-1-1-1 16,-1 4 0-16,2-3 0 0,-1 3-2 0,1-2 4 15,-2 4 0-15,0-2 1 0,0 1 4 16,-7-1-2-16,-2 0 1 0,-6 0 1 0,0 0 1 16,11 4-3-16,-4-3 0 0,-5-1 1 15,11 6 0-15,3-4 1 0,1 0-2 0,5 1 0 16,-4 0-2-16,5-2 0 0,-1-3-2 15,0 1 2-15,-2 3-2 0,-3-3 4 16,-14-2 8-16,-1 1 5 0,0-1 12 0,-6 2 6 16,-3-4 4-16,-5 1 8 0,-5-2 3 15,-2 2 8-15,2-4-3 0,-1 2 4 16,1 0 5-16,10-3-11 0,0 2-5 16,3-1-3-16,-2 2-6 0,0-2-3 0,-7 4-3 15,-7-4-4-15,-3 4-4 0,-2-4 1 16,-5 4-7-16,-2-2-2 0,4 0-3 0,-5 2-3 15,0-1 1-15,2 0 0 0,-2 1-2 16,1 0 0-16,-3 0-1 0,1 1 4 0,3 2-5 16,-4 1-6-16,3 1 5 0,-3 3 0 15,3 3-5-15,3 11 2 0,-4 5-2 16,-1 5-1-16,-5 7 8 0,-1 14 17 16,0 3-2-16,-4 3 7 0,0 4 15 0,-2 6 16 15,-2-3 15-15,4 1 5 0,-4-1-1 0,-2 0-2 16,0-2-1-16,-4 1 5 15,3-1 19-15,-5-3-7 0,3 0-9 0,-3 1-4 16,-1 0-12-16,5-4 6 0,-2 6 21 16,0-3 7-16,7-1-6 0,-1 0-7 0,-2-5 4 15,2-1 0-15,0-10-3 0,1 0 3 16,-3 8-1-16,-1-8-10 0,0 8 0 0,-5-2 15 16,5 0-13-16,-1-10 10 0,5 1-1 15,-12 10-11-15,10-15-5 0,-3 2-3 16,1-1-6-16,0-1 4 0,-1 0-7 0,3 1-9 15,-1 0-2-15,0-2-5 0,3 1-7 16,-1-5-2-16,-2-3-1 0,0-10-10 16,0-1-6-16,2-2-1 0,-2-1-4 0,0-4 0 15,4-2-6-15,-1 2 6 0,-1-5-10 16,0 1-3-16,0-1 9 0,2-7-4 16,-5 12-1-16,1-7-5 0,-3 0 5 0,0-1-8 15,0 0 10-15,-3-2-5 0,-2 0 3 16,1-2-3-16,11 0-8 0,-27-2 4 0,10-2-5 15,-5 0-5-15,-13-6-6 0,0-1-7 16,-2-4-10-16,-15-3-16 0,-3-2-7 0,-6-2-6 16,-4 2-2-16,-20-8 6 15,-1 1 7-15,15 7 5 0,-19-6 4 0,1 3 7 0,16 5 0 16,-2 2 3-16,0 0 7 16,-22-1-1-16,16 3 1 0,2 2 4 0,-18-3 3 15,17 3 3-15,-3 2 0 0,-15-6 3 16,15 5 0-16,-19-3 3 0,-4 2 4 0,4 0 0 15,-2 0 1-15,-4 0-3 0,4 0 7 16,0 0-2-16,19 5 2 0,-20-3 0 0,21 3 1 16,-2-1-1-16,0 2-2 0,3-1 0 15,1 1-1-15,0 0-1 0,2 2 2 0,2-4 4 16,2 3-2-16,-1 1-3 0,5 0-2 16,6 0 2-16,-2 0-1 0,4-2-1 0,3 2-1 15,-2 0 2-15,2-1 5 0,2 1-9 16,-2-2 8-16,-2 4-7 0,4-4 2 15,7 4 2-15,-11 0-4 0,0 0 3 16,1 1-2-16,-3-1 5 0,11 2-6 0,-9-2 2 16,1 2-2-16,8 0 6 0,-9-3-7 15,0 2 6-15,2-3-3 0,0 0-3 0,-1-2 2 16,-1 0-3-16,-4 0 4 0,3 0 0 16,-7 2-5-16,-2-5 1 0,0 0-4 0,-8 2 2 15,1-1 4-15,0 3 0 0,2-2-2 16,0 2 0-16,5 0 4 0,3 1-5 15,2 1 1-15,-2-2 1 0,6 1 4 0,-3 1 2 16,6-2-2-16,11 3-5 0,0 0 5 16,-10-1-2-16,9 1-2 0,-10-2 1 15,0 3 0-15,-2-2 0 0,-4-1 3 16,-2 3-6-16,3-3-1 0,1 1 4 0,0-1-2 16,13 3-2-16,2-3 8 0,0 4-10 15,-2-2 3-15,1 2-8 0,3-2 3 0,-2 2-1 16,5 0 3-16,-1-1-2 0,1 1-2 15,-2 0 2-15,0 0 2 0,-3 0 2 0,1 1-1 16,-4-1-3-16,-12-1-2 0,2 1 0 16,10 0-4-16,-12-3 0 0,13 3-3 0,-10-2 3 15,10 0 3-15,1 0-5 0,-1 0 4 16,-11 1 2-16,14-1 1 0,-16 1 3 16,0-1 0-16,1-1 1 0,-1 3 1 15,-4 0-2-15,-2 0 4 0,1 0-2 0,-1 0 2 16,1 0 0-16,1 0 2 0,5 0 0 15,10 0-2-15,-9 0 5 0,12-2-4 0,2 2 3 16,-3-2-1-16,4 2-3 0,-3 0 2 16,-1-2 2-16,1 2-3 0,-5 0 3 0,-7 2 0 15,-1 0-1-15,-1 0 2 0,0 1-2 16,1 0 1-16,-3-1 1 0,3 1-4 16,3 1 5-16,13-2-3 0,-2 1 0 0,3-2 0 15,-2 3 1-15,1-2-3 0,3 0 2 16,-3-1 0-16,-5 1 0 0,-6 1 1 15,8 1 1-15,-14-1 3 0,2 1-7 16,0-1 3-16,-1 4 1 0,-2-4-1 0,-1 2 1 16,3 1-2-16,-3-1 0 0,5 0 2 15,1 0-1-15,1 0-1 0,-1 0-2 0,13 0 5 16,-1-1-5-16,1 1 3 0,1-2-2 16,1 1 2-16,-2 1-1 0,3-2 4 0,-1 2-3 15,-2 1 4-15,0-3-7 0,1 4 4 16,-8-2-3-16,-1 3 6 0,-5 0-4 0,2-2 0 15,-2 3-3-15,0-3 4 0,0 2-1 16,0-2-2-16,0 2 2 0,0-1 1 16,2-1-2-16,0 2 6 0,0-2-6 15,12 0 0-15,-10-2 3 0,9 1 1 0,1 1-3 16,-1-2 1-16,-2 2-2 0,-11-2 1 16,0 5 0-16,0-1-3 0,-4-2 5 0,-1 0-4 15,-1-1 3-15,1 3-2 0,-4-4 1 16,0 2-1-16,0 1 5 0,-5 0 1 0,-3 2-3 15,0-3 2-15,-2 3 1 0,-2 0-8 16,-4 1 6-16,-18 0-2 0,-1 2 2 0,0-2-2 16,2 2 1-16,20-1-1 0,-2-1 0 15,-20 2 2-15,22-3 1 0,-3-1 0 16,2 0 4-16,2-1-1 0,-1 0-3 16,-1 2-1-16,-1-1 1 0,0-1 3 0,2 2-1 15,2-2-3-15,4-1 2 0,2 3-1 16,0-3 2-16,3-2-2 0,3 2 2 15,0-4-7-15,6 0 6 0,12-2-5 0,0 0 1 16,-1 0 0-16,7 0 3 0,-3 0 0 16,2 0-5-16,2 0 2 0,2 0 1 0,0 0 0 15,2 0-1-15,-1 0-4 0,-6 0 5 16,6 3-1-16,1-2 4 0,5-1-5 0,6 2-1 16,4 0 4-16,-4-2 1 0,0 2-6 15,2 0 7-15,1 1-4 0,-1-1-1 16,0-2 0-16,0 3 6 0,0 0-6 15,-12 3-5-15,-1-2 2 0,-1 2 0 0,0 1 2 16,9-7 6-16,-4 4-1 0,1 0-6 16,-4 0-2-16,0 2-2 0,-5 0 4 0,0 1 2 15,2-3 1-15,-4 2-3 0,-1-1 0 16,-12 0 0-16,0 4 2 0,-2-4 0 0,0 1-2 16,2-1-2-16,-4 2 0 0,0-1 2 15,-1-1 2-15,3 0 0 0,-7 0-2 0,3-2 2 16,-1 1-1-16,1-1 1 0,-3-1-3 15,0 0 3-15,0-4-2 0,0 2 0 16,-2-2 0-16,-4-1 1 0,2 1 2 0,2 0-4 16,-3-1 0-16,1 3-1 0,-3-2 2 15,1 1 0-15,0 1 3 0,0 1 1 16,2-2 0-16,2-3-5 0,6 2 2 16,1-1 3-16,14 0-4 0,1-3 0 0,3 3 2 15,2-2 1-15,5-2-1 0,2 0-1 16,4 0 2-16,5 0-2 0,4 2 2 0,0-2 0 15,4 1-5-15,-4-1 6 0,6 2-3 16,-2 0-3-16,4 1 4 0,-5 0-2 0,5 3-1 16,0-2-3-16,-2 3 3 0,3-2 4 15,1 2-2-15,-3-2 1 0,5 2-4 16,0-1 6-16,-1-1-4 0,12 2 5 16,-20-2 1-16,8 0-2 0,1 0 1 0,-3 1-4 15,1-2 2-15,0 3 1 0,-3 0 5 16,-3-2-6-16,-1 2-3 0,-7 0-1 0,-3-2 0 15,-17 6 3-15,0-4-3 0,-1 3 4 16,-1-3 2-16,-14 3-7 0,-2 1 1 0,-4-1 0 16,-3 1 3-16,1-1-1 0,-1-2 2 15,-2 1-1-15,1-2 0 0,3-2-1 0,-2 1 5 16,1-2-3-16,-1-1-2 0,-1 1 1 16,4-3 4-16,-3 2 0 0,1-2-1 15,-1 0-4-15,-4 2 1 0,-2 1-1 16,1-1 8-16,5 1 5 0,4 0-2 0,1 1 3 15,4 0-4-15,-4 2-2 0,4-2 0 16,11 2-2-16,-2 0 4 0,2-2 7 16,5 4-4-16,3-4 6 0,0 0-4 0,2 0-2 15,0 2-5-15,8 0-1 0,5 0 0 16,-11-2 0-16,7-1-1 0,5 3-1 0,0 0-1 16,1 0 3-16,1 3-5 0,-3-1 1 15,2-2-2-15,2 0 1 0,-2 2-4 0,2 2 3 16,1 2-1-16,-2-3 0 0,-1 2 3 15,-11 2 0-15,1 1-2 0,-1-2 0 16,0 4-1-16,-1-3 0 0,-4 5-3 0,1-6 9 16,-2 1-9-16,4 0 3 0,-1-2-1 0,0 0-1 15,1 0 2-15,1-3 3 16,0 2-1-16,8-1-4 0,-1-1 1 0,3 0 3 16,2-1 4-16,-12 1-2 0,5 0 6 15,5-1-9-15,0 1 3 0,-12 0-2 0,1-1 0 16,5-1 2-16,5 2 2 0,-1-4-4 15,-9 1 3-15,6-1-2 0,-4-3 1 16,8 2-1-16,3-1 5 0,2-1-1 0,4 1 8 16,1-1 2-16,0 2-1 0,3-2 5 15,2 0-4-15,-1 0 5 0,3-2-3 0,0 0 5 16,-1-7-3-16,1-1-3 16,3-2-2-16,-3-11-2 0,4-7 0 0,1-1-3 15,-2-17 0-15,3-6-3 0,2-6 0 16,-4-6-3-16,0-5-1 0,-4-26-2 0,-3-1-5 15,0 0-18-15,-2-9-9 0,-3-2-11 16,2-1-7-16,-4 4-2 0,4 2 1 0,-3 8 2 16,2 5 6-16,3 5-6 0,2 21-4 15,1-2 3-15,-1 5 2 0,2 2 9 0,-2 1 2 16,2 3 4-16,1 5 1 0,-5 0 5 16,3 3 3-16,1 5 0 0,-4 4 3 0,6 8-1 15,-3 2 6-15,3 5-1 0,-3 0 5 16,5 7 7-16,1 3 3 0,-1 0 0 15,1 3 3-15,0 2 5 0,3 0 2 16,-3 0 8-16,2 2-3 0,2-3 5 0,2-1 2 16,-1-1 4-16,3-1 5 0,0 3-6 15,3-3 0-15,-3 1-1 0,2 3-5 16,0 2 0-16,-2 1-3 0,2 1-5 0,-2 3-3 16,3 0-15-16,-3 7-14 0,0-8-20 15,0 8-23-15,0 0-41 0,0 0-59 0,0 0-81 16,0 36-85-16,2-11-84 0,-1 12-175 15,3 2-116-15,4 3 76 0,-1 9-428 0,3-12-531 16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19T03:52:17.8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23998 6934 1543 0,'6'-5'816'15,"-6"5"-227"-15,0 0-171 0,0 0-78 16,0 0-31-16,0 0-17 0,-6-10-10 0,6 10-4 16,0 0 17-16,-8-6-2 0,8 6-5 15,-6-6-6-15,6 6-8 0,0 0-7 0,-9-3-8 16,9 3-8-16,0 0-9 0,0 0-19 15,-5-6-15-15,5 6-16 0,-9-3-18 0,9 3-98 16,-13-5-76-16,4 3 0 0,1 0 0 16,-3-2 0-16,-2 0 0 0,-1 4 0 15,-3-4 0-15,2 0 0 0,-3 1 0 16,1-1 0-16,0 0 0 0,-2 0 0 0,2-2 0 16,-6 2 0-16,2-2 0 0,0 1 0 15,2-1 0-15,-2 0 0 0,0 4 0 0,4-4 0 16,-4 0 0-16,4 3 0 0,-2-2 0 15,2 2 0-15,-5-1 0 0,6 1 0 16,-4 1 0-16,4 0 0 0,-4 1 0 0,-1 1 0 16,5 1 0-16,-6-1 0 0,3 2 0 15,0 0 0-15,2 1 0 0,-2 1 0 16,2-1 0-16,-1 2 0 0,4 0 0 0,-4-1 0 16,1-1 0-16,5 2 0 0,-1-1 0 15,-1-1 0-15,3 2 0 0,-1-2 0 0,-1 1 0 16,2 1 0-16,0 1 0 0,1-1 0 15,-3-1 0-15,-1 2 0 0,3 1 0 16,-2-3 0-16,3 2 0 0,-1 2 0 0,2-2 0 16,-1 0 0-16,0 1 0 0,3 1 0 15,-1-3 0-15,-1 4 0 0,-1-2 0 0,3 2 0 16,-1-2 0-16,2 2 0 0,1-1 0 16,-1 3 0-16,-2 1 0 0,0-4 0 0,5 2 0 15,-3 3 0-15,0 0 0 0,1-1 0 16,-2 0 0-16,6 1 0 0,-3-2 0 0,0 0 0 15,2-2 0-15,-1 3 0 0,-3 2 0 16,4-2 0-16,0-1 0 0,2-1 0 16,0 1 0-16,0-1 0 0,0 0 0 0,-2-1 0 15,4 1 0-15,0 2 0 0,0-1 0 16,2 2 0-16,0 1 0 0,-1-2 0 0,1 3 0 16,1-1 0-16,-1 3 0 0,3-2 0 15,-4 1 0-15,3-1 0 0,-1 3 0 0,1-4 0 16,-2 3 0-16,2-2 0 0,-2-1 0 15,1 1 0-15,1-1 0 0,-1-2 0 0,-1 2 0 16,3 1 0-16,-2-3 0 16,1 0 0-16,-1-1 0 0,3 0 0 0,0 1 0 0,-3-2 0 15,3 2 0-15,-1 0 0 16,3-2 0-16,1 2 0 0,-1 0 0 0,2-3 0 16,3 3 0-16,-3-1 0 0,0 1 0 15,4-2 0-15,-1 2 0 0,-1-3 0 0,-1-1 0 16,-2 2 0-16,3 1 0 0,-1-5 0 15,-1 3 0-15,-1 0 0 0,2-1 0 0,-1-1 0 16,-1 1 0-16,1-2 0 0,-1 0 0 16,4 1 0-16,-1-2 0 0,-2 0 0 0,4 1 0 15,1-4 0-15,-2 3 0 0,5-4 0 16,-4 3 0-16,4-3 0 0,-2 1 0 0,5 0 0 16,-3 0 0-16,0-2 0 15,0 0 0-15,1 0 0 0,-5 0 0 0,6 0 0 0,-8 0 0 16,6 0 0-16,-3 0 0 15,0 0 0-15,2-2 0 0,1 0 0 0,-5 2 0 16,2-2 0-16,4 1 0 0,-4-3 0 16,2 1 0-16,0-1 0 0,0 1 0 0,-2 1 0 15,1-4 0-15,-4 4 0 0,2-2 0 16,-1 1 0-16,-3-1 0 0,1 3 0 0,3-3 0 16,-5-1 0-16,1 2 0 0,2-2 0 15,-4 1 0-15,2 0 0 0,1-3 0 0,-2 5 0 16,2-4 0-16,0 0 0 0,1 0 0 15,-1 0 0-15,-4 2 0 0,5-3 0 16,-3 1 0-16,0 2 0 0,0-4 0 16,-2 1 0-16,3 0 0 0,-3-4 0 0,0 2 0 15,3 0 0-15,-2-2 0 0,1-1 0 0,-1-2 0 16,-3-1 0-16,4 0 0 0,-2 1 0 16,0-3 0-16,-4 3 0 0,5-3 0 0,-4 2 0 15,2 2 0-15,-5-3 0 0,1 2 0 16,1 2 0-16,-3-2 0 0,-2 2 0 0,4-2 0 15,-4-2 0-15,-2 3 0 0,0-5 0 16,0 4 0-16,1-3 0 0,1 0 0 0,-2 1 0 16,0 0 0-16,-2 1 0 15,2-3 0-15,1 3 0 0,-1 2 0 0,0-1 0 16,-4-2 0-16,3 3 0 0,0-2 0 16,1 4 0-16,-4-3 0 0,3 0 0 0,-3 0 0 15,3 1 0-15,-4-3 0 0,1 3 0 16,3-1 0-16,-5 2 0 0,3-2 0 0,-1 2 0 15,0 2 0-15,0 0 0 0,1-1 0 16,-3 1 0-16,-4 0 0 0,-1 0 0 0,0-1 0 16,-6 1 0-16,0 1 0 0,-3 1 0 15,-7-4 0-15,-3 2 0 0,8 3 0 0,1-1 0 16,-2 3 0-16,0 1 0 0,0 0 0 16,3 0 0-16,-4 4 0 0,-1 0 0 0,0 3 0 15,-2-2 0-15,3 3 0 0,-1-1 0 16,1 1 0-16,6-2 0 0,3 0 0 15,2 0 0-15,1 2 0 0,5-2-49 16,9-2-1000-16,-9 1 107 0,9-1-1150 0,0 0-1503 16</inkml:trace>
  <inkml:trace contextRef="#ctx0" brushRef="#br0" timeOffset="5416.67">23765 6418 5245 0,'-23'0'-325'15,"0"0"60"-15,5 0 53 0,-2 0 52 0,2 0 46 16,-1 2 47-16,1-2 44 0,0-2 33 15,2 2 22-15,-1 2 18 0,1-1 13 0,4-1 7 16,-2 0 8-16,3 2 5 0,11-2 5 16,-22 2 1-16,15-2-1 0,7 0-6 0,-11 0-4 15,11 0-4-15,0 0-8 0,-14 0-5 16,14 0 3-16,0 0 5 0,0 0 4 0,0 0 3 16,0 0-1-16,38 4-5 0,-15-2-3 15,7-2-6-15,17 0 0 0,3 0 1 16,20-3-8-16,5 2-5 0,10-3 1 15,1 2-8-15,1 2-1 0,3-1-8 0,-3 1-2 16,-1 1-3-16,-4-1-1 0,-5 0-6 16,-4 0 2-16,-4 2 11 0,-5-2 7 0,-10-2 10 15,-2 2 1-15,-5-1-1 0,1-1 9 16,-1 0-8-16,-1-1 7 0,-1-1 0 16,2 1-4-16,3-1-3 0,-3 2 4 0,3 1 0 15,-1 1-7-15,0 1-4 0,1-1-8 16,3 2 2-16,-1 2-10 0,-2-2 4 0,-3 1-7 15,-1-1-4-15,-5 1 1 16,-6-1-4-16,-9-2-2 0,-2 0 9 0,-3 0-10 16,-5 0 6-16,-2 0 13 0,-1 0 8 15,3-2 1-15,-5 2 6 0,-11 0-4 0,18-2-4 16,-11 2-6-16,-7 0 0 0,13 0-10 16,-13 0-4-16,0 0-6 0,0 0-3 0,0 0-18 15,0 0-20-15,0 0-14 0,0 0-6 16,0 0 2-16,-42-3-2 0,14 5-5 0,-19-1 4 15,2 1 0-15,-18 0-1 0,-1 1 2 16,-7 1 0-16,-3-4 4 0,-7 0 2 0,2 2 0 16,-1-4 10-16,-8 2-2 15,-4 0 4-15,-22 2 3 0,-5-1 2 0,2 2 4 16,-1-1 3-16,1-2 4 0,3 0 6 16,1 4 7-16,22-4-1 0,-4 0 5 0,1 0 9 15,5 0 4-15,5-2 10 0,4 0 6 16,14-2 0-16,5 3 11 0,14 0-4 0,13-1 3 15,7 2 4-15,6 0-5 0,5-2-2 16,-2 2-5-16,7-2-2 0,11 2-10 16,-19 0-1-16,19 0 3 0,0 0-7 0,0 0-1 15,0 0 1-15,0 0-5 0,0 0 0 16,0 0-1-16,0 0-3 0,53-3-2 0,-26 3 4 16,2-2-7-16,12 0 5 0,5 1-1 15,0 1-6-15,4-2 1 0,-2 2-3 16,2-2 2-16,2 2-1 0,11-3 6 15,-9 3-9-15,-2 0 5 0,11-2 2 0,3 2-6 16,-5-2 0-16,-11 0 0 0,15 2 4 16,-11-1-3-16,8 1 0 0,-8-3-2 0,-2 3 1 15,-3-1-2-15,-1 0 2 0,-3 1 2 16,-2 0 13-16,-9 0 8 0,-7 0 5 0,-4 0 4 16,2 0 1-16,-1-2 5 0,1 1 2 15,-1 1 4-15,3-4-4 0,2 2-4 0,0 1-3 16,8-4-4-16,5 3-1 0,0-2-1 15,4 1 0-15,2-1-4 0,1 3 0 16,2 1-21-16,16-2-3 0,-1 2 0 16,4 0 0-16,0 0 0 0,-2 2 0 0,2-1 0 15,-6 0 0-15,-11 2 0 0,-1-3 0 16,-1 1 0-16,-2-1 0 0,-2 0 0 0,-2 2 0 16,-1-2 0-16,0 0 0 0,-2-2 0 15,0 2 0-15,-3-4 0 0,4 3 0 0,-3 0 0 16,-1-1 0-16,-5 0 0 0,-9 1 0 15,2 1 0-15,4-2 0 0,-6 0 0 16,2 0 0-16,-6 1 0 0,-1 1 0 0,1-3 0 16,-1 3 0-16,0-4 0 0,5 2 0 15,2-1 0-15,13-2 0 0,2 1 0 0,3 0 0 16,5 0 0-16,9-1 0 16,2-1 0-16,0 2 0 0,-9 2 0 0,-1 2 0 15,-3-4 0-15,-5 2 0 0,0 0 0 16,-13 0 0-16,-6 0 0 0,-2 2 0 0,-3 0 0 15,-4 0 0-15,0-3 0 0,-2 2 0 16,3 1 0-16,-3-3 0 0,1 1 0 0,-1 0 0 16,1-2 0-16,-1 2 0 0,-1-1 0 15,1 2 0-15,-2-1 0 0,1-2 0 0,-12 4 0 16,16-2 0-16,-16 2 0 0,16 0 0 16,-16 0 0-16,9-3 0 0,-9 3 0 15,0 0 0-15,0 0 0 0,0 0 0 16,0 0 0-16,0 0 0 0,17 3 0 0,-17-3 0 15,0 0 0-15,0 0 0 0,0 0 0 16,0 0 0-16,-31 12 0 0,18-10 0 0,-1 0 0 16,-9 0 0-16,-4 2 0 0,-4-4 0 15,-11 2 0-15,-2-1 0 0,3-1 0 0,-4 0 0 16,6 0 0-16,-6 0 0 0,4 0 0 16,-3-1 0-16,0 1 0 0,-1 0 0 0,-3-2 0 15,1 0 0-15,-1 2 0 16,-1-2 0-16,2 2 0 0,-1 0 0 0,5 2 0 15,-3 0 0-15,2-2 0 0,0 2 0 16,1-1 0-16,-4 0 0 0,8-1 0 0,-3 3 0 16,8-1 0-16,-9 2 0 0,5-1 0 15,-1 0 0-15,-6 1 0 0,4 0 0 16,-7 0 0-16,1-2 0 0,-5-2 0 0,-2 0 0 16,2 0 0-16,-14 0 0 0,1 0 0 15,17 0 0-15,-4-2 0 0,-2 2 0 0,2-2 0 16,2 0 0-16,0 2 0 0,3 0 0 15,-1 2 0-15,1 0 0 0,0 0 0 0,6 1 0 16,-4 0 0-16,6 0 0 16,-2 1 0-16,1-2 0 0,2 3 0 0,2-2 0 15,-2 1 0-15,-2 1 0 0,-2 0 0 16,2-2 0-16,0 2 0 0,-4-1 0 0,4-1 0 16,-2 1 0-16,3-2 0 0,0 1 0 15,1 0 0-15,5-1 0 0,5 0 0 0,-3 0 0 16,6-1 0-16,0 1 0 0,1-2 0 15,5 1 0-15,-2 0 0 0,2 2 0 0,2-2 0 16,4-1 0-16,-3 2 0 0,1-2 0 16,0 2 0-16,-4 0 0 0,2 0 0 0,-5-1 0 15,2 3 0-15,-3-3 0 0,-2 3 0 16,0-2 0-16,3 1 0 0,-3-1 0 16,2 1 0-16,-2 0 0 0,4-1 0 15,0 2 0-15,0-3 0 0,-2 1 0 0,-4 1 0 16,1-1 0-16,1 2 0 0,-1-3 0 15,-3 1 0-15,-2 2 0 0,-5-1 0 0,-2 0 0 16,5-1 0-16,6 0 0 0,2-1 0 16,0 1 0-16,3 0 0 0,1-1 0 0,5 1 0 15,0-2 0-15,3 2 0 0,2-2 0 16,1 2 0-16,10-2 0 0,-19 0 0 0,19 0 0 16,-14 0 0-16,14 0 0 0,-9 1 0 15,9-1 0-15,0 0 0 0,-14 0 0 0,14 0 0 16,0 0 0-16,0 0 0 0,0 0 0 15,0 0 0-15,0 0 0 0,0 0 0 16,0 0 0-16,0 0 0 0,0 0 0 16,46-7 0-16,-19 6 0 0,15-3 0 0,2 4 0 15,3-1 0-15,1 2 0 0,1-1 0 16,3-1 0-16,2 1 0 0,-3 0 0 0,2 0 0 16,-1 0 0-16,-1 0 0 0,-5-2 0 15,0 2 0-15,-6-2 0 0,-1 1 0 0,-4-3 0 16,-9 3 0-16,3-3 0 0,-2 1 0 15,0-1 0-15,-2 1 0 0,-2-1 0 0,1-1 0 16,-1 1 0-16,-2 2 0 16,-3 0 0-16,6-2 0 0,0 3 0 0,3-3 0 0,2 2 0 15,0-1 0-15,8 0 0 16,5-1 0-16,1 0 0 0,-2 3 0 0,3-3 0 16,4 3 0-16,0-2 0 0,1 1 0 15,2-2 0-15,10 1 0 0,-11 0 0 0,-1 1 0 16,-1 2 0-16,-3-2 0 0,2 0 0 15,-8 0 0-15,-3 1 0 0,-4 1 0 0,6-4 0 16,-10 3 0-16,-3-1 0 0,-3-1 0 16,0 1 0-16,-1 0 0 0,-4-1 0 0,2 0 0 15,-2 1 0-15,2 0 0 0,-3 0 0 16,-3 0 0-16,0-2 0 0,0 2 0 0,-2 2 0 16,0-2 0-16,-11 2 0 15,14-4 0-15,-14 4 0 0,13 0 0 0,-13 0 0 0,12-2 0 16,-12 2 0-16,13-1 0 15,-13 1 0-15,12-3 0 0,-2 0 0 0,1 3 0 16,1-2 0-16,2-2 0 0,4 2 0 16,-1-2 0-16,4 4 0 0,2-2 0 0,4 2 0 15,1-3 0-15,1 2 0 0,11-1 0 16,1-2 0-16,4 2 0 0,-2 2 0 0,1 0 0 16,0 0 0-16,0-3 0 0,-4 2 0 15,1 1 0-15,-8 0 0 0,-5 0 0 0,-1 0 0 16,0 0 0-16,-4 0 0 0,-1 0 0 15,1-1 0-15,4 1 0 0,0 0 0 16,3 0 0-16,12-2 0 0,2-2 0 16,0 4 0-16,2-2 0 0,-3 2 0 0,2 2 0 15,0-2 0-15,-4 0 0 0,-7 2 0 16,-5-2 0-16,-9 2 0 0,-1-2 0 0,-4 0 0 16,-1 0 0-16,1 0 0 0,-3 2 0 15,-3-2 0-15,-9 0 0 0,18 0 0 0,-18 0 0 16,14 0 0-16,-14 0 0 0,11 0 0 15,-11 0 0-15,14 1 0 0,-14-1 0 16,11 0 0-16,-11 0 0 0,0 0 0 16,16 0 0-16,-16 0 0 0,0 0 0 0,7 1 0 15,-7-1 0-15,0 0 0 0,0 0 0 16,11 0 0-16,-11 0 0 0,0 0 0 0,0 0 0 16,0 0 0-16,0 0 0 0,0 0 0 15,0 0 0-15,0 0 0 0,14-1 0 0,-14 1 0 16,0 0 0-16,0 0 0 0,0 0 0 15,0 0 0-15,0 0 0 0,0 0 0 0,0 0 0 16,0 0 0-16,0 0 0 0,0 0 0 16,0 0 0-16,0 0 0 0,-25-13 0 15,12 9-511-15,-6 0-497 0,-4 0 113 16,3 1-1070-16,-2 1-1383 0</inkml:trace>
  <inkml:trace contextRef="#ctx0" brushRef="#br0" timeOffset="15565.12">18062 4313 819 0,'-10'0'301'16,"10"0"-79"-16,-12-2-47 0,12 2-18 15,-9-2-17-15,9 2-1 0,-5-4-3 0,5 4-7 16,0 0 1-16,0 0-1 0,-12-5-6 15,12 5-7-15,0 0-13 0,0 0-8 16,0 0-8-16,0 0 5 0,0 0 1 0,0 0 11 16,0 0 2-16,26-4-10 0,-26 4 1 15,23 0 3-15,-10 0 2 0,7 0 4 0,1-3-3 16,8 3-2-16,-1-1-11 0,12-1-7 16,2-2-5-16,-4 2-7 0,6 0 0 15,-3 0-2-15,2 0-3 0,-2 0-5 0,4 2-1 16,-5 0-4-16,-6 0 5 0,-4 0 4 15,8-4 1-15,-3 6 1 0,7-5 1 16,-4 2-2-16,-4-2-1 0,-4 3 3 16,13-1-8-16,-2-2-2 0,1-3-9 0,1 4-3 15,-4-3-4-15,-1 4-4 0,-6-1-3 16,-5 0-6-16,2 0-4 0,-4 1-2 0,-4 1 0 16,2 0-5-16,-3-1-1 0,5-2 2 15,-1 3-4-15,0-2-1 0,2 1 2 0,3-1-4 16,12-5-2-16,4 5 1 0,-3-2-4 15,5 0 0-15,2-1 0 0,-2 3-2 16,3-3 1-16,-2 1-1 0,-1 3-3 16,-3-1-2-16,-1 0 3 0,-7 2-2 15,-7 0 1-15,2 0 0 0,-3 2 2 0,1 0-3 16,0-1 1-16,-1 1 1 0,3-2-1 16,10 0 1-16,2 0 0 0,-2 0 1 0,4-2-2 15,-2 2-3-15,0-1 2 0,4-1 1 16,-2 0-1-16,-3 2 3 0,-2 0-2 0,3 0 0 15,-9 2-2-15,6 0-1 16,-8-1 2-16,4 3 0 0,-6-1 1 0,-3-1 1 0,13 2-2 16,1-3 1-16,-2 1 0 0,5 0 2 15,4 0-4-15,-2-2 0 16,5 1 4-16,-1-1-1 0,1-1-1 0,4 1-2 16,-3 0 2-16,-2 0 0 0,-2 0 0 15,-1 1-4-15,-2 2 6 0,-3-3-5 0,4 1 1 16,-4 0 0-16,0 1 1 0,-3 1 0 15,6-1 2-15,-5 0 2 0,1-2-5 0,2 0 0 16,-2 1 1-16,4 1 0 0,-4-2-1 16,4-2 2-16,0 2 0 0,3 0 1 0,-5-1-4 15,3 2 2-15,0 1-3 0,-5-2 5 16,4 0-6-16,-6 3 2 0,-5-2 1 16,-3-1-4-16,3 3 4 0,-1 1-1 0,-7-4 1 15,3 1-3-15,0 2 4 16,9-1-2-16,0 2-1 0,4 0 4 0,-1-3-2 15,-2 1 1-15,6-1 2 0,0 2-2 16,-2-2 1-16,3-1-2 0,-4 0 0 0,2 3-2 16,-2-1 3-16,-10-2 1 0,-3 0-2 15,0 2-2-15,-3-2 4 0,-1 4-4 0,-4-4 1 16,2 0 0-16,-2 2 3 0,-1-2-1 16,3 0-2-16,0 0 0 0,4 2 0 15,0 0 0-15,2 0-2 0,-1-2 2 0,3 2 1 16,-4-1 1-16,4-1-1 0,10 3 1 15,-7-3-1-15,-6 3-1 0,3-3 2 16,-2 1-2-16,1 0 1 0,1-1 1 16,-3 0-1-16,14 2-1 0,-12 0 1 0,1 0 1 15,-6 0-2-15,-2-2 1 0,-5 2 2 16,5 0 0-16,-1-2-1 0,-4 3 2 0,3-3-3 16,-1 1 2-16,-2-1 0 0,3 0 0 15,-1 2 1-15,2-2 4 0,5 0-7 16,1 0 2-16,13 0-3 0,1 4-1 0,-3-4 4 15,8 0-2-15,-6 2 0 0,5-2-1 16,-2 0 0-16,0 0 1 0,0 5-2 16,-5-5 3-16,4 0 0 0,-11 4 0 0,-3-2-2 15,-1 0 1-15,-4-2-1 0,0 1 3 16,-3-1-2-16,-2 0 0 0,0 0 0 16,2 0 0-16,-3 0 0 0,4-1 0 0,-5 1 4 15,6-2-4-15,3 2 3 0,5-2-4 16,-3 2 3-16,13-2-2 0,-7 2-1 15,-3 0 1-15,1 0 1 0,-2 0-1 0,1-2 0 16,-2 2-3-16,-6 0 0 0,1 0 5 16,-1 0-2-16,-2-2-2 0,-3 2 3 0,-2 0 3 15,2-3-3-15,-3 3-1 0,-3-2 4 16,6 0-3-16,-5 0-1 0,3 0-1 0,-3 2 3 16,-13 0 0-16,26-1-2 0,-12-2 1 15,-5 3 14-15,-9 0 6 0,22 0 10 16,-22 0 13-16,14-2 6 0,-14 2 5 15,14-2 4-15,-14 2 0 0,0 0-4 16,13-2-5-16,-13 2-6 0,0 0-8 0,0 0-4 16,14-2-29-16,-14 2-35 0,0 0-56 15,0 0-72-15,0 0-101 0,0 0-121 0,0 0-157 16,0 0-203-16,-35-6 47 0,22 3 80 16,-4 0-437-16,-7 0-526 0</inkml:trace>
  <inkml:trace contextRef="#ctx0" brushRef="#br0" timeOffset="17013.25">24929 1395 1280 0,'24'-2'401'16,"-24"2"-91"-16,9-3-54 0,-9 3-21 16,0 0-11-16,8-2 5 0,-8 2 2 15,0 0-5-15,0 0 8 0,9-6 8 0,-9 6-3 16,0 0-1-16,0 0 0 0,6-6-15 15,-6 6-7-15,5-6-20 0,-5 6-4 0,0 0-9 16,6-7-16-16,-6 7 1 16,5-7-10-16,-5 7-9 0,0 0-12 0,0 0-15 15,-12-12-9-15,2 9-7 0,-5-3-7 16,-6 5 0-16,-4 1-9 0,-5 0-11 16,-14 1-3-16,-4 3-13 0,2 1-3 0,3 2-7 15,1 0-5-15,3 1-7 0,5 2 0 16,4-1-11-16,7 1-1 0,4 2-3 0,5 0-2 15,1 3 0-15,4-3-4 0,5 1-2 16,2 1 9-16,4 2-1 0,6 1 8 16,7 10 1-16,4-2-9 0,8 0 4 0,5 2 4 15,4-2-12-15,-3-4 0 16,4 3 1-16,-4-5-2 0,1-1-9 0,-1-1 0 16,0 0 5-16,-8-3-6 0,2 2-2 15,-6-3-2-15,-5-1 16 0,-5-2 18 16,-2-2 25-16,2 1-6 0,-8-1-60 0,1-1 0 15,-2 0 0-15,-2-7 0 0,-7 15 0 16,-4-6 0-16,0 0 0 0,-4-1 0 0,-8 1 0 16,0-4 0-16,-7 5 0 0,-1-4 0 15,6-2 0-15,0 0 0 0,0-1 0 0,9 1 0 16,-2-3 0-16,5 1 0 0,2 0 0 16,11-2 0-16,-19-2 0 0,19 2 0 15,-16-3 0-15,11 1 0 0,5 2 0 0,-8-11 0 16,10 7 0-16,-2 4 0 15,11-19-3-15,-1 9-756 0,12-8-219 0,5 1 68 16,2 2 99-16,1 1-798 0,6-1-1048 16</inkml:trace>
  <inkml:trace contextRef="#ctx0" brushRef="#br0" timeOffset="17330.12">25512 1332 4755 0,'-3'-10'87'0,"-1"3"45"16,0 0 60-16,4 7 65 0,-5-9 33 16,5 9 10-16,-8-5 0 0,8 5-21 0,-3-7-20 15,3 7-23-15,0 0-12 0,0 0-7 16,0 0-10-16,16-3-15 0,-16 3-19 0,25 3-82 16,-5 1-91-16,-6 1 0 0,8 4 0 15,-6 3 0-15,0-1 0 0,-3 7 0 16,-1 7 0-16,-5 3 0 0,-5-3 0 0,-4 14 0 15,1 2 0-15,-5-2 0 0,0 2 0 16,0-1 0-16,-9-6 0 0,7 1 0 0,1-2 0 16,-1-8 0-16,3-5 0 15,-1 1 0-15,1-4 0 0,0-2 0 0,1-4 0 16,0 2 0-16,3-6-51 0,-1 0-461 16,2-7-103-16,-2 2-123 0,2-2-145 15,0 0 75-15,0 0-751 0,5-19-1002 0</inkml:trace>
  <inkml:trace contextRef="#ctx0" brushRef="#br0" timeOffset="17564.14">25440 1641 4260 0,'-23'0'39'0,"7"0"67"0,0 0 64 0,5-2 76 16,11 2 75-16,-20 0 28 0,20 0 15 16,-12-2 3-16,12 2 2 0,0 0 8 15,0 0-22-15,0 0-31 0,43-3-40 16,-7-3-24-16,5 2-260 0,0-2 0 15,5 0 0-15,3 2 0 0,-2-3 0 0,-2 2 0 16,-4-2 0-16,-5 2 0 0,-10 2-4 16,-4-1-247-16,-4 3-30 0,-7-1-43 0,-3 0-29 15,-8 2-41-15,0 0-50 0,0 0-77 16,0 0-138-16,0 0-93 0,0 0 62 0,0 0-507 16,0 0-660-16</inkml:trace>
  <inkml:trace contextRef="#ctx0" brushRef="#br0" timeOffset="18796.25">27237 1128 3173 0,'4'-7'-74'0,"-4"7"42"0,6-6 33 0,-6 6 47 16,2-8 53-16,-2 8 51 15,4-8 32-15,-4 8 14 0,0 0 0 16,2-7-7-16,-2 7-9 0,0 0-8 0,0 0 14 16,0 0 17-16,-46 21 5 0,13-3 15 15,-8 15 14-15,-7 1 0 0,1 3-8 0,-13 15 7 16,12-7 0-16,7-1-2 0,3 1-7 16,3 1-5-16,7 1 2 0,5-3-7 15,5-9-20-15,7-1-2 0,6-2-45 0,3-3-152 16,2-10 0-16,4 0 0 0,3 1 0 15,4-3 0-15,12 0 0 0,4-3 0 0,5-2 0 16,1-4 0-16,3-4 0 16,-8-4 0-16,-4-2 0 0,-5-2 0 0,-2-2 0 15,-2-4 0-15,0-3 0 0,-3-5 0 16,-6-1 0-16,-5-4 0 0,1 1 0 16,-2 3 0-16,-3-2 0 0,-6 1 0 0,0 3 0 15,-2 3 0-15,-7 2 0 0,2 3 0 16,-4 4 0-16,-1 4 0 0,3 1 0 0,-4 1 0 15,3 3 0-15,2 1 0 0,2-2 0 16,4 2 0-16,1-1 0 0,-2 1 0 16,9-2 0-16,-1 1-187 0,4-4-355 15,0 0-99-15,19 7-141 0,-2-7-87 16,8-2 73-16,4 0-692 0,12-3-934 0</inkml:trace>
  <inkml:trace contextRef="#ctx0" brushRef="#br0" timeOffset="19129.57">27624 1452 4364 0,'0'0'51'0,"-1"-10"47"0,1 10 64 15,-6-8 55-15,6 8 54 0,-18 0 28 16,18 0 9-16,-28 4-3 0,9 6-6 0,2-1-19 16,-8 9-20-16,5 1-23 0,2 3-23 15,7 0-26-15,3-2-20 0,6 1-12 16,4 1-13-16,6 1-13 0,3 4-89 15,8 0-41-15,3-4 0 0,3-1 0 16,4-5 0-16,2-3 0 0,-3-5 0 0,-5-1 0 16,0-6 0-16,-6-2 0 0,1-2 0 15,-4-6 0-15,2-3 0 0,-3-5 0 0,-4-13 0 16,0-2 0-16,-8-8 0 0,-1-2 0 16,-7-2 0-16,-1 4 0 0,-9-8 0 15,1 14 0-15,-9-4 0 0,0 11 0 0,-11 1 0 16,0 7 0-16,-1 8-472 0,-5 5-187 15,-2 2-226-15,-2 1 2 0,0 0 89 16,5 2-736-16,-2 0-974 0</inkml:trace>
  <inkml:trace contextRef="#ctx0" brushRef="#br0" timeOffset="20298.03">24508 1047 4318 0,'-30'-3'-140'0,"-3"0"35"0,8 1 32 15,5 2 34-15,1-2 39 0,4 0 37 16,-1 2 20-16,5-1 2 0,11 1-9 0,-17-2-2 16,17 2 0-16,0 0 10 0,0 0 8 15,0 0 6-15,0 0-3 0,53 7-2 16,-3-7-4-16,18 0-5 0,10 2-7 15,12-4-5-15,32-2-6 0,10 1 0 16,10-1-6-16,9 3 4 0,6-4-11 0,2 1-2 16,3-1-13-16,3-2-14 0,0-3-7 15,7-2-1-15,50-5-4 0,-48 5 5 16,-1 2 2-16,2 0 4 0,-3-2-4 0,-5 8 6 16,-8-3 1-16,-8 1-3 0,-18-2 10 15,-15 4 7-15,-30-2 12 0,-14 2 14 16,-9 0 25-16,-16 1 30 0,-7-1 34 0,-11 0 13 15,-7 0 16-15,-2 4-2 0,-6-2 18 16,0-1-5-16,-3 3-11 0,-3-1-25 16,-10 1-35-16,20 1 4 0,-20-1-10 15,16 13 16-15,-10 0 3 0,-3 7 10 0,1 19 18 16,-6 1-2-16,-1 16-3 0,-5 0-15 16,1 7-8-16,-3 6-9 0,0 3 1 15,-1 0-7-15,3 3-1 0,1 0 1 0,1-4-96 16,2-1 0-16,-1-4 0 0,3-7 0 15,-3-10 0-15,3-4 0 0,2-6 0 0,-3-5 0 16,1-5 0-16,0-5 0 16,2-6 0-16,-2-5 0 0,0-1 0 0,2-1 0 15,0-1 0-15,-1-2 0 0,1 0 0 16,0-8 0-16,-2 13 0 0,0-9 0 16,2-4 0-16,0 10 0 0,0-10 0 0,-2 8 0 15,2-8 0-15,-4 7 0 0,4-7 0 16,-12 2 0-16,12-2 0 0,-18 2 0 0,-3-4 0 15,-8 0 0-15,-19-1 0 0,-19-1 0 16,-8-2 0-16,-13 2 0 0,-32-4 0 0,-8-1 0 16,-4 1 0-16,-3 6 0 0,1-4 0 15,5 6 0-15,-4 2 0 0,7 2 0 0,-8-2 0 16,7 3 0-16,-4 3 0 0,7-1 0 16,4 0 0-16,3 3 0 0,7 3 0 15,1 1 0-15,2 0 0 0,3 0 0 0,-1 1 0 16,2 4 0-16,1 0 0 15,5-2 0-15,22-3 0 0,3-1 0 0,-1 1 0 16,2-1 0-16,4-4 0 0,0 4 0 16,3-2 0-16,3-1 0 0,3 2 0 0,6-3 0 15,6-2 0-15,2 0 0 0,5-1 0 16,-2 0 0-16,7 1 0 0,9-3 0 0,2 2 0 16,2-4 0-16,4 3 0 0,-1-1 0 15,3-3 0-15,4 1 0 0,-1 2 0 0,12-4 0 16,-18 3 0-16,10-3 0 0,8 0 0 15,-15 2 0-15,15-2 0 0,0 0 0 16,0 0 0-16,-20-5 0 0,20-4 0 16,4-3 0-16,0-3 0 0,2-10 0 0,7-10 0 15,7-14 0-15,0-2 0 0,3-9 0 16,6-20 0-16,5-9 0 0,-2-6 0 16,0-5 0-16,3 1 0 0,-3 6 0 0,-2 10 0 15,-8 19 0-15,-3 6 0 0,-4 6 0 16,-1 14 0-16,-5 4 0 0,-4 9 0 0,1 8 0 15,1 3 0-15,-6 0 0 0,5 1 0 16,-4 7 0-16,-2 0 0 0,0 6 0 0,0 0 0 16,0 0-353-16,0 0-237 0,-25 16-127 15,16-3-198-15,-5-1 85 0,3 5 101 16,1 0-651-16,-2-1-833 0</inkml:trace>
  <inkml:trace contextRef="#ctx0" brushRef="#br0" timeOffset="24279.1">24124 2300 2570 0,'4'-6'220'0,"-3"0"-11"16,-1 6-18-16,0-8-12 0,0 8-23 0,0 0 24 15,-15-2 16-15,0 12 4 0,-14 3-10 16,-1 3 20-16,-12 11-4 0,-2 2 0 16,1 2 12-16,-4 0-1 0,4 4 9 15,-3 1-9-15,4-3-6 0,4-1-13 0,6-2-17 16,7-8-12-16,2 1-13 0,5-6-12 16,5-5-12-16,2 0-16 0,5-4-9 15,-2-1-13-15,1 1-6 0,0-2-9 0,0-1-6 16,3 0-10-16,4-5-40 0,-9 7-65 15,9-7-80-15,-7 7-75 0,7-7-86 0,-6 5-90 16,6-5-107-16,-6 7-140 0,0-4-183 16,6-3 62-16,-3 5-607 0,3-5-804 15</inkml:trace>
  <inkml:trace contextRef="#ctx0" brushRef="#br0" timeOffset="24694.98">23493 2892 3752 0,'0'0'8'0,"0"0"42"16,-21-10 47-16,21 10 41 0,-8-6 34 0,8 6 17 15,0 0 2-15,-7-5-17 0,7 5-17 16,0 0-18-16,-10-2-9 0,10 2 1 16,0 0-12-16,-22 11-8 0,10-3-24 0,0 2-8 15,-5 2-10-15,4 1-5 0,-3 1-7 16,5-1-7-16,4 0-4 0,-1-1-6 15,2 0-2-15,2-2 5 0,6 0-3 16,2 2 4-16,2 0 4 0,5 0 11 0,2 4 5 16,7 3 10-16,-5-2 2 0,-2-2-7 15,-2 0 8-15,0-2-2 0,-4-2 16 0,-2 3 21 16,-5 0 7-16,0-3 10 0,-1 6 1 16,-9-1 1-16,-2 0-6 0,-1-1-9 15,-2-1-1-15,-7 3-13 0,2-3-9 0,3-2-5 16,-2-4-6-16,0 1-81 0,0 0-1 15,4-6 0-15,-7 1 0 0,9-3 0 16,-2-1 0-16,15 0 0 0,-26-1 0 16,14-3 0-16,1-1-131 0,3 2-129 0,2-3-57 15,2-1-69-15,4-1-70 0,6 0-68 16,-2-4-68-16,7 3-124 0,4-5-24 0,14-4 77 16,1 0-496-16,7 2-624 0</inkml:trace>
  <inkml:trace contextRef="#ctx0" brushRef="#br0" timeOffset="25062.19">23981 2981 3126 0,'3'-9'-15'0,"-3"0"38"16,-1 2 49-16,-7-1 40 0,8 8 34 16,-17-9 20-16,4 5 16 0,-3 3 7 0,-2 1 1 15,-4 1-1-15,-5 5-2 0,-7 1 1 16,2 5-5-16,0 1-14 0,3 1-10 0,2 1-14 15,8 1-12-15,6-4-8 0,4 0-4 16,5 1 12-16,4 1-1 0,2 1-7 0,5 2-1 16,4 0-11-16,9 7 8 0,-4-4-17 15,2-3-4-15,-5-2-1 0,1 1-8 16,-3-1 1-16,-1 1 21 0,-5-3 9 0,-5 1 18 16,-1-2 9-16,-6 2-4 15,-4-1 1-15,-4 1-7 0,-2 0-6 0,-8 0-53 16,-4-1-80-16,7-4 0 0,-1-2 0 15,0-1 0-15,0-2 0 0,-2-1 0 0,4 1 0 16,2-4 0-16,-2 0 0 0,6 0 0 16,-1-2 0-16,3 0 0 0,0 0 0 0,13 2-63 15,-15-5-350-15,11 1-131 0,4 4-143 16,-2-9-213-16,2 9 79 0,11-12 92 16,7 2-643-16,9-4-826 0</inkml:trace>
  <inkml:trace contextRef="#ctx0" brushRef="#br0" timeOffset="25894.96">25593 2244 3614 0,'-2'-9'-98'0,"2"1"57"16,0-1 43-16,0 9 41 0,2-15 51 16,0 8 46-16,0 0 37 0,-2 7 17 0,3-12 0 15,1 7-8-15,-4 5 7 0,0 0 42 16,0 0 28-16,21 19 20 0,-7 5-2 15,3 8 9-15,4 13-2 0,2 5-6 0,1 2-9 16,6 4-11-16,7 12-22 0,-4-10-14 16,1-5-17-16,-2-1-18 0,1-3-21 0,-5-5-170 15,-1-5 0-15,-8-10 0 0,-4 0 0 16,-2-10 0-16,-3-3 0 0,0-5 0 16,-5 1 0-16,1-4 0 0,0-1 0 15,-2-1 0-15,1-2 0 0,-5-4 0 0,10 4 0 16,-10-4 0-16,0 0 0 0,14-2 0 15,-14 2 0-15,7-6 0 0,-7 6-341 0,0 0-240 16,5-4-124-16,-5 4-188 0,0 0 60 16,0 0 95-16,0 0-656 0,0 0-848 15</inkml:trace>
  <inkml:trace contextRef="#ctx0" brushRef="#br0" timeOffset="26295.43">25930 3042 3911 0,'0'0'39'16,"-17"-18"49"-16,17 18 44 0,-6-5 36 0,6 5 29 15,-9-5 26-15,9 5 23 0,-15 0 18 16,15 0-6-16,-29 5 1 0,14 2-22 0,-9 2-12 16,-1 4-19-16,-4 1-17 0,2 3-20 15,2-1-17-15,8-2-15 0,4-1-12 16,4-1-12-16,0 0-7 0,5-2-1 0,4 3 7 15,0-2-1-15,6 1-5 16,2 2-7-16,5 1-5 0,3-1-6 0,4 7-56 0,2-2-32 16,-1 0 0-16,-3 0 0 15,-2-2 0-15,-3-2 0 0,-3-1 0 0,-2 1 0 16,-7-1 0-16,-1-1 0 0,0-1 0 16,-5 2 0-16,-4 1 0 0,-2-2 0 0,-3-1 0 15,-2 0 0-15,-2-3 0 0,2 1 0 16,-6-3 0-16,-1-2 0 0,5-2 0 0,-3-2 0 15,-1-2 0-15,2-2 0 0,-1-5 0 16,1 0 0-16,7-3 0 0,2-1-59 16,8-4-505-16,3 3-90 0,3-4-73 0,8-1-144 15,9-5 80-15,4 3-748 16,6 3-983-16</inkml:trace>
  <inkml:trace contextRef="#ctx0" brushRef="#br0" timeOffset="26661.57">26176 3171 4086 0,'14'-9'-62'15,"-3"2"60"-15,1 5 59 0,-7-4 44 16,3 3 32-16,-8 3 11 0,7-5 3 0,-7 5 11 16,0 0 31-16,0 0 17 0,0 0-11 15,-17 26 6-15,-2-7 13 0,-6 2-7 0,-4 1-15 16,3-1-8-16,-1 3-5 0,1-1-22 16,3-1-12-16,3 2-17 0,8-6-12 0,1-1-5 15,8-4-13-15,3-2-8 16,2 2-7-16,4-6-5 0,3 3-5 0,6-4-1 15,1 0 13-15,-2-6 18 0,6 4 16 16,-4-5 18-16,-2-2-70 0,-3 0-67 16,2 0 0-16,-6-6 0 0,-3 0 0 0,-3-2 0 15,-4-3 0-15,-6-5 0 0,-11-5 0 16,-5-2 0-16,-11-3 0 0,-4-2 0 0,-2 4 0 16,-2 2 0-16,7 1 0 0,6 7 0 15,8 5 0-15,5 2 0 0,7 3 0 0,-2-3 0 16,7 5 0-16,4-2 0 0,2 7 0 15,16-11 0-15,0 5 0 0,9 1 0 16,16 0 0-16,1 0 0 0,6 4 0 16,-1-2 0-16,14 6-208 0,-9-3-779 0,-4 0 28 15,2 1 104-15,-3-1-907 0,-8-1-1194 16</inkml:trace>
  <inkml:trace contextRef="#ctx0" brushRef="#br0" timeOffset="42808.21">28739 7165 4572 0,'-17'-12'-214'16,"-2"0"32"-16,-5-7 24 0,-5 4 31 0,-2-4 38 16,1-1 35-16,-8-5 35 0,-5 0 29 15,4-2 15-15,-1 3 18 0,-4-3 4 0,-2 6-3 16,2 0 5-16,1 1 1 0,-5 3-5 16,1 2 7-16,-5 1-4 0,7 6-6 0,0 1-4 15,-3 4-9-15,-3 1 3 16,0 2 3-16,-16 5-3 0,1 2-4 0,-6 1 16 15,4 9-5-15,-2 1 12 0,-16 13 14 16,2 5 5-16,3 8 6 0,-2 5 4 0,3 5 4 16,3 1-3-16,7 9 0 0,4 1-4 15,5 2-4-15,5 8-8 0,9 4-7 0,6 0-3 16,7 1-2-16,7 7 0 0,13-19-8 16,3 9 1-16,11 3-7 0,9 18-3 0,7-2-1 15,9-2-7-15,10-4-1 0,11-6-2 16,9-6-5-16,10-7 3 0,5-7-3 15,12-4-3-15,13-9-2 0,10-9-16 16,6-5-17-16,3-10-15 0,8-7-14 0,2-11-12 16,2-7 0-16,-3-8-11 0,-1-8 1 15,4-11 5-15,-6-8 3 0,-5-9 4 16,-7-10 9-16,-7-11 14 0,-9-8 22 0,-8-6 26 16,-8-8 33-16,-10-12 22 0,-10-8 12 15,-12-9 8-15,-14-5 1 0,-13-8-11 0,-19-3-7 16,-15 0-10-16,-18 5-6 0,-15 7-8 15,-20 11-6-15,-11 16-7 0,-17 13-7 0,-10 16-18 16,-12 18-26-16,-11 15-24 16,-5 18-34-16,3 17-45 0,-5 17-67 0,9 15-73 0,7 17-78 15,4 5-101-15,12 7-194 16,9 1 20-16,14 1 70 0,12-6-408 0,14-8-430 16</inkml:trace>
  <inkml:trace contextRef="#ctx0" brushRef="#br0" timeOffset="44108.25">26846 14278 2837 0,'-22'-52'86'0,"-18"-16"5"16,-9-1-2-16,-12 1-1 0,-14 1 9 15,-13 1 15-15,-11 10 8 0,-12 4 6 0,-11 6-1 16,-11 11-13-16,-3 8-1 0,-13 13 0 16,0 10-4-16,-1 14-11 0,-5 10-9 15,-40 22-6-15,18 12-1 0,8 17 8 16,13 19 12-16,9 12 6 0,7 16 10 0,17 14 7 16,6 11-3-16,11 10-4 0,11 10-2 15,13 6-14-15,11 2-6 0,34-35-8 0,13 2-7 16,21 7-7-16,10 6-3 0,27 35-12 15,24-7-6-15,12-15-7 0,27-14-3 0,17-18-3 16,16-16-5-16,13-13-8 0,11-13-19 16,9-18-19-16,-28-25-15 0,12-7-15 0,1-8-13 15,14-8-4-15,0-8 6 16,6-14 4-16,-5-11 6 0,5-11 8 0,40-25 5 16,-16-10-4-16,-9-15-5 0,-13-15-11 0,-8-17 2 15,-11-16-4-15,-10-11-3 16,-15-11 5-16,-15-8 8 0,-7-9 7 0,-13-10 5 15,1-4 11-15,-15-3 12 0,-9-1 10 16,-14 2-1-16,-20 32-1 0,-18-7 5 0,-16 2-2 16,-23-4 2-16,-36-31 0 0,-34 21-3 15,-26 17 3-15,-25 22 0 0,-27 20-5 0,-22 25-3 16,-7 24-18-16,-10 27-16 0,36 25-28 16,-52 17-36-16,5 20-69 0,3 13-79 0,15 16-62 15,6 11-96-15,13 9-172 0,11-1-1 16,22 1 63-16,46-21-279 0,6 1-283 15</inkml:trace>
  <inkml:trace contextRef="#ctx0" brushRef="#br0" timeOffset="61621.17">26357 4518 1554 0,'4'-7'233'0,"0"0"-22"16,-4 7-4-16,4-8-9 0,-4 8-3 15,0 0 5-15,2-9-6 0,-2 9-8 0,0 0 3 0,0-7 3 16,0 7 2-16,0 0 1 15,0 0 7-15,0 0 8 0,0 0 11 0,-4-10-7 16,4 10-13-16,-5-7-20 0,5 7-11 16,-7-12-4-16,1 7-2 0,1-4-26 0,-2 1-3 15,-4-3-15-15,2 1-11 0,-7-3-4 16,3 1-4-16,-1-3-7 0,-4 4-8 16,1-1-6-16,0-1-6 0,-8-2-12 15,2 3-5-15,-6 0-7 0,7 3-7 0,1 1-5 16,-2 2 2-16,-2-1-3 0,3 3-5 15,-3 0 8-15,0-1-3 0,0 2 1 0,-2-1-2 16,0 3-5-16,0 0-3 0,0 1 8 16,0 0-10-16,-2 0 2 0,3 1 0 15,-1-1-5-15,0 0 4 0,-4 1-4 0,3-1-3 16,-1 2 2-16,1 0-2 0,1 0-2 16,-4 2-1-16,4-2-4 0,-9 4 3 0,0-1-5 15,2 1-1-15,7 0 2 0,2 0-3 16,2 2-2-16,-9 0 6 0,3 5 7 0,5-5-5 15,3 1-8-15,0-1 7 0,1 2-6 16,-5 4 0-16,3-2 5 0,6 0-3 16,-4 0 3-16,-1 7-4 0,3 1 4 0,-2 1 4 15,3 1-1-15,6-2 3 0,-2 6 4 16,2-3 8-16,6-1 2 0,-2 10 1 16,5-4-4-16,0-2 1 0,4 10-4 0,3 0-1 15,6 1 1-15,1 2 0 0,9 5-5 16,0 1 0-16,2-1-13 0,4-5-9 15,1 4 0-15,3-3 0 0,1-5 0 0,1-4 0 16,1 2 0-16,2-8 0 0,2 0 0 16,-3-9 0-16,6 4 0 0,1-8 0 0,0-2 0 15,13 1 0-15,-7-6 0 0,7 0 0 16,-6-4 0-16,5-4 0 0,3-2 0 0,4-2 0 16,-2-3 0-16,2-2 0 0,-2-3 0 15,-1-5 0-15,-5-3 0 0,0-1 0 16,-3-4 0-16,-6-3 0 0,-2-5 0 15,-4-2 0-15,-6-1 0 0,-3-5 0 0,-8-3 0 16,-8-5 0-16,-5 2 0 0,-11 5 0 16,-4-10 0-16,-10 2 0 0,-11 1 0 0,-11 5 0 15,-19-9 0-15,-12 12 0 0,-7 4 0 16,-11 8 0-16,-2 6 0 0,17 9 0 16,0 7 0-16,-3 3 0 0,1-1 0 15,8 8 0-15,-1 4 0 0,5 4-239 0,2-1-238 16,4 3-89-16,3 3-85 0,17-1-226 15,0 0 79-15,2 0 87 0,7 2-606 16,7-2-774-16</inkml:trace>
  <inkml:trace contextRef="#ctx0" brushRef="#br0" timeOffset="65537.17">26233 7139 3658 0,'-13'-1'-25'0,"3"-3"15"0,10 4 5 15,-11-2 17-15,11 2 17 0,0 0 46 0,-7-3 6 16,7 3 5-16,0 0-3 0,21-9-10 15,-5 3-2-15,9 0-12 0,11 1-3 0,2 1-7 16,1 0-5-16,-7 2-5 0,-3 4-6 16,-3 2-1-16,-3 0 1 0,-2 3 1 0,-1 3 7 15,-6 2 14-15,-3 2 13 0,-2 1 11 16,-7 2 7-16,-2 5 8 0,-4-1 3 16,-6 11 2-16,2-2 3 0,-3 1-2 15,1-2-4-15,3-4-8 0,-1-4-10 0,3 0-10 16,-4-2-9-16,6 1 0 0,-3-4-4 15,4 0-17-15,1-5-24 0,-1 0-36 0,0-1-38 16,2-2-49-16,-2 0-73 0,0-1-88 16,2-7-93-16,0 0-116 0,0 0-185 15,0 0 64-15,0 0 60 0,0 0-342 0,0 0-366 16</inkml:trace>
  <inkml:trace contextRef="#ctx0" brushRef="#br0" timeOffset="65704.7">26410 7428 2532 0,'-3'-4'75'0,"3"4"21"0,-8-4 11 0,8 4 15 15,0 0 30-15,-8-5 32 0,8 5 20 16,0 0 5-16,0 0-9 0,0 0-16 16,0 0-17-16,-4-5-17 0,4 5-16 15,0 0-26-15,23-4-49 0,-5 1-72 0,-1-1-102 16,8-2-109-16,5-2-124 0,4-3-148 16,0 3-90-16,2-2 64 0,3 1-287 0,-1 1-297 15</inkml:trace>
  <inkml:trace contextRef="#ctx0" brushRef="#br0" timeOffset="71602.55">23432 11966 2556 0,'-9'-12'175'16,"-1"-1"-21"-16,-3 1-13 0,-1-2-18 0,-8-7 1 15,-3 3 9-15,-2-3 25 0,-4-1 4 16,-10-6 2-16,-5 1-10 0,-4-3-14 0,-1 1-13 16,-5 0-13-16,1 1-14 15,-4-1-9-15,-4 0-6 0,-2 2-9 0,-17-4-10 16,16 11-5-16,-5-1-9 0,-5 4-4 16,-19-3-8-16,-8 3-3 0,-4 8-4 0,-8 1-4 15,0 0 1-15,-7 4-4 0,-5 4-6 16,4 0 2-16,-5 3-6 0,2-6 4 0,1 6-7 15,-3-3 3-15,2 0 0 0,-2 0 8 16,3 1 8-16,-3 1 7 0,8 0 7 0,-2 3 5 16,6 2-4-16,-3 2 0 0,5 3-7 15,2 1-3-15,1 3-2 0,3 1-2 0,1 2-7 16,4 1-3-16,4 1-3 0,7 2 1 16,24-6-2-16,-1 7-3 0,1-5-2 15,2 5-2-15,4 3-1 0,1 0 0 16,2 0-3-16,2 6 0 0,2-2 0 0,1-1-5 15,2 6 6-15,4 0-4 0,-2 1-2 16,2 0 2-16,4 3-4 0,4-2 1 0,0 2 1 16,4 2-2-16,2-1 2 0,3 4-1 15,2 1 3-15,3-1-3 0,1 3 1 0,3-8-2 16,0 7 0-16,5 0 0 0,0-5 2 16,3-4-2-16,5 0 2 0,-4 10-4 0,-1-2 0 15,7-7 1-15,-2 12 1 0,0-1 2 16,6-5-6-16,1-2 3 0,2 3 3 15,3-2 1-15,8 11 5 0,2-1 5 16,8-4 3-16,4 4-2 0,5-1-2 0,6 0 2 16,11 10-2-16,3-5 3 0,8 0-4 15,-5-2 3-15,8-2-8 0,-2-4 1 16,10-1 1-16,-5 1-6 0,6-7-5 0,0 1-3 16,-4 1-1-16,4-5-3 0,2-1-3 15,3 0-6-15,-14-10-9 0,2-2 4 0,13 10 1 16,-15-8 0-16,4-4 6 0,-2 1-1 15,6-2 4-15,18 4 3 0,-15-9 4 0,22 4 1 16,4-3 3-16,1-3-1 16,3-2 1-16,3 1-3 0,0-4-7 0,-3 0-6 15,-18-4-10-15,22 1-9 0,-18-2-7 16,-4-2-11-16,2 0 1 0,6 0-5 0,19-2 3 16,-20 0 3-16,22-2 9 0,-22-1 3 15,27 1 3-15,-24 1 11 0,23 0-1 0,-2 0 9 16,-22-1 0-16,20 1 4 0,-24 0-4 15,3-1 8-15,-6-1-1 0,3 2 5 0,-4-2-1 16,-4 0 3-16,-3 0 2 0,-4-2 6 16,-3-3 1-16,3 0 5 0,-5-2-3 0,-7-5 5 15,1-3 0-15,-2-4 3 0,-2-3-5 16,1-5 0-16,-3-2 0 0,0 0-1 16,0-2 1-16,-7 0 6 0,1 0 5 15,-3-6 4-15,-3 0 12 0,-2-4 12 0,-5-2 15 0,-2 0 11 16,-2-6 10-16,-4-5 10 15,6-18 7-15,-4-10 1 0,-4-10-8 0,-5-8-6 16,0-15-6-16,-4 1-13 0,2-14-7 16,-6-6-10-16,-4-5-10 0,-3 0-10 0,-10 3-3 15,-9 4-7-15,-12 8-14 0,-19 12-12 16,-21 14-19-16,-12 15-39 0,-16 13-44 0,-21 9-60 16,-16 15-74-16,-18 15-83 0,-20 14-78 15,-10 14-122-15,-5 9-165 0,-53 13 56 16,16 15 66-16,13 1-404 0,14 9-447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19T03:50:44.0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4705 1699 1611 0,'0'0'271'0,"0"0"-33"0,0 0 1 16,5-9-1-16,-5 9 24 0,0 0 11 0,4-5 0 15,-4 5-4-15,0 0 18 0,0 0 16 16,5-5 2-16,-5 5 3 0,0 0-4 16,0 0-3-16,0 0-12 0,0 0-6 0,0 0-15 15,0 0-14-15,0 0-17 0,0 0-26 16,0 0-17-16,-22-4-20 0,22 4-18 0,-30 8-17 15,10-4-22-15,6-2-7 0,-6 1-12 16,4 1-8-16,0-2-13 16,-2 1-65-16,5 0-12 0,-1-3 0 0,3 4 0 0,-1-2 0 15,12-2 0-15,-20 2 0 0,20-2 0 16,-17 4 0-16,7-4 0 0,10 0 0 16,0 0 0-16,-21 2 0 0,21-2 0 15,-13 0 0-15,13 0 0 0,0 0 0 16,-16 0 0-16,16 0 0 0,0 0 0 0,-13 0 0 15,13 0 0-15,0 0 0 0,0 0 0 16,-16 2 0-16,16-2 0 0,0 0 0 0,-12 2 0 16,12-2 0-16,-8 3 0 0,8-3 0 15,-9 5 0-15,3 0 0 0,0 3 0 16,2 0 0-16,1 0 0 0,-1 1 0 0,2 2 0 16,2-2 0-16,0 2 0 0,4-1 0 15,3 3 0-15,4-1 0 0,3 3 0 16,4-3 0-16,6 3 0 0,3-1 0 15,1-2 0-15,1 2 0 0,-2-3 0 0,-2 0 0 16,-7-1 0-16,2 0 0 0,-3 1 0 16,-2-3 0-16,-1 2 0 0,-1-1 0 15,-4-1 0-15,-1 4 0 0,1-4 0 0,-5-2 0 16,2 1 0-16,-3 1 0 0,-1 2 0 16,-2-3 0-16,0-7 0 0,-2 17 0 0,-3-8 0 15,-1 2 0-15,-3-2 0 0,-1 0 0 16,-3-1 0-16,-1-1 0 0,-1-1 0 15,1 0 0-15,-4-3 0 0,2 1 0 16,3-3 0-16,-4 1 0 0,4 0 0 16,-1 0 0-16,-1-1 0 0,2 1 0 0,1 0 0 15,1-2 0-15,11 0 0 0,-16 0 0 16,16 0-137-16,-11 0-509 0,11 0-115 0,0 0-153 16,0 0 71-16,0 0-820 0,36-7-1100 15</inkml:trace>
  <inkml:trace contextRef="#ctx0" brushRef="#br0" timeOffset="385.09">5056 1831 4502 0,'-3'-10'-69'15,"3"10"46"-15,-4-7 34 0,4 7 37 0,0 0 26 16,0 0 38-16,0 0 34 0,0 0 17 15,-20 13 14-15,16-2-8 0,0 1-11 16,0 0-10-16,2 3-16 0,2 1-10 0,2 1-9 16,0-1-4-16,4 0 2 0,3 1-6 15,1 0-12-15,4-3-2 0,-2 1-2 0,1-7-6 16,3-2-3-16,-1-2 11 0,-1 0 3 16,1-4 6-16,-2-2 1 0,2 0 9 15,-1-4 7-15,1-2 0 0,-1-4 5 16,-3 3-4-16,-4-8-7 0,2-1-11 15,-6-3-9-15,1-3-12 0,-6-1-8 0,-2-10-46 16,-6 1-25-16,1 3 0 0,-2 0 0 16,-5 7 0-16,3 5 0 0,-1 7 0 0,-4 3 0 15,-2 3 0-15,-3 6-175 0,-2 2-54 16,1 2-68-16,-13 3-73 0,15 3-96 16,-1-2-113-16,7 2-191 0,2-2-23 0,6-1 80 15,5-1-579-15,1 1-751 0</inkml:trace>
  <inkml:trace contextRef="#ctx0" brushRef="#br0" timeOffset="949.99">6555 1584 3573 0,'2'-8'21'0,"-2"8"48"0,0 0 43 16,0 0 40-16,0 0 36 0,0 0 26 16,-9-9 9-16,9 9 10 0,0 0-3 0,-33 17 4 15,8 2-2-15,-3 5 7 0,-10 7-5 16,-1-1-8-16,-1 5 3 0,4-2-17 0,2 0-14 16,6-4-19-16,6-6-16 0,3 3-15 15,4-2-17-15,6-5-14 0,2-1-6 16,6-2-4-16,1-1-10 0,1-1-4 15,4 1-10-15,2-2-2 0,4 3-19 16,2-6-62-16,-1-3 0 0,0 3 0 0,0-6 0 16,-3 0 0-16,2 0 0 0,1-2 0 15,-12-2 0-15,16 0 0 0,-16 0 0 0,16-10 0 16,-12 6 0-16,0-4 0 0,-3-1 0 16,-1-1 0-16,0 0 0 0,-1-1 0 15,-3 0 0-15,2 2 0 0,-2-1 0 0,1 3 0 16,-1 1 0-16,4 6 0 0,-12-7 0 15,5 7 0-15,7 0 0 0,-22 13 0 0,9-8-448 16,4 7-98-16,-1-4-101 16,6 0-164-16,2 1-32 0,4-5 81 0,-2-4-644 15,18 8-858-15</inkml:trace>
  <inkml:trace contextRef="#ctx0" brushRef="#br0" timeOffset="1299.11">6900 1684 3678 0,'-4'-11'59'0,"0"4"56"0,4 7 9 0,-9-7 30 0,9 7 26 15,0 0 34-15,-25 14 27 16,11-2 26-16,-4 10-2 0,-2 5-4 16,4 2-12-16,-2 0-24 0,7 0-22 0,-1 2-17 15,8-7-21-15,4-1-12 0,2 0-19 16,4-1-11-16,8 4-10 0,-1 0-11 0,2-11-7 15,0 1-7-15,3-7-9 0,-2 1-1 16,0-5 20-16,-1-2 12 0,0-1 21 0,-2-2 18 16,3-4 3-16,-1-2-152 0,-3-2 0 15,3-5 0-15,-7-5 0 0,1-1 0 16,-5-6 0-16,-4-14 0 0,-4-4 0 0,-3-12 0 16,-7 2 0-16,-3 3 0 15,-4 7 0-15,-8 5 0 0,6 14 0 0,-5 5 0 16,-3 4 0-16,-3 7 0 0,2 6 0 15,-4 9-567-15,-4 5-153 0,-4 7-230 16,2 3 81-16,1 0 99 0,16 0-698 0,0 2-915 16</inkml:trace>
  <inkml:trace contextRef="#ctx0" brushRef="#br0" timeOffset="2582.92">4596 2395 3667 0,'4'-6'-168'0,"-4"6"62"16,4-6 45-16,-4 6 42 0,0 0 36 16,2-8 37-16,-2 8 43 0,0 0 18 0,0 0 11 15,0 0 8-15,0 0 1 0,0 0-5 16,-4-11-10-16,4 11-11 0,0 0-3 0,0 0-14 15,0 0-1-15,0 0 3 16,-32 17 9-16,5 3 12 0,-2 0 6 0,-15 9 9 16,-3 3 4-16,-5 6 10 0,-18 11 12 15,-3-1 8-15,-5 5 0 0,-8-4-4 16,2 3-4-16,0-3 2 0,1-2-2 0,3-1-5 16,6-1-4-16,3-2-1 0,2-1-6 15,16-11-6-15,1 0-9 0,5-2-7 0,3-4-10 16,2 7-12-16,2-6-5 0,4 1-7 15,-3-1-2-15,11-7-3 0,-1 4-7 0,3-5-48 16,1 1-24-16,0-4 0 0,6-1 0 16,6-4 0-16,-1-2 0 0,3-1 0 15,2 0 0-15,3 0 0 0,-4-4 0 16,6 2 0-16,4-5 0 0,-11 7 0 16,11-7 0-16,-8 7 0 0,8-7 0 0,-5 3 0 15,5-3 0-15,0 0 0 0,-8 6 0 16,8-6 0-16,0 0 0 0,-5 3 0 0,5-3 0 15,0 0 0-15,0 0 0 0,-10 2 0 16,10-2 0-16,0 0-34 0,0 0-396 0,0 0-103 16,0 0-133-16,0 0-213 0,0 0 40 15,0 0 93-15,-12-14-636 0,12 14-836 16</inkml:trace>
  <inkml:trace contextRef="#ctx0" brushRef="#br0" timeOffset="3864.8">2488 3767 3531 0,'0'-8'-52'0,"0"1"68"0,0 7 44 15,0-10 36-15,0 10 26 0,0 0 29 0,0-8 15 16,0 8 11-16,0 0-2 0,0 0 29 16,0 0 62-16,0 0 31 0,-13 41-8 15,5-6-12-15,-1 3-15 0,-2-2-24 0,-1 10-20 16,4-5-9-16,-3-3 1 0,3 1-20 15,2-4-18-15,1-8-18 0,1-5-14 0,1-6-16 16,-1 0-9-16,-1-3-10 0,3-5-8 16,0 2-4-16,-1-3-6 0,1 0-85 15,2-7-2-15,0 0 0 0,0 0 0 0,0 0 0 16,-9-26 0-16,7 3 0 16,4-13-36-16,3-5-86 0,1-12-7 0,4 1 0 15,-3 11 12-15,3 3 9 0,-3 3 11 16,-1 10 8-16,-4 6 13 0,0 4 8 0,-2 2 7 15,-2 2 4-15,0 1-1 0,-8 6 9 16,-1 2 10-16,-8 5 19 0,-14 8 16 16,-4 4 24-16,-8 9 29 0,4 1 15 0,3 0 19 15,9-4-3-15,2 2 0 0,6-5-1 16,6-3-3-16,3-1 14 0,7-2 25 0,5-2 39 16,3 1 18-16,9-3-3 15,7-1-141-15,8-4-28 0,15-3 0 0,7-1 0 16,16-5 0-16,-1 2 0 0,0-3 0 15,-3-1 0-15,-14 4 0 0,-4 2 0 16,-11-2 0-16,-8 2 0 0,-3 0 0 0,-5 2 0 16,-3 0 0-16,-2-3 0 0,1 3 0 15,-12 0 0-15,17 3 0 0,-9-2-237 0,-2 2-166 16,-3 3-86-16,-3-6-88 0,2 8-131 16,-2-8-121-16,0 0 74 0,-9 8-671 15,9-8-877-15</inkml:trace>
  <inkml:trace contextRef="#ctx0" brushRef="#br0" timeOffset="4214.76">3123 3719 3994 0,'-21'-3'53'0,"21"3"31"0,-31 14 25 0,1 8 34 15,-8 9 38-15,-4 3 29 0,0 2 31 16,0 0 21-16,4 1 9 0,3 4-20 15,8-1-17-15,5-2-20 0,8-4-14 0,5-1-14 16,7-6-10-16,4-4-16 0,9 4-11 16,7-5-11-16,9-2-10 0,1-4-14 0,8-4-11 15,4-7-7-15,4-5-11 0,-2-3-8 16,13-5-4-16,-5-7-6 0,-10 2-5 16,-6-3-1-16,-3-6-4 0,-8-2-45 15,-5-5-12-15,-4-2 0 0,-8-4 0 0,-6-5 0 16,-13-10 0-16,-9 2 0 0,-6 2 0 15,-4 1 0-15,-6 6 0 0,-3 6 0 16,-6 8 0-16,-7 7 0 0,-1 7-104 0,3 11-200 16,-9 8-99-16,0 5-112 0,5 5-123 15,0 1-217-15,10 4 44 0,6 0 97 0,14-6-594 16,8-3-767-16</inkml:trace>
  <inkml:trace contextRef="#ctx0" brushRef="#br0" timeOffset="7865.53">5526 2482 3372 0,'4'-5'-83'0,"-4"5"58"0,5-8 38 0,-5 8 35 16,7-10 36-16,-5 3 43 0,-2 7 40 15,3-11 25-15,-3 11 17 0,4-8 3 16,-2 3 12-16,-2 5-10 0,3-10-4 0,-3 10-6 15,2-12-7-15,-2 12-12 0,2-5-15 16,-2 5-27-16,0 0-19 0,2-9-18 0,-2 9-12 16,0 0-7-16,5-7-10 0,-5 7-9 15,0 0-11-15,0 0-13 0,2-8 1 16,-2 8-12-16,0 0-1 0,0 0-6 16,0 0 16-16,0 0 45 0,0 0 1 15,11 25-6-15,-10-8 1 0,3 5 13 0,3 11 10 16,-1 3 7-16,6 1-12 0,-3 14-6 15,5-1 8-15,1 1-1 0,2 2-6 0,0-4-8 16,2 1 0-16,-2-1-7 0,-1-3-5 16,-1 0-68-16,-2-12-8 0,-3 0 0 15,-1-1 0-15,1-2 0 0,-3-2 0 16,1-3 0-16,-3-5 0 0,0-2 0 16,-1-1 0-16,-1 1 0 0,1-3 0 0,-2-1 0 0,0-3 0 15,2 1 0-15,-3-4 0 16,1 0 0-16,0-1 0 0,0-1 0 0,1 0 0 15,-3-7 0-15,2 8 0 0,-2-8 0 16,0 0 0-16,1 10 0 0,-1-10 0 0,0 0 0 16,0 0 0-16,0 0 0 0,0 0 0 15,0 0-393-15,0 0-320 0,-13-21-241 16,7 17 81-16,6 4 100 0,0 0-752 0,-29 5-971 16</inkml:trace>
  <inkml:trace contextRef="#ctx0" brushRef="#br0" timeOffset="8748.04">5892 3578 4080 0,'0'0'-19'0,"0"0"67"0,0 0 41 0,0 0 34 15,0 0 44-15,0 0 45 0,0 0 40 16,0 0 33-16,0 0 28 0,0 0-4 16,0 0-1-16,0 0-19 0,-6-12-24 0,6 12-26 15,-14-2-26-15,0 2-20 0,-6 0-22 16,-2 0-18-16,-7 2-16 0,-11 2-15 0,0-1-8 16,2-1-14-16,6 1-72 0,3-3-28 15,4 4 0-15,4-2 0 0,4-1 0 16,-2 1 0-16,4-2 0 0,3 1 0 0,-1 0 0 15,13-1 0-15,-19 0 0 16,19 0 0-16,-15 3 0 0,15-3 0 0,-16 0 0 16,16 0 0-16,0 0 0 0,-16 1 0 15,16-1 0-15,0 0 0 0,-18 0 0 0,18 0 0 16,-9 4 0-16,9-4 0 0,-12 7 0 16,6 1 0-16,-1 1 0 0,1 3 0 15,-2 2 0-15,4 1 0 0,1 3 0 0,5-2 0 16,-1 1 0-16,11 9 0 0,3 0 0 15,6 0 0-15,4-5 0 0,2-2 0 0,1 3 0 16,5-2 0-16,0-2 0 0,-5-2 0 16,5 3 0-16,-5 0 0 0,-4 0 0 0,-1 1 0 15,-2-3 0-15,-8 3 0 16,-1-5 0-16,-6 1 0 0,-4-1 0 0,0-1 0 16,-4-1 0-16,0-2 0 0,-4 2 0 15,-6 1 0-15,1 0 0 0,-3 0 0 16,-2-3 0-16,-4 0 0 0,-5-2 0 0,5-5 0 15,-5 3 0-15,4-5 0 0,3-2 0 16,-4-2 0-16,1-3 0 0,4 0 0 0,-4-2 0 16,5 2 0-16,3-4 0 0,-4 0 0 15,6 0 0-15,0-1 0 0,2 4 0 0,0-2-340 16,6 1-302-16,-1-2-136 0,4 2-121 16,5-1 80-16,1-1-784 0,8 1-1043 15</inkml:trace>
  <inkml:trace contextRef="#ctx0" brushRef="#br0" timeOffset="9081.56">5992 3645 4780 0,'-14'-4'131'0,"-2"0"34"0,5 0 44 15,5 2 24-15,6 2 2 0,-14-5-15 16,14 5-22-16,0 0-15 0,-7-3-11 0,7 3 12 15,0 0-8-15,0 0-18 16,0 0-14-16,57 7-16 0,-32-2-11 0,8 5-13 16,-3 4-5-16,-1 3-9 0,-2 3-7 15,-4 5-6-15,-5 2-2 0,-4 4-4 16,-7 0-8-16,1 5-2 0,-6 0-26 0,-1 0-35 16,-1 1 0-16,-3 1 0 0,-1-3 0 15,4-8 0-15,-2-3 0 0,0-5 0 0,2 0 0 16,-1-2 0-16,1-5 0 0,-2-2 0 15,2-2 0-15,0-1-88 0,0-7-224 0,0 9-103 16,0-9-93-16,0 0-103 16,0 0-124-16,0 0-69 0,0 0 76 0,7-26-629 15,-7 14-812-15</inkml:trace>
  <inkml:trace contextRef="#ctx0" brushRef="#br0" timeOffset="9299.16">6055 4038 3607 0,'-20'1'107'16,"2"2"98"-16,4-3 58 0,0 3 64 0,14-3 51 15,-15 0 39-15,15 0 19 0,0 0 3 16,-16 0 13-16,16 0-8 0,0 0-22 16,0 0-36-16,0 0-78 0,39-7-308 0,-19 5 0 15,5-2 0-15,13-3 0 0,-5 5 0 16,-8-2 0-16,1 1 0 0,-4 0 0 0,-4 0 0 16,0 3 0-16,-5 0 0 0,0-1 0 15,-3 1-35-15,-10 0-417 0,14 4-104 0,-14-4-125 16,3 3-209-16,-3-3 71 15,0 0 91-15,0 0-643 0,0 0-824 0</inkml:trace>
  <inkml:trace contextRef="#ctx0" brushRef="#br0" timeOffset="10214.21">7453 2380 3960 0,'0'0'-18'16,"-14"-4"22"-16,14 4 36 0,-11-3 41 16,11 3 33-16,0 0 37 0,-14-2 28 0,14 2 13 15,0 0 2-15,0 0-3 0,-11-2-12 16,11 2-15-16,0 0 0 0,0 0-9 0,0 0-14 15,0 0-11-15,0 0-5 0,0 0-2 16,0 0-12-16,0 0 21 0,0 0 19 16,0 0 3-16,0 0-2 0,0 0-7 15,47 16-1-15,-13-4 8 0,3 1 0 16,12 5 1-16,7 2-4 0,3 4-13 0,6-1-10 16,17 12-61-16,6-2-65 0,-1 2 0 15,-1 2 0-15,1 3 0 0,13 3 0 0,4 3 0 16,9 0 0-16,5 3 0 0,6 3 0 15,41 14 0-15,-41-12 0 0,3-3 0 0,-7-6 0 16,-1 1 0-16,-10-2 0 0,-8-7 0 16,-15-4 0-16,-27-11 0 0,-9-3 0 15,-12-4 0-15,-10-3 0 0,-5-3 0 16,-6-6 0-16,1 4 0 0,-6-3 0 16,1-1 0-16,-6 0 0 0,2 1 0 0,-9-4 0 15,16 5 0-15,-16-5 0 0,9 2 0 16,-9-2 0-16,9 3 0 0,-9-3 0 0,0 0 0 15,10 3 0-15,-10-3 0 0,0 0 0 16,6 2 0-16,-6-2 0 0,0 0 0 0,0 0 0 16,0 0 0-16,0 0 0 0,0 0 0 15,0 0-1005-15,-16 14 21 0,5-11 104 0,-6 7-930 16,-4-2-1238-16</inkml:trace>
  <inkml:trace contextRef="#ctx0" brushRef="#br0" timeOffset="11030.75">9573 3768 4914 0,'-20'-1'-61'0,"-3"-1"63"15,5 2 36-15,4 0 29 0,0 0 37 0,14 0 37 16,-21 0 31-16,21 0 13 0,-12 0 13 16,12 0 10-16,0 0 19 0,0 0-9 0,0 0-16 15,29-13-16-15,-4 7-23 0,15-1-11 16,0 0-20-16,0 5-15 0,-2-3-8 16,-8 5-14-16,-3 2-10 0,7 7-2 0,-12 1-1 15,-1 9 7-15,-6 0 7 0,-5 9 12 16,-6-1-29-16,-6 0-79 0,-3 11 0 15,0 0 0-15,-3 1 0 0,-1 1 0 0,1-1 0 16,-2-3 0-16,7-2 0 0,-5 0 0 16,5-6 0-16,-4-4 0 0,3-4 0 15,4-1 0-15,-3-3 0 0,-1-1 0 0,2-2 0 16,0-3 0-16,0 0 0 0,2-4 0 16,-1 1 0-16,1-7 0 0,0 0 0 0,0 0 0 15,0 0-440-15,0 0-146 0,0 0-69 16,13-23-81-16,-12 10-99 0,3 1 84 15,-4 2-673-15,0 0-876 0</inkml:trace>
  <inkml:trace contextRef="#ctx0" brushRef="#br0" timeOffset="11214">9657 4135 3702 0,'-21'-6'-13'0,"5"1"74"0,-6 1 52 0,4 1 50 16,4 0 43-16,1 2 47 0,-1-2 44 16,5 1 21-16,9 2 3 0,-20-2-10 15,20 2-24-15,0 0-18 0,-11-1-5 0,11 1 0 16,0 0-18-16,0 0-27 0,44-5-22 15,-3 1-23-15,6-1-28 0,15-3-66 16,6 2-81-16,0-4-124 0,4 0-118 0,-2-1-146 16,3-1-146-16,-4-1-198 0,-8-1-108 15,-4 0 83-15,-9 1-689 0,-12 0-895 0</inkml:trace>
  <inkml:trace contextRef="#ctx0" brushRef="#br0" timeOffset="11530.64">10469 3716 4196 0,'-17'6'-4'16,"-2"2"53"-16,4 7 43 0,-8 3 56 0,4 7 37 15,0-3 32-15,4 5 7 0,1 0 17 16,7 0 16-16,5-4-11 0,6 0-11 16,7 6-22-16,4-2-17 0,8-3-21 0,6-2-12 15,5-6-14-15,2-4-16 0,4-8-11 16,3-4-8-16,-4 0-6 0,1-9 26 0,-1 1 21 15,-7-7 25-15,0-1 21 16,-5-6-139-16,-5-1-62 0,-4-5 0 0,-7-4 0 16,-5-6 0-16,-6 0 0 0,-8-4 0 15,-7-6 0-15,-8 3 0 0,-3 5 0 0,-9 6 0 16,-11 5 0-16,-6 10 0 0,-9 7 0 16,-7 10 0-16,2 8 0 0,-3 9 0 0,6 5 0 15,2 3-348-15,4 4-563 0,12-2-42 16,4 1 97-16,18-7-886 0,3 1-1175 15</inkml:trace>
  <inkml:trace contextRef="#ctx0" brushRef="#br0" timeOffset="19530.28">7165 4034 4415 0,'0'0'-229'0,"-8"-4"49"16,8 4 36-16,0 0 35 0,-10-5 35 15,10 5 35-15,0 0 39 0,-9-4 28 0,9 4 27 16,0 0 20-16,-9-4 20 16,9 4 0-16,0 0-1 0,0 0 0 0,-12-4 4 15,12 4 6-15,0 0 1 0,0 0 4 16,0 0 6-16,0 0-1 0,0 0 3 15,0 0-2-15,0 0 2 0,0 0 7 0,0 0 9 16,0 0-1-16,0 0 9 0,0 0-2 16,46 8 0-16,-21-6 2 0,2 0 0 0,12 1-8 15,5 3-2-15,4-2-20 0,13 0-7 16,-7-4-6-16,6 3-15 0,-6-3-5 0,7 3-6 16,-10-3-12-16,-1 0-2 0,-3 0-6 15,-3 0-1-15,-8 0-15 0,2 2 0 16,-6 0-4-16,-3 0 8 0,-2-2-13 0,0 0 5 15,-1-2-10-15,3 2-1 16,11-2 1-16,0-2-4 0,0 0-1 0,0 0 5 16,2-2-7-16,0-1-3 0,0 3-6 15,-2 0 5-15,-4 0-3 0,-5 0-4 0,-6 2 1 16,-5 0 27-16,-1 2-6 0,1-2 3 16,-4 2 3-16,0 0 3 0,-1 0-2 0,-15 0 8 15,29 0-2-15,-20 0 14 0,-9 0 1 16,21 0 3-16,-10 2 2 0,-11-2-35 15,21 0-24-15,-9 0 0 0,-12 0 0 16,15 0 0-16,-15 0 0 0,20 0 0 16,-20 0 0-16,14 0 0 0,-14 0 0 0,0 0 0 15,20-2 0-15,-20 2 0 0,0 0 0 16,13 0 0-16,-13 0 0 0,0 0 0 0,0 0 0 16,0 0 0-16,15-2 0 0,-15 2 0 15,0 0 0-15,0 0-361 0,0 0-169 0,0 0-133 16,0 0-210-16,-34 9 37 0,24-3 99 15,-3-1-688-15,2 2-877 0</inkml:trace>
  <inkml:trace contextRef="#ctx0" brushRef="#br0" timeOffset="19946.45">8628 3794 3643 0,'0'0'-81'0,"-11"-5"55"0,11 5 17 16,-7-1 12-16,7 1 18 0,0 0 29 15,0 0 33-15,-12-4 33 0,12 4 27 0,0 0 22 16,0 0 10-16,0 0 2 15,0 0 4-15,0 0-1 0,0 0-1 16,10 22-3-16,-3-14-8 0,4 5-20 0,1 1-13 16,-1 1-12-16,6 7-3 0,-3-1-9 15,-3-4-14-15,1 0-7 0,-3 5-7 0,2-5-6 16,-2 3-6-16,-2-2-6 0,-1 2-9 16,-3-5 0-16,1 0-8 0,-2-1-4 0,-2-3 2 15,-2 2 1-15,-4 1-3 16,1-2-3-16,-4 1-10 0,-5-1-8 0,-1 1-21 15,-4-2-39-15,-10 1-43 0,0 0-66 16,-1-2-88-16,-2 1-100 0,-3-4-120 16,7-3-148-16,1 0-148 0,-2-4 63 0,2 2-530 15,1-2-680-15</inkml:trace>
  <inkml:trace contextRef="#ctx0" brushRef="#br0" timeOffset="20596.08">7285 3820 3211 0,'9'-6'-39'0,"-3"4"43"0,-6 2 23 0,8-4 15 15,-8 4 23-15,0 0 21 0,0 0 13 16,0 0 10-16,0 0 13 0,0 0 14 0,-52 19 4 16,11 2 4-16,-7 4-1 0,-2-1 4 15,3 4 2-15,0-4-1 0,4-1-21 16,3 0-2-16,12-5-5 0,1-1-4 0,9-5-14 16,2 0-10-16,6-4-9 0,0-3-8 15,1 2-9-15,1-4-8 0,2 3-3 0,6-6-6 16,-5 11 10-16,3-2 11 0,6 1 7 15,1 4 8-15,7 2-3 0,8 11 14 16,11 3 10-16,4 3 7 0,8-2 3 16,1 1 3-16,8-3-5 0,-1-2-3 0,3-2-3 15,-1-2-7-15,-7-5-7 0,-10-4 1 16,-4-3-4-16,-1 0 3 0,-10-2 2 16,-5-4 3-16,-2 0 8 0,-3 0 7 0,1-1 2 15,-6-3-1-15,-6-1-103 0,13 8-12 16,-8-7 0-16,-5-1 0 0,11 4 0 0,-11-4 0 15,0 0 0-15,0 0 0 0,0 0 0 16,0 0 0-16,0 0 0 0,0 0-37 16,0 0-339-16,0 0-137 0,13-7-169 15,-13 7-230-15,0-9 91 0,0 9 92 16,0 0-673-16,1-10-853 0</inkml:trace>
  <inkml:trace contextRef="#ctx0" brushRef="#br0" timeOffset="22612.36">12501 3389 3960 0,'-18'-2'12'0,"4"-4"47"0,-4 1 19 15,7 1 30-15,4 3 39 0,7 1 33 16,-16-5 18-16,16 5 16 0,-13-4 8 16,13 4-8-16,0 0-10 0,0 0 11 15,0 0 6-15,0 0-9 0,54 2-6 0,7 0-24 16,16 2-21-16,15 0-11 0,30 2-18 16,1-2-13-16,5 0-21 0,-4-1-31 0,-4-1-24 15,-33 0-36-15,-2-2-11 0,-12 1-3 16,-7-1-11-16,-15-1 8 0,-9 1-9 0,-9-2 3 15,-6 0 0-15,-9 2 6 0,1-2-2 16,-8 2-1-16,3-1-13 0,-4-3-19 16,-10 4-35-16,12-4-43 0,-12 4-70 0,5-8-72 15,-5 8-97-15,0 0-92 16,0 0-116-16,0 0-188 0,-25-1 48 0,25 1 88 16,0 0-424-16,-27 1-520 0</inkml:trace>
  <inkml:trace contextRef="#ctx0" brushRef="#br0" timeOffset="22894.73">13810 3198 3258 0,'-2'-6'205'0,"0"2"-18"0,2 4-24 16,0 0-3-16,0 0 5 0,0 0 22 16,25 0 9-16,-10 10-17 0,6-2-13 15,6 9-18-15,2 1-11 0,-2 0-11 0,-3 3-10 16,-1 1-14-16,-8-1-8 15,0-2-10-15,-7-2-1 0,-5-2 11 0,2 0 18 16,-7 3 16-16,-3-3 22 0,-4 5 3 16,-7 1 5-16,-6 0-5 0,-3-3-21 0,-3 1-13 15,-5-3-5-15,-3 0-19 0,-1-1-15 16,-2-3-41-16,1 1-70 0,2 0-88 0,3-1-113 16,10-2-130-16,4-1-148 0,6-3-197 15,0 1-86-15,5-2 80 0,0 0-585 16,7 1-756-16</inkml:trace>
  <inkml:trace contextRef="#ctx0" brushRef="#br0" timeOffset="24145.81">17612 1883 3533 0,'5'-4'-29'0,"2"1"54"0,-7 3 21 16,3-7 48-16,-3 7 32 0,0 0 33 0,0 0 24 15,0 0 14-15,6-5-1 0,-6 5-19 16,0 0-23-16,-25-5-15 0,10 5-13 0,-8-2-10 16,0 0-5-16,-4 2-4 0,0-2-8 15,2 1-4-15,2-1-6 0,-1 2-11 16,5-2-4-16,1 1-11 0,4 1-2 0,1-2-11 16,13 2 6-16,-22-2-12 0,15 0-7 15,7 2-1-15,-16-2 0 0,16 2-2 0,0 0-7 16,-14-1 7-16,14 1-10 15,0 0 4-15,-12-3 14 0,12 3 6 0,0 0 9 16,-11-2 1-16,11 2 4 0,0 0 5 16,0 0-2-16,-12-4 2 0,12 4-3 15,0 0-8-15,0 0-7 0,0 0-13 0,0 0-4 16,-12-2-11-16,12 2-9 0,0 0 0 16,0 0-10-16,0 0 4 0,-13 12 2 0,6-3-8 15,1 0 2-15,0 1-5 0,2 0 0 16,1 2-3-16,3 0 8 0,0 0 3 15,2 3 0-15,7 4 1 0,8 4 0 0,8-3 10 16,6 1-13-16,10-1 4 16,6 3 5-16,-6-4 4 0,2 0-6 0,-7-1-4 15,-6 2 0-15,2 0 3 0,-5 0 0 16,-5 1 8-16,0 1 18 0,-5 0 11 0,-2 2 24 16,-6-1 28-16,-2-4 15 0,-5-1 19 15,-2 1 20-15,-7 3 9 0,2-5-91 16,-8 10-70-16,1-7 0 0,-1-5 0 0,-10 8 0 15,2-4 0-15,2-5 0 0,-1-4 0 16,6 0 0-16,-6-1 0 0,6-3 0 16,-2-4 0-16,1 2 0 0,-1-4 0 0,3 0 0 15,-4-4 0-15,0 2 0 0,1-6 0 16,0 3 0-16,0-2 0 0,1-2 0 16,1 1 0-16,3 1 0 0,-1-2-106 0,9 1-546 15,-1-1-142-15,4 1-157 0,6-3 96 16,4 1-789-16,3-3-1081 0</inkml:trace>
  <inkml:trace contextRef="#ctx0" brushRef="#br0" timeOffset="24494.57">18099 1997 4675 0,'0'-5'-121'0,"0"5"1"16,0 0 21-16,0 0 28 0,0 0 81 15,-28 13 27-15,17 3 45 0,0 1 9 16,-3 8-2-16,3 6 2 0,1 1 5 16,4 1 16-16,4-4 1 0,8 5 6 0,4 0 17 15,5-2 17-15,10 3 8 0,1-10 5 16,10 3 0-16,2-5 1 0,-1-10 9 0,-1-1-1 16,-1-5 20-16,-5-5 13 0,-3-4 12 15,9-3 7-15,-6-7 0 0,1 0-4 16,-6-7-3-16,0-6-21 0,-9-6-131 0,-2-4-68 15,-5-6 0-15,-5-2 0 16,-4-3 0-16,-4-7 0 0,-11 4 0 0,-4 6 0 16,-8 6 0-16,-7 6 0 0,-6 9 0 15,-11 10 0-15,-8 7 0 0,-4 7 0 0,-2 6-236 16,4 4-331-16,2 7-135 0,2-2-235 16,7 3 74-16,18-3 104 0,3-5-645 15,9 5-855-15</inkml:trace>
  <inkml:trace contextRef="#ctx0" brushRef="#br0" timeOffset="25248.3">17296 3018 4078 0,'3'-6'17'0,"-3"6"35"16,4-6 37-16,-4 6 33 0,0 0 33 0,0 0 25 16,0 0 16-16,0 0 23 0,-48 12 20 15,3 12 19-15,-9 3 8 0,-16 13 12 16,-5 2 8-16,3-1-2 0,-2-2-10 16,1 2-12-16,18-12-15 0,4 0-20 0,1-2-19 15,5 0-18-15,2-4-126 0,9-5-64 16,6-1 0-16,3 0 0 0,4-5 0 0,6 0 0 15,4-4 0-15,0-3 0 0,2 1 0 16,0-2 0-16,0 2 0 0,2-1 0 16,7-5 0-16,-11 6 0 0,7-2 0 0,-1-1 0 15,-2 1 0-15,0 3-288 0,0 3-281 16,-3 5-137-16,-9 11-208 0,1 2 81 0,2 1 94 16,-6 2-670-16,-2 5-860 0</inkml:trace>
  <inkml:trace contextRef="#ctx0" brushRef="#br0" timeOffset="25578.12">15931 3959 4137 0,'2'-10'33'0,"2"-1"17"16,-2 3 49-16,-1 3 43 0,-1 5 24 0,4-9 17 15,-4 9-9-15,2-7-14 16,-2 7 4-16,0 0 41 0,0 0 41 0,12 28 12 16,-6-8-9-16,-5 16-9 0,1 5-10 15,0 4-1-15,-6-2-8 0,4 1-8 16,-3-1-14-16,-5-2-16 0,7 1-18 0,-8-6-17 16,5 0-51-16,-3-4-97 0,3-6 0 15,1-9 0-15,-2 0 0 0,3-5 0 0,0 0 0 16,2-3 0-16,-1-2 0 0,1-7 0 15,0 0 0-15,0 0-191 0,0 0-125 0,3-26-60 16,4 7-60-16,0-18-43 0,4-2-39 16,-1-11-29-16,0-4-40 0,-1-1-81 15,-4 1 3-15,4-2-494 0,-7 12-626 16</inkml:trace>
  <inkml:trace contextRef="#ctx0" brushRef="#br0" timeOffset="25830.62">16009 3765 3060 0,'0'-10'-74'0,"-2"3"31"16,2 7 26-16,-7-6 45 0,7 6 44 0,0 0 58 15,-25 8 42-15,6 1 24 0,2 3 30 16,-8 6 17-16,0 3 16 0,1 3 14 16,1 0 12-16,0 2 9 0,1-1-9 0,6-1-10 15,-4-2-21-15,11-5-20 0,2-1-19 16,0-3-14-16,3-1-18 0,6 0-14 0,5-1-11 16,2 1-16-16,10 0-12 0,9-4-10 15,11-5-14-15,2 0-17 0,9-3-21 16,-3-3-42-16,2-1-42 0,-8-1-66 15,2 3-54-15,-13 1-65 0,-6-1-74 0,-4 0-68 16,-5 1-66-16,-2 1-57 0,-4-2-58 16,-9 2-99-16,14 0-95 0,-14 0 61 15,0 0-469-15,9-4-593 0</inkml:trace>
  <inkml:trace contextRef="#ctx0" brushRef="#br0" timeOffset="26162.15">16476 3920 3208 0,'0'0'95'0,"0"0"46"0,0 0 36 16,0 0 50-16,-3 17 43 0,-6-5 41 15,-2 5 0-15,0 1 10 0,-3 7-3 16,1 0-20-16,-1 4-14 0,3 1-24 0,4-5-21 16,3-4-17-16,4 0-19 0,2-3-14 15,6 3-16-15,4 5-16 0,10-6-13 0,5-2-13 16,3-9-15-16,6 1-10 0,-4-8-10 15,-1-2-11-15,9-6-7 0,-5-1-47 0,-5-7-31 16,1 2 0-16,-7-5 0 0,-7-5 0 16,-4-6 0-16,-3-2 0 0,-6-5 0 15,-8-1 0-15,-1-3 0 0,-5 1 0 16,-5 2 0-16,-5 5 0 0,-1 4 0 0,-3 5 0 16,-4 2 0-16,-9 9 0 0,-3 1 0 15,-2 9 0-15,4 2-349 0,-2 5-154 16,-2 5-159-16,4 2-255 0,3-1 77 0,8 0 96 15,3-3-676-15,7-1-872 0</inkml:trace>
  <inkml:trace contextRef="#ctx0" brushRef="#br0" timeOffset="27110.75">18012 3024 4025 0,'0'-8'101'15,"2"-1"46"-15,-2 3 37 0,0 6 46 16,0-12 69-16,0 12 42 0,0 0 23 0,-2-8 8 15,2 8-17-15,0 0-21 0,-4-6-40 16,4 6-33-16,0 0-14 0,0 0 12 16,12 29 7-16,3-2-154 0,8 20-112 15,7 5 0-15,12 18 0 0,4 2 0 0,5-1 0 16,4-1 0-16,-3-2 0 0,0-3 0 16,-3-5 0-16,-8-11 0 0,-4-5 0 0,-1-5 0 15,-3-2 0-15,-5-4 0 0,-8-7 0 16,-5-7 0-16,-3-4 0 0,-3-3 0 15,-2-1 0-15,1-5 0 0,-2 3 0 0,1-3 0 16,-3-2 0-16,-4-4 0 0,9 9 0 16,-9-9 0-16,4 3 0 0,-4-3 0 0,0 0 0 15,8 2 0-15,-8-2 0 16,0 0 0-16,0 0-272 0,0 0-760 0,0 0 89 16,0 0 96-16,0 0-886 0,-40 1-1167 15</inkml:trace>
  <inkml:trace contextRef="#ctx0" brushRef="#br0" timeOffset="27544.43">18551 4143 5275 0,'0'0'219'0,"0"-19"27"15,0 19 31-15,-3-6 42 0,3 6 34 16,-8-6 4-16,8 6-11 0,-14-6-24 15,3 5-33-15,11 1-101 0,-34 1-188 0,9 5 0 16,-7 0 0-16,-4 1 0 0,2 3 0 16,-2 3 0-16,0 1 0 0,8-3 0 0,7 1 0 15,2-2 0-15,6 1 0 0,1 1 0 16,7-1 0-16,1 2 0 0,4 0 0 16,5 2 0-16,5 3 0 0,7 5 0 0,6 0 0 15,2 0 0-15,3 1 0 0,7 1 0 16,1 3 0-16,-5-8 0 0,-5 3 0 0,-2-3 0 15,-2 1 0-15,-7-5 0 16,-4-1 0-16,-1-3 0 0,-4-1 0 0,-2 1 0 16,-4 0 0-16,-4 1 0 0,-2 1 0 15,-4-2 0-15,-4 1 0 0,-6-1 0 0,-7 3 0 16,-5-2 0-16,0-3 0 0,-2-2 0 16,-2-1 0-16,3-3 0 0,8-1 0 0,4-3 0 15,2 0 0-15,-2-2 0 0,4-1 0 16,0-2 0-16,3 0 0 0,5-5 0 0,5 1 0 15,4-6-451-15,4 1-575 0,11-10 105 16,4-4-1049-16,6 1-1389 0</inkml:trace>
  <inkml:trace contextRef="#ctx0" brushRef="#br0" timeOffset="27827.98">18738 4236 5900 0,'0'0'182'0,"-4"-11"53"16,4 11 44-16,0 0 46 0,-2-9 41 15,2 9-1-15,0 0-13 0,0-9-165 0,0 9-187 16,0 0 0-16,0 0 0 0,0 0 0 16,48 17 0-16,-19-8 0 0,2 7 0 0,-3-2 0 15,0 1 0-15,0 3 0 0,-3 3 0 16,-3 1 0-16,-3 3 0 0,-2 2 0 16,-5 2 0-16,-5 2 0 0,1-5 0 15,-7-1 0-15,1 1 0 0,-2 1 0 0,0-4 0 16,-2 0 0-16,1 1 0 0,-3-3 0 15,2-1 0-15,0-3 0 0,0-2 0 0,0-3 0 16,1-2-250-16,-1-3-777 0,-1-2 94 16,3-5 106-16,0 0-926 0,0 0-1184 15</inkml:trace>
  <inkml:trace contextRef="#ctx0" brushRef="#br0" timeOffset="28044.41">18923 4580 5374 0,'-19'-2'310'0,"3"2"51"0,4 0 51 0,12 0 36 15,-22 0 24-15,22 0-14 0,-13 0-102 16,13 0-356-16,0 0 0 0,0 0 0 16,0 0 0-16,0 0 0 0,29 14 0 15,-7-13 0-15,5 2 0 0,2-3 0 0,-3 0 0 16,-2 0 0-16,-3 3 0 0,-3-3 0 16,0 0 0-16,-5 0 0 0,-1 0 0 15,-1 0 0-15,-2 1 0 0,-9-1 0 0,12 3-438 16,-12-3-289-16,0 0-210 0,0 0 79 15,0 0 96-15,0 0-758 0,0 0-965 0</inkml:trace>
  <inkml:trace contextRef="#ctx0" brushRef="#br0" timeOffset="29978.1">20079 4166 4022 0</inkml:trace>
  <inkml:trace contextRef="#ctx0" brushRef="#br0" timeOffset="30310.26">20088 4163 3954 0,'3'-7'106'16,"-3"7"23"-16,2-5 8 0,-2 5 10 0,0 0 8 15,0 0 24-15,0 0 4 0,0 0-2 16,0 0-8-16,-14-10-6 0,14 10-16 0,-22 10 5 15,-1 7-20-15,-6 2 11 0,-7 8-3 16,-8 8 5-16,2 2-2 0,-6 5 14 16,-2 14-7-16,5-9 6 0,6 0-1 15,1 1 0-15,5 0 0 0,5-1-11 0,5-2-3 16,3-1-14-16,11-11-11 0,3 1-10 16,5-6-66-16,2-7-44 0,3 2 0 15,3-5 0-15,11 5 0 0,-1-6 0 0,2-7 0 16,2-2 0-16,1-3 0 0,3-2 0 15,0-3 0-15,-2-3 0 0,1-2 0 0,-4-3 0 16,-1 0 0-16,1-2 0 0,-6-3 0 16,-2-1 0-16,-2 1 0 0,-7-3 0 0,-3 3 0 15,0-1 0-15,-5 1 0 0,-5-5 0 16,0 6 0-16,-1-1 0 0,-4 1 0 0,-2 0 0 16,3 5 0-16,1 0 0 0,-1 2 0 15,3 1 0-15,-1 1 0 0,1-1 0 0,11 4 0 16,-15-1 0-16,5 1 0 15,10 0 0-15,0 0-523 0,-16 0-160 0,16 0-158 16,0 0-12-16,0 0 83 0,0 0-768 16,0 0-981-16</inkml:trace>
  <inkml:trace contextRef="#ctx0" brushRef="#br0" timeOffset="30678.1">20493 4442 4699 0,'-13'-7'214'0,"-1"3"16"16,0 0 33-16,-2 4 37 0,-3 4 37 15,-4 0 17-15,-5 9-3 0,-1 0-9 0,0 4-22 16,4 4-26-16,9 4-16 0,-2 0-69 16,13-2-209-16,1 1 0 0,6-1 0 0,7 6 0 15,7 2 0-15,2-5 0 0,5-2 0 16,2-4 0-16,0-3 0 0,2-3 0 15,-3-5 0-15,-4-3 0 0,-1-4 0 0,-2 0 0 16,-4-5 0-16,0 2 0 0,3-7 0 16,-5-1 0-16,-2-3 0 0,-1-6 0 0,-4-5 0 15,-4-2 0-15,-1-16 0 16,-10 3 0-16,4 1 0 0,-6 6 0 0,-3 2 0 16,-1 1 0-16,-4 5 0 0,-3 6 0 15,-3 2 0-15,-6 6 0 0,8 6 0 0,2 1 0 16,-1 6 0-16,1 0-143 0,-2 2-755 15,2-1-69-15,3 2 102 0,2 0-944 0,4-1-1236 16</inkml:trace>
  <inkml:trace contextRef="#ctx0" brushRef="#br0" timeOffset="31860.21">18304 3899 4635 0,'-22'-7'-156'16,"2"-1"53"-16,3 1 18 0,-3-2 23 15,0 0 35-15,-1 3 45 0,3 1 37 16,1-1 30-16,2 1 16 0,2 2 2 0,2 0-9 16,0 1-10-16,2 0-12 0,9 2-8 15,-14-2-6-15,14 2-1 0,0 0-7 0,0 0 2 16,0 0-6-16,64 14-1 0,-15-12-5 15,32-1-2-15,4-1-2 0,34-1-4 16,6-3-7-16,8 1-3 0,9-1-1 0,3 3-8 16,7 1 0-16,2 2 2 0,3 4-2 15,1 0 0-15,-2 4-2 0,-4 0-2 0,-5 0-2 16,-6-1-2-16,-9 0 5 0,-14-3-1 16,-5-1-2-16,-30-1 0 0,-5-4 3 15,-2 0-2-15,-7-2 0 0,-8-2 1 0,-16 3 8 16,-2-3 22-16,-13 2 29 0,-4 0 18 15,-3 0 22-15,-5 0-4 0,-3 0-3 16,-1 2-6-16,-3-1-5 0,-11 1-11 0,19-2-8 16,-19 2-13-16,15 3-7 0,-11 4 0 15,-3 3 3-15,-1 9 1 0,-1 17 0 16,-9 6 0-16,-1 16-21 0,-3 5-4 0,1 4 6 16,1 5-4-16,1 3 0 0,0 1 5 15,5-3 8-15,0-1 7 0,3-2-1 0,1-6-2 16,0-2-7-16,-2-16 23 0,2-5 6 15,1-3 7-15,-1-8 1 0,0-8 12 16,-3-5 7-16,5-5 6 0,-2 0 13 16,0-2 17-16,1-1-24 0,-3-2-110 0,4-7 0 15,-7 8 0-15,-1-6 0 0,8-2 0 16,-17 3 0-16,4-1 0 0,-9-2 0 0,-17 5 0 16,-8 0 0-16,-13 2 0 0,-7 0 0 15,-10 1 0-15,-23 6 0 0,-5-2 0 0,-4 2 0 16,1 1 0-16,-3-3 0 0,0 0 0 15,3 1 0-15,-4-5 0 0,-5 0 0 0,1-3 0 16,-1-1 0-16,6 0 0 16,21-2 0-16,0 0 0 0,1-2 0 0,1 0 0 15,0 3 0-15,0-3 0 0,3-3 0 16,1 3 0-16,2 0 0 0,5 0 0 0,5 0 0 16,2 0 0-16,7 3 0 0,14-3 0 15,0 0 0-15,8 1 0 0,9-1 0 16,5 0 0-16,4 0 0 0,4 2 0 0,3 0 0 15,4-2 0-15,0 0 0 0,12 0 0 16,-21 0 0-16,11 0 0 0,10 0 0 0,-15-2 0 16,15 2 0-16,0 0 0 0,-15-2 0 15,15 2 0-15,-10-4 0 0,10 4 0 0,-9-10 0 16,7 2 0-16,0-3 0 0,2-2 0 16,0-5 0-16,6-7 0 0,1-13 0 0,4-10 0 15,3-6 0-15,1-8 0 0,3-7 0 16,3-22 0-16,1-4 0 0,-1-10 0 15,1-3-88-15,-1-1-121 0,-1 12-4 16,-4 28 16-16,-5 13 5 0,-2 5 21 0,-1 20 5 16,2 4-15-16,-8 10-17 0,-1 3-34 15,-1 4-40-15,0 7-46 0,0 3-60 0,0 0-85 16,0 0-137-16,0 0-89 0,-9 19 68 16,9-9-401-16,-2 3-495 0</inkml:trace>
  <inkml:trace contextRef="#ctx0" brushRef="#br0" timeOffset="32876.17">15847 3602 2859 0,'-25'2'18'0,"2"-2"14"15,7 2 11-15,0-2-3 0,5 1 14 0,11-1 7 16,-22 0 6-16,22 0-7 0,-11 2-5 16,11-2 0-16,0 0-4 0,0 0 2 0,54 11-6 15,-7-8-4-15,26 0-3 0,13 1 2 16,9-4-5-16,29 3-6 0,2-1-5 16,-3-2-6-16,-3 2-9 0,-5-1-10 0,-32-1-10 15,-4-1 4-15,-13 1-1 0,-16 0 1 16,-6 0 0-16,-12 0 10 0,-7 0 11 15,-8 0 30-15,-2-2 24 0,-1 2 28 16,-14 0 14-16,18 2 1 0,-5 2 7 0,-8 5 34 16,2 11 8-16,-5 1 0 0,0 15-9 15,-2 2-11-15,0 9-6 0,-4 7 12 16,3 8-4-16,-5-2-7 0,4 0-10 0,0 0-13 16,-1-2-5-16,3-11-13 0,-2 1-7 15,2-4-15-15,0-1-8 0,0-5-6 0,0-7 3 16,0-7-10-16,0-5-2 0,0-4-8 15,0 1 10-15,0-3 9 0,0-1 18 0,-3-3 22 16,1 2 7-16,-2 0 12 0,-3 3 9 16,0-3 9-16,-16 10 3 0,-2-1-4 15,-17 3-4-15,-2 1-6 0,-9-1-8 16,-10-1-21-16,-8-2-44 0,-28 4-55 16,-1-3 0-16,-8-2 0 0,2-5 0 0,-7-1 0 15,4-4 0-15,22-2 0 0,4-3 0 16,0-4 0-16,9 2 0 0,5-2 0 0,18 3 0 15,1-3 0-15,4 0 0 0,6 2 0 16,8 0 0-16,5 2 0 0,2-3 0 0,5 2 0 16,3-1 0-16,4-2 0 0,-1 0 0 15,14 0 0-15,-21 2 0 0,21-2 0 0,-15 0 0 16,15 0 0-16,-15-10 0 16,10-1 0-16,5-7 0 0,2-5 0 0,5-18 0 15,4-13 0-15,4-4 0 0,0-8 0 16,8-25 0-16,0-3 0 0,1-1 0 0,5-1 0 15,0-4 0-15,-1 9 0 0,-1 6 0 16,-6 21-10-16,-8 12-113 0,1 15-3 16,-5 8-7-16,-3 4-27 0,-1 8-33 0,2 5-30 15,-1 4-35-15,-6 2-25 0,0 6-56 16,0 0-49-16,0 0-75 0,0 0-112 0,-13 35-167 16,6-14 66-16,2-3-514 0,-3 2-655 15</inkml:trace>
  <inkml:trace contextRef="#ctx0" brushRef="#br0" timeOffset="37009.18">15708 4954 1702 0,'6'-12'204'0,"2"5"-12"15,-7 0-12-15,3 0-7 16,-2-1-10-16,0 4-1 0,-2 4 1 0,2-10-7 0,-2 10 3 15,-2-11-6-15,2 11-5 16,-6-4-6-16,6 4 9 0,0 0 9 0,-45 18 8 16,2 5 3-16,-8 14 13 0,-29 21 7 15,-6 7 7-15,-11 7 4 0,-40 31 8 0,-6 5 2 16,-2 3 14-16,0-2 5 0,9-5 16 16,5 0 23-16,40-24 1 0,3-5 0 0,11-2-8 15,5-6-7-15,11-8-16 0,18-14-17 16,5-6-74-16,4-3-149 0,9-11 0 15,6-3 0-15,2-7 0 0,5-3 0 16,3-2 0-16,1-3 0 0,0-1 0 0,2 0 0 16,6-6 0-16,-7 6 0 0,7-6 0 15,0 0 0-15,0 0 0 0,0 0 0 16,0 0 0-16,-4-18 0 0,4 18 0 0,0 0-77 16,8-13-520-16,-6 7-123 0,1 0-170 15,-3 6 63-15,9-6 80 0,-8 3-727 0,-1 3-921 16</inkml:trace>
  <inkml:trace contextRef="#ctx0" brushRef="#br0" timeOffset="37409.51">12858 6629 4406 0,'-20'-5'144'15,"4"1"31"-15,5-1 24 0,2 1 44 0,4-3 29 16,0 1 3-16,5 6 2 0,14-23-5 16,7 5-9-16,10 0-11 0,5 5-19 0,3 2-15 15,6 6-16-15,0 5-26 0,-2 4-16 16,2 6-18-16,-4 9-14 0,-2 4-8 0,-15 6-86 16,-8 1-34-16,-11 8 0 15,-6 3 0-15,-15 7 0 0,-10 3 0 0,-4 1 0 16,-9 0 0-16,-8 8 0 0,6-13 0 15,1-2 0-15,0-1 0 0,4-8 0 0,6-2 0 16,9-11 0-16,5-6 0 0,7-5 0 16,0-1 0-16,3-3 0 0,1-3 0 0,3 0 0 15,2-5 0-15,13 6 0 0,-2-6 0 16,-11 0 0-16,32-4 0 0,-2-6 0 0,5 2 0 16,3-5 0-16,-2-1 0 0,13-1 0 15,-1 0 0-15,-1-3 0 0,-4 0 0 0,-1-1 0 16,-5 1-978-16,-7 3 25 0,1 0 97 15,-6 1-982-15,0 0-1264 0</inkml:trace>
  <inkml:trace contextRef="#ctx0" brushRef="#br0" timeOffset="37726.17">13654 6820 5135 0,'0'0'46'0,"-16"-5"56"15,16 5 43-15,-18 0 56 0,18 0 56 16,-23 9 37-16,9-1 18 0,-1 3 10 0,-1 3-18 15,3 3-18-15,-4 7-45 0,2 2-22 16,8-4-21-16,-2-1-69 0,7 3-129 0,4-2 0 16,5 0 0-16,6 4 0 15,6-2 0-15,8-6 0 0,3-4 0 0,1-2 0 16,-1-7 0-16,-7-1 0 0,-2-3 0 16,-2-1 0-16,0-3 0 0,-4-4 0 0,-2-2 0 15,-1-1 0-15,-2-3 0 0,-7-6 0 16,-1 0 0-16,-4-7 0 0,-1-11 0 0,-7-3 0 15,-7-9 0-15,-3 1 0 0,0 3 0 16,-3 5 0-16,4 13 0 0,-4 5 0 0,-3 3 0 16,-3 5 0-16,4 7 0 0,0 6-164 15,2 1-435-15,-1 1-143 0,-1 3-141 16,2 1 62-16,0 0 99 0,6-2-727 0,3 1-898 16</inkml:trace>
  <inkml:trace contextRef="#ctx0" brushRef="#br0" timeOffset="38391.97">13276 6131 4183 0,'-32'-10'99'16,"-6"5"27"-16,0 2 13 0,6 3 26 15,5-2 27-15,6 4 33 0,-1-1 4 0,8-1-9 16,1 0-12-16,2 4-16 0,11-4-6 15,0 0-18-15,0 0-19 0,47 7-9 16,3-7-15-16,25 4-12 0,13-4-15 16,29 4-9-16,-2 1-15 0,-4 2-5 0,-25 0-31 15,-7 3-24-15,-6 2-7 0,-10 5-3 16,-8 4 0-16,-7 4-5 0,-10 6 6 0,-12 8-1 16,-5 4 12-16,-7 9 25 0,-10-7 21 15,-4 11 15-15,-2 2 15 0,0 0 10 0,-6 2 15 16,4-2 6-16,2 5-1 0,-3 0-5 15,5-1-59-15,0-2-58 0,2 0 0 0,1-2 0 16,5-4 0-16,-2-11 0 0,4-3 0 16,-5-3 0-16,3-3 0 0,-2-10 0 15,0-3 0-15,-5-6 0 0,1 3 0 16,0-1 0-16,-4-1 0 0,-1 6 0 0,-11 3 0 16,-3 1 0-16,-6 0 0 0,-8 6 0 15,-6-3 0-15,-10 3 0 0,-8-6 0 16,-4 0 0-16,-4-2 0 0,-4-1 0 0,-3-4 0 15,-3-2 0-15,1-2 0 0,0-5 0 16,-3-5 0-16,3-2 0 0,2-4 0 0,4-2 0 16,4-2 0-16,3-1 0 0,11 3 0 15,0 0 0-15,7 0 0 0,-2 3 0 0,11 0 0 16,1 3 0-16,6-3 0 0,-4 3 0 16,4-2 0-16,6 1 0 0,2 0 0 0,3-2 0 15,3 0 0-15,11 0 0 0,-19-5 0 16,11-4 0-16,5-6 0 0,1-7 0 15,4-15 0-15,3-4 0 0,6-14 0 16,3-3 0-16,1-12 0 0,2-17 0 0,2-5 0 16,-2-4 0-16,-4-5 0 0,3-5 0 15,2-4 0-15,-5 1 0 0,-1-1 0 0,2 5 0 16,-3 30 0-16,-5 11 0 0,2 10 0 16,0 17 0-16,-6 10-180 0,-1 9-321 0,-1 11-50 15,-1 5-61-15,1 2-188 0,0 0 12 16,-6 23 82-16,2-6-673 0,2 5-831 0</inkml:trace>
  <inkml:trace contextRef="#ctx0" brushRef="#br0" timeOffset="39192.6">16044 5048 3943 0,'-8'-11'-56'0,"2"3"48"0,2 3 49 0,3-1 47 16,-1 0 44-16,0 1 31 0,0-4 30 16,2 9 21-16,-2-14 16 0,2 5 25 15,0 9 4-15,0-13 0 0,0 13-6 0,0-10-28 16,0 10-29-16,0 0-4 0,0 0 32 16,0 0 23-16,11 48 2 0,-3 1-16 0,4 11-10 15,10 27 17-15,5 8-44 0,1 6-196 16,10 3 0-16,8 2 0 0,6-4 0 0,1 5 0 15,2-2 0-15,2-8 0 0,-3-4 0 16,-7-4 0-16,-3-10 0 0,-8-7 0 0,-11-18 0 16,-3-4 0-16,-8-5 0 0,0-14 0 15,-6-6 0-15,-1-8 0 0,-1 1 0 0,-3-6 0 16,1-1 0-16,1 0 0 16,-2-2 0-16,-3-2 0 0,2 1 0 0,0-3 0 15,2 2 0-15,-4-1 0 0,0-6 0 16,2 5 0-16,-2-5 0 0,0 8 0 0,0-8 0 15,0 0 0-15,-10 9 0 0,2-8 0 16,1 3-997-16,-6-1 50 0,1-1 109 0,12-2-1002 16,-21 0-1265-16</inkml:trace>
  <inkml:trace contextRef="#ctx0" brushRef="#br0" timeOffset="40058.46">16314 6791 4980 0,'-17'0'21'0,"1"-1"58"0,2 1 32 16,2-2 29-16,12 2 39 0,-19 0 58 15,19 0 31-15,-12 0 21 0,12 0 4 0,0 0-2 16,0 0-15-16,0 0-29 0,44 0-24 15,6-3-37-15,19 1-18 0,1-3-19 16,7-1-95-16,-2 1-54 0,6 4 0 0,-9-4 0 16,-1 3 0-16,-18 0 0 0,-5 4 0 0,-5 0 0 15,-4 3 0-15,-11 1 0 16,-7 5 0-16,0 6 0 0,-3 5 0 0,-7-1 0 16,-6 1 0-16,-1 15 0 0,-2-1 0 15,-2 4 0-15,-4 3 0 0,2 2 0 0,0-1 0 16,1 3 0-16,1-1 0 0,-2 1 0 15,4 2 0-15,-2-3 0 0,0-2 0 0,1-4 0 16,-1-4 0-16,2-6 0 0,-2-8 0 16,0-3 0-16,2-2 0 0,-2-2 0 0,0-1 0 15,0-4 0-15,0 0 0 0,0-2 0 16,0 0 0-16,-2-1 0 0,2-7 0 16,-9 10 0-16,1-2 0 0,-9-4 0 0,-2 1 0 15,-16 3 0-15,-2-2 0 0,-10 2 0 0,-10 4 0 16,-8 1 0-16,-7-1 0 15,-4-1 0-15,-4-1 0 0,2 3 0 0,-2-1 0 16,4-2 0-16,5 1 0 0,7-1 0 16,5-3 0-16,3 1 0 0,12 1 0 0,4-1 0 15,4-1 0-15,2-1 0 0,7 0 0 16,4-2 0-16,6 1 0 0,0-3 0 0,1 2 0 16,5-2 0-16,0 0 0 0,1 1 0 15,2-3 0-15,8 0 0 0,-13 2 0 0,13-2 0 16,-8-7 0-16,4 1 0 0,4-6 0 15,2-7 0-15,5-14 0 0,0-7 0 0,2-15 0 16,3-4 0-16,1-5 0 16,0-8 0-16,7-18 0 0,-5 19 0 0,0 6 0 15,1 6 0-15,-3 9 0 0,3 4 0 16,-7 12 0-16,0 5 0 0,-2 5 0 0,2 5 0 16,-6 6 0-16,1 1 0 0,2 1 0 15,-5 1 0-15,1 3 0 0,0 0 0 0,0 0 0 16,-2 7 0-16,4-4 0 0,-4 4 0 15,0 0 0-15,0 0 0 0,3 22 0 0,-8-9-412 16,-1 5-571-16,3-3 84 0,-1 4 100 16,2-1-935-16,2-2-1166 0</inkml:trace>
  <inkml:trace contextRef="#ctx0" brushRef="#br0" timeOffset="40841.74">16331 7198 5304 0,'2'-8'253'16,"-2"8"17"-16,0 0 30 0,0 0 46 0,0 0 28 15,-4 20 17-15,-1-5-11 0,-1 6-17 16,-4 11-153-16,5 6-210 0,-3 2 0 0,1 1 0 16,0 2 0-16,4-1 0 0,-3 0 0 15,2-5 0-15,1 1 0 0,-1-10 0 16,2-6 0-16,0-3 0 0,2-4 0 15,-2 1 0-15,0-6 0 0,0 1 0 0,0-3 0 16,2-4 0-16,0-4 0 0,0 0 0 16,0 0 0-16,10-26 0 0,1-6 0 0,0-3 0 15,9-14 0-15,-4-5 0 0,-2-4 0 16,1 2 0-16,-1 2 0 0,-5 4 0 0,-2 10 0 16,-4 6 0-16,-1 9 0 0,-4 6 0 15,-4 5 0-15,-5 3 0 0,-7 5 0 0,-2 4 0 16,-11 4 0-16,-9 4 0 0,-2 5 0 15,4 3 0-15,0-1 0 0,10 3 0 16,-1-1 0-16,10-3 0 0,6 0 0 16,3-1 0-16,2 1 0 0,6 0 0 0,2-4 0 15,4 2 0-15,3 0 0 0,7-4 0 16,1 0 0-16,8-2 0 0,4-4 0 0,15-2 0 16,0-3 0-16,13-3 0 0,2-3 0 15,-4 1 0-15,5 1 0 0,-17-2 0 0,4-1 0 16,-6 5-345-16,-3-5-302 0,-3 1 35 15,-3 0 57-15,-1-3 63 0,-4-3 98 0,-6 6 94 16,-2 1 87-16,-1-2 75 0,-5-1 68 16,-6 4 75-16,5-2 54 0,-6 2 59 15,0 3 44-15,-1-3 25 0,-3 2 24 16,0 0 22-16,0 7 11 0,-5-10 14 0,-1 7 17 16,6 3 7-16,0 0 8 0,-28 0 2 15,12 5-2-15,-1 3 0 0,0 3 8 0,-8 7-26 16,6-1-272-16,2-1 0 0,6 0 0 15,1 1 0-15,2 0 0 0,4 0 0 0,4 0 0 16,6 4 0-16,2-2 0 0,2 0 0 16,4 4 0-16,0-4 0 0,-3-1 0 0,1-3 0 15,-1 1 0-15,-1-1 0 16,-3-1 0-16,1 0 0 0,-4-1 0 0,0 1 0 0,-6-2 0 16,-4 2 0-16,-2-1 0 15,-3 3 0-15,-4-2 0 0,-2-3 0 0,-5 0 0 16,0-4 0-16,-1 0 0 0,-4-4 0 15,2 2 0-15,2-4 0 0,5-1 0 0,0 0 0 16,3 2 0-16,2-4 0 0,0 2 0 16,-1-1 0-16,3-2 0 0,-2 1 0 0,3-1 0 15,0 1 0-15,1-2-833 0,-1-1-124 16,4 2-1220-16,-3-3-1583 0</inkml:trace>
  <inkml:trace contextRef="#ctx0" brushRef="#br0" timeOffset="44724.44">18707 5243 5568 0,'12'-6'-298'0,"-4"0"70"16,-3 0 54-16,1 2 51 0,-6 4 70 15,5-8 59-15,-5 8 41 0,5-7 32 0,-5 7 20 16,4-7 6-16,-4 7 16 0,0 0-9 16,3-7 4-16,-3 7-2 0,0 0-10 0,0 0-7 15,0 0 21-15,0 0 39 0,0 0 33 16,-9 33 3-16,-3-1 16 0,-3 19 2 15,-2 11 2-15,-10 21-10 0,2 6 2 0,-1 3-15 16,3 6-12-16,6 1 0 0,-2 1-26 16,5-5-50-16,5-17-102 0,4-1 0 0,-4-3 0 15,5-2 0-15,1-7 0 16,-1-5 0-16,0-16 0 0,1-3 0 0,-1-3 0 16,-1-10 0-16,4-7 0 0,-1-5 0 15,0 0 0-15,-2-5 0 0,4 1 0 0,-2-4 0 16,0-1 0-16,2-7 0 0,0 0 0 15,0 8 0-15,0-8 0 0,0 0 0 0,0 0 0 16,0 0 0-16,0 0 0 0,0 0 0 16,0 0 0-16,0 0 0 0,0 0 0 0,-5 4-614 15,5-4-377-15,-9 5 88 0,0-2 93 16,9-3-847-16,-13 6-1095 0</inkml:trace>
  <inkml:trace contextRef="#ctx0" brushRef="#br0" timeOffset="45424.62">18169 6820 4924 0,'-23'0'96'0,"3"0"18"16,7 0 15-16,13 0 27 0,-19 0 22 15,19 0-1-15,0 0 12 0,0 0 4 0,0 0-19 16,0 0-19-16,54-3-16 0,-9 1-12 15,8 1-7-15,18 1-20 0,0 0-9 16,-3 1-5-16,-3 1-10 0,-8 1-7 16,-11 3-9-16,-8 0-6 0,-4 3-11 0,-3 2 2 15,-12-2 1-15,-2 5-1 0,-6 1 6 16,-3 6 18-16,-2 12 18 0,-4-4 14 16,-2 11 18-16,-4 3 15 0,-2 11-90 0,3 3-44 15,-6 0 0-15,6 4 0 0,-3-1 0 16,4 2 0-16,0-4 0 0,2-8 0 0,0-4 0 15,2-1 0-15,-2-6 0 0,-2-10 0 16,2-6 0-16,0-5 0 0,0-1 0 0,2-3 0 16,-2 1 0-16,0-7 0 15,-2-2 0-15,2 1 0 0,0-7 0 0,-9 6 0 16,9-6 0-16,-16 0 0 0,4 0 0 16,-8-2 0-16,-7 0 0 0,-10 4 0 0,-12 0 0 15,-15 3 0-15,-10 2 0 0,-5 0 0 16,2 3 0-16,-5 0 0 0,3-1 0 0,7 1 0 15,5-2 0-15,8-1 0 0,19 0 0 16,2-1 0-16,9-3 0 0,9 1 0 0,2-2 0 16,5 0 0-16,-1 0 0 0,5 0 0 15,9-2 0-15,-16 3 0 0,7-3 0 0,9 0 0 16,-9 2 0-16,9-2 0 0,0 0 0 16,0 0 0-16,0 0 0 0,-8-7 0 15,8 7 0-15,8-17 0 0,-1 3 0 0,6-11 0 16,3-4 0-16,-1-4 0 0,4-16 0 15,3-3 0-15,0-8 0 0,8-21 0 0,1-6 0 16,1-4 0-16,-2-4 0 0,4 2 0 16,-4 6 0-16,-4 9 0 0,-5 18 0 15,-5 2 0-15,-1 12 0 0,-3 13 0 0,-7 8 0 16,3 7 0-16,-5 0 0 0,3 5 0 16,-2 2 0-16,-2 3 0 0,-1 2 0 0,-1 6 0 15,5-3 0-15,-5 3 0 0,0 0 0 16,0 0 0-16,0 0 0 0,13 19-96 0,-11-10-656 15,0 1-218-15,-1 0 84 16,-1 1 102-16,0 2-816 0,0 3-1039 0</inkml:trace>
  <inkml:trace contextRef="#ctx0" brushRef="#br0" timeOffset="46140.25">18302 7120 4635 0,'0'0'-16'0,"0"0"33"0,19-10 44 16,-19 10 41-16,0 0 36 16,6-7 25-16,-6 7 14 0,0 0 13 0,0 0 2 15,2-8 12-15,-2 8-5 0,0 0-13 16,0 0-12-16,0 0-17 0,-14-7-21 0,14 7-12 15,-21 0-11-15,21 0-12 0,-26 3-10 16,10-1-12-16,-1 2-5 0,2-2-7 0,0-1-8 16,3 2-6-16,-1-3-4 0,13 0-4 15,-20 4-6-15,13-3-5 0,7-1-4 0,-16 2-7 16,16-2 2-16,0 0-2 16,-13 2-4-16,13-2 1 0,0 0-4 0,0 0-8 15,-16 0 7-15,16 0-3 0,0 0-6 0,0 0 7 16,0 0-7-16,-12 3-3 0,12-3 5 15,0 0-8-15,0 0 3 0,0 0-3 16,-8 5 1-16,8-5-1 0,0 0-2 0,0 0 0 16,0 0 6-16,0 0 0 0,0 0-3 15,0 0 2-15,-9 2-3 0,9-2 5 16,0 0-2-16,0 0 0 0,0 10 0 0,0-10 0 16,2 7-1-16,2-1 2 0,-1 1 2 15,1-2-3-15,3 3-4 0,4 2 0 0,-2 3 3 16,4 1 2-16,-1-1-5 15,3 3 1-15,-1-3 2 0,-2 1 0 0,-2-2 3 16,0 0-5-16,-5-2 3 0,3 0 2 16,-5-4 17-16,3 4 22 0,-3-3 27 0,-1 1 23 15,-4 1-68-15,-5-1-26 0,2 3 0 16,-6 2 0-16,-5-1 0 0,-1 1 0 0,-8 2 0 16,0 3 0-16,0-4 0 0,5 1 0 15,3-5 0-15,4-3 0 0,-1 1 0 0,5-2 0 16,-2 0 0-16,6-1 0 0,-1-1 0 15,1 0 0-15,5-4 0 0,-9 6 0 0,9-6 0 16,-9 4 0-16,9-4 0 16,-5 6 0-16,5-6 0 0,0 0 0 0,0 0 0 0,-10 5 0 15,10-5 0-15,0 0 0 0,-7 1 0 16,7-1 0-16,0 0 0 0,0 0 0 16,0 0-287-16,0 0-448 0,0 0-198 15,0 0 66-15,0 0 102 0,20-16-801 0,-6 9-1008 16</inkml:trace>
  <inkml:trace contextRef="#ctx0" brushRef="#br0" timeOffset="47290.13">18652 7153 3951 0,'6'-4'-157'0,"0"-2"62"0,0 2 57 0,-6 4 62 0,3-7 62 15,-3 7 43-15,2-8 39 0,-2 8 15 16,0 0 7-16,0 0-5 0,-5-10-10 16,5 10-8-16,-15-2-5 0,15 2-5 15,-23 3-9-15,3-1-5 0,4 1-10 0,-7 3-15 16,-1-3-12-16,1 2-12 0,1 0-6 16,1 1-6-16,1-2-4 0,6 0-13 15,-2-2-5-15,1 0-9 0,3 2-1 0,1-2-9 16,2 0-15-16,1 2 5 0,-2-2-1 15,3 1-6-15,0 1-1 0,-2 2-3 0,2 0 2 16,-1 4 1-16,5-3-2 0,-3 5-3 16,3 0-1-16,2-1 0 0,1 3-6 0,1 2 2 15,4 1-5-15,2 2-1 16,5-2 4-16,0 1-4 0,0-1-6 0,1-3-2 16,-1 2 12-16,0 1-4 0,1-4 0 15,-3-1 5-15,-1 5 26 0,-1-5 29 0,-2 1 29 16,-3 1 33-16,1-2 21 0,-6 1 18 15,0-2 2-15,-1 3 2 0,-6-2 0 0,-2 3-53 16,2-3-119-16,-1 0 0 0,-1-2 0 16,0-1 0-16,-1-1 0 0,-1-1 0 0,4-2 0 15,-2 0 0-15,2-1 0 0,2-1 0 16,7-3 0-16,-16 3 0 0,11-1 0 16,5-2 0-16,-15 0 0 0,15 0 0 15,-14-2 0-15,14 2 0 0,-15-4 0 0,9 2 0 0,6 2-49 16,-19-4-540-16,12 3-138 15,7 1-170-15,-14-5 63 0,8 3 95 0,6 2-743 16,0 0-928-16</inkml:trace>
  <inkml:trace contextRef="#ctx0" brushRef="#br0" timeOffset="49089.99">19984 5242 3718 0,'9'-5'-187'16,"-9"5"40"-16,1-8 33 0,-1 8 29 0,4-6 36 15,-4 6 43-15,2-7 31 0,-2 7 32 16,0 0 9-16,0 0 4 0,0-10-1 16,0 10-9-16,0 0 8 0,0 0-8 0,2-10 5 15,-2 10 4-15,0 0 10 0,0 0 2 16,0 0 9-16,0 0 14 0,3-6 8 15,-3 6 14-15,0 0 1 0,0 0 5 0,0 0 11 16,0 0 5-16,0 0 2 0,0 0-1 16,0 0 2-16,0 0-10 0,0 0-4 15,0 0-10-15,0 0-2 0,-5-8-4 0,5 8-11 16,0 0 5-16,0 0 38 0,0 0 22 16,0 0-1-16,0 31-3 0,-2-7 12 0,-2 13 0 15,1 16-5-15,-4 5-12 0,2 7-15 16,-3 2-10-16,1 4-16 0,-2 1-13 0,4 4-40 15,-1-1-72-15,3 0 0 16,1-1 0-16,2-6 0 0,0 0 0 0,2-8 0 16,0-6 0-16,-4-11 0 0,4-5 0 15,-1-8 0-15,-1-7 0 0,0-6 0 0,0 1 0 16,0-5 0-16,2-1 0 0,-4-2 0 16,2-1 0-16,0-9 0 0,0 10 0 0,0-10 0 15,0 0 0-15,0 0 0 0,0 0 0 16,0 0 0-16,0 0 0 0,0 0 0 15,0 0 0-15,0 0 0 0,0 0 0 0,0 0 0 16,0 0 0-16,0 0 0 0,0 0-77 0,0 0-721 16,0 0-165-16,0 0 89 0,0 0 86 15,-21-13-807-15,21 13-1037 0</inkml:trace>
  <inkml:trace contextRef="#ctx0" brushRef="#br0" timeOffset="49873.42">19785 6619 4228 0,'-25'-2'35'0,"0"0"33"16,3 2 7-16,2-2 16 0,4 2 25 0,2 0 30 15,2 0 23-15,1 0 8 0,11 0-7 16,0 0-10-16,0 0-17 0,0 0-11 0,0 0-11 16,53-9-6-16,4 4-20 0,10-2-10 15,7 1-4-15,6-2-10 0,4 5-5 0,-4 2-10 16,-5 1-7-16,-9 1-2 0,-7 2-10 16,-14 3-3-16,-4 0 0 0,-9 3-4 0,-1 5 5 15,-8 4 6-15,-8 0 6 0,-4-2 30 16,-5 8 19-16,0 8 19 0,-4-3 0 0,0 7 8 15,-4 4-2-15,-2 2-7 0,2 5-11 16,0 8-5-16,2-9 5 0,4 10-1 16,0 0-16-16,-1-11-5 0,3-1-11 15,1-5-37-15,2-1-33 0,-4-4 0 0,4-5 0 16,-3-5 0-16,-1-6 0 0,-2-5 0 16,-3-1 0-16,4-1 0 0,-2-2 0 15,-2-4 0-15,0 4 0 0,0-9 0 0,-6 16 0 16,-2-6 0-16,-5 2 0 0,-10 3 0 15,-7 3 0-15,-12 2 0 0,-10 1 0 0,-5-1 0 16,-6 1 0-16,-5-1 0 0,-26 3 0 16,-1 1 0-16,2-3 0 0,16-5 0 0,3 1 0 15,1-3 0-15,11 1 0 16,2-1 0-16,10-1 0 0,11-5 0 0,5 0 0 16,7 2 0-16,7-5 0 0,4 0 0 15,3-2 0-15,1 1 0 0,3-2 0 0,1 3 0 16,0-4 0-16,8-1 0 0,-11 4 0 15,11-4 0-15,-9 1 0 0,9-1 0 0,0 0 0 16,0 0 0-16,0 0 0 0,-12-8 0 16,12 1 0-16,1-2 0 0,1-4 0 0,7-8 0 15,0-12 0-15,0-5 0 0,9-15 0 16,-2-6 0-16,11-20 0 0,4-10 0 0,-5-7 0 16,9-3 0-16,0 4 0 0,-5 4 0 15,3 7 0-15,-8 4 0 0,-5 27 0 16,-1 4 0-16,-2 4 0 0,-9 13 0 0,1 5 0 15,1 5 0-15,-5 4 0 0,2 6 0 16,-4 1 0-16,-1 1 0 0,4 3 0 0,-4-2 0 16,-1 4 0-16,3-3 0 0,-4 8 0 15,4-4 0-15,-4 4 0 0,0 0 0 16,0 0 0-16,0 0-611 0,0 0-240 0,2 21-65 16,-10-13 99-16,5 4-882 0,-5 0-1134 15</inkml:trace>
  <inkml:trace contextRef="#ctx0" brushRef="#br0" timeOffset="50389.82">20005 6936 4564 0,'0'0'-99'0,"10"-5"31"0,-10 5 40 0,1-4 42 0,-1 4 44 16,0 0 29-16,0 0 22 16,0 0 20-16,0 0 17 0,0 0-6 0,0 0-7 15,0 0-9-15,0 0-5 0,-37 15-14 16,18-4 3-16,-8 4-4 0,4 4-2 0,-2 2-15 15,0-2-5-15,2 1-2 0,1-1-4 16,3 0-13-16,6-5-3 0,1-1-5 16,4-1-4-16,5-2 0 0,1-1-7 0,4 0-6 15,1 0-1-15,7 1 0 0,2 0-7 16,2-1-6-16,8 3 4 0,-6-3-4 0,4 1 2 16,-3 1-9-16,0-1-1 0,-3-2 19 15,-3 4 22-15,-2-4 35 0,-1 1 33 0,0 1 28 16,-5-2 21-16,-3 1 8 15,2-1 0-15,-4 1-6 0,-1 1-2 0,-5-1-106 16,-2 1-68-16,-1-1 0 0,0-2 0 16,-5 2 0-16,0-3 0 0,-6 1 0 0,1-2 0 15,0 0 0-15,2 1 0 0,2-3 0 16,-2 2 0-16,2-4 0 0,-3 4 0 0,9-3-129 16,-2 0-316-16,5 0-93 0,8-2-90 15,0 0-141-15,-15-6-28 0,15 6 74 0,0 0-693 16,23-17-866-16</inkml:trace>
  <inkml:trace contextRef="#ctx0" brushRef="#br0" timeOffset="50757.41">20211 7174 3931 0,'11'-9'51'0,"0"3"36"0,-4 2 24 0,-3 2 23 16,-4 2 18-16,5-4 21 0,-5 4 17 15,0 0 35-15,0 0 37 0,0 0 11 16,-3 22-4-16,-5-9-12 0,-4 5-7 0,-4 5-13 15,-6 2-11-15,3 2-19 0,0-5-17 16,2 0-20-16,4-3-14 0,3-5-18 0,2-2-13 16,5-1-13-16,-3-3-9 0,6 0-9 15,2-2-26-15,-2-6-68 0,11 7 0 0,-1-7 0 16,1 0 0-16,2-3 0 16,1-3 0-16,-3 0 0 0,1 0 0 0,-3-5 0 15,-5-2 0-15,0-3 0 0,-8-1 0 16,0-7 0-16,-10-6 0 0,-4-2 0 0,1 1 0 15,-7-2 0-15,0 7 0 0,7 2 0 16,-2 2 0-16,6 7 0 0,3 2 0 0,3 5 0 16,0-1 0-16,6 2 0 0,2-2 0 15,4-3 0-15,10 0 0 0,2 2 0 0,12-2 0 16,3 0 0-16,-1 3 0 0,-2 2-124 16,-9 3-628-16,1 0-202 0,0 4 83 0,-6-1 97 15,1 2-830-15,-3 3-1044 0</inkml:trace>
  <inkml:trace contextRef="#ctx0" brushRef="#br0" timeOffset="54273.35">21145 5002 4619 0,'-8'-7'-46'16,"3"1"50"-16,5 6 24 0,-8-6 24 0,5 2 24 15,3 4 21-15,-9-5 17 16,9 5 5-16,-4-5-8 0,4 5-10 0,0 0-2 0,-5-5-5 15,5 5-4-15,0 0 8 16,0 0 17-16,0 0 7 0,0 0 14 0,18-5 9 16,-18 5-1-16,0 0-2 0,26 5 10 15,-15-2 13-15,2 4 6 0,7 5 14 0,5 4 6 16,1 2-2-16,1 3 0 0,7 8-5 16,2 2-4-16,-1 0-55 0,1 2-125 0,1 1 0 15,1 4 0-15,-1 1 0 0,1 3 0 16,5 3 0-16,-2 3 0 0,11 12 0 0,1-2 0 15,-2 2 0-15,5-3 0 0,-15-8 0 16,11 9 0-16,2 3 0 0,1 1 0 0,4-2 0 16,0 3 0-16,4-1 0 0,-2-3 0 15,-3-3 0-15,-4 2 0 0,-11-14 0 16,-6 2 0-16,1-4 0 0,-5 3 0 16,-3-2 0-16,-1-4 0 0,-6-3 0 0,-4-8 0 15,-2-5 0-15,-5-4 0 0,-5-5 0 16,1-2 0-16,-3-1 0 0,1-3 0 0,-2-2 0 15,2 2 0-15,-2-3 0 0,-3 2 0 16,3-4 0-16,-4-3 0 0,6 9 0 0,-4-6 0 16,-2-3 0-16,3 7 0 0,-3-7 0 15,0 0 0-15,5 7 0 0,-5-7 0 16,0 0 0-16,0 0 0 0,-5 9 0 16,5-9 0-16,-13 8 0 0,0-1 0 0,-1-2 0 15,-7 2 0-15,3-4-505 0,-2-1-501 16,6-2 111-16,0-2-1072 0,3-3-1387 15</inkml:trace>
  <inkml:trace contextRef="#ctx0" brushRef="#br0" timeOffset="55172.41">22214 6665 5296 0,'-30'-3'109'16,"5"1"29"-16,2 2 37 0,6-2 52 15,1 2 39-15,5 0 8 0,11 0-12 0,-19 0-22 16,19 0-14-16,0 0-8 0,-4 7-9 16,4-7-21-16,36 12-19 0,9-7-15 15,17 2-114-15,7-2-40 0,5 0 0 0,-3-4 0 16,-3 1 0-16,-1 4 0 0,-15-5 0 15,-9 1 0-15,-2 1 0 0,-11-1 0 16,-10 0 0-16,2 0 0 0,-5-1 0 16,-2 3 0-16,-1 1 0 0,-3 0 0 0,2 2 0 0,-3 3 0 15,-1 2 0-15,0 5 0 16,0 2 0-16,0 10 0 0,-2 5 0 0,-1 1 0 16,-2 3 0-16,-2 5 0 0,2 3 0 15,5 8 0-15,-3-1 0 0,-1-11 0 0,2-1 0 16,-2-2 0-16,1-2 0 0,-2-8 0 15,-1-6 0-15,3-2 0 0,-4-4 0 0,2-3 0 16,-4-2 0-16,2 1 0 0,-2-5 0 16,0 0 0-16,0 0 0 0,-4-3 0 0,-4-1 0 15,-3 1 0-15,-10 1 0 0,-11 3 0 16,-8-4 0-16,-17 5 0 0,-8 0 0 0,-8 0 0 16,-5 2 0-16,-19 7 0 0,1 0 0 15,5 0 0-15,21-4 0 0,1 1 0 0,8-1 0 16,8-1 0-16,11-2 0 0,3 0 0 15,3 1 0-15,6-2 0 0,-1-1 0 16,11 1 0-16,2-2 0 0,3-4 0 0,2 3 0 16,0-1 0-16,-1 0 0 0,5-3 0 15,-3 3 0-15,2-2 0 0,5-2 0 0,-1 1 0 16,1 0 0-16,5-4 0 0,-10 4 0 16,10-4 0-16,0 0 0 0,0 0 0 0,-13-9 0 15,13-2 0-15,0-2 0 0,0-12 0 16,3-12 0-16,1-6 0 0,5-15 0 0,3-2 0 15,1-4 0-15,5-3 0 0,-3 2 0 16,2 4 0-16,-2 5 0 0,1 9 0 16,-5 10 0-16,1 5 0 0,-5 1 0 15,2 11 0-15,-3 3 0 0,-1 5 0 0,-4 1 0 16,3 1 0-16,0 1 0 0,0 1 0 16,-3 1 0-16,1 2 0 0,2-3 0 0,-2 4 0 15,0-4 0-15,-1 4 0 0,3-3 0 16,1 0 0-16,-2 2 0 0,-1-1 0 0,-2 6 0 15,6-11 0-15,-4 8 0 0,-2 3 0 16,2-9 0-16,-2 9 0 0,0-11 0 0,0 11 0 16,-2-10 0-16,0 6 0 0,2 4 0 15,-4-12 0-15,4 12 0 0,-2-6 0 16,2 6 0-16,-2-7 0 0,2 7 0 16,0 0 0-16,0-7 0 0,0 7 0 0,0 0 0 15,-1-7 0-15,1 7 0 0,0 0 0 16,0 0 0-16,7-2 0 0,-7 2 0 0,18-3 0 15,-7 1 0-15,-2 1-1014 0,5-1 58 16,-3 0 105-16,2 2-975 0,-13 0-1254 0</inkml:trace>
  <inkml:trace contextRef="#ctx0" brushRef="#br0" timeOffset="55706.08">22066 6973 4580 0,'0'0'-182'0,"-16"0"81"0,16 0 67 0,-20 0 65 16,8 2 58-16,-1 0 44 0,2-1 41 15,11-1 36-15,-24 1 12 0,14 2 5 0,10-3-15 16,-15 3-16-16,15-3-10 0,-12 2-5 16,12-2-6-16,0 0 0 0,-11 5 5 0,11-5-7 15,0 0-9-15,0 0-14 0,0 0-15 16,61-5-12-16,-25 0-16 0,3 1-8 0,-5 1-10 15,-9-1-8-15,-3 4-11 0,2-1-6 16,-9 1-8-16,0 1 7 0,-1 6 23 0,-5 4-9 16,-3 4-77-16,-6 2 0 15,-4 4 0-15,-3 11 0 0,-5 1 0 0,1-2 0 16,-3 2 0-16,-1-2 0 0,-1-1 0 16,5 0 0-16,4-7 0 0,-2-2 0 0,0-2 0 15,5-1 0-15,-1-1 0 0,1-6 0 16,1-1 0-16,1 0 0 0,-2-1 0 0,1 0 0 15,1-4 0-15,2-5 0 0,2 6 0 16,-2-6-254-16,0 0-360 0,0 0-111 0,0 0-143 16,21-17 55-16,-17 13 103 0,0-4-721 15,-2 3-881-15</inkml:trace>
  <inkml:trace contextRef="#ctx0" brushRef="#br0" timeOffset="55858.24">22094 7362 4019 0,'0'0'98'0,"-7"-5"51"16,7 5 52-16,-9-7 40 15,9 7 40-15,-3-7 24 0,3 7-1 0,-2-6-20 16,2 6-25-16,0 0-31 0,7-17-22 16,5 8-27-16,1 2-62 0,7-5-78 0,8-1-111 15,7 1-111-15,1-5-137 0,10-1-141 16,1-1-140-16,-3 1-144 0,3 1 47 0,-9 0-605 16,-1 2-760-16</inkml:trace>
  <inkml:trace contextRef="#ctx0" brushRef="#br0" timeOffset="56205.12">22700 6965 3586 0,'-3'-12'13'16,"-8"3"60"-16,2 1 49 0,2 3 44 16,-1-1 34-16,-4 1 28 0,3 2 6 0,-5 1-3 15,14 2-9-15,-32 2-7 0,10 2-5 16,-11 6-5-16,5 1-1 0,-3 3-13 0,6 1-12 16,2 6-15-16,6 0-10 0,4-3-11 15,5-2-3-15,5-1 2 0,3 0-5 0,3-2 0 16,3 5-6-16,3 2-4 0,11 1-4 15,-4-1-2-15,2-3-3 0,-2-1 3 16,-4-3 9-16,-1 3-106 0,3-3-24 16,-4-1 0-16,-1 0 0 0,-5-1 0 0,2-1 0 15,-4 0 0-15,-2-1 0 0,-4 3 0 16,-4 0 0-16,-3-1 0 0,-4 0 0 16,-3 1 0-16,-1-4 0 0,-3 3 0 0,1-5 0 15,-3 2 0-15,3-4 0 0,3 2 0 16,-2-5 0-16,4 1 0 0,2 0 0 0,-3-1 0 15,5-1 0-15,1 0 0 0,11 0 0 16,-19-1 0-16,10-1 0 0,1-1-246 0,0 0-523 16,0 0-155-16,-1-5 62 0,4 2 99 15,-2-2-811-15,3 1-1015 0</inkml:trace>
  <inkml:trace contextRef="#ctx0" brushRef="#br0" timeOffset="57038.14">23762 4720 4601 0,'2'5'20'0,"-1"1"41"0,-1-6 39 0,0 0 34 15,8 3 34-15,-8-3 33 16,0 0 29-16,0 0 10 0,34-10 1 0,-20 4-3 16,1 0-7-16,0-3-9 0,4-1-13 15,-2-2-12-15,7-5-12 0,-1-5-1 0,1 1-20 16,1-7-9-16,3-8-16 0,1-5-11 15,-2-5-13-15,-1-6-87 0,-5-4-28 16,0-5 0-16,-2 1 0 0,-6-3 0 0,5 5 0 16,-7 1 0-16,-2 3 0 0,0 11 0 15,-8 1 0-15,1 0 0 0,-2 3 0 0,0 9 0 16,0 6 0-16,-2 6 0 0,1 1 0 16,-1 2 0-16,0 6 0 0,-3 4 0 0,5 5 0 15,0 0 0-15,-22 14 0 0,4 9 0 16,7 7 0-16,-1 8 0 0,5 16 0 0,0 5 0 15,3 5 0-15,6 3 0 0,1 0 0 16,9-2 0-16,5 0 0 0,4-2 0 16,2-2 0-16,3-5 0 0,5-7 0 15,-3-2 0-15,3-10 0 0,-2-2 0 0,-10-12 0 16,-1-1 0-16,0-7 0 0,-3-6 0 16,-3-4 0-16,-3-3 0 0,0-2 0 15,3-6 0-15,-1-2 0 0,0-5-507 0,0-1-133 16,-6-7-159-16,-1 1-81 0,-6 3 87 15,-2-3-762-15,-3 1-998 0</inkml:trace>
  <inkml:trace contextRef="#ctx0" brushRef="#br0" timeOffset="57406.52">24162 4197 4030 0,'-20'2'-10'0,"-2"-1"67"16,3-1 46-16,-1 2 48 0,7-2 49 16,0 2 60-16,0-2 63 0,3 2 37 15,-2-1 1-15,12-1-1 0,0 0-12 0,-14 0-14 16,14 0-10-16,0 0-13 0,0 0-13 15,36-5-38-15,-8 3-139 0,16-1-121 16,4 1 0-16,13-2 0 0,-9 2 0 0,-2 0 0 16,-2-2 0-16,-2 4 0 0,-8-1 0 15,-7-1 0-15,-9 2 0 0,-3 0 0 16,-3-3 0-16,-1 3 0 0,-4-2 0 0,-3 2 0 16,-8 0 0-16,15 0-139 0,-15 0-243 15,0 0-91-15,0 0-86 0,0 0-117 0,0 0-165 16,0 0 69-16,0 0-707 0,0 0-927 15</inkml:trace>
  <inkml:trace contextRef="#ctx0" brushRef="#br0" timeOffset="57621.37">24992 4211 4624 0,'-16'-7'307'15,"16"7"21"-15,-14-7 29 0,14 7 5 16,-2-8 2-16,2 8-16 0,7-14-32 16,4 7-32-16,0 2-29 0,6-4-41 0,6 3-68 15,-1 0-88-15,5 3-109 0,2-1-114 16,-2 4-109-16,1-1-129 0,-5 1-144 16,4 1-170-16,-3 3-110 0,-4-1 72 0,-7 1-682 15,-5 1-886-15</inkml:trace>
  <inkml:trace contextRef="#ctx0" brushRef="#br0" timeOffset="57804.95">25063 4396 3884 0,'-13'9'172'0,"3"-2"77"0,3-2 44 15,-1-2 42-15,8-3 36 0,-10 5 18 16,10-5 14-16,-7 4-6 0,7-4-30 0,0 0-34 16,0 0-40-16,0 0-33 15,0 0-51-15,0 0-78 0,55-2-99 0,-18-3-130 0,2 1-120 16,6-1-116-16,-2-3-133 15,-1-2-159-15,7-4-237 0,-11 0 51 0,1 1 98 16,-5-2-642-16,-1 1-810 0</inkml:trace>
  <inkml:trace contextRef="#ctx0" brushRef="#br0" timeOffset="58137.49">25907 3783 4135 0,'-31'-6'212'0,"6"3"27"0,-2 0 44 0,0 0 42 16,6 2 31-16,-1-1 14 0,8 0-12 16,0 1-30-16,1 1-33 0,13 0-23 15,-18-3-23-15,18 3-15 0,0 0-18 0,0 0-20 16,0 0-73-16,50-3-123 0,-7 3 0 16,0 3 0-16,1 1 0 0,-2 4 0 15,-4 0 0-15,-6 4 0 0,-1 2 0 0,-10 6 0 16,-4 4 0-16,-5 5 0 0,-9 7 0 15,-3 3 0-15,-3 1 0 0,-9 12 0 0,1-1 0 16,-5-1 0-16,-1-1 0 0,3-2 0 16,1 1 0-16,2-10 0 0,1-1 0 0,1-2 0 15,2-3 0-15,-4-3 0 16,8-5 0-16,-1-5 0 0,0-3 0 0,2-4 0 16,2-2 0-16,0-2-535 0,2-3-228 15,-2-5-167-15,0 0 78 0,0 0 92 0,23-13-720 16,-17 5-927-16</inkml:trace>
  <inkml:trace contextRef="#ctx0" brushRef="#br0" timeOffset="58321.71">25851 4410 3953 0,'-23'-5'98'0,"-1"0"73"15,8 0 60-15,-4-2 70 0,5 3 76 0,2-1 55 16,-3 0 35-16,5 2 20 0,2-1-25 16,0 1-34-16,9 3-41 0,-13-5-40 15,13 5-297-15,0 0-50 0,25-13 0 16,10 5 0-16,2 0 0 0,17-3 0 0,1 3 0 15,3-7 0-15,1 3 0 0,0-5-380 16,6 3-294-16,-6-10-185 0,0 2-24 0,-2-3 95 16,1 3-779-16,0-3-1009 0</inkml:trace>
  <inkml:trace contextRef="#ctx0" brushRef="#br0" timeOffset="58638.48">26830 3913 4314 0,'0'0'1'0,"-25"7"40"0,4-1 58 16,-6 9 55-16,-1 1 65 0,0 3 62 15,-1 4 15-15,4 3 13 0,0-1 2 0,4 4-9 16,4 0-25-16,3-2-15 0,5 2-5 16,5-4-9-16,4-3-14 0,8-4-11 0,1 0-21 15,10 2-41-15,4-3-161 0,4-2 0 16,7-7 0-16,2-4 0 0,0-4 0 0,5-6 0 15,-1-3 0-15,-6-3 0 0,0-2 0 16,-3-7 0-16,-4-4 0 0,-6-4 0 0,-5-2 0 16,-5-3 0-16,-8-3 0 15,-5-1 0-15,-10 4 0 0,-13-6 0 0,-11 8 0 16,-13 7 0-16,-13 7 0 0,-15 9 0 16,-5 9 0-16,-28 9 0 0,-200 16-635 15,222-15-372-15,18-4 119 0,6 2-1037 16,1-1-1347-16</inkml:trace>
  <inkml:trace contextRef="#ctx0" brushRef="#br0" timeOffset="77819.25">21957 6673 1470 0,'0'0'203'16,"0"0"-59"-16,8-8-18 0,-6 6 5 0,-2 2 14 15,5-5 19-15,-5 5 13 0,8-5-8 16,-8 5 4-16,3-5 2 0,-3 5 4 0,0 0-4 15,6-6 1-15,-6 6-3 0,0 0-3 16,0 0-7-16,5-6-13 0,-5 6-3 0,0 0-9 16,0 0-7-16,0 0-3 0,0 0-2 15,0 0-4-15,1-4-3 0,-1 4-9 0,0 0 2 16,0 0-5-16,0 0 11 16,0 0-8-16,0 0-5 0,-26 4-3 0,6-2-10 15,1 2 1-15,-7 0-1 0,-15 4-1 16,2 0 3-16,-8-3-10 0,2 3 3 0,-3-4-9 15,-9 4 0-15,11-4-8 0,0-1-7 16,8-1 2-16,6 1-5 0,7-2 5 0,7 1-5 16,2 0-5-16,1-2-8 0,3 0-1 15,12 0-5-15,-18 0-1 0,8 2-8 0,10-2-1 16,-15 0-4-16,15 0-1 0,-12 0-5 16,12 0-2-16,-13-2 0 0,13 2-4 15,-20 0 3-15,11-2-4 0,0 0 0 0,9 2-8 16,-19-1 1-16,7-1 1 0,12 2-5 15,-17 0 2-15,8-1 2 0,-1-1-1 16,10 2 0-16,-13-3 0 0,5 1-3 16,8 2-3-16,-11-2 7 0,11 2-3 0,0 0-2 15,-14-3-4-15,14 3 6 0,0 0-4 16,-11-2 3-16,11 2-4 0,0 0-2 0,-16-3-1 16,16 3 8-16,0 0-8 0,-11 0 4 15,11 0-5-15,0 0 6 0,0 0 0 0,-14 0-2 16,14 0-1-16,0 0 3 0,0 0-3 15,0 0 5-15,0 0-2 0,0 0 0 16,-14-2-3-16,14 2 3 0,0 0 4 0,0 0-6 16,0 0-5-16,0 0 0 0,0 0-1 15,-4-4 4-15,4 4 3 0,0 0-6 16,0 0-3-16,0 0 4 0,0 0 4 0,0 0-7 16,0 0 4-16,0 0-2 0,0 0 8 15,0 0-1-15,0 0-1 0,0 0-2 0,0 0-1 16,0 0 6-16,0 0-7 0,0 0-1 15,0 0-4-15,0 0 9 0,0 0 0 0,0 0 4 16,0 0-8-16,0 0 2 0,0 0 4 16,0 0-1-16,0 0-4 0,0 0 1 0,0 0 1 15,0 0-5-15,0 0 4 0,0 0-1 16,0 0-5-16,0 0 2 0,0 0 2 16,0 0-3-16,0 0 4 0,0 0-6 15,27 9 8-15,-27-9 0 0,4 14 1 0,-3-4 4 16,-1 2-5-16,2 2-2 0,2 4 7 15,-4 1 2-15,2 3-1 0,-2-3 0 16,2 3 0-16,-2 3-3 0,1-2 1 0,-1 4-1 16,0-3 3-16,2 1-5 0,0-2 5 15,0-3-3-15,-2 1 6 0,0-3-2 0,2 0-3 16,-2 0-1-16,0-2 1 0,0-3-2 16,0 4 3-16,0-3 0 0,3 1 1 0,-6 1-4 15,3 1 7-15,0-3-4 0,-2 1-1 16,2 1 0-16,0-1 1 0,-4 3-1 15,4-4 1-15,-2 3 3 0,2-4-4 16,0 1 4-16,-1 0-2 0,-1-3 2 0,2 3-3 16,0-1 0-16,-2-2 6 0,2 3-6 15,0-2-3-15,-2 1-3 0,0-1 7 0,2 1-3 16,-2 0 5-16,1 3-5 0,-1 0 0 16,-2 1 12-16,1-3-7 0,1 4-7 0,0-3 3 15,1 1-4-15,-1-4 6 16,0-2 2-16,0 1-3 0,0-3 0 0,2 1 0 15,-2-2-2-15,2-1 8 0,-1 0-10 16,1-6 8-16,0 10-2 0,0-10 0 0,0 11-2 16,0-11 2-16,0 6 2 0,0-6 3 15,0 8-1-15,0-8-1 0,0 0 2 0,-2 6 0 16,2-6-6-16,0 0 7 0,0 6-10 16,0-6 1-16,0 0-2 0,0 0 0 0,0 0 4 15,0 9-5-15,0-9 6 0,3 4-2 16,-3-4 2-16,0 0 2 0,8 4 7 0,-8-4-3 15,7 4 3-15,-7-4-1 0,16 2 4 16,-9 0-5-16,5-2-3 0,1 2-2 16,5-2 4-16,0 0-3 0,5-2-2 0,4 2-3 15,2-2 2-15,-1 0-1 0,-1 2 1 16,0-4-3-16,-3 4-2 0,-3 0 8 16,1-3-3-16,-8 3-1 0,0-1-5 15,-3 1 1-15,0 0 2 0,-11 0 0 0,20-2 1 16,-20 2 4-16,14 0-2 0,-14 0 5 15,13 0 0-15,-13 0-4 0,0 0 1 0,12 0-7 16,-12 0 5-16,0 0-4 0,12 0 2 16,-12 0 1-16,0 0 2 0,0 0-6 0,13 0 2 15,-13 0 0-15,0 0 2 0,0 0 3 16,0 0-2-16,11 0-3 0,-11 0 0 0,0 0 0 16,0 0-2-16,0 0-1 0,0 0 0 15,0 0 0-15,0 0 0 0,0 0 0 16,9-2 0-16,-9 2-13 0,0 0-22 15,0 0-34-15,0 0-42 0,0 0-64 0,0 0-75 16,0 0-125-16,0 0-160 0,0 0-175 16,0 0-117-16,0 0 90 0,-29-6-744 0,22 3-928 15</inkml:trace>
  <inkml:trace contextRef="#ctx0" brushRef="#br0" timeOffset="80272.27">21361 7020 4046 0,'-14'0'-50'16,"-1"1"30"-16,-1-1 37 0,5-1 32 0,11 1 40 15,-17 0 39-15,17 0 26 0,-15 0 9 16,15 0-2-16,-12 1-8 0,12-1-5 0,0 0-8 15,0 0-2-15,-15-1-9 0,15 1-2 16,0 0-11-16,0 0-11 0,21-12-8 0,-6 6-10 16,3 0-11-16,-4 1-6 15,2-1-12-15,-1 3-3 0,-3-1-8 0,-3 1-4 0,0 3-9 16,-9 0 5-16,16 9 15 16,-10-1 7-16,-6 6 11 0,-2 5 4 0,-8 13 12 15,0 2 12-15,-2 1 10 0,-2 0 1 16,3-1-4-16,-3 0-6 0,4-1-9 0,1-4-9 15,4-4-4-15,-2-4 0 0,5-4-13 16,-1 0-9-16,1-5-6 0,-2 0-3 16,2-1-7-16,0-2-5 0,1 0-6 0,1-1-30 15,0-8-23-15,0 10-57 0,0-10-61 16,3 2-65-16,-3-2-67 0,0 0-78 0,22-12-67 16,-13 0-64-16,-2 2-74 0,3 0-103 15,0 0-48-15,-5 1 65 0,3 2-516 16,-2-3-623-16</inkml:trace>
  <inkml:trace contextRef="#ctx0" brushRef="#br0" timeOffset="80452.77">21338 7327 3056 0,'-11'4'36'15,"11"-4"70"-15,0 0 41 0,0 0 38 16,-22 0 42-16,22 0 38 0,0 0 29 0,-14-3 22 16,14 3-6-16,0 0-23 0,0 0-29 15,-1-8-24-15,1 8-28 0,0 0-20 16,17-14-32-16,-4 7-53 0,1 2-72 0,3-2-72 15,-2 2-74-15,7-3-95 0,-2 1-104 16,-1 0-95-16,2 0-105 0,-4 2-159 16,4-3 22-16,-8 6 77 0,5-4-403 15,-7 5-456-15</inkml:trace>
  <inkml:trace contextRef="#ctx0" brushRef="#br0" timeOffset="80767.39">21714 7043 2573 0,'-3'-5'49'0,"3"5"43"0,-9-6 24 16,9 6 28-16,0 0 31 0,-25 5 26 0,14 3 22 16,-1 1 10-16,-3 5-5 0,1 3-5 15,5 1-15-15,-2-1-20 0,2-1-15 16,6 1-15-16,1-1-17 0,4-1-5 16,-1 1-17-16,6-1-6 0,2-3-6 15,0-1-11-15,3-1-6 0,1-5-11 0,3 0-5 16,-3-1 0-16,0-4 7 0,-13 0 19 15,21-6 11-15,-12 0 5 0,0 0-12 0,-6-2-2 16,-3-4-6-16,0-2-15 0,-3-8-7 16,-6 1-9-16,-4-8-7 0,1-1-9 0,-4 7-12 15,-4 0-23-15,2 11-42 16,-3 4-47-16,-2 4-63 0,-1 6-69 0,-13 7-104 0,2 4-112 16,-1 3-141-16,2 1-199 15,7 3 68-15,2-1 72 0,4 0-491 0,8-1-582 16</inkml:trace>
  <inkml:trace contextRef="#ctx0" brushRef="#br0" timeOffset="83267.25">20588 3185 3221 0,'-5'-14'-51'0,"-6"5"8"16,-11 12 3-16,-31 23 6 16,-33 29 20-16,-42 46 20 0,-20 25 24 0,-21 25 26 15,-23 33 17-15,-19 31 20 0,-96 96 0 16,22 3-9-16,75-78 16 0,-82 89-13 16,93-108-7-16,2-9-6 0,3-21 24 0,11-22-3 15,5-22 15-15,7-19-3 0,5-19-6 16,10-16-9-16,34-34-14 0,0-14-2 0,6-14-9 15,-1-17-4-15,6-18-8 0,5-18-21 16,4-18-9-16,8-18-18 0,3-18-9 16,-14-43-5-16,36 14-13 0,-9-53-5 15,13-12-17-15,11-8-2 0,15-4-1 0,16 38-1 16,-2-54-10-16,14 41 4 0,9 1 1 16,5 8 3-16,10 11 9 0,1 17 21 0,9 21 13 15,-2 19-7-15,4 35-2 0,7 17 2 16,9 27 4-16,18 26 4 0,29 38 9 15,43 55 5-15,17 27 1 0,21 22 10 0,26 18-3 16,9 17 9-16,7 9 0 0,13-3-1 16,-2-1-3-16,8-9-14 0,-11-17-5 0,-4-17 1 15,-15-20-16-15,-23-17-28 0,-23-17-43 16,-47-32-43-16,-15-10-43 0,-14-6-37 0,-13-8-38 16,-27-13-46-16,-11-13-77 0,-13-13-155 15,-4-6 45-15,-6-11-182 0,-4-8-154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26T02:39:12.7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11906 1997 992 0,'-2'-5'211'0,"-2"1"-24"0,4 4-8 0,-5-12 16 16,1 7-2-16,4 5 2 0,0 0-15 0,-3-10-14 16,3 10-12-16,-5-5-14 0,5 5-6 15,0 0 11-15,0 0 11 0,0 0 0 16,0 0-10-16,-4 29-14 0,6-13-6 0,-2 0-12 16,2 7-9-16,1 0 5 0,-1 1-13 15,1-1-5-15,1 2-11 0,-2-7-5 16,1 3-7-16,-1-6-9 0,0-1-6 15,0-2-6-15,-2-1 0 0,2-2 25 16,0-2 17-16,0 2 25 0,-2-1 27 0,0-8 17 16,1 8-13-16,-1-8-12 0,0 0-18 15,0 0-9-15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26T02:39:17.84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5960 2363 427 0,'-2'-9'225'16,"0"1"-46"-16,2 0 0 0,-1 1 5 0,-3 1-9 15,2-2-1-15,2 8-17 0,-4-12-11 16,4 12-13-16,-3-9-6 0,3 9-14 16,0 0 2-16,-4-6 5 0,4 6-4 0,0 0-10 15,0 0-9-15,0 0 3 0,0 33 0 16,2-22-8-16,2 3-6 0,-4 1-6 0,3-1-15 16,1 4 0-16,-2-3-8 0,1 3-11 15,1-3 1-15,-2-1 0 16,0-1 6-16,1 1-16 0,-1-3-13 0,-2-1-31 0,1-2-22 15,-1 1-23-15,2-1-30 0,0-2-20 16,0-1-58-16,-2-5-92 0,0 0-91 16,0 0-165-16,0 0 6 0,0 0-54 15,0 0-59-15</inkml:trace>
  <inkml:trace contextRef="#ctx0" brushRef="#br0" timeOffset="452.68">5802 2060 1406 0,'-18'3'-62'15,"0"3"30"-15,-3 2 42 16,2 2 21-16,-11 3 29 0,3 5 12 0,-9 9 14 16,1 2 6-16,3 3 6 0,1 3 2 15,4 2 4-15,3 6-9 0,1 2-2 16,6 1-2-16,2 4 4 0,3 1 9 0,6 3-10 15,5-10-3-15,1 1-13 0,3 9-7 16,11-2-7-16,1-1-2 0,4-2 10 0,8-5-8 16,5-2-5-16,6-3-1 0,12-8-4 15,1-1-11-15,10-7 0 0,6-5 1 16,5-9-2-16,0-2-4 0,-2-11 0 16,-2-2-1-16,-9-1-3 0,-5-9 11 15,-5-3 9-15,-5-6 11 0,-6-2 10 0,-6-6 1 16,-8-6 8-16,-8-10 2 0,-6-1-5 15,-6-9 2-15,-8-3-14 0,-6-1-6 0,-6-3-19 16,-15-18-3-16,-3 9 4 0,-5 6-9 16,7 22-3-16,-6 1-10 0,-2 13-4 15,-4 2-4-15,-2 8-2 0,-2 8-12 0,9 10-21 16,5 5-12-16,-9 5-32 0,5 7-27 16,-5 7-27-16,7 6-34 0,9-1-31 0,2 4-40 15,6 1-58-15,2-2-54 0,7 3-101 16,6-5-115-16,4-2 56 0,6-1-49 15,7 9-47-15</inkml:trace>
  <inkml:trace contextRef="#ctx0" brushRef="#br0" timeOffset="1050.06">7218 2508 1590 0,'0'0'34'0,"0"0"-2"0,0 0 17 16,-15 19 7-16,11-8 18 0,0-2 15 0,1 7 0 16,-1 1-3-16,0 3-1 0,2-1-8 15,-4 4 0-15,6-5-4 0,-4 5 0 0,2-4-2 16,-1 0-2-16,-1-2 5 0,0 0 5 15,1-1-10-15,1-5 6 0,-2 2-2 16,1-3 15-16,1-2 12 0,1 1 16 0,-1-1 30 16,2-8 24-16,-2 8 2 0,2-8-14 15,0 0-23-15,0 0-12 0,0 0-15 16,0 0-11-16,4-28-10 0,-3 18-10 0,4-2-1 16,1 1-12-16,-3 1-6 15,3 0-11-15,-1 1-10 0,1 1-2 0,4-1-3 16,1 4-7-16,0-2-4 0,5 4-5 15,-3-1-2-15,4 2-3 0,-4 2-8 0,-13 0-5 16,31 4 1-16,-17-4-7 0,-1 4 1 16,-1-3-2-16,-12-1 5 0,16 2-4 15,-5 0 2-15,-11-2-3 0,12 1 13 0,-12-1 5 16,0 0 9-16,18-1 33 16,-18 1 14-16,9-7-5 0,-1-3-10 0,-5 3-6 0,3-7-3 15,4-3-7-15,-1-3-3 16,0 3-2-16,-2 3-6 0,0 2-4 0,3 1-6 15,-3 1-4-15,1 2-1 0,2 3 0 16,-1 3-6-16,-9 2 6 0,21 0-6 16,-10 2-1-16,5 5 0 0,0 0 1 0,0 4-8 15,-1 0-24-15,1 1-33 0,-3 0-29 16,0 1-72-16,0-1-51 0,3 2-53 0,-1-3-30 16,2 0-32-16,0-2-86 0,2-4-164 15,1-5-8-15,0 0-241 0,7-2-316 16</inkml:trace>
  <inkml:trace contextRef="#ctx0" brushRef="#br0" timeOffset="1233.2">8239 2522 2327 0,'0'0'40'0,"0"0"19"0,-26 14 13 16,26-14 5-16,0 0 0 0,-10 3-12 15,10-3-3-15,0 0-7 0,0 0-6 0,0 0-3 16,0 0-2-16,22 10-16 0,-10-8-41 15,12-2-34-15,2 0-33 0,16-5-54 16,2 0-80-16,15-2-103 0,1-5-171 0,-1 0-93 16,-2 3-82-16</inkml:trace>
  <inkml:trace contextRef="#ctx0" brushRef="#br0" timeOffset="1666.39">8924 2399 1695 0,'0'0'64'15,"-11"0"17"-15,11 0 17 0,0 0 14 0,0 0 3 16,-20 5 14-16,15 0 2 0,-1 4 4 16,2-1 3-16,-2 1-14 0,2 4-10 15,-1 3-10-15,3-4-16 0,0 1 8 0,2 1-19 16,2 0-10-16,-2-1 1 0,4-2-2 16,-1 1-10-16,-1-2-6 0,2-2-1 0,0 1 1 15,0-1-10-15,2-6 1 0,-6-2-3 16,15 2-6-16,-15-2-4 0,0 0 3 15,23-8-4-15,-16 4-9 0,1 0 0 16,0-1-3-16,-8 5 5 0,15-6 3 16,-10 4-13-16,-5 2-9 0,10-4 1 0,-10 4-6 15,0 0 7-15,0 0-7 0,21 0 8 16,-21 0 0-16,13 6 1 0,-13-6 5 0,13 6 5 16,-2-1 1-16,-6-1 1 0,2 1 16 15,1-2 4-15,-8-3 22 0,17 6 18 16,-11-2 27-16,-6-4 21 0,16 2 18 0,-16-2 7 15,14-2-4-15,-14 2-9 0,16-6-7 16,-8 2-16-16,-3 0-11 0,2-4-8 16,0 3-10-16,0-5-14 0,-3 2-14 15,2-3-34-15,-5-1-43 0,3-5-45 0,0 2-65 16,2-7-73-16,-2-1-67 0,3 3-63 16,-1-1-85-16,1 3-135 0,4 0-106 15,-4 6 63-15,0 0-275 0,3 6-353 0</inkml:trace>
  <inkml:trace contextRef="#ctx0" brushRef="#br0" timeOffset="2049.77">9545 2369 2300 0,'0'0'-52'0,"1"12"42"16,4-4 39-16,-5 2 35 0,0-3 22 0,0 3 17 15,2 0 3-15,-2 2 2 0,2 0 6 16,-2 0 1-16,2 0 9 0,-2 2-5 15,0-1 8-15,-2-2-4 0,2 3 7 0,-4-2 12 16,-1 1-1-16,0 1 7 0,-1-1-13 16,-5 3-9-16,-1-5-10 0,-1 1-5 0,2-2 6 15,-3-3 11-15,5-6-2 0,9-1-13 16,-27-8-11-16,16-5-14 0,-1-3-9 16,5-6-8-16,1 2-13 0,6 2-5 0,0-3-4 15,0 2-13-15,4 2 0 0,3 2-11 16,-1 1 1-16,8 0-2 0,-3 4-7 0,0 1-2 15,7 4-3-15,-7 1-4 16,4 3 0-16,-2-2 0 0,-13 3 2 16,31 6-4-16,-14-2-1 0,-2-1-2 0,5 6-4 15,-5-2 2-15,2 1-21 0,2 1-39 16,2 1-50-16,-2-2-43 0,8 8-58 0,1-1-56 16,1-3-47-16,-6-3-90 0,1-4-105 15,-1 0-128-15,4-3 48 0,-2 0-250 16,2-4-324-16</inkml:trace>
  <inkml:trace contextRef="#ctx0" brushRef="#br0" timeOffset="2284.11">10247 2259 2207 0,'-7'-8'28'0,"5"-1"36"0,1 2 37 16,1 7 21-16,-8-5 10 0,8 5-10 16,-3-6-12-16,3 6 24 0,0 0 20 15,-20 25 9-15,11-4 9 0,-2 10 4 0,-5 14-2 16,3 3-8-16,-1 3-13 0,1 5-15 15,-2 2-11-15,2-4-8 0,1-1-14 0,3-5-5 16,1-7-14-16,3-1-7 0,-4-5-8 16,6 0-34-16,-3-10-36 0,2-4-47 15,-1-1-63-15,-4-5-60 0,6 2-62 0,-1-7-83 16,0-2-119-16,-3-4-166 16,1-1-1-16,6-3-264 0,0 0-348 0</inkml:trace>
  <inkml:trace contextRef="#ctx0" brushRef="#br0" timeOffset="2451.67">9862 2340 2624 0,'-6'-15'127'0,"1"3"32"0,0 4 23 0,1 1-1 15,2 1-7-15,2 6-26 0,0 0-15 16,0 0-12-16,0 0-16 0,0 0-6 0,-2 25-5 16,6-11-22-16,2-1-51 0,2 3-85 15,9 11-104-15,-5-8-143 0,2-4-227 16,6 3-55-16,-4-5 64 0,-2-5-164 0,-3-1-187 15</inkml:trace>
  <inkml:trace contextRef="#ctx0" brushRef="#br0" timeOffset="3133.01">11282 1886 1888 0,'-7'-5'-28'16,"7"5"3"-16,0 0 21 0,0 0 29 16,-29 20 32-16,15 3 23 0,-9 16 28 15,-2 7 22-15,1 8 6 0,-1 11 25 0,3 0-1 16,-3 20 29-16,5 3-6 0,-3-1-9 16,11-14 3-16,5-3-6 0,-3-3-13 0,3 0-9 15,-1-2-13-15,-2-4-15 0,3-3-21 16,0 1-10-16,-4-6-4 0,4-12-13 15,3-3-9-15,-1-4-25 0,-1-8-39 16,4-3-53-16,-2-9-47 0,2-2-41 16,0-1-50-16,0-5-78 0,0 0-107 0,2-6-120 15,0 0-70-15,0 0 56 0,0 0-135 16,12-43-142-16</inkml:trace>
  <inkml:trace contextRef="#ctx0" brushRef="#br0" timeOffset="3349.88">11388 2433 1916 0,'7'-14'87'0,"1"7"4"0,-2-1-3 0,0 6-1 16,-6 2 46-16,0 0 27 0,11 14 17 15,-10-2 0-15,4 5-10 0,-3 5-20 16,5 12-7-16,-3 3-13 0,2 1-18 16,-1-5-8-16,2 2-12 0,-4-7-39 15,1-6-42-15,2 0-33 0,-5-5-44 0,3-2-29 16,0-1-25-16,-1-2-16 0,-3-4-29 15,3-2-70-15,-3-6-56 0,0 0-31 0,0 0-26 16,0 0-27-16,0 0-182 0,2-26-62 16</inkml:trace>
  <inkml:trace contextRef="#ctx0" brushRef="#br0" timeOffset="3717.11">11502 2479 1468 0,'4'-27'-9'0,"-4"5"47"0,0 2 28 16,0 4 22-16,0 2 8 0,4 2 9 0,-2 2 4 15,-1-2-2-15,5 2 8 0,4 5 0 16,-1 1-5-16,2 0 8 0,-11 4-6 15,22 2-8-15,-8 0-4 0,-2 2 1 16,1 5 4-16,-1 2-2 0,3 2 20 16,-5-2 7-16,1 3 19 0,1 3 9 0,-4 1 9 15,-3-3 6-15,-1 3-4 0,2-5 3 16,-5-1 0-16,1-1-2 0,2-1-7 0,1-1-9 16,-3-1-15-16,-1-1-17 0,1-2-10 15,-2-5-14-15,8 12-10 0,-7-5-9 16,5 1-7-16,-1 2-6 0,0-1-9 0,3 3 0 15,-1 3-5-15,0 3-8 0,2 1-1 16,-4-1-2-16,3 2-1 0,-3 1 2 16,-1-4 6-16,-2 0 2 0,-1 1 7 15,-1 0-6-15,0 0 1 0,-3 0 11 0,-3-1 4 16,1 1 4-16,-5-1-11 0,0-3-7 16,-1-2-5-16,2-1 1 0,-5-1-8 15,1-2-3-15,-3-1-24 0,4-1-32 0,-2-3-65 16,-1-3-67-16,1-3-111 0,-1-3-126 15,1-1-169-15,1-1-248 0,8-2 45 0,1-4 97 16,2 1-455-16,4-5-587 0</inkml:trace>
  <inkml:trace contextRef="#ctx0" brushRef="#br0" timeOffset="3932.63">12535 2627 3374 0,'-14'2'170'0,"14"-2"50"0,0 0 37 16,-7 5 16-16,7-5-15 0,0 0-22 0,0 0-28 15,0 0-16-15,0 0-24 0,0 0-20 16,0 0-55-16,32-7-68 0,-7 1-83 0,9-4-95 16,5 4-109-16,-1-1-121 0,4-3-120 15,0 2-186-15,0-1 51 0,-1-1-361 0,2 4-474 16</inkml:trace>
  <inkml:trace contextRef="#ctx0" brushRef="#br0" timeOffset="4165.88">13259 2334 2813 0,'-10'-15'40'0,"3"3"62"0,1 3 76 16,3 1 54-16,-3 2 37 0,6 6 7 15,-4-8-18-15,4 8-23 0,-6-5-26 0,6 5-12 16,0 0 9-16,-9 23-20 0,3-6-7 15,-3 12-14-15,1 6-16 0,-2 0-9 0,5 5-11 16,-1 1-16-16,3 0-8 16,-2 3-10-16,1-3-7 0,2-2-33 0,1 0-57 15,1-1-51-15,0-9-61 0,1-3-80 0,-1-6-62 16,-1-3-73-16,1 0-80 0,-4-3-114 16,2-3-193-16,2-5 53 0,-2-3-412 15,2-3-546-15</inkml:trace>
  <inkml:trace contextRef="#ctx0" brushRef="#br0" timeOffset="4315.91">13046 2706 3021 0,'-7'-4'50'0,"-4"1"42"0,11 3 43 15,-9-5 27-15,9 5 11 0,0 0-10 16,-7-5-17-16,7 5-19 0,0 0-3 16,0 0-18-16,0 0-20 0,0 0-62 15,0 0-75-15,54 5-79 0,-25-4-56 0,15-1-86 16,3-1-108-16,3-4-200 0,17 5 22 15,-2-4-208-15,-6 0-256 0</inkml:trace>
  <inkml:trace contextRef="#ctx0" brushRef="#br0" timeOffset="4750.57">13625 2779 2209 0,'-9'5'82'16,"-1"-1"43"-16,3-1 44 0,7-3 39 0,-10 5 29 15,10-5 10-15,0 0-6 0,-10 4-13 16,10-4-10-16,0 0-10 0,0 0-14 15,0 0-9-15,0 0-17 0,0 0-16 16,0 0-15-16,0 0-8 0,0 0-11 16,0 0-9-16,0 0-14 0,-5-14-8 0,5 14-10 15,1-20-18-15,-1 4-11 0,0-1-11 16,0-2-10-16,-1-6-7 0,-1 4-3 0,-2-1 3 16,0 3-6-16,3 1-3 0,-5 3-1 15,1 1-2-15,3 3-4 0,-1 1 3 16,-1-2-6-16,2 4 1 0,0 1 0 0,2 7 3 15,-3-14-6-15,3 8 3 0,0 6 0 16,-2-11-3-16,2 11-10 0,2-10 1 16,-2 10-9-16,5-14 5 0,4 4-1 15,5 2 2-15,-3-1-1 0,1 0 0 0,-2 3-4 16,-3 2 0-16,0 1-2 0,-7 3 5 16,16 0 7-16,-16 0 15 0,20 15 7 0,-13-3 4 15,2 5 2-15,5 12-1 0,-1-3-2 16,-2 3 0-16,1-1-5 0,1 1 1 15,-1-2 3-15,1 1-5 0,-2-7-21 0,-1-4-28 16,-1 0-43-16,1-3-65 0,-2-4-65 16,-1 2-73-16,1-4-72 0,-3-3-127 0,4-1-210 15,-4-3 53-15,-5-1-363 0,0 0-480 16</inkml:trace>
  <inkml:trace contextRef="#ctx0" brushRef="#br0" timeOffset="5133.45">14060 2651 2687 0,'0'0'-9'0,"-12"9"36"15,12-9 37-15,0 0 23 0,0 0 21 16,0 0 22-16,0 0-2 0,0 0-13 0,0 0-5 16,0 0-6-16,0 0-12 15,0 0 6-15,17-18-15 0,-7 11-4 0,-2-1-1 16,-5-2 10-16,3 2 3 0,-1 0 0 15,0-3 1-15,-1 1 1 0,-2-1 3 16,-4-3-11-16,0 0-4 0,-3-1-3 0,0-1-9 16,-5-1-2-16,-1 3-9 0,-1 4-5 15,-1 1-2-15,0 2-11 0,-4 4 2 0,1 5 7 16,0-1 7-16,-6 8 10 0,-4 5 3 16,1 3 5-16,4 3 2 0,6 6 4 0,0 2 9 15,5-1-5-15,2-4-6 0,5 0-3 16,1 0-5-16,4 1 0 0,-1-2-10 15,9-1-8-15,4 4 3 0,0-3-8 16,9-3-28-16,2 0-27 0,8-7-70 0,-1-1-112 16,6-5-112-16,3-4-123 0,0-4-147 15,3-4-167-15,-6 0 59 0,6-2-453 16,-5-3-601-16</inkml:trace>
  <inkml:trace contextRef="#ctx0" brushRef="#br0" timeOffset="5532.55">14761 2563 2969 0,'-11'6'-1'15,"1"-4"41"-15,2 3 31 0,8-5 35 16,0 0 29-16,-11 4 10 0,11-4 3 0,0 0-10 16,0 0-8-16,0 0-17 0,0 0 2 15,0 0 2-15,0 0-1 0,0 0-7 16,0 0-12-16,0 0 4 0,36-13 2 15,-29 5-2-15,4 2-6 0,-4-1-6 0,2-3-5 16,0-2-7-16,-4 0-3 0,1-2-11 16,-5 0-10-16,-1 0-6 0,0 3-8 15,-3-5-7-15,-5 6-5 0,-5 0-3 0,-2 3-7 16,-7 1 4-16,1 5-1 0,-6 2-5 16,3 5-3-16,-11 4 3 0,3 3 20 0,3 8 19 15,5 1 24-15,-1 4 26 16,4 0 2-16,5 1 0 0,3 2 2 0,6-2 4 15,3-4-28-15,4-3 1 0,4 1-2 16,3 0 1-16,9 5-11 0,8-4-5 16,10-3-3-16,2-6-7 0,3-2-57 0,9-8-82 15,1-3-93-15,1-3-98 0,7-8-99 16,-6 0-116-16,-5-7-143 0,-13 2-135 0,-8 2 67 16,-9 0-487-16,-4-1-649 0</inkml:trace>
  <inkml:trace contextRef="#ctx0" brushRef="#br0" timeOffset="6049.52">15752 1748 3068 0,'0'-14'-104'16,"0"6"21"-16,0 8 8 0,0 0 30 15,0 0 43-15,0 0 38 0,-34 34 34 0,14-5 25 16,-5 13 49-16,2 10 14 0,-11 24 37 16,4 5 32-16,-3 12 5 0,5 4 5 0,2 7 8 15,-3-3-6-15,4 5 2 0,0-5-11 16,0-2-5-16,2-6 4 0,5-2-11 15,2-22-14-15,3-3-20 0,-1-2-8 16,3-8-20-16,2-2-12 0,4-13-16 16,-6-4-11-16,8-12-15 0,1-5-34 0,-4-5-34 15,6 0-55-15,-2-6-44 0,1 0-52 16,1-9-80-16,0 5-86 0,0-5-82 0,0 0-91 16,16-22-110-16,2-7-194 0,9-11 52 15,-3-6-501-15,2 0-673 0</inkml:trace>
  <inkml:trace contextRef="#ctx0" brushRef="#br0" timeOffset="6584.07">16032 2265 3322 0,'0'0'-14'16,"-7"-6"11"-16,7 6 27 0,0 0 26 15,-11 17 29-15,2-5 29 0,0 7 23 0,-4 8 8 16,3 8 9-16,-1 2 11 0,-3 0 3 16,-1 9 1-16,3-9-7 0,1 0-1 0,0-2-3 15,1-4-14-15,0-8-4 16,7-2-15-16,-3-5-10 0,3-3-6 0,-4-1 0 16,5-3 8-16,0-2 19 0,1 0 23 15,-1-1 14-15,2-6-2 0,0 0-21 16,0 0-14-16,0 0-14 0,0 0-25 0,-11-31-23 15,12 8-32-15,1-14-14 0,2-1-8 16,3 0-10-16,4 0-8 0,-6 5 3 0,2 2-1 16,1 9 5-16,-2 5-9 0,-4 3-7 15,4 3-9-15,-4 5-7 0,1 1 7 0,-3 5 4 16,13 0 2-16,-13 0 1 0,23 11 1 16,-7 2 2-16,4 5 0 0,2 5 1 15,3 1 6-15,-2 3 2 0,3 5-1 16,5-1 3-16,-9-4-3 0,-1-3 4 15,-1-5 0-15,-7-1-4 0,-2-7 8 0,-3 1 1 16,-1-4 1-16,-3-1 5 0,2-1 15 16,-3 0 21-16,-3-6 13 0,2 8-18 0,-2-8-2 15,0 0-6-15,0 0-7 0,0 0 4 16,-24-1-9-16,24 1 6 0,-21-7-3 16,12 3-7-16,-3-2-2 0,3 4-6 0,-3-3-21 15,2 0-34-15,1 0-45 0,2 1-54 16,-4-1-71-16,2 0-72 0,4 3-96 0,-3-3-109 15,4 1-150-15,-2-2-131 16,2 0 86-16,4 0-489 0,0 6-640 0</inkml:trace>
  <inkml:trace contextRef="#ctx0" brushRef="#br0" timeOffset="6900.66">16401 2416 3522 0,'0'0'117'16,"2"-6"28"-16,-2 6 19 0,0 0 3 15,0 0-14-15,0 0 7 0,0 0 51 16,0 0 13-16,11 18-4 0,-10-7-7 0,3 5-17 16,2-1-4-16,-3 3-10 0,3-1-10 15,0 2-15-15,0-4-14 0,-1 1-11 0,-1-2-3 16,2-5-10-16,-3 1-4 0,2 0-4 16,-1-3 22-16,-1-1 15 0,1 0 18 0,-4-6 25 15,7 4 13-15,-7-4 10 16,0 0-23-16,0 0-191 0,0 0 0 0,20-14 0 15,-15 5 0-15,5-9 0 0,-5-1 0 16,7-10 0-16,-1-2 0 0,1-4 0 0,-1 2 0 16,0 1-18-16,3 4-354 0,-5 7-66 15,3 3-79-15,-4 1-76 0,1 5-97 16,0-1-142-16,3 5 74 0,-1-5-593 0,5 1-807 16</inkml:trace>
  <inkml:trace contextRef="#ctx0" brushRef="#br0" timeOffset="7149.33">16891 2186 3645 0,'0'0'-11'0,"0"0"48"16,0 0 29-16,0 0 33 0,0 0 4 15,0 0 3-15,0 0 47 0,0 22 62 0,-4-3 23 16,-3 13 16-16,-2 1 15 0,-3 4 6 16,3 0-16-16,-4 9-10 0,2-6-9 0,0-3-13 15,4 1-13-15,0-4-16 0,0-3-9 16,3-6-17-16,1-3-13 0,3-5-9 15,0-3-8-15,0-3-10 0,3 3-5 0,7-3-3 16,5-7-9-16,10 0-70 16,19-8-45-16,15-2 0 0,4-4 0 0,-1-4 0 15,8-3-141-15,-2 0-194 0,4 2-113 16,-1 1-141-16,-2 2-215 0,-6-3-63 0,-12 5 100 16,-15 3-675-16,-11 3-892 0</inkml:trace>
  <inkml:trace contextRef="#ctx0" brushRef="#br0" timeOffset="8516.65">6295 3925 1377 0,'-14'-7'127'0,"10"3"-13"0,4 4 20 15,-5-7 7-15,-2 2-9 0,7 5-3 16,-4-9-7-16,4 9-4 0,-5-6-10 16,3 1-6-16,2 5-10 0,2-9-14 15,-2 9-6-15,3-10-7 0,1 6-12 0,5 0 3 16,-9 4-8-16,12-7-5 0,-4 5 1 15,-8 2 6-15,16-3 0 0,-16 3 8 16,12 8 6-16,-12-8 20 0,11 9 2 0,-8-1 7 16,-1 2 14-16,0 3 10 0,-4 0 0 15,0-1 7-15,-4 5 7 0,0 3 2 0,1-7 1 16,-3 2 5-16,1-1-2 0,0-2-6 16,2-2-9-16,1-2-12 0,1-1-11 15,-1 0-11-15,4-7-7 0,-6 13-14 0,6-13-6 16,0 8-4-16,0-8-4 15,4 11-26-15,2-8-22 0,-6-3-31 0,17 9-39 16,-4-8-30-16,2-1-52 0,2 0-36 16,7 0-42-16,0-1-39 0,12-5-57 0,-1 0-55 15,-7-2-95-15,-3 4-139 0,-4-3 49 16,-4 1-234-16,1-4-282 0</inkml:trace>
  <inkml:trace contextRef="#ctx0" brushRef="#br0" timeOffset="8898.91">6405 3671 2034 0,'-20'0'-38'0,"4"1"26"0,-4 5 22 0,-3 3 26 15,-6 5 22-15,-7 12 11 16,0 3 18-16,-2 6 10 0,2 5 9 0,-2 7 15 16,2 6 15-16,-8 16 10 0,5 2 13 15,3 4-1-15,9-14-6 0,-3 16 8 16,13-15-5-16,4 0-15 0,5-4-11 0,8-10-10 15,6 8-11-15,9-9-10 0,7-4-7 16,3-3-7-16,14-8-6 0,3-6-5 0,11-6-9 16,5-9-5-16,6-8-8 0,10-8-23 15,21-16-14-15,3-6-6 0,-4-14-10 16,-3-7-1-16,-5-6 3 0,-5-4-3 0,-9-3 1 16,-18 1 11-16,-8-5-12 0,-21 12 5 15,-14-1 8-15,-13 6-7 0,-9-7-1 16,-12 1-3-16,-11 0-6 0,-16-10 3 15,-11 1-8-15,-2 5 3 0,-7 9 1 0,6 4-2 16,8 15-7-16,4 6-3 0,2 7-14 16,7 9-34-16,3 4-36 0,1 8-46 15,3 8-58-15,0 3-81 0,8 4-108 0,1 1-214 16,9 3 49-16,0 1-214 0,9-3-264 16</inkml:trace>
  <inkml:trace contextRef="#ctx0" brushRef="#br0" timeOffset="9600.84">7703 3822 2114 0,'1'-12'15'16,"1"2"37"-16,-2 4 40 0,0 0 19 15,0 6 23-15,0 0-7 0,-2-11-9 0,2 11-20 16,0 0 2-16,0 0 7 0,0 0 14 15,0 0 1-15,-15 29 4 0,5-12 6 0,5 6 8 16,-9 9-26-16,5 2-7 0,0-1-3 16,-5 3-13-16,4-1-2 0,-1-3-6 15,1 1-8-15,1-9-9 0,3-4-3 0,1-4-5 16,-2-3-1-16,2-3 23 16,3 1 21-16,-2-4 11 0,2-2-9 0,2-5-10 15,0 0-8-15,0 0-10 0,0 0-8 16,0 0-4-16,0 0-14 0,-15-24-5 0,18 17-5 15,0-6-4-15,1 5-4 0,1 2-10 16,3-1 3-16,2 2-10 0,1 1 1 0,2-1-1 16,3 3 1-16,0 2-5 0,4-1 2 15,1 2-1-15,-3-1-3 0,4 2 1 16,-3-2 1-16,1-2-2 0,-2 1 11 0,1-1-7 16,-4-3-4-16,3 0 3 0,-2-5-6 15,2-2 3-15,-1 1 0 0,-2-4-3 0,-4 0 1 16,1-2 2-16,-1 0 0 15,-5 2 3-15,0 1 10 0,0 2 4 0,0 0 6 16,-5 2 0-16,1 2-2 0,0 1-10 16,-2 7-7-16,8-6-3 0,-8 6 0 15,0 0-2-15,0 0 3 0,3 23-2 0,-1-5 0 16,0 3 0-16,3 14 1 0,-2 1 2 16,1 0-3-16,3 1 1 0,-1 1 0 0,6 1-1 15,-3-6-2-15,2 2 5 0,-1-5-29 16,0-6-52-16,-5-5-51 0,2-1-47 15,-3-5-63-15,1-1-79 0,0-2-100 0,-5-4-191 16,4-3-82-16,-4-3 65 16,0 0-382-16,0 0-477 0</inkml:trace>
  <inkml:trace contextRef="#ctx0" brushRef="#br0" timeOffset="9983.66">8390 4204 2713 0,'0'0'26'16,"0"0"49"-16,0 0 33 0,0 0 26 16,0 0 2-16,0 0 5 0,0 0-14 0,0 0-6 15,0 0-13-15,0 0-6 16,0 0-18-16,0 0 4 0,0 0-15 0,21-12-7 16,-14 5-8-16,2 0-1 0,-2 2-6 15,1-4-5-15,-5 1-9 0,1-2-3 0,0-1 2 16,-1 3-14-16,-6-2-4 0,1-1-6 15,-2 1 0-15,-1 2-2 0,-5-1-4 16,-2 4-8-16,1 2 5 0,-2 0-8 0,-6 6 9 16,1 1 1-16,0 6-2 0,0 3-3 15,2-3 9-15,0 4 7 0,5 5 18 0,4-2-2 16,-2 3 10-16,6-3 3 0,1 1-7 16,4 0 1-16,1 4-9 0,6-4-2 0,3 7 0 15,3-8 2-15,7 2-6 0,2-3-27 16,7-2-25-16,1-2-56 0,2-3-66 15,9-4-75-15,2-4-80 0,3-2-99 16,-1-3-140-16,11-5-32 0,-3-1 62 16,-12 0-191-16,0 0-197 0</inkml:trace>
  <inkml:trace contextRef="#ctx0" brushRef="#br0" timeOffset="10364.87">9002 4206 1909 0,'-6'-7'99'0,"0"0"34"15,1 0 49-15,-3 0 61 0,8 7 40 16,-10-8 20-16,7 4-3 0,3 4-27 0,-8-4-33 15,8 4-26-15,0 0-19 0,0 0-5 16,0 0-8-16,0 0-14 0,0 0-13 0,0 23-9 16,4-13 2-16,0 1 2 15,-3 3-2-15,-1-3 5 0,2 3-3 0,-2-2 4 16,-2 1-25-16,-3 1-10 0,3-2 0 16,-3 3-16-16,-5-1 1 0,0-3-20 15,-1-2 9-15,-3-2-20 0,-1-2-8 0,2-2-4 16,1-4-30-16,-4-6-22 0,-2-3-17 15,-3-9-10-15,4-8-21 0,5-3-5 0,5-1-5 16,5 3 3-16,0 4 2 0,2 5 5 16,0 3-1-16,2-2 8 0,4 5-1 15,-1 1 0-15,5 3 4 0,0 4 2 16,4 2 8-16,-2 3 2 0,8 1 9 0,2 6 4 16,10 9 1-16,1-3-1 0,0 3-1 15,-1 1 1-15,2 0 8 0,-1 0-4 16,-1 0-2-16,2 0 4 0,0-1-17 0,1-1-49 15,-3-5-51-15,-2 5-61 0,-5-9-92 16,-7-1-83-16,-1 1-90 0,-5-5-132 0,-5 0-139 16,-7-1 58-16,15-5-434 0,-9 1-558 15</inkml:trace>
  <inkml:trace contextRef="#ctx0" brushRef="#br0" timeOffset="10633.65">9305 3736 2801 0,'-12'-27'-60'0,"-1"6"49"15,3 3 55-15,3 3 44 16,0 5 40-16,-1 0 13 0,2 5-20 0,0 1 3 16,6 4 47-16,0 0 27 0,-11 26 13 15,7 9 19-15,3 8 6 0,-3 15 9 0,4 9-15 16,2 8 3-16,3 5-4 0,6 27-16 16,7-4-1-16,5 0-15 0,5-4-22 15,2-7-13-15,3-5-15 0,0-5-8 0,-11-22-29 16,-1-2-42-16,-1-6-52 0,-8-6-51 15,-2-15-43-15,0-7-37 0,-5-5-29 0,-3-9-76 16,2-5-80-16,-4-5-54 0,0 0-26 16,0 0-30-16,-2-28-28 0,-2 5-34 15,-5-18-27-15,-1-14-32 0,-3-4-429 16,1-10-438-16</inkml:trace>
  <inkml:trace contextRef="#ctx0" brushRef="#br0" timeOffset="10865.63">9360 4241 2420 0,'-6'-35'-41'15,"-1"7"61"-15,1 6 54 0,5 5 38 16,-3 2 23-16,4 1 4 0,4 2 10 0,1-2 16 15,4 1 27-15,5 5 9 0,1 2 14 16,4 3 2-16,5 3 9 0,0 5 5 16,10 7-19-16,-2 5 2 0,-2 1 2 0,-3 6 10 15,-4 0 3-15,-5 4 6 16,-5-3 3-16,-6-1 3 0,-5 0-12 0,-4-7-10 0,-1 7-18 16,-5-4-20-16,-1-2-17 15,-3 0-15-15,1-3-13 0,-5-3-14 0,1-2-12 16,1-3-32-16,-2-3-44 0,0-4-73 15,1 0-77-15,-2 0-85 0,2-7-82 0,-1 2-103 16,3-4-113-16,-2 1-130 0,4-3-190 16,1 1 62-16,0-1 87 0,3 2-517 15,1-4-652-15</inkml:trace>
  <inkml:trace contextRef="#ctx0" brushRef="#br0" timeOffset="11716.93">10281 3659 3036 0,'2'-21'-151'16,"2"4"50"-16,-4 3 45 0,1 0 44 0,-1 5 36 16,0 0 31-16,0 0 15 0,0 9 5 15,-1-12-14-15,1 12-6 0,-4-5-4 0,4 5 6 16,0 0 22-16,-12 38 23 0,4 1 22 15,-3 16 33-15,-1 9-9 16,5 11 17-16,-2 23-3 0,1 1-4 0,4 6-7 16,-2 1-5-16,2 0 20 0,-1-3 1 15,3-22-20-15,0-6-16 0,-1-2-13 0,3-5-10 16,-4-5-10-16,1-5 2 0,-1-2-3 16,3-17-11-16,-1-3-9 0,-2-7-8 0,2-7-7 15,0-5-14-15,0-3-16 0,2-2-29 16,-1-3-69-16,-1-3-81 0,2-6-87 15,0 0-95-15,0 0-121 0,-8-21-180 0,10 3-56 16,0-7 69-16,4-17-372 0,5-10-464 16</inkml:trace>
  <inkml:trace contextRef="#ctx0" brushRef="#br0" timeOffset="12280.95">10841 3834 2812 0,'0'0'-9'0,"0"0"20"16,0 0 27-16,-17 32 19 0,13-11 19 15,-4 16 12-15,1-1 4 0,1 4-11 16,4 2-3-16,-3-1-10 0,5 1 4 0,-3 1-13 16,3 0-2-16,0 1-7 0,0-3-21 15,-2-1-30-15,2-2-35 0,-2-2-8 0,1-9-27 16,-1-4-15-16,0-6-18 15,-2-2-20-15,0-7-28 0,3-1-19 0,-3-3-10 16,4-4 12-16,0 0 4 0,0 0 11 16,0 0 14-16,-2-26 26 0,4 11 32 15,2-1 36-15,1-3 27 0,1 2 32 0,1 2 22 16,3-2 10-16,1-1 13 0,-3 7 10 16,0-4 4-16,1 3 0 0,2 3-1 0,3 1 1 15,-1-2-7-15,7-1-4 0,-4 3-3 16,4-2-3-16,-3 0-7 0,2 1-7 15,-4-3-5-15,2 2-1 0,-3-2 1 0,2-2-1 16,-4-1 6-16,1 0-1 16,-3-2 2-16,-2-4-4 0,1-6-4 0,-1 0 0 15,-5 5-2-15,4 1 7 0,-4 2 22 16,1 1 11-16,-2 3 16 0,2 3-7 0,-2 1-1 16,-2 1-10-16,0 6-16 0,0 4-1 15,0 0 13-15,0 0 8 0,0 0 13 16,0 35 15-16,-2-10 19 0,-2 12 5 0,4 2-6 15,0 2-5-15,0 0-11 0,4 1-10 16,-2-2-1-16,-1-1-14 0,3-1-10 0,0-1-4 16,-1-4-7-16,2-8-29 0,1-4-51 15,-5-4-53-15,-1-3-65 0,4-4-80 16,-2 0-105-16,0-5-193 0,0-1-120 16,-2-4 69-16,0 0-292 0,0 0-344 15</inkml:trace>
  <inkml:trace contextRef="#ctx0" brushRef="#br0" timeOffset="12664.62">11481 4271 2492 0,'-4'7'90'0,"4"-7"28"16,-9 6 32-16,9-6 17 0,0 0 9 0,-5 4-6 15,5-4-2-15,0 0-13 0,0 0 13 16,0 0-4-16,0 0-9 0,25-12-9 15,-14 7-10-15,0 0-11 0,1-2-6 16,-1-2-4-16,-2 1-4 0,1-1-9 16,-2 1-9-16,-3-1-9 0,1-1-8 0,-4 1-10 15,-2-3-7-15,0 2-5 0,-6 1-11 16,-1-1-8-16,-4 2-2 0,-2 2-7 0,1 3-3 16,-6 1-3-16,3 4-1 0,0 0 0 15,-7 6-3-15,6 1-1 0,-2 3-3 16,3 0 0-16,1 3 0 0,3 1-2 0,4 2 0 15,0 1 2-15,6-2-5 0,-1 0 3 16,4 0 0-16,2 5 0 0,6-3-4 16,4 4-23-16,9 0-4 0,6-3-36 0,13 1-58 15,-5-9-64-15,2 0-60 0,7-4-58 16,3-3-84-16,1-3-80 0,-1-4-147 16,12-4 5-16,-3-3-363 0,-7-3-445 0</inkml:trace>
  <inkml:trace contextRef="#ctx0" brushRef="#br0" timeOffset="13016.94">12143 4266 2844 0,'-12'-11'60'16,"4"1"63"-16,-1 3 66 0,2 2 38 16,-1 0 22-16,8 5 7 0,-14-7-15 0,14 7-19 15,-7-7-29-15,7 7-20 16,0 0-11-16,0 0-12 0,-14 15-10 0,12-6-13 16,0 3-12-16,0 1-12 0,2-2-10 15,-1 5-8-15,-3-1-8 0,2-1-11 16,-2 3 1-16,3-1-10 0,-5-1-4 0,1-1-9 15,-2 0 0-15,1-3-2 0,-1 0-8 16,2-4-4-16,-6-2-22 0,11-5-24 0,-13 2-23 16,13-2-20-16,-13-9-15 0,7-3-11 15,0-2-4-15,6-3 12 0,0-3 6 0,2-5 7 16,2 4 7-16,3 0 14 0,-2 1 14 16,2 5 13-16,-1 1 8 0,-1 4 7 15,3 2 12-15,-2 3 14 0,4 1 8 0,2 2 6 16,-12 2-1-16,25 6 1 0,-5-1-4 15,1 1-2-15,10 6-4 0,-4 0-2 16,5 3-11-16,-5-3-28 0,9 2-20 16,-2-1-21-16,4-5-48 0,-6 0-84 0,6-3-90 15,-2 1-53-15,-8-6-93 0,-4 0-148 16,-7-4-83-16,0 0 63 0,-3-1-314 16,-1-5-384-16</inkml:trace>
  <inkml:trace contextRef="#ctx0" brushRef="#br0" timeOffset="13497.45">12499 3818 2251 0,'-21'-50'-95'16,"3"12"52"-16,5 3 68 0,-6 4 52 0,4 4 39 16,-1 3 30-16,5 4 18 0,0 7 12 15,3 3-17-15,1 3-12 0,1 3-5 16,6 4 13-16,0 0 4 0,-17 28 7 0,11 5 18 16,0 7 18-16,6 16 9 0,0 7-11 15,4 7-7-15,4 7-4 0,5 22-11 0,4 1-10 16,6 0-11-16,2 0-16 0,4-5-9 15,-1-6-13-15,5-5-12 0,-14-22-10 16,1-4-8-16,-2-5-33 0,-3-10-17 0,-7-9-17 16,1-10-13-16,-5-5-2 0,2-6-9 15,-6-5-30-15,0-2-31 0,0-6-15 16,0 0-14-16,0 0-17 0,0 0-23 16,-19-37-8-16,7 4-26 0,5-5-14 0,-3-13-21 15,-2-7-5-15,5-2-6 0,1-2 5 16,3 2 14-16,-1 4 19 0,4 11 23 15,0 6 32-15,2 7 30 0,-2 7 20 0,4 1 9 16,-1 3 11-16,5 8 26 0,-1 3 20 16,5 2 22-16,3 2 10 0,1 4 13 0,-2 4 4 15,2 4 21-15,4 0 5 0,-4 4 3 16,2 3 14-16,-5 1 9 0,-2 1 12 0,-5-1 15 16,0 1 14-16,-4-4 3 0,-2 4 1 15,-4-4-4-15,-3 5-4 0,-2-1-12 16,-2-1-13-16,-1-2-8 0,-3 0-11 15,0-4-8-15,2-1-11 0,-3-3-34 16,3-1-44-16,0-5-56 0,13 2-85 0,-21-5-100 16,12-2-102-16,0-6-133 0,7-4-202 15,6-6 62-15,6-7-393 0,9-12-491 0</inkml:trace>
  <inkml:trace contextRef="#ctx0" brushRef="#br0" timeOffset="13864.73">13175 3949 2593 0,'-3'-8'-48'0,"-3"0"37"0,1 5 33 16,-4-1 28-16,9 4 28 0,-16-2 10 0,16 2 13 15,-29 4 12-15,11-1 8 0,4 3 6 16,-6 2 5-16,4 2-7 0,-2-1-12 16,7 1-7-16,-1 0 2 0,5 1-11 0,-1-3-1 15,6 5 10-15,2-4 5 0,4 0 7 16,3 2 5-16,9 3 5 0,3-2 11 0,11 2 19 15,8 1 11-15,6 3-17 0,3-1-14 16,-10 1-12-16,-2-1-16 0,-5-2-9 0,-1 0-4 16,-4 1-12-16,-9-1 1 0,-5-3 7 15,1 2 8-15,-6-1 5 0,-2-1 3 16,-4-2 4-16,-4 1 2 0,-2 3-4 16,-4-1-14-16,-1-1-6 0,-4 1-11 15,-2-1-4-15,-3 0-8 0,-2-3-11 0,1-1-4 16,0-1-9-16,0-4-39 0,4-1-53 15,-3-4-64-15,6-1-88 0,-4-4-112 0,5-5-121 16,2-4-127-16,3 0-159 0,6-2-37 16,6 1 80-16,2-4-501 0,7-8-643 0</inkml:trace>
  <inkml:trace contextRef="#ctx0" brushRef="#br0" timeOffset="14180.44">13701 3974 3307 0,'0'0'14'0,"0"0"45"15,0 0 39-15,0 0 42 16,0 0 33-16,-40 14 14 0,27-2 10 16,-10 5 1-16,2 4 0 0,-2 3-7 0,5 2-3 15,-2-1-26-15,7-1-15 0,3-3-13 16,4-2-13-16,3-5-5 0,1-1-14 0,2 1-8 16,2-3-6-16,1 2-9 0,8-2-11 15,-2-3-3-15,2-3 4 0,5-1-14 0,-3-2-3 16,0 0-4-16,0-2-7 0,-13 0 1 15,27-3-7-15,-18 2-2 0,3-2 1 16,-2-1-10-16,-3-2-3 0,0 2-1 0,0-4-7 16,-3 1-11-16,-3-3-15 15,-1-2-10-15,0 2-9 0,-1-1-12 0,-3-1-14 16,2 4-16-16,-3-3-19 0,0 3-48 16,-1 1-30-16,-1 0-63 0,1 2-80 0,-2 3-90 15,8 2-129-15,-9-5-175 0,9 5 64 16,0 0-420-16,0 0-537 0</inkml:trace>
  <inkml:trace contextRef="#ctx0" brushRef="#br0" timeOffset="14616.76">13945 4189 3062 0,'5'3'77'0,"-5"-3"55"0,0 0 45 0,0 0 40 16,3 7 27-16,-3-7 9 0,0 0-9 15,0 0-14-15,6 5-21 0,-6-5-26 16,0 0-11-16,0 0-20 0,0 0-10 0,0 0-15 15,0 0-14-15,0 0 1 0,0 0-13 16,0 0-3-16,0 0 23 0,0 0-15 0,0 0 1 16,0 0-2-16,0 0 2 0,13-17-2 15,-13 7-10-15,0-1-12 0,-4-2-4 0,2-5-9 16,0 3-7-16,-3-5-12 0,-1 1-4 16,4 1-5-16,-4 3-1 0,0 1-1 15,5 3-2-15,-5 1-9 0,4-2 4 0,0 4-10 16,1 2-1-16,-3-1-2 15,4 7-6-15,-4-14-4 0,4 14-4 0,-3-9 0 0,3 9-2 16,3-8-1-16,-3 8-3 16,0 0 2-16,8-6-5 0,-8 6 7 0,0 0-5 15,0 0 3-15,34 16-5 0,-23-5 11 16,3 3 5-16,2 5 8 0,4 6 4 0,-1-3-3 16,0 5-2-16,-2-4-1 0,0 4-5 15,-2-3-2-15,-4-4 3 0,2-2-2 0,-4 0-8 16,0-1-38-16,-2-6-56 0,4 1-52 15,-8-2-57-15,5-1-54 0,-5-1-62 16,1 0-60-16,3-4-73 0,-7-4-98 16,5 4-101-16,-5-4-77 0,0 0 53 15,0 0-443-15,13-18-583 0</inkml:trace>
  <inkml:trace contextRef="#ctx0" brushRef="#br0" timeOffset="14980.46">14328 3834 2977 0,'0'-28'-23'0,"0"7"66"16,-1 7 61-16,-1-1 66 0,0 4 29 15,0 2 12-15,0 3-9 0,2 6-18 0,-2-11-18 16,2 11 4-16,0 0 24 0,0 0-14 16,0 0-7-16,0 0-5 0,8 40 0 0,-6-15 8 15,3 8-4-15,1 5-15 0,-5 4-13 16,6 2-21-16,-2-1-2 0,-5 3-13 16,4-2-15-16,0-4-42 0,-4 0-39 0,2-7-37 15,-2-9-37-15,0-4-31 16,0-1-20-16,0-3-14 0,-2-4-42 0,0-2-52 15,0-2-50-15,-2-5-28 0,4-3-14 16,0 0-14-16,0 0-2 0,-19-11 19 0,15 3 22 16,-3-5 34-16,0-4 40 0,-4-2 43 15,6 1 57-15,1 0 66 0,1 5 64 0,-1 2 59 16,0 0 36-16,-1 2 27 0,4 0 8 16,1 2 26-16,1 1 22 0,-1 6 8 15,7-11-12-15,2 7-17 0,0 2-22 16,3-4-12-16,1 3-18 0,5-2-39 0,4 0-47 15,10-4-79-15,-3 4-115 0,-2 3-102 16,-2-1-103-16,-4 0-152 0,-4 3-83 16,-5 0 67-16,-5 3-205 0,-7-3-227 0</inkml:trace>
  <inkml:trace contextRef="#ctx0" brushRef="#br0" timeOffset="15396.92">10900 5049 1993 0,'-18'-3'33'0,"5"-2"22"0,4 1 21 0,2 1 20 15,0 0 6-15,7 3 5 0,-1-9 6 16,1 9 7-16,12-10 8 0,2 5 2 16,20-4 7-16,7 0-1 0,18-1-7 0,13-2-5 15,36-3 5-15,13 0 1 0,14-6 1 16,21 1-11-16,67-9-3 0,10 3-11 16,9-1-10-16,6 0-16 0,-1-4-3 0,5 4-8 15,-10 0-11-15,-15 0 0 0,-61 9-9 16,-8 1-5-16,-18 2-1 0,-21 3-8 15,-39 4-6-15,-13 2 5 0,-21 0-4 0,-10 1-5 16,-13 1 0-16,-6 0-7 0,-8 0-10 16,-5 0-18-16,-4 4-41 0,0-5-59 15,0 5-77-15,0 0-86 0,-21-12-121 0,10 10-183 16,-3-2-28-16,-1 0 74 0,-4 0-235 16,-2-2-256-16</inkml:trace>
  <inkml:trace contextRef="#ctx0" brushRef="#br0" timeOffset="16064.77">7933 4948 2119 0,'-23'0'-19'15,"2"2"-1"-15,7-2 22 0,3 0 34 0,11 0 18 16,-15 0 3-16,15 0 4 0,0 0 12 16,0 0 24-16,0 0 12 0,36-10 2 0,20 0-14 15,18-3-2-15,33-2-13 0,15-3-10 16,18 1 0-16,18-7-3 0,60-3-6 15,-4 2-5-15,-6 0-2 0,-45 5-8 16,1 5-4-16,-10-1-2 0,-9 3-2 0,-18 6-8 16,-18-2-2-16,-36 4 0 0,-24 3-5 15,-7-2 22-15,-13 0 20 0,-10 7 2 16,-8-6-4-16,-4 3-12 0,-7 0-3 0,0 0-8 16,0 0-32-16,0 0-78 0,0 0-92 15,0 0-130-15,-47 0-221 0,32 0-54 0,-6 3 69 16,0-2-167-16,-8 3-158 0</inkml:trace>
  <inkml:trace contextRef="#ctx0" brushRef="#br0" timeOffset="23196.36">4825 7145 549 0,'-6'-6'286'15,"6"6"-64"-15,-10-1-9 0,10 1-6 16,0 0 1-16,-18 0-3 0,18 0-5 0,-22 1-1 15,22-1 21-15,-21 2 7 0,12-2 2 16,9 0-12-16,-15 2-12 0,15-2-15 16,0 0-14-16,0 0-10 0,0 0-8 0,0 0-12 15,0 0-15-15,0 0-11 0,0 0-13 16,26-17-9-16,-9 13-11 0,1 2-8 0,0-3-9 16,2 4-4-16,-2-3-8 0,0 2-6 15,0 0-10-15,-6-1-2 0,-1 3-2 0,-11 0-5 16,20-3-5-16,-20 3-7 15,17 0-2-15,-17 0-1 0,15 3 3 0,-9 4-4 16,0 0 2-16,0 4-4 0,-2 2-2 16,-3 7 2-16,3 1 1 0,-2 4 3 15,2 14 2-15,-3 0 2 0,-1 3 0 0,2-1-2 16,-2 1 1-16,0-3-4 0,-2 0 1 16,2-3-3-16,-3-7-1 0,1-7 1 0,0 0-1 15,-2-3 19-15,3-3 18 0,-7-1 23 16,2-1 12-16,-4-1 1 0,-3-4 2 0,-6-1-19 15,1 1 2-15,-4-6-8 16,-3 1-5-16,0-2-2 0,4-2 3 0,-3-3-8 16,-1 0-6-16,0-3-2 0,2-1-5 15,2-2-7-15,2 2-1 0,2-3-7 16,0 0-1-16,3 3-2 0,3-1-26 0,2 2-33 16,1 1-35-16,0-2-45 0,3 4-52 15,-1-1-75-15,6 4-77 0,-8-3-70 0,8 3-78 16,0 0-133-16,-2-7-96 0,2 7 70 15,0 0-412-15,14-8-513 0</inkml:trace>
  <inkml:trace contextRef="#ctx0" brushRef="#br0" timeOffset="23679.3">5149 7070 2812 0,'2'-6'-56'0,"-2"6"24"0,0 0 50 0,0 0 34 15,0 0 32-15,-2 27 50 0,0-11 9 16,-1 3 10-16,3 7 12 0,0 0 8 0,-1 0-6 16,1 12-2-16,-2-2-13 0,2-6-12 15,0-1-14-15,-2 8-9 0,2-8-13 0,0-6-11 16,0-4-5-16,0 0-11 15,-2-2-6-15,2-3-8 0,0-1-1 0,0-2 15 16,0-3 12-16,0 1 18 0,0-2 14 16,0-7 0-16,0 7-7 0,0-7-14 15,0 0-6-15,0 0-9 0,0 0-1 0,0 0-14 16,0 0-8-16,0-25-2 0,2 15-9 16,2-1-4-16,0 2-9 0,2-4-3 0,-1 5-5 15,4 1-8-15,-1 1-4 0,2 3 2 16,-10 3-4-16,23 3-2 0,-10 3-1 0,0 2 3 15,5 5-4-15,-4 1-4 0,6 4 0 16,-5 0 2-16,-2-3-2 0,1 0-1 16,-3 0-3-16,-1-2 2 0,-3-1 0 15,1 0-2-15,-2-5-2 0,-1 1-2 16,1 0-14-16,-1-2-22 0,-2-1-29 0,-3-5-49 16,8 7-74-16,-8-7-83 0,1 3-98 15,-1-3-106-15,0 0-150 0,0 0-83 0,0 0 76 16,4-15-441-16,4 9-543 0</inkml:trace>
  <inkml:trace contextRef="#ctx0" brushRef="#br0" timeOffset="24129.56">5600 7507 2846 0,'0'0'-4'0,"0"0"50"0,0 0 51 15,0 0 38-15,14-4 25 0,-14 4 9 16,0 0 22-16,0 0 5 0,14-3-1 0,-14 3-4 15,16-2-3-15,-16 2-1 0,18-3-9 16,-7-2-9-16,0 3-12 0,5-4 3 16,-2 2-19-16,2-3-15 0,-1 0-12 0,-1-2-8 15,-3 3-11-15,0-3-10 0,1-2-2 16,-3 2-13-16,-1 1-7 0,-2-1-7 0,-2-1-9 16,-1 0-4-16,-3 1-5 0,-3 1-4 15,-3-1-7-15,-2 2 1 0,-3 2-7 0,0 3-6 16,-3 1-2-16,-1 1-3 0,-1 1 3 15,-3 5-2-15,0 2-1 16,-2 3-2-16,5 0 0 0,-6 9 9 0,1 1 12 16,6-3 4-16,5-1 12 0,1 3-5 15,5 1 19-15,2-4-2 0,1 2 18 0,2-2-7 16,1 1 3-16,4 0-5 0,3-1-2 16,1-1-3-16,3-2-5 0,1-1-8 0,-3-2 0 15,2-3-8-15,-1-1 5 0,1-1-8 16,-1-3 2-16,-1-2-8 0,-11-1-1 0,21 0-4 15,-21 0-5-15,22-1-43 0,-11-2-38 16,-4 0-46-16,0 0-53 0,4 2-69 16,-6-5-87-16,-5 6-125 0,9-4-147 15,-5 0-223-15,-4 4 67 0,0-7 88 16,0 7-538-16,0 0-657 0</inkml:trace>
  <inkml:trace contextRef="#ctx0" brushRef="#br0" timeOffset="24878.94">6539 7527 3073 0,'0'21'-113'0,"0"-21"57"16,7 2 61-16,-7-2 48 0,0 0 42 16,11 6 35-16,-11-6 31 0,7 4 19 0,-7-4 12 15,12 1 7-15,-12-1-1 0,11 0-6 16,-11 0-10-16,0 0-11 0,24-3-15 0,-15 1-12 15,2 0-15-15,1-3-13 0,-1 2-13 16,5-2-6-16,-3-3-10 0,0 2-10 16,-1-1-10-16,-1-2-3 0,-1 1-9 15,-1 0-3-15,-2-1-6 0,-3-2-4 0,0 1-7 16,-4 2-6-16,-2-3-5 0,-2 3-5 16,-3-1-6-16,1 0-8 0,-6 4-1 0,-1-1-2 15,-4 4-5-15,0 1 5 0,-2 4-4 16,-3 2 0-16,-9 3-2 0,4 6 1 15,2 2 1-15,0-1 1 0,4 6-3 0,3-1 1 16,2 4 0-16,5-6 1 0,5 4 6 16,2-5 0-16,0 2 14 0,6 1 7 0,3 1 2 15,2 0 3-15,6 6 7 0,10-4-4 16,0-1 7-16,6-6-8 0,-2 0-4 0,-2-2 0 16,0-4 2-16,-2-4-3 0,-3 0-4 15,-2-2-5-15,-2-4 2 0,-1 1 4 16,2-1-7-16,-4-1-3 0,5-3-26 15,-3-2-31-15,-2 2-40 0,0 0-41 0,1-2-61 16,-3 2-78-16,-1-1-86 0,-2-2-113 16,-3 0-182-16,3 1-41 0,-4-2 79 15,-1 4-423-15,-1-3-502 0</inkml:trace>
  <inkml:trace contextRef="#ctx0" brushRef="#br0" timeOffset="25211.76">7037 7016 2871 0,'-5'-12'25'0,"1"0"59"0,1 4 37 0,1 1 34 16,1 1 11-16,1 6-12 0,-4-8-14 15,4 8-16-15,0 0 20 0,0 0 33 0,0 0 9 16,-7 36 7-16,3-10 18 0,0 11 0 15,2 7 1-15,2 2-24 0,0 2-8 16,2 6-10-16,0 6-11 0,4-3-6 16,-5-11-11-16,5 6-10 0,-1-11-14 0,2-3-9 15,0-4-11-15,-3-6-7 0,2-5-11 16,-5-4-6-16,-1 0-11 0,2-1-8 16,-2-4-7-16,0 1-40 0,0-4-36 0,0-2-50 15,-2-1-68-15,2 1-81 0,-3-3-94 16,-1-2-95-16,4-4-111 0,-9 4-176 0,9-4-5 15,0 0 74-15,-16-16-473 0,14 7-576 16</inkml:trace>
  <inkml:trace contextRef="#ctx0" brushRef="#br0" timeOffset="25679.75">7337 7445 2869 0,'0'7'3'0,"0"-7"47"0,2 5 27 15,-2-5 25-15,0 0 30 0,1 7 25 0,-1-7 27 16,0 0 13-16,0 0 10 0,11 5-5 16,-11-5 3-16,14 2-14 0,-14-2-7 0,15 0-13 15,-15 0-17-15,21-4-10 0,-21 4-15 16,19-2-11-16,-7-2-11 0,-3 1-7 0,3 2-11 15,-4-3-6-15,1 0-8 16,-9 4-7-16,15-9-7 0,-9 1-6 0,-2 2-8 16,-1 0-6-16,-3 6-8 0,2-13-9 15,-2 13-15-15,-3-12-5 0,-3 7-1 16,6 5-1-16,-16-4-3 0,16 4 4 0,-20 3-3 16,20-3-1-16,-27 10 1 0,13-2 0 15,1 0 1-15,-2 5 2 0,2 1-5 0,2 1 5 16,0 2 4-16,2-1 5 0,6 4 7 15,-3-3-1-15,3 1 4 0,3-2 4 0,3 2-3 16,-1-3 2-16,3 1-1 16,-1-1 4-16,3-3-4 0,1 1-2 0,4-2 5 15,-1-2-9-15,1-2-3 0,1-1 2 16,0-3-7-16,1 0-39 0,-1-3-46 0,-13 0-51 16,26-6-66-16,-10 1-89 0,1-2-92 15,-2-2-115-15,0-3-142 0,-1 1-63 16,-3-1 75-16,-2-1-442 0,3 2-531 0</inkml:trace>
  <inkml:trace contextRef="#ctx0" brushRef="#br0" timeOffset="26328.59">7651 7391 2943 0,'-4'-6'22'0,"4"6"29"0,0 0 23 15,0 0 11-15,-5-7 9 0,5 7 63 0,0 0 27 16,0 0 10-16,-2 22 6 0,4-10 2 15,-2 4 6-15,1 1-2 0,-1 2-23 0,0-1-9 16,0 3-11-16,0 0-7 0,0-2-1 16,0-1-13-16,-1 0-7 0,1-5-12 0,-2 1-8 15,2-2-9-15,-2 1 2 0,2-5 12 16,0 0 26-16,0-8 14 0,0 10 13 16,0-10-5-16,0 0-15 0,0 0-15 0,0 0-13 15,0 0-16-15,0 0-10 0,0 0-9 16,0-41-11-16,5 21-7 0,5-11-10 0,-3 5-5 15,1 7-7-15,0-1-3 16,-1 2-8-16,0 7-9 0,0-2-4 0,0 4-7 16,-1 4 0-16,3 1 3 0,1 2-14 15,-10 2-8-15,0 0 0 0,29 7 0 0,-16 0 0 16,0 2 0-16,-1 1 0 0,-3 0 0 16,2-1 0-16,-1 4 0 0,0-1 0 0,-3-2 0 15,-1-2 0-15,2 4 0 0,-3-7 0 16,-1 5 0-16,2-5 0 0,-3 2 0 0,-3-7 0 15,7 7 0-15,-7-7 0 0,0 0 0 16,0 0 0-16,0 0 0 0,0 0 0 16,15-25 0-16,-12 12 0 0,6-3 0 0,-2-6 0 15,6-3 0-15,1-4 0 16,-3 9 0-16,-2 3 0 0,-1 4 0 0,0 0 0 16,-1 5 0-16,1 0 0 0,0 4 0 15,-1 0 0-15,-7 4 0 0,0 0 0 0,25 9 0 16,-16-1 0-16,1 3 0 0,-2 2 0 15,-1-1 0-15,-1 2 0 0,-1 2 0 0,-1 0 0 16,2-3 0-16,-2 3 0 0,0-3 0 16,0-1 0-16,-1-2 0 0,-3 1 0 0,2-2 0 15,0-1 0-15,0-1 0 0,0 0 0 16,-2-7 0-16,3 8 0 0,-3-8 0 16,0 7 0-16,0-7-37 0,0 0-177 0,0 0-82 15,0 0-96-15,0 0-125 16,0 0-157-16,0 0-172 0,0 0 84 0,-16-19-753 15,14 10-959-15</inkml:trace>
  <inkml:trace contextRef="#ctx0" brushRef="#br0" timeOffset="27094.81">8512 7403 4368 0,'0'0'-26'0,"0"0"65"0,0 0 35 0,0 0 31 16,0 0 13-16,0 0 11 0,0 0 6 16,0 0 2-16,0 0 0 0,0 0-1 0,0 0-1 15,0 0-1-15,8-25-13 0,-6 21-2 16,-2 4-3-16,7-12-9 0,-3 6-4 0,2 0-9 16,-5-1-10-16,-1 7-3 0,7-12-12 15,-5 6-13-15,0-1 0 0,-2 7-9 0,0-15 0 16,-2 8-11-16,2 7-4 0,-5-17-11 15,1 13-2-15,-3-1 0 0,7 5-5 16,-17-3-4-16,17 3 4 0,-23 1 1 0,6 5-5 16,-2-1-1-16,-7 10 1 15,1-1-10-15,1 5 12 0,3-1-3 0,3 3 3 16,2-2-4-16,7-1 2 0,1-1 2 16,3 1-9-16,0 2 3 0,3 0 14 0,4-3 0 15,1-1 4-15,3 2-8 0,-1-2 5 16,3-3-2-16,1-3 0 0,1 1 3 0,3-3 1 15,1-1 8-15,-3-4 7 0,2-1 3 16,2-4-2-16,-2-1-2 0,3-4-4 0,5-1 2 16,-4-1-4-16,2-3 8 15,-4 2-16-15,1-2 2 0,-1 3 0 0,-3 1 11 16,-1 0 9-16,-4 1-12 0,1 5-11 16,2-4-3-16,-10 6-2 0,14-4-1 0,-14 4 7 15,16 4-7-15,-16-4-2 0,20 7-3 16,-11 0-3-16,-2 0 3 0,2 1-2 15,2-1 6-15,-6 2-10 0,2-1 0 0,-3-1 3 16,5 0-5-16,-8 0 0 0,5-2 1 16,-1 2-1-16,-5-7 5 0,8 8 7 0,-4-4 27 15,-4-4 26-15,6 5 33 0,-6-5-53 16,0 0-48-16,0 0 0 0,0 0 0 0,17-20 0 16,-12 9 0-16,5-7 0 15,1 1 0-15,0 1 0 0,3 1 0 0,-3-1 0 0,2 4 0 16,-6 2 0-16,0 1 0 15,2 3 0-15,-2 2 0 0,2 3 0 0,-9 1 0 16,17 2 0-16,-7 4 0 0,-1 3 0 16,2-1 0-16,-2 1 0 0,0 8 0 15,-2-4 0-15,3 0 0 0,-2 2 0 0,-3-3 0 16,5 1 0-16,-7 0 0 0,6-4 0 16,-8 0 0-16,3 1 0 0,0-4 0 0,1 0 0 15,-3-2 0-15,2 1 0 0,-4-5-16 16,6 5-338-16,-6-5-92 0,0 0-85 0,0 0-98 15,10-18-138-15,-7 4-26 0,8-5 94 16,1-9-647-16,3-4-800 0</inkml:trace>
  <inkml:trace contextRef="#ctx0" brushRef="#br0" timeOffset="27363.92">9394 6615 3828 0,'-5'-8'-71'0,"-1"-1"63"0,0 1 60 15,5 4 22-15,1 4 5 0,0 0 40 0,0 0 67 16,-18 21 28-16,14-4 20 0,-3 15 27 16,1 6 15-16,1 5 7 0,2 11 1 0,3 8 19 15,3 4 16-15,2 2-14 0,1 1-27 16,1-3-26-16,5 2-22 0,-1-2-23 0,4-2-22 16,1-3-18-16,-5-4-33 15,3-5-134-15,-5-13 0 0,-1-3 0 0,-5-11 0 16,2-1 0-16,-1-10 0 0,-3 3-27 15,1-6-160-15,0-3-71 0,0-4-75 16,-2-4-74-16,0 0-64 0,0 0-58 0,0 0-70 16,0 0-109-16,-11-31 0 0,6 15-640 15,-2-3-804-15</inkml:trace>
  <inkml:trace contextRef="#ctx0" brushRef="#br0" timeOffset="27544.45">9292 7449 3635 0,'-15'-3'-16'0,"3"1"86"15,4-2 79-15,8 4 59 0,-13-4 53 16,13 4 36-16,-10-4 4 0,10 4 4 15,0 0-6-15,0 0-15 0,0 0 19 16,0 0-10-16,0 0-27 0,0 0-23 0,0 0-26 16,46-4-21-16,-21 2-18 0,1-2-40 15,11-3-66-15,-3 1-79 0,1-3-83 16,-10 4-81-16,-5-1-71 0,1 0-86 0,-5 0-83 16,-1-1-82-16,-3-1-112 0,-3 0-160 15,-2-1 61-15,1 1-617 0,-5-2-777 0</inkml:trace>
  <inkml:trace contextRef="#ctx0" brushRef="#br0" timeOffset="28711.7">10391 7410 3413 0,'-6'-4'-128'0,"-1"1"39"16,7 3 30-16,-14-3 29 0,14 3 29 15,0 0 35-15,-24 10 18 0,10 0 19 0,1 2 24 16,-10 13 9-16,2 2 24 0,4 2 3 16,0 1 1-16,4 1 3 0,3-1-6 0,0 1-3 15,5-6 1-15,3-4-8 0,2-2-11 16,2 1-6-16,3-4-7 0,-1 1-6 0,6-1 0 15,3-3-11-15,-2-2-8 0,5-2-5 16,1-4-9-16,0 0-2 0,3-3-5 0,-4-2-4 16,4-4-3-16,-2 1-8 15,3-4 3-15,-3-3-5 0,0 1-3 0,-4-1-3 16,1-4-2-16,-5-3-1 0,1-1-5 16,-1-1-1-16,-7-1-4 0,-1 1-1 15,-2 0-4-15,0-3 5 0,-2 3-4 0,-1-2-2 16,-3 6-4-16,0 1 1 0,-1 1-4 15,-3 3-1-15,3 3 2 0,-5 2 2 0,2 3-3 16,-3 2 1-16,13 0-1 0,-25 8 0 16,12 0-1-16,-2 5-2 0,0 2 4 0,3 1 0 15,1 1-5-15,4 3 5 0,-4-3-1 16,8-3 0-16,-3 3-5 0,4-1 7 16,2-4-2-16,0 1 2 0,2-3 0 15,4-3-1-15,1 2 3 0,1-3 2 16,3-3-2-16,0-1 1 0,-11-2 2 0,29-8-3 15,-9 2 6-15,4-7 7 0,3-3 12 16,-2-1 10-16,-1-2 20 0,-3 3 14 0,-3-1 12 16,-5 7 18-16,-2 2-30 0,-3 0-6 15,2 2-10-15,-5 2-11 0,-5 4-3 0,14-2-10 16,-14 2 5-16,0 0 2 0,18 14-6 16,-7-7-4-16,-6 3-5 0,4 1-4 15,-3 2 3-15,2-2-8 0,-2-1 4 0,-1 1-4 16,-1-2 2-16,2 2-4 0,-3-2 0 15,1-2 0-15,1 0 7 0,-2-3 26 16,-3-4 38-16,4 8 31 0,-4-8 18 16,0 0-15-16,0 0-8 0,0 0-11 0,25-17-16 15,-16 2-6-15,2 0-12 0,9-8-6 16,-7 6-5-16,0 0 4 0,-1 5-14 0,0 0-7 16,-3 4-7-16,-2-1-6 0,2 4 1 15,2 2-5-15,-11 3-2 0,16 0 0 0,-16 0-16 16,23 10-3-16,-9-5 0 0,-1 4 0 15,3-2 0-15,-1 1 0 0,0 1 0 0,0-3 0 16,-2 1 0-16,3-2 0 0,-3 0 0 16,-1-3 0-16,-1 0 0 0,-11-2 0 15,21 2 0-15,-21-2 0 0,21-4 0 16,-10 1 0-16,-3-1 0 0,-1-1 0 16,3 0 0-16,-2-2 0 0,-3-1 0 0,-1-1 0 15,1 0 0-15,0-3 0 0,2-1 0 16,-3-4-12-16,4-2-425 0,-3-3-106 0,2-1-103 15,4-9-163-15,3 0-14 0,0 3 94 16,8 0-697-16,-4 4-876 0</inkml:trace>
  <inkml:trace contextRef="#ctx0" brushRef="#br0" timeOffset="29527.45">11996 6805 4081 0,'-6'-8'-50'0,"2"2"65"16,1 1 34-16,3 5 14 0,-6-5 0 0,6 5 39 15,0 0 30-15,-14 19 15 0,11-2 11 16,-3 5 18-16,1 14 5 0,-2 6 12 0,3 1 18 16,-1 13 3-16,9 0-9 15,-4 4-5-15,-2-2 16 0,4-10-17 0,-1 8-17 16,3 2-16-16,1-13-16 0,-3-4-14 15,1-1-13-15,-1-5-16 0,4-5-6 0,-6-8-10 16,1-4-11-16,-1-4-5 0,0 0-5 16,0-4-4-16,0 0 1 0,-1-4-6 15,-3 2-7-15,4-8-11 0,-7 4 0 0,7-4-22 16,-20-2-21-16,20 2 0 0,-29-12 0 16,3-3-44-16,-1-1-23 0,-2-5-24 0,5 1-13 15,-3-2-10-15,4 1 4 0,2 1 6 16,6 2-2-16,1 7 2 0,7-2 1 0,2 4-4 15,1-2-7-15,4 2-1 16,4 0 4-16,7-8-4 0,8-1-5 0,10-5-17 0,10 1-18 16,9 0-23-16,1-2-10 15,7 0 9-15,5-7 19 0,17-4 9 0,5-2 18 16,5 2 16-16,-4-4 17 0,-3 3 9 16,-24 6 6-16,-8-1 13 0,-7 2 24 0,-7-2 17 15,-17 4 17-15,-4 2 13 0,-9 4 11 16,-3 4 11-16,-4 3 8 0,-3-3 3 15,-2 4 6-15,-7-1 6 0,1 0 0 0,-3 2 10 16,3 4 1-16,-1 3-5 0,1-2-2 16,1 5-3-16,-1 2 16 0,0 2 6 0,-8 6 14 15,-4 11 9-15,-2 3 9 0,2 4 7 16,0 9 1-16,3-7-5 0,-1 12-1 0,2 3-2 16,6-9-1-16,1 0-11 0,5-1-7 15,2-2-9-15,1-4-8 0,4 0-4 16,2-3-1-16,-1-1-5 0,1-4-8 15,0 0-7-15,1-5-1 0,-1-2-3 0,0 0 0 16,0-5 6-16,2 3 23 0,-2-10 3 16,6 8 1-16,-6-8-7 0,11 0-3 0,-11 0-12 15,17-1 0-15,-17 1-2 0,0 0-12 16,25-5-4-16,-15 5-1 0,-10 0-4 0,14 1 4 16,-2 3 2-16,-1 3 0 0,3-2-3 15,-3 7-2-15,2 0 0 0,5-1-1 16,-2 3 0-16,-5-1 1 0,2 0-4 0,1 1-4 15,-2-2-6-15,0-1-1 16,-2-3 9-16,-3-1-1 0,0 0-23 0,0-3-38 16,-2-1-44-16,1 1-42 0,1 0-47 15,-1 0-80-15,-6-4-105 0,0 0-104 0,27-8-99 16,-15 0-185-16,4-1 20 0,0-3 79 16,7-5-545-16,-1 0-662 0</inkml:trace>
  <inkml:trace contextRef="#ctx0" brushRef="#br0" timeOffset="29944.74">12932 7265 3281 0,'0'0'-7'0,"0"0"47"0,0 0 38 15,5 7 53-15,-5-7 34 0,0 0 23 16,6 5 10-16,-6-5 7 0,6 5 5 16,-6-5 4-16,7 5-6 0,-7-5 2 15,10 2 1-15,-10-2 7 0,0 0-8 0,0 0-14 16,26-4-20-16,-26 4-9 0,16-8-15 15,-7 1-15-15,-1 0-11 0,-3-2-14 0,4 1-11 16,-4-4-11-16,1 2-11 0,-3-3-6 16,-3 4-17-16,0-3-5 0,-3-3-18 0,-3 3-2 15,-4 2-12-15,3 3-3 16,-4 2 0-16,-5 3-7 0,-3 2 2 0,0 6-2 16,-2 1-3-16,-6 6-2 0,1 4 0 15,3 4 4-15,2 1 6 0,4 1 0 0,5-3 12 16,5-1 0-16,-1 0 6 0,7-2 7 15,-1 0 4-15,2 0 2 0,3 0-2 16,1-2 0-16,3-1-3 0,4-2 2 0,2-1-1 16,1-2-5-16,2-2-5 0,1-4 2 15,0 1-6-15,3-4-4 0,-2 0-3 0,1 0 3 16,3 0-16-16,-8 0-29 0,4 0-39 16,-3-3-50-16,-1 2-51 0,-5 0-56 0,-9 1-85 15,18 0-101-15,-11-2-125 0,-7 2-150 16,0 0-125-16,7-4 74 0,-7 4-653 0,0 0-837 15</inkml:trace>
  <inkml:trace contextRef="#ctx0" brushRef="#br0" timeOffset="30677.41">13778 7445 3587 0,'0'0'-122'0,"0"0"43"15,0 0 45-15,-9 19 43 0,7-14 42 16,2-5 33-16,-5 9 13 0,5-9 11 16,0 10 15-16,0-6 2 0,5 4 6 15,-3-1 1-15,1-3-6 0,3 0-3 0,-1 1-7 16,3-1-6-16,0-1-5 0,-1-1-2 15,3 0-8-15,-10-2 3 0,0 0-1 0,19 1-1 16,-19-1-5-16,11-7-4 0,-4 2-8 16,-2 0-8-16,-5 5-11 0,6-15-2 0,-4 5-9 15,-4-2-6-15,0-1-7 0,-5-3-3 16,2-1-8-16,-4-3-8 0,-2 3-1 0,-2 0-7 16,2 0 2-16,-2 3-3 0,1 2-1 15,1 4-3-15,1-3-2 0,1 3 0 16,2 3 2-16,-4-1-4 0,8 3-2 15,3 3-2-15,-13-5 0 0,13 5 2 0,-8-2 2 16,8 2 2-16,0 0-3 0,0 0 5 16,0 0-1-16,0 0 0 0,0 0 2 15,42 0 1-15,-21-2 0 0,6 0 2 0,2 2-1 16,-2 0 0-16,2 0 1 0,0 2 2 16,-3 4 7-16,-1-3 0 0,-2 5 12 0,2-2 11 15,-1 11 15-15,-2-3 14 0,-3 4 8 16,0 4 35-16,-6-4 1 0,-2 0-6 0,-1 2-3 15,-2-2-1-15,-2 0-6 0,-1-1-10 16,3 2-3-16,-5-5-12 0,6 1-4 0,-8-3-11 16,3 0 1-16,2-2-11 15,-5-1-6-15,3-1-17 0,0 2-35 0,1-3-54 16,-4-1-55-16,3-2-72 0,-4-4-93 16,0 0-109-16,15-3-104 0,-15 3-129 15,14-12-144-15,-9 3 60 0,4-2-600 0,-3-3-767 16</inkml:trace>
  <inkml:trace contextRef="#ctx0" brushRef="#br0" timeOffset="31028.15">14481 7320 3364 0,'5'5'-106'0,"-5"-5"68"16,0 10 60-16,0-3 49 15,-2 1 45-15,2 2 14 0,-1-2 16 0,-1 2 8 16,0 2-1-16,2-2 1 0,2-1-1 15,0 2-13-15,-1-2-3 0,1 2-7 0,4-2-1 16,0-3 5-16,-2 0 2 0,3-2-4 16,-1 0-5-16,-6-4-10 0,16 0-13 15,-16 0-5-15,16-4-8 0,-4 0-10 0,-2-2-8 16,-3 0-9-16,0 1-5 0,0-4-3 16,-2 0-4-16,-3-2-15 0,0 3-2 15,-4-4-2-15,2 3-7 0,-5-3-4 0,-2-1-3 16,-2 1-7-16,2 3-8 0,-3 2-1 15,-4 5-10-15,3-2-9 0,-2 2-6 16,-2 0-6-16,15 2-4 0,-36 5-15 0,16-1-16 16,3 1-32-16,2 1-36 0,-1 0-54 15,3-1-69-15,2 1-52 0,1-2-68 0,1 2-75 16,1-2-114-16,3-1-61 0,5-3 64 16,0 0-330-16,0 0-371 0</inkml:trace>
  <inkml:trace contextRef="#ctx0" brushRef="#br0" timeOffset="31444.14">14872 7297 2404 0,'-18'0'14'0,"18"0"42"16,-17 5 39-16,7-4 47 0,1 2 35 15,0 2 21-15,-3 0 16 0,1 6 8 16,0-1 5-16,0 0-6 0,4 4-3 0,1-1-3 16,-1-2-14-16,3 1-3 0,4 0-6 15,0-1 1-15,2 1-10 0,2 0-11 16,1-3-4-16,-1 2-7 0,5-1-11 16,2-3-12-16,-4-2-12 0,4-1-14 0,5-4-5 15,-3 2-10-15,1-4-16 0,0 0-3 16,4-4-8-16,-3-1-3 0,0-3-9 0,-4 3-2 15,2-2-5-15,-4-4-7 0,-4 1-11 16,-1 0 13-16,-2 0-5 0,0-3-3 0,-6-2-2 16,-2 1-6-16,1-3-6 0,-2 2-2 15,-2 4-13-15,2 1-4 0,-1 3-17 0,-2 2-7 16,3 2-18-16,-1 3-16 0,-3 2-20 16,11 0-29-16,-23 7-39 0,11 0-49 15,3 0-73-15,0 1-91 0,1 1-94 0,0-2-108 16,4 0-185-16,4-4 56 0,0-3 80 15,11 8-453-15,-4-7-531 0</inkml:trace>
  <inkml:trace contextRef="#ctx0" brushRef="#br0" timeOffset="31760.68">15257 6861 2961 0,'-5'-24'30'15,"1"7"73"-15,-1 2 62 0,1 3 53 16,1 4 29-16,1-3 4 0,-2 3-12 0,2 3-21 16,0 0-23-16,2 5 4 15,0 0 29-15,0 0 12 0,-14 25 24 0,13-4 1 16,-7 13 4-16,5 4-11 0,-1 5-21 16,-1 3-15-16,5 11-22 0,3 0-17 0,1-2-18 15,-1 1-12-15,-1-10-19 0,4-2-14 16,-3 1-11-16,-1-2-30 0,2-6-42 0,3 0-53 15,-4-3-72-15,-1-8-63 0,4-6-64 16,-5-4-47-16,-1-4-47 0,2-4-83 0,0-3-84 16,-2-5-77-16,0 0-59 0,0 0-86 15,0 0 28-15,0 0-536 0,0 0-671 16</inkml:trace>
  <inkml:trace contextRef="#ctx0" brushRef="#br0" timeOffset="31913.05">15137 7385 3139 0,'-12'-7'-44'0,"4"3"72"16,1-2 69-16,5 0 68 0,2 6 41 15,-10-5 24-15,10 5 4 0,-6-3-1 0,6 3-18 16,0 0-6-16,0 0-2 0,0 0-16 16,16-17-17-16,-3 12-19 0,5 0-19 0,0-2-10 15,3 0-36-15,12-3-50 0,-1 1-62 16,2 0-71-16,-2-1-99 0,3 0-96 0,-2-1-91 16,-5-1-108-16,-2-1-185 0,-1-1 54 15,-3 2-430-15,-8-1-520 0</inkml:trace>
  <inkml:trace contextRef="#ctx0" brushRef="#br0" timeOffset="32543.83">16387 7350 2649 0,'0'0'-112'15,"0"0"62"-15,-22 12 53 0,17-3 42 16,-2 3 44-16,0 0 39 0,1 0 36 0,-1 3 18 15,2 3 13-15,-1-3 10 0,2 3 10 16,0-3 4-16,2 0-7 0,0 1-10 0,4-4 2 16,3 2-8-16,-4-3-7 0,3 0-9 15,2-1-3-15,1-2-5 0,2-1-6 0,1-2-13 16,3 0-22-16,3-5-11 0,-1 0-14 16,1-5-7-16,-2 0-6 0,2-2-15 0,-1 1 3 15,0-3-16-15,-3 0 2 0,-3-2-4 16,-1 0-4-16,0-1-4 0,-5-4-5 15,-1 1-12-15,-4 1-4 0,0-3-1 16,1 1-10-16,-7 3-1 0,4 1-4 0,-6 0-13 16,1 3-17-16,2-1-24 0,-4 3-22 15,0 4-38-15,4-1-51 0,-3 4-62 16,10 0-91-16,-19 0-96 0,19 0-107 0,-14 2-154 16,14-2-52-16,0 0 72 0,0 0-473 15,-9-2-579-15</inkml:trace>
  <inkml:trace contextRef="#ctx0" brushRef="#br0" timeOffset="32877.53">16776 7272 2953 0,'0'0'-6'16,"0"0"32"-16,0 0 17 0,0 0 28 0,0 0 68 16,7 7 36-16,-7 3 16 0,0 3 4 15,0 1 0-15,0 5-11 0,0 6-8 16,-2 0-6-16,2 2-15 0,-2 10-16 0,2-8-12 15,-1-3-13-15,-1-1-8 0,2-4-9 16,-2-1-14-16,-1-7-5 0,3 1-6 0,-2-3 12 16,2-3 20-16,0-1 28 0,0-7-11 15,-2 9 0-15,2-9-18 0,0 0-3 0,0 0 1 16,0 0-10-16,-2-28-6 0,2 9-11 16,2-5-11-16,5-10 0 0,-5-7-14 0,5-13-4 15,2-1-6-15,3-4-5 16,1 1-20-16,5 1-16 0,-2 3-26 0,4 8-19 15,-7 11-22-15,1 7-36 0,-5 6-42 16,0 7-67-16,-1 1-71 0,2 3-56 0,-1 6-58 16,-4 0-75-16,6 4-116 0,-11 1-82 15,12 1 74-15,-12-1-400 0,14 10-475 16</inkml:trace>
  <inkml:trace contextRef="#ctx0" brushRef="#br0" timeOffset="33060.24">16794 7389 2709 0,'-9'10'62'16,"2"-6"54"-16,-2 0 45 0,4-1 31 16,5-3 8-16,0 0-13 0,0 0-16 0,0 0-15 15,0 0-21-15,0 0-12 0,0 0-15 16,36-15-35-16,-8 5-55 0,5-1-64 0,4-1-90 16,-5 2-94-16,-2-2-120 0,5 3-179 15,-9-1-26-15,-3 3 64 0,-2 1-215 16,-5 0-198-16</inkml:trace>
  <inkml:trace contextRef="#ctx0" brushRef="#br0" timeOffset="34194.08">17859 6909 2107 0,'0'-9'66'16,"0"-1"21"-16,0 4 12 0,0 6 0 0,-2-6-4 16,2 6 16-16,0 0 37 0,0 0 28 15,-11 22 18-15,0-3 1 0,-1 12 3 0,-1 8 2 16,-1 9 4-16,2 3-3 15,-2 0-9-15,3 2-14 0,1 1-15 0,-2-1-11 16,7-3-12-16,-3-8-12 0,5-1-17 16,-6-2-7-16,4-3-12 0,1-11-10 0,2-3 0 15,0-4-17-15,-1-3-2 0,-1 0 2 16,2-6-3-16,0 1 5 0,-1-3-2 0,-2 0-3 16,5-7-8-16,-9 8-3 0,9-8-9 15,0 0-23-15,-29-8-17 0,16 0-12 16,-1-1-20-16,0-5-14 0,-2 0-10 0,-4-6-3 15,0 0-9-15,4 6-1 16,2-1-7-16,3 1 3 0,2-1-2 0,4 1-5 0,-1 0-7 16,6-1-21-16,6 1 4 15,11-11-12-15,5 0-5 0,15-4-26 0,5 0-19 16,10-1-22-16,5 0 0 0,22-10 9 16,6-1 13-16,0 0 12 0,1-1 17 0,-2 3 13 15,-8 2 9-15,-17 4 14 0,-9 1 12 16,-8 1 21-16,-8 3 33 0,-13 5 35 0,-10 4 31 15,-3 3 16-15,-6 0 25 0,-6 4 5 16,-2 0 16-16,-5 0 9 0,-3 0 14 16,0 3 1-16,-8 3 0 0,3 2-6 0,0 4-6 15,-2 2-7-15,-7 8-6 16,-5 7 0-16,-5 9-4 0,6 3-11 0,2 5 7 16,-1 1-6-16,2 4-8 0,6 3-5 15,2 0-3-15,4-1-7 0,2-5-4 0,4-2-6 16,1-2-4-16,0 0-3 0,3-1-3 15,3-7-3-15,2-3-9 0,2-7 1 0,-2-1 1 16,2-2-1-16,-3-1 15 0,3-4 21 16,0-6 25-16,2 9-10 0,-2-9-12 0,0 0 2 15,0 0-8-15,0 0 2 0,26-15 2 16,-18 9 0-16,-1 0 14 0,1 1-18 16,-8 5-12-16,12-7-7 0,-12 7-6 15,11-2 3-15,-11 2-1 0,0 0 2 0,25 10-3 16,-14 0-6-16,1 1 3 0,1 1-1 15,1 2-1-15,-2-1-3 0,8 9-1 16,-4-10 5-16,-2 2-6 0,-1-5-5 0,1-1 6 16,-1-1 1-16,-2-2-3 0,1-2 6 15,1 0-3-15,1-6-6 0,-14 3 5 0,30-6-9 16,-15 0 11-16,3-3 10 0,-3-2-1 16,0 2-10-16,0-4-2 0,-3 5-2 0,-3-1 2 15,1-2-4-15,-5 6 0 0,2-1-6 16,-7 6-5-16,11-7-4 0,-11 7-11 0,5-4 4 15,-5 4 0-15,0 0-2 16,0 0 5-16,0 0-6 0,21 7 6 0,-21-7 3 16,13 10 1-16,-2-6-4 0,-2-1 6 15,2 2 0-15,3-2 2 0,2-2-5 16,6 0-3-16,-1-1-27 0,4-2-46 0,-3-2-56 16,1 0-73-16,-2 0-74 0,0-2-102 15,-8 3-104-15,2-4-140 0,-1 2-131 0,-5 1 65 16,1-1-570-16,-6 0-718 0</inkml:trace>
  <inkml:trace contextRef="#ctx0" brushRef="#br0" timeOffset="35026.72">19776 6800 3391 0,'-3'-19'-70'16,"-1"5"53"-16,-2 3 42 0,3-2 50 0,-5 5 51 16,5 0 25-16,-4 1 18 0,3 0-3 15,3 2-16-15,1 5-22 0,-4-6-12 0,4 6 10 16,0 0 18-16,-13 28 12 0,3 3 12 16,2 3 11-16,-5 14 6 0,3 5 5 0,-3 1 11 15,4 5-15-15,1 0-19 16,-1-3-10-16,-1 1-11 0,7-4-17 0,-4-9-15 15,3 1-9-15,-1-4-5 0,3 1-15 16,0-6-6-16,0-5-39 0,1-8-38 0,1-2-50 16,0-2-62-16,-2-2-65 0,2-2-77 15,0-1-77-15,0-2-69 0,0-3-62 16,2-2-92-16,-2-7-154 0,0 4 51 0,0-4-496 16,0 0-618-16</inkml:trace>
  <inkml:trace contextRef="#ctx0" brushRef="#br0" timeOffset="35193.83">19514 7513 2958 0,'0'0'-9'0,"-12"-5"58"0,6 1 64 0,6 4 53 16,-9-2 40-16,9 2 16 0,-7-6-4 15,7 6-20-15,0 0-17 0,-9-4-21 16,9 4-20-16,0 0-14 0,14-11-24 0,-3 5-55 16,11 0-71-16,6-2-89 0,8-4-103 15,0 3-119-15,0-3-145 0,7 1-129 16,-3 0 57-16,-3 2-315 0,2 1-350 0</inkml:trace>
  <inkml:trace contextRef="#ctx0" brushRef="#br0" timeOffset="35660.04">20021 7488 2616 0,'-12'4'103'15,"3"-1"31"-15,3 0 37 0,6-3 12 16,-12 2-3-16,12-2-16 0,-3 3-14 0,3-3-15 15,0 0-13-15,0 0-11 0,0 0-9 16,0 0-12-16,0 0-5 0,17-15-11 16,-9 9-5-16,-3-1-9 0,1-1 3 0,0-1-8 15,3-3-5-15,-3 2-3 0,-1-2-9 16,-3-5 1-16,0 1-12 0,-2-1 5 0,0-1-2 16,-2-1-7-16,-1-4-8 0,-1 3-4 15,0 3-2-15,1 2-3 0,-3-1-1 0,-1 6-3 16,4 1 1-16,-5 1-3 0,5 2 3 15,3 6-4-15,-11-3 3 0,11 3-1 16,-11-3-2-16,11 3 1 0,0 0-5 16,0 0 4-16,0 0 2 0,0 0-2 0,0 0 7 15,0 0-5-15,22-9 4 0,-8 1 3 16,6 6 5-16,-1-2 5 0,3 4 0 0,0-2 8 16,-1 2 13-16,-3 2 8 0,7 4 23 15,-5 0 15-15,-5 1 4 0,0 5 3 16,0 2 8-16,-3 1 4 0,-1 3-12 0,0-2 14 15,1 2-31-15,-4-3-7 0,-1 2-5 16,1-2-6-16,-2 2 6 0,-1-3-24 0,1 1 2 16,-1-1-30-16,-3-3-41 15,9-1-59-15,-8 1-58 0,3-2-82 0,-3-1-85 16,3-3-92-16,2-1-141 0,-2-4-146 16,-6 0 69-16,13 0-485 0,-13 0-577 0</inkml:trace>
  <inkml:trace contextRef="#ctx0" brushRef="#br0" timeOffset="36042.98">20699 7246 2966 0,'0'0'46'0,"0"0"50"0,0 0 37 0,0 0 18 16,0 0 4-16,0 0-6 0,0 0-12 15,0 0-8-15,0 0-3 0,0 0-2 0,11 8-9 16,-11-8-7-16,0 0-8 15,18-5-12-15,-13 4-1 0,-5 1-10 0,11-8-6 16,-4 6-7-16,-1-2-3 0,-1-3-9 16,-1 1-7-16,-1-2-2 0,-1-1-8 0,-2 1-7 15,-2-4-8-15,1 2-7 0,-7-1-2 16,3 3-4-16,-7-1-2 0,1 4 1 0,-2 2-6 16,-3 3 1-16,-4 5 4 0,-2 1-1 15,-4 6 11-15,-1 5 14 0,2 1 21 16,2 1 13-16,4 2 11 0,5-3 3 15,5 2 9-15,4 0 5 0,-1-6-7 0,1 5 1 16,5-4-11-16,2 3-4 0,5-4-7 16,-2 1-2-16,6-1-3 0,0-5-9 0,1-1-3 15,3 0-32-15,6-1-51 0,1-6-66 16,-4 1-99-16,5-2-113 0,2-3-111 0,0 0-145 16,-2-5-137-16,-1 1 69 0,0-1-499 15,-3-1-606-15</inkml:trace>
  <inkml:trace contextRef="#ctx0" brushRef="#br0" timeOffset="36459.98">21194 7174 3144 0,'0'0'43'0,"0"0"51"0,0 0 43 15,0 0 25-15,0 0 12 0,0 0-2 16,0 0-8-16,0 0-6 0,0 0 4 0,0 0 8 15,0 0-3-15,0 0-9 0,0 0-12 16,0 0-12-16,0 0-9 0,0 0-10 0,0 0-10 16,0 0-6-16,12-11-15 0,-8 7-4 15,3-3-7-15,-3 1-8 0,0-1-11 0,-2-3-5 16,0 3-13-16,-2-3-14 0,-2 1-14 16,-2-1-4-16,-2 2-6 0,-1 0-1 15,-3 2-1-15,-7 3-1 0,3 1 3 16,-2 4-2-16,-5 4 3 0,-3 1 3 15,8 3 9-15,-4 2 12 0,6 2 22 0,-6 7 11 16,7-2 28-16,7-1 10 0,-2 3 8 16,7-4 2-16,1 2-6 0,1-2-3 0,1-1-3 15,7 1-11-15,0-2 0 0,0 2-4 16,7-3-9-16,-1-2-7 0,2-2-1 0,3 0-16 16,4-4-22-16,-3-2-46 0,-3 0-56 15,4-4-49-15,-5 3-59 0,0-3-77 0,-3-3-101 16,-3 3-105-16,-2-4-149 15,-9 4-135-15,12-6 70 0,-12 6-607 0,0 0-752 16</inkml:trace>
  <inkml:trace contextRef="#ctx0" brushRef="#br0" timeOffset="37444.37">22347 7240 3377 0,'0'0'-105'0,"0"-11"51"15,0 6 52-15,0 5 41 0,0 0 17 16,0-11 0-16,0 11 15 0,0 0 37 0,0 0 16 16,0 0 23-16,0 0 11 0,20 18-3 15,-17-9 2-15,5 5 0 0,-4 0-5 0,-3 1-7 16,4 1-1-16,-3-1-7 0,-2 2 0 16,-2-3-3-16,-1 2 0 0,0 0 1 0,-5-2-3 15,1 1-6-15,-5-4 0 0,-3 4-11 16,1-7 3-16,-1-2-12 0,1 0-10 15,-6-3-9-15,3-1-6 0,4-4-6 16,-7-1-9-16,5-4-7 0,0-3-7 0,4-1-3 16,-1-4-7-16,2-4-6 0,5 3-5 15,1-4-7-15,2 3-3 0,2 3-1 0,0-1-2 16,4 3-5-16,0 1-4 0,-1 5-1 16,-3 6-5-16,14-4 4 0,-14 4-3 15,0 0 1-15,33 14-2 0,-19-1 5 0,11 5-4 16,-2 1-2-16,2 3 1 0,-1-2 2 15,1-1 1-15,-2 1-2 0,-8-4-3 0,1-6-1 16,-7-1 6-16,1-3 7 0,-2 2-6 16,1-3 10-16,-4-1 11 0,-5-4 30 0,13 3 1 15,-13-3-6-15,0 0-6 16,14-17-7-16,-6 5-3 0,2-5-4 0,-3-4-2 16,2 2-3-16,5-8 1 0,-6 6 4 15,-3 5 7-15,1 1 1 0,0 3 2 0,-2 4-11 16,0-1-11-16,-1 1-6 0,-3 8 1 15,8-2 3-15,-8 2-3 0,0 0-3 0,0 0-2 16,23 14 0-16,-16-6 4 0,3 1-8 16,2 3 5-16,-3-1-8 0,1-2 3 0,-1 0 3 15,-1-1 0-15,-1-3-2 16,-1 1 3-16,2 0 1 0,-8-6 0 0,13 0 2 16,-13 0-2-16,15-6-5 0,-5-1 1 15,1-2-1-15,-1-1 0 0,-1 0-3 0,0-2 0 16,3 0 4-16,-4 6 2 0,-1-5-7 15,3 2-1-15,-4 2-5 0,-2 2-10 16,-4 5 6-16,11-7 0 0,-11 7-1 0,0 0 3 16,21 9-2-16,-16-3 2 0,9 3-2 15,-3 1-1-15,-1 1-19 0,4 2-29 0,-2 1-27 16,2 0-32-16,-1-1-25 0,3 2-33 16,-1-3-40-16,0-2-50 0,-3-2-74 15,-1-3-72-15,-1-2-59 0,1-1-83 0,-4-4-115 16,7-1-32-16,1-2 82 0,4-3-484 15,4-8-569-15</inkml:trace>
  <inkml:trace contextRef="#ctx0" brushRef="#br0" timeOffset="37860.58">23620 6644 3036 0,'2'-12'11'0,"-2"1"46"0,0 5 32 15,-2 2 39-15,2 4 28 0,0 0 34 0,-23 13 22 16,10 1 17-16,-2 11 9 0,-6 3 9 15,-2 9 5-15,-2 1 5 0,4 3 10 0,1-2 0 16,0 5-8-16,2-1-12 0,4-9-21 16,3-2-20-16,1 2-17 0,1-1-16 15,1-9-19-15,4-4-13 0,1-4-16 16,1-4-11-16,-3-1-13 0,3 1-8 0,1 0-6 16,-1-7-4-16,0 3-4 0,2-8-9 15,-4 9-6-15,4-9-21 0,0 0-22 0,0 0-22 16,0 0-21-16,0 0-24 0,0 0-4 15,-15-28-21-15,5 20 0 0,-1 1 8 0,-3 0-1 16,0 1 9-16,-2 5-7 0,1 1 9 16,-3 3 6-16,4 5 9 0,-6 4 1 0,2 9 15 15,-2 4 9-15,8 0 12 16,-1 6 12-16,4 0 0 0,7-4 6 0,1-3-1 0,2 2-4 16,7 3 5-16,3 0 3 15,3-5-8-15,0-6 0 0,0-5 2 0,3-1-24 16,-1-5-35-16,-2-2-54 0,0-2-55 15,-1-1-65-15,-1-2-96 0,-12 0-100 0,17-6-121 16,-12 2-183-16,2-1-22 0,-3-1 83 16,-4 6-575-16,0-10-696 0</inkml:trace>
  <inkml:trace contextRef="#ctx0" brushRef="#br0" timeOffset="39128.48">4525 9128 3008 0,'-11'9'158'16,"1"-3"38"-16,3-2 72 0,7-4 5 16,-9 2-23-16,9-2-52 0,0 0-46 0,0 0-32 0,0 0-25 15,-6-21-11-15,10 4-7 16,5-1-8-16,5-7-8 0,2-2-8 0,2 0-8 15,2-1 1-15,5-8-5 0,2 1-6 16,-8 6-3-16,8-8-6 0,-5 2 4 16,0-6-11-16,-8 7-9 0,0 0-7 0,-1-2-4 15,-3 3-5-15,-2 0 1 0,-1 8 0 16,-3 4 0-16,0 4 0 0,-3 5 1 0,2 0-3 16,-3 4-4-16,2 1 0 0,-2 7 6 15,-2-5-1-15,2 5 1 0,0 0-4 0,0 0 5 16,-10 18-3-16,10-10 0 0,0 1 2 15,0 5-1-15,2 1 2 0,2-1-1 16,2 4 4-16,1 1-4 0,4 2 2 16,2 4 3-16,1 3 0 0,0-3 13 15,1 3 2-15,3-1-1 0,-7 1 8 0,-2-6 6 16,-1-4 12-16,-4 6 2 0,1-5 3 16,-3 1 6-16,-2-1 3 0,-2 4 1 0,2-4-2 15,-3 0-9-15,-3-2 4 0,1-2-9 16,0 1-4-16,-1-2-2 0,1-2-4 0,-1 2-3 15,1-8-3-15,-2 3-28 16,2-3-33-16,-1 0-59 0,6-6-92 0,-9 0-108 16,9 0-110-16,0 0-117 0,-6-14-159 15,7 5 61-15,6-3-420 0,0-1-516 16</inkml:trace>
  <inkml:trace contextRef="#ctx0" brushRef="#br0" timeOffset="40009.43">5153 8944 2788 0,'3'5'5'0,"-3"-5"35"16,0 0 39-16,0 0 38 0,4 7 30 16,-4-7 21-16,0 0 10 0,0 0 0 15,0 0-15-15,0 0-13 0,0 0-16 0,15-14-11 16,-9 4-15-16,4-1-5 16,-1-1-6-16,3-3 2 0,-3-5 10 0,0 3 4 15,3-1-1-15,-4-1-7 0,-3-2-9 16,1 1 0-16,-1-1-5 0,0 1-3 0,-3 3-9 15,2-1-7-15,-4 7-6 0,0-2-6 16,1 1-9-16,-1 4-8 0,0-1-6 0,0 3-4 16,0 6-3-16,0 0-7 0,0 0 1 15,0 0-4-15,0 0 0 0,0 0-7 16,-7 29 1-16,7-16 0 0,0 6-4 0,0 0 1 16,2 0 0-16,2 0-1 0,-1 1-4 15,1 0 1-15,0-2 1 0,1-1-1 0,0-3 0 16,0-2-2-16,1-1 3 0,1 1-1 15,-3-6 1-15,1 0 3 0,4-3-3 16,-9-3 1-16,0 0 0 0,25-5-4 16,-14-5 2-16,0 0-4 0,1-5 3 0,-1 1-2 15,0-2 1-15,-1-4-3 0,-2 2-2 16,-1 0 4-16,0 3 2 0,-2 1 2 16,-1 4 16-16,-1-2 8 0,1 3-7 0,0 2-5 15,-2 2-2-15,-2 5-2 0,0 0 4 16,0 0 3-16,0 0-6 0,0 0 0 0,7 24-5 15,-5-12-2-15,4 5 0 16,-2 0 0-16,3 1 1 0,1 2-2 0,2 0-2 16,-1-6 0-16,2 4 2 0,3-7-1 15,-3 4-1-15,0-6 3 0,1-6 8 0,-1-1-7 16,2-2-3-16,-13 0-5 0,28-5 5 16,-11-7 1-16,0 0-2 0,5-9-5 0,-2-4 3 15,1-2-9-15,-1-4-9 0,2-8-6 16,-3-4-9-16,0 0-7 0,-6-5 0 15,0 0-6-15,-4 7-1 0,-2 0 3 0,-3 3 4 16,-2-1 6-16,-1 10-1 0,-1 6 4 16,-3 5 1-16,1 1 0 0,-2 3 3 0,1 5 0 15,-4 5 3-15,7 4 3 0,0 0 4 16,-24 13 17-16,12 4 3 0,-1 9 16 16,1 3 4-16,7 8 0 0,-3 3 1 0,4 3 5 15,-1 0 9-15,5-1 5 0,0-1-2 16,5 1-1-16,-1-6 1 0,5 0-10 15,3-4-3-15,-4-3 3 0,3-9-9 16,-3-2-3-16,1-5 1 0,-1-1 4 0,-3-2 12 16,6-5 5-16,-6-2-17 0,-5-3-4 15,15 0-1-15,-15 0-4 0,17-8 0 0,-11 0-2 16,1 1 1-16,-1 0 13 0,-1 0-22 16,-4-4 2-16,1 2-1 0,-2 0 0 15,-2-3-8-15,2 0-2 0,-6 1-3 0,2 0-14 16,0 3-11-16,1-1-19 0,-3 4-22 15,1 2-28-15,5 3-33 0,-12-2-37 16,12 2-47-16,-15 5-62 0,8 0-63 16,-2 2-77-16,2 2-102 0,-1-3-192 0,5 0 52 15,3-6 75-15,-2 5-375 0,2-5-436 16</inkml:trace>
  <inkml:trace contextRef="#ctx0" brushRef="#br0" timeOffset="40359.83">6014 8494 2497 0,'-4'8'-43'0,"0"1"54"0,-1-2 50 16,3-1 54-16,-3-4 42 0,5-2 40 0,-3 7 26 15,3-7 27-15,-4 10 15 16,4-10 5-16,0 0 6 0,-2 10-19 0,2-10-9 16,0 0-5-16,7 8-24 0,-7-8-22 15,14 3-13-15,-3-1-19 0,3 0-14 16,1-4-46-16,4 2-69 0,0 0-79 0,2 0-60 15,6-4-61-15,0 3-106 0,11 0-113 16,1-2-118-16,-2-3-202 0,1 2 66 0,4-3 71 16,0 0-357-16,4 0-404 0</inkml:trace>
  <inkml:trace contextRef="#ctx0" brushRef="#br0" timeOffset="40645.33">6740 8235 2565 0,'-11'-4'28'16,"2"-2"40"-16,0 3 48 0,9 3 40 0,-11-7 23 15,11 7-1-15,-10 0-16 0,10 0 9 16,0 0 16-16,-17 18 12 0,5-2 0 16,1 11-7-16,-2 6 5 0,1 0-1 0,3 4-9 15,0-1-15-15,2 2-12 0,0-2-17 16,0 1-13-16,1-2-13 0,6-6-10 0,0-4-18 15,0 0-8-15,0-1-42 0,0-3-47 16,2-1-47-16,2-3-57 0,-3-1-68 0,1-4-67 16,0-2-47-16,0 0-34 15,0-3-47-15,2-3-83 0,-4-4-112 0,0 0-15 16,0 0-370-16,0 0-432 0</inkml:trace>
  <inkml:trace contextRef="#ctx0" brushRef="#br0" timeOffset="40777.91">6546 8738 2418 0,'0'0'-53'0,"0"0"40"0,0 0 31 0,0 0 19 16,-14 0 12-16,14 0 6 0,0 0 26 16,0 0 4-16,0 0-11 0,0 0-3 0,27-11-4 15,-10 6-15-15,0 2-40 16,4-4-56-16,2 3-59 0,-4 1-71 0,2 1-85 16,-2 1-160-16,2 1-246 0,-2 0-160 0</inkml:trace>
  <inkml:trace contextRef="#ctx0" brushRef="#br0" timeOffset="41225.82">6902 8797 1829 0,'-2'4'66'0,"2"-4"31"0,-4 7 29 16,4-7 30-16,0 0 22 0,0 0 15 16,-4 7 1-16,4-7-5 0,0 0-10 15,0 0-11-15,0 0-13 0,0 0-8 0,0 0-12 16,0 0-9-16,0 0-18 15,0 0-10-15,0 0-9 0,0 0-5 0,0 0-5 16,0 0 5-16,8-28 3 0,-8 23 1 16,-2-5-4-16,2 1-1 0,-4-1-8 0,0-5-3 15,-3-1-8-15,2-3-7 0,-2 4-5 16,2 0 1-16,-1-1 9 0,0 3 8 0,1-1 5 16,-2 4-2-16,4-1 4 0,-1 3-8 15,0 1-5-15,3-1-6 0,1 8-12 16,-4-12-7-16,4 12-4 0,-2-8-8 0,2 8-1 15,0 0-4-15,6-9 3 0,-6 9-3 16,0 0-5-16,17 3-2 0,-17-3 1 16,22 12-5-16,-10-4-1 0,1 4 3 15,1 2 8-15,-1 3 0 0,5 5 2 0,-4 0-3 16,-3 1-2-16,1-5-2 0,-4 1 2 16,8 5-4-16,-5-2 1 0,-2-4-4 0,-1-1 0 15,1-1-10-15,-1-5-31 0,-3 1-40 16,5 1-45-16,-6-5-63 0,2-2-64 0,-3 0-81 15,3 0-105-15,1-6-139 0,-7 0-106 16,14 0 67-16,-14 0-423 0,17-12-502 16</inkml:trace>
  <inkml:trace contextRef="#ctx0" brushRef="#br0" timeOffset="41609.44">7365 8690 2794 0,'-10'5'38'0,"1"0"27"16,3 0 33-16,1-2 23 0,5-3 14 0,-8 6 3 16,8-6-5-16,-6 5-3 0,6-5-6 15,0 0-8-15,-2 7 5 0,2-7-6 0,0 0 3 16,0 0-5-16,0 0-3 0,0 0-10 16,0 0-2-16,27-14-4 0,-20 7-9 0,4 0-4 15,-2-3-12-15,-2 0-7 0,0-3-3 16,-3 4-7-16,1-2-4 0,0 1-8 15,-5 0-6-15,2 0-4 0,-4 1-6 16,2 2-7-16,-3-2-3 0,-4 5-3 0,0 2-2 16,7 2-2-16,-20 2-2 0,2 6 1 15,0 1-4-15,4 6 3 0,-8 3 1 16,2 5 4-16,2 1 3 0,6 1 4 0,-2 3 7 16,4-6-2-16,5-1-2 0,0-3-2 15,3-1-3-15,2-3 0 0,2 3-2 0,3-1 2 16,0-3-22-16,5-1-20 0,-1 0-38 15,5-3-14-15,1-3-55 0,6-1-142 0,4-2-98 16,3-1-93-16,-1-4-174 0,17-4 47 16,-2 0-408-16,3 0-477 0</inkml:trace>
  <inkml:trace contextRef="#ctx0" brushRef="#br0" timeOffset="42041.79">7740 8739 2737 0,'0'0'111'16,"-21"2"38"-16,14-2 38 0,7 0 18 0,0 0 4 16,-13 2-10-16,13-2-13 0,0 0-21 15,0 0-9-15,0 0 0 0,0 0 0 16,0 0 2-16,0 0 12 0,0 0-27 0,0 0-9 16,0 0-12-16,34-12-13 0,-27 7-11 15,4 0-10-15,2 1-4 0,-4-3-8 16,2 0-9-16,1 0-10 0,-3-3-2 0,0 2-12 15,2-3-18-15,-4 1-21 0,0-3-35 16,-1-1-18-16,-2 2-25 0,-4 0-14 16,0 0-1-16,-6 2-2 0,0 0 2 0,-3 6 8 15,-3 0 5-15,-1 4 7 0,-2 4 10 16,-6 2 11-16,2 4 21 0,-10 7 20 0,7 5 32 16,3-2 19-16,-1 4 16 15,7 2 10-15,6-6 10 0,2-1 7 0,3-2 2 0,2 2-5 16,2-2-1-16,7-3-5 15,-2 5-7-15,4-6-6 0,1 3-1 0,-1-4-9 16,3-4-6-16,3 1-5 0,-2-1-17 16,2-5-26-16,2 0-33 0,-4-1-39 0,5 0-40 15,-6-2-50-15,0 0-58 0,-1-2-70 16,-3 0-72-16,0 0-112 0,-1 1-182 16,-9 1 26-16,12-3 78 0,-12 3-366 0,7-4-397 15</inkml:trace>
  <inkml:trace contextRef="#ctx0" brushRef="#br0" timeOffset="42791.22">8735 9120 2534 0,'-10'4'70'0,"7"0"40"16,3-4 46-16,-10 0 47 0,10 0 17 0,0 0 9 15,0 0-11-15,0 0-15 0,-9-14-17 16,7 6-19-16,4 1-14 0,2-5-20 0,-1-2-11 16,5 1-14-16,2-4-10 0,5-7-10 15,1 0-7-15,-4-2-13 0,1-1-2 0,5 0-10 16,-5-2-5-16,1 0-14 0,-1 3-11 16,1-4-11-16,-3 1-2 0,-6 8-1 0,3 4-2 15,-6 4-1-15,4 0-9 0,-2 5-11 16,-3 1-7-16,1 0-4 0,-2 7 1 0,0-5 3 15,0 5 2-15,0 0 2 0,0 0-1 16,0 0 3-16,0 0-2 0,2 19 4 0,0-11 1 16,2 1 0-16,-3 1 0 15,6 2 0-15,-2 2 2 0,1-2 1 0,1 4 1 16,1 0 1-16,0 2 12 0,1-2 5 16,1 2-1-16,-2-1 8 0,1-1 5 0,-1 0 2 15,-5-3 10-15,5-1 4 0,-4 0 14 16,0 0 9-16,0-2 10 0,-3-1 16 15,-1 1 13-15,0-1 14 0,0-2 0 0,-1-1-5 16,-5-1-7-16,2 0-4 0,-2 1-11 16,-1-3-9-16,-3 1-13 0,3-1-3 0,-3-1-26 15,-1-1-33-15,-1-1-61 0,12 0-76 16,-24-3-118-16,8-2-144 0,-3-4-152 16,6-3-206-16,3-5 47 0,5-1 82 0,3-9-478 15,8-11-569-15</inkml:trace>
  <inkml:trace contextRef="#ctx0" brushRef="#br0" timeOffset="43524.83">9238 8112 3163 0,'-13'-9'46'0,"-1"2"30"0,5 1 56 16,2 2 29-16,-1 3 10 0,8 1-8 0,0 0 21 15,-17 5 21-15,7 15 13 0,5 1 5 16,-4 13-8-16,6 9 10 0,-1 3-10 0,4 15-3 15,0 2-13-15,2 2 8 16,3 2-9-16,-3-3-17 0,0 2-8 0,1-4-4 16,-3-1-9-16,0 0-16 0,-5-3-15 15,2-5-10-15,-3-9-12 0,2-2-5 0,-1-7-18 16,1-6-8-16,2-8-9 0,1-3 0 16,-2-5-7-16,1-1-1 0,2-4 1 0,0-2-6 15,0-6-6-15,0 0-9 0,0 0-2 16,19-27 1-16,-6 1-33 0,5-2-5 0,-1-3 0 15,2 2 0-15,-2 2 0 16,-4 8 0-16,-3 4 0 0,-2 4 0 0,-3 1 0 16,3 2 0-16,-3 4 0 0,4 3 0 15,-9 1 0-15,0 0 0 0,26 13 0 0,-16-3 0 16,-1 3 0-16,0 2 0 0,9 7 0 16,-7-3 0-16,3-2 0 0,-5-2 0 15,0-2 0-15,1-2 0 0,-2 1-50 0,-1-2-91 16,0-3-19-16,-2 0-28 0,2 0-27 15,-1-3-34-15,-6-4-47 0,11 2-46 0,-11-2-35 16,19-8-23-16,-6 0-17 0,-2-6-11 16,1-1 13-16,6-8 27 0,0 0 51 0,0-3 40 15,2 2 64-15,-8 4 54 0,-2 6 67 16,-2 3 66-16,-1 1 53 0,-3 3 49 16,3 1 28-16,-5 2 25 0,-2 4 45 15,0 0 19-15,0 0 7 0,0 0-4 0,0 21 1 16,-2-11 0-16,2 7-7 0,-1 0-16 15,1-3-10-15,0 1-14 0,1 2-11 0,3 0-8 16,1-5-11-16,-2-1-8 0,1-1-4 16,4-1 2-16,-5-5-5 0,7-2-4 15,-10-2-5-15,0 0-4 0,26-6-7 0,-14-3-6 16,1 1-9-16,-3-3-1 0,1-4-1 16,-3 1 4-16,-1 2 4 0,2-2-1 0,-6 1 2 15,-3-3 0-15,2 1-5 0,-6-3-5 16,-1 0-6-16,-2 1-6 0,2 2-5 15,-3 1-2-15,-1 2-2 0,1 1-7 16,-1 5-22-16,-1 2-18 0,-2 2-31 0,3 2-38 16,9 0-49-16,-23 7-67 0,12 0-83 15,4 2-89-15,-4-1-106 0,2 0-163 0,7 2-20 16,1-4 78-16,1 1-427 0,0-7-491 16</inkml:trace>
  <inkml:trace contextRef="#ctx0" brushRef="#br0" timeOffset="43844.28">9878 8808 2925 0,'0'0'82'0,"0"0"54"0,0 0 35 15,0 0 16-15,0 0-3 0,0 0-17 16,0 0-5-16,0 0 16 0,0 0 2 0,0 0-9 16,0 0-15-16,0 0-16 0,-9 27-11 15,13-18-10-15,-3 2-11 0,5-1-10 0,-1-1-8 16,-2 1-10-16,3-2-7 0,-1-1-9 15,-1-3-3-15,3 2-1 0,-7-6-3 0,9 9 0 16,-9-9-6-16,11 3-6 0,-11-3-3 16,0 0-5-16,0 0-2 0,0 0 0 15,19-10-4-15,-15 5 0 0,-4 5-6 16,4-12-1-16,-2 4-2 0,-2 0-4 0,-2-2-3 16,0-1-3-16,-2-7-11 0,2 1-21 15,-1-3-24-15,-4 0-31 0,5 3-42 16,0 2-58-16,1-1-71 0,-3 4-79 0,2 2-87 15,-2 1-88-15,-1 6-168 0,5 3 51 16,-9-4-424-16,9 4-514 0</inkml:trace>
  <inkml:trace contextRef="#ctx0" brushRef="#br0" timeOffset="44108.05">10165 8374 2723 0,'0'-22'-11'0,"0"5"61"16,0 2 46-16,0 2 50 0,-2 5 24 16,2 0 12-16,-2 3-5 0,2-1-13 0,0 6 58 15,0 0 7-15,0 0-3 0,-2 23-5 16,0-5-13-16,2 5-13 0,-2 4-18 0,2 12-16 16,0 4-17-16,0-5-12 0,2-1-12 15,0 1-15-15,0-3-8 0,2-6-11 0,-4-5-26 16,1 0-40-16,-1-4-48 0,2-1-57 15,0 0-66-15,-2-5-84 0,4 1-92 16,-2-1-102-16,-2-4-153 0,3-2-74 16,-1-1 65-16,3-1-435 0,-5-6-500 15</inkml:trace>
  <inkml:trace contextRef="#ctx0" brushRef="#br0" timeOffset="44560.42">10521 8170 2838 0,'-2'-22'43'0,"2"5"51"15,-6 3 58-15,4 4 32 0,0 1 10 16,0 4-4-16,0 0-17 0,2 5 18 0,0 0 33 16,0 0 17-16,-16 24 33 0,6 7 15 15,-1 5 36-15,-3 11 5 0,3 9-13 16,0 0-7-16,-5 6-9 0,3-2-14 0,1-2-18 16,1-2-24-16,3-5-21 0,-2-12-23 15,7-1-19-15,-3-6-69 0,4-6-113 16,0-5 0-16,2-5 0 0,-1-3 0 15,1-1 0-15,-2-3 0 0,2 0 0 0,0-2 0 16,0-7 0-16,0 10 0 0,0-10 0 16,0 0 0-16,0 0 0 0,0 0 0 0,0 0 0 15,0 0 0-15,-11-29 0 0,8 19 0 16,-3 0 0-16,1-1 0 0,-1 5 0 0,1 0 0 16,-4 2 0-16,9 4-87 0,-13 1-27 15,2 4 18-15,-1 5 6 0,3 1 10 0,-3 7 12 16,-1 7 17-16,4-2 12 15,3-3 5-15,2 1 12 0,0-4 14 0,0 1-1 16,4-2 13-16,0-3-3 0,2 0 4 16,0-3 5-16,2-4-5 0,0 3 4 0,2-5 5 15,-6-4-2-15,15 5-4 0,-8-4-27 16,-7-1-46-16,16 0-57 0,-16 0-69 16,14-3-80-16,-14 3-104 0,14-3-122 0,-8-1-146 15,-1 1-124-15,-5 3 75 0,11-7-641 16,-8 3-789-16</inkml:trace>
  <inkml:trace contextRef="#ctx0" brushRef="#br0" timeOffset="45574.59">10972 9114 3431 0,'-6'12'-95'0,"5"-2"17"0,-1-3 18 0,2-3 40 16,0-4 38-16,5 6 24 0,-5-6 14 15,12 0 5-15,-12 0-1 0,25-10-4 0,-8-2 1 16,8-8-11-16,2-2 5 0,-2-3-13 16,-1-1 0-16,4-7-8 0,1-1 3 0,0-2-1 15,-5 0-3-15,-2-6-6 0,-2 0 5 16,-1-5-8-16,-1-4 2 0,-1-1-10 16,-5-2 2-16,-3 0-6 0,-2-2-1 15,-3 13 7-15,-4 2 16 0,0 3-3 0,-2 9-4 16,-2 5 5-16,-1 5 0 0,1 3-9 15,-1 7-6-15,-4 3 3 0,0 4-5 16,9 2 7-16,-27 19 12 0,4 8 10 0,-1 11 6 16,-1 11 11-16,2 2 13 0,7 2 0 15,2 4 19-15,3 0 6 0,0-3 0 0,10-11-6 16,2 2-3-16,1-4-4 0,8-2-4 16,0 0-6-16,3-6-6 0,2-5-3 0,7-4-7 15,0-5-2-15,-1-7-6 16,0-9 3-16,0-1-5 0,3-4 0 0,1-1 0 15,0-4 13-15,4-3 11 0,-6-1 7 16,-4 1 9-16,-6 2 9 0,0-4-3 0,-2 3-3 16,-2 1-8-16,-4-4-10 0,1 4-13 15,-2-1 3-15,-4 0-16 0,0 0-7 0,-2 3-13 16,-4-5-17-16,2 3-27 0,-3 0-35 16,1 1-45-16,-4 2-53 0,-1 1-65 0,-1 1-74 15,1 1-71-15,-2 0-106 0,-1 2-163 16,3-2-40-16,11 2 68 0,-19-2-434 15,13-2-511-15</inkml:trace>
  <inkml:trace contextRef="#ctx0" brushRef="#br0" timeOffset="45974.69">11767 8863 2970 0,'0'0'69'16,"2"6"14"-16,-2-6 11 0,0 0 16 15,0 0 2-15,0 0-1 0,13 3-6 0,-13-3-9 16,0 0-10-16,0 0-8 0,27-6-7 16,-20 3-6-16,5 0-7 0,-2-2-14 0,-3 1 8 15,3-2-5-15,-2 0-6 0,-1-2-2 16,0 3-6-16,-3-5-3 0,3 2 2 16,-4-3-3-16,-1 1-2 0,0-2-3 15,-4 4 0-15,0-3 2 0,-1 1-8 16,-4 3-2-16,0 2 0 0,-3 0-5 0,-2 5 2 15,12 0-4-15,-34 9 9 0,14 1 10 16,-7 5 16-16,2 4 19 0,0 1 12 0,4 2 10 16,4 3 4-16,5-2-5 0,5-5 0 15,0 1-6-15,7 0-6 0,-4-3-3 0,6 1-3 16,1 0-7-16,3-5-6 0,1 1-3 16,7-1-5-16,4-1-3 0,-2-4-9 0,2-1-15 15,0-4-14-15,6-2-38 0,1-3-37 16,-1-1-53-16,-1-1-51 0,-4-2-60 15,2 0-59-15,0-1-86 0,-6-2-103 16,2-1-143-16,-3 3 44 0,-5-3-368 0,1 1-430 16</inkml:trace>
  <inkml:trace contextRef="#ctx0" brushRef="#br0" timeOffset="46543.08">12835 8627 2482 0,'0'0'-64'0,"-2"18"49"0,-2-9 40 15,-1 2 33-15,3 3 24 0,-3 3 31 16,1 4 14-16,1 1 16 0,-1-1 11 0,0 1 6 15,2 2 3-15,2-4-5 0,0-2 3 16,0 1-12-16,4-2 3 0,-2-3 2 0,2-2-4 16,-3-3 0-16,3 1-5 0,3-3-1 15,0-1-6-15,0-2-13 0,-7-4-11 0,15 0-10 16,-15 0-11-16,23-10-8 0,-12 5-8 16,1-4-6-16,-1-2-7 0,0 2-10 0,-4-5-2 15,0 2-2-15,-3-3-7 16,2-3-7-16,-5-1-1 0,-1-2-2 0,0 1-6 15,-1-3 4-15,-5 3-6 0,2 3-4 16,-1 3-11-16,-3 4-3 0,-2 1-3 16,1 4-12-16,2 5-18 0,7 0-30 0,-29 11-45 15,11-1-51-15,-5 7-64 0,5 3-77 16,-2 3-78-16,9-3-102 0,-1-3-186 0,5 0 39 16,3-2 78-16,2-3-333 0,2-4-359 15</inkml:trace>
  <inkml:trace contextRef="#ctx0" brushRef="#br0" timeOffset="46841.06">12905 8882 2301 0,'12'2'-24'0,"-12"-2"53"0,5 6 48 16,-1 2 34-16,-4 0 27 0,0 4 15 15,0 6 29-15,0 7 26 0,4 12 6 16,-4 8 3-16,2-1 12 0,-2 14-3 16,1 3-5-16,3 2-18 0,-4 1-2 0,4-3-10 15,-2 2-11-15,-1-5-2 0,-2-11-3 16,-1 1-6-16,-2-8 20 0,0-1-12 0,1-4-4 15,-3-2 9-15,1-10 1 0,-6-4 7 16,2-3 0-16,-5 1-9 0,0-5-16 0,-13 1-11 16,-2-1-14-16,-5-3-15 0,-4-6-14 15,-3-3-9-15,-2 0-11 0,-2-6-7 0,-13-5-10 16,3-1-9-16,1-7-29 16,4-1-36-16,5-3 0 0,4 0 0 0,7 1-22 15,10 1-71-15,1 0-49 0,8 3-61 16,5 1-67-16,7-1-84 0,1 1-77 0,4-2-74 15,3-3-90-15,13-9-177 0,9-5 55 16,5 0 82-16,8-2-539 0,1 1-640 0</inkml:trace>
  <inkml:trace contextRef="#ctx0" brushRef="#br0" timeOffset="47341.02">13034 9079 3139 0,'0'0'38'0,"0"0"49"0,0 0 33 16,0 0 13-16,0 0 4 0,0 0-8 16,0 0-11-16,0 0-8 0,0 0-12 0,0 0-10 15,12-11-6-15,-5 7-7 0,-1 0 1 16,4-3-1-16,1 2 3 0,-2-2 10 0,4 0 2 16,-2-1-3-16,-2-1-3 0,-1-1-6 15,1 1-7-15,1-1-10 0,-5 0-5 0,4-2-7 16,-4-2-5-16,-1 0-3 0,-1-1-8 15,-3-5-15-15,0 3-14 0,-3-6-11 16,-3-1-2-16,1 1-3 0,-2 1-4 0,0 1-1 16,-1 4 1-16,1 2 1 0,-1 1 1 15,-2 4 0-15,3 1 1 0,2 3 0 16,-4 2 4-16,2 2-2 0,7 2 1 0,-11-1-1 16,11 1 4-16,0 0-4 0,0 0 4 15,-18 3 3-15,18-3 0 0,0 0 0 0,0 0-1 16,0 0-1-16,0 0 4 0,45-2-2 15,-29-1 3-15,5 2-2 0,-4-1 1 0,2 2 0 16,-3 0-3-16,3 2-2 0,-4 1 4 16,0 2 14-16,3 2 11 0,-5 0 12 15,0 3 3-15,-1 0 7 0,0 4 5 0,0 0-1 16,-2-3-2-16,-5 1-3 0,5 2-7 16,-2-2-1-16,-3 3-8 0,5-4 0 15,-4 1-4-15,0-1-3 0,-1-3-9 16,2 2-26-16,-3-2-42 0,3-2-61 0,-4 1-91 15,1 0-88-15,-4-7-110 0,6 5-163 16,-6-5-56-16,7 4 63 0,-7-4-381 0,0 0-422 16</inkml:trace>
  <inkml:trace contextRef="#ctx0" brushRef="#br0" timeOffset="47758.23">13817 8722 2797 0,'-5'5'104'16,"5"-5"33"-16,-6 5 15 0,6-5 9 0,0 0-2 16,-3 7-7-16,3-7-2 0,0 0 14 15,0 0-4-15,0 0-6 0,0 0-10 16,0 0-11-16,0 0-16 0,28-5-5 0,-18 0-11 16,-1 0-8-16,-1-2-4 0,0 0-7 15,-3 0-6-15,2 0-7 0,-3-1-7 0,3 1-3 16,-6-1-11-16,1 0-3 0,-2-1-5 15,-2 0-10-15,1-2-3 0,-8 2-10 0,6 0-6 16,-7 4-2-16,-4 1 1 0,2 2-4 16,-8 6-3-16,4 0 1 0,-6 4-2 15,1 1 0-15,-3 9-1 0,1 1 1 16,4 0 5-16,2 0 6 0,7-2 3 0,1 2 2 16,1 0 0-16,4-2 0 0,3 1-1 15,1-7 3-15,1 5-6 0,1-3 3 0,4 1-4 16,1 0 3-16,2-5 1 0,3 3-2 15,1-4-1-15,3-1-6 0,1-2-21 16,0-4-36-16,3 1-56 0,-6-2-74 0,6 0-78 16,-2-3-83-16,2-2-111 0,-1 0-178 15,1-2-2-15,2-2 74 0,-6 1-366 16,0-3-404-16</inkml:trace>
  <inkml:trace contextRef="#ctx0" brushRef="#br0" timeOffset="47973.9">14216 8572 2466 0,'-2'-11'-67'0,"2"3"11"16,-2 0 17-16,2 8 8 0,0-12 6 15,0 12-3-15,0-7 1 0,0 7-13 0,0 0-12 16,4-8-23-16,-4 8-28 15,0 0-19-15,8 0-24 0,-8 0-12 0,0 0-23 0,0 0-267 16,0 0 44-16</inkml:trace>
  <inkml:trace contextRef="#ctx0" brushRef="#br0" timeOffset="48507.37">14246 8537 1137 0,'0'0'-47'0,"0"0"22"15,0 0 16-15,-7 8 4 0,7-8 18 0,0 0 12 16,0 0 6-16,0 0 7 0,0 0 5 15,0 0 9-15,0 0 7 0,0 0 10 16,0 0 12-16,0 0-2 0,0 0 7 0,0 0 9 16,0 0 17-16,0 0 17 15,0 0 16-15,0 0 19 0,0 0 13 0,0 0 19 16,0 0 7-16,0 0-3 0,2-21-7 16,-2 21-14-16,5-6-11 0,-5 6-4 0,8-2-1 15,-8 2-1-15,0 0 0 0,23 10-5 16,-15-5-9-16,1 9-4 0,0-2-13 0,3 5-7 15,-6-2-11-15,3 2-7 0,-1 0-7 16,-5 0-10-16,0 0-4 0,-1-1 3 16,0 1-6-16,-4-4 0 0,0 3-6 0,-3-1-7 15,-2 1-3-15,0-4-6 0,-3-1-5 0,-2 3 2 16,-2-2-10-16,0-3-2 16,-1-1-8-16,-1-2-1 0,3 0-2 0,-1-6-4 15,2 0 1-15,1-2-7 0,-3-6-5 16,4-2-8-16,3-1-6 0,1-11-1 0,2-3 0 15,6-4-5-15,1-7-2 0,8-2 2 16,-4 4 3-16,4 5-4 0,-1 6 1 16,3 7-2-16,-2 2 0 0,-1 3-1 0,3 6 1 15,1 1 1-15,-1 3 3 0,3 1 4 16,0 5 6-16,0 2 4 0,3-1-1 0,-2 6 0 16,3 1-3-16,-6-2-1 0,6 1 0 15,-5 1 2-15,-2-1-5 0,-2-2 0 0,2 0-4 16,-1-1 1-16,-1-1-6 15,-1 1-21-15,-2-2-37 0,-1 0-40 0,3-1-51 16,-7 0-67-16,6-1-78 0,-6 0-61 16,-3-5-85-16,8 5-115 0,-8-5-94 0,0 0 51 15,0 0-435-15,25-14-509 0</inkml:trace>
  <inkml:trace contextRef="#ctx0" brushRef="#br0" timeOffset="48773.95">14866 7914 2920 0,'-8'-24'37'0,"-2"6"42"0,3 4 60 0,3 2 27 0,-1 2 26 16,-2 3 4-16,4-1-18 15,-1 7-16-15,4 1 41 0,0 0 32 0,-9 16 8 0,3 1 26 16,0 13 31-16,0 10 22 16,4 7 7-16,1 11-24 0,-3 4-23 0,2 2-14 15,2 4-3-15,2-1-16 0,3 1-27 16,-1-4-20-16,4-3-20 0,-2-3-17 0,-1-3-84 15,-1-10-81-15,0-2 0 0,-2-5 0 16,-2-8 0-16,2-4 0 0,-2-2 0 0,0-5 0 16,0-6-65-16,0 1-199 0,0-1-79 15,0-7-110-15,0 2-91 0,0-8-86 16,0 0-128-16,0 0 4 0,0 0 85 0,0 0-593 16,-2-25-723-16</inkml:trace>
  <inkml:trace contextRef="#ctx0" brushRef="#br0" timeOffset="48940.98">14691 8533 3361 0,'-12'-2'-32'16,"2"-3"56"-16,10 5 41 0,-13-4 41 0,10 2 26 15,3 2 11-15,0 0-4 0,-11-4-12 16,11 4-12-16,0 0-12 0,0 0-8 16,14-10-12-16,-4 6-8 0,5 1-42 0,4-2-61 15,-2 2-79-15,6-2-91 0,0-2-117 0,-4 1-138 16,2 1-131-16,-2 0 58 0,-4 0-276 15,-2 3-290-15</inkml:trace>
  <inkml:trace contextRef="#ctx0" brushRef="#br0" timeOffset="49357.44">15237 8487 2356 0,'-3'7'143'0,"-3"0"47"16,0-2 30-16,2 0 20 0,0 0 10 0,4-5 1 15,-5 8-14-15,5-8-14 0,-4 7-11 16,4-7-12-16,-4 4-12 0,4-4-17 0,0 0-12 16,-1 5-9-16,1-5-9 15,0 0-6-15,0 0 3 0,0 0-4 0,0 0-4 16,0 0-5-16,0 0-9 0,0 0-14 16,22-12-10-16,-18 6-5 0,-4 6-13 0,4-14-6 15,-4 3-4-15,0 3 0 0,0-2-8 16,-4-1-8-16,3 1-10 0,-10 2-10 15,6-1 2-15,-4 4-1 0,-5 1-3 0,-1 3-8 16,-3 2 3-16,2 3 7 0,-6 3 6 16,-1 1 22-16,0 8 8 0,1 3 6 0,1 3 12 15,1 1 5-15,2 3 0 0,4-1 1 16,5-4-10-16,3 1-6 0,3 0-8 16,3-5-6-16,0 2-5 0,3 0-5 15,3 0-4-15,3-1-7 0,3-1-16 0,1-5-4 16,12 5-46-16,6-3-16 0,-1-5-47 15,6-2-76-15,8-2-81 0,0-3-84 0,2-4-123 16,-1 0-110-16,1-2-146 0,0-2-65 16,-7 0 80-16,2 1-636 0,-5-1-788 0</inkml:trace>
  <inkml:trace contextRef="#ctx0" brushRef="#br0" timeOffset="49908.32">15612 8797 3559 0,'0'0'69'0,"-14"-3"69"0,14 3 55 15,0 0 40-15,-16-1 30 0,16 1 24 16,0 0-1-16,-7-4-10 0,7 4-18 16,0 0-21-16,0 0-35 0,-4-7-11 15,4 7-18-15,0 0-18 0,7-10-5 0,-7 10-20 16,8-9-6-16,-4 6-14 0,0-1-10 16,2-1-10-16,-3 0-10 0,3-2-9 0,-1 2-9 15,4-3-1-15,-6 1-9 0,3-4-5 16,-1 1-16-16,1-2-13 0,-2-3-21 0,0 0-10 15,0-5-22-15,-4 2-9 0,4-3-9 16,-4-2-1-16,0 0 5 0,-4-2 5 0,2 7 4 16,0-1 4-16,1 3 1 15,-4 4 1-15,1 1 5 0,0 0 2 0,-1 3 3 0,-1 1 4 16,3 4 8-16,3 3-4 16,-11-6 7-16,11 6 1 0,-3-5-1 0,3 5 4 15,0 0 5-15,0 0 3 0,0 0 6 16,0 0 12-16,19-7-1 0,-6 4 9 0,5-4 3 15,0 2 10-15,5-2-2 0,-1 4 5 16,1-1-4-16,-7 3 19 0,2 1 11 0,0 1 21 16,4 8 20-16,-5 1 22 0,7 9 21 15,-5 5 19-15,-3 5-110 0,-1 2-64 0,-4 4 0 16,-3-4 0-16,0 2 0 16,-3 0 0-16,-1-5 0 0,0-8 0 0,-1-1 0 15,-2 0 0-15,1-2 0 0,0-5 0 16,2 1 0-16,-2-1 0 0,-2-3 0 0,0-1 0 15,1 1 0-15,-1-2 0 0,0-7 0 16,2 10 0-16,-2-10 0 0,2 9 0 0,-2-9 0 16,2 8 0-16,-2-8 0 0,2 3 0 15,-2-3 0-15,0 0 0 0,0 0 0 16,0 0 0-16,0 0-780 0,0 0-195 0,0 0 101 16,-34-11-1018-16,23 6-1314 0</inkml:trace>
  <inkml:trace contextRef="#ctx0" brushRef="#br0" timeOffset="52673.67">16613 8127 1389 0,'0'-20'336'0,"-2"1"-82"0,2 4-26 15,-2 3-6-15,0 3-3 0,2 2-26 0,-1 0-39 16,1 1-38-16,0 6-8 0,0 0 24 15,0 0 18-15,-10 26 2 0,10-1-5 0,-3 13 0 16,1 2-1-16,2 9-3 16,-3 5-7-16,3 5-13 0,0-9-9 0,0-2-12 15,0-1-11-15,0-1-7 0,0-3-7 16,5-5-7-16,-7-6-7 0,2-9-7 0,2-2-6 16,-2-2-6-16,0-4-1 0,0-1-5 15,0-2-4-15,0-4 1 0,0 1-2 0,0-1-7 16,0-8-3-16,-2 6-1 0,2-6-3 15,0 0-8-15,0 0-8 0,0 0-8 16,0 0-9-16,-25-19-2 0,15 7-3 0,1 0-3 16,-3-4-4-16,-7-6 2 0,6 2 2 15,1 4 2-15,1 1 1 0,2-2-1 0,0 5-14 16,4-3-17-16,1 3-12 0,4-2-10 16,6-1-17-16,4-4-18 0,8-5-27 15,9-1-19-15,9-2-31 0,7-2-19 16,-2-2-14-16,7-1 5 0,3 2 9 0,3 1 10 15,-4-2 22-15,-3 2 9 0,-7-2 18 16,-5 4 11-16,-13 2 31 0,-5 2 33 0,-6 4 33 16,-2 1 19-16,-6 5 24 0,-1 1 20 15,-2-1 16-15,0 5 4 0,-2 0 2 0,-1 1-2 16,-2 1 2-16,5 6 6 0,-13-1 3 16,13 1 14-16,-17 8 6 0,5 5 10 15,-9 7 5-15,3 1-6 0,-2 6 5 0,4 0-3 16,-4 2 0-16,1 2-17 0,4-2-8 15,1 2 0-15,1-2-7 0,4-4-1 16,3-5-3-16,-2 0 0 0,5-2-2 0,-1-1-10 16,0-2 3-16,2-1 3 0,1-3-12 15,-1 2-2-15,2-3-1 0,-2-3-5 16,-1 0-1-16,3 0 12 0,0-7 3 0,3 9 8 16,-3-9-1-16,5 3-7 0,-5-3-3 15,13 2-5-15,-4 0-8 0,0-1-1 0,2 4-2 16,3 2 7-16,-3 3-1 0,2 2 1 15,2 5 1-15,0 4-2 0,-1-1 3 0,-5-3-1 16,3 3 1-16,-2-1-6 16,-5 0 0-16,4-2-3 0,-2-2-5 0,-2 0 3 15,1-2-3-15,-1-3-2 0,-1 0-18 16,2-1-24-16,-2-3-41 0,-2 1-50 0,4-3-67 16,-6-4-74-16,5 1-97 0,-5-1-110 15,0 0-120-15,22-6 42 0,-17 0-285 0,6-6-315 16</inkml:trace>
  <inkml:trace contextRef="#ctx0" brushRef="#br0" timeOffset="53126.05">17343 8497 2164 0,'-2'-6'-55'0,"2"6"38"16,0 0 43-16,-2-6 30 0,2 6 29 15,0 0 24-15,0 0 12 0,0 0 10 0,-2-8-3 16,2 8 9-16,0 0 22 0,0 0 11 16,-14 14 9-16,3-8 3 0,2 7 0 0,-2 1-10 15,3 1-9-15,-3 3-8 0,1-1-12 16,0 4-15-16,5-1-11 0,-3 1-14 15,6-3-9-15,1 1-8 0,1-4-7 16,1 2-4-16,3-1-9 0,0-3-6 16,1 1-5-16,-1-4-5 0,4-1-1 0,0-3-2 15,-1 0 1-15,2-4-1 0,-9-2 5 16,22 0 1-16,-22 0-3 0,23-9 1 0,-10 0-4 16,2 2 1-16,-2-5-6 0,1-1 5 15,-1 1 3-15,-3-2-8 0,0-1-1 0,-5-1-9 16,1-1-3-16,-5 2-2 0,3-4-10 15,-4 3-19-15,-2 1-18 0,0-1-33 0,1 4-44 16,-5 3-60-16,1-1-74 16,-5 8-82-16,0-2-96 0,1 4-96 0,9 0-157 15,-20 1 54-15,9 4-435 0,2 1-515 16</inkml:trace>
  <inkml:trace contextRef="#ctx0" brushRef="#br0" timeOffset="53673.7">17443 8564 2930 0,'7'-3'45'0,"-7"3"32"0,0 0 36 0,0 0 17 15,0 0 7-15,0 0 27 0,0 0 16 0,0 0-2 16,9 15-7-16,-7-5-13 16,0 1-7-16,0 1-10 0,0 2-12 0,-2-2-12 15,0 2-9-15,1-2-10 0,-1 1-11 16,3-2-9-16,-1-1 2 0,0-2 16 0,-2-8 17 15,0 11 19-15,0-11 31 0,4 8 20 16,-4-8-17-16,0 0-16 0,0 0-11 0,16-15-16 16,-4 0-10-16,7-8-14 0,-2 1 0 15,3-2 16-15,-4 2 5 0,0 5 14 16,-5 3-8-16,-2 4 1 0,3 1-11 0,-4 3-8 16,-1 0-7-16,2 4-8 0,-9 2-3 15,20 0-9-15,-20 0-5 0,17 8-20 0,-6 0-56 16,1-1 0-16,-2 1 0 15,-1 0 0-15,-2 2 0 0,4-4 0 0,-4 1 0 16,0-3 0-16,1 2 0 0,-4 0 0 16,4-3 0-16,-8-3 0 0,9 5 0 0,-9-5 0 15,9 4 0-15,-9-4 0 0,0 0 0 16,21-12 0-16,-11 4 0 0,4-2 0 0,-3 2 0 16,4-3 0-16,2 1 0 0,1-1 0 15,-6 5 0-15,8-5 0 0,-7 6 0 0,2-2 0 16,-2 3 0-16,3 0 0 0,1-1 0 15,-3 1 0-15,-3 3 0 0,3-3 0 0,-3 0 0 16,2 1 0-16,0-2 0 0,0 2 0 16,3-2 0-16,-5 0 0 0,1-1 0 15,-1-1 0-15,-2 2 0 0,0-2 0 16,-4 1 0-16,-1-3 0 0,0 1-293 0,-8 2-448 16,4-4-193-16,-4 0 65 0,1-7 104 15,-2 1-796-15,3-2-1003 0</inkml:trace>
  <inkml:trace contextRef="#ctx0" brushRef="#br0" timeOffset="54223.63">18643 8574 3978 0,'0'0'-167'0,"0"0"37"16,0 0 43-16,0 0 50 0,0 0 49 15,0 0 44-15,0 0 36 0,-29 16 24 0,22-5 16 16,-3 1 11-16,7 0-4 0,-6 1 1 16,8-2-4-16,-1 1-4 0,2-4-2 0,0 2-6 15,0-1 5-15,3-1 4 0,6 1 10 16,-2-2 6-16,2-2-4 0,2-3-19 0,3 0-9 15,-14-2-13-15,25 0-7 0,-12-4-8 16,1 1-5-16,-3-3-6 0,0 1-7 0,-1 0-12 16,0-1 0-16,-1-1-3 15,-4-2-11-15,2 0-4 0,-3 1-4 0,-4-2-6 16,0-3 1-16,-2 0-9 0,-2-1-6 16,-2 0 2-16,-2 1-9 0,1-1-14 0,-2 3-12 15,-3 5-17-15,0 0-30 0,0 4-41 16,0 2-56-16,-1 0-78 0,1 2-102 0,-1 0-111 15,2 4-149-15,0-2-114 0,4 1 72 16,1 1-527-16,5 0-636 0</inkml:trace>
  <inkml:trace contextRef="#ctx0" brushRef="#br0" timeOffset="54672.92">18877 8729 3178 0,'2'3'-21'0,"-2"-3"46"16,0 0 50-16,2 11 45 0,-2-11 27 15,0 0 10-15,0 0 1 0,-2 5-3 0,2-5-11 16,0 0 2-16,0 0-5 0,0 0-10 16,0 0-9-16,15-2-11 0,-15 2-7 0,0 0-13 15,18-8-7-15,-15 2 0 0,5 1-7 16,-5-3 0-16,4-1-3 0,-5-3-7 0,0-1-8 16,-1 1-4-16,-1-4-7 15,-1-1-4-15,-1-2-7 0,-4-5-1 0,1 1-4 16,4 2-3-16,-5-1-4 0,2 5-7 15,1 0 0-15,-3 5 0 0,4 0-3 16,-1 4-5-16,-2 0-2 0,1 2 1 0,4 6 1 16,-2-8-2-16,1 4-4 0,1 4 2 15,-6-6 0-15,6 6 0 0,0 0 0 0,9-9 0 16,3 4 4-16,3 0-3 0,5-4-3 16,3 2-2-16,1 2 1 0,-1 2 0 0,-4 1-1 15,1 2-4-15,0 2 13 0,-4 6 17 16,0 2 8-16,5 11 21 0,-8 0 10 0,-2-3 4 15,-4 1 9-15,-2 5-2 16,3-2-10-16,-3 9-1 0,-2-5-9 0,1-5 1 16,0-2-10-16,-3 0-3 0,1-4 0 15,4 0-7-15,-4-1-7 0,-1-2-26 0,1-2-48 16,4 1-42-16,-3-3-55 0,2-1-61 16,-1-2-90-16,1 0-92 0,-5-5-112 0,11 5-150 15,-4-5-51-15,-7 0 73 0,0 0-499 16,0 0-589-16</inkml:trace>
  <inkml:trace contextRef="#ctx0" brushRef="#br0" timeOffset="55322.78">19908 8560 2939 0,'0'8'-34'0,"0"-2"54"16,0 0 59-16,0-6 44 0,0 10 39 0,0-10 25 15,-1 9 16-15,1-9 13 0,0 4 4 16,0-4 4-16,0 0-3 0,5 10-10 0,-1-8-11 15,-4-2-16-15,9 3-18 0,-9-3-12 16,16 0-19-16,-16 0-15 0,14-3-7 16,-3 3-11-16,-2-4-8 0,-2-1-9 15,4 0-9-15,-4-1-5 0,-2 0-16 0,1-1 2 16,-2-1-3-16,-3-2-10 0,-1 3-6 16,-1-3-5-16,-5 2-4 0,1 0 0 0,-5 1-8 15,-2 1-2-15,-1 2 0 0,-1 1-6 16,-6 6-5-16,-5-1 0 0,-5 8 1 0,-1 4-1 15,3 3 1-15,1 0-3 0,2 4 1 16,5 4-4-16,2-1 5 0,2-1-3 16,9 2-1-16,1-7 3 0,6-1 1 0,2 2-3 15,4 3 1-15,8 4 0 0,4 0-7 16,7-3 5-16,4-5-7 0,3 1-31 0,6-7-54 16,4-3-63-16,4-4-93 15,2-5-98-15,3-3-91 0,9-1-90 0,-4-6-100 16,-4-1-47-16,-14 1 60 0,-1-1-435 15,-9-1-517-15</inkml:trace>
  <inkml:trace contextRef="#ctx0" brushRef="#br0" timeOffset="55639.42">20453 8635 2739 0,'-3'-7'-4'0,"-6"4"44"0,4-2 34 0,5 5 50 16,-13-5 37-16,13 5 19 0,-16 0 20 15,16 0 10-15,-18 8 8 0,9-1 2 16,-2-1-12-16,6 3-20 0,-2 0-13 0,0 1-23 15,3-1-10-15,2-1-13 0,1 1-11 16,2-1-9-16,1-1-9 0,2 0-9 16,3 0-4-16,0-2-8 0,-7-5-7 15,15 5-4-15,-15-5-3 0,17-2-2 0,-17 2-9 16,20-6-4-16,-11 2-9 0,-2-1 1 16,2 0-6-16,0 0-4 0,-6-2 0 0,3 2 1 15,-2-2-10-15,-4-2-3 0,0-1-4 16,0 10-11-16,-2-17-6 0,-4 8-3 0,1 1-10 15,1 3-13-15,-2 0-22 16,-2 0-35-16,8 5-39 0,-11-2-53 0,11 2-56 0,-8-2-57 16,8 2-42-16,0 0-53 0,0 0-40 15,0 0-65-15,-13 7-80 0,13-7 17 16,-4 7-347-16,4-7-382 0</inkml:trace>
  <inkml:trace contextRef="#ctx0" brushRef="#br0" timeOffset="55856.01">20430 8657 2398 0,'4'4'-23'0,"0"2"54"0,-2 1 49 15,-1 0 44-15,-1 2 49 0,0 1 29 0,2 4 22 16,-5 8 17-16,1 4 10 0,-6 11-4 16,-3 11 6-16,-1 6 16 0,-1 1-12 0,-1-3-12 15,3 5-17-15,0-2-21 0,-3-3-16 16,3-1-29-16,6-11-6 0,-4-3-16 16,2 2-18-16,3-8-10 0,-1-2-5 15,1-10-20-15,2-3-28 0,1-3-41 0,-1 0-40 16,2-4-38-16,0-4-55 0,0 1-78 15,0-6-102-15,0 0-91 0,0 0-113 0,14-15-150 16,-4-1-19-16,5-9 78 0,0-5-459 16,8-11-522-16</inkml:trace>
  <inkml:trace contextRef="#ctx0" brushRef="#br0" timeOffset="56155.87">20819 8560 2973 0,'0'0'40'15,"0"0"24"-15,-3-9 29 0,3 9 47 16,0 0 36-16,0 0 16 0,0 0 9 0,-9 21-4 16,7-11-1-16,2 0-8 0,-1 1-16 15,1 1-16-15,0-2-11 0,-2-3-11 0,4 5-11 16,-1-4-11-16,1-1-6 0,3-1-3 16,0 0 3-16,5-4-11 0,-10-2-5 0,19 0-5 15,-4-2-7-15,-3-4 3 0,-1 2 4 16,2-1-5-16,1-4-13 0,-5 0-5 15,0-1-7-15,1 0-6 0,0-1-6 16,-3-1-6-16,1 1-21 0,-2-3-31 0,-2 1-32 16,-1-4-41-16,3 1-42 0,-2 0-60 15,-3-1-83-15,6-1-89 0,-5 3-99 0,1 0-124 16,1 4-86-16,0 1 68 0,-1 3-457 16,1 2-531-16</inkml:trace>
  <inkml:trace contextRef="#ctx0" brushRef="#br0" timeOffset="56755.82">21278 8340 2990 0,'0'0'57'0,"0"0"23"15,0 0 24-15,0 0 63 16,0 0 41-16,8 12 18 0,-8-3 6 0,0 4-2 16,0 3-7-16,-4 1-10 0,2 5-8 15,0 2-6-15,-1 0-5 0,-3-2-4 0,0 1-8 16,-2 6-4-16,-5-2-18 0,3-4-3 15,1-6-19-15,0 0-13 0,-3-3-16 16,3-2-3-16,-3 0-10 0,2-6-12 0,-1 1-5 16,4-3-11-16,-2-2 1 0,9-2-9 15,0 0-11-15,-29-11-7 0,21 1-13 0,0-5-10 16,5-1-11-16,-1-6-4 0,4-1-7 16,4 2 1-16,-3 4-5 0,3-1 7 15,2 3-8-15,-3 1 2 0,6 5-8 0,-4 2 10 16,3 2-2-16,1 3-3 0,-1 1 2 15,-8 1-4-15,22 3 6 0,-10 1 0 16,5 2-19-16,0 1-15 0,1 2-13 0,2 0-18 16,2-2-2-16,-1-1-16 0,-1 0-16 15,1-2-5-15,-3-2-2 0,-3 0 9 0,1-2 12 16,-4-4 3-16,1 2 10 0,1-6 9 16,-1 2 5-16,-3-5 8 0,1-5 5 0,-1 1 0 15,-2-2-1-15,-1-4-4 0,1-9-17 16,-5-6-7-16,3-2-6 0,0-3-8 0,-4-5 2 15,2-13 9-15,0 2 7 0,-2 15 8 16,-1 1 14-16,-1 12 21 0,0 4 23 16,0 8-5-16,0 4 3 0,-1 4 5 0,-3 5 12 15,4 4 17-15,0 0 16 0,-29 26 10 16,13 4 17-16,0 15 17 0,-2 4 8 16,5 2 2-16,1 4 4 0,5 5 2 15,3-2-4-15,4-10-8 0,6 9-5 0,-1-4-9 16,7-4-6-16,1 1-4 0,3-15-7 15,-1-4-5-15,1-2-4 0,-4-11-6 0,0 1-9 16,0-5-21-16,-3-2-36 0,3-3-53 16,1-3-73-16,-2-4-99 0,1 0-120 0,1-4-135 15,2-1-212-15,4-4 52 16,-2 0 78-16,18-7-437 0,-3 1-498 0</inkml:trace>
  <inkml:trace contextRef="#ctx0" brushRef="#br0" timeOffset="57439.87">22709 7836 3075 0,'-11'-12'124'0,"6"2"54"16,-2 4 27-16,4 0 6 0,3 6-17 16,0 0 28-16,0 0 40 0,-25 25 17 0,8 4 10 15,-4 14 6-15,-2 10 7 0,-1 6 3 16,-1 1-7-16,-6 17-11 0,6-14-19 15,0 0-23-15,0 1-19 0,5-4-22 16,1-1-19-16,1-8-17 0,3-4-17 0,4-12-14 16,1-2-56-16,3-9-81 0,1-6 0 15,3-2 0-15,-1-4 0 0,-1 0 0 0,3-3 0 16,1-2 0-16,-1-2 0 0,2-5 0 16,0 0 0-16,0 0 0 0,0 0 0 0,0 0 0 15,-2-21 0-15,2 8 0 0,-2-10 0 16,-2-2 0-16,2-10-41 0,-3 0-107 0,-1 4 12 15,-2 6 9-15,3 3 20 16,-3 3 2-16,3 5 17 0,1 1 4 0,-3 2 9 16,6 3 5-16,-3-1 4 0,0 4 4 15,2-2 11-15,2 7 3 0,0 0 6 0,0-7 7 16,0 7 4-16,11-3 6 0,1 3 4 16,5-2 2-16,8 0 1 0,4-1-1 0,7 0 7 15,4-2 1-15,-4 1-1 0,-3 1 3 16,-6 1-2-16,-7 2-2 0,1 0 2 0,-2 2 4 15,0 1 1-15,-1 2 7 0,-6 4 14 16,2 3 17-16,-3 2 12 0,1 4 11 0,-2 3 10 16,-5 0-3-16,3-1 4 0,0 3 3 15,-3-2-10-15,3 0-3 0,-3-1-5 0,3 0 0 16,-2-3-7-16,3-4 4 0,1 0-3 16,2-3 2-16,1-4 0 0,4 0-5 15,2-4-7-15,0-2-3 0,8-4-4 16,3-4-3-16,1-4-3 0,-3-5-1 0,-1 0 1 15,-3-3 0-15,-1-1-5 0,-5-4 1 16,-3 0-1-16,-3-5 3 0,-9 4-1 16,1 2-10-16,-6 1 0 0,-5-10 0 0,-5 3-5 15,-7 4 2-15,-2 9-9 0,-7 5-6 16,-7 4-29-16,-3 4-44 0,-2 6-78 0,0 8-103 16,2 0-154-16,3 5-167 0,-31 21-302 15,51-24 112-15,7-2 77 16,4 0-664-16,6-3-816 0</inkml:trace>
  <inkml:trace contextRef="#ctx0" brushRef="#br0" timeOffset="59538.49">4631 9747 846 0,'-5'-13'334'0,"1"-1"-114"0,-1 5-29 0,1-3-5 15,2 2-4-15,-1 3 8 0,-1-1-11 16,2 2-2-16,2 6-26 0,-5-8-13 0,5 8 17 16,0 0 44-16,-7 21 30 0,3 5 13 15,-1 14-2-15,-3 19-7 0,-2 6-1 16,1 3-9-16,0 4-16 0,-3-1 10 16,3 3-12-16,-1-4-15 0,2-2-7 0,2-5-21 15,1-2-22-15,-1-17-7 0,5-2-15 16,-3-7-9-16,2-6-11 0,2-6-12 15,-2-5-6-15,2-4-3 0,0-1-5 0,-2-5 19 16,2 1 4-16,0-9-10 0,0 8-7 16,0-8-4-16,0 0-7 0,0 0-12 0,0 0-9 15,-33-22-20-15,22 6-11 0,-4-10-3 16,-2-1-20-16,-3 0-10 0,5-2-6 16,-4 0-5-16,2 0-3 0,-2 1-4 0,1 4 2 15,7 4-3-15,2 5-7 0,4 1-15 16,-6 5-24-16,11 1-17 0,0-2-9 0,6 4 1 15,8-5-16-15,7 1-26 16,13-2-35-16,13-3-17 0,9-3 9 0,5 1 11 16,9 2 16-16,3-3 7 0,17-7 19 15,-22 3 10-15,-2 0 19 0,-5 2 11 0,-11-1 10 16,-8-1 25-16,-15 3 32 0,-8-2 31 16,-8 3 27-16,-5 3 19 0,-3-1 18 0,-3 5 7 15,-3-1 14-15,-3 1 11 0,-1 1 5 16,-4 2 2-16,1 1 1 0,-2 3-8 15,0 4-5-15,-2 4 4 0,-4 6-5 16,-4 10-8-16,-1 9-6 0,-2 6-4 0,2 5-6 16,4 3-6-16,0-2-7 0,8-4 1 15,-1 1-8-15,6-1-9 0,-1 0 3 16,3-2-3-16,4-6-7 0,0-2-1 0,-2-1-2 16,2-3-11-16,0-4 10 0,4 0-2 15,-2-3-2-15,0-3-7 0,0-1 1 0,-1-2 2 16,1-6 0-16,2-3 4 0,-4-1-2 15,0 0-1-15,25-17-5 0,-14 7 7 0,3-3 1 16,-1 1 15-16,-3 1 13 0,-1 3 5 16,0-1-5-16,-5 4-6 0,4 3-1 15,-2 1 1-15,-6 1 9 0,0 0 8 0,25 5-6 16,-16 0 2-16,0 2-2 16,5 1-7-16,-3 1-2 0,0 1-3 0,3-1-9 0,-1-1 4 15,1-1-4-15,-1 0-3 16,1 1-1-16,-3-6-1 0,2 1 5 0,1-3-9 15,-14 0-3-15,28-5-1 0,-11-1-11 16,1-5-11-16,-1-1-19 0,7-5-17 0,-1-2-5 16,-5 4-9-16,-2 1 11 0,-2 3 5 15,-4-2 2-15,-3 7 6 0,1-3 5 0,-2 4 1 16,-1 0 3-16,-5 5 5 0,8-5 2 16,-8 5 1-16,0 0 12 0,0 0 2 15,5 16 8-15,-3-7 10 0,-2 2-4 0,5 0 4 16,-3 0 0-16,3 3 9 15,-1-4 11-15,1 2-19 0,5-2-8 0,0 1 10 16,-1-3 0-16,4-3-4 0,1-2-2 16,1-3 15-16,2-1-53 0,4-6-36 0,-2 0-37 15,2-3-38-15,0 1-45 0,-4-3-38 16,6-3-45-16,-3-1-61 0,-8 5-70 0,-1-5-93 16,3 4-154-16,-3-3-64 0,1-2 79 15,0 0-486-15,0 3-578 0</inkml:trace>
  <inkml:trace contextRef="#ctx0" brushRef="#br0" timeOffset="60088.4">6677 9728 2965 0,'-4'-14'4'0,"1"3"35"0,-1 2 48 15,-1 2 23-15,5 7 22 0,-5-8 20 16,5 8-4-16,0 0 7 0,0 0 27 15,0 0 20-15,-25 32 9 0,14 1 11 16,2 3 0-16,-3 16 10 0,0-3 13 0,5 5-10 16,0 0-1-16,0 0-18 0,3 1-11 15,3-13-10-15,-1 1-21 0,0-2-15 0,2-3-17 16,0-7-14-16,0-5-12 0,0-5-13 16,2-1-14-16,-2-3-41 0,2-4-61 0,-1 1-77 15,1-1-83-15,0-3-89 0,2-2-97 16,1-3-111-16,-5-5-116 0,5 2-187 15,-5-2 66-15,17-7 80 0,-7 2-493 16,1-5-588-16</inkml:trace>
  <inkml:trace contextRef="#ctx0" brushRef="#br0" timeOffset="60441.46">6835 10236 3218 0,'0'0'70'0,"0"0"42"15,0 0 37-15,0 0 23 0,0 0 5 0,0 0-13 16,0 0-14-16,0 0-14 0,0 0-15 15,0 0-5-15,0 0-9 0,0 0-9 16,0 0-8-16,14 0-11 0,-14 0-4 0,0 0-9 16,17 3-4-16,-17-3 1 0,0 0 13 15,0 0 19-15,0 0 0 0,17-4-3 16,-17 4 0-16,7-9-4 0,-5 2 1 0,0 0-3 16,-2 7 11-16,0-17-24 0,-2 10-4 15,2-3-4-15,-2 1 3 0,-3 2-2 16,1-1 7-16,1 1-23 0,3 7-8 0,-16-3 2 15,16 3-7-15,-21 3-5 0,6 4 0 16,1 3-4-16,1 4 0 0,0 1-2 0,1 2-1 16,3 0-1-16,1 3-4 0,2 1-3 15,4-3-2-15,4 1 3 0,4 2-9 16,-2-1-6-16,5 1-20 0,4 2-36 0,5-2-31 16,3-2-55-16,-1-5-63 0,-2-4-57 15,5-5-89-15,2-2-92 0,1-3-99 0,1-3-91 16,10-7-18-16,-3-2-556 15,-2 0-668-15</inkml:trace>
  <inkml:trace contextRef="#ctx0" brushRef="#br0" timeOffset="60756.13">7292 10181 3217 0,'0'-15'5'0,"-2"1"62"0,-1 4 62 16,-1 1 54-16,0 1 37 0,3 2 22 0,-5 0 8 16,6 6-3-16,0 0-12 0,-12-5-4 15,12 5 6-15,0 0 14 0,-25 19-9 16,16-4-10-16,0 4-13 0,-5 10-17 0,3 2-15 15,0-1-14-15,0 1-19 0,2 2-17 16,4-8-8-16,-1-2-15 0,1-4-11 0,2-2-6 16,-1-1-10-16,0-4 10 15,4-2 15-15,-1-1 15 0,-1-3 10 0,0-2-9 16,2-4-128-16,0 0 0 0,0 0 0 16,0 0 0-16,-6-26 0 0,8 9 0 0,0-9 0 15,4-11 0-15,-3-2 0 0,6-14 0 16,2 2 0-16,3-4 0 0,-2 2 0 0,3 3 0 15,-1 4-72-15,1 11-163 0,1 3-46 16,-4 6-46-16,0 8-65 0,0 7-51 0,-3 1-42 16,0 3-28-16,1 4-80 0,-1 1-112 15,-1 0 45-15,-8 2-525 0,19 4-651 16</inkml:trace>
  <inkml:trace contextRef="#ctx0" brushRef="#br0" timeOffset="60940.48">7281 10104 3325 0,'-21'14'18'0,"4"-5"43"16,5-3 56-16,-1 1 43 0,6-1 28 16,-1-3 0-16,0 0-9 0,8-3-17 0,-9 5-12 15,9-5-16-15,0 0-11 0,0 0-14 16,0 0-12-16,32 0-39 0,-13-5-58 16,4 0-78-16,9-5-88 0,3 0-83 0,3-4-24 15,9-7-35-15,5-2-73 0,0-3-144 16,1-2-17-16,-7-2 56 0,3 1-215 15,-3-6-195-15</inkml:trace>
  <inkml:trace contextRef="#ctx0" brushRef="#br0" timeOffset="61172.72">7997 9335 2118 0,'-3'-18'100'16,"-5"5"45"-16,4 2 42 0,-3 1 22 16,3 5 15-16,-4 0-13 0,8 5 3 15,0 0 24-15,-24 15 16 0,10 9 6 0,-2 20-6 16,-4 3 3-16,4 7-7 0,2 4-17 15,0 3-21-15,5 2-24 0,-1 1 10 0,5 2-21 16,-2 0-23-16,5-3-10 0,2-1-13 16,0-6-19-16,4-12-46 0,-1-3-52 15,-1-2-47-15,-2-10-53 0,4-5-57 16,-3-5-66-16,1-4-46 0,0-1-53 0,-2-4-71 16,0-5-79-16,0-5-67 0,0 0-65 15,0 0 3-15,0 0-426 0,0 0-487 0</inkml:trace>
  <inkml:trace contextRef="#ctx0" brushRef="#br0" timeOffset="61304.75">7765 10118 2601 0,'-7'-20'-12'0,"0"6"74"0,0-1 69 16,2 7 56-16,-3 0 34 0,6-1 12 16,-2 5 1-16,4 4-19 0,-8-9-20 15,8 9-19-15,-2-11-19 0,2 11-14 16,6-9-17-16,-6 9-29 0,21-8-60 16,-5 2-78-16,4-4-94 0,2 3-111 0,4-8-133 0,5 3-208 15,-1-2-2-15,3-1 82 16,3 1-282-16,8-6-277 0</inkml:trace>
  <inkml:trace contextRef="#ctx0" brushRef="#br0" timeOffset="62139.63">8831 10018 2024 0,'-6'-3'-79'0,"6"3"28"15,-5-6 30-15,5 6 30 0,-7-4 19 0,7 4 23 16,0 0 9-16,0 0 29 0,0 0 29 16,-18 9 35-16,7 3 31 0,4 0 26 0,-2 5 9 15,0 0 18-15,-5 10 2 16,4-5-2-16,3-3-4 0,2-2-11 0,4 1-10 15,-1-1-2-15,2-3-2 0,2-2-4 16,-1-1-3-16,8 1-6 0,0-2-1 0,2-1-16 16,5-5-10-16,-2-4-16 0,4 0-14 15,5-6-17-15,-1-1-7 0,1 1-10 0,1-3-13 16,0-9-6-16,-5 7-3 0,-1-1-13 16,-7 2-1-16,1 0-1 0,-7-1-8 0,1-2-3 15,-3-1 1-15,-3 0-15 0,-1-1-3 16,-5-3-1-16,0 3-7 0,-6 0-2 0,1 1-9 15,2 2-9-15,-3 4 3 0,1-2-28 16,-3 5-28-16,-1 5-38 0,2-2-43 16,0 4-60-16,-2 2-81 0,1 1-100 0,3 1-107 15,1 2-130-15,2-2-159 0,5 0 63 16,-3-1-602-16,6-5-758 0</inkml:trace>
  <inkml:trace contextRef="#ctx0" brushRef="#br0" timeOffset="62621.86">9145 10265 3826 0,'0'0'48'0,"0"0"42"15,0 0 47-15,0 0 25 0,0 0 2 16,0 0-14-16,0 0-16 0,0 0-11 16,0 0-12-16,0 0-13 0,23-12-9 15,-14 6-11-15,1 0-3 0,-1-2-10 0,1 1-4 16,0-3 3-16,1 1-13 0,-4-3-6 15,1 0-3-15,-4 2-4 0,0-2-1 16,-4-2 1-16,0-3-8 0,-4 0 1 0,-4-4-7 16,2 1-2-16,-5-9-4 0,4 6-4 15,-3 6-1-15,1 1 1 0,-4 1-4 0,6 5 2 16,2 1-8-16,-3 4 0 0,1 2-2 16,0-1 0-16,7 4 0 0,-13-2-2 0,13 2 0 15,0 0 1-15,-17 4-1 16,17-4-2-16,0 0 1 0,-6 4 1 0,6-4 4 15,0 0-4-15,0 0 3 0,0 0-2 16,38-4 1-16,-17 0 0 0,3 0 0 0,-3 4 0 16,-1 0-2-16,1 1 0 0,2 2 10 15,2 1 11-15,-6 4 9 0,0 3 7 0,4 5 11 16,-6-1 10-16,-3-1 3 0,-1-1-5 16,-4 3 4-16,1 1-5 0,-2-3-5 15,-1 1-12-15,0-3 0 0,0 0-5 0,-2 0-10 16,-1-3 7-16,2 1-21 0,-5-3-42 15,3 1-59-15,0-3-62 0,1 2-74 0,-4-2-99 16,3 1-84-16,-4-6-121 0,7 6-167 16,-7-6 40-16,4 4 84 0,-4-4-408 0,0 0-459 15</inkml:trace>
  <inkml:trace contextRef="#ctx0" brushRef="#br0" timeOffset="64254.51">9153 10089 2525 0,'0'0'-36'0,"0"0"36"16,0 0 32-16,0 0 37 0,0 0 33 16,0 0 27-16,0 0 25 0,-23-14 9 0,23 14 10 15,-6-6-10-15,6 6-21 0,0 0-15 16,-6-6-8-16,6 6-13 0,0 0 17 0,0 0-1 16,0 21-3-16,2-9-2 0,2 3 15 15,-2 2-2-15,4 4-11 0,-3 1-9 0,1-1-3 16,2 1-4-16,-5 0 2 15,3-2-8-15,-1-6-2 0,-1 3-9 0,0-3-2 16,0-1-8-16,-1-3 8 0,-1-2 10 16,2 0 5-16,0 0 19 0,-2-8 14 0,2 9 15 15,-2-9-21-15,0 0-8 0,0 0-8 16,0 0-16-16,0 0-6 0,0 0-8 0,-18-23-7 16,15 6-14-16,-1-6-3 0,4-3-8 15,-2-11 13-15,4 8-6 0,2 2-2 16,-3 1-15-16,3-6 0 0,3 5-4 0,-4 6-7 15,3 8-3-15,-2 1-11 0,1 2 1 16,2 2-5-16,2 4 7 0,2 2-5 0,-11 2-6 16,25 8-2-16,-10 2 7 15,0 3-4-15,8 5 3 0,-6 3 2 0,4 0-1 16,1 1-2-16,-8 1-1 0,8-4-5 16,-8-2 2-16,-3-3-2 0,-2-2 3 0,-2-1 1 15,3-1-7-15,-4 2 5 0,1-5-7 16,-1 0-9-16,-1 0-32 0,-1-1-38 0,1-2-25 15,-2 1-30-15,3-1-30 0,-2 2-28 16,-4-6-34-16,3 6-47 0,-3-6-74 0,6 4-75 16,-6-4-87-16,0 0-100 0,0 0-75 15,6-14 58-15,-6 6-472 0,0-5-570 16</inkml:trace>
  <inkml:trace contextRef="#ctx0" brushRef="#br0" timeOffset="64771.99">9004 9997 3008 0,'0'0'-20'0,"-2"-12"46"16,2 8 44-16,0 4 63 16,-4-11 36-16,2 9 22 0,2 2-3 0,-4-8-11 0,4 8-19 15,0 0-16-15,0 0 22 0,0 0 16 16,0 0-3-16,-2 33-8 0,4-11 5 16,2 1-5-16,2 11-14 0,4 0-16 15,1 2-5-15,3-2-16 0,-3 0-10 0,3 3-16 16,-2-3 0-16,3-4-12 0,-3-1-9 15,-1 0-8-15,0-8-13 0,-8-3-2 0,5-3-7 16,-5-1-29-16,1-4-38 0,1 2-48 16,-3-3-56-16,5 1-65 0,-3-3-78 15,-1-2-80-15,1 2-88 0,0-4-88 0,-4-3-142 16,0 0 55-16,12 0-462 0,-12 0-550 16</inkml:trace>
  <inkml:trace contextRef="#ctx0" brushRef="#br0" timeOffset="65304.08">9831 9528 3034 0,'-2'-15'53'16,"2"1"53"-16,-2 1 54 0,2 3 39 15,0 3 31-15,-1 1 17 0,1 0-9 16,0 6-20-16,-2-8-29 0,2 8-20 0,0 0 10 16,0 0 27-16,7 29 15 0,-1 8 7 15,-1 4 0-15,4 13 2 0,-4 4-2 16,1 2-10-16,-5 2-10 0,1 2-26 0,2-4-14 16,0 0-9-16,-4-14-24 0,0 1-10 15,0-4-15-15,1-4-10 0,-1-7-10 0,0-7-9 16,0-4-11-16,2-3-3 0,-2-3-6 15,0 1-7-15,0-5-54 0,0 1 0 0,2-2 0 16,-2-2 0-16,0-1 0 0,0-7 0 16,-2 6 0-16,2-6 0 0,0 0 0 15,0 0 0-15,0 0 0 0,-24-19 0 16,14 7 0-16,-3-2-74 0,-4-9-50 0,-4 0-4 16,2 2-1-16,1 0 10 0,2 7 9 15,0 6 9-15,1 1 8 0,1 3 9 0,2 6 11 16,-4 0 2-16,-3 6 13 0,4 2 7 15,0 2 7-15,1 4 3 0,3-1 5 0,4 3 4 16,-2-3 7-16,7 3 4 0,0-4 8 16,2 2-6-16,2 0 5 0,3 1 4 0,1-3 1 15,-1 1-2-15,4-5 4 0,0-2-1 16,5 1-33-16,-3-5-49 0,1-1-60 16,1-3-80-16,1-2-100 0,5-1-93 15,-2-2-120-15,6-2-172 0,5-5 54 0,-3 4 84 16,-6 2-418-16,-2 0-472 0</inkml:trace>
  <inkml:trace contextRef="#ctx0" brushRef="#br0" timeOffset="65854.64">10576 10355 3079 0,'-10'-7'171'0,"1"3"23"16,6 0 20-16,-4-2 1 0,5 0-7 0,2 6-23 16,-4-11-13-16,4 5-19 0,0 0-16 15,4-2-10-15,1 0-17 0,-1 1-7 0,-3 1-10 16,3-5-8-16,0 2-9 0,-1 0-6 16,1-2-7-16,2 1-8 0,-4-4-5 0,0 4-5 15,0-7-4-15,-2-2-2 0,2 0-5 16,-6-5-6-16,0 0 1 0,-4-8-6 15,3 5-6-15,-8-2-7 0,-1 3-2 0,-1-1-3 16,3 8-5-16,-1 6 1 0,1-3 1 16,3 8 0-16,-2 1-3 0,3 2-1 15,-2 3 0-15,1 2 2 0,9 0-2 16,-17 7 0-16,7 0 0 0,3 1-8 0,0-1-10 16,2 3 4-16,3-1-3 0,0-2-1 15,4 1 3-15,-2-8-2 0,6 13 11 0,0-9-1 16,3-2 4-16,2-2-2 0,5 0 5 15,3-2-4-15,-2-1 2 0,3 2 7 0,-4-1 8 16,0 2 9-16,0 0 11 0,2 3 24 16,-1 0 13-16,0 7 19 0,3-1 26 0,4 9 7 15,-3 1 0-15,2 1 1 0,-2 3-13 16,1-1-9-16,-4 0-10 0,0 2-6 16,-2-2-6-16,-3-3-10 0,-1-3-1 15,-3-1-14-15,2 0-6 0,0-2-3 0,-6-1-24 16,1-3-49-16,-1-3-62 0,2 2-63 15,-4-2-69-15,1-1-89 0,2-1-99 16,-6-4-102-16,0 0-109 0,0 0-85 0,13 0 63 16,-13 0-530-16,10-13-639 0</inkml:trace>
  <inkml:trace contextRef="#ctx0" brushRef="#br0" timeOffset="66055.78">11026 10040 3068 0,'7'-16'25'0,"1"3"71"0,-2 5 63 15,-2 2 40-15,-3-2 31 0,-1 8 15 16,6-7-1-16,-6 7-3 0,0 0 19 15,0 0 13-15,0 0-16 0,0 0-8 16,23 23-20-16,-16-6-20 0,-1 5-19 0,0 9-22 16,-2-2-14-16,-2-5-19 0,0 4-18 15,-2-1-52-15,0-3-60 0,-2 2-57 0,0-3-66 16,2-1-67-16,-4-6-66 0,3 0-79 16,-4-6-79-16,1-4-97 0,2 0-119 15,1-2-41-15,1-4 63 0,0 0-442 0,0 0-519 16</inkml:trace>
  <inkml:trace contextRef="#ctx0" brushRef="#br0" timeOffset="66187.98">11180 9861 2785 0,'-2'-15'2'0,"0"2"33"16,0 5 23-16,2 1 3 0,0 2-11 0,0 5-5 16,-1-10-15-16,1 10-42 0,0 0-36 15,1-7-39-15,-1 7-55 0,0 0-68 0,8-2-55 16,-8 2-82-16,0 0-318 0,0 0-161 15</inkml:trace>
  <inkml:trace contextRef="#ctx0" brushRef="#br0" timeOffset="67005.64">11245 9857 1844 0,'-2'11'36'0,"0"-4"43"0,0-1 48 0,-2 3 39 16,4-9 41-16,-2 12 15 0,1-4 11 0,-5-4 6 16,6-4-5-16,-2 13 1 0,0-4-8 15,2-9-19-15,0 11-17 0,0-11-11 16,2 9-16-16,-2-9-12 0,4 6-11 0,-4-6-7 0,5 6-4 15,-5-6-8-15,0 0-5 16,12 2-14-16,-12-2-4 0,0 0-4 0,0 0 3 16,19-2 1-16,-19 2-2 0,0 0-3 15,0 0-2-15,14 2-6 0,-14-2-17 0,0 0 7 16,5 10 32-16,-1-1 12 0,2 9 39 16,-1 1 12-16,4 16-4 0,3 5 8 15,-1 15 0-15,3 3 0 0,-3 6 0 0,0 1-13 16,3 3-13-16,-4 2-90 0,-3 0-59 15,-1-4 0-15,-4-1 0 0,-4-1 0 16,-4-6 0-16,-1-1 0 0,-3-8 0 16,-4-1 0-16,3-14 0 0,-1-1 0 0,-4-6 0 15,-1-4 0-15,0-1 0 0,-7-3 0 16,4-7 0-16,3-5 0 0,-3-3 0 0,2-1 0 16,-3-6 0-16,-4 0 0 0,-8-7 0 15,3-4 0-15,1-5 0 0,4-3 0 0,3-5 0 16,4-6 0-16,6-1 0 0,3-4 0 15,4-2 0-15,8-2 0 0,9-10 0 0,3 1-12 16,8-4-143-16,6 6-19 16,7-4-20-16,16-11-29 0,1 0-28 0,8 1-40 15,0-3-25-15,0-2-16 0,2 3 3 16,0 0 32-16,-4 2 28 0,-5-1 12 0,-7 2 22 16,-15 13 24-16,-7-3 29 0,-9 3 36 15,-2-5 42-15,-12 10 36 0,-2-1 42 0,-5-11 38 16,-11 4 24-16,-1 3 21 0,-6 6 13 15,0 5 14-15,7 10 15 0,-8 4 9 0,9 7 2 16,0 5-15-16,-1 6-8 0,3 2-1 16,-2 9 14-16,-9 9 8 0,-1 8 13 0,-2 17 2 15,2 7 10-15,4 6 4 16,0 1-7-16,6 4-2 0,4 1-1 0,1 3-12 16,6-5-2-16,2 2-7 0,4-12-10 15,2-1-9-15,4-3-6 0,-1-3-11 0,4-6-12 16,1 0 3-16,1-6-13 0,5-4 0 15,-7-4-4-15,3-7-6 0,-3-2-4 16,-2-3-1-16,3-3 2 0,3-3-7 0,0-1-2 16,0-3-3-16,5-4-7 0,-2 0-5 15,3-1 2-15,1-1-6 0,-8 2 7 0,0 2-7 16,-3 2-10-16,0-2 4 0,0 3 0 16,-6 0-3-16,-5 2 4 0,20-2-2 0,-20 2 3 15,14 2-5-15,-6 0 4 0,-8-2-1 16,15 3 1-16,-5-1-22 0,-3 0-28 15,3 0-30-15,-10-2-32 0,19 0-38 16,-7 0-41-16,-1-4-60 0,3-1-50 0,-1-2-50 16,2-5-44-16,0 0-52 0,6-10-45 15,0 1-54-15,-4-4-60 0,4-2 39 0,-6-2-373 16,6-14-416-16</inkml:trace>
  <inkml:trace contextRef="#ctx0" brushRef="#br0" timeOffset="67238.64">12150 9399 2474 0,'4'-31'-13'16,"-3"7"62"-16,-1 6 51 0,0 2 49 15,0 6 28-15,-1 2 10 0,-5 4 16 0,6 4 29 16,0 0 18-16,-23 12 7 0,6 14 9 16,-2 16 3-16,2 4 4 0,-2 3-6 0,1 3-18 15,5 2-6-15,1-1-9 16,1 2-28-16,2-1-15 0,4-1-21 0,-1-12-16 16,1 2-28-16,4-4-8 0,-1 1-24 15,-2-5-14-15,4-6-43 0,0-8-54 0,0-2-49 16,0-1-64-16,0-5-68 0,-2-1-68 15,2-2-59-15,0-3-61 0,0-1-59 0,0-6-41 16,0 0-37-16,0 0-35 16,0 0-12-16,0 0-475 0,-4-25-518 0</inkml:trace>
  <inkml:trace contextRef="#ctx0" brushRef="#br0" timeOffset="67359.59">11960 10024 2696 0,'-4'-15'-36'0,"2"3"66"16,0 4 63-16,0 1 58 0,1 3 15 16,1 4 19-16,-5-8 6 0,5 8-5 15,-2-6-10-15,2 6-1 0,0 0-9 0,0 0-10 16,0 0-19-16,0 0-10 0,10-6-15 15,-2 4-51-15,5-1-71 0,-1 0-109 0,2-4-110 16,2-3-136-16,11-6-179 0,-2 1-41 16,-3-2 63-16,-1 5-294 0,4-4-302 0</inkml:trace>
  <inkml:trace contextRef="#ctx0" brushRef="#br0" timeOffset="68420.16">13141 9862 2163 0,'0'-10'-27'15,"0"10"35"-15,-2-8 23 0,2 8 30 0,0-11 21 16,-1 8 24-16,1 3 11 0,-8-9 3 15,3 6 13-15,5 3 8 0,-11-5 7 0,11 5 2 16,-14 2 7-16,-2 1 7 0,1 2 6 16,-6 4 1-16,-6 6 4 0,-2 2 6 0,1 7 3 15,-1-2-5-15,1 9-6 0,4-2-11 16,4 0-8-16,4 0-10 0,4 0-12 16,4-4-14-16,3-3-12 0,5-3-6 15,5 4-10-15,3-5-12 0,3 1-8 0,6 2-2 16,8-4-11-16,1-3-16 0,9-8-23 15,3-2-27-15,3-4-34 0,6-6-24 0,5-6-32 16,2-5-25-16,1-3-26 0,-1-8-30 16,-2-2-18-16,-3-1 6 0,-5-3 14 0,-2-5 11 15,-5 0 13-15,-6-3 18 0,-2-5 15 16,-4-4 10-16,-4-6 12 0,-5-3 8 0,2-4 12 16,-5-2 7-16,-1 1 15 0,-5 0 24 15,1 3 29-15,-6 5 23 0,-4 12 37 16,-2 6 19-16,0 5 8 0,2 8 14 15,-3 7 3-15,-2 5 4 0,4 5 3 0,-5 2 4 16,-1 7 15-16,9 0 6 0,-25 18 5 16,8 7-10-16,-6 16-1 0,2 7-4 15,2 8-6-15,2 4 0 0,1 1-7 0,5 3-9 16,-3 0-10-16,5 1-9 0,4-1-7 16,-3-1-7-16,8-2-4 0,0-14-10 0,0-5-7 15,0-3 0-15,2-10-8 0,0-8 3 16,2-3-8-16,-1-4 3 0,1-5-3 0,3-3 0 15,7-2-8-15,-3-8 2 0,11-2-3 16,5-10-6-16,-1-5 0 0,8-6 0 16,-3-4-1-16,-4 7-1 0,-3 1-3 0,-7 8 0 15,-1 3 18-15,-5 4 13 0,-4-1 5 16,1 4 2-16,-2 0 10 0,2 5 11 16,-8 0 14-16,0 0 3 0,9 10-6 0,-5-3-11 15,-2 5-2-15,-1-2-9 0,-1 4-4 16,0 1-4-16,2 0-10 0,1-1-3 0,1-2-5 15,-4 3-1-15,3-5-8 0,-1-1 0 16,-2 1-17-16,4-5-14 0,-2 2-26 0,-2-7-23 16,3 8-30-16,-3-8-29 0,6 2-30 15,-6-2-29-15,0 0-22 0,18-10-11 0,-11 3-12 16,3-4 2-16,-1 0-4 16,2-5 25-16,0 1 13 0,2-1 18 0,-6 1 24 15,3 4 26-15,-2 1 46 0,-3 1 31 16,1 2 31-16,-3 3 14 0,1-2 12 15,-4 6 17-15,6-3 20 0,-6 3 9 0,0 0 1 16,0 0-8-16,10 10-1 0,-8-2-7 16,-1 3-4-16,-1 2-3 0,2 1-7 0,0 3-6 15,0 0-24-15,0 1-39 0,0-1-47 16,-2-3-56-16,0-1-80 0,1-2-64 0,-1-2-54 16,0 1-66-16,2-5-50 0,-2-5-96 15,7 2-15-15,-7-2-385 0,0 0-424 0</inkml:trace>
  <inkml:trace contextRef="#ctx0" brushRef="#br0" timeOffset="68554.02">14061 9839 2418 0,'-3'-21'-72'0,"-1"4"38"15,0 0 25-15,2 2 23 0,2 3 12 16,-3-2 10-16,1 3-9 0,0-1-4 0,-3 3-12 16,5 1-33-16,-1 2-45 0,-5 0-69 15,4 0-84-15,2 6-128 0,-5-9-212 16,1 3-63-16</inkml:trace>
  <inkml:trace contextRef="#ctx0" brushRef="#br0" timeOffset="68819.86">14079 9300 1935 0,'-18'-19'228'0,"-5"1"23"0,5-5 50 0,-2 1 32 15,2 0 3-15,2 2 20 0,7 7 1 16,2 1 0-16,-4 1-28 0,6 3-47 0,-1 4-24 15,3-2-32-15,3 6-17 0,0 0 3 16,0 21-16-16,3 3-8 0,7 16-7 16,-3 19-12-16,1 4-13 0,0 5-15 0,-5 0-15 15,1 2-12-15,0-1-10 0,-1-5-13 16,-1 0-10-16,1-4-33 0,3-3-41 0,-5-14-75 16,1-4-67-16,2-2-72 15,2-8-74-15,-5-11-79 0,1-1-72 0,2-6-81 16,1-5-103-16,-2-4-103 0,-3-2 56 15,0 0-554-15,34-15-680 0</inkml:trace>
  <inkml:trace contextRef="#ctx0" brushRef="#br0" timeOffset="69203.77">14517 9263 3247 0,'-6'-16'32'0,"1"6"65"0,-1 1 49 15,0 6 41-15,-2-1 33 0,8 4 25 0,0 0 26 16,0 0 26-16,-28 19 13 15,13 5 11-15,-1 9 4 0,1 11-10 0,0 6-14 16,0 2-16-16,-3 3-21 0,2-1-25 16,2-2-18-16,1 0-24 0,3-14-18 0,2 0-19 15,1-5-19-15,0 0-10 0,3-10-71 16,2-5-60-16,-1-3 0 0,1-3 0 16,2-2 0-16,0-1 0 0,0-2 0 0,0-7 0 15,2 6 0-15,-2-6 0 0,0 0 0 16,0 0 0-16,0 0 0 0,20-15-67 0,-17 7-81 15,1 1 6-15,-2 0 12 0,-2 7 7 16,0-11 10-16,0 11 16 0,0 0 6 0,0 0 9 16,0 0 12-16,0 0 22 0,-22 18 6 15,15-8 14-15,2 4 8 0,-3-2 1 16,5 3 4-16,-3 1 2 0,2-1 0 16,4-3 3-16,2 0-2 0,0-4-30 0,6 1-61 15,-3-3-77-15,2-4-110 0,6-4-104 16,-13 2-113-16,24-8-174 0,-9 4-22 0,5-5 75 15,-6-2-522-15,6 2-616 0</inkml:trace>
  <inkml:trace contextRef="#ctx0" brushRef="#br0" timeOffset="69387.41">14628 9873 3705 0,'0'0'396'0,"0"0"48"15,0 0 43-15,0 0 31 0,0 0-15 0,3-7-20 16,-3 7-47-16,0 0-42 0,0 0-44 15,0 0-32-15,0 0-161 0,-1-7-157 16,1 7 0-16,0 0 0 0,0 0 0 0,0 0 0 16,0 0 0-16,0 0 0 0,0 0-314 15,0 0-256-15,0 0-200 0,0 0-104 0,-18-3 80 16,18 3-862-16,-20 1-1093 0</inkml:trace>
  <inkml:trace contextRef="#ctx0" brushRef="#br0" timeOffset="70403.98">2824 7550 2227 0,'0'0'130'0,"0"0"-6"16,0 0-4-16,0 0 3 0,0 0 3 15,0 0-13-15,0 0 0 0,0 0-5 0,0 0-6 16,0 0 1-16,0 0-9 0,53-19-13 16,-13 8-3-16,17 1-15 0,6-2-39 0,5 2-60 15,0 0-71-15,0 5-78 0,-1-3-107 16,-1 1-185-16,-3 2-44 0,-15 4 58 16,-6-2-98-16,-14 3-62 0</inkml:trace>
  <inkml:trace contextRef="#ctx0" brushRef="#br0" timeOffset="70655.7">3462 7332 1733 0,'-2'-5'72'16,"2"5"-9"-16,0 0-3 0,0 0-4 0,0 0 21 16,13 27 11-16,1-2 10 0,1 3 1 15,8 10 5-15,2 1 1 0,0 2 4 0,3-1 6 16,-4 1-11-16,3-4-7 0,-4 0-6 15,-5-8-3-15,-5 2-4 0,-6-2-12 16,0-3-8-16,-9-1 9 0,-5 5-20 0,-4 5 5 16,-4-1-14-16,-11 7-6 0,-5-1-42 15,-4 4-62-15,-3-3-83 0,-7-2-122 16,-5-2-196-16,-2-1-59 0,7-1 58 16,-3 1-108-16,-1-1-78 0</inkml:trace>
  <inkml:trace contextRef="#ctx0" brushRef="#br0" timeOffset="71136.63">3758 11635 1789 0,'-27'0'61'16,"4"2"-5"-16,2-2 21 0,4 0 34 15,-1 0 36-15,5 0 34 0,13 0 9 0,-23 0-6 16,23 0-15-16,-16 0-19 0,16 0-7 15,0 0-13-15,-9 3-4 0,9-3-20 16,0 0-13-16,52 4 2 0,-2-4-26 0,17-5-51 16,6-1-75-16,4-5-70 15,22-5-100-15,0-3-142 0,-8-4-187 0,-20 5 50 16,-6 1-193-16,-8 3-191 0</inkml:trace>
  <inkml:trace contextRef="#ctx0" brushRef="#br0" timeOffset="71386.78">4330 11404 2256 0,'-12'3'114'0,"4"0"-4"0,3-1-14 15,5-2-7-15,-8 10 10 16,5 2 19-16,3-1-7 0,0 3 3 0,3 3-15 0,3 5 8 16,5 9-2-16,3 0-1 15,0 2-11-15,4-3-11 0,-3 3-8 16,2-2-6-16,-6 1-11 0,1 0-3 0,-8-7-14 15,-2 1 4-15,-4 0-17 0,-6 8-30 16,-3 0-50-16,-9-1-51 0,-5 4-57 0,0-4-88 16,-8-2-87-16,6-10-171 0,-1-3-8 15,1-4 46-15,4-5-97 0,6-4-68 0</inkml:trace>
  <inkml:trace contextRef="#ctx0" brushRef="#br0" timeOffset="71835.91">5051 11693 1634 0,'-2'-6'83'15,"2"6"9"-15,-2-8 3 0,2 8-2 0,0 0 21 16,0 0 40-16,0 0 27 0,0 0 9 16,-16 24-1-16,10-5-11 0,3-1-4 15,-2 3-17-15,1 1-16 0,2 0-18 0,2 4-14 16,0 0-3-16,2-4-12 16,0 3-8-16,2-4-14 0,-1-3-19 0,2 3-43 15,-1-5-57-15,-1 0-64 0,-1-1-66 16,2-4-63-16,-2 1-81 0,2-7-128 0,-4 0-87 15,0-5 53-15,3 4-117 0,-3-4-100 16</inkml:trace>
  <inkml:trace contextRef="#ctx0" brushRef="#br0" timeOffset="72104.34">5051 11488 1757 0,'-4'-14'67'0,"4"4"17"0,-1 1 17 0,1 2-6 16,-2 2-4-16,2 5-6 0,0 0 9 15,0 0 6-15,0 0 1 0,23 12-2 16,-8 4 13-16,4 7-1 0,4 6 0 16,4 8-2-16,-3 4 1 0,1-2-9 15,-4 2 6-15,0 0-2 0,-10-4-4 0,0-3 8 16,-4 4-9-16,-5-2-7 0,-6 2-7 16,-1-2-11-16,-4-4-3 0,-4-2-12 0,-1-1-2 15,-2-2-10-15,-2-6-1 0,-1 1-10 16,0-2-4-16,0-6-8 0,4-2-14 0,1-3-37 15,1-8-62-15,-2 3-79 0,5-4-90 16,10 0-108-16,-23-9-149 0,14 2-50 16,4-8 54-16,-1 1-172 0,4 1-176 15</inkml:trace>
  <inkml:trace contextRef="#ctx0" brushRef="#br0" timeOffset="72671.77">5398 12073 2024 0,'0'0'78'0,"8"3"25"16,-8-3 39-16,0 0 30 0,0 0 15 15,0 0-3-15,0 0-6 0,16-13-12 0,-11 4-4 16,2-3-14-16,5 0-8 0,-2-6-5 16,6-3-11-16,2-4-10 0,-1 3-8 15,-2-1-10-15,2 0-13 0,-5 2-5 16,-1 4-9-16,-1 0-5 0,-2 2-8 0,-3 1-2 15,-1 4-9-15,1-2-2 0,-3 3-9 16,-2 1-1-16,0 2-9 0,0 6-1 16,0 0-2-16,0 0-4 0,0 0-2 0,0 0 2 15,-24 11-8-15,16 3 1 0,0 2-1 16,1 5 4-16,3-1-5 0,1 4 1 0,0-1 2 16,1-3-5-16,2-1 3 0,2 2-8 15,3-6 6-15,-4 3-4 0,3-4-4 0,3-3 5 16,1-2-1-16,2-2 5 0,-3-4-1 15,4-3-3-15,-11 0-4 0,27-9-12 16,-9-1-3-16,0-1-4 0,5-9 0 16,-1-1 0-16,-4 0 1 0,-4 3 5 15,-3 1 0-15,-4 2 2 0,2 1-1 0,-2 0 1 16,-3 2 3-16,0 2 7 0,-3 1 10 16,3 3-2-16,-2-1-6 0,1 3-4 0,-3 4 10 15,0 0-3-15,0 0 5 0,0 0-2 16,0 0 1-16,0 31-2 0,-3-17-5 0,6 3 3 15,-1 2-4-15,-1 5 6 0,5-2 0 16,3 10 2-16,0-11-2 0,3 4-4 16,0-5 4-16,-5-5-1 0,3-3-3 15,-3-3 2-15,1-1-15 0,0-1-19 16,1-3-37-16,1-3-49 0,-10-1-53 0,19-4-50 16,-6-4-49-16,-1-2-70 0,-1 0-64 15,2-5-101-15,-1-2-34 0,-1-3-255 0,3-5-281 16</inkml:trace>
  <inkml:trace contextRef="#ctx0" brushRef="#br0" timeOffset="72935.56">6100 11268 2086 0,'-6'-15'-26'0,"2"2"27"0,-2 4 32 0,2 0 33 16,2 4 14-16,1 2 2 0,1 3-4 0,0 0 31 15,0 0 31-15,-15 14 16 16,11 6 11-16,-4 14 16 0,2 7 0 0,3 17 10 15,-3 6-6-15,2 8-10 0,1 3-16 16,-2 3-18-16,3 7-11 0,2 0-12 0,2-3-11 16,3 1-13-16,0-5-10 0,4-1-8 15,-1-4-8-15,2-7-9 0,-3-2-8 16,3-10-36-16,-5-13-28 0,3-5-51 0,-6-9-53 16,0-7-31-16,0-5-40 0,0-5-68 15,2-2-79-15,-4-6-53 0,0-2-52 0,0 0-85 16,0 0 22-16,3-20-202 0,-3 3-196 15</inkml:trace>
  <inkml:trace contextRef="#ctx0" brushRef="#br0" timeOffset="73185.61">6090 11915 1935 0,'2'-28'44'0,"-2"8"42"16,-2 3 33-16,2 3 31 0,0 0 28 16,0 2-6-16,0 0-19 0,2 4-16 0,4-2-7 15,-1 5-4-15,1-1-7 0,-6 6 3 16,19 0-8-16,-19 0-9 0,27 9-8 0,-14-1-5 15,-3 3-5-15,1 4 2 0,0-1 2 16,-2 1-3-16,-6 1-3 0,1 2 2 16,-4-4-5-16,0 1-6 0,-4 3-13 0,1-3 0 15,-6 2-7-15,4-1-4 16,-3-3-9-16,-1 0-3 0,-1-4-8 0,-1 2-25 16,-1-5-38-16,1 0-63 0,0 0-77 15,1-6-78-15,10 0-108 0,-21-9-138 0,11-4-111 16,6-2 60-16,-1-6-261 0,5-4-293 15</inkml:trace>
  <inkml:trace contextRef="#ctx0" brushRef="#br0" timeOffset="73486">6435 11006 2162 0,'-4'-12'15'0,"-1"2"21"0,1 3 25 0,-2 4 16 16,6 3 21-16,0 0 29 0,0 0 16 15,-23 10 19-15,15 7 8 0,-1 12 13 16,2 5 9-16,-1 6 8 0,0 11 7 16,4 5 2-16,-1 6-2 0,3 2-9 0,0 3-13 15,2-2-6-15,0 2-14 0,4-2-17 16,-3-4-15-16,-1-1-16 0,4 1-11 0,-2-4-7 16,-2-13-11-16,2-3-9 0,-4-2-17 15,4-10-38-15,-2-4-46 0,2-4-52 0,-1-5-51 16,-1-2-56-16,0-3-37 0,2-3-46 15,3-4-41-15,-5-4-40 0,0 0-27 16,0 0-20-16,18-17-24 0,-6-3-34 16,0-7-28-16,2-5-267 0,0-2-236 15</inkml:trace>
  <inkml:trace contextRef="#ctx0" brushRef="#br0" timeOffset="73653.89">6485 11829 1967 0,'9'-27'28'16,"-1"5"61"-16,-5 7 64 0,1 4 54 16,-1 0 27-16,-1 3 14 0,-1-1-16 0,1 2-25 15,-2 7-19-15,0 0 4 0,0 0 7 16,0 0-14-16,0 0-14 0,0 0-14 0,13 26-15 15,-11-8-16-15,0-1-12 0,2 0-10 16,-3 5-24-16,4-1-27 0,-3-4-42 16,0 2-63-16,-2-4-70 0,2-1-71 0,-2-4-66 15,-2-2-99-15,2-1-129 16,0-2-114-16,0-5 50 0,0 0-287 0,0 0-324 16</inkml:trace>
  <inkml:trace contextRef="#ctx0" brushRef="#br0" timeOffset="73785.82">6611 11493 2290 0,'-4'-15'-6'16,"4"5"10"-16,-2 3 8 0,2 0 7 15,-2 1-2-15,2 6-3 0,-3-6-8 0,3 6-28 16,0 0-58-16,0 0-84 0,0 0-131 16,0 0-316-16,0 0-109 0</inkml:trace>
  <inkml:trace contextRef="#ctx0" brushRef="#br0" timeOffset="73988.31">6763 11498 1807 0,'-14'12'53'16,"5"1"31"-16,-4 3 32 0,-5 7 17 0,-3 4 24 16,5 2 3-16,-2 4-6 0,3-3-23 15,3 1 3-15,3 2-15 0,3 0-8 0,6-6-11 16,0-4-14-16,4-1-11 15,3-1-9-15,-1-3-5 0,4 1-45 0,-1 0-31 16,-1-3-51-16,2-5-59 0,1-1-82 16,-2-4-95-16,1-3-159 0,-2 0-20 15,-8-3-168-15,21-3-144 0</inkml:trace>
  <inkml:trace contextRef="#ctx0" brushRef="#br0" timeOffset="74369.3">6969 11751 1994 0,'2'-3'163'0,"-2"3"19"0,0 0 11 16,0 0 3-16,0 0-11 0,0 0 1 16,9-3 27-16,-9 3-2 0,0 0-18 15,9 16-14-15,-5-8-4 0,1 3-12 16,-2-1-18-16,1 2-8 0,0 0-13 0,-1 0 1 16,-3 0-7-16,0-2-6 0,2 0 0 15,-2 1-10-15,-2-4-4 0,1-1-10 0,-3 1-7 16,0 0-6-16,4-7-9 0,-14 8-2 15,14-8-8-15,-13 0-8 0,13 0-3 0,-17-8-18 16,6-2-24-16,3-1-15 0,0-9-12 16,4-2-15-16,4-4-5 0,2-8 5 15,5 0-1-15,0 3 6 0,2 8 4 16,-3 5-4-16,-1 3 5 0,2 5 5 0,-2 5 3 16,1 3 14-16,-6 2 6 0,13 0 3 15,-13 0-2-15,21 12 2 0,-12-1 0 16,5 1 2-16,-1-1-4 0,3 5 7 0,5 5-5 15,-1-4 0-15,5 2-20 0,-5-5-19 16,-4-4-68-16,4-2-96 0,-4-1-41 0,2-3-83 16,-5-1-134-16,3-5-114 0,-2 1-17 15,0-4-414-15,-1-1-480 0</inkml:trace>
  <inkml:trace contextRef="#ctx0" brushRef="#br0" timeOffset="74652.1">7367 11004 2639 0,'-12'-25'-18'0,"3"8"37"16,3 3 35-16,-1 2 41 0,1 4 14 0,-2-1 18 15,4 1 0-15,1 4-21 0,3 4 21 16,0 0 33-16,0 0 23 0,-16 14 2 16,10 5 7-16,-1 18 3 0,2 4-1 0,-4 16-4 15,6 1-2-15,-3 6-15 0,6 1-13 16,0 0-21-16,2-3-14 0,3-3-9 0,2-2-13 15,2-4-9-15,-2-10-10 0,-3-5-24 16,5-1-40-16,-6-3-42 0,1-5-49 0,0-11-53 16,-3 0-47-16,1-7-39 0,0 0-57 15,-2-3-56-15,-2-3-72 0,2-5-50 16,-3 9-57-16,3-9-58 0,0 0-412 16,0 0-448-16</inkml:trace>
  <inkml:trace contextRef="#ctx0" brushRef="#br0" timeOffset="74785.64">7211 11771 2541 0,'-10'-6'-33'0,"1"2"52"0,1 2 62 15,8 2 55-15,-10-8 52 0,10 8 31 0,-9-3 16 16,9 3 1-16,-6-1-14 0,6 1-23 16,0 0-16-16,0 0-20 0,0 0-20 0,0 0-15 15,19-17-51-15,-4 9-76 0,5-4-111 16,9-1-120-16,-2-3-142 0,7 2-134 16,3-7-91-16,3-3 59 0,-8 6-273 0,-3-2-299 15</inkml:trace>
  <inkml:trace contextRef="#ctx0" brushRef="#br0" timeOffset="75185.61">7778 11593 2528 0,'-7'8'161'0,"1"-5"31"16,3 1 26-16,-4-1 12 0,7-3-6 15,-4 6-17-15,4-6-17 0,0 0-19 0,0 0-10 16,0 0-16-16,0 0-12 0,0 0-13 15,0 0-10-15,0 0-9 0,25-12-12 16,-17 5-7-16,2 1-10 0,-3-4-8 16,3 1-5-16,-2 0-5 0,-1-2-6 0,-3 2-9 15,0-2-13-15,-1 0-5 0,-3 3-14 16,2-2-4-16,-4-1-8 0,-3 3 2 0,-1 3-8 16,-4 1 0-16,-5 4 5 0,15 0 2 15,-32 9 1-15,13-1 2 0,-3 8 9 0,-3 4 21 16,3 1 25-16,3 2 29 0,2 2 18 15,5-5 16-15,3-1 2 0,2 2 6 16,1 0-11-16,2-4-9 0,3-1-7 16,1-2-4-16,1 2 3 0,-1-4-8 0,8 2-3 15,-1-2-12-15,2-2-18 0,3-2-28 16,-1-4-52-16,3-1-66 0,1 1-72 16,-1-4-81-16,-1 1-101 0,-2-1-94 0,-11 0-113 15,19 0-182-15,-11-1 59 0,-8 1 75 16,0 0-432-16,0 0-504 0</inkml:trace>
  <inkml:trace contextRef="#ctx0" brushRef="#br0" timeOffset="75935.61">8674 11630 3032 0,'0'0'78'0,"0"0"-2"15,0 0 8-15,0 0 7 0,0 0 4 16,0 0 21-16,0 0 13 0,0 0 10 16,0 0-5-16,0 0-5 0,0 0 0 15,25 9-11-15,-25-9-9 0,13 5-6 0,-3-2-10 16,0 1-11-16,-10-4-4 0,16 5-8 15,-4-5-6-15,-1 2-5 0,-11-2-8 0,25-6-2 16,-14 4-4-16,2-4-7 0,-1-1-6 16,-1-1 1-16,0-3-2 0,-4 1-3 0,0-4-3 15,-5 2-5-15,0-1-4 16,-2-1 0-16,-2-2-1 0,0 0-8 0,-5 3 1 0,-4-3 1 16,-1 7-4-16,-1 0 0 15,-3 5-2-15,3 3 0 0,-4 4 0 0,-3 6-2 16,-9 6 5-16,2 8 7 0,2 0 11 15,4 6 8-15,2 3 4 0,6 0-3 16,1-1 1-16,2 4-2 0,8-8-3 0,2-2-5 16,4 0-2-16,6 4-1 0,3-2-3 15,7-3-2-15,1-5-5 0,3-4-10 0,6-1-32 16,-5-11-33-16,-2-1-40 0,4-5-61 16,0-1-61-16,9-6-56 0,0-2-69 0,-4-3-85 15,-3-3-165-15,-2 0 5 0,-2-3 61 16,-7-1-286-16,3-5-306 0</inkml:trace>
  <inkml:trace contextRef="#ctx0" brushRef="#br0" timeOffset="76201.78">9110 10824 2496 0,'-16'-2'81'0,"4"4"20"0,3 5 35 0,-1 1 30 16,0 10 15-16,1 13 20 0,3 7 10 15,-2 13 0-15,4 5 6 0,6 4 4 0,0 6 4 16,6 1-7-16,-2 3-6 0,1 1-14 16,5-3-17-16,-2-3-18 0,-5-1-12 15,4-5-18-15,3-2-16 0,-1-7-11 0,3-2-9 16,-4-11-9-16,-3-4-19 0,0-2-37 16,0-10-55-16,-2-3-59 0,-1-1-64 15,0-8-71-15,-1-1-102 0,-1-2-110 16,2-2-136-16,-4-4-112 0,0 0 62 0,0 0-453 15,19-19-539-15</inkml:trace>
  <inkml:trace contextRef="#ctx0" brushRef="#br0" timeOffset="76585.78">9402 11675 3206 0,'0'0'101'0,"0"0"29"0,0 0 31 15,0 0 23-15,0 0 8 0,0 0-4 0,0 0-10 16,0 0-9-16,0 0-10 0,0 0-13 16,0 0-3-16,0 0-9 0,0 0-14 0,19-11-10 15,-9 3-5-15,-3-1 2 0,5-3-6 16,0 2-6-16,-5-2-3 0,2-1-7 0,1-1-12 16,-4 1 1-16,1 0-15 0,1-1-6 15,-5 1-8-15,-1 1-2 0,-2 0-10 0,-2 1-1 16,0 1-5-16,-3 2-6 15,-4 2-2-15,-3 3-3 0,-3 3-1 0,-4 1 0 16,-4 7-2-16,-7 5 1 0,1 3-5 16,2 3 0-16,-1 1 0 0,7 3 2 15,-3-1-3-15,13-2 0 0,2-3-4 0,1 0 0 16,4 0 0-16,4-2 0 0,4 2 0 16,2-3 2-16,4 2-2 0,2-2-14 0,2 0-45 15,3-4-48-15,2 1-50 0,4-6-27 16,0 0-93-16,2-2-106 0,-2-1-93 0,3-4-195 15,-1 0-1-15,0-1 80 16,-1-2-430-16,-1-2-494 0</inkml:trace>
  <inkml:trace contextRef="#ctx0" brushRef="#br0" timeOffset="77169.53">9697 11480 3020 0,'-4'-8'62'0,"-1"4"31"16,5 4 32-16,-6-5 18 0,6 5 0 15,0 0 18-15,0 0 16 0,-9 13 6 0,9-1-3 16,-2 5 2-16,0 1-2 0,2 7-3 16,0-1-12-16,-2 2-2 0,-2-1-1 0,0 10 9 15,1-8-15-15,-1-2 7 0,0-1-11 16,0-4-1-16,-1-1-4 0,0-2 0 16,2-3-6-16,-1-3-3 0,0 0 1 15,2-3-2-15,2-1-4 0,0-7-10 0,-5 9-15 16,5-9-5-16,0 0-11 0,0 0-11 15,0 0-7-15,0 0-7 0,-6-33-2 16,10 13-13-16,5-9-4 0,2-2-5 0,1 4-5 16,-1 6-3-16,-1 4-4 0,-4 5-6 15,3-1-10-15,-1 6-1 0,-1 2 0 0,3 3 3 16,-10 2-11-16,0 0 4 0,29 9-4 16,-20 0 1-16,-1 0-2 0,2 3 1 0,-1-1-1 15,-4 2 5-15,3-1-10 0,-2-1 0 16,0 0 0-16,-1-2 0 0,-1-1 0 0,2 0 0 15,-3 0 0-15,-1-3 0 16,-2-5 0-16,7 10 0 0,-7-10 0 0,3 2 0 16,-3-2 0-16,0 0 0 0,0 0 0 15,0 0 0-15,19-23 0 0,-7 8 0 0,6-9 0 16,4-1 0-16,-1-1 0 0,-1-1 0 16,1 8 0-16,-1 3 0 0,-5 4 0 0,-3 3 0 15,-1 4 0-15,-2 3 0 0,3 5 0 16,-1 3 0-16,-2 2 0 0,0 4 0 15,-4 3 0-15,1-1 0 0,-3 2 0 0,-1 1 0 16,4 4 0-16,-2-5 0 0,-2 1 0 16,2 0 0-16,1-1 0 0,-3 0 0 15,0-4 0-15,2-1 0 0,-2-1-84 16,0 0-53-16,-1-3-54 0,1 1-59 0,0-3-81 16,-2 2-110-16,0-7-126 0,-2 9-127 15,2-9-95-15,0 0 71 0,0 0-639 0,0 0-811 16</inkml:trace>
  <inkml:trace contextRef="#ctx0" brushRef="#br0" timeOffset="77919.25">10515 11606 3973 0,'0'0'31'0,"4"-8"43"16,-4 8 41-16,0-6 27 0,0 6 12 0,0 0 1 15,0-8-8-15,0 8-11 0,0 0-9 16,0-7-15-16,0 7-5 0,0 0-10 0,4-6-8 16,-4 6-12-16,4-7-9 0,-1 1-3 15,-1 1-10-15,2-2-1 0,1-1-8 0,-3-1-5 16,2 1 1-16,1-3-6 0,-2 3-2 16,-3-1 0-16,2 1-4 0,-2-1-2 0,0 1-6 15,-2-1-1-15,-1 1-5 0,-4 4-2 16,3-1-5-16,-5-1 1 0,-2 4 0 15,-3 0-1-15,0 4 0 0,-6-1-3 16,-3 6-4-16,5-1 6 0,-2 5-3 16,3 1 0-16,-6 5-3 0,4-3 4 0,8-1-2 15,1 0-1-15,2-1 1 0,1 1-2 16,3-2 5-16,1 0-10 0,1-2 8 0,-1 0 4 16,6-2-3-16,1-1 5 0,-1 1 0 15,5-2 1-15,1-5-1 0,7 0 0 0,-2-3 0 16,8-3-4-16,-1 1 1 0,-1-5 0 15,0 2-3-15,-3-1 0 0,-2 3 0 0,-3-1-7 16,-1 3 1-16,-2-1 1 0,1 3-3 16,-10 2 9-16,13 2 6 0,-13-2 4 15,13 7 10-15,-8 0 6 0,0-1 3 16,-1 1 1-16,2 4-3 0,-3-3-2 0,1 2-5 16,0 0-3-16,0-2 0 0,-2-2 1 15,2 1 1-15,0-2-7 0,-4-5 3 16,3 9-2-16,-3-9 1 0,4 8 9 0,-4-8 6 15,5 4-9-15,-5-4-7 0,0 0 11 16,20-10-13-16,-11-1-4 0,3-1-2 0,8-10-3 16,-6 3 2-16,-1 5 2 0,-4 5 0 15,2 0-4-15,-6 0 5 0,3 4 0 0,-3-3 1 16,-5 8 0-16,8-2 12 16,-8 2 31-16,0 0-3 0,0 0-8 0,13 13-3 0,-9-6-2 15,-2 6-9-15,2-4 3 16,-3 3-6-16,2 0 1 0,1-3-8 0,-2 3 0 15,3-2 2-15,-3 1-13 0,2-1-7 16,0-2-10-16,-3 0-34 0,3-1-33 0,1-3-45 16,-3 2-45-16,-2-6-54 0,7 4-68 15,-7-4-64-15,0 0-50 0,25-10-42 16,-14 2-35-16,0-3-3 0,1-6-7 0,8-7 2 16,-2-5 14-16,3-8-571 0,2-9-513 15</inkml:trace>
  <inkml:trace contextRef="#ctx0" brushRef="#br0" timeOffset="78118.3">11063 11226 2609 0,'14'-44'-84'0,"-3"7"68"0,1-1 52 15,-2 4 61-15,-5 3 72 0,1 7 58 16,-3 5 16-16,0 6 12 0,1 2-11 16,-2 3 15-16,-2 8 44 0,0 0 43 0,0 0-3 15,0 0-2-15,9 37 0 0,-5-2-28 16,-1 2-11-16,-3 3-22 0,4-1-27 0,1 3-24 16,-2-3-22-16,-1-2-22 0,-2 1-16 15,2-9-20-15,-2-5-21 0,0-3-44 0,0-2-46 16,-2-1-56-16,0-6-62 0,1 2-84 15,-6-3-83-15,0-1-103 0,-1-3-113 0,-3-3-99 16,-1 1-124-16,-3-2-91 0,2-5 60 16,-2 1-639-16,1-4-810 0</inkml:trace>
  <inkml:trace contextRef="#ctx0" brushRef="#br0" timeOffset="78267.96">11013 11373 3458 0,'2'-5'-18'0,"-1"1"65"0,3-2 70 0,-4 6 70 15,7-4 52-15,-7 4 38 0,0 0 25 16,20 0 16-16,-20 0-11 0,16 2-15 0,-2-2-23 15,-1-2-27-15,7 0-27 0,-1 1-19 16,3-4-24-16,1-1-60 0,2-2-83 0,-2 1-84 16,-2 0-91-16,-2-1-120 0,-1-1-130 15,-7 1-141-15,-2-1-185 0,-2 2 19 0,-2 2 84 16,-3 1-509-16,-2 4-597 0</inkml:trace>
  <inkml:trace contextRef="#ctx0" brushRef="#br0" timeOffset="80800.41">18948 10384 550 0,'-15'0'116'16,"-5"0"-30"-16,6 3-16 15,-8 0 2-15,-1 3 9 0,-11 4 12 0,4 2-2 16,-5 2-1-16,3 1 22 0,2 5 10 16,-8 6 14-16,1 3 10 0,4 2 6 0,1 4 7 15,3 1 2-15,3 3 5 0,4 4 12 16,-2 0 0-16,5 1-10 0,4 2 0 0,3 0-4 16,5-5 5-16,5 1-6 0,6 1 3 15,1 0 0-15,9 3 0 0,6 1-4 0,3-2-9 16,12-3-8-16,5-4-10 0,7-4-17 15,5 0-9-15,7-6-10 0,6-3-8 0,5-11-10 16,7 1-7-16,-1-7-6 0,0-4-8 16,0-8-9-16,1-4-4 0,-3-4-3 15,-3-5-5-15,-3-5-3 0,1-2-4 16,-10-2-3-16,-2-8-4 0,-3 0-1 0,-6-4-3 16,-3-5 0-16,-4 1 2 0,-5-5-2 15,-2-1 3-15,-10-1-2 0,-5-7-2 16,-8 0 0-16,-4-8 0 0,-10 0-3 0,-10-5-4 15,-10-18-1-15,-13 7 0 0,-9 3 2 16,-11 11-5-16,-5 6-4 0,-3 11-1 0,-11 9 0 16,8 19-2-16,-8 7 0 0,-2 9-2 15,-7 8-12-15,0 4-23 0,-21 11-20 0,8 3-37 16,4 3-70-16,7 3-77 16,25-4-61-16,7-2-98 0,13 3-120 0,8-5-145 15,7-3 67-15,4 2-400 0,8 1-471 16</inkml:trace>
  <inkml:trace contextRef="#ctx0" brushRef="#br0" timeOffset="81501.03">18829 10727 2547 0,'-11'1'-85'0,"2"1"10"15,-1 0 10-15,10-2 22 0,-13 1 37 0,13-1 25 16,-7 2 16-16,7-2 7 0,0 0-1 16,-11 2 12-16,11-2 21 0,0 0 12 15,0 0 4-15,0 0-5 0,0 0-3 16,33 0-13-16,-18-2-6 0,2-1-3 0,2 1-6 15,3-1-8-15,-6 1-4 0,6 0-4 16,-10 1-5-16,4 1-8 0,-5 0 3 0,1 3 1 16,-2 0 7-16,-3 4-3 0,-2 2 10 15,-3 3 5-15,-2 0 2 0,0 5 10 0,-2 2 12 16,1-1 3-16,-5 5-3 0,2-3-2 16,1 3-7-16,-1 3-7 0,0-4-6 0,1 0-8 15,-2-1 0-15,1-4-5 16,2-2-11-16,2 1 2 0,-1-3 1 0,-1-1-5 15,0 0-7-15,0-3-5 0,2-1-14 16,0 1-43-16,0-2-68 0,0-7-69 16,0 10-85-16,0-10-106 0,2 5-195 0,-2-5 38 15,0 0 66-15,0 0-151 0,0 0-114 16</inkml:trace>
  <inkml:trace contextRef="#ctx0" brushRef="#br0" timeOffset="81700.44">18929 10989 1722 0,'0'0'61'16,"-14"-2"24"-16,14 2 38 0,-7-1 17 16,7 1 33-16,0 0 32 0,0 0 7 15,0 0 0-15,-9-7-14 0,9 7-16 16,0 0-19-16,0 0-14 0,24-10-16 16,-9 8-12-16,5-3-18 0,2 1-24 0,5-1-49 15,9-2-65-15,1 1-78 0,-1 0-85 16,-4 0-104-16,0-1-149 0,-7 1-87 0,-6 2 52 15,-2 0-184-15,-6-2-164 0</inkml:trace>
  <inkml:trace contextRef="#ctx0" brushRef="#br0" timeOffset="82218.05">19672 10599 1903 0,'0'-6'15'0,"2"1"27"0,-2 5 24 15,2-8 26-15,-2 8 22 0,0-6 10 16,0 6 6-16,0 0 0 0,-8-9-7 0,8 9-5 16,-7-3-14-16,-2-1-13 0,9 4-2 15,-22 0-5-15,5 2-12 0,-3 0 0 0,-4 1 3 16,-1 2-1-16,0-1 3 15,-9 4-8-15,4 3-7 0,5-3 0 0,4 1-10 16,0 0 3-16,4 0-6 0,0 3 8 16,3 1 1-16,3-3 8 0,6 2 9 0,-2-1 5 15,5-1 4-15,2 2 2 0,7-2 2 16,-2 2-4-16,6 2-10 0,5 2-2 0,1-3-8 16,0-1-4-16,5 3-4 0,5 3-5 15,-4-1-4-15,-1-5-3 0,-6 0-4 0,0 0-3 16,-1-3-4-16,-1 4-3 0,-3-1 6 15,-6 0 13-15,2-1 12 0,-4 0 14 0,-3 0 16 16,-1 1 11-16,-6 1 6 0,0-1 8 16,-3 0 3-16,-5 0 5 0,-2-1 5 15,0-1 4-15,0-2 7 0,-1-2-12 0,4-1 4 16,-2-4-9-16,1 1-8 0,1 0-8 16,-1-2-13-16,0 0-5 0,4-2-14 15,-3-1-12-15,3-1-13 0,11 4-29 0,-22-3-64 16,17 1-74-16,5 2-91 0,-15 0-117 15,15 0-131-15,0 0-121 0,-17 4-199 16,11 0 24-16,6-4 96 0,-12 6-568 0,8-2-688 16</inkml:trace>
  <inkml:trace contextRef="#ctx0" brushRef="#br0" timeOffset="83200.44">18824 11393 3040 0,'0'0'-223'0,"3"-4"32"0,-3 4 30 16,0 0 31-16,0 0 34 0,0 0 23 0,0 0 13 16,0 0 29-16,0 0 38 0,0 0 29 15,-36 16 23-15,12 11 27 0,-13 6 30 0,0 7 24 16,-10 3 29-16,-10 17 26 0,-2 0 9 16,-6 4 2-16,1 1 2 0,-5 3-1 0,-1 2 16 15,-5 0 2-15,1 3-4 0,0-5-12 16,9-6-14-16,4-4-12 0,16-14-10 15,4-6-10-15,9 0-16 0,-3-5-8 0,10-6-13 16,5-6-8-16,4-3-5 0,4-7-1 16,1 1-11-16,2-2-5 0,4-5-10 15,-3 2-12-15,2-2 2 0,0 1-14 16,6-6-6-16,-7 6-8 0,7-6-8 0,-4 6-17 16,4-6-34-16,0 0-48 0,0 0-72 15,0 0-87-15,0 0-120 0,0 0-134 0,4-24-151 16,3 13-113-16,2-6 86 0,9-7-533 15,3-2-649-15</inkml:trace>
  <inkml:trace contextRef="#ctx0" brushRef="#br0" timeOffset="83667.28">18681 11389 2996 0,'-11'-16'-134'0,"3"4"26"16,3 2 24-16,-2-1 27 0,3 3 48 15,3-3 42-15,1 0 33 0,-2 2 25 0,0 1 10 16,4 1-8-16,-2 7-7 15,0 0 10-15,7-5 27 0,-7 5 20 0,23 20 0 16,0 6 4-16,8 11 9 0,-1 6 5 16,10 4-4-16,15 9-1 0,8-2-8 0,9 0-9 15,14 1 17-15,9-2 1 0,11-3-13 16,6-4-11-16,0 1-12 0,6-6-11 0,1-1-8 16,-7-3-11-16,-4-2-7 0,-10-3-7 15,-27-11-10-15,-12-4-5 0,-9-2-8 0,-14-3-2 16,-11-3 11-16,-7-3 4 0,-2 0 16 15,-5 0 9-15,-2-4 18 0,1 0 10 16,-2 1 7-16,-3 1-3 0,-5-4-4 0,9 3-18 16,-9-3-10-16,0 0-14 0,11 0-7 15,-11 0-21-15,0 0-45 0,0 0-52 16,0 0-74-16,0 0-93 0,0 0-104 16,0 0-116-16,0 0-113 0,-12 12-163 0,2-8-35 15,-1 1 90-15,-3 0-558 0,-2 0-676 16</inkml:trace>
  <inkml:trace contextRef="#ctx0" brushRef="#br0" timeOffset="84533.45">17687 12398 3059 0,'-25'-12'-209'0,"0"4"27"0,2 1 20 15,-2 2 23-15,-11 0 30 0,3 1 26 16,3 6 26-16,-14 2 20 0,-9 6 29 0,-3 7 25 16,3 9 26-16,-2 4 25 0,-14 18 31 15,2 8 20-15,3 2 19 0,-1 9 5 0,2 6 15 16,2 4-2-16,8 3 12 0,6-2-2 16,10-3-7-16,12-15-1 0,6 2-9 15,9-2-15-15,8 0-4 0,11-2 1 16,3-6-4-16,12-3-2 0,8-5-6 0,9-7-10 15,11-2-12-15,7-8-9 0,12-6-6 16,2-8-7-16,2-3-7 0,6-10-10 16,3-6-10-16,16-8-10 0,-3-7-10 0,-3-8-9 15,-8-3-15-15,-6-7-1 0,-6-1-5 16,-8-3-4-16,-17 5 6 0,-12 0-13 0,-1-4 14 16,-9-3-3-16,-6 1-5 0,-13 3 8 15,-6-3 2-15,-12-7-6 0,-3-3 5 0,-11 0-3 16,-19-14-4-16,-4 2 4 0,-7 4 0 15,-5 1 0-15,0 8 0 0,-6 9 1 16,14 11-14-16,-7 7 12 0,3 7-8 16,-1 7-41-16,6 8-35 0,-13 8-52 0,0 8-53 15,6 5-52-15,0 6-58 0,3 1-81 16,7 3-133-16,4 0-69 0,7 1 60 0,11-4-231 16,5 0-246-16</inkml:trace>
  <inkml:trace contextRef="#ctx0" brushRef="#br0" timeOffset="85083.64">17093 12966 1991 0,'-12'0'-9'16,"-2"-2"6"-16,1 2 2 0,13 0 16 15,-23 2 38-15,13-2 35 0,-2 0 26 0,12 0 5 16,-16 0-2-16,16 0-5 0,-12 0-9 16,12 0-5-16,0 0-7 0,0 0 6 0,-11 2-1 15,11-2-2-15,0 0 0 0,0 0-17 16,0 0-3-16,0 0-7 0,48 0 0 16,-34-2-10-16,0 2-10 0,1 0-8 0,-2 2-1 15,3-1-8-15,-5 5-3 0,1-1-2 16,-3 3-2-16,-2 6 0 0,-1 5 1 15,-1 1-4-15,-3 6 11 0,-1-2-8 16,-2 3-3-16,-1 0 7 0,0 0-3 0,-1-2 5 16,1 1 0-16,2-3-3 0,0-1 3 15,-2-3 1-15,4-2-5 0,0 0-3 0,1-4 1 16,-1-1-3-16,0 0-3 0,-1-1 9 16,1-3-7-16,2 2-4 0,-2-4-11 0,1 0-25 15,-1-1-53-15,0-1-60 0,-2-4-76 16,7 4-131-16,-7-4-188 0,0 0-34 15,0 0 67-15,16-11-177 0,-8 5-168 0</inkml:trace>
  <inkml:trace contextRef="#ctx0" brushRef="#br0" timeOffset="85566.83">17404 13065 1959 0,'-4'-5'28'16,"2"-1"0"-16,0-2 3 0,2 8 3 15,2-12 8-15,0 4 10 0,2 1 2 0,0-1-8 16,2 1-5-16,1 0-4 16,1-2-2-16,-1 4-5 0,3 0-1 0,1 0-5 15,-3 1 0-15,0 3-5 0,0-3-1 16,-8 4 1-16,11 0 5 0,-11 0 3 0,0 0 10 15,7 9 17-15,-4-4 18 0,-3-5 14 16,-9 15 14-16,6-4 11 0,-3-1-4 0,3 1 0 16,-3-2-6-16,2 3-3 0,0-4-12 15,2 0 0-15,-2-1 3 0,4 1 8 0,2 2-2 16,0-3-5-16,0 0-10 0,2 4-3 16,2-1-10-16,-1-2-5 0,3 5-5 0,4-1-3 15,-3 3-6-15,2-3-5 0,-1 0-2 16,0-1-3-16,-5 2 4 0,2-2 2 0,-3-1 14 15,3-2 13-15,-6 1 14 0,1-2 10 16,-2 1 13-16,0-3 10 0,0-5-3 16,-2 12-4-16,-4-4-11 0,0-2-10 15,3-1-9-15,-5-1-7 0,-1-3-10 0,-3 3-7 16,5-3-6-16,-4 1-20 0,-1 2-47 16,1-2-61-16,-2-2-101 0,13 0-138 15,-22 1-147-15,12-2-228 0,10 1 8 0,-15-4 93 16,15 4-419-16,-11-2-483 0</inkml:trace>
  <inkml:trace contextRef="#ctx0" brushRef="#br0" timeOffset="86351.79">20417 11999 2674 0,'-23'-6'-97'0,"0"6"9"0,0 0 13 15,-9 8 6-15,-2 1 43 0,-2 6 27 16,-6 7 34-16,0 4 23 0,-2 5 23 0,3 3 18 15,4 7 16-15,1 7 26 16,1 7 19-16,-2 17 13 0,0 3 3 0,16-13 2 16,2 3 3-16,6 1-2 0,5 5 2 0,8-4 4 15,8-3 1-15,7-2-7 0,10-8-12 16,7 3 23-16,18 1-1 0,1-19-7 16,22 6-14-16,8-10-14 0,9-12-16 0,-12-9-19 15,10-8-8-15,3-6-5 0,24-12-17 16,-2-2-5-16,-3-11-11 0,-8-4-9 0,-9-4-12 15,-9-6-2-15,-9-1-7 0,-22 3-1 16,-7-2-6-16,-6-5-2 0,-4-3-8 0,-11-7-8 16,-8-4 0-16,-6-6-1 0,-9-3-2 15,-9-5-3-15,-13-20-7 0,-12 2-1 0,-8 1 5 16,-8 3-7-16,-4 11-3 0,-6 4-2 16,-2 12 1-16,-5 13 3 0,8 16-7 15,-4 9-12-15,-9 12 3 0,2 6-18 16,-4 10-31-16,-7 7-30 0,-10 11-27 0,1 8-39 15,7 7-66-15,6 3-81 0,8 3-67 16,19-12-96-16,9-1-137 0,3-3-76 16,12-2 73-16,-1-3-428 0,7 1-511 0</inkml:trace>
  <inkml:trace contextRef="#ctx0" brushRef="#br0" timeOffset="88849.54">20330 12500 2616 0,'-14'1'-139'0,"14"-1"15"0,-19 0 19 15,9 3 38-15,10-3 41 0,-15 0 36 16,15 0 37-16,-13 0 10 0,13 0-3 16,-13-3-5-16,13 3-3 0,-11-1-2 0,11 1-5 15,0 0 7-15,-14-2-3 0,14 2-4 16,0 0-2-16,-10-2 0 0,10 2-3 0,0 0-4 15,0 0-3-15,0 0 1 0,-7-4-8 16,7 4 4-16,0 0-5 0,0 0-3 16,0 0 0-16,0 0-3 0,0 0 2 0,0 0 0 15,0 0-6-15,-14 0 4 0,14 0-3 16,0 0 1-16,0 0-4 0,0 0 7 0,0 0-4 16,0 0 4-16,0 0-2 0,0 0 1 15,0 0 15-15,0 0-4 0,0 0 3 0,0 0-2 16,0 0-4-16,-11-1 10 15,11 1 8-15,0 0 2 0,0 0 15 0,0 0 0 16,0 0 2-16,0 0 12 0,0 0-6 16,0 0 10-16,0 0-1 0,0 0-2 15,0 0-11-15,0 0 1 0,0 0-8 0,0 0-9 16,0 0-2-16,0 0-6 0,0 0-3 16,0 0 3-16,0 0-9 0,0 0 1 0,0 0-9 15,0 0 6-15,0 0-13 0,0 0 4 16,0 0-2-16,0 0 2 0,0 0-6 0,0 0 4 15,0 0-1-15,0 0-2 16,0 0-5-16,0 0 4 0,0 0-1 0,0 0 0 0,0 0-5 16,0 0-1-16,0 0-4 15,0 0 6-15,0 0-2 0,0 0 1 0,0 0-3 16,0 0 6-16,0 0-7 0,0 0 6 16,0 0-3-16,0 0 0 0,0 0 3 15,0 0-4-15,0 0 2 0,0 0-3 0,0 0-2 16,0 0 4-16,0 0-1 0,0 0 0 15,0 0 2-15,0 0-3 0,0 0 1 0,32-5 2 16,-32 5-2-16,22-3-2 0,-15 1 2 16,4 0 0-16,3-1-2 0,-3 2 0 0,0-3 2 15,3 0 2-15,-3 2 1 0,3-1-3 16,-1 1 3-16,-13 2 0 16,19-3-9-16,-19 3 5 0,15-2 0 0,-15 2-1 15,14-2-1-15,-14 2-1 0,0 0 5 16,15-3-4-16,-15 3 4 0,0 0-3 0,9-2 4 15,-9 2-4-15,0 0 6 0,0 0-6 16,10-2 1-16,-10 2-2 0,0 0 1 0,0 0-2 16,0 0 10-16,0 0-3 0,0 0-1 15,0 0-1-15,0 0 2 0,0 0-1 0,-27-10 2 16,12 10-3-16,0 0-4 0,-6 2 4 16,-3 0 0-16,-1-1 1 0,-2 1-1 15,0 1 2-15,2-3 0 0,6 2-2 0,-2-2-2 16,2 2 4-16,3-1-5 0,3-1 7 15,0 2-5-15,13-2-2 0,-17 2 3 16,17-2 0-16,-15 0 0 0,15 0-7 16,0 0 6-16,-16 2-1 0,16-2-3 0,0 0 7 15,-13 0-1-15,13 0-4 0,0 0 3 16,0 0-4-16,-13 1 1 0,13-1 3 0,0 0-5 16,0 0 1-16,-10 4-3 0,10-4 3 15,0 9-1-15,0-9 1 0,0 12 8 0,0-4 0 16,0 5 3-16,0-1-2 0,4-1 0 15,0 3 8-15,-2-1 2 0,1 1 3 16,3 2 3-16,0-3 9 0,0-1 1 16,1 1 6-16,1-1 3 0,2 0-3 0,-1-4 4 15,0 1 3-15,1-1-7 0,3-1-4 16,0 0-1-16,3 0-5 0,2-1-3 16,-2 3-1-16,4 0-5 0,0-3 0 0,-1 3-4 15,-1 0-4-15,-2-1 1 0,0 1-2 16,1 1-1-16,-3 0 0 0,-3 0 0 0,-2-3 1 15,1 3 1-15,-2 0 6 0,-5-6 10 16,3 2 8-16,-3 0 9 0,-3-6 13 0,7 9 8 16,-7-9 7-16,-2 11 5 0,2-11-6 15,-8 9-6-15,0-2-10 0,-3-1-2 0,-3-2-6 16,0 4-2-16,-2-3-7 16,1-1-7-16,-1 2-1 0,4-2-4 0,-2-2-10 15,3 2 5-15,0 0-9 0,-3-2-19 16,4 1-24-16,-2-1-34 0,12-2-45 15,-18 6-66-15,11-4-89 0,-2 2-96 0,9-4-121 16,-11 2-198-16,11-2 8 0,0 0 81 16,0 0-399-16,0 0-465 0</inkml:trace>
  <inkml:trace contextRef="#ctx0" brushRef="#br0" timeOffset="89415.82">20873 12342 2393 0,'7'-8'-196'0,"4"-1"42"16,-3 2 45-16,-2 0 28 0,2 1 37 16,-5 0 38-16,3 0 29 0,-1 2 27 0,2-3 25 15,-2 1 22-15,-3 0 20 0,4 2 8 16,-6 4 1-16,3-6-9 0,-3 6-15 0,0 0-10 15,0 0 28-15,0 0 32 0,0 0 8 16,-14 31-4-16,-2-4 3 0,-5 14 9 16,-3 2 4-16,1 1 1 0,0 1-2 0,-1 1-11 15,4-3-9-15,6-8-9 0,1-3-5 16,1 1-9-16,7-9-3 0,3-2-4 16,0-2-10-16,2-3 4 0,2-1-8 15,2-3 1-15,-1 3-4 0,6-6-10 0,0-1-5 16,2-2-13-16,3-4-5 0,2 1-5 15,0-6-5-15,4 0-14 0,-4-1-3 0,2-1 0 16,-5-1-10-16,1-2-4 0,-3 1-5 16,-6-2-4-16,3 0-6 0,-7 1-5 0,-2-3-4 15,-3 0-29-15,-7-1-51 0,-1 1-65 16,-7 2-99-16,0 1-110 0,-6 3-144 0,5 4-221 16,-3 0 25-16,-1 0 85 15,4 2-445-15,3 1-522 0</inkml:trace>
  <inkml:trace contextRef="#ctx0" brushRef="#br0" timeOffset="97481.96">3595 13325 1858 0,'-11'1'172'16,"11"-1"-13"-16,-23 3 5 0,23-3 26 0,-19 0 21 15,7 0 12-15,12 0-1 0,-18 0-4 16,18 0 11-16,-18 0 6 0,18 0-3 16,0 0-14-16,-14 0-13 0,14 0-17 0,0 0-7 15,0 0 9-15,0 0 0 0,0 0-3 16,0 0-23-16,50-4-13 0,-11-2-16 0,5 1-15 16,11-2-8-16,4-2-9 0,2-1-18 15,0-2-38-15,0 0-41 0,-4 2-45 16,-13 3-47-16,-3 0-57 0,-12 1-54 15,-4 4-52-15,-6-1-44 0,-4 1-46 16,-1 2-55-16,-5-2-60 0,0 2-137 0,-9 0-27 16,0 0 64-16,0 0-275 0,0 0-316 15</inkml:trace>
  <inkml:trace contextRef="#ctx0" brushRef="#br0" timeOffset="97814.68">3998 12923 2317 0,'-12'-5'81'0,"5"4"18"0,-1-1 8 0,8 2 2 15,-9-2-8-15,9 2-11 0,0 0 23 16,0 0 22-16,0 0 15 0,15 27 0 0,-4-9-7 16,6 7 11-16,3 4 4 0,-2 0-5 15,5 9 2-15,-1 1 2 0,-8-6 9 16,-2 4 7-16,-2-5 2 0,-5 2 5 0,-1 0-2 15,-4-3 0-15,-2-4-11 0,0-2-1 16,-5 5-12-16,-1 2-4 0,-4 0-19 0,-1-4-18 16,-1 1-9-16,-2-4-19 0,-4-1-10 15,4 1-31-15,-4-4-48 0,1 2-45 0,1-1-49 16,2-9-46-16,3-1-74 0,3-4-77 16,1-2-93-16,-3-3-124 0,2-3-179 15,10 0 8-15,-14-3 66 0,4 1-374 16,10 2-466-16</inkml:trace>
  <inkml:trace contextRef="#ctx0" brushRef="#br0" timeOffset="100280.36">18940 11223 2684 0,'-9'3'-15'0,"9"-3"25"16,-16 0 22-16,16 0 35 0,0 0 44 0,0 0 42 15,-11-3 16-15,11 3-3 0,0 0-6 16,0 0 0-16,0 0-5 0,25-8-9 16,-6 7-17-16,2-2-15 0,6 2-8 0,1 0-12 15,5 1-41-15,6-2-52 0,6 0-82 16,-6 0-90-16,3 0-109 0,1 1-152 16,-13-2-160-16,-6-1 53 0,-1 1-277 0,-3 1-304 15</inkml:trace>
  <inkml:trace contextRef="#ctx0" brushRef="#br0" timeOffset="102513.72">17104 13677 2129 0,'7'-5'-67'15,"-5"3"28"-15,-2 2 30 0,4-8 21 0,-4 8 22 16,0 0 7-16,0 0 14 0,0 0 15 15,-33 6 11-15,3 7 14 0,-15 10 14 0,-5 1 17 16,-4 7 13-16,-21 15 14 0,-2 5 7 16,-8 5 1-16,1 7-10 0,-5 0 3 0,2 0-5 15,5-3-6-15,1-5 0 0,13-5 1 16,16-12-3-16,7-4-2 0,4-5-9 16,7-2-4-16,9-6-14 0,7-7-1 0,2-4-12 15,5 0-7-15,2-2-9 0,0-2-9 16,2-1-8-16,1 0-3 0,1 1-7 0,-1-3-7 15,2 0-5-15,4-3-8 16,-10 5-18-16,10-5-29 0,-5 7-37 0,5-7-47 16,0 0-63-16,0 0-71 0,0 0-73 15,0 0-93-15,0 0-140 0,0 0-102 0,23-18 56 16,-16 14-297-16,-3-3-362 0</inkml:trace>
  <inkml:trace contextRef="#ctx0" brushRef="#br0" timeOffset="103262.17">15430 14687 2629 0,'-19'-4'111'15,"11"0"27"-15,8 4 24 0,-15-5 33 16,9 0 22-16,-2-2 11 0,8 7 3 0,-5-12-1 16,-1 5-11-16,6 0-19 0,0-1-19 15,4-4-13-15,-1 5-23 0,4-2-17 0,-2 0-13 16,5 2-11-16,-5 1-14 16,5 0-7-16,-4 4-6 0,-6 2-8 0,15-8-7 15,-12 4-9-15,-3 4-9 0,0 0-3 16,16-3-4-16,-16 3-3 0,9-1-2 15,-9 1 0-15,0 0-5 0,0 0-1 0,12-4-2 16,-12 4 1-16,0 0 0 0,0 0-3 16,10-3-3-16,-10 3-6 0,0 0 4 0,0 0-1 15,0 0-6-15,0 0 3 0,0 0-3 16,7-4-6-16,-7 4-1 0,0 0-9 0,0 0-11 16,0 0-8-16,0 0-1 15,0 0-2-15,0 0-3 0,0 0-2 0,0 0 4 16,0 0 1-16,0 0 1 0,0 0 5 0,0 0 1 15,0 0 2-15,0 0 0 0,0 0 4 16,0 0 2-16,-42 6-3 0,42-6 8 16,-12 3 0-16,12-3-1 0,-11 6 5 15,11-6 5-15,-11 0 10 0,11 0 6 0,0 0 6 16,-12 4 6-16,12-4 5 0,0 0-2 16,0 0 1-16,0 0-2 0,0 0-1 0,0 0 0 15,0 0-4-15,0 0-4 0,0 0-1 16,0 0 0-16,0 0-6 0,50-4-2 0,-37 4 3 15,5 4-8-15,-4 0 0 16,-2 2 0-16,1 4 1 0,1-1-1 0,-5 4 6 16,3 1 2-16,-6 6 9 0,0 0 3 15,-5 4 2-15,1-6 10 0,-2 2 6 16,0 1 7-16,0-3 6 0,-2 6-7 0,2-5-4 16,-1 0 3-16,1 1-27 0,-2-3-9 15,0 1 5-15,0-4 3 0,2 0-8 0,-3-2-3 16,1 0-2-16,2-2 3 0,0 0-7 15,0-1-9-15,0-3-21 0,-1 3-24 0,-1-2-33 16,2-2-44-16,0-5-40 0,0 10-68 16,0-10-84-16,0 7-88 0,0-7-126 15,0 0-216-15,0 0 49 0,0 0 78 0,21-13-385 16,-14 4-480-16</inkml:trace>
  <inkml:trace contextRef="#ctx0" brushRef="#br0" timeOffset="103697.28">15847 14691 2629 0,'0'-8'-2'0,"0"-1"37"15,0 9 17-15,0-10 18 0,0 10 11 16,0-9 8-16,0 9 5 0,0 0-10 0,2-8-12 16,-2 8-3-16,7-5-8 0,-7 5-2 15,0 0-3-15,14-4-14 0,-14 4 1 0,0 0 0 16,19 2-12-16,-19-2 2 0,0 0 7 15,14 8 16-15,-14-8 12 0,3 10 11 16,-3-10 10-16,-2 14 2 0,1-7 1 16,-1 0 3-16,-2 1 1 0,2-1-6 0,0 0-12 15,-2 0-5-15,0 0-9 0,4-7 1 16,-4 14 5-16,4-6 4 0,0-8 9 16,4 14 4-16,3-7 1 0,-4 1-5 0,5-1-7 15,-3 3-6-15,4 0-7 0,3 2-5 16,-2-1-7-16,-3-1-2 0,3 2-5 0,-1-2-3 15,-1 3 3-15,-5-3 7 0,4-1 7 16,0 3 5-16,-5-4 8 0,2 3 5 0,-2-1 8 16,-2-2-1-16,-4 4 2 15,2-3-8-15,-1-1-13 0,-6 3 1 0,2-3-10 16,-2-1-6-16,-1 0-2 0,-4 0-9 16,2-1-28-16,-4-4-35 0,1 0-53 15,-3 2-65-15,6-4-84 0,-6 0-83 0,1 1-83 16,2-1-107-16,0-1-127 0,-1 1-70 15,3-2 63-15,1 0-400 0,12 2-508 0</inkml:trace>
  <inkml:trace contextRef="#ctx0" brushRef="#br0" timeOffset="104164.02">15443 14175 2765 0,'-24'-2'-77'15,"0"4"12"-15,1 5 23 0,-3 6 34 16,-4 8 40-16,0 11 30 0,-4 13 33 0,7 12 45 16,-10 18 31-16,-1 12 17 0,-2 12 7 15,-3 10 5-15,6 4-3 0,-1 1-6 0,4 0-3 16,9-9-6-16,9-12-6 15,12-20-4-15,14-7 0 0,3-9-10 0,16-3-13 16,7-11-10-16,10-7-9 0,13-9-16 16,10-8-7-16,8-9-14 0,9-6-7 0,31-16-3 15,3-9-19-15,2-11-9 0,-8-11-23 16,3-9-16-16,-6-4-4 0,-3-7-17 16,-12-6-15-16,-10-3-3 0,-14-3-1 0,-11-1 3 15,-14-3 3-15,-17-1 2 0,-15 7 1 16,-13-2 2-16,-15-19-3 0,-18 0 3 0,-10 0-1 15,-15 7 2-15,-8 2 3 0,-13 10-3 16,-9 5 1-16,-4 14-2 0,-5 17 1 0,2 13-2 16,15 18 1-16,-6 11-21 15,-13 14-29-15,8 14-32 0,3 8-29 0,5 11-49 16,11 11-44-16,9 9-48 0,9 1-59 16,7-1-75-16,18-15-110 0,1-2-124 0,6-2 61 15,5-7-270-15,5-10-326 0</inkml:trace>
  <inkml:trace contextRef="#ctx0" brushRef="#br0" timeOffset="105196.61">17518 13658 2317 0,'-11'-8'-26'16,"3"-1"17"-16,1 4 20 0,-1-2 27 15,3 3 25-15,-6-2 20 0,6-1 17 0,-2 0 21 16,-1 2 16-16,1-3 25 0,-2 1 3 15,6 2 3-15,-3 0 0 0,3-1-4 0,-3 2-2 16,6 4-14-16,-4-7-17 16,4 7-18-16,0 0-6 0,0 0 16 0,0 0 19 15,8 22 1-15,6 7 10 0,10 12 3 16,6 6 15-16,6 6-7 0,20 15-14 0,1 4-4 16,0-4-13-16,8 4-8 0,3-1-12 15,5 1-7-15,-1 0 21 0,-2-4-3 16,-2-5-7-16,-7-5-4 0,-7-5 1 0,-9-11-5 15,-9-9-10-15,-4-2 0 0,-11-8-16 16,1-1-6-16,-6-7-14 0,-3-3-3 0,-3-1 5 16,-1-4-10-16,-3 1 19 15,1-3 11-15,-2 0-5 0,1 1-3 0,-3-2-9 16,-3-4-9-16,8 1-6 0,-8-1-16 16,0 0-28-16,0 0-47 0,14-7-71 0,-14 7-71 15,5-7-73-15,-5 7-96 0,6-7-104 16,-6 7-116-16,0-7-168 0,0 7-57 0,0 0 87 15,-10-10-588-15,10 10-752 0</inkml:trace>
  <inkml:trace contextRef="#ctx0" brushRef="#br0" timeOffset="106947.23">17940 14909 3262 0,'-18'-4'-141'0,"18"4"40"0,-11-4 31 0,11 4 37 16,-7-2 37-16,7 2 36 0,-11-6 30 15,11 6 30-15,-9-6 15 0,9 6-1 0,-2-11-6 16,2 11-7-16,2-14-5 0,6 6-11 16,4-3-11-16,-1 1-3 0,4 0-13 15,6 2-2-15,-2 1-4 0,-1 1-15 16,-2 4 2-16,2 2-5 0,-1 6-8 16,-2 3 1-16,2 2 2 0,-7 6 0 0,1 10 4 15,-5-2 10-15,-6 2 11 0,-6 8 13 16,-3 1 10-16,-1-4 9 0,-5 2 6 0,-1-1 3 15,3-1 2-15,-1-3 1 0,5-7-6 16,4-4-6-16,-1-2-3 0,4-4-10 0,0 1-4 16,1-4-1-16,2 3-3 0,1-4-3 15,4 1-6-15,1-4-6 0,2 1-3 16,2-5-5-16,0 1-2 0,-11-2-2 16,21-3-4-16,-10-3-3 0,-4 1-3 15,2-4-2-15,-6 0-2 0,-3-5-3 0,-1-3-1 16,-7-5 4-16,-6-7 10 0,-2 2 8 15,-6-2 6-15,-6-4 3 0,3 4 1 0,-6-2 5 16,6 6 2-16,0-1 7 0,5 1-8 16,1 0 0-16,0 2-7 0,5 4 0 0,5 0-13 15,4 5-1-15,-2-1 0 0,3-1-11 16,4 4-6-16,0-2-17 0,4 3-29 0,5-3-28 16,2 0-43-16,4 4-44 0,4 1-62 15,0 2-82-15,1 5-73 0,7 4-70 16,-2 2-79-16,13 4-119 0,-1 3-53 15,1-1 67-15,0 2-366 0,2 1-455 16</inkml:trace>
  <inkml:trace contextRef="#ctx0" brushRef="#br0" timeOffset="107345.88">18635 14758 2553 0,'-1'-6'-28'0,"-5"0"26"0,-1 2 20 16,0-1 34-16,0 2 32 0,7 3 25 15,-22-4 22-15,11 4 16 0,11 0 4 0,-32 7 3 16,14-3-5-16,2 5 0 0,-4-2-13 16,3 1-11-16,2-2-13 0,2 3-7 15,3-1-11-15,3-1-5 0,-1 2-12 16,5-1 1-16,1 1-5 0,-1-1-5 0,6 2-5 16,-1 0-4-16,1-1-3 0,6 3-6 15,1-2-7-15,0 1-4 0,1-1-5 16,0 1 2-16,1-2-8 0,1-2 3 0,-1 1-4 15,-3 1-5-15,0-2-3 0,2-2 8 16,-6 0 9-16,1 0 7 0,-6-5 10 0,5 7 9 16,1-2 15-16,-6-5 14 15,2 7 6-15,-2-7 0 0,0 0 0 0,-4 12-2 16,4-12-7-16,-7 9-11 0,1-5-6 0,6-4-9 16,-16 6-7-16,7-1-13 0,0-2-33 0,1-1-43 15,-4 1-60-15,1 3-77 16,-1-2-85-16,1 0-97 0,-3 0-113 0,5-1-137 15,-2 0-95-15,-1 0 74 0,5-2-400 16,7-1-499-16</inkml:trace>
  <inkml:trace contextRef="#ctx0" brushRef="#br0" timeOffset="111761.76">18257 14572 2651 0,'5'-4'-42'0,"-5"4"19"0,4-7 7 15,-4 7 10-15,2-6 15 0,-2 6 22 0,0 0 22 16,3-8 19-16,-3 8 5 0,2-6 4 16,-2 6-6-16,0 0 1 0,0 0-7 0,2-4-4 15,-2 4-2-15,0 0 2 0,0 0-8 16,0 0 8-16,0 0-8 0,0 0 5 0,0 0 6 16,0 0 0-16,0 0-4 0,-32 10 3 15,19-3 0-15,-7 1 2 0,3 2 5 16,-12 5 5-16,2 2-4 0,2-5 1 15,-2 6 2-15,-2 3 7 0,0 0 5 16,1 1 3-16,-6 7-3 0,1-2 3 0,1 6-2 16,1 0-3-16,5 5-5 0,1-1 3 15,2 4 0-15,2 0 0 0,4 1 0 0,-1 0-2 16,7-8-5-16,6 3-4 0,1-3-3 16,4-3-2-16,0-5-4 0,4-1-4 0,1 6 0 15,2 1-5-15,6-3-4 0,-1-4-2 16,2-7-1-16,-1-3 0 0,5-1-5 0,-5-6 0 15,1-3-1-15,4-1-4 0,1-4-3 16,2 0-2-16,-2-5 1 0,2-4-1 16,0 0-3-16,-6-2-4 0,9-11 2 15,-6 3-1-15,0-5-5 0,-7 5-3 16,-6-4 2-16,4 2-4 0,-8-5 2 0,-1 3-6 16,-3-2-3-16,-4 2-1 0,4 2-1 15,-7 1 1-15,3 6-11 0,-3 1-1 0,-1 2-2 16,-2 3-10-16,-5 4-12 0,2 2-20 15,-2 2-23-15,0 3-37 0,-2 0-35 0,4 3-42 16,-5 2-52-16,6-1-59 0,1 1-52 16,3 2-54-16,0-3-75 0,1-1-96 15,6 0-87-15,-1-3 60 0,1 2-310 0,4-5-388 16</inkml:trace>
  <inkml:trace contextRef="#ctx0" brushRef="#br0" timeOffset="112429.16">18662 14643 2318 0,'9'-3'-71'0,"-5"-1"32"15,-4 4 32-15,10-6 40 0,-10 6 35 16,0 0 34-16,9-4 27 0,-9 4 29 0,0 0 17 15,0 0 17-15,4-6 11 0,-4 6 4 16,0 0 0-16,0 0-3 0,0 0-10 16,0 0-21-16,0 0-19 0,0 0-12 15,-27-6-15-15,27 6-12 0,-26 2-12 0,7 0-8 16,0 2-11-16,-4 2-9 0,-1-1-7 16,1 2-6-16,-1 0-8 0,-6 3-4 0,1 2-6 15,6-2-5-15,5 2-5 0,-5 4 0 16,3-3-6-16,7-1-4 0,3 2 2 0,5-1-1 15,1 1-1-15,2 3 1 0,4-1 1 16,3 1-1-16,7 1 0 0,5 5-4 16,2-3-1-16,5 1-4 0,0 0 1 0,0 0-2 15,1-5-3-15,-3 0-1 0,-8-7 1 16,0 3 0-16,-1-4 0 0,-2 1 7 0,1-1 9 16,-2-3 16-16,-5 2 21 15,3-2 13-15,-4 1 17 0,-4-6 25 0,6 10 0 16,-6-10-2-16,-4 12-3 0,4-12-1 15,-9 10-8-15,0-3-3 0,-2-2-11 0,-1 0-9 16,-1 2-10-16,1-2-9 0,-6 2 1 16,0-1-16-16,2-2-7 0,-4-1-19 0,0 5-43 15,2-4-44-15,-1 0-54 0,2 2-59 16,4-3-72-16,-2 1-91 0,1 2-104 16,3-2-130-16,2-2-220 0,-2-2 54 0,11 0 92 15,0 0-491-15,0 0-608 0</inkml:trace>
  <inkml:trace contextRef="#ctx0" brushRef="#br0" timeOffset="112877.89">17988 14046 2945 0,'-35'5'-157'0,"-1"6"16"0,-8 6 39 0,0 9 48 16,-1 6 41-16,-2 8 39 0,-5 18 31 0,-2 14 33 15,6 7 27-15,5 6 20 16,0 8 26-16,13 7 11 0,8 2 12 0,9 2-4 16,8-3-4-16,12-3-10 0,16-5-2 15,13-3-10-15,14-12-4 0,11-8-10 0,15-9-14 16,14-11-9-16,9-6-12 0,8-9-14 15,2-10-7-15,5-8-5 0,2-8-10 0,-23-9-5 16,22-5-4-16,-4-8-8 0,-7-7-4 16,-4-9-6-16,-12-7-3 0,-4-2-2 15,-11-7-7-15,-10-2 1 0,-19 4-5 0,-7-5-2 16,-4-10-2-16,-8-4 7 0,-9-6-7 16,-7-7 0-16,-9-5-3 0,-9-24-2 0,-15-7-4 15,-6 2-2-15,-12 2-2 16,-11 3-7-16,-8 7-4 0,-6 10-2 0,-6 15-1 15,-4 16-11-15,-7 13-11 0,-8 18-21 16,12 17-36-16,-10 14-39 0,-23 11-46 0,2 12-68 16,3 9-62-16,11 8-81 0,6 2-95 15,7 1-178-15,12 5 46 0,9-8-354 0,18-10-437 16</inkml:trace>
  <inkml:trace contextRef="#ctx0" brushRef="#br0" timeOffset="115494.82">15790 14600 2350 0,'-11'0'-179'0,"11"0"28"0,0 0 31 0,-12-1 37 15,12 1 20-15,0 0 23 0,-13-2 24 16,13 2 7-16,-9-2 12 0,9 2 13 15,0 0 11-15,-14-2 10 0,14 2 4 16,-8-4 4-16,8 4 2 0,0 0 5 0,-13-2 2 16,13 2 2-16,0 0 0 0,0 0 0 15,-10 0-2-15,10 0-1 0,0 0 4 0,0 0 6 16,0 0 6-16,0 0 8 0,0 0 7 16,-5-5 3-16,5 5-8 0,0 0 1 15,0 0-9-15,0 0-8 0,0 0 1 0,15-16-4 16,-9 11-10-16,3-1-6 15,-1 3-4-15,-3-2-4 0,3 1-5 0,2 2-6 16,-5-2 5-16,3 0-6 0,-2 0-7 16,-6 4 0-16,13-3 0 0,-6 0 1 0,-7 3-3 15,12-2-4-15,-12 2 1 0,12-4-2 16,-12 4-3-16,11-1 2 0,-11 1-3 16,12 0-6-16,-12 0 4 0,11 3-3 0,-11-3 0 15,10 6 2-15,-5-2-3 0,-1 0 4 16,2 2-3-16,-5 0-1 0,3 3 3 0,0-1-5 15,1 2 7-15,-4 1-3 16,-1-1-1-16,0 2-4 0,0-1 9 0,0-1-5 16,0 0 3-16,0 2 0 0,-1-2-4 15,-2 1 6-15,-1-3-7 0,2 1 1 0,0-1-1 16,0-1 7-16,1 3-1 0,-1-4-4 16,-2 0-1-16,0 1 0 0,4-7 0 15,-3 12 1-15,-2-6 4 0,3-2 1 0,2-4-4 16,-3 9-1-16,3-9 0 0,-2 7 7 15,2-7-4-15,-4 5-2 0,4-5 2 0,0 0-3 16,-4 7-1-16,4-7-1 0,0 0 1 16,-2 6-3-16,2-6 2 0,0 0 0 15,0 0 0-15,0 0-3 0,0 0-8 0,4 8 16 16,-4-8-2-16,0 0 0 0,8 6 2 16,-8-6-1-16,10 6-3 0,-10-6 3 15,11 9-1-15,-6-4 2 0,6 1-7 16,-4 1-1-16,2 1 7 0,0 4-3 0,3-3 3 15,-1 5-3-15,3 0 4 0,-3 1-3 16,-1-2-1-16,-5-1-1 0,5 1 8 0,-4 1 1 16,-1 0 4-16,-1-2 4 0,0-2 6 15,-2 2 23-15,1-2 3 0,-6 0 0 16,1 1 16-16,-2-1 7 0,-1-2-6 0,-5 3 7 16,-2-1-3-16,-1-2-2 0,-2 0-8 15,2-4-2-15,-5 3-10 0,3-3-4 0,4-1-4 16,-3 0-4-16,3 1-2 15,-1-2-6-15,1 0-11 0,11-2-28 0,-17 2-31 16,9-2-48-16,8 0-59 0,-13 3-68 16,13-3-99-16,0 0-136 0,-13-3-146 15,13 3 59-15,-10-6-207 0,10 6-238 0</inkml:trace>
  <inkml:trace contextRef="#ctx0" brushRef="#br0" timeOffset="118280.06">17979 14664 1855 0,'0'0'-72'0,"6"-6"30"0,-6 6 27 15,0 0 28-15,6-5 32 0,-6 5 16 16,6-3 20-16,-6 3 13 0,0 0 14 15,6-5 0-15,-6 5 6 0,0 0-4 16,0 0 3-16,0 0-4 0,0 0-5 0,5-7-5 16,-5 7-7-16,0 0-11 0,0 0-4 15,0 0-7-15,0 0-10 0,0 0-7 16,0 0 3-16,0 0 4 0,0 0 1 0,0 0-2 16,0 0 6-16,-25 17-9 0,18-10 10 15,-4 2-11-15,-1-1 6 0,1 0-3 0,-2 1-7 16,-3 3 3-16,5-3-4 0,-5 3-3 15,1-2-7-15,1 2-6 0,3-2 5 0,-3-1-2 16,2 1-9-16,1 0 1 0,-2 0-6 16,2-1 0-16,0 2-2 0,1-2-3 15,1 3 2-15,0 0-7 0,-2-3 2 0,4 4 0 16,0-1 2-16,-3 0 5 16,0 1-1-16,3-1 3 0,1 2 0 0,-4-2 3 15,5 0-2-15,-1 0-3 0,1 2 3 16,-1-4-8-16,1 3 2 0,2-2-4 0,-3-1 5 15,3 4-6-15,-1 1 2 0,0-1-2 16,0 2-1-16,3-1 5 0,-1 1 2 0,-3-1-2 16,5-1 4-16,-4-1-2 0,3 1 1 15,-1 0-1-15,0-1-2 0,0 0 7 16,0-1-2-16,2 3 0 0,0-3 4 0,0 0 3 16,2-2 0-16,-2 2 1 0,4 0 1 15,-2 0 2-15,-1 0 3 0,-1 1 0 0,2-2-2 16,2 3-2-16,1-2-2 15,-4 0-4-15,3-1 2 0,0-2-1 0,1 2-3 16,-3 1 0-16,4-6 11 0,-3 3 10 16,6-1 5-16,-6 0 5 0,5-1 6 0,-3-1 4 15,6 0 2-15,-4-1 6 0,2-2-2 16,0 1-2-16,3-1-4 0,-2-1-4 16,2-1-4-16,-12-1 2 0,18 0-8 0,-8 0 1 15,-10 0 4-15,21-1 0 0,-9-3 4 16,-5 1-2-16,4-1-4 0,1-1-7 0,-3-3-3 15,4-1-1-15,-1-2-2 0,1-3-6 16,1-1 1-16,-3-2-6 0,4-5-6 16,1-3-2-16,-7 3 4 0,-1 2 12 15,0 1 8-15,-5 1 10 0,-1 0 6 0,-2 1 2 16,0 3-3-16,-2-2-4 0,-1-1-5 16,-3 4-9-16,-2 0-5 0,0-1-3 0,-1 2-9 15,-1 1-5-15,-1 2-5 0,0 2 0 16,-5 1 0-16,3 2-5 0,-1 0 0 15,1 2-5-15,2 0 2 0,-4 2-12 0,15 0-2 16,-27 4-16-16,12-3-15 0,5 2-12 16,-1 3-21-16,0-2-29 0,0 0-29 0,0 5-43 15,4-3-43-15,1 4-69 0,-2-3-79 16,4 5-91-16,3-4-123 0,1-2-212 16,1 2 55-16,1-1 83 0,4-5-439 15,-1 4-560-15</inkml:trace>
  <inkml:trace contextRef="#ctx0" brushRef="#br0" timeOffset="119111">18696 14686 2699 0,'8'-4'-140'0,"-5"-2"37"16,6 1 40-16,-6-1 34 0,1 3 31 16,2-2 24-16,-6 5 21 0,9-9 17 15,-5 4 12-15,-4 5 9 0,6-7 4 0,-2 4 6 16,-4 3 0-16,0 0 4 0,5-7 6 16,-5 7 13-16,0 0 3 0,0 0 4 0,0 0-4 15,0 0-8-15,-15-8 0 0,15 8-5 16,-26 4 4-16,6-2-2 0,-1 2-4 0,4-2-16 15,-4 1-1-15,0 0-14 0,1-1-3 16,-2 2-7-16,3-3-8 0,1 1-2 16,-2 0-7-16,4-1 4 0,3 1-1 0,2-2 0 15,-3 1-3-15,5-1-1 0,9 0-3 16,-17 0 1-16,17 0-3 0,-15 2-6 16,15-2-4-16,-14 2-6 0,14-2-6 15,-7 2-3-15,7-2-2 0,-11 2-2 0,3 4-1 16,2 1-2-16,-2 3-3 0,3-1 0 15,-3 3 0-15,5 2-2 0,-6 5-1 0,8-5 3 16,-1 2-3-16,2-2 0 0,0 0 0 16,3 0 1-16,1-1 3 0,4 1 1 0,3 0 6 15,2-1 2-15,3 0-2 0,5-4 2 16,6 6-5-16,-5-5-1 0,1-1-3 16,6 1 2-16,-4-4-3 0,-5 5-3 0,-4-6 1 15,0 3 2-15,-3-1 1 16,-6-1 8-16,3 0 21 0,-2 3 31 0,-5-1 32 15,1 3 20-15,-6-1 20 0,0 0-2 16,-5-1 15-16,-3 3 14 0,-3-4-1 0,-5 4-2 16,2-1-10-16,-6-2-5 0,-1-3-15 15,3 2-7-15,-5-4-12 0,4 1-7 0,1-2 0 16,0 0 0-16,3-2-8 0,2-1-12 16,-1 2-6-16,1-2-46 0,3 0-36 0,1 2 0 15,11-2 0-15,-17 0 0 0,17 0 0 16,-17 0 0-16,17 0 0 0,-12 0 0 0,12 0-233 15,-9 2-96-15,9-2-72 0,-9 4-79 16,5 2-103-16,0-1-160 0,-1-1-72 16,2 4 91-16,-1-2-597 0,2 1-777 15</inkml:trace>
  <inkml:trace contextRef="#ctx0" brushRef="#br0" timeOffset="122093.85">17410 13683 3243 0,'-8'-4'-236'0,"1"0"47"16,-3 0 32-16,0-1 35 0,3-1 37 16,-2 1 24-16,-1 2 34 0,-2-1 22 15,5-1 22-15,0 0 18 0,-4 2 12 0,11 3 11 16,-11-6 7-16,6 3 6 0,5 3-2 16,-9-5 5-16,9 5 3 0,-7-5 1 0,7 5 1 15,0 0-3-15,-2-7-8 0,2 7-5 16,18-9-4-16,-2 3-6 0,11-6-7 0,7 1-3 15,7-2-4-15,8-3-3 0,3 3 1 16,-1 1-10-16,-9 3 0 0,-2 1-1 16,-5 1-2-16,-9 2-5 0,-7 1 0 15,-1 0-10-15,-5 3-4 0,-4-2 3 0,-9 3-2 16,4 0-5-16,-4 0-4 0,0 0 1 16,0 0-1-16,-35 3 6 0,19 0-1 15,-6 1 1-15,-4-2 3 0,-3 1-2 0,0 0-6 16,-7 1 5-16,6-1-6 0,3 1-1 15,2 0 9-15,3 2-6 0,3-4 0 0,-1 1-4 16,7 0-2-16,0-1 7 0,1 0 0 16,3 0 1-16,9-2-6 0,-16 3 5 0,16-3 0 15,-5 2 2-15,5-2 7 16,0 0-6-16,0 0 3 0,0 0-9 0,42-5 4 16,-20-1 4-16,11-4 4 0,4 2-8 15,1-3 6-15,0-1 0 0,-1 4 0 0,-1-2-1 16,1 1-4-16,-10 1-2 0,-7 2 0 15,-2 2 6-15,-3 0-6 0,-3 1 2 16,-3 1-4-16,-2 0 1 0,-7 2 1 0,0 0 4 16,0 0-7-16,0 0 4 0,0 0-2 15,0 0 3-15,-45 4-1 0,20-1 1 0,-11 5-2 16,-3 1 3-16,0 0-2 0,-3 4-2 16,1-3 2-16,5 1-2 0,4-1-3 0,7-5 6 15,9 2-1-15,0-4-1 16,7 1-4-16,-1-1 0 0,7 1 9 0,3-4-3 15,0 0 1-15,0 0-3 0,20 5 0 16,-1-2 6-16,6-1-6 0,4-1-5 0,13 1 11 16,-1 0-9-16,2 0-2 0,-4-1-4 15,-6 3 1-15,-7-3-1 0,-6-1-1 16,-2 2-5-16,-4 0 10 0,-1 0-3 0,-3-2 2 16,-10 0 1-16,10 3 1 0,-10-3 3 15,0 0-3-15,0 0 1 0,0 0 2 0,-22 7-2 16,13-6 0-16,-3 3-39 0,1-2-50 15,0 1-65-15,-3 1-90 0,1 1-108 16,-3-2-181-16,3 3 40 0,1-2-106 16,0 3-102-16</inkml:trace>
  <inkml:trace contextRef="#ctx0" brushRef="#br0" timeOffset="125160.22">15344 15629 1516 0,'0'0'-55'0,"0"0"10"0,0 0 6 15,0 0 1-15,0 0 12 0,0 0 20 16,0 0 14-16,-46 13 22 0,21 1 13 0,0 3 28 16,-7 3 13-16,-8 7 11 0,-6 4 10 15,-5 2 7-15,-4 4 4 0,-15 12 4 16,-3 6 5-16,-3-3-6 0,3 3-4 0,5-4-8 16,-1 2-2-16,5-7-2 0,17-9-3 15,6-2-11-15,3-3-5 0,3-3-10 0,9-5-4 16,5-4-5-16,1-1-7 0,6-5-7 15,2-2-3-15,2-2-5 0,3-3-5 16,1-2-6-16,0 2-2 0,0-2 2 16,3-1-4-16,-3 1-5 0,6-5-14 0,-7 6-8 15,2-4-29-15,5-2-27 0,-4 6-34 16,4-6-42-16,0 0-59 0,0 0-86 16,0 0-87-16,0 0-164 0,0 0-147 0,4-21-169 15</inkml:trace>
  <inkml:trace contextRef="#ctx0" brushRef="#br0" timeOffset="125576.7">15262 15724 1860 0,'2'-8'17'16,"-2"1"15"-16,0 7 2 0,0-9 0 0,0 9 0 16,0-5 7-16,0 5 3 0,0 0-3 15,0 0 6-15,0 0 37 0,0 0 18 0,0 0 10 16,38 23 3-16,-13 0 2 0,7 11 1 16,4 3 7-16,4 6-6 0,4 2 6 0,16 9-13 15,1 4 0-15,1-4-22 0,7 1-3 16,-1-2 29-16,5-2-4 0,-5 1-3 15,3-2 1-15,-4-5-2 0,-14-11-6 16,-1-2-11-16,-4-3 1 0,-5-5-2 16,-13-4-6-16,-3-6-10 0,-5-2 1 0,-10-3 1 15,2-1 14-15,-1-2 2 0,-4 0-1 16,0 0-7-16,-4-2-9 0,3-1-4 0,-8-3-8 16,7 4-5-16,-7-4-14 0,6 6-44 15,-6-6-50-15,0 0-65 0,0 0-71 0,0 0-88 16,0 0-85-16,0 0-129 0,0 0-186 15,-19 4 64-15,19-4-327 0,-16 2-415 16</inkml:trace>
  <inkml:trace contextRef="#ctx0" brushRef="#br0" timeOffset="127758.42">13575 16541 2386 0,'0'0'-88'0,"0"0"30"0,12-4 17 16,-12 4 16-16,0 0 23 0,0 0 22 0,6-4 8 16,-6 4 3-16,0 0 9 0,0 0-4 15,0 0-3-15,0 0-3 0,0 0-2 0,-14-14-2 16,14 14 0-16,-15-4-3 15,6 2 2-15,9 2-1 0,-25 0-4 0,8 4 3 16,-2-1 1-16,0 8 1 0,-12-1-1 16,4 3-2-16,2 5 1 0,1-3 1 15,-2 3 2-15,6-3-4 0,6-1-1 0,3 1-1 16,2 1-2-16,5-3 3 0,3 1-2 16,1 1 5-16,1 1 4 0,5 1-6 0,1 4-5 15,6 6 4-15,1-1-3 0,4-3-2 16,-4 2-4-16,-1-4 4 0,1 3-7 15,-3-4 4-15,1-3-3 0,-6 0 0 16,-1-3 15-16,1-1 31 0,-2 3 33 0,-4-4 26 16,0 2 13-16,-8 0 7 0,5-1 3 15,-5 3 2-15,-2-2-4 0,-1-3-8 16,-2 3-8-16,-3-3-13 0,5-1-6 0,-4-2-12 16,-2 0-7-16,3-3-7 0,-1 1-8 15,0 0-7-15,-2-3-6 0,3-2-4 16,1-1-18-16,13 0-19 0,-25-1-21 0,25 1-22 15,-21-3-26-15,14 3-31 0,7 0-33 16,-13 0-27-16,13 0-26 0,-14 0-32 0,14 0-32 16,0 0-45-16,-13 0-58 0,13 0-130 15,0 0-97-15,0 0 51 0,0-10-94 16,0 10-108-16</inkml:trace>
  <inkml:trace contextRef="#ctx0" brushRef="#br0" timeOffset="128192.39">13783 16636 1691 0,'2'-9'7'0,"0"2"12"0,-2 7 5 15,4-7 5-15,-4 7 1 0,0 0 8 16,0 0 12-16,0 0 13 15,0 0 9-15,0 0 5 0,-36 24 6 0,23-8 6 16,-7 6 4-16,3 4-3 0,-4 3 0 16,2 0 4-16,2 2-8 0,0-5-5 0,2 5-1 15,1-6 0-15,3-2-8 0,6-5-4 16,-2-1-8-16,3-1-4 0,4-3 1 16,-1 1-4-16,2-1 4 0,1-2-12 0,2-1-12 15,2 2-1-15,0-3 6 0,1-1-8 16,3-2-9-16,-2 0 6 0,1-1-12 0,0 1 5 15,-1-4 4-15,-8-2-3 16,16 4-7-16,-16-4 1 0,0 0 3 0,14-8-3 16,-7 3-4-16,-4-2-1 0,-3 7-3 15,4-12 1-15,-2 7-5 0,-2 5 0 16,4-12-11-16,-4 12-13 0,2-10-17 0,-2 10-25 16,0 0-28-16,-6-9-35 0,6 9-39 15,0 0-48-15,0 0-73 0,-18 5-112 0,18-5-120 16,-14 7-119-16,6-3-134 0</inkml:trace>
  <inkml:trace contextRef="#ctx0" brushRef="#br0" timeOffset="128643.68">13459 16176 1658 0,'-20'-7'-84'0,"-2"5"15"16,1 4 23-16,-1 6 25 0,-8 9 39 16,-9 9 31-16,3 8 28 0,2 13 24 15,-8 24 18-15,1 2 19 0,5 7 12 0,2 10 0 16,5 1 5-16,4-1-9 0,7 1 5 16,12-20-8-16,7-1 0 0,10-2-6 15,7 0-16-15,17 10-4 0,12-11-10 16,9-7 11-16,7-9-15 0,7-9-22 0,6-5-7 15,7-9-7-15,-13-9-4 0,4-7-9 16,4-5-3-16,5-11-13 0,-10-4-14 16,4-8-3-16,16-13 0 0,-8-5-25 0,-10-5-6 15,-19 2 5-15,-7-3-4 0,-7-7 1 16,-8-5 2-16,-5-6-5 0,-11-6 9 0,-6-8-2 16,-8-6 0-16,-11-23 2 0,-13-6-1 15,-6-7-9-15,-10 3 19 0,-6 1 8 16,-6 9-7-16,-6 10-6 0,-7 10-4 0,-1 16-6 15,-7 13 5-15,6 22-6 16,-1 10-13-16,-7 14 23 0,-3 11-12 0,-20 17 3 16,7 14-41-16,4 12-36 0,9 12-39 15,3 8-54-15,13 3-75 0,6 1-79 0,13 0-176 16,10-16-30-16,8 0-142 0,10-5-174 16</inkml:trace>
  <inkml:trace contextRef="#ctx0" brushRef="#br0" timeOffset="138872.65">16394 16806 1550 0,'-7'6'196'0,"-1"-1"-83"16,2 1-23-16,2-4-9 0,4-2 4 16,-5 8 10-16,5-8-1 0,0 0-3 0,-8 7 3 15,8-7 7-15,0 0 1 0,0 0 3 16,0 0 1-16,0 0-9 0,0 0-2 0,33-3-8 15,-33 3-17-15,32-4-2 0,-16 0-12 16,6 2-5-16,-5 0-2 0,-2 2-10 16,1 4 1-16,-1 0-3 0,0 6 24 15,-4 5 26-15,5 11 13 0,-5 2 38 16,-2 3 5-16,-2 3-7 0,-3 2 19 0,-1-1-7 16,1 0-15-16,-2 2-2 0,-2-8-12 0,2 8-11 15,1-1-11-15,3-2-12 0,0 0-7 16,-4-8-11-16,4 0-18 0,-3-3-25 15,1 1-48-15,4-5-63 0,-7-2-58 16,6-2-59-16,-2-1-50 0,-1-2-25 0,2-6-59 16,-5-2-80-16,-1-4-142 0,0 0-33 15,0 0-274-15,4-21-351 0</inkml:trace>
  <inkml:trace contextRef="#ctx0" brushRef="#br0" timeOffset="139040.67">16583 17261 2442 0,'-12'-6'40'0,"3"-1"36"16,5 1 40-16,4 6 42 0,-10-5 15 15,10 5 38-15,-1-7 17 0,1 7-3 16,0 0-22-16,3-13-21 0,5 4-18 16,4 0-16-16,2-2-17 0,11-5-13 15,6 0-33-15,-1 3-44 0,4-1-58 0,2-3-87 16,3 5-68-16,-3-1-78 0,2-1-103 16,-2 2-120-16,-3-1-133 0,-5 1 58 0,-3-5-207 15,-4 5-244-15</inkml:trace>
  <inkml:trace contextRef="#ctx0" brushRef="#br0" timeOffset="139424.42">16064 16583 2054 0,'-36'30'22'16,"-2"6"28"-16,1 9 29 0,-10 18 38 0,4 11 47 15,0 7 41-15,4 6 15 0,6 2 20 16,7 2 8-16,8-4 6 0,12-17 8 16,6 0-8-16,10-6-10 0,9-2-1 0,12-7-14 15,22 6-4-15,14-14-7 16,9-9-14-16,11-14-24 0,-5-11-15 0,12-11-17 16,24-10-17-16,8-11-15 0,8-6-10 15,-7-10-10-15,-3-10-12 0,-10-5-21 0,-9-8-39 16,-14-2-30-16,-16-1-18 0,-14-6-12 15,-14-2-5-15,-20 11 2 0,-18-5 4 16,-7-6-16-16,-15-3-24 0,-16-17-24 0,-16 0-25 16,-14 2-33-16,-10 2-12 0,-7 8-14 15,-2 14-7-15,-6 11-7 0,-2 17-12 0,-3 8-25 16,16 20-25-16,-3 9-38 0,-1 13-34 16,-16 14-39-16,3 9-22 0,9 9-105 15,3 3-52-15,7 3-159 0,5 3-201 0</inkml:trace>
  <inkml:trace contextRef="#ctx0" brushRef="#br0" timeOffset="139905.85">15794 17062 1917 0,'-23'5'61'0,"23"-5"27"16,0 0 18-16,0 0 21 0,0 0 25 15,-19 2 41-15,19-2 24 0,0 0 4 16,0 0-19-16,0 0-18 0,-6-7-15 0,6 7-13 15,0 0-6-15,0 0-12 0,29-10-16 16,-18 8-11-16,5 2-11 0,1 3-13 0,0 1-8 16,2 1-8-16,-2 2-3 0,3 3-3 15,-6 1-5-15,-1 1 23 0,1 4 13 16,-7-3 26-16,-1 3 16 0,-2 1 14 0,-4 2 23 16,-2-3 5-16,0 2-4 15,-2-1 4-15,1 0-21 0,1-2-8 0,-2-3-11 16,2 0-14-16,2-3-11 0,0-1-13 15,0 0-7-15,0-8-11 0,2 9-9 16,-2-9-4-16,9 7-8 0,2-7-30 0,-11 0-49 16,23 2-65-16,-7 1-65 0,3-3-67 15,0 0-80-15,6 4-69 0,4 1-60 0,-3-2-76 16,11-1-97-16,-7 0-146 0,-1 0 69 16,-3-2-458-16,-3 0-597 0</inkml:trace>
  <inkml:trace contextRef="#ctx0" brushRef="#br0" timeOffset="150288.59">4728 12959 387 0,'0'0'250'0,"0"0"-36"16,3-6-22-16,-3 6-12 0,0 0 8 0,0-7 13 16,0 7 0-16,0 0-7 0,0-12 22 15,0 12 13-15,0 0 10 0,-3-9 7 0,3 9 4 16,0 0 0-16,-4-8 0 0,4 8-3 15,0 0-10-15,-5-8-12 0,5 8-17 0,0 0-20 16,0 0-3-16,0 0 15 0,0 0 2 16,-5 21-16-16,3-2 17 0,-2 5 6 15,2 15 14-15,-3 3-7 0,3 2-9 16,-2 13 2-16,1-1-14 0,-2 1-17 16,1 0-15-16,-1-3-17 0,1-11-14 0,2-1-10 15,0-5-14-15,-1-4-11 0,1-2-8 16,2-9-12-16,-2-5-25 0,4-2-52 0,-4-1 0 15,2-1 0-15,0-4 0 0,0 0 0 16,0-2 0-16,0-7 0 0,0 10 0 0,0-10 0 16,0 0 0-16,0 0 0 15,0 0-142-15,0 0-153 0,0 0-72 0,-12-23-83 16,10 13-68-16,-1-5-86 0,-1 1-134 16,0-3-21-16,0 2 76 0,-2-7-553 15,4 4-699-15</inkml:trace>
  <inkml:trace contextRef="#ctx0" brushRef="#br0" timeOffset="150603.78">4552 12905 3267 0,'-3'-8'-65'0,"-7"4"48"0,2 2 43 15,8 2 56-15,-13-5 47 0,13 5 39 16,-12-4 23-16,12 4 15 0,-9-3-1 0,9 3-3 16,0 0-12-16,-8-5-8 0,8 5-15 15,0 0 0-15,0 0-6 0,0 0-2 16,15-12-13-16,-1 8-15 0,7-3-9 0,3 1-17 16,10-4-15-16,2 4-16 0,-2-1-29 15,0 1-40-15,-7-2-31 0,-5 4-37 0,-3 4-42 16,-3-3-36-16,-3 2-33 0,1 2-34 15,-5 2-29-15,-2-1-36 0,-1 6-49 16,0-1-70-16,-6 1-72 0,0 4-150 0,0 0 44 16,-4 5-297-16,-2 6-351 0</inkml:trace>
  <inkml:trace contextRef="#ctx0" brushRef="#br0" timeOffset="150937.25">4470 13635 2458 0,'-13'11'67'0,"-1"-2"42"0,1-2 47 0,2 2 57 0,3-5 49 16,0 0 36-16,1 4 15 15,0-6 4-15,7-2-13 0,-9 6-10 0,9-6-13 16,-5 4-17-16,5-4-11 0,0 0-1 15,0 0-28-15,0 0-20 0,34 2-13 0,-15-4-23 16,8 0-18-16,2 0-17 0,1 0-14 16,8-2-16-16,-5 4-31 0,-7 0-33 15,1-2-26-15,-7 2-30 0,2 0-17 0,-5 0-19 16,-2 0-19-16,-3 0-22 0,-1 0-16 16,-11 0-29-16,21 0-35 0,-13-3-76 15,-8 3-95-15,15-3-102 0,-9-1-117 16,-6 4-165-16,7-5 47 0,-7 5-524 0,6-4-671 15</inkml:trace>
  <inkml:trace contextRef="#ctx0" brushRef="#br0" timeOffset="151254.15">5002 12934 3544 0,'-10'-16'115'16,"1"3"39"-16,3 4 51 0,1 1 46 16,-1 2 32-16,1 0 9 0,5 6-24 0,-7-6-23 15,7 6 12-15,0 0 15 0,-7 19-10 0,3 0-8 16,4 7-19-16,-2 15-11 16,2 3-13-16,2 12-13 0,0 4-23 0,3 2-14 15,3 2-20-15,-5-2-13 0,2-2-14 16,1-4-11-16,-3-11-26 0,1-4-55 0,-2-1-22 15,0-9-18-15,1-8-86 0,-3-4-63 16,2 1-47-16,-2-7-46 0,0 0-46 0,2-2-74 16,-2-5-92-16,-2-1-99 0,2-5-93 15,0 0-83-15,0 0 64 0,0 0-543 16,0 0-689-16</inkml:trace>
  <inkml:trace contextRef="#ctx0" brushRef="#br0" timeOffset="151420.45">4914 13522 3250 0,'0'0'-6'0,"0"0"59"0,-7-7 66 16,7 7 50-16,-7-6 38 0,7 6 18 16,0 0-10-16,0-8-10 0,0 8-22 15,11-10-17-15,-4 3-19 0,4-1-12 0,7-3-44 16,-1 1-55-16,9-4-79 0,-5 3-93 16,6-3-111-16,-6 2-129 0,-2-1-145 15,0 3-106-15,-2 1 59 0,-3 2-343 16,1 0-391-16</inkml:trace>
  <inkml:trace contextRef="#ctx0" brushRef="#br0" timeOffset="152289.71">5657 13271 2812 0,'0'0'148'16,"0"0"5"-16,0 0 14 0,-11-5 9 0,11 5 24 16,0 0 24-16,-4 14 10 0,3-2 6 15,1 3-10-15,0 4-3 0,0 5 12 0,0 3-18 16,0 0 0-16,0 2-5 0,0 6-7 15,-2 2 14-15,0-10-2 0,0-3-8 16,0-5-15-16,-1-2-11 0,3-5-5 0,-2 0 4 16,2-2 8-16,0-1 9 0,-3-3-5 15,3-6-21-15,0 0-85 0,0 0-92 0,0 0 0 16,0 0 0-16,-9-30 0 0,7 4 0 16,0-10 0-16,0-5 0 0,4-2 0 15,0-1 0-15,1 2 0 0,-1 3 0 0,4 1 0 16,-3 9 0-16,2 7 0 0,-1 1 0 15,1 6 0-15,3 5 0 0,1-1 0 16,5 6 0-16,-1 4 0 0,2 1 0 0,2 5 0 16,6 3 0-16,6 6 0 0,-1 3 0 15,-1 2 0-15,0 1 0 0,-2 3 0 0,-5-1 0 16,0-2 0-16,-6-1 0 0,0-3 0 16,-8-3 0-16,1 0 0 0,-1-4 0 15,0-1 0-15,0 0 0 0,-2-2 0 0,-1-1 0 16,-3-5 0-16,0 0 0 0,0 0 0 15,0 0 0-15,0 0 0 0,2-21 0 0,-2 8 0 16,0-7 0-16,0-1 0 0,0 1 0 16,2-2 0-16,0 3 0 0,1 2 0 15,-1 1 0-15,1 5 0 0,-1-2 0 16,4 5 0-16,-3 3 0 0,1 3 0 0,-4 2 0 16,0 0 0-16,25 12 0 0,-16-2 0 15,3 2 0-15,-1 4 0 0,0 1 0 0,7 7 0 16,-7-6 0-16,1 0 0 0,-3-1 0 15,0 1 0-15,2-1 0 0,-6-3 0 0,2-2 0 16,-1-1 0-16,0-2 0 0,-2 0 0 16,0-3 0-16,0 1 0 0,-3-3 0 15,-1-4 0-15,6 8 0 0,-6-8 0 0,2 5-240 16,-2-5-199-16,0 0-86 16,0 0-85-16,0 0-94 0,0 0-104 0,0 0 75 0,0 0-672 15,16-13-858-15</inkml:trace>
  <inkml:trace contextRef="#ctx0" brushRef="#br0" timeOffset="152820.29">6294 13542 3583 0,'1'5'-83'0,"-1"-5"56"16,0 0 63-16,2 9 57 0,-2-9 52 0,0 0 40 16,0 0 39-16,0 0 22 0,0 0 15 15,0 0-1-15,0 0-5 0,23-10-7 0,-15 3-9 16,2-3-27-16,1-1-10 15,1-2-12-15,-3 1-5 0,2-5-20 0,1 3-15 16,0-3-14-16,-3 0-16 0,-1-5-7 16,-1 3-18-16,-1-4-7 0,0 0-7 0,-3-2-7 15,-1 1-9-15,-2 3-5 0,2-1-6 16,0 3-1-16,1 4 3 0,-3 1-2 16,0 2-5-16,0-1-5 0,-3 3-5 0,3 10-9 15,-4-4 2-15,4 4 4 0,0 0-4 16,0 0-5-16,0 0-3 0,-7 27 0 0,9-15-4 15,-2 2-4-15,1 0-16 0,1 1 0 16,8 4 0-16,-4-4 0 0,3 1 0 0,0-3 0 16,3-3 0-16,-2-1 0 15,4-2 0-15,-5-4 0 0,2-1 0 0,3-6 0 16,-3 3 0-16,5-3 0 0,-4-6 0 16,1 3-17-16,-1 0-1 0,-2-1 2 0,-1-1 6 15,1 1 0-15,-3-3 5 0,-1 3 1 16,-1 0 0-16,2 1 8 0,-3 0 1 0,-1 0 1 15,-3 7-5-15,8-9-5 0,-8 9-2 16,5-5 1-16,-5 5 4 0,0 0 1 16,0 0 0-16,12 16-3 0,-8-6 4 0,2 4-1 15,-5-3-4-15,5 3 2 0,1 0-2 16,2 0-13-16,-2-2-48 0,2-2-33 0,1 0-34 16,2-1-39-16,-7-3-54 15,4-2-64-15,1-1-97 0,2-3-104 0,-12 0-95 16,25-7-143-16,-11-1-8 0,4-2 70 15,9-5-527-15,-2-1-657 0</inkml:trace>
  <inkml:trace contextRef="#ctx0" brushRef="#br0" timeOffset="153238.76">7121 13058 3186 0,'-10'-8'-52'0,"1"-1"45"16,2 2 51-16,-2 2 48 0,0-1 40 15,2-1 30-15,-3 2 17 0,0-1 9 16,1 1 8-16,-2 2 3 0,-1 1-1 0,12 2 4 16,-23 0-10-16,23 0-5 0,-24 3-33 15,14 1-17-15,0-1-11 0,-1 3-12 16,3-1-15-16,2 0-8 0,1 3-6 0,1 3-8 16,4-3-10-16,0 2-8 0,4-1-2 15,1 5-8-15,8-2-3 0,-1-1-5 0,1 3-3 16,7 5 0-16,-1-5-7 0,-2-3 3 15,0 3 1-15,-2-2 8 0,-1 3 27 0,-1-5 27 16,-1 4 19-16,-5-1 29 16,1 1 17-16,-5 1 13 0,-3-1 8 0,0 1 1 15,-1 3-4-15,-7 2-6 0,-1-2-9 16,-1-1-144-16,1 1-21 0,-7-3 0 0,3-1 0 16,-5 1 0-16,4-3 0 0,-4-2 0 15,1-3 0-15,4-4 0 0,-2-3 0 0,-1-3 0 16,-1-2 0-16,-6-15 0 0,2-3 0 15,3-7 0-15,0-2 0 0,7 1-234 16,4-3-205-16,0 0-80 0,5-4-87 0,4 2-106 16,6-2-87-16,4 1 70 0,5-7-684 15,3 1-863-15</inkml:trace>
  <inkml:trace contextRef="#ctx0" brushRef="#br0" timeOffset="153488.42">7262 12525 3847 0,'-2'-9'5'0,"0"-1"73"15,-2 2 63-15,4 8 63 0,-5-9 39 16,5 9 24-16,-6-4 31 0,6 4 4 16,0 0 20-16,0 0 6 0,-23 21-5 0,18 0-11 15,-5 12-19-15,4 8-21 0,0 11-24 16,1 4-26-16,5 4-23 0,2 5-18 0,3 2-75 16,5 0-106-16,0-2 0 0,5-2 0 15,-2 0 0-15,0-7 0 0,-2-3 0 16,1-4 0-16,-4-11 0 0,-1-6 0 15,2-1-245-15,-6-6-99 0,1-9-56 0,0-1-62 16,-3-7-86-16,-1-2-78 0,0-6-126 16,0 0 31-16,0 0-671 0,0 0-845 0</inkml:trace>
  <inkml:trace contextRef="#ctx0" brushRef="#br0" timeOffset="153637.59">7156 13316 3689 0,'-11'-7'-39'0,"2"0"78"0,4 2 72 15,-1 0 48-15,6 5 35 0,-8-7 15 16,8 7-3-16,0 0 9 0,0-9 4 0,0 9-15 15,14-7-24-15,-5 2-7 0,7 0-42 16,-2-1-27-16,9-1-55 0,-1-2-68 0,0 2-77 16,-1-1-106-16,10-3-119 15,-3-3-144-15,-5 6-227 0,-4-1 46 0,-2 1 74 16,-6 0-391-16,5 1-440 0</inkml:trace>
  <inkml:trace contextRef="#ctx0" brushRef="#br0" timeOffset="154336.45">8213 13071 2539 0,'4'8'-26'0,"-2"2"36"0,2-5 38 15,-2 1 38-15,1-2 21 0,-3-4 26 0,8 10 22 16,-8-10 3-16,5 4 18 0,3-1 1 15,-8-3 3-15,0 0-6 0,24-7-12 16,-15 1-14-16,2-2-8 0,1-1-10 16,1-3-11-16,3-4-9 0,-5-1-15 0,3-8-4 15,0-3-11-15,-3-1-8 0,1-1-9 16,-2-3-4-16,-5-2-5 0,-1-2-7 16,-1-3-3-16,-3-8-4 0,0 4-5 0,-1 0-2 15,-1-4-7-15,-2 13-2 0,0 6 3 16,4 6 11-16,-3 6 4 0,1 2 2 0,0 5-7 15,0 1-1-15,0 7 9 0,2 2 13 16,0 0 22-16,-17 39 20 0,11-6 25 16,3 10 29-16,-3 16 4 0,3 7 8 15,8 6 4-15,0 6-2 0,6 23 0 0,3 5 12 16,1 6 11-16,5-4-7 0,-6-3-10 16,6-6-4-16,-6-7-5 0,0-22-143 0,-4-2-22 15,-5-4 0-15,-1-4 0 0,-4-13 0 16,-2-5 0-16,0-3 0 0,-3-7 0 0,-1-6 0 15,1-6 0-15,-8-1 0 0,1-5 0 16,-6-4 0-16,0-1 0 0,-4-7 0 16,-3-4 0-16,-11-5 0 0,0-8 0 0,-10-10 0 15,5-5 0-15,-1-4 0 0,1-1 0 16,5-1 0-16,4-2 0 0,3 0 0 16,4 3 0-16,5 10 0 0,4 0 0 15,5 4 0-15,1 3 0 0,5 3 0 0,1 1 0 16,2-3-76-16,8-1-486 0,-1-5-59 15,11-6-74-15,11-10-154 0,-1 1 58 0,12-1-772 16,7-2-1007-16</inkml:trace>
  <inkml:trace contextRef="#ctx0" brushRef="#br0" timeOffset="154688.35">8716 13075 4295 0,'0'0'-24'0,"-32"21"55"16,21-13 44-16,-5 4 52 0,3 1 32 0,-5 9 12 15,4-3 7-15,3-1 4 16,0 2 9-16,2-1 9 0,3 1-13 0,-2-1-5 16,6-2-18-16,1 0-16 0,1-3-5 15,1 1-17-15,1-1-10 0,2-2-14 0,2-3-11 16,4-2 4-16,-1-3-18 0,8 0-8 16,-4-4-5-16,5-2-8 0,0-3 1 0,0-5-11 15,0 2 6-15,-6-3-10 0,3-3-5 16,-5 4 0-16,-2-4-8 0,-1-3 1 0,-1 2 9 15,-3-4-5-15,-6-1-5 0,-3-3-1 16,-1-8 1-16,-1 8-3 0,-2 1-3 16,1 5-8-16,0 0 0 0,1 5-8 15,-2 6-6-15,3 0-11 0,-2 4-20 0,-2 2-28 16,11 0-29-16,-18 6-35 0,11 2-53 16,-4 1-63-16,4 1-78 0,3 0-96 15,2-2-88-15,1-1-88 0,1 1-147 0,1-2 45 16,3 0-609-16,4-2-758 0</inkml:trace>
  <inkml:trace contextRef="#ctx0" brushRef="#br0" timeOffset="154986.04">8974 12463 3518 0,'-9'-30'-32'0,"4"2"65"0,-1 8 79 0,-1 4 41 15,1 1 42-15,2 1 14 0,-2 4-1 16,3 2-11-16,-3 6 18 0,6 2 21 0,0 0 35 16,-16 26 0-16,7 4 2 0,5 11-3 15,-3 17-3-15,7 0-14 0,-2 2-18 0,6 6-17 16,1 1-19-16,5 1-18 0,-2 0-19 16,3-5-15-16,0 0-13 0,1-3-20 0,1-4-18 15,-2-3-40-15,-1-2-56 16,0-12 0-16,-5-1-66 0,3-2-84 0,-2-2-71 15,1-2-75-15,-3-7-69 0,2-7-87 16,-3-3-45-16,2-5-59 0,0-6-107 0,1-4-74 16,-6 0 72-16,19-14-533 0,-4-9-663 15</inkml:trace>
  <inkml:trace contextRef="#ctx0" brushRef="#br0" timeOffset="155219.63">9282 12791 3076 0,'-2'-31'-41'0,"-3"4"61"0,-2 3 64 16,0-5 58-16,2 3 47 0,-5 6 34 15,4 4 25-15,0 3 17 0,3 1 1 0,-1 1-10 16,0 5-36-16,2 0-10 16,2 6-6-16,0 0 0 0,0 0 1 0,-14 23-6 15,9-1-12-15,3 14-6 0,0 6-19 16,2 5-13-16,0 11-16 0,2 2-15 16,4 2-10-16,-1 1-10 0,5-3-19 0,-2 1-52 15,-1-3-67-15,1-2-60 0,2-3-56 16,-1-3-67-16,-2-13-73 0,3-4-74 0,-2-2-77 15,-1-10-78-15,1-7-117 0,-4-5-41 16,4-1 68-16,-1-6-445 0,2-2-531 0</inkml:trace>
  <inkml:trace contextRef="#ctx0" brushRef="#br0" timeOffset="155703.47">9505 13201 2780 0,'-15'10'-45'16,"15"-10"31"-16,-2 9 24 0,2-2 19 0,0-7 11 16,-1 10 18-16,1-10 5 0,1 10 4 15,1-4 6-15,0-1 5 0,2 0 4 0,-4-5-2 16,5 6 7-16,1-2 11 0,-6-4-6 16,0 0-4-16,17 3-5 0,-17-3-6 0,0 0-8 15,25-10-2-15,-14 5-7 0,0-3-2 16,2-1-6-16,-6 2 7 0,2-1 1 15,-2-4 7-15,2 0 9 0,-4 0 5 0,-1-5 11 16,-2 0 2-16,-2 1-2 0,0-3-8 16,-4-1 1-16,-1 0-9 0,-3 1-9 15,0 0-9-15,-1 4-2 0,0 3-10 16,-5 4-4-16,1 1-9 0,-1 5-5 0,1 2-20 16,13 0-30-16,-29 10-35 0,10 1-57 15,-1 6-67-15,-2 3-67 0,3 3-80 0,2-6-98 16,5-1-146-16,3 1-3 0,3-5 62 15,5 0-269-15,-1-5-272 0</inkml:trace>
  <inkml:trace contextRef="#ctx0" brushRef="#br0" timeOffset="156202.72">9802 13016 2199 0,'-23'5'65'0,"18"0"36"0,-1 2 38 0,-1 0 29 16,2 1 18-16,0 2-2 0,-1-1-16 15,2 1-11-15,1 2-10 0,1-1-21 0,0 1-9 16,-2 0-7-16,6-3-13 0,0 3-9 16,0-2-8-16,-2-1-12 0,4 1-4 0,-3-4-3 15,3 0-8-15,2-1 0 0,-3-2-7 16,-3-3-6-16,18 0-7 0,-18 0-11 15,21-6-6-15,-12 0 0 0,4-2-4 16,1 0-4-16,-1 1 4 0,-1 1 1 0,-3 0-3 16,-1 2 9-16,-3 0 9 0,4 0 4 15,-9 4 11-15,9-2 13 0,-9 2 18 16,0 0 10-16,0 0 2 0,0 0 2 0,16 6 0 16,-16-6 0-16,9 6-4 0,-9-6 0 15,9 2-4-15,-2 1 7 0,-7-3-2 0,14 1-4 16,-14-1-2-16,17-4-4 0,-3 0 2 15,1-4-2-15,0 1 4 0,2-3 3 0,0 0 9 16,-4 0 23-16,-1 1 23 16,1-1 13-16,-1 0 5 0,-2-1-3 0,-3-4-8 15,2 0-9-15,0-4-13 0,-4 0-13 16,1-3-11-16,-3-2-16 0,-1-2-22 0,0 1-41 16,2 2-55-16,-2 0-70 0,0 5-68 15,0 3-72-15,0 1-86 0,-2 3-78 0,2-1-71 16,0 4-93-16,-2 2-158 0,0 6 19 15,2-5 64-15,-2 5-517 0,0 0-632 0</inkml:trace>
  <inkml:trace contextRef="#ctx0" brushRef="#br0" timeOffset="157303.01">10936 12233 3127 0,'-6'-12'-12'0,"5"3"38"0,-5 1 47 16,4 0 48-16,0 4 31 0,2 4 11 0,-5-8 3 16,5 8 0-16,0 0 8 0,0 0 16 15,-12 31 12-15,4 4-2 0,1 8 0 16,1 15-1-16,-4 5 4 0,7 2-20 16,-5 1-3-16,3-2-12 0,0 0-10 0,3-1-11 15,0-3-8-15,1-3-16 0,-3-14-11 16,0 0-12-16,0-6-8 0,1-2-8 0,-1-10-2 15,-1-3-14-15,5-5-11 0,-3-3 0 16,1-3-7-16,0-1-5 0,-2-2-12 16,3-2-18-16,-5-2-10 0,6-4-18 0,-14 0-3 15,14 0-10-15,-22-14-5 0,6 0 1 16,-7-9-8-16,1 0-2 0,-3-3-11 16,2 0 5-16,2-1 1 0,0 3 4 15,4 1 10-15,4 6 0 0,3-1-3 0,2 5-3 0,6-1-4 16,2 1-16-16,4-3-16 15,8 0-24-15,10-7-18 0,12-6-21 0,11 0-27 16,7-2-26-16,2-2-22 0,19-9-18 16,-5 4-1-16,-10 4 13 0,-5-3 29 0,-6 3 13 15,-4 3 24-15,-7 0 39 0,-13 7 49 16,-6-1 54-16,-7 2 35 0,-5 5 33 0,-3-1 24 16,-4 2 22-16,1 3 14 0,-10-2 8 15,8 5 2-15,-5-1-5 0,1 3-9 0,-1 7-13 16,-2 2-9-16,10 0 0 15,-25 19-1-15,9 6-2 0,-5 14-7 0,1 7 10 16,4 5 0-16,-6 1 1 0,6 2-4 16,0 1 2-16,3-1-3 0,3 0 1 0,1-4-1 15,1-9-9-15,6-4-5 0,-1-6-2 16,3-2-11-16,0-6-7 0,0-5-2 0,2-1-3 16,-2-5 9-16,0-2-1 0,0 0 4 15,3-5 0-15,-3-5 10 0,6 9-10 16,-6-9-5-16,9 3 2 0,-9-3-5 0,0 0-7 15,18-1-2-15,-18 1-5 0,0 0 4 16,12 0 5-16,-12 0 5 0,0 0 5 16,20 1 0-16,-20-1-3 0,13 0-1 15,-13 0-5-15,17 2-3 0,-7 0-2 0,-10-2-5 16,19 0 4-16,-19 0-32 0,23-4-12 16,-10 1 0-16,0-2 0 0,5-2 0 0,-6 0 0 15,4-1 0-15,-3 1 0 0,-1-2 0 16,-1 2 0-16,-2 2 0 0,2 2 0 0,-6-1 0 15,1 1 0-15,-6 3 0 0,10-6 0 16,-10 6 0-16,9-1 0 0,-9 1 0 0,0 0 0 16,0 0 0-16,19 5 0 0,-13-1 0 15,-6-4 0-15,13 3 0 0,-4-1 0 0,3-1 0 16,-12-1 0-16,34-3 0 0,-11 0-221 16,6-6-124-16,0 2-114 0,1-3-114 0,-8 1-104 15,0 1-137-15,-8-2 64 16,2 4-730-16,-5-1-928 0</inkml:trace>
  <inkml:trace contextRef="#ctx0" brushRef="#br0" timeOffset="157902.65">12268 11819 3929 0,'-5'-15'-104'0,"-1"1"42"0,2 4 50 16,-2 3 41-16,4 2 15 0,2 5 22 16,0 0 36-16,0 0 32 0,-17 29 27 0,12 8 22 15,-5 23 34-15,1 10 25 0,-4 21 26 16,1 14 13-16,-1 3 7 0,4 6-13 16,7 0-12-16,1 3-17 0,2 1-15 15,4-2-18-15,3-4-22 0,1-4-23 0,0-1-17 16,5-10-13-16,-9-22-14 0,5-7-13 15,-6-6-15-15,4-4-11 0,-7-16-24 0,-1-2-26 16,0-10-31-16,2-8-52 0,-2-3-36 16,-2-5-53-16,2-5-70 0,0-1-76 0,-1-4-95 15,1-4-79-15,0 0-59 0,-11-18-61 16,6-3-73-16,-2-16-63 0,-5-13 62 0,11-7-525 16,-8-3-641-16</inkml:trace>
  <inkml:trace contextRef="#ctx0" brushRef="#br0" timeOffset="158135.97">12221 12847 2988 0,'7'-14'-150'0,"5"5"34"0,-5 3 31 16,1 2 34-16,1 0 37 0,1 2 23 15,-10 2 26-15,23 2 25 0,-12 2 21 0,3 0 24 16,-5 2 12-16,1 3 35 0,-1-1 16 16,-5 2 25-16,2 5 16 0,-5-2 12 0,-1-1 1 15,-3 2 2-15,-3 3-16 0,-1 1-17 16,-3 1-19-16,-5 5-16 0,-1-7-16 15,1-1-9-15,2-1-20 0,-4-3-23 0,-1-1-28 16,2 0-39-16,-2-1-48 0,3-6-59 16,2 0-65-16,-2-4-90 0,15 0-83 15,-29-11-119-15,17-3-178 0,7-4 1 16,-3-3 69-16,8 0-327 0,2-2-362 0</inkml:trace>
  <inkml:trace contextRef="#ctx0" brushRef="#br0" timeOffset="158619.59">12657 12980 2460 0,'0'10'159'0,"-2"-2"41"15,0 1 31-15,2-9 20 0,-5 10 16 0,5-10-2 16,0 6-18-16,0-6-23 0,0 0-13 16,0 0-12-16,0 0-16 0,0 0-13 15,0 0-16-15,0 0-27 0,36-11-4 16,-27 4-12-16,3 0-7 0,-3-3-8 0,1 0-7 15,-5 0-15-15,4-4-5 0,-6-1-3 16,1-1-7-16,-4-2-1 0,0-1-8 0,-4-3-1 16,-1-12-12-16,-6 0-2 0,0 5-4 15,-2 0-5-15,1 2-2 0,0 8 0 16,1 3-5-16,2 4-7 0,0 2 2 0,2 5-9 16,-2 0-1-16,4 3 1 0,5 2-2 15,0 0 0-15,0 0-4 0,-25 9 6 0,25-9-4 16,-6 6-1-16,6-6 2 0,0 0-2 15,0 0 5-15,15 11 0 0,-1-10 1 16,-1-1-2-16,2 0 6 0,2 2 2 16,2-2 2-16,-1 2 10 0,2 1 18 0,-2-1 18 15,0 3 14-15,4 2 10 0,-7-2 6 16,4 5-4-16,-2 1 1 0,-2 1-8 0,1 1-2 16,-1 3-15-16,2 6 9 0,-4-3-9 15,1-1-8-15,-3-1-6 0,5 7-7 0,-3-5-11 16,-1-6-22-16,-5 1-39 0,2-2-44 15,1-2-56-15,-2 2-69 0,-1-3-84 0,2-1-96 16,-1-1-114-16,0-2-115 0,3-3-150 16,0-1 49-16,5-1-653 0,5-8-817 15</inkml:trace>
  <inkml:trace contextRef="#ctx0" brushRef="#br0" timeOffset="158936.23">13381 12597 3807 0,'0'0'19'15,"-15"-4"41"-15,15 4 47 0,0 0 41 16,-24 10 26-16,14-4 13 0,2 2-2 0,-1 3-8 16,2 1-5-16,0 3-15 0,3 1-17 15,1 3-17-15,1-2-9 0,0 0-7 0,6 0-15 16,-1 0-10-16,3 0-14 0,1-3-6 16,3-3-12-16,0-3-1 0,2 0-9 15,-3-6-6-15,4 2 1 0,-3-4-5 16,5 0-4-16,-15 0-1 0,23-4-4 15,-12 0-1-15,-4-2 3 0,4 2-3 0,-6-4 1 16,1 1-5-16,-6-3-2 0,0 2 0 16,-4-3-7-16,-2-3 1 0,-1 1-3 0,1-1-5 15,-6 0-7-15,3 4-11 0,-1 0-12 16,3 3-20-16,-4 2-24 0,0 1-30 0,-2 4-35 16,13 0-51-16,-24 2-77 0,12 3-75 15,-3-1-110-15,2 4-173 0,-1-1-27 0,-1 0 74 16,8-2-412-16,0-1-467 15</inkml:trace>
  <inkml:trace contextRef="#ctx0" brushRef="#br0" timeOffset="159252.73">13600 11732 2901 0,'-9'-10'104'15,"1"4"26"-15,0 6 23 0,8 0 32 16,-9 14 26-16,4-1 34 0,-6 22 9 16,2 15 12-16,4 9 23 0,-1 8 5 0,4 7-9 15,2 9-4-15,0 24-8 0,8 5-13 16,-1-2-22-16,7 3-22 0,1-2-21 16,0 0-16-16,0-2-23 0,5-5-16 0,-6-5-30 15,2-10-49-15,-5-16-38 0,-2-6-36 16,0-8-52-16,-4-4-36 0,-1-15-39 0,0-5-28 15,-2-6-31-15,-1-9-53 0,-2-8-58 16,-1-3-53-16,2-4-52 0,0-5-36 16,0 0-20-16,0 0 8 0,-11-31-41 0,2 7-45 15,2-12-466-15,1-3-491 0</inkml:trace>
  <inkml:trace contextRef="#ctx0" brushRef="#br0" timeOffset="159502.72">13579 12834 2657 0,'0'-26'-46'0,"0"7"40"16,0 5 28-16,2-1 19 0,3 3 14 15,-2 2 16-15,7-2 14 0,-1 2 11 0,3-1 2 16,4 1 14-16,0 3 6 0,1 2 3 16,-2 2 4-16,2 1 4 0,1 2 5 0,-5 0 2 15,0 2 11-15,0 1 10 0,-1 4 17 16,-1 0 13-16,-3 1 9 0,-3 4 3 16,-3-1-2-16,1-3 1 0,-6 4 0 0,0 2-19 15,-5-1-14-15,3 1 2 0,-5-2-40 16,-4 3-16-16,3-6-29 0,-1 1-39 15,1 0-43-15,-2-5-49 0,1-2-52 16,3-1-60-16,9-2-81 0,-17-8-81 0,7-4-81 16,3-5-99-16,3-5-153 0,2-3 19 15,6-10 69-15,5 1-395 0,7 3-441 0</inkml:trace>
  <inkml:trace contextRef="#ctx0" brushRef="#br0" timeOffset="159851.82">13923 12611 2612 0,'4'11'80'0,"-4"-3"59"15,0 1 55-15,-2-2 36 0,2-7 33 0,-2 11 18 16,0-4 1-16,2-7-8 0,-2 12-12 16,-1-5-14-16,3-7-34 0,3 10-20 0,-1-3-18 15,-2-7-18-15,4 9 0 16,-1-4-30-16,-3-5-15 0,10 7-7 0,-10-7-9 16,12 3-8-16,-12-3-6 0,13 0-14 15,-13 0-5-15,0 0-5 0,17-5 3 0,-17 5-6 16,7-10-8-16,-3 3-6 0,-2-2-3 15,-2 1-10-15,0 8-4 0,-4-16 0 0,1 10-10 16,-3 0-5-16,6 6-7 0,-16-4-3 16,7 4-7-16,9 0 0 0,-27 11 2 15,10 0-1-15,-5 7 2 0,2 5-3 16,3 1 4-16,-2-1 0 0,7 5-2 0,1-1 2 16,6-6-4-16,3-2 3 0,2-1 4 0,3-1 1 15,3-5-31-15,-1 1-46 16,9-3-63-16,-3-4-65 0,7 0-91 0,0-2-42 15,11-4-5-15,15-5-55 0,-2-4-94 16,0-1-149-16,9-5 13 0,-13 3 69 0,-2 3-371 16,-4-3-409-16</inkml:trace>
  <inkml:trace contextRef="#ctx0" brushRef="#br0" timeOffset="160286.01">14266 12801 2512 0,'0'0'68'0,"-18"0"49"0,18 0 54 0,-18 3 42 15,5-3 39-15,2 2 23 0,0 2 15 16,11-4 0-16,-17 4-11 0,17-4-12 15,-11 2-17-15,11-2-9 0,-12 2-30 16,12-2-23-16,0 0-12 0,-13 3-22 0,13-3-12 16,0 0-11-16,0 0-8 0,0 0-8 15,0 0-17-15,0 0-4 0,0 0-6 16,0 0-12-16,5-17-10 0,-5 17-6 0,8-15-1 16,-5 3-7-16,-1 0-19 0,1-3-12 15,1-4-21-15,-1-3-11 0,-3-4-13 0,0-3-8 16,0 3-5-16,-1 3 8 0,1 2-1 15,0 1 5-15,-2 3 1 0,2 5 0 0,-2 0 0 16,2 3-3-16,-2 1 4 16,2 2 5-16,0 6-3 0,-3-9 5 0,3 9 0 15,0 0 2-15,3-8-3 0,-3 8 6 16,0 0-2-16,9-2 7 0,-9 2-4 0,0 0 3 16,25 5 4-16,-16 0 7 0,2 2 13 15,5 3 8-15,-1 3 3 0,1 3 11 0,3 5-5 16,-2 1-2-16,0 3-3 0,-2-4 2 15,4 4-7-15,-7-5-6 0,0-1 1 0,-3-2-2 16,0 2-5-16,0-4-22 0,1 1-19 16,-2-2-27-16,-3-2-37 0,6-3-39 0,-4 3-50 15,-2-4-74-15,-1-2-67 0,0-2-72 16,0-1-108-16,-4-3-139 0,10 2-31 16,-10-2 71-16,0 0-447 0,14-9-521 15</inkml:trace>
  <inkml:trace contextRef="#ctx0" brushRef="#br0" timeOffset="160918.71">14845 11646 2837 0,'-9'-25'3'16,"-2"2"39"-16,2 5 31 0,2 5 52 16,1-1 33-16,3 4 27 0,-4 2-6 0,5 1-13 15,2 7 17-15,0 0 28 16,-9 18 21-16,5 7 7 0,-1 13 17 0,-5 17 0 15,0 3-3-15,1 12 1 0,1 0 0 16,0 5-8-16,1 4-10 0,1-1-16 0,-1 20-19 16,2-20-19-16,4-2-19 0,-1-3-12 15,-2-3-21-15,4-5-12 0,0-4-12 16,0-13-29-16,0-4-33 0,2-5-33 0,0-2-40 16,-2-10-41-16,2-7-45 0,-2-3-26 15,0-5-29-15,1-3-26 0,-1-1-20 0,2-5-23 16,-2-3-2-16,0 0-5 0,0 0 2 15,0 0 14-15,0-26 12 0,-2 10 19 0,-1 0 21 16,-5-4 20-16,-1 0 18 16,-1 1 24-16,1 3 27 0,-2 1 38 0,0 3 19 15,0 4 21-15,0-3 24 0,3 6 6 16,1 0 7-16,-1 0 2 0,5 2 7 0,3 3 1 16,-6-7 1-16,6 7 3 0,0 0-2 15,7-9-2-15,4 4-6 0,7-2-13 0,16-5-6 16,11-5-2-16,5 1-13 0,8-2-31 15,1 1-33-15,2-4-45 0,2 1-34 0,1-3-24 16,1 2-32-16,0-1-3 0,-5 1 4 16,-8-3-3-16,-6 2 9 0,-11 4 35 15,-9 2 54-15,-2 1 61 0,-8 4 55 16,-5 3 53-16,-1-2 47 0,-2 6 35 0,-6-1 15 16,-2 5 14-16,0-3 3 0,0 3 8 0,0 0 8 15,-11 15 14-15,-9 6 8 16,4 6 3-16,4 5 7 0,-10 14-1 0,4 4 6 15,-2 3-24-15,-3 2-23 0,7 5-19 16,-6 0-18-16,-1 0-15 0,7 4-15 0,-4-2-15 16,6-8-26-16,-2 2-29 0,5-6-36 15,1-9-46-15,-2-4-52 0,5-1-61 0,3-8-76 16,-2-8-87-16,2-3-75 0,1-3-98 16,-3-4-100-16,0-3-82 0,3-4 68 0,3-3-461 15,0 0-533-15</inkml:trace>
  <inkml:trace contextRef="#ctx0" brushRef="#br0" timeOffset="161069.04">15121 12628 3010 0,'-2'-17'125'0,"2"3"47"15,0 6 24-15,-2 5 19 0,2 3 20 16,0 0 9-16,0 0-22 0,-2 23-21 0,1-10-19 16,2 4-20-16,-1-1-27 0,2 2-49 15,4 2-69-15,-1-2-91 0,-3-3-118 0,7 2-147 16,-6-3-186-16,5 0-118 0,-5-2 72 15,-1-3-401-15,4 0-450 0</inkml:trace>
  <inkml:trace contextRef="#ctx0" brushRef="#br0" timeOffset="162068.5">4780 14313 1876 0,'-13'-13'471'0,"1"4"-152"16,-2 5-63-16,1 0-17 0,-3 5-28 15,1 6 31-15,-12 11 2 0,-5 11-9 16,4 5 7-16,-1 6 11 0,6 2 14 15,1 4-10-15,11-11-1 0,2 2-9 16,6 0-20-16,3-1-19 0,1 1-22 0,3-4-16 16,5-2-16-16,5-2-17 0,1 0-14 15,2-4-6-15,4-3-21 0,0-3-43 0,0-7-70 16,-4-4-61-16,4-3-46 0,0-1-55 16,0-4-72-16,6-6-70 0,9-3-68 0,-1-5-69 15,8-5-69-15,-3-7-81 0,-6-5-52 16,-1 0 56-16,-2-3-372 0,-7-4-454 15</inkml:trace>
  <inkml:trace contextRef="#ctx0" brushRef="#br0" timeOffset="162350.98">5101 14347 2627 0,'-6'-9'-16'15,"3"0"31"-15,-6 6 36 0,9 3 39 16,-13 2 36-16,13-2 31 0,-17 6 24 0,10 7 27 16,-5 2 4-16,5 2 9 0,-1 5 2 15,2 2-7-15,4-1-6 0,2-1-20 16,0-2-11-16,2-1-18 0,4 1-12 0,2 1-17 15,1-3-8-15,2-4-14 0,3-1-10 16,1-7-8-16,-1 2-4 0,3-4-9 0,-4-4-7 16,-13 0-6-16,29-8-5 0,-14 2-5 15,2-6-5-15,-6 0-5 0,0-1-1 0,0 0-9 16,-6-3-1-16,-1 0-4 0,-4 3-3 16,0-4-4-16,-6-4-12 0,1 1-14 15,-4 1-20-15,2 0-30 0,-2 2-25 16,2 3-39-16,-6 6-46 0,6-2-53 15,-2 8-48-15,1 0-55 0,-4 2-62 0,12 0-103 16,-21 7-144-16,12-2 0 0,0 5 64 16,0-1-315-16,4 1-361 0</inkml:trace>
  <inkml:trace contextRef="#ctx0" brushRef="#br0" timeOffset="162984.98">5386 14297 2509 0,'-1'-6'52'0,"1"6"25"16,1-12 22-16,-1 12 19 0,0 0 10 16,0-7-12-16,0 7 35 0,0 0 29 0,0 0 6 15,5 23 10-15,-3-5 13 0,2 3 9 16,-3 4-2-16,1 10 1 0,-2-4-2 0,2-5-3 16,-4 2-3-16,0-5 3 0,2 1-6 15,-3-3-3-15,1-4-11 0,0-1-11 0,2-3 4 16,-2-1 2-16,2-3 6 0,0-1 2 15,0-8-9-15,-3 11-15 0,3-11-17 16,0 0-16-16,0 0-18 0,0 0-13 16,0 0-12-16,0-44-11 0,0 19-12 15,7-10-70-15,-2 0-2 0,3-1 0 0,-1 3 0 16,5 2 0-16,-3 8 0 0,1 5 0 16,0 1 0-16,-1 7 0 0,0 2 0 0,2 4 0 15,-2 3 0-15,-9 1 0 0,23 5 0 16,-10 5-8-16,3 2-8 0,0 7 8 0,4 4-8 15,-6 2 4-15,0 0-4 0,-1 1 4 16,-4-4 1-16,0-2 7 0,-4-1-2 0,-1-1 1 16,1-3 12-16,-3 1 16 0,-2-2 12 15,4-5 14-15,-4 0-49 0,3-2 0 16,-1 0 0-16,-2-7 0 0,0 0 0 16,0 0 0-16,0 0 0 0,0 0 0 0,0 0 0 15,0-25 0-15,1 2 0 0,5-11 0 16,1 2 0-16,3-3 0 0,2 4 0 15,-3 2 0-15,2 6 0 0,-3 8 0 0,-2 1 0 16,1 3 0-16,-1 3 0 0,2 4 0 16,-8 4 0-16,15 3 0 0,-15-3 0 0,16 14 0 15,-9-2 0-15,0 0 0 0,3 5 0 16,-2 2 0-16,1 1 0 0,0 1 0 0,-3-1 0 16,2 0 0-16,1 4 0 0,-1 5 0 15,0-8 0-15,-4-1 0 0,0-3 0 16,-3-2 0-16,3 0 0 0,-4-1-76 15,2 0-223-15,-2 0-62 0,0-6-68 16,0 2-74-16,-2-3-102 0,2-2-108 0,0-5-46 16,0 0 62-16,0 0-578 0,0 0-735 15</inkml:trace>
  <inkml:trace contextRef="#ctx0" brushRef="#br0" timeOffset="163284.96">6035 13882 3398 0,'-14'-17'-35'0,"3"1"40"0,2 3 47 0,-3-3 63 16,4 4 49-16,1 2 35 0,2 1 16 16,-2 2-7-16,1 1-20 0,6 6-13 15,0 0 19-15,0 0 24 0,-9 20 21 0,9 4 13 16,0 19 7-16,0 15-13 0,4 8-4 16,0 9-9-16,-1 5-14 0,8 21-18 15,1 3-12-15,1-2-18 0,1-2-16 16,3-1-15-16,0-1-12 0,-1-5-16 0,-3-23-12 15,0-3-14-15,1-2-35 0,-5-6-50 16,0-4-57-16,-2-11-51 0,-2-5-49 0,-1-5-50 16,0-10-35-16,-2-5-34 0,-1-7-65 15,-1-5-65-15,0-4-36 0,0-3-41 16,0 0-46-16,0 0-40 0,-9-26-74 0,5 3 35 16,-3-17-436-16,-3-9-516 0</inkml:trace>
  <inkml:trace contextRef="#ctx0" brushRef="#br0" timeOffset="163535.79">6052 14497 2752 0,'-4'-26'-40'16,"0"6"43"-16,2 1 33 0,2 4 28 16,2 1 30-16,0-1 10 0,4-1 22 0,0 3-3 15,3 1 10-15,2 1-2 0,1 1-7 16,1 4 1-16,3 2 5 0,-1 4 5 16,-1 0-3-16,2 4 7 0,0 2 7 0,-1 4 17 15,2 1 11-15,-6 4 20 0,-1 0 16 16,-2 2 10-16,-1-1 7 0,-3 1-7 15,-2 0-19-15,-2 0-15 0,-2 2-20 16,0 1-17-16,-1-3-14 0,-5 5-15 0,0-6-10 16,-1 1-39-16,-1-2-46 0,-4 2-55 15,5-7-45-15,-5-2-55 0,3-1-65 0,-2-2-93 16,3-3-90-16,10-2-87 0,-20-14-82 16,8-3-126-16,3-18 2 0,1-6 65 15,8-6-404-15,4-15-486 0</inkml:trace>
  <inkml:trace contextRef="#ctx0" brushRef="#br0" timeOffset="163768.53">6283 13887 2720 0,'3'-14'17'16,"-3"4"49"-16,2 1 52 0,0 2 37 15,-2 7 48-15,0-8-3 0,0 8 9 16,0 0 37-16,0 0 49 0,0 0 28 16,14 37 1-16,-9-2 7 0,3 6-8 0,-3 14-3 15,-1 7-13-15,3-1-17 0,-2 4-20 16,1 2-19-16,-3-3-29 0,3-2-21 0,-1-4-21 15,2-4-17-15,-2-11-18 0,-3-2-17 16,0-3-31-16,4-2-43 0,-5-8-50 0,1-6-71 16,-2-5-82-16,0 0-61 0,2-2-71 15,0-4-82-15,-2 1-88 0,2-5-100 16,1-2-108-16,-3-5-122 0,0 0 66 16,0 0-623-16,0 0-795 0</inkml:trace>
  <inkml:trace contextRef="#ctx0" brushRef="#br0" timeOffset="164151.78">6478 14420 3533 0,'0'0'-20'16,"0"0"38"-16,0 0 39 0,0 0 54 0,0 0 31 15,0 0 21-15,0 0 17 0,0 0 8 16,0 0-7-16,0 0-6 0,0 0-15 16,0 0-13-16,0 0-14 0,0 0 3 0,12 19-12 15,-12-19-10-15,13 0-14 0,-13 0-9 16,22-3-11-16,-13-1-7 0,3 1-6 0,-3-4-14 15,2 0-2-15,-1-1-12 0,-2-1-11 16,-1-1-8-16,1-1-7 0,-4 1-10 16,0-2-3-16,-4 2-2 0,-2-5-3 15,0 3-7-15,-2 3 3 0,-4-1-6 0,1 0 1 16,-1 5-1-16,-4 4-1 0,12 1 1 16,-20 4 4-16,6 2 0 0,-1 8 9 15,-4 7 11-15,1 1 11 0,6 2 14 0,-1 5 10 16,2-2-1-16,4 0-4 0,1-7-3 15,5 3-4-15,2-4 0 0,3 3-4 16,4-1-5-16,7 1-5 0,0-2-8 16,8-4-10-16,8-3-22 0,1-4-47 0,6-6-61 15,4-6-77-15,5-5-100 0,13-6-89 16,-3-2-120-16,-2-4-167 0,-1-2 28 0,-11-1 65 16,-3-4-371-16,-11 5-440 0</inkml:trace>
  <inkml:trace contextRef="#ctx0" brushRef="#br0" timeOffset="164419.03">6976 13559 2870 0,'-12'-7'68'16,"3"6"29"-16,9 1 50 0,0 0 50 16,-21 20 42-16,13-1 32 0,1 14 20 15,2 4 24-15,-4 7 4 0,7 14 11 0,1 5-3 16,1 4-10-16,0 3-13 0,1 2-22 15,4 3-21-15,1-1-26 0,-1-3-23 0,1-5-21 16,-1-2-22-16,5-6-21 0,-2-3-30 16,-3-13-40-16,1-5-50 0,-1 0-62 0,0-12-66 15,-3-5-63-15,2-4-52 0,-3-1-56 16,-1-6-66-16,2 0-79 0,0-4-68 0,-2-5-77 16,0 0-115-16,0 0-24 0,0 0 68 15,0-29-465-15,-2 10-567 0</inkml:trace>
  <inkml:trace contextRef="#ctx0" brushRef="#br0" timeOffset="164584.78">6903 14436 2909 0,'-9'-9'8'0,"2"4"57"0,1 1 58 16,6 4 34-16,-12-5 39 0,12 5 20 15,0 0 10-15,-7-3 7 0,7 3 1 0,0 0-3 16,0 0-13-16,0 0-18 0,0 0-19 16,0 0-22-16,0 0-16 0,0 0-43 15,43 0-64-15,-29-2-75 0,6-1-91 0,-4-1-111 16,5-1-121-16,1-2-143 0,-2-2-170 15,3 1 60-15,-2 0-429 0,1 1-516 0</inkml:trace>
  <inkml:trace contextRef="#ctx0" brushRef="#br0" timeOffset="164984.17">7348 14427 3111 0,'-6'5'92'0,"3"0"50"16,3-5 45-16,-9 5 39 0,9-5 22 0,-3 6 7 15,3-6 5-15,0 0-2 0,0 0-5 16,0 0-17-16,0 0-16 0,0 0-20 0,0 0-14 16,13 9-19-16,-13-9-20 15,0 0-14-15,24-13-10 0,-17 10-14 0,2-4-15 16,-2 0 0-16,2 0-15 0,-4-1-5 16,1-1-4-16,-1 0-13 0,-5 1-6 0,2-1 0 15,-2 1-10-15,-2-2-2 0,-3 1-15 16,-1 2 1-16,-1 4-8 0,7 3 2 15,-23 0-2-15,7 5 1 0,0 3-14 0,-9 8 8 16,1 3 10-16,6 5 20 0,0 1 24 16,6 4 18-16,1 2 18 0,2 1 9 0,4 1 13 15,3-4 10-15,2-2 1 0,2 0-103 16,3 5-32-16,4-1 0 0,2-2 0 0,-2-7 0 16,0-4 0-16,3-1 0 0,1-3 0 15,-2-4 0-15,3-3 0 0,-1 0 0 0,3-4 0 16,-4-3 0-16,-12 0 0 15,27-3 0-15,-11-3-51 0,-3 1-285 0,-2-4-81 16,3 1-86-16,-5-1-91 0,3 0-129 16,-3-2-78-16,-1 2 74 0,-5 1-647 15,1 1-827-15</inkml:trace>
  <inkml:trace contextRef="#ctx0" brushRef="#br0" timeOffset="165767.54">8093 13997 3804 0,'-10'-18'-4'16,"5"5"45"-16,-1 2 42 0,2 4 39 0,1 0 32 16,-1 3 24-16,4 4 20 0,0 0 47 15,0 0 24-15,0 0 21 0,-8 35 3 0,4 1-12 16,2 6-15-16,0 2-20 0,0 14-17 16,2 2-9-16,0 4-17 0,0-4-18 0,2 0-18 15,-2-4-15-15,2-8-16 0,0-9-12 16,-2-2-14-16,2-8-3 0,0-5-19 0,-2-5-84 15,1-3-4-15,-1-3 0 16,0-1 0-16,0-1 0 0,0-4 0 0,2-1 0 16,-2-6 0-16,2 6 0 0,-2-6 0 15,0 0 0-15,10-18 0 0,-4 4 0 0,-1-1 0 16,8-14 0-16,-4 2 0 0,2-2 0 16,5 0 0-16,-4 0 0 0,0 9 0 15,0 3 0-15,-1 4 0 0,-1 2-3 0,1 4-19 16,-2 3 3-16,3-1 2 0,-3 5-2 15,-9 0 2-15,23 9 5 0,-10-2 0 0,-1 4 6 16,-1 0 1-16,1 1 6 16,-6 3 15-16,1 1 14 0,-3 0 7 0,0-1 11 15,-4 3-48-15,0-1 0 0,-4-2 0 16,0 0 0-16,-6 3 0 0,1-1 0 0,-2-2 0 16,-3-1 0-16,1 0 0 0,-3-4 0 15,0 0 0-15,-2 0 0 0,5-3 0 0,-2-1 0 16,-2-2 0-16,3 0 0 0,1-3 0 15,-1 1 0-15,3-2 0 0,-2 0 0 0,13 0 0 16,-23-4 0-16,11-2 0 0,3 1 0 16,3 0 0-16,1-4-348 0,3-1-164 15,4-1-36-15,2-4-54 0,3-2-30 16,11-7-73-16,0 2-22 0,7-2-673 16,0-1-853-16</inkml:trace>
  <inkml:trace contextRef="#ctx0" brushRef="#br0" timeOffset="165935.46">8322 14442 3547 0,'13'-10'-96'0,"-2"1"81"0,1 1 82 0,-6 1 67 15,1 2 49-15,1 0 31 0,-8 5 27 16,13-5 20-16,-13 5 28 0,15 1 4 0,-15-1-4 16,18 14-25-16,-9 0-20 0,0 3-24 15,4 2-24-15,-4 8-19 0,2 0-27 16,-4-2-53-16,2-4-62 0,-6-1-68 0,5 1-84 16,-5-6-90-16,1 0-97 0,2 1-93 15,-4-4-103-15,0-4-108 0,0 1-96 0,0-4 67 16,0-1-480-16,-2-4-585 0</inkml:trace>
  <inkml:trace contextRef="#ctx0" brushRef="#br0" timeOffset="166100.9">8547 14127 3132 0,'-5'-10'40'15,"3"2"28"-15,1 2 1 0,1 6-2 16,-6-9-12-16,6 9-34 0,-2-6-47 0,2 6-56 15,0 0-62-15,0-9-82 0,0 9-87 16,0 0-126-16,0 0-30 0,0 0-128 16,0 0-95-16</inkml:trace>
  <inkml:trace contextRef="#ctx0" brushRef="#br0" timeOffset="166500.67">8596 14166 1739 0,'2'9'124'0,"0"1"32"0,-1 0 41 16,-2 4 39-16,2 3 29 0,1 5 13 15,-2 5-3-15,0 11-10 0,5-1-12 16,-3 1-9-16,0 1-7 0,-1-3-7 0,-1-5-10 16,2-6 1-16,-2 1 3 0,2-1-15 15,0-8 7-15,-2 1-16 0,0-5-4 0,2-1-29 16,0 1-29-16,0-5 1 0,-2-1-7 16,0-7-10-16,0 9-12 0,0-9-15 15,0 0-8-15,0 0-12 0,0 0-4 16,7-33-7-16,1 3-9 0,3-4-4 0,2-1-4 15,7-8-6-15,-5 9-5 0,2 5-1 16,-1 1-12-16,-3 7 6 0,-4 8 9 0,1 3 3 16,-3 0 12-16,4 8 16 0,-4 2 5 15,-7 0 10-15,18 10 7 0,-10 2-7 16,2 3-5-16,-1 4-10 0,2 9-62 0,0-5-7 16,-2 8 0-16,0-2 0 0,3 0 0 15,-3-4 0-15,-1-4 0 0,0-1 0 0,-3-1 0 16,3-3 0-16,-3-3 0 15,-1-3-133-15,2 1-55 0,-2-3-45 0,-2-1-59 16,2-2-89-16,-4-5-108 0,4 5-133 16,-4-5-196-16,0 0 66 0,0 0 84 0,0 0-562 15,12-19-691-15</inkml:trace>
  <inkml:trace contextRef="#ctx0" brushRef="#br0" timeOffset="166852.94">9282 14415 3327 0,'0'0'-7'0,"0"0"38"0,0 0 37 15,0 0 55-15,0 0 36 0,0 0 19 16,0 0 3-16,-23 7-2 0,23-7-11 16,0 0-8-16,2 8-10 0,-2-8-12 15,0 0-7-15,0 0-13 0,11 11-13 0,-11-11-7 16,0 0-11-16,20 1-8 0,-20-1-6 15,0 0-6-15,23-6-9 0,-16 0-6 0,2 1-5 16,1 0-1-16,-4-2-6 0,0 2-4 16,-3-2-1-16,-1 0 3 0,0-1 1 0,-2 8 3 15,-4-15 3-15,-3 6-9 0,-1-2 0 16,-4 5-4-16,1-1-4 0,-6 3-8 16,2 4-4-16,15 0 1 0,-32 8-5 15,12-3 0-15,0 7-2 0,-3 6-18 16,2 1-20-16,-1 2-23 0,4-1-37 0,4 1-44 15,1-4-58-15,8 0-65 0,-2-1-93 16,2-1-120-16,1-3-153 0,2 2-33 0,4-5 61 16,0 1-385-16,1-2-454 0</inkml:trace>
  <inkml:trace contextRef="#ctx0" brushRef="#br0" timeOffset="167350.37">9362 14479 2727 0,'0'0'87'0,"0"0"26"0,-13-2 28 0,13 2 11 15,0 0 18-15,0 0 7 0,0 0-1 16,-2 15-4-16,2-15-8 0,6 20-8 0,-5-11-5 16,3 2-4-16,2-2-9 0,0 4-5 15,0-1-6-15,-1 0-6 0,1-3-6 16,-1 1-11-16,4-3-9 0,-4 0-6 0,1-2-10 15,1-3-7-15,-7-2-7 0,16 2-9 16,-16-2-11-16,16-4-18 0,-4-3-5 16,-2-1-12-16,-1 0-3 0,3-3-2 15,-5-1 3-15,1 0 0 0,-5-5-1 0,1 1 6 16,-4-3 8-16,0-2 1 0,-2-3 2 16,-2 0 5-16,-3-10-4 0,-2 2-1 0,-3 3-2 15,-1 1-3-15,-1 3 0 0,3 6-1 16,0 4 0-16,4 3-2 0,-6 2-3 15,2 6 2-15,-1 1-5 0,1 2-3 0,11 1-1 16,-25 4 1-16,16 4-1 16,0-4 1-16,1 5-4 0,0-1 0 0,5-2-1 0,-1 0 0 15,4-6-2-15,-4 11 2 0,4-11 0 16,0 0 3-16,2 8-3 0,-2-8-2 0,0 0 7 16,7 6-11-16,-7-6-20 15,0 0-18-15,0 0-27 0,0 0-33 0,0 0-40 16,0 0-44-16,25-11-61 0,-25 11-58 15,10-5-77-15,-10 5-94 0,3-7-142 16,1 5 9-16,-4 2-421 0,0 0-505 0</inkml:trace>
  <inkml:trace contextRef="#ctx0" brushRef="#br0" timeOffset="167767.63">9366 14316 2728 0,'0'0'15'0,"-23"4"30"15,16 4 35-15,-3 0 40 0,-3 3 36 16,-1 6 27-16,-1 7 6 0,1 3 4 0,1 2-3 16,2 0-7-16,3 4-2 0,4-6-11 15,2-2-3-15,2-1-12 0,2-1-6 0,2 1-8 16,2-2-11-16,0-1-8 0,3 0-8 15,0-3-13-15,3-4-8 0,1-2-10 16,1-3-7-16,1-3-6 0,4-1-6 16,-6-8-8-16,7 1-5 0,-2-4-9 15,9-6-7-15,0-3-2 0,0-4-5 0,-6-2-4 16,-1-1 0-16,0-5-4 0,-5 2-3 16,-2-4 2-16,-4-2-5 0,-2-2-1 0,-3 4 1 15,-6-6 2-15,0-3-5 0,-6-1 0 16,-2 1-8-16,-4 4-7 0,3-1-2 0,-5 8-10 15,-2 2-11-15,5 8-12 0,-2 9-15 16,0 4-18-16,-3 6-24 0,-1 5-29 16,-5 9-45-16,-3 2-57 0,6 6-53 15,1 1-60-15,4 0-87 0,6-3-93 0,2-2-116 16,6-3 62-16,2-2-350 0,2 0-404 0</inkml:trace>
  <inkml:trace contextRef="#ctx0" brushRef="#br0" timeOffset="168284.03">9648 14558 2886 0,'-5'10'187'0,"-2"-6"6"0,3 2 9 0,3-1-1 15,1-5-15-15,-2 8-17 0,2-8-14 16,0 0-15-16,7 8-12 0,-7-8-15 15,0 0-7-15,21 0-10 0,-21 0-10 16,24-6-8-16,-12 0-5 0,2-1 5 0,-3-1 12 16,3 0 16-16,-3-2 9 0,0 1 11 15,0-3 5-15,-6 0-4 0,2-1 4 0,-3-3-24 16,-2-1-8-16,-2 0-5 0,0-4 4 16,0 1-30-16,-2-6-4 0,-2-10-8 15,1 1-13-15,-3 8-5 0,3 6-2 0,-4-1-1 16,3 7-6-16,1 1-5 0,-1 5-4 15,0-1 0-15,-1 5-1 0,5 5-1 0,-10-5-4 16,10 5 5-16,-10-2-13 0,10 2 2 16,0 0-7-16,0 0 3 0,0 0-4 15,0 0 0-15,0 0-2 0,0 0-3 16,23-13-3-16,-8 7-4 0,3 3 1 0,-1 0 5 16,-2 3 2-16,5 1 3 0,-4 1 12 15,4 3 9-15,-4 5 16 0,0 4 17 0,-1-2 10 16,0 12 24-16,0 1 1 0,-5-4 0 15,3 5-4-15,1 2-5 0,-5-6-13 0,-3-1-7 16,-1-1-6-16,4-1-4 0,-4-2-14 16,-1-1-17-16,3-3-36 0,-3 1-49 15,0-4-54-15,2-1-59 0,-2 1-66 0,1-2-95 16,3-6-100-16,-3 0-129 16,-5-2-184-16,0 0 26 0,31-10 74 0,-6-6-551 15,7-3-669-15</inkml:trace>
  <inkml:trace contextRef="#ctx0" brushRef="#br0" timeOffset="168534.14">10774 13844 3459 0,'-11'-4'56'16,"11"4"27"-16,0 0 47 0,-19 12 51 0,10 4 48 16,-9 10 49-16,0 15 13 0,-4 7 26 15,3 5 15-15,-2 7 10 0,-10 21-3 0,5 2-22 16,1 4-28-16,-1 0-31 15,-3-2-26-15,4 0-23 0,-2 0-23 0,11-16-18 16,-4-1-25-16,4-3-25 0,2-2-38 16,1-6-33-16,-1-3-43 0,5-7-56 0,-3-8-61 15,2-8-55-15,5-9-70 0,1-5-71 16,1-5-94-16,-1-5-87 0,-1-4-83 0,5-3-97 16,0 0-82-16,0 0 73 0,-2-39-559 15,4 13-701-15</inkml:trace>
  <inkml:trace contextRef="#ctx0" brushRef="#br0" timeOffset="168700.86">10298 14146 3622 0,'-2'-12'29'0,"-2"5"25"0,4 7 45 0,0 0 30 16,0 0 12-16,0 0-11 0,0 0-17 16,-5 27-11-16,6-15-27 0,-1 0-28 0,4 4-39 15,2-2-60-15,-3 1-91 0,6-1-98 16,-4 3-130-16,1-1-149 0,-1-3-36 15,1 1 51-15,-3 0-230 0,4-3-227 0</inkml:trace>
  <inkml:trace contextRef="#ctx0" brushRef="#br0" timeOffset="169184.58">11210 13793 2275 0,'2'-21'155'0,"0"6"15"0,3 3-8 16,-3 4 10-16,-2 5 32 0,0 3 50 15,0 0 35-15,0 0 17 0,-4 48 15 0,1-3 6 16,1 16-2-16,4 6-22 0,3 4-25 15,-2 3-28-15,5 1-18 0,3 0-26 16,-1-1-22-16,-1-5-19 0,2-5-17 0,0-7-10 16,0-1-15-16,-2-8-20 0,-4-11-29 15,2-3-47-15,-3-8-49 0,-3-5-51 16,1-5-53-16,2 0-54 0,-2-5-70 0,-2-3-70 16,0-1-72-16,0-7-58 0,-6 3-77 15,6-3-108-15,0 0-31 0,0 0 64 0,-15-22-401 16,7 6-478-16</inkml:trace>
  <inkml:trace contextRef="#ctx0" brushRef="#br0" timeOffset="169334.19">11160 14442 2763 0,'-9'-10'102'0,"4"3"53"15,1 2 12-15,0 0 28 0,4 5 24 0,-3-8 4 16,3 8 0-16,0 0-8 16,0 0-15-16,9-13-16 0,0 8-15 0,7 0-28 0,3 0-50 15,3-2-72-15,14 2-93 16,3-3-120-16,1 2-153 0,1 0-180 0,0 1-106 15,-1 1 58-15,-8 4-349 0,-3 0-404 16</inkml:trace>
  <inkml:trace contextRef="#ctx0" brushRef="#br0" timeOffset="169783.18">11685 14600 2590 0,'-7'7'156'16,"0"-1"36"-16,4-3 19 0,3-3 10 15,-8 6 8-15,8-6-9 0,0 0-20 16,0 0-16-16,0 0-20 0,0 0-15 16,0 0-18-16,0 0-25 0,34-15-17 15,-21 7-20-15,-2 0-14 0,-2-1-7 0,1-3-3 16,-1 3-3-16,0-5-8 0,-5 0-3 16,3-2-2-16,-6-1-7 0,1-4-6 0,-4-4-12 15,-4-7-3-15,2-2-14 0,-3 1-26 16,0-2-3-16,-6 2-8 0,2 1 0 0,0 0 0 15,1 4 3-15,1 8 8 16,3 1-2-16,-1 5 12 0,2 4 2 0,2 0 4 0,-3 3 17 16,2 0 10-16,3 2 6 15,1 5 10-15,-6-10 11 0,6 10 8 0,0-7 5 16,0 7 7-16,9-7 2 0,-9 7 2 16,18-3-2-16,-3 3 7 0,-15 0 4 15,30 8 14-15,-10 2 3 0,-4 3 4 0,9 3 1 16,-4 5 2-16,-1 1-1 0,-4 2 3 15,2 0 3-15,-1 3-11 0,-5-8-6 0,0 8-11 16,1-9-5-16,-1 1-5 0,-2-3-12 16,-1 1-28-16,3-3-32 0,1-1-57 0,3-1-80 15,-4-3-100-15,2-2-116 0,-3-6-154 16,2 1-206-16,1-4 58 0,-3 1 80 0,5-4-416 16,2-4-483-16</inkml:trace>
  <inkml:trace contextRef="#ctx0" brushRef="#br0" timeOffset="170152.81">12463 14270 2789 0,'-10'0'141'0,"10"0"46"16,0 0 17-16,0 0 15 0,-13-6 7 0,13 6 0 15,0 0-8-15,0 0-17 0,4-12-10 16,-4 12-27-16,13-15-12 0,-7 7-17 15,2 0-11-15,-3-1-16 0,2-1-5 16,-1 2-12-16,2-4-11 0,-4 1-10 0,0-1-9 16,-2-3-13-16,-2 3-11 0,-2 0-9 15,-4-1-8-15,-4 0-9 0,-1 3-5 16,-2 2-4-16,-5 3-5 0,-1 5 1 0,-1 0 2 16,-3 5 2-16,-10 10 7 0,6 1 16 15,4 4 5-15,3 4 17 0,2 3 12 0,6 4 19 16,3 1 19-16,4 3 25 0,1 0 8 15,8-4-1-15,-2 6-11 0,3 1-6 16,5-3-16-16,1-2-8 0,3-2-16 0,1-2-33 16,3-4-51-16,-2-4-64 0,5-1-62 15,3-3-70-15,-6-5-99 0,1-2-112 16,-4-7-113-16,5 1-144 0,1-3-33 0,-1-1 69 16,7-1-507-16,0-5-615 0</inkml:trace>
  <inkml:trace contextRef="#ctx0" brushRef="#br0" timeOffset="170334.76">12871 14441 3513 0,'0'0'473'16,"0"0"26"-16,0 0 31 0,0 0-13 16,0 0-52-16,-31 1-44 0,31-1-57 0,0 0-91 15,0 0-81-15,0 0-109 0,-5-5-127 16,5 5-126-16,0 0-132 0,0 0-158 0,0 0-168 15,0 0-160-15,0 0 56 0,-8 11 79 16,8-11-556-16,-12 11-671 0</inkml:trace>
  <inkml:trace contextRef="#ctx0" brushRef="#br0" timeOffset="170951.06">12775 14525 3604 0,'0'0'141'0,"0"0"5"0,0 0 12 15,0 0 27-15,0 0 24 0,0 0 7 16,22-21-6-16,-13 14-12 0,2-2-20 15,5 0-25-15,-2-4-8 0,2-1-15 0,-1 1-15 16,1 1-10-16,-3-2-7 0,-6 2-27 16,5-3 0-16,-5 3-1 0,1 0-7 0,-5 0 1 15,-1 2-1-15,-4-4-14 16,1-1-8-16,-3-3-14 0,-2 3-11 0,-3-5-5 0,-5 5-7 16,1 1-3-16,-1 4-3 15,0 3-3-15,-6 4 2 0,0 6 7 0,1 2 14 16,-10 9 27-16,4 7 29 0,7 3 45 15,-2 5 37-15,4 8 29 0,7 0 20 0,5 2 22 16,3 1 22-16,2-1 13 0,9-3-147 16,2 1-115-16,4-6 0 0,2-2 0 0,3-2 0 15,-1-5 0-15,5-3 0 0,2-6 0 16,-4-5 0-16,-1-5 0 0,0-2 0 16,-5-4 0-16,4 2 0 0,0-5 0 0,-4 1 0 15,-4-2 0-15,3 0 0 0,-5-1 0 16,-2 1-284-16,2 2-460 0,-6-2-200 0,2 4 88 15,-3-3 96-15,-4 6-806 16,8-5-1007-16</inkml:trace>
  <inkml:trace contextRef="#ctx0" brushRef="#br0" timeOffset="171150.24">13383 14564 4934 0,'0'0'311'16,"-5"-6"-25"-16,-2 3-25 0,7 3-18 0,-3-10-33 16,3 4-41-16,0-1-52 0,0-2-104 15,1 0-93-15,-1-1-107 0,0 0-140 16,2-2-172-16,-2 3-249 0,3 1 41 16,-3 0 78-16,0 8-516 0,-5-11-613 0</inkml:trace>
  <inkml:trace contextRef="#ctx0" brushRef="#br0" timeOffset="184414.01">3437 12752 509 0,'0'-12'211'0,"2"6"-24"0,-2 6-7 15,0-12-15-15,0 12-4 0,-2-11 8 16,2 11 5-16,-2-11-10 0,2 11 6 16,-3-7 4-16,3 7 16 0,0 0-7 0,-10-3-2 15,10 3 6-15,0 0-9 0,-28 24 8 16,8-4 6-16,2 3-15 0,-2 3-8 16,1 1-11-16,-1 4-12 0,-3 4-15 0,3-3-11 15,4 0-13-15,-2-3-12 0,3 0-5 16,1-1-11-16,3 0-8 0,-1-10-10 15,5-1-5-15,1-5-6 0,1 1-22 0,1-3-24 16,-1-1-22-16,2-3-28 0,1 2-21 16,2-8-20-16,-6 8-40 0,6-8-39 15,0 0-28-15,0 0-28 0,0 0-20 0,0 0-26 16,0 0-25-16,-11-29-15 0,11 13 4 16,0-1 8-16,-3-7 21 0,1 1 32 0</inkml:trace>
  <inkml:trace contextRef="#ctx0" brushRef="#br0" timeOffset="184947.22">3098 12968 1608 0,'-4'-29'-107'0,"-1"3"42"16,1 4 26-16,-1-1 35 0,-2 2 30 15,3 1 27-15,-1 3 25 0,3 1 22 16,0 5 3-16,0-1-7 0,-1 3-11 0,1 2-10 16,2 7 29-16,0 0 4 0,0 0-3 15,0 0-7-15,0 0-8 0,26 16 6 16,-14-3-6-16,6 9-11 0,3 2 3 0,1 1-10 16,3 2-5-16,5 8-7 0,-6-10-5 15,-3-1-5-15,4 0-2 0,-2-2-7 0,-8-5-6 16,1-3-3-16,-7-3-1 0,0-2-3 15,0-1 0-15,-2-2 2 0,0-2 0 16,-7-4-7-16,4 3-1 0,-4-3 0 16,0 0-8-16,0 0 3 0,0 0-5 15,-5-26 3-15,-3 14-14 0,-2-6-7 0,-3-12-2 16,-2 0-6-16,-2-4 0 0,1 1-1 16,-1-11 0-16,-6 3 3 0,10 8-1 0,-2 4 7 15,2 3 18-15,-1 9 12 0,8 1 9 16,-1 4 8-16,1 4-7 0,1 1-6 0,2 3 3 15,3 4-1-15,0 0 14 0,0 0-4 16,0 0-8-16,-4 31-8 0,8-15 4 16,4 1 12-16,0 3-3 0,3 9-4 0,5-2-12 15,-2 3 4-15,2-2-8 0,-5 1 1 16,-1-7-6-16,5 2 10 0,-7-3 5 0,-3-8-4 16,0 1 14-16,-2-4 18 15,-1-1 17-15,-2-2 4 0,0-7-4 0,-5 14-7 16,0-10-1-16,5-4-10 0,-15 5-5 15,4-3-6-15,11-2 7 0,-27-2 4 16,12-1 9-16,0 1 7 0,-3 1 7 0,4-4 13 16,-2-2 12-16,5 2 5 0,2-1-6 15,0 1-11-15,2-2-7 0,1 1-12 0,5-1 6 16,1 7-19-16,3-16-3 0,3 8-8 16,8-4-8-16,2 0-28 0,13-5-58 0,1 1-81 15,3-1-91-15,5 1-97 0,-2 1-129 16,8-3-199-16,-10 3-38 0,-5 1 86 15,-8 8-398-15,-6 0-470 0</inkml:trace>
  <inkml:trace contextRef="#ctx0" brushRef="#br0" timeOffset="186896.93">4873 15269 2557 0,'-18'1'-128'0,"4"-1"30"0,3 2 28 15,11-2 26-15,-14 2 22 0,14-2 29 16,0 0 19-16,-16 0 11 0,16 0 1 0,0 0-2 15,0 0 1-15,0 0-2 16,0 0 2-16,0 0 13 0,0 0 15 16,0 0 8-16,0 0 3 0,30-12 1 0,-5 5-8 15,11-1 2-15,4-3-6 0,14-2 1 16,3-1-6-16,6-2-8 0,3-2-6 0,7 1-2 16,5 3 3-16,23-4-7 0,0 1 3 15,3 0-15-15,4 5 2 0,-6-2 0 16,0 2-5-16,-21 2-4 0,1 0-3 0,2-1 0 15,1 3-2-15,-8-2-5 0,3-2 18 16,-4 2 3-16,-1 1-2 0,-5 0-8 16,2 2 5-16,-1-1-3 0,-6-1-2 15,2 2 4-15,-5 1 7 0,-2 0 1 0,-16 3-5 16,1-3-6-16,3 2 4 0,-1 0 1 16,0 0-12-16,-2 0 6 0,1-2 22 15,3 2-4-15,-1 1-4 0,0-3 3 0,-1 0-2 16,-1 4-5-16,1-4-10 0,-2 0 7 15,0 2-6-15,1-3-2 0,0 3 3 0,0 0-6 16,-1-2 1-16,12-1-6 0,1-1 5 16,-3 2-10-16,-8-2 5 0,1 4 2 0,-3-1-13 15,3 2 10-15,1-1-3 0,-8 3-2 16,4 0 1-16,-8 1-5 0,3 0 3 16,2 1-6-16,-4 0 4 0,-3 3 3 15,-1-1-1-15,-2 2-4 0,-5-1-3 16,0 0 3-16,9 0 3 0,-8 2-2 0,-3-1-4 15,1-2 4-15,1 0 1 0,3 1-5 16,7 2 8-16,-1-4-4 0,4 0 1 0,-2 2 1 16,3-2-10-16,-7 0 9 0,-4 0 0 15,10-2-2-15,-6 0-4 0,-3 0 4 0,-3 1-2 16,3-1 1-16,-2 0 1 0,-1 4 0 16,-1-4 0-16,3 0 0 0,-1 0-4 15,2 0 6-15,8 3-1 0,2-3-3 0,1 0 3 16,-3-3-3-16,6 3-1 15,-4-3 3-15,3 1 0 0,-2 0-2 0,1-2 4 16,-2 0-1-16,-3 2 2 0,-7 0-6 16,-5 2-5-16,-1-2 7 0,-3 2-3 0,2 0 1 15,-5-2 4-15,3 2-1 0,-1 0 2 16,1 0-5-16,4 0 1 0,1-2-2 0,2 2 7 16,12-4 1-16,-1 4-6 0,3-3 6 15,-2 0-3-15,1 1 2 0,0 1-3 16,0-1-2-16,0-1 0 0,0 0-4 0,-1 0 7 15,2 2-5-15,-1-3 3 0,-3 2-1 16,-5 0 4-16,-7 2-7 0,2 0 4 16,1 0 3-16,-1 0-3 0,14-5 0 15,-4 2 4-15,5-1 1 0,-2 2-6 0,2-1 5 0,-2-3 0 16,1-1-6-16,-1 2 6 16,2-1-5-16,-2 4 2 0,-1-4-3 0,-5 3 4 15,-8 1-5-15,-3 0 3 0,-4-1-4 16,-2 1-2-16,2 0-15 0,-2-1-8 0,0-1-10 15,1 1-8-15,3-1-6 0,2 0 0 16,0 0 7-16,10-4 4 0,-9 2 6 16,-1 1 0-16,10-4 3 0,-7 5 0 0,-3 0 10 15,-3-1 12-15,-1 2 20 16,4-1 12-16,-10 1 12 0,1-3 9 0,-1 5-7 16,-3-3-1-16,1 1-4 0,1 0 2 15,-5-1 3-15,4 1-4 0,-1-1 7 0,-1 1 1 16,3-1 1-16,-5 1 1 0,0-3-2 15,0 4-3-15,-9 2-4 0,16-5-4 0,-9 1-8 16,-7 4 1-16,14-4-2 0,-14 4-24 16,10-5-32-16,-10 5-50 0,7-3-48 15,-7 3-56-15,0 0-50 0,0 0-72 0,7-6-96 16,-7 6-157-16,0 0 24 0,0 0-249 16,0 0-278-16</inkml:trace>
  <inkml:trace contextRef="#ctx0" brushRef="#br0" timeOffset="190196.55">19882 2073 2141 0,'0'0'21'0,"0"0"47"0,0 0 46 16,0 0 27-16,0 0 33 0,0 0 30 15,0 0 26-15,0 0 20 0,0 0 17 16,0 0 2-16,0 0-5 0,0 0-5 0,0 0-18 16,0 0-27-16,0 0-21 0,0 0-25 15,0 0-12-15,0 0-8 0,0 0-14 0,-8 19-4 16,8-7-27-16,0 2-4 0,0 3-14 15,0 1 6-15,2 6-13 0,0-5-16 16,-2 0-2-16,2 0-15 0,-2 0 0 0,2-2 1 16,-1-2-8-16,-1 0-1 15,0-4-6-15,2-1 1 0,-2 0-12 0,0-1-9 16,0-1-15-16,0-8-42 0,0 12-28 16,0-12-43-16,-2 9-57 0,2-9-84 0,0 0-87 15,-5 2-78-15,5-2-83 0,0 0-108 16,-7-19-81-16,7 9 61 0,0-1-311 15,0-3-425-15</inkml:trace>
  <inkml:trace contextRef="#ctx0" brushRef="#br0" timeOffset="190613.22">19872 1812 2462 0,'-12'-2'-71'0,"12"2"30"0,-25 2 28 15,12 2 19-15,1 1 26 0,-10 3 25 16,-3 6 20-16,0 5 22 0,0 3 24 16,0 2 7-16,-6 9 22 0,4 2 12 0,10-6 12 15,-5 17 21-15,8-2-8 0,5-4-5 16,2-1-3-16,5 2-16 0,6 3-3 16,6 4-13-16,5-1-8 0,6-2-13 15,10-6-11-15,6-1-8 0,8-6-8 0,2-2-11 16,6-7-12-16,3-4-2 0,5-5-5 15,2-6-14-15,0-5-2 0,-14-6-5 16,-1-1-3-16,3-9-4 0,-9 1-2 0,0-6-4 16,-7-1 1-16,-9-2 14 0,-2-5 12 15,-4-6 5-15,-5-2 2 0,-7-8 2 16,-4-3-6-16,-8-9-20 0,-4-4 10 0,-9 1-13 16,-4 0-12-16,-1 7-4 0,-5 3-5 15,-4 5-15-15,-1 8-21 0,3 12-24 0,-3 6-30 16,-2 6-38-16,-7 7-39 0,1 5-39 15,1 3-52-15,-2 3-52 0,1 4-46 16,8 1-69-16,-4 2-68 0,7-1-122 16,10-1-70-16,1-1-346 0,11 2-484 15</inkml:trace>
  <inkml:trace contextRef="#ctx0" brushRef="#br0" timeOffset="191779.1">21162 2029 2533 0,'0'0'-93'0,"-2"-10"44"0,2 10 47 16,-2-8 37-16,2 8 35 0,0-9 32 0,0 9 29 16,0 0 22-16,-3-10 10 0,3 10 0 15,0 0-17-15,-2-8-19 0,2 8-12 16,0 0-6-16,0 0-1 0,0 0 10 0,0 0 7 16,-16 33 5-16,11-14 11 0,-5 12 14 15,3 4-4-15,-1-2-11 0,-2 4-14 16,3-3-10-16,0 1-12 0,-4 0-9 0,6-2-10 15,-1 2-10-15,3-8-5 0,-4-4-7 16,3-3-5-16,1 1-21 0,-3-6-36 0,4 1-46 16,-1-5-48-16,-1 0-57 0,0-3-54 15,4-1-48-15,0-7-80 0,-1 10-91 16,1-10-100-16,0 0-113 0,0 0 48 16,0 0-213-16,11-29-289 0</inkml:trace>
  <inkml:trace contextRef="#ctx0" brushRef="#br0" timeOffset="191996">21145 2054 2066 0,'0'-10'-12'16,"0"4"65"-16,0 6 29 0,0-9 15 15,0 9 5-15,0 0-9 0,0 0-9 0,0 0 27 16,0 0 4-16,0 0-5 0,0 0-4 16,19 22-2-16,-9-8-14 0,5 15 22 15,1-4-20-15,-2 6 1 0,6 0-8 0,-2 0-14 16,2-2-9-16,-6-2-24 0,6 1-47 15,-3-5-40-15,0 0-49 0,-3-5-51 16,-5-5-45-16,-2-1-65 0,1-2-61 16,-2-3-84-16,0-3-99 0,-2-1-99 15,-4-3-101-15</inkml:trace>
  <inkml:trace contextRef="#ctx0" brushRef="#br0" timeOffset="192163.89">21219 2249 1695 0,'-9'-5'84'0,"9"5"34"0,-14-2 25 16,14 2 2-16,0 0-9 16,-9-1-14-16,9 1-11 0,0 0-8 0,0 0-16 15,0 0-10-15,0 0-5 0,0 0-10 16,0 0-32-16,0 0-58 0,0 0-67 16,50 6-81-16,-32-9-115 0,5 1-157 0,12-5-214 15,-9 2-159-15</inkml:trace>
  <inkml:trace contextRef="#ctx0" brushRef="#br0" timeOffset="192446.08">21545 1926 1901 0,'-7'-9'61'15,"1"4"41"-15,0 1 25 0,6 4 28 0,-7-7 5 16,7 7-12-16,0 0-15 0,0 0-17 15,0 0 11-15,0 0 1 0,-10 16-5 16,9-5 0-16,1 5 5 0,1 4-2 0,-1 4-12 16,2 2-8-16,0 18 14 0,4-4-8 15,-3 3-11-15,1-3-7 0,2-1-13 16,-3-3 2-16,4-2-29 0,-4-7-41 0,-1-4-61 16,0-3-62-16,4 0-72 0,-3-6-81 15,-1-2-95-15,2-2-113 0,1-3-116 16,0-4 57-16,-5-3-146 0,11-2-171 15</inkml:trace>
  <inkml:trace contextRef="#ctx0" brushRef="#br0" timeOffset="192695.74">21709 1850 1790 0,'-6'-9'59'0,"5"3"41"15,-3 0 15-15,4 6 6 0,-4-6-10 0,4 6 3 16,0 0 17-16,0 0 7 0,0 0 12 15,-3 24 13-15,0-11-4 0,3 4 15 16,3 9 3-16,-3 10-5 0,1 1-7 0,-1 4 7 16,2 2-15-16,2-3-13 15,-2-1-12-15,1-2-12 0,1-1-14 0,-2-9-8 16,2-3-10-16,-3-2-19 0,3-2-30 16,1-2-36-16,-3-7-43 0,-2 1-56 0,2-2-56 15,-2-2-65-15,1-1-89 0,-1-2-127 16,0-5-177-16,0 0 15 0,0 0-262 15,0 0-340-15</inkml:trace>
  <inkml:trace contextRef="#ctx0" brushRef="#br0" timeOffset="193562.69">22401 1693 2313 0,'-11'-5'54'15,"4"1"26"-15,7 4 10 0,-13-2 22 16,13 2 39-16,0 0 28 0,-11 20 32 16,5-3 12-16,0 2-3 0,1 14 2 0,-1 5 1 15,3 0-12-15,-1 1-16 0,-1 2-12 16,3 2-18-16,1 1-13 0,1-2-12 0,-2-1-14 16,0-3-14-16,2-9-8 0,-2-2-17 15,0-3-3-15,2-7-9 0,-2 0-3 16,0-1-8-16,1-3-7 0,-3-3-1 15,0 2-3-15,1-5-8 0,-6 0-20 16,4-4-16-16,-6 1-21 0,11-4-28 0,-25-2-32 16,9 0-24-16,-4-6-23 0,0-1-26 15,-5-9-13-15,2 3-3 0,3-3 9 0,2 3 12 16,7-1 10-16,2 4 12 0,1 1 10 16,4-3-5-16,2 3-2 0,6 0 0 15,6-5-5-15,3 1-12 0,12-7-20 0,5 3-10 16,8-5 9-16,10 3 15 0,10-4 11 15,-2 2 10-15,7-1 14 0,15-9 8 0,3-1 11 16,-20 7 6-16,-4-2 11 0,-4-4 5 16,-5-4 2-16,-12 4 12 15,-8-4 4-15,-5 6 18 0,-12 4 24 0,-1 5 20 16,-8 3 15-16,-2 4 10 0,-4-1 5 16,0 3 8-16,-3 2 8 0,-4 1 4 0,-3 2 6 15,1 6 5-15,1 0 2 0,-7 4 12 16,0 4 15-16,-4 11-2 0,-4 8 25 15,-1 7 7-15,0 2 6 0,1 7-1 0,4-3 5 16,0 5-3-16,2 0-4 0,4 0-10 16,6-7-13-16,2 3-1 0,6 1-20 0,-3 1-8 15,6 2-5-15,0-2-9 16,0-3-6-16,4-2-6 0,-2-9-4 0,0-5-8 16,-2-5-5-16,1-3-1 0,1-2 3 15,3-2 10-15,-1-5 1 0,-4-5-6 16,13 0-5-16,-13 0-1 0,25-17-1 0,-4-1-4 15,-5 1 8-15,-2 3 15 0,1 0 18 16,-4 4 13-16,-3 3-1 0,2 0-2 0,-3-1-8 16,0 6-30-16,-7 2 18 0,11-2 20 15,-11 2 10-15,0 0-13 0,21 12-2 0,-16-7-13 16,5 2 0-16,1 4-3 0,-1-3-16 16,-1 2 2-16,2 1-6 0,5-1-1 15,-3-3-4-15,3-1-3 0,-4 2-6 16,8-4 11-16,-3-2-16 0,2-2-3 15,0 0 2-15,4-2-4 0,-4 2-2 0,0-3-6 16,4-2-3-16,-4 3-6 0,-2-1 3 16,2 1-7-16,-2-1-4 0,-4 1 8 0,5-2-31 15,-3 4-6-15,0-3-33 0,0 1-25 16,3-2-43-16,-4 2-37 0,0-4-53 16,1 1-80-16,-1 2-76 0,-1-4-89 0,1 0-137 15,-3-3-201-15,3-2 61 0,-5 2-549 16,-2-2-746-16</inkml:trace>
  <inkml:trace contextRef="#ctx0" brushRef="#br0" timeOffset="194195.77">23859 2060 3295 0,'0'0'-36'0,"0"0"64"0,-2-14 55 16,2 14 56-16,-4-8 22 0,4 8 16 15,0 0-9-15,-2-7-16 0,2 7-12 0,0 0 28 16,0 0 18-16,0 0-9 15,0 0-4-15,0 0-6 0,8 29-1 0,-8-20-11 16,2 3-16-16,-2 1-5 0,0-1-7 16,0 0-14-16,0 1-7 0,0-3-11 0,-2 1-5 15,2-3 2-15,0 1-2 0,0-9 10 16,-2 13 15-16,2-13 16 0,0 9 14 16,0-9-4-16,0 0-15 0,0 0-13 0,0 0-11 15,0 0-13-15,0 0-11 0,7-34-5 16,-1 18-8-16,0 3-9 0,4-3-9 0,-1 1-4 15,-2 1-5-15,2 4-11 16,0 0-1-16,-4 1-4 0,4 3-5 0,0 2-4 16,0 2-2-16,-9 2-2 0,21 2-7 0,-10 0-12 15,0 4-12-15,2 2-19 16,-2 1-26-16,1-1-34 0,-1 4-18 0,0-3-34 16,3 3-50-16,-1 1-49 0,0-5-64 15,-3 4-45-15,4 0-53 0,0-5-69 0,-3 0-85 16,3 0-121-16,1-2-13 0,-1-4-513 15,-1-2-679-15</inkml:trace>
  <inkml:trace contextRef="#ctx0" brushRef="#br0" timeOffset="194512.87">24402 1959 3281 0,'-7'-6'-19'16,"2"0"41"-16,5 6 26 0,-9-5 36 0,9 5 47 15,0 0 15-15,0 0 9 0,0 0-6 16,-23 14-1-16,17-6-4 0,4 4-11 15,0 0-11-15,1-1-13 0,2 1-8 0,-1 0-13 16,6-1-5-16,-1 3 0 0,4 1-6 16,-2-5-8-16,4 0-7 0,-1-1-5 0,2-4-6 15,-1-2-6-15,-1 1-2 0,-10-4 0 16,18-2-7-16,-18 2-4 0,20-4-3 16,-15 1 5-16,-5 3-5 0,14-8 1 0,-10 2 2 15,-4 6-2-15,0-14-1 0,-2 7-5 16,2 7-1-16,-8-16-4 0,0 6-3 15,5 1-1-15,-7 1-18 0,5 0-15 16,-5 0-25-16,0 1-34 0,-1 3-50 16,3 2-61-16,8 2-68 0,-19-3-68 0,9 2-88 15,10 1-98-15,-11 0-159 0,11 0 66 16,0 0-283-16,-5-8-367 0</inkml:trace>
  <inkml:trace contextRef="#ctx0" brushRef="#br0" timeOffset="194962.41">25012 1243 2606 0,'-6'-14'115'0,"4"3"71"0,-1 2 42 16,1 2 19-16,2 7-20 0,0 0 44 0,0 0 38 16,0 0 14-16,-20 36 5 0,13 0 18 15,-3 12 5-15,-1 8-2 0,2 8-9 0,-4 0-20 16,2-1-28-16,2 2-24 0,1-6-22 15,0-1-23-15,5-3-3 0,-3-1-23 16,4-11-18-16,4-4-159 0,-2-8-20 0,0-5 0 16,0-8 0-16,0 1 0 0,2-1 0 15,0-7 0-15,-2 1 0 0,0-2 0 16,0-5 0-16,0-5 0 0,2 8 0 16,-2-8 0-16,0 0 0 0,0 0 0 0,-11-19 0 15,2 5 0-15,0-1 0 0,-2-3 0 16,-6-3-27-16,-7-2-193 0,2 9 15 0,-1-3 17 15,-2 5 16-15,6 6 18 0,-3 0 15 16,2 5 13-16,3 1 12 0,0 3 15 16,-1 1 18-16,6 2 18 0,-4 2 10 0,5 0 5 15,2 2 10-15,0 2 6 0,5-1 5 16,1-2 2-16,5 3 0 0,-1-2 2 0,8-3 1 16,0 3-22-16,8 0-43 0,-2-4-61 15,10-3-64-15,-3-1-69 0,7 0-75 16,0-2-105-16,-1 0-136 0,-1-4-98 15,9 1 68-15,-5 1-326 0,-6 0-432 16</inkml:trace>
  <inkml:trace contextRef="#ctx0" brushRef="#br0" timeOffset="195363.04">25198 2014 2755 0,'0'0'115'0,"0"0"51"0,0 0 48 16,0 0 27-16,0 0 11 0,0 0-11 15,0 0-21-15,0 0-15 0,0 0-20 0,0 0-14 16,0 0-18-16,0 0-13 0,0 0-12 16,11-9-14-16,0 3-11 0,-4-1-12 15,0 3-1-15,2-6-9 0,0 2-5 16,-4-3-7-16,5 1-8 0,-4-2-8 16,-2 2-6-16,0-5-3 0,-3 2-8 0,1 2-3 15,-2-1-4-15,-2 0-2 0,-3 3-4 16,-3 1-3-16,-4 2-4 0,0 3-3 0,-4 3-1 15,-5 1-3-15,-2 7 3 0,-5 2 10 16,3 5 10-16,0 1 16 0,8 1 20 16,5-2 26-16,1 2 18 0,4 1 9 0,-2 3-3 15,8-3-4-15,1-1 1 0,1 3-10 16,5 0-5-16,0-2-9 0,6-2-10 16,-1 1-2-16,12 2-11 0,4-5-5 15,-3-1-9-15,1-2-5 0,-1-6-2 0,1 0-19 16,0-2-24-16,-3-3-52 0,-4 2-58 15,0-4-52-15,-1 6-52 0,-4-4-56 16,-4 0-70-16,3 1-80 0,-2 1-93 0,-3 1-118 16,-7-3-156-16,5 7 66 0,-5-1-535 15,0-6-714-15</inkml:trace>
  <inkml:trace contextRef="#ctx0" brushRef="#br0" timeOffset="196161.22">26340 1949 3390 0,'0'-8'-53'0,"0"2"37"0,0 6 33 0,0 0 18 15,0 0 11-15,-3-9 47 0,3 9 55 16,0 0 18-16,-12 20 14 0,2-3 5 16,3 4 21-16,-3 8-2 0,0 4-17 0,-1 1-16 15,3 0-5-15,1-1-11 0,-3-4-16 16,5-6-7-16,-2-4-20 0,4-2-8 16,1-1-8-16,0-4-14 0,-2 1-4 15,3-7 23-15,-1 2 7 0,2-8 19 0,0 8 0 16,0-8-22-16,0 0-18 0,0 0-8 15,0 0-10-15,9-30-3 0,-4 13-6 16,4-4-10-16,4-8-8 0,2 5-2 0,0-1-14 16,-6 3 5-16,9-2-1 0,-7 10-14 15,-3-1 4-15,3 5-10 0,-5 3 4 0,4 1-10 16,-1 3-2-16,1 0 1 16,-10 3 3-16,21 3-7 0,-12 2 5 0,5 2-11 15,-3 1-11-15,-2 2 3 0,3 6-5 0,-1-7-4 16,-1 9-4-16,0-7 1 0,-3 2 5 15,1-2-8-15,-5-3 3 0,6-1 6 16,-6 0 7-16,1-2 1 0,0-2 1 16,-4-3 0-16,7 6 5 0,-7-6-2 0,0 0-4 15,16-14 10-15,-9 3-10 0,2 0 8 16,3-7 0-16,3-4-3 0,-1 3-5 0,-1 4 6 16,0-3 0-16,-1 5 1 0,-3 3-3 15,-1 0 2-15,2 3-3 0,-7 1-6 0,7 4 4 16,-10 2 4-16,12 2 0 0,-5 4-1 15,0 1 4-15,-1 3 0 0,0 4 0 16,2 1 5-16,-3 4-4 0,3 1 0 16,-3-2-38-16,4 2-28 0,-4 0-45 15,3-1-69-15,-7-3-61 0,5-1-66 0,1 2-84 16,0-5-113-16,-2-2-175 0,1-2-18 16,1-2 76-16,2-1-355 0,-2-1-458 0</inkml:trace>
  <inkml:trace contextRef="#ctx0" brushRef="#br0" timeOffset="197312.07">27028 2317 2983 0,'0'0'148'0,"-12"2"42"0,12-2 31 0,0 0 18 16,0 0-7-16,0 0-19 0,0 0-21 15,0 0-17-15,0 0-18 0,0 0-15 16,0 0-15-16,0 0-14 0,0 0-7 0,15-21-15 15,-6 11-6-15,-2-2-9 0,-2 1-13 16,3-8-2-16,-2 0-7 0,2-3-6 0,-5-1-8 16,1 0-3-16,2-3 0 0,-4 2-4 15,-1 0-6-15,1 4 5 0,1 3 7 16,-3 3 5-16,0 1-1 0,2 1-5 0,-2 4-8 16,0-1-3-16,0 9-2 15,0 0 12-15,0 0 2 0,0 0 2 0,0 0 5 0,-14 21 2 16,10-9-1-16,4 3-5 15,0 3-1-15,2 1 0 0,0 4-3 16,2 0-2-16,4-5-8 0,-1 3 3 0,3-4-4 16,-1 0-7-16,1-1 2 0,1-8-1 15,3-1 6-15,-3-2-12 0,0-5-10 0,5 0-5 16,0-5-18-16,4-4-6 0,1-1 7 16,6-3-2-16,-3-6 1 0,-5 3 4 0,-3 3 5 15,-3-3-4-15,0 1 0 0,-5 3 8 16,1 2 12-16,-3-1 13 0,0 3 17 15,-5 0-19-15,6 4-1 0,-7 4-10 16,5-5 1-16,-5 5 5 0,0 0-5 16,0 0-3-16,0 0 10 0,0 0-10 0,0 0 3 15,4 19 0-15,0-13-6 0,-4-6-1 16,5 11 3-16,1-8-1 0,-6-3 1 0,12 1-3 16,-12-1-2-16,18 0 3 0,-18 0-8 15,22-6-6-15,-10 1-5 0,1-5-16 16,-1-2-4-16,2 1-7 0,-1-5-3 0,-1-1-10 15,5-8 0-15,-5-1 6 0,-1-3-1 16,0-4 4-16,-3 4 0 0,2 5 9 0,-5 4 3 16,1 4-1-16,-3 3 2 0,-3 1-1 15,2 5 2-15,1 3 2 0,-3 4 3 16,0 0 6-16,0 0 4 0,0 0 11 16,0 0 7-16,-5 23 14 0,7-11 22 15,-2 1 12-15,3 4 10 0,1 4 7 0,-1 1 29 16,1 0-2-16,4 11-3 0,-3-9 17 15,3 7 8-15,4-1-11 0,-5-7-8 0,0-2-5 16,2-2 10-16,-2 1-10 0,-3-4 7 16,1-1 6-16,-1-5 10 0,-2-1 13 15,2 1 8-15,-4-3-1 0,0-7-1 0,2 12-3 16,0-7-99-16,-2-5-29 0,0 0 0 16,0 8 0-16,0-8 0 0,0 0 0 15,-14 7 0-15,14-7 0 0,0 0 0 0,0 0 0 16,-27-12-114-16,22 6-191 0,-1-10-55 15,5-3-45-15,2-6-33 0,10-23-7 16,13-8 5-16,15-19 11 0,11-7 31 16,7-5 35-16,3-3 36 0,-1 5 36 0,0 0 52 15,-10 9 53-15,-5 10 56 0,-13 15 59 16,-6 2 59-16,-9 9 57 0,-2 9 58 0,-7 1 41 16,1 10 40-16,-5 2 26 0,4 6 9 15,-5 0 4-15,0 5-22 0,0-1-24 16,-2 6-20-16,0 2 2 0,0 0 12 0,-14 21 22 15,-1 8 25-15,-5 12-9 16,2 10 12-16,-3 3-4 0,-1 6-18 0,4 1-13 0,-1 4-19 16,1-4-14-16,3-3-16 15,3-3-14-15,3 1-8 0,3-15-12 0,1-3-10 16,1 1-28-16,2-10-35 0,1-7-42 16,-2-3-59-16,3 0-36 0,0-6-25 15,-2 1-17-15,4-6-8 0,-4-1-31 0,2-7-31 16,0 0-33-16,2 7-13 0,-2-7-17 15,0 0-11-15,0 0 2 0,0 0 17 0,-9-27 24 16,5 18 31-16,-2-1 39 0,4 5 45 16,1 0 36-16,-3-2 27 0,2 2 18 15,2 5 20-15,-5-9 6 0,5 9 7 0,0-8 4 16,0 8 7-16,5-9 1 16,1 6-6-16,1-1 2 0,2-1-40 0,7 0-65 15,4-2-76-15,14-3-85 0,2-2-27 16,16-9-94-16,9 1-119 0,23-12-142 15,0 0-157-15</inkml:trace>
  <inkml:trace contextRef="#ctx0" brushRef="#br0" timeOffset="197727.83">29238 1071 1872 0,'-7'-7'67'0,"-4"4"22"0,11 3 16 15,-25 2 26-15,11 5 47 0,-15 5 39 16,1 8 37-16,-8 13 31 15,2 5 26-15,-2 7 6 0,1 6-7 0,5 3-6 16,-6 20-6-16,9-14-20 0,4 2-10 16,0 0-16-16,4-2-25 0,2-2-23 0,4-3-18 15,-3-3-26-15,5-3-8 0,3-13-18 16,0-1-10-16,3-10-6 0,-1-5-16 16,4-3-6-16,-1-4-7 0,1-1-4 0,-1-4 8 15,-1 0-3-15,4-8-8 0,0 7 3 16,0-7-18-16,0 0-3 0,0 0-11 0,0 0-3 15,25-25-11-15,-13 10-9 0,7-5-3 16,-5 3-7-16,-3 2 0 0,-2 3 1 16,1 2-8-16,-2 3-3 0,-1-2-6 15,-1 4 4-15,-3 0-12 0,-3 5-3 16,10-7 3-16,-10 7 2 0,13 0 2 0,-13 0-7 16,18 6 3-16,-9-2-1 0,0 2-18 15,2 1-23-15,0 1-34 0,-2 0-51 0,3 1-40 16,-3 0-46-16,0 0-46 0,2-3-54 15,-4-1-47-15,2 2-54 0,-1 2-43 16,-2-6-61-16,1 2-64 0,-1-1-108 0,1-2 49 16,-7-2-382-16,18-2-500 0</inkml:trace>
  <inkml:trace contextRef="#ctx0" brushRef="#br0" timeOffset="198361.88">29195 1857 2704 0,'7'-16'7'0,"1"2"75"0,-5 6 65 15,2-1 80-15,-3 5 47 0,-2 4 26 16,4-10-3-16,-4 10-16 0,1-4-27 15,-1 4-10-15,0 0 47 0,0 0 10 0,0 0-18 16,0 0-12-16,17 22-21 0,-13-12-15 16,-1 1-14-16,-2 2-14 0,1-2-15 15,0 2-14-15,-2-1-10 0,0 2-13 0,-2-2-13 16,-1 0-19-16,-2 1-13 0,-3-1-8 16,1 0-10-16,-2-1-39 0,-3-1-53 15,-1-2 0-15,-3 0 0 0,5-5 0 16,-1-1 0-16,-1-1 0 0,13-1 0 0,-23-8 0 15,14-2 0-15,1-6 0 0,5-3-53 16,5-6-22-16,3-8 7 0,4-1 2 16,3 4 8-16,-4 9-5 0,-3 4 10 0,3 5-2 15,-5 4 4-15,6 2 7 0,-4 6 21 16,-5 0 20-16,0 0 22 0,23 10 15 0,-12 0 12 16,-1 1 3-16,2 5 8 0,-3 0-11 15,2-1 0-15,-1 3-5 0,-1-5-9 16,1 4-4-16,-2-7 3 0,-1 3-3 0,-3-5 4 15,0-1-2-15,-1 0 15 0,3-2 3 16,-2 0-48-16,-4-5 0 0,6 5 0 16,-6-5 0-16,0 0 0 0,0 0 0 15,19-10 0-15,-14 3 0 0,5-5 0 0,1-3 0 16,1-2 0-16,1 1 0 0,-2 1 0 16,1-1 0-16,-2 6 0 0,-5 2 0 15,3 1 0-15,-2 0 0 0,0 2 0 0,-6 5 0 16,13-4 0-16,-13 4 0 0,0 0 0 15,21 4 0-15,-12-2 0 0,1 4 0 0,-2 0 0 16,1-1 0-16,-4-2 0 0,4 2 0 16,-9-5 0-16,11 7 0 0,-6-4 0 15,-5-3 0-15,11 6 0 0,-11-6 0 16,7 3 0-16,-7-3 0 0,0 0 0 16,0 0 0-16,15 0 0 0,-15 0 0 0,0 0 0 15,14-11 0-15,-7 3 0 0,-2-4 0 16,3-1 0-16,0-8 0 0,1-1 0 0,2-10 0 15,0-2 0-15,0 0 0 0,0 1 0 16,1 4-136-16,-1 2-494 0,-2 5-113 16,-2 5-206-16,-2 3 84 0,-1 3-791 0,-2 5-1092 15</inkml:trace>
  <inkml:trace contextRef="#ctx0" brushRef="#br0" timeOffset="198778.38">30002 1699 4277 0,'2'6'-53'16,"-4"0"84"-16,2-6 88 0,0 0 71 0,0 10 52 16,0-10 23-16,0 0 17 0,0 0-8 15,0 0-12-15,0 0-15 0,0 0-18 16,2 7-22-16,-2-7-16 0,0 0-26 0,0 0-11 16,0 0-19-16,0 0-8 0,0 0-17 15,0 0-7-15,25-14-16 0,-19 9-4 16,-6 5-23-16,10-14-19 0,-6 7-13 0,-1-3-14 15,1 2-10-15,-2 1-6 0,-2 7-3 16,0-12-9-16,0 12-3 0,-6-5-1 16,6 5 6-16,0 0-4 0,-27 5 1 15,18 2 20-15,-3 3 21 0,-3 4 22 0,4 1 20 16,1 1 16-16,1 1 13 0,0 1-9 16,2-3-88-16,4 2 0 0,-1-1 0 15,4-2 0-15,-2 0 0 0,2 1 0 0,2-2 0 16,2-1 0-16,1 1 0 0,3-1 0 15,2-2 0-15,1 1 0 0,3-3 0 0,-2 1 0 16,8-1 0-16,-5-1 0 0,-3-2 0 16,-3 1 0-16,0 0 0 0,-2-4-145 15,0 1-435-15,-3 1-156 0,-4-4-192 0,0 0 79 16,0 0 91-16,-22 12-669 16,6-8-877-16</inkml:trace>
  <inkml:trace contextRef="#ctx0" brushRef="#br0" timeOffset="199627.62">21508 2902 4096 0,'0'0'-77'0,"-9"11"23"15,6-7 45-15,1 4 20 0,2-8 39 0,-2 14 26 16,2-7 16-16,0-7 4 0,2 17 3 16,1-8-1-16,3-1-8 0,0 0-7 0,2 1-4 15,3 1-7-15,1-3-5 0,-3-2-20 16,4-1-5-16,-1 1 0 0,-1-3-7 0,-2-1 6 16,-9-1-6-16,20 0-1 15,-20 0 4-15,17-5 4 0,-9 2 1 16,-5-2 4-16,1-1-2 0,-2-4-2 0,0 0-7 0,-6-1-4 15,0 2-6-15,1-3 2 16,-6 2-10-16,-2 3-3 0,2-1 1 0,-2 3-6 16,-3 2-1-16,-1 3-4 0,-2 0 3 15,-3 4 4-15,6 0-2 0,-6 5-1 0,6 1 3 16,0 2-1-16,1 2 0 0,3 0 3 16,6 1-4-16,-2 0 0 0,6 3 2 15,4 0-1-15,2 3-3 0,4-2 3 0,4 3-2 16,4 0 0-16,3-3 2 0,1-2-3 15,3-6-23-15,-5-2-27 0,1-3-44 16,-1 0-57-16,0-4-68 0,1-2-63 16,-3-1-76-16,4-2-101 0,-8-2-147 0,2-2-35 15,1-3 67-15,-3 2-256 0,-1-1-307 16</inkml:trace>
  <inkml:trace contextRef="#ctx0" brushRef="#br0" timeOffset="199844.8">21924 2917 2224 0,'0'-11'71'0,"-2"5"62"15,-1-2 55-15,3 8 44 0,-6-10 16 16,6 10-3-16,-4-6-23 0,4 6 11 0,0 0-1 16,0 0-2-16,0 0-14 0,-12 29-18 15,12-17-18-15,0 5-18 0,0-5-18 16,0 8-12-16,0-1-3 0,0-2-22 16,0 2-39-16,2 3-45 0,3-6-47 0,-3 1-51 15,-4-5-64-15,4-2-66 0,-2 1-50 16,2-2-67-16,-4-2-107 0,2-7-138 15,-2 7-65-15,2-7 64 0,0 0-249 0,0 0-303 16</inkml:trace>
  <inkml:trace contextRef="#ctx0" brushRef="#br0" timeOffset="199961.05">21999 2576 2125 0,'2'-13'-52'0,"-2"3"19"0,0 3-1 16,2 2 1-16,-2 5-4 0,2-5-17 15,-2 5-31-15,0 0-47 0,0 0-60 16,0 0-309-16,19 15-7 0</inkml:trace>
  <inkml:trace contextRef="#ctx0" brushRef="#br0" timeOffset="200777.36">22222 2666 1615 0,'0'0'179'0,"0"0"30"15,-8-14 8-15,8 14 1 0,0 0-6 16,0 0 15-16,0 0 21 0,-10 21-2 16,6-5-13-16,3 4-18 0,-1-1-15 15,0 5-16-15,2 1-17 0,-2 3-15 0,0 9-15 16,0-8-26-16,2-2-13 0,-1-2-9 16,-1-2-8-16,0-1-8 0,-2-3-6 0,0 1-8 15,2-3-2-15,-2-1-7 0,0-1-4 16,1-3-2-16,-1-1-8 0,-2-2-10 0,1-1-12 15,-4-5-7-15,4 2-16 0,5-5-12 16,-15 0-12-16,15 0-1 0,-16-7-6 16,11 0-13-16,-1-3-17 0,6-2-19 0,0-2-8 15,6-2-19-15,1-14-6 16,11 3-18-16,-2 1-4 0,6-3-10 0,6-4 10 16,8 0 14-16,0 1 8 0,7 1 13 0,-5 1 4 15,0 1 13-15,-4 1 8 0,-7 6 6 16,-6-1 13-16,-3 1 3 0,-7 3 13 15,-4 3 19-15,-2 3 26 0,-3 3 21 0,0 2 10 16,-4-1 3-16,0 1 15 0,1 0 6 16,-5 3 6-16,-1 1 2 0,7 4 13 15,-18 4 7-15,5 3 12 0,-3 5 18 0,-2 8 7 16,-1 4-8-16,-1 2 1 0,4 3 0 16,-4 1-8-16,7 0-7 0,-1 5-11 15,3-1-8-15,0 0-3 0,3-2-10 0,2-3-4 16,5-6-9-16,1-3 0 0,0-3-5 15,1-1-4-15,3-3 1 0,0-1 0 16,2-2 13-16,3-5 8 0,1-3 1 0,-10-2 2 16,28-5-4-16,-6-2-3 0,-1 0-1 15,-1-3 6-15,1 5 1 0,-6-1-8 16,1 0-1-16,-3 2-11 0,-1 2 3 0,-12 2 12 16,23 5 16-16,-14 2 6 0,2 2 5 15,-1 1 2-15,2 7-5 0,-5-1 3 0,2 1-3 16,1 0-8-16,0 0-5 0,-1 1-8 15,-3-5-1-15,2 0-2 0,-1 1-14 16,0-3 6-16,4-2-5 0,-4 0 7 0,0-3-8 16,5-3-5-16,-1-1-6 0,-11-2-1 15,27-8-1-15,-12 4-11 0,3-4 4 16,-2 0-10-16,4-1-7 0,-3-1-8 0,-2 6-3 16,-1-3-9-16,-1-1-2 0,-2 3 1 15,-3 0 9-15,1 2-10 0,-9 3 3 16,13-6 1-16,-4 3 4 0,-9 3 3 0,14-3-9 15,-14 3 10-15,12-4-7 0,-12 4-1 16,13-3-13-16,-13 3-26 0,13-3-28 0,-13 3-26 16,18-2-34-16,-9-2-49 0,3 1-70 15,3-2-89-15,1 1-81 0,-3-2-109 0,2-1-147 16,0 0-30-16,1 0 85 16,-2-2-425-16,2-1-525 0</inkml:trace>
  <inkml:trace contextRef="#ctx0" brushRef="#br0" timeOffset="203176.86">23746 2776 2844 0,'4'-21'-48'0,"0"1"22"15,-4 1 32-15,2 2 44 0,2-2 41 0,-2-1 34 16,-2 2 47-16,2 1 34 15,-2 1 32-15,0 5 5 0,1 1-9 0,-1 2-30 0,0 8-24 16,0 0 23-16,0 0 21 16,0 0 0-16,-15 37 11 0,6-3-2 0,-4 14 4 15,1 0-4-15,2 1-13 0,5-6-18 16,-4 8-12-16,6-7-19 0,1-3-18 0,-4-4-15 16,6 1-14-16,0-9-13 0,0-5-10 15,0-3-10-15,0-3-10 0,0-4-23 16,2 1-19-16,-2-4-17 0,0-1-28 0,4-2-24 15,-4-2-45-15,0-6-49 0,4 6-38 16,-4-6-36-16,0 0-29 0,0 0-40 16,0 0-22-16,6-21-20 0,-6 10-3 15,-5 0 9-15,4-5 29 0,-7 1 24 0,1-3 27 16,-4 3 19-16,-3-1 30 0,-3 3 33 16,0 1 33-16,1 0 40 0,-1 2 43 0,0-1 31 15,6 4 34-15,-2 1 18 0,4 0 12 16,0 1 5-16,6 0-1 0,-3 2-3 0,2-2-12 15,4 5-11-15,6-11 0 0,1 5 4 16,4-3-8-16,7-3-3 0,9-1-8 0,0-3-2 16,-4 2 0-16,6 1-3 0,-8 3-4 15,-1 4-4-15,-5 0-6 0,-2 3 3 16,-1 1 0-16,-3 0 14 0,-9 2 22 0,15 5 19 16,-7-1 17-16,-3 4 17 15,2 0 6-15,-2 2 1 0,-1 1 3 0,0 2-8 16,-2 3-2-16,-1-3-2 0,5 3-4 15,-2-3-11-15,0 1-6 0,0 0-1 0,2-4-10 16,-3 1-4-16,5-3-6 0,-3 0 2 16,5-2-8-16,-2-1-7 0,5-3 0 0,-13-2-2 15,25-4-9-15,-8-1-6 0,2 0-6 16,0-5-1-16,8-6-4 0,0 2 1 0,-4-4 1 16,-5 4-3-16,-2 0-4 0,-3 4-2 15,-1 0 16-15,-7 5 27 0,5-2 6 0,-5 2-4 16,1-1-9-16,-6 6-12 15,12-4-5-15,-12 4-1 0,0 0-3 0,0 0 1 16,18 8-4-16,-9-4 1 0,-6 2-2 16,5 1-1-16,-1 1-7 0,3 3 4 15,1-2-5-15,2-1 3 0,5 1-8 0,-1 1 7 16,0-3-4-16,-1-4 5 0,-2 0-5 16,0-3 5-16,1 0-6 0,1-3 2 0,-1 0 4 15,0-2 17-15,2-2 7 0,-1-6 1 16,-3 5-4-16,-1-6 11 0,0-1-8 0,0 1 2 15,-2-5-5-15,-5-2-3 16,3 2-10-16,-3-5-2 0,4-10-12 0,0 2-13 0,-6 4 0 16,-1 6 0-16,2 5-41 15,-2 0-28-15,-2 3-50 0,2 4-46 0,-2 0-40 16,2 1-62-16,-2 1-71 0,0 4-70 16,0 4-61-16,1-7-67 0,-1 7-62 0,0 0-157 15,0 0 53-15,0 0-495 0,0 0-661 16</inkml:trace>
  <inkml:trace contextRef="#ctx0" brushRef="#br0" timeOffset="203494.2">24890 2680 3362 0,'0'0'37'0,"0"0"58"0,0 0 48 0,-16 7 48 16,16-7 35-16,-9 5 18 0,3 0 10 15,6-5-5-15,-7 13-11 0,0-4-15 16,6 0-14-16,1 0-21 0,0-1-15 0,1 4-4 15,2-2-7-15,5-1-33 0,-5 1-7 16,7-1-11-16,0-1-9 0,1-1-5 0,2-2-6 16,-1 0-15-16,-1-3-2 0,3 0-5 15,-14-2-4-15,22 0-7 0,-10 0-10 0,-12 0-3 16,18-6-3-16,-7 5-2 0,-4-4-6 16,-7 5-4-16,7-11-1 0,-3 6-9 0,-6-3 3 15,0 1-11-15,-1-5-18 0,-5 0-30 16,3 0-28-16,-6-2-21 0,4 4-24 15,2 1-44-15,-3 1-48 0,4 3-51 16,-2-2-60-16,2 4-63 0,4 3-63 16,-7-8-76-16,7 8-110 0,-7-6-92 0,7 6 80 15,-4-2-371-15,4 2-481 0</inkml:trace>
  <inkml:trace contextRef="#ctx0" brushRef="#br0" timeOffset="204880.97">25928 2851 2618 0,'0'0'-11'0,"0"0"40"16,0 0 33-16,0 0 33 0,0 0 36 15,-34 5 40-15,19 1 9 0,0 3 12 0,-3 2-4 16,1 1 1-16,3 0-11 0,3 3-8 16,4-2-16-16,0-1-12 0,5 0-5 0,-1-2-11 15,3-1-9-15,5 3-12 0,-2-2-19 16,7 0-11-16,-1-1-8 0,5-4-7 16,-1 0-6-16,2-2-3 0,4-3-6 0,0-1-3 15,4-6-6-15,10-4-6 0,-3 1-7 16,2-4-9-16,-1-4-9 0,-2-6-6 15,3-5-8-15,-3-6-3 0,-5-5-6 16,-1-7 1-16,-4 0 1 0,-1-4-5 0,-7-4 1 16,-2 1 0-16,-5 10 6 0,-4 1 0 15,-2 2 3-15,0 5 12 0,-4 11 2 0,1 3 4 16,-3 11 5-16,-4 1 8 0,1 6 5 16,-4 6 16-16,-8 7 14 0,-3 8 13 15,-8 12 16-15,-2 7 10 0,9 5-2 0,2 3 22 16,3 2-9-16,5 1 3 0,6 2 8 15,3-11 0-15,7 2-16 0,1-2-2 0,5-2-9 16,3-1-10-16,5-4-7 0,0-2 5 16,5-4-3-16,0-5-7 0,0-7-19 15,-2-2 4-15,0-5-5 0,4-3-4 16,-6-3-2-16,8-2-5 0,0-4-5 0,-1-2-4 16,8-3-3-16,-2-3 5 0,-6 2-8 15,-5 3 4-15,-4 1 1 0,-1 2 13 0,-1-2 4 16,0 3 2-16,-5 2-14 0,-5 3-4 15,12-5-3-15,-12 5 4 0,0 0-6 0,0 0-3 16,0 0 2-16,13 17-5 0,-13-13-6 16,2 4 2-16,2 0-1 0,0 1 1 15,-1-3-4-15,3 2 5 0,-1 2-1 0,2-5-6 16,-2 0 2-16,3 0 7 0,-8-5-7 16,16 4-6-16,-7-1 4 0,-9-3 1 15,19-3 2-15,-19 3-4 0,19-2 5 16,-10 0-6-16,-9 2 0 0,17-5-1 0,-9 2 6 15,-8 3-5-15,14-5 4 0,-14 5 6 16,9-4 8-16,-9 4-3 0,7-4-5 0,-7 4 0 16,0 0-8-16,12-4-7 0,-12 4 8 15,0 0-1-15,0 0-4 0,17 10 4 0,-12-3-2 16,2-1-2-16,0 0 1 0,4 4 1 16,1-3 0-16,1 1 2 0,5 2-11 0,0-3-5 15,2 0-4-15,-2-3-21 0,4-3-7 16,-1 3 3-16,0-4-26 0,-3-2-5 15,4-1-6-15,-6-1 3 0,4-4 2 16,-3-3 12-16,0-2 2 0,2-10 4 16,-2-1-3-16,2-6 7 0,-6-5-6 0,7-13 0 15,-3-2-7-15,0-5 0 0,0 1 5 16,2 1 6-16,-2-1 4 0,-4 6 5 0,-1 11 8 16,-6 2 3-16,-1 5 13 0,-1 6 14 15,-2 3 12-15,0 5 7 0,-4 3 17 0,2 3 2 16,-2-2-6-16,-2 9-3 0,4 3 8 15,-11-2 19-15,11 2 10 0,-25 17 17 0,8 5 5 16,-2 9 20-16,-4 5 6 16,-2 13 6-16,0 3 6 0,3 2 5 0,1 2-3 15,0 0-8-15,2-1-92 0,5-4-24 16,3 0 0-16,6-14 0 0,-2 2 0 0,5-2 0 16,4-8 0-16,1-7 0 0,-1-3 0 15,2-2 0-15,-1-2 0 0,-1-2 0 16,2-4 0-16,0-4 0 0,-4-5 0 0,9 4 0 15,-9-4 0-15,0 0 0 0,17-10 0 16,-13-1 0-16,0 1 0 0,-4 0 0 0,-2-2 0 16,-4-3 0-16,-1-3 0 0,-5 3 0 15,-1 3 0-15,-5 1 0 0,0 5 0 0,-5 3 0 16,0 1 0-16,3 4 0 16,-5 3 0-16,1 1 0 0,1 5 0 0,-2 7 0 15,3-2 0-15,7 1 0 0,3-2 0 16,0 4 0-16,7-2 0 0,-1 0 0 0,6-3-2 15,0-2-121-15,6 2-42 0,-1 0-59 16,7-1-83-16,5-2-92 0,12 0-84 16,8 0-48-16,2-3-90 0,7-8-164 0,0 0 68 15,3-4-587-15,-1 1-762 0</inkml:trace>
  <inkml:trace contextRef="#ctx0" brushRef="#br0" timeOffset="205926.61">28040 2812 3633 0,'0'0'-13'0,"-5"13"31"0,5-13 45 16,0 0 34-16,-5 5 35 0,5-5 15 15,0 0-4-15,0 0 1 0,0 0 8 16,0 0 4-16,6 12 1 0,-6-12-7 0,11 0-10 16,-11 0 2-16,15 2-11 0,-15-2 4 15,20-2 0-15,-11-2 8 0,1 0-5 0,-3 0-6 16,1-2 3-16,-3 0-6 15,0 0 1-15,1-1 11 0,-5 0-29 0,-1 7 5 16,-1-14-24-16,-3 9-11 0,-4-2 0 16,-4 6-15-16,12 1-7 0,-23-4-6 15,5 6 0-15,-2 3-12 0,-3 2-14 0,5 0 2 16,-1 3-11-16,-5 5-2 0,6 2-6 16,6-5 2-16,1 5 3 0,3-3-7 0,4 1-3 15,4-3-8-15,0 2-34 0,6 2-19 16,5 0-27-16,2-4-36 0,9-2-42 15,6 3-38-15,5-6-42 0,-3-1-31 0,10-5-23 16,2-1-28-16,2-3-21 16,-4-4-12-16,6-1 8 0,-5-1 22 0,-2-3 27 0,-5-1 34 15,-2-1 33-15,-5-2 54 16,-4-3 64-16,0 0 43 0,-8 3 56 0,-4 1 63 16,-3 1 65-16,-4 2 45 0,0 2 43 15,0 0 21-15,-2 3 9 0,-2-2-4 0,0 9-17 16,-6-10-18-16,6 10-13 0,0 0-13 15,-21 0-8-15,21 0-10 0,-27 12-18 16,9-1-15-16,0-1-7 0,0 2-7 0,-6 3-16 16,5-3-4-16,1-1-13 0,2 1-1 15,0-4-14-15,5-1-14 0,2-1-7 16,-1-2-14-16,0-2-20 0,10-2-23 16,0 0-14-16,-19-9-14 0,17-3-9 0,2 1-1 15,4-7 8-15,2-2 0 0,7-8 5 16,3 1 6-16,-3 8 5 0,-2 2 7 15,1 2 13-15,-3 3 0 0,0 3 6 0,2 1 2 16,-2 2 5-16,0 3 4 0,1 3 5 16,-10 0-7-16,21 7 2 0,-8-2 2 0,4 4 1 15,2 0-18-15,6 5-50 0,4 3-56 16,0-3-51-16,7 2-70 0,2-1-78 16,-1-1-115-16,6-4-165 0,11 0-56 0,-9-3 77 15,1 0-304-15,-1-5-367 0</inkml:trace>
  <inkml:trace contextRef="#ctx0" brushRef="#br0" timeOffset="206160.03">29297 2631 2676 0,'-16'-10'117'16,"-4"6"52"-16,5-4 51 0,-2 4 52 0,-4 4 7 16,1 0 2-16,-7 2-3 0,2 4-2 15,-9 2-15-15,3 5-24 0,-1-1-28 0,3 6-8 16,4-1-33-16,4 6-1 0,3-1-16 15,2 2-14-15,7-5-16 0,0 0-23 16,5-2-13-16,4 0-13 0,0 0-8 0,9-1-34 16,-2 0-22-16,6 1-54 15,10 1-51-15,6-3-81 0,1-6-73 0,10-2-109 16,1-5-119-16,6-6-162 0,-1-2-87 16,11-6 83-16,-11 5-427 0,5-11-544 0</inkml:trace>
  <inkml:trace contextRef="#ctx0" brushRef="#br0" timeOffset="206659.99">29875 2100 2829 0,'-11'-25'2'0,"-3"8"45"0,3 1 52 0,0 3 42 16,1 1 28-16,0 8 4 0,1 0 9 16,9 4 20-16,-23 8 34 0,-2 13 26 15,-4 14 31-15,-1 10 2 0,-1 4 12 16,-3 23 6-16,2 6 2 0,5 6-8 0,0 1-18 15,4 0-12-15,8-12-16 0,2 20-24 16,5-18-26-16,3-2-16 0,1-2-19 16,4-3-20-16,2-3-15 0,0-8-65 0,1-12-76 15,1-6 0-15,0-5 0 0,0-10 0 16,-2-5 0-16,2-5 0 0,1-5 0 0,-3-6 0 16,-2-3-160-16,0 0-66 0,25-16-31 15,-17 5-34-15,-1-8-25 0,1-14-13 16,2-4-1-16,-5-3 11 0,-3-3 10 15,2-10 23-15,-1-2 23 0,4 1 30 0,-2 11 42 16,1 2 49-16,-6 12 46 0,4 2 71 16,-3 5 34-16,1 3 35 0,0 5-1 0,2 1 4 15,-2 1 0-15,1 3 10 0,0 4 24 16,3 0 17-16,-6 5 11 0,0 0 9 16,0 0 16-16,28 7 12 0,-20 0 21 0,1-1-8 15,-1 5 10-15,2-1-4 0,-3-2 7 16,-2 3 8-16,2-3-8 0,-5 3-2 0,2-1-6 15,-3-2-9-15,-1 1-8 0,0-2-13 16,0 2-13-16,0-9-14 0,-5 16-5 0,0-12-14 16,1 1-28-16,4-5-42 15,-9 8-61-15,9-8-88 0,0 0-81 0,0 0-81 16,0 0-76-16,-21-17-77 0,23 8-72 16,4-9-63-16,4-1-102 0,4-5-41 15,4 2-569-15,-2 7-751 0</inkml:trace>
  <inkml:trace contextRef="#ctx0" brushRef="#br0" timeOffset="207325.89">29852 2723 3376 0,'0'0'-97'0,"15"5"56"16,-15-5 70-16,4 3 73 0,-4-3 47 16,0 0 40-16,8 7 30 0,-8-7 27 15,0 0 16-15,0 0 6 0,8 5-7 0,-8-5-3 16,0 0-12-16,0 0-24 16,15 2-18-16,-15-2-21 0,0 0-12 0,21-2-21 15,-21 2-17-15,15-6-19 0,-5 0-24 16,-1 1-39-16,0-3-17 0,2-1-20 0,-4-1-22 15,-2 0-14-15,1 2-12 0,-4 2 10 16,1-1-6-16,-3 7-4 0,0-10 7 0,0 10-2 16,0 0 2-16,0 0 4 0,-5-7 2 15,5 7-1-15,0 0 5 0,0 0 2 16,0 0 6-16,0 0 4 0,-11 24-1 0,11-18 4 16,0 2-1-16,0-8 5 0,4 17-3 15,-3-9 2-15,5-1 3 0,-1 2-6 0,1-2-1 16,4-1-17-16,1-2-23 15,1-1-30-15,5-1-30 0,2-4-18 0,8-1-29 16,7-6 9-16,2 1-7 0,2-8-3 16,7-4-14-16,-4-6 1 0,-3-5 0 0,-2-1-8 15,-6-6-8-15,1-5 7 0,-2-7 14 16,-3 0 17-16,-1-5 19 0,-1-3 25 16,-5 6 32-16,-4-2 49 0,-6 18 74 0,-5 8 45 15,2 6 22-15,-6 5 4 0,0 4-6 16,-4 4-10-16,0 6 14 0,-4 1 18 0,8 2 16 15,-25 14 3-15,5 7 7 0,-1 8 6 16,-4 11 22-16,4 3-13 0,4 3-7 16,1 3-15-16,5 0-10 0,4-6-14 0,5-2-16 15,-2-2-7-15,6-1-25 16,2-4-38-16,0-1-52 0,1-8-42 0,2-4-34 16,-1-1-39-16,2-5-41 0,0-1-37 15,-1-8-31-15,-1 0-27 0,2-3-21 0,-1-1 9 16,-7-2 28-16,0 0 23 0,18-7 30 15,-18 7 34-15,7-7 49 0,-7 7 47 0,6-5 49 16,-6 5 33-16,4-7 32 0,-4 7 15 16,3-5 17-16,-3 5 9 0,0 0 2 15,6-3-4-15,-6 3-10 0,0 0-11 0,0 0-7 16,0 0-11-16,8-4-8 16,-8 4-22-16,9-4-38 0,-9 4-45 0,10-6-68 15,-5 2-72-15,3 1-82 0,0-4-104 16,-3 2-149-16,1 0-129 0,0 0 69 0,-2-1-293 15,-4 6-362-15</inkml:trace>
  <inkml:trace contextRef="#ctx0" brushRef="#br0" timeOffset="208492.85">22073 3313 2422 0,'-11'3'-15'16,"1"0"11"-16,2 1 16 0,5-3 12 15,3-1 16-15,0 0 7 0,0 0 1 16,0 0-5-16,0 0-1 0,25-18 3 0,7 0 3 16,16-4-4-16,6-7-2 0,25-8-3 15,3 0-6-15,-2-1-6 0,-4 2 1 0,-17 7-4 16,-1 0-1-16,-9 0 0 0,-9 2-6 15,-16 2 3-15,-4 5 3 0,-13 3 1 0,-9 4 1 16,-5 1 2-16,-16 6 4 0,-19-1 5 16,-22 8 11-16,-11 7 5 0,-30 8 0 15,-5 3-1-15,-5 3-12 0,-3 1 27 0,4 5 19 16,7-4 7-16,4 0-7 16,6-4-4-16,28-4 6 0,12-3 7 0,19-4-9 15,9-2-8-15,13-3-13 0,7 0-2 16,9-1-7-16,0-3-3 0,35-7-7 0,14-7-6 15,20-5-15-15,27-5-9 0,6-9-22 16,15-3-7-16,5-3 4 0,0 1-5 0,-4-1 6 16,-12 2-3-16,-11 2-3 0,-29 12 11 15,-17 4 1-15,-19 6 6 0,-10 1 3 0,-17 5 8 16,-8 5 8-16,5 2 4 0,-57 4 9 16,-4 8-4-16,-9 0-4 0,-5 3 2 0,1 2 5 15,4-1 3-15,9-3-6 0,20-4-8 16,9-1-8-16,7 1-5 0,12-1-19 15,6-1-33-15,10-1-54 0,6-2-80 16,14 4-77-16,17-4-100 0,19 0-122 16,8-4-134-16,8-4 58 0,-5 4-224 0,2-8-263 15</inkml:trace>
  <inkml:trace contextRef="#ctx0" brushRef="#br0" timeOffset="210544.76">22258 3649 2112 0,'-8'-2'4'0,"8"2"25"0,-21 0 23 15,21 0 27-15,-27 2 24 0,13 4 15 0,-8 1 13 16,-6 12 21-16,1 1 21 0,-7 9 14 16,3 3 2-16,13-3-4 0,-5 11-7 0,1 0-17 15,9-5-13-15,3 0-7 0,8 0-15 16,-1-1-15-16,6 1-10 0,8-5-5 0,2 0-13 16,2-3-3-16,6-6-9 0,2-4-8 15,2-2-3-15,0-5-5 0,-3-6-6 16,4-3-3-16,1-4-7 0,7-3-4 0,3-5-2 15,-4-1-2-15,-3-7-2 0,-4-1 1 16,-1-3-6-16,-4-2 1 0,-1-1 5 16,-7-4-2-16,-4-3 8 0,-4 5 1 15,-4 2 3-15,-2-10-4 0,-8 2-2 0,2-3 1 16,-6 6-1-16,-5 5-1 0,1 0-3 16,-4 3-2-16,-2 3-2 0,-2 4 4 0,2 7-3 15,3 3 4-15,2 3-8 0,-3 2-5 16,3 2-4-16,-2 4-3 0,2 3 4 0,0-1-5 15,5 5 1-15,-1 4-2 0,5-1 1 16,6-1-5-16,-1 1 2 0,4-1 1 16,4-2 0-16,1 1-1 0,6 3 2 0,5-4-2 15,0-1 2-15,4-4 3 16,1-2-2-16,-1-2-4 0,2-3 3 0,-1 0-2 16,4-3 2-16,-5 1 6 0,1-1 4 15,-1 1 6-15,-3-2 1 0,-4 3-3 0,-2-1-3 16,1 2-7-16,0 2 10 0,-1 0 5 15,3 3 1-15,-3 2 6 0,1 2 0 0,2 0-8 16,-1 3 9-16,1-2-6 0,-3 1-1 16,2-3-2-16,-1 3 6 0,-3-6-7 0,3 3 8 15,-2-3 16-15,1-1 6 0,3-4 1 16,-14 0 0-16,32-5 3 0,-14-2-2 16,4 2 12-16,-1-4 10 0,-4 6 11 15,-4-2 9-15,0 1-8 0,-1 1-8 16,-2 1-4-16,-10 2 4 0,16-2 7 0,-16 2 2 15,18 5-4-15,-9 1-6 0,1-1-2 16,-1 1-15-16,1 0-8 0,4 1-58 0,-3-1 0 16,3 1 0-16,-2 0 0 0,3-2 0 15,3 3 0-15,-1-6 0 0,7 2 0 0,-1-4 0 16,2-2-76-16,6 0-196 0,7-3-80 16,2-2-109-16,-4 0-119 0,2-3-133 0,-4 0-120 15,1-2 79-15,-7 0-657 0,-5 2-864 16</inkml:trace>
  <inkml:trace contextRef="#ctx0" brushRef="#br0" timeOffset="211776.87">23811 3606 3758 0,'0'-14'-61'16,"0"4"58"-16,-2-2 57 0,2 1 51 15,-2 5 60-15,2 6 34 0,-2-11 21 16,2 11-3-16,-4-7-26 0,4 7-17 0,0 0 24 15,0 0 38-15,-9 29-5 0,6 4-10 16,-6 7-13-16,4 11 5 0,-3 3-23 0,5 4-17 16,1-3-25-16,-2-1-16 0,4-8-12 15,-2-2-8-15,2-4-14 0,0-2-3 16,2-9-15-16,-2-3-4 0,-2-7-5 16,2-2-8-16,0-3-4 0,0-1 0 0,0-2-11 0,-2-3-7 15,2-1-15-15,0-7-19 16,-10 5-13-16,10-5-9 0,0 0-14 0,-28-13-4 15,13 2-29-15,-8-6 14 0,-2-2-22 16,-2-1-2-16,-2-2 7 0,2 3-13 16,5-3 0-16,-1 1 3 0,8 5 2 0,2 2-1 15,5 3-10-15,5-1-19 0,3-1-19 16,7 4-1-16,8-6-11 0,11-2-20 0,15-7-31 16,4 5-44-16,7-1-32 15,4 5 21-15,5-4 18 0,3 0 26 0,3-2 20 16,-3 1 19-16,-3-1 12 0,-7 0 15 0,-11-1 22 15,-10 1 45-15,-10-3 46 0,-7 1 55 16,-9 0 33-16,-5 3 26 0,-4 3 21 16,-2-2 19-16,-3 2 10 0,-1 1 8 0,-5 1 7 15,1 5 3-15,0-1 1 0,-2 6-14 16,0 0-5-16,-1 5-10 0,-2 5 3 16,0 3-3-16,-6 13-6 0,2 3-10 0,-1 3-1 15,8 4-4-15,0 0-5 0,3 3-13 16,3-1-13-16,3 1-3 0,3-5-13 15,2-2-2-15,4 7-9 0,-3-5-8 16,7 3 3-16,-1 2-23 0,0-11-18 0,0-3-23 0,-3-5 19 16,1-4 6-16,1-2-3 15,-3-3 0-15,6-1 2 0,-9-5 1 0,0 0-1 16,27-9 2-16,-15 1 13 0,-2 4 18 16,2 0 23-16,-3 0-5 0,-2 3-3 0,-7 1-2 15,16-1 17-15,-16 1 8 0,19 2 1 16,-7 2-23-16,0 1-62 0,2 2 0 0,5 1 0 15,-2 5 0-15,4-3 0 0,5 4 0 16,7 3 0-16,-3-7 0 0,3 1 0 0,-1 3 0 16,7-4 0-16,-3-2-103 15,2-5-198-15,1 1-60 0,8-4-86 0,3-2-95 16,9-5-142-16,0-1-130 0,-1-1 70 0,-3-1-683 16,-1-2-877-16</inkml:trace>
  <inkml:trace contextRef="#ctx0" brushRef="#br0" timeOffset="212792.35">25437 4093 4017 0,'-4'3'68'16,"4"-3"33"-16,-12 4 34 0,12-4 37 15,-6 5 28-15,6-5 0 0,0 0-6 16,0 0-19-16,0 0-10 0,0 0-21 15,0 0 6-15,0 0-35 0,0 0-10 16,0 0-11-16,11-26-11 0,-2 14-10 0,2-1-5 16,-1-3-5-16,-1-3-13 0,6-7-1 15,-1-1-14-15,-1-6-7 0,-1-1-8 0,1-10-6 16,-2-6-10-16,1-3-11 0,-7 0-7 16,3-1 1-16,-3 1 5 0,-5 7-2 0,0 5-1 15,-1 3 2-15,-3 3 8 0,-4 10-1 16,5 5 5-16,-3 5 3 0,-2 5 7 0,1 7 6 15,-5 3 3-15,0 8 3 16,-2 6 11-16,-6 12 8 0,4 6 17 0,2 4 0 16,3 2 5-16,3 2-4 0,3-1 3 15,7 2-10-15,-1-4 1 0,7 0-7 0,3-2 2 16,3-3-7-16,2-6 0 0,4-1-12 16,1-4 6-16,-2-8-10 0,0-2 4 15,-1-3-12-15,4-4 0 0,-3-4-8 0,1 0-3 16,5-4-1-16,-2 1-4 0,-1-2 2 15,-8 1 8-15,4-2-10 0,-5 2 5 0,-1 1 5 16,-3-1 9-16,-1 1 12 0,2-1 23 16,-10 4 7-16,13-5-2 0,-8 3-3 0,-5 2-12 15,9-4-5-15,-9 4-8 0,11-2-3 16,-11 2-4-16,9-2-6 0,-9 2 0 16,5-4-4-16,-5 4-1 0,12-3 0 0,-2 1 2 15,-1-2-15-15,3 2-14 0,-1-2-19 16,0 1-19-16,1-2 1 0,-3-1-17 15,2 3-1-15,1 0 3 0,-2-1 7 0,-3 1 6 16,0-1 2-16,-7 4 26 0,11-6-22 16,-11 6 5-16,9-3 3 0,-9 3 5 15,8-1 2-15,-8 1 6 0,0 0 1 0,13 4-8 16,-13-4 15-16,9 6-3 0,0-4 9 16,-2 2-2-16,-7-4 5 0,15 5-6 0,-3-4 3 15,-1 1-4-15,5-2-20 0,-2-2-27 16,4 1-27-16,4-4-26 0,1-1-25 15,0 0-18-15,6-9-17 0,1 1-29 16,-5-6 7-16,-1-1-4 0,0-2 8 0,-3-5 18 16,-5-2 17-16,0-3 15 0,2-12 11 15,-7 5 18-15,-4 0 21 0,0-12 32 0,0-1 30 16,-5 10 44-16,0 11 36 0,-6-4 40 16,4 7 33-16,0 10 14 0,-5 1 9 0,3 7-5 15,1 4 13-15,-5 4 29 0,6 3 22 16,0 0-8-16,-23 25-6 0,10 4-6 15,0 6-6-15,-1 11-10 0,7 3-13 16,0 4-15-16,0 1-15 0,5-8-11 0,4-1-15 16,3-2-10-16,0-1-21 0,1-1-27 15,1-7-27-15,1-1-30 0,0-8-25 16,-3-5-22-16,1-3-25 0,-1-3-20 0,3-2 10 16,-2-4-6-16,0-1-10 0,-1-3 3 15,-1-3 6-15,-4-1 10 0,0 0 8 0,0 0 10 16,0 0 7-16,0 0 1 0,14-13 13 15,-12 7 6-15,0 0 4 0,-2-1 5 0,2-1 8 16,-1 2 4-16,3-1-2 0,0 2 3 16,-1-2 2-16,-1 1 3 0,4 0-17 15,-1 0-35-15,-2 2-44 0,3-1-50 0,-3-3-60 16,5 2-75-16,2-6-82 0,-3 4-109 16,1-5-201-16,-1 1 43 0,1-1 81 15,2-1-339-15,-3-1-388 0</inkml:trace>
  <inkml:trace contextRef="#ctx0" brushRef="#br0" timeOffset="-195955.97">8451 4983 506 0,'0'0'337'16,"0"0"-83"-16,0 0-30 0,0 0-21 15,0 0-22-15,0 0-11 0,0-9-11 0,0 9-18 16,0 0-2-16,0 0 1 0,0 0-4 15,0 0 4-15,0 0-16 0,0 0 3 16,0 0-5-16,0 0 2 0,0 0 0 0,0 0-10 16,0 0 12-16,0 0 12 15,0 0 8-15,0 0 11 0,-4 24 7 0,2-10 8 0,0 3 17 16,1 8 14-16,-5 12 13 16,1 2 9-16,-6 4-3 0,2 7-9 0,-4 3-1 15,1-2-1-15,-3 2-10 0,2 3-8 16,-2-6-7-16,-1 2-12 0,3-6-16 0,-1-8-9 15,5-4-20-15,-2-3-11 0,4 0-11 16,0-8-13-16,3-3-10 0,-1-4-7 16,3-1-7-16,0 1-11 0,4-4-4 0,-2 1-6 15,4-3-3-15,1 1-1 0,7 2-3 16,-1-2-8-16,11-3 0 0,8 2-13 0,4-1-14 16,4-4-7-16,2-1 0 0,4-2 0 15,0-2-12-15,0-6-4 0,-2 4 1 0,-5-3-6 16,-6 2 6-16,-6-1 2 0,-8 3 2 15,2-1 4-15,-5-2-2 0,0 3-1 16,-3-2 6-16,-2 1-1 0,-9 2-1 16,19-2-9-16,-19 2-42 0,11-2-36 0,-11 2-58 15,10-1-65-15,-10 1-69 0,0 0-86 16,3-6-95-16,-3 6-102 0,0 0-119 0,0 0-71 16,-3-10 75-16,3 10-574 0,-10-10-719 15</inkml:trace>
  <inkml:trace contextRef="#ctx0" brushRef="#br0" timeOffset="-195656.48">8867 5632 3606 0,'0'0'-41'0,"0"0"59"0,0 0 57 15,13 19 31-15,-9-10 25 0,5 3 23 16,-3 1 1-16,6 3-2 0,3 7-5 15,0 3-2-15,0 3 4 0,-2-2 13 0,1 4-4 16,-1-2-11-16,-7 3 12 16,2-6-6-16,-5-1-1 0,-3 0 20 0,0-7-3 0,-1 1-16 15,-7 6-29-15,2-4-1 16,-5 7-12-16,1-7-16 0,-2-4-7 0,7-3-11 16,-6-4-19-16,3 2-34 0,-2-5-39 15,1-2-42-15,3-2-44 0,-4-1-52 0,10-2-52 16,-16-4-66-16,16 4-70 0,-16-5-56 15,7 0-76-15,1 2-85 0,1 0-120 0,7 3 62 16,-12-7-436-16,6 3-524 0</inkml:trace>
  <inkml:trace contextRef="#ctx0" brushRef="#br0" timeOffset="-195059.26">9634 5699 2713 0,'-2'-7'-16'16,"1"2"68"-16,-3-2 72 0,4 7 54 16,-6-10 36-16,6 6 33 0,0 4 21 15,0 0 4-15,-7-8-9 0,7 8-10 16,0 0 8-16,0 0 20 0,0 0 6 0,-14 20-4 15,10-6-16-15,-1 5-18 0,-1 2-16 16,1 2-26-16,0 10-17 0,0 0-20 0,1-5-17 16,2-3-17-16,0-1-12 0,0-2-4 15,2-1-14-15,-1-4-28 0,-1 0-28 0,0-3-34 16,0 0-42-16,0-2-51 16,2-1-54-16,0-1-61 0,-2-2-77 0,2-4-106 0,0-4-91 15,-4 5-80-15,4-5-99 16,0 0-104-16,0 0 73 0,0 0-558 0,-10-19-695 15</inkml:trace>
  <inkml:trace contextRef="#ctx0" brushRef="#br0" timeOffset="-194558.86">9535 5591 3135 0,'0'-10'-113'15,"4"0"53"-15,-2-1 34 0,3 5 24 0,2-1 15 16,-1-2 11-16,1 2 5 0,2 1 6 15,3 2-5-15,1 0 5 0,1 3-5 16,3 1 2-16,2 1-4 0,0 3 0 0,0 3 0 16,2 2 4-16,4 6 15 15,-6-1 26-15,-6 1 9 0,-3 0 8 0,-1 5 19 16,-3-2 12-16,-4 1 5 0,-4 0 5 16,2-2-9-16,-6 5 4 0,0-1 6 0,-1 0 1 15,0-1-1-15,-4-1-3 0,2-2 4 16,0-1 4-16,1-3-4 0,2-4-8 0,1-2-19 15,-1 3-3-15,2-5-9 0,2 2-15 16,2-7-2-16,-3 10-13 0,3-10-3 16,0 7-9-16,0-7-7 0,5 9-11 0,1-4 0 15,-1 2-4-15,3-1 6 0,2 1-11 16,1 3-5-16,0 2-6 0,1-3 3 16,-3-1 23-16,1 4-2 0,-2 1 2 15,-3-3 17-15,1 0 22 0,0 3 17 0,-5-5 9 16,-1 2 23-16,-1 1 5 0,-3 1 6 15,-2 0-3-15,-3 0 2 0,1-2-11 0,-2 0-5 16,-1-1-11-16,-1-2-10 0,-1 3-9 16,0-3-7-16,-2 0-14 0,-1-4-12 0,3-1-27 15,0 0-40-15,-1-4-43 0,3-2-55 16,-3 1-64-16,5-1-66 0,2-2-76 0,-2-2-91 16,4 0-91-16,3-4-128 0,2 3-166 15,2 0 39-15,6-5 79 0,3-2-544 0,11-4-678 16</inkml:trace>
  <inkml:trace contextRef="#ctx0" brushRef="#br0" timeOffset="-194326.38">10107 5779 3640 0,'0'0'161'0,"-2"-8"60"0,2 8 33 15,0 0 21-15,-1-10-5 0,1 10-21 16,0 0 29-16,0 0 7 0,0 0-20 0,0 0-23 15,-10 35-22-15,6-18-20 0,2 1-21 16,0 3-15-16,-2 5-17 0,3 8-41 16,-3-7-46-16,2 0-63 0,0-5-65 15,2 1-57-15,-2-4-58 0,2-3-67 0,0-1-74 16,2-3-53-16,-2-3-51 0,0-4-78 16,0-5-73-16,2 5-87 0,-2-5 46 15,0 0-430-15,0 0-523 0</inkml:trace>
  <inkml:trace contextRef="#ctx0" brushRef="#br0" timeOffset="-194192.55">10086 5576 2802 0,'-4'-16'-15'15,"-1"5"50"-15,-1 0 27 0,4 4 7 16,-3 1-10-16,2 0-7 0,3 6-22 16,-4-6-40-16,4 6-38 0,0 0-44 0,0 0-67 15,0 0-82-15,0 0-106 16,-9 15-128-16,11-1-111 0,-4 3-86 0</inkml:trace>
  <inkml:trace contextRef="#ctx0" brushRef="#br0" timeOffset="-193759.76">10122 5794 1739 0,'0'0'172'0,"0"0"54"16,0 0 18-16,0 0 14 0,0 0 1 15,0 0-16-15,0 0 18 0,3 14 12 16,-3-8-3-16,2 3-4 0,0 5-17 15,1 3 9-15,-1 0-10 0,0 5 6 0,2 5 0 16,-3-4-14-16,1 0-16 0,0 2-18 16,-2-5-13-16,2-1-13 0,-2 1-16 0,0-5-14 15,0-3-14-15,0 0-9 0,0-2 0 16,0-1 7-16,2-1 17 0,-2-8-6 0,0 9-15 16,0-9-13-16,0 0-13 0,0 0-11 15,0 0-12-15,-2-23-66 0,4 10-15 16,2-6 0-16,0-3 0 0,4-2 0 15,-1-5 0-15,4 0 0 0,-1 8 0 0,-1 3 0 16,-1 5 0-16,2 1 0 0,-1 5 0 0,0 0 0 16,5 4 0-16,-4 1 0 15,1 4 0-15,3 2 0 0,-3 3 0 0,3 2 0 16,-2 6 0-16,2-3 0 0,-1 5 0 16,-2-3 0-16,-1 1 0 0,0 2 0 0,-3 3 0 15,-1-5 0-15,0-1 0 0,-2-2 0 16,-1-1 0-16,1-1 0 0,2-3 0 0,-3 0 0 15,1-2-191-15,-1-1-84 0,-3-4-91 16,7 4-94-16,-7-4-85 0,0 0-76 0,13-8-113 16,-7-1-16-16,2-1 84 0,-1-4-553 15,6-1-681-15</inkml:trace>
  <inkml:trace contextRef="#ctx0" brushRef="#br0" timeOffset="-193442.67">10631 5811 3187 0,'0'0'-46'0,"0"0"57"0,0 0 55 0,-23 14 56 16,16-6 32-16,-1 1 22 0,3 3 13 16,-3 1 7-16,4 3 4 0,-2 1 4 0,2-3-5 15,3 4-15-15,-1 1-15 0,4 0-25 16,-1 0-4-16,1-4-16 0,2 2-10 0,2-4-10 16,2-1-10-16,1-4-5 0,-2-1-7 15,6-3-8-15,-2-2-8 0,-11-2-4 16,23-2-6-16,-9-6-2 0,0 1-12 15,1-5 4-15,-3 2 6 0,-3 1 11 16,1-3 0-16,-5 0-7 0,0-5 1 0,-2 2-7 16,-3 1-11-16,-1-4-6 0,-1 1-3 15,-7-2-26-15,4 3-28 0,-1 3-27 0,-8-3-30 16,7 6-36-16,-2 5-37 0,0-1-56 16,-3 2-67-16,2 4-79 0,10 0-92 0,-23 4-110 15,10 2-132-15,3-3 68 0,1 6-453 16,3-2-547-16</inkml:trace>
  <inkml:trace contextRef="#ctx0" brushRef="#br0" timeOffset="-192976.03">10846 5997 2961 0,'0'0'88'16,"0"0"73"-16,0 0 57 0,0 0 38 15,0 0 20-15,12 4 3 0,-12-4 11 0,0 0-30 16,0 0-27-16,0 0-24 0,0 0-26 15,0 0-14-15,0 0-16 0,0 0-16 0,10 6-15 16,-10-6-5-16,0 0-18 0,11 0-8 16,-11 0-8-16,0 0-19 0,0 0-9 15,14-10-14-15,-14 10-1 0,3-11-12 16,-1 3-7-16,-2-2-4 0,-2-3 2 0,0-1-3 16,1 0-4-16,-5-1 0 0,1-1-3 15,-2 3-2-15,1-1-2 0,1 4 1 16,-1 0-8-16,-2 1-4 0,4 0 0 0,-1 3-1 15,-1 2-5-15,4-1-5 0,2 5 0 16,-9-8-6-16,9 2-4 0,0 6 5 0,0-8 1 16,4 2 0-16,1-3 5 0,7 3 0 15,-4 0 3-15,5 0 0 0,-2 0 4 0,1 4-4 16,-3-1 0-16,0 3 6 0,-9 0 4 16,25 3 2-16,-13 1 12 0,-1 4 6 0,0 0-5 15,0 3 4-15,-2-1 1 0,0 2-3 16,1 0-1-16,0 1-6 0,-5 1 2 0,2 1 6 15,2-3-7-15,-4 4-1 16,3-1-2-16,-3-1-1 0,-3 0-19 0,5-2-45 16,0 0-66-16,-1-1-83 0,-1-3-92 15,2 0-99-15,-5-2-79 0,8 1-84 16,-6-5-111-16,7 0 47 0,5-2-446 0,4-4-543 16</inkml:trace>
  <inkml:trace contextRef="#ctx0" brushRef="#br0" timeOffset="-192707.21">11664 5554 2912 0,'-4'-12'42'0,"-1"1"68"16,-1 1 66-16,1 2 43 0,-2 3 27 15,2 1 3-15,5 4-6 0,0 0-7 16,-25 7 13-16,10 7 12 0,-3 15 1 16,-7 12 8-16,3 7 3 0,-1 8-8 0,-2 6 4 15,4 2-4-15,-1 23 10 0,2-21-18 16,7-2-24-16,1-2-28 0,1-7-19 0,4-4-18 15,0-10-18-15,6-6-14 0,-3-4-102 16,2-12-34-16,0-1 0 0,2-5 0 0,0-3 0 16,0 0 0-16,-2-5 0 0,2-5-15 15,0 0-224-15,0 0-61 0,0 0-74 0,0 0-71 16,-1-25-54-16,-5 8-56 16,1-16-33-16,-2-4-46 0,0-4-59 0,-3-12-616 15,-2-5-767-15</inkml:trace>
  <inkml:trace contextRef="#ctx0" brushRef="#br0" timeOffset="-192539.76">11214 5656 3307 0,'-5'-13'-112'16,"-1"2"55"-16,0 3 35 0,5 2 27 16,1 6 23-16,0 0 32 0,0 0 25 0,0 0 17 15,0 0 8-15,-11 23 1 0,11-15-5 16,3 4-1-16,1 1-8 0,1 0-11 0,1 1-8 16,3 0-7-16,1 3-7 0,1-1-26 15,2-3-40-15,-2-3-67 0,1 3-93 16,2-3-118-16,-3-4-151 0,2 2-136 0,1-3 48 15,4-4-240-15,0 1-250 0</inkml:trace>
  <inkml:trace contextRef="#ctx0" brushRef="#br0" timeOffset="-191976.77">11994 5298 2493 0,'-9'-3'252'0,"1"1"26"16,8 2 31-16,0 0 25 0,-14 10 25 0,9 0 6 16,1 2-8-16,2 6-17 15,0 5-24-15,2 2-27 0,-1 12-30 0,1 2-23 16,1 0-17-16,1-2-29 0,2-2-18 16,0-6-31-16,-1-4-42 0,1-1-49 0,-4-5-50 15,4 1-57-15,-4-4-51 0,2 3-46 16,-1-5-45-16,2-1-51 0,-3-3-48 15,0 0-34-15,0-3-30 0,0-7-21 0,-3 8-11 16,3-8 2-16,0 0 20 0,0 0 20 16,0 0 36-16,0 0 41 0,0 0 54 0,-16-17 46 15,16 17 49-15,-4-8 50 0,2 2 29 16,2 6 31-16,-2-8 24 0,2 8 20 0,4-7 14 16,2 2 4-16,1-2 1 15,0-1-5-15,5 0-8 0,3-6 4 0,8-3-20 16,2 0-20-16,0-2-16 0,0-1-8 15,-3-3 3-15,1 1 3 0,-3-2 16 0,-2-1 27 16,-2-1 35-16,-1-1 44 0,-5 6 43 16,-3 2 18-16,-1-1 31 0,-1 5 20 0,-3 1 7 15,0 1 3-15,0 5-11 0,1 0-18 16,-3 0-20-16,0 8-19 0,-5-9-5 16,5 9-2-16,0 0-2 0,0 0-5 0,-13 17-10 15,9-5-3-15,3 5-10 0,-3 4-3 16,0 4-12-16,-2 9-11 0,2 0-8 15,2 2-6-15,0-7-10 0,2-1-1 16,2-3-8-16,0-1-9 0,4 0-5 0,-5-4-9 16,2 2-36-16,-1-5-34 0,4-1-50 15,-3-1-63-15,1-3-88 0,2-3-121 0,-3 1-155 16,6-6-197-16,-4 0 47 0,2 0 71 16,-7-4-400-16,16 0-465 0</inkml:trace>
  <inkml:trace contextRef="#ctx0" brushRef="#br0" timeOffset="-191592.86">12682 5755 2954 0,'-10'2'205'0,"10"-2"53"0,0 0 31 15,0 0 19-15,0 0-3 0,0 0-31 0,0 0-19 16,-6-15-30-16,6 15-19 0,6-16-26 15,0 8-17-15,-2-1-17 0,2-1-10 0,-1-4-17 16,1 3-6-16,0-2 5 16,-4 1 14-16,2-1 8 0,-2 1 8 0,-2 2 4 0,-2-2 5 15,-2-1-3-15,-1 5-5 0,2 0-11 16,-7 1-14-16,3 1-9 0,-7 3-15 16,14 3-3-16,-28 7-12 0,7 2-7 15,-6 6-6-15,3 2-9 0,2 3-30 16,4 4-33-16,4-7 0 0,7 2 0 0,-3 0 0 15,7-3 0-15,-2 2 0 0,5-6 0 16,3 3 0-16,0-3 0 0,1 1 0 0,4-1 0 16,1-1 0-16,5-3 0 0,0-1-17 15,4-2-209-15,5-1-79 0,-3-3-113 0,2-2-92 16,3-1-106-16,1-4-109 0,7 2-53 16,-6-1 73-16,-2 1-618 0,14-4-781 0</inkml:trace>
  <inkml:trace contextRef="#ctx0" brushRef="#br0" timeOffset="-190776.6">13197 5692 3569 0,'0'0'41'0,"0"-7"83"0,0 7 57 0,0 0 47 15,0 0 52-15,0 0 43 0,0 0 14 16,0 0-9-16,0 0-15 0,0 0-19 0,0 0-22 16,0 0-22-16,-33 12-27 0,30-5-15 15,-4 0-18-15,3 0-18 0,-3 1-18 0,3 0-10 16,-3 0-20-16,0 0-13 0,2-1-7 15,-2 1-3-15,-1 0-17 0,0-2-48 0,0-1-36 16,1-1 0-16,7-4 0 16,-16 6 0-16,16-6 0 0,0 0 0 0,-22-12 0 15,17 3 0-15,-4-3 0 0,6-1-12 16,1-1-31-16,-2 4-5 0,4-5 4 0,0 3 0 16,0-1 8-16,2 3 1 0,-2 2 9 15,5-2-7-15,-1 3 8 0,5-1 3 16,0-1 0-16,0 6 5 0,7-4 2 0,-2 2-2 15,8-2 3-15,-6 4-17 0,7-2-30 16,1-1-36-16,-1 3-28 0,-5-1-27 0,3-1-19 16,2 0-15-16,1-1-14 15,-6-3-15-15,9-6-1 0,-4-3 4 0,-5 0-2 16,0-5 9-16,0-4 16 0,-7-2 12 16,-2-4 0-16,-1-2 0 0,-2-6 5 0,-3-13 11 15,1-4 14-15,0-1 15 0,1 2 15 16,-1 2 15-16,1 13 24 0,-5 11 38 0,-5 4 53 15,5 8 30-15,-2 0 15 0,-2 5 14 16,-1 6 19-16,-1 0 25 0,-1 8 34 0,7 0 23 16,-18 12 30-16,7 6 33 0,-3 9 37 15,2 9 34-15,-2 9 13 0,3 9 0 16,1 4-6-16,0 2-11 0,8 2-23 0,-1 4-20 16,-1 2-25-16,8 1-20 0,-4-2-21 15,5-2-163-15,4-3-31 0,-4-8 0 0,2-10 0 16,-3-6 0-16,2-3 0 15,-3-7 0-15,2-10 0 0,-3-2 0 0,2-4 0 16,-4-4 0-16,1-2 0 0,-1-6 0 16,0 0 0-16,0 0 0 0,0 0 0 0,0 0 0 15,4-28 0-15,-6 6 0 0,-1-14 0 16,-1-3-104-16,-1-4-66 0,3 0 5 0,1 1 17 16,2 3 15-16,1 0 11 0,1 3 14 15,1 9 11-15,-1 3 23 0,-1 7 18 0,2 0 21 16,1 5 14-16,6 0 12 0,-6 6 19 15,4 2 19-15,1 2 24 0,2 2 8 0,-12 0 23 16,20 7-3-16,-6 2 14 16,-1-1 9-16,-1 3 9 0,1 3 19 0,-6-2 26 15,3 1 16-15,-2 1-26 0,-5 1-148 16,-1-3 0-16,0 1 0 0,-2-1 0 0,-2-2 0 16,0 2 0-16,-1-4 0 0,-1 1 0 15,-2-4 0-15,2 2 0 0,-2-4 0 0,6-3 0 16,-11 4 0-16,11-4-242 0,0 0-553 15,-16-14-157-15,11 4 90 0,1-5 90 16,2-1-782-16,-1-6-996 0</inkml:trace>
  <inkml:trace contextRef="#ctx0" brushRef="#br0" timeOffset="-190142.98">14332 5184 3969 0,'-4'-29'-91'0,"-3"6"65"0,1 3 73 16,0 5 62-16,0 1 55 0,3 5 30 15,-3 1 2-15,3 0-9 0,-1 4-16 16,4 4 13-16,0 0 27 0,-23 41 11 0,12-2 2 15,-3 11 4-15,5 9 10 0,-4 5-16 16,4 4-14-16,2 1-16 0,3-2-8 0,-1-4-12 16,0-1-15-16,1-6-14 0,2-10-12 15,2-5-8-15,-1-2-14 0,1-10-10 16,-4-7-9-16,4-6-2 0,0-1-42 16,0-3-46-16,0-4 0 0,0 3 0 0,2-5 0 15,-2-6 0-15,2 8 0 0,-2-8 0 16,0 0 0-16,0 0 0 0,5-25 0 0,-3 8 0 15,5-1 0-15,-4-3 0 0,1 4 0 16,1-1 0-16,-1 3 0 0,-2 5 0 0,3 0 0 16,-3 2 0-16,3 7 0 0,-5 1 0 15,0 0 0-15,0 0 0 0,22 14 0 16,-14-2 0-16,2-2 0 0,-3 4 0 16,0 0 0-16,4 1 0 0,-4-1 0 0,0-3 0 15,4 2 0-15,-8-5 0 0,5 2 0 16,-5-3-32-16,5 2-251 0,-5-4-64 0,2 0-88 15,-5-5-115-15,7 3-123 0,-7-3-160 16,0 0 89-16,0 0-716 0,0 0-910 0</inkml:trace>
  <inkml:trace contextRef="#ctx0" brushRef="#br0" timeOffset="-189391.73">14498 5816 4232 0,'0'0'12'15,"0"0"55"-15,0 0 36 0,0 0 27 0,0 0 14 16,0 0 0-16,0 0-8 0,0 0 4 16,0 0-1-16,0 0-10 0,0 0-8 0,0 0-7 15,24-8-16-15,-13 4-11 0,-2-1-1 16,0 0-6-16,-1-3 15 0,2 4 3 0,-3-1-6 16,-2-2 4-16,2-2 0 0,-3 1-5 15,-1 3-5-15,-3 5-9 0,0-14-5 16,0 14-17-16,-7-10-4 0,7 10-5 0,-8-4-9 15,8 4-4-15,0 0-6 0,-33 8-3 16,22 0 18-16,-3 0 4 0,5 1-17 0,-2 3-3 16,3 2 2-16,0-1-4 0,6 1-5 15,1-4 6-15,1-1-10 0,1 4 1 16,3-2-1-16,2-1-3 0,2-2 5 16,-1 1-5-16,5-4 11 0,0 0-5 0,-3-3-1 15,4-2-5-15,-13 0-2 0,28-3-2 16,-8-3 2-16,-5 1 4 0,-2-2-4 0,0 0-2 15,1-1 1-15,-1 1-4 0,-3 0 3 16,0 0-3-16,-5 1-1 0,2 2 1 0,-2-3 2 16,1 4-3-16,-6 3 2 0,5-7-8 15,-5 7-6-15,6-4 0 0,-6 4 1 0,0 0-1 16,0 0 4-16,0 0-5 0,0 0-2 16,5 18 2-16,-3-11-1 0,2 1 9 15,-1 1-3-15,0 1 3 0,5 0-8 16,-1 0-4-16,2 1-1 0,3-5-16 0,1 1-11 15,5-1-29-15,-2-3-13 0,2-3-21 16,1 0-26-16,2-3-19 0,2-4-23 0,7-5-23 16,-1-4-14-16,0-1-17 0,-3-5-2 15,1-4 13-15,-7-3 8 0,5-10 8 16,-5-6 4-16,-5-3 9 0,0-5-1 16,-4-6 3-16,1-3 10 0,-6-4 14 0,-2-4 17 15,-3-2 21-15,-1 1 12 0,-3 7 26 0,-3 6 31 16,3 19 40-16,-4 5 30 15,2 10 20-15,-3 9 8 0,1 7 23 0,-2 8 27 16,9 0 26-16,-22 25 21 0,8 4 19 16,0 17 20-16,0 5 25 0,6 7 23 0,8 4 11 15,-1 2 17-15,2 1-2 0,7 2 11 16,-3-3-10-16,7-6-23 0,3-4-22 0,3-4-19 16,-2-2-21-16,6-7-18 0,-9-8-24 15,2-2-33-15,1-3-54 0,-3-8-62 0,-6-6-63 16,3 1-80-16,-2-3-85 0,-5-4-104 15,3 1-86-15,-1-2-107 0,2 0-135 16,-1-2-37-16,-6-5 66 0,1 3-528 0,-1-3-644 16</inkml:trace>
  <inkml:trace contextRef="#ctx0" brushRef="#br0" timeOffset="-189027.14">11018 6427 3515 0,'-76'-2'48'0,"9"2"-4"0,2 2 4 0,12-2 54 15,8-2 43-15,2 0 26 0,12 0-11 16,11 2-22-16,4-1-16 0,11-1-11 0,5 2-11 15,0 0-9-15,48-7-10 0,13-2-11 16,43-2-6-16,26-5-5 0,29-3-7 16,63-9-7-16,26 1-5 0,21 4 13 0,12 0-19 15,13 0-23-15,6 3-7 0,4 1-8 16,-6 4-8-16,-11 3 0 0,-16 2 4 0,-16 1-8 16,-69 5-17-16,-21-1-35 0,-13 0-54 15,-17 1-43-15,-22-2-24 0,-33 3-21 16,-15-1-39-16,-15-1-24 0,-12 2-20 15,-17-3-16-15,-10 0-30 0,-3-1-82 0,-10 2-67 16,-2-2-225-16,-3 0-207 0</inkml:trace>
  <inkml:trace contextRef="#ctx0" brushRef="#br0" timeOffset="-185908.31">16765 4526 1094 0,'2'-14'226'0,"-4"4"-19"0,2 3-26 16,0-3-13-16,-1 3-8 0,1 7-15 16,-4-8-20-16,4 8-24 0,0 0 5 15,0 0 11-15,-23 22 30 0,4 12 26 0,-6 18 31 16,-11 24 26-16,-4 12 6 0,-11 11-5 16,-3 6 26-16,-3 10-5 0,-17 43 11 0,-1-3 19 15,18-37-1-15,-17 31-8 16,21-35-19-16,-1-3-11 0,9-11-8 0,2-3-14 15,5-8-20-15,6-7-12 0,9-19-16 16,3-7-23-16,2-7-11 0,3-4-13 0,3-11-10 16,5-7-17-16,-1-4-7 0,5-5-10 15,-2-6-5-15,1-1-4 0,3-3 1 0,-3 2-9 16,2-4-3-16,0-1-6 0,2-5-51 16,-2 6-5-16,2-6 0 0,0 0 0 0,0 0 0 15,0 0-77-15,0 0-107 0,0 0-70 16,0 0-75-16,0 0-97 0,0 0-99 0,0-23-103 15,2 14-177-15,0 0 63 0,-2 2 78 16,4-3-546-16,-2-3-673 0</inkml:trace>
  <inkml:trace contextRef="#ctx0" brushRef="#br0" timeOffset="-184444.63">17242 5056 3102 0,'0'-10'-43'0,"2"1"45"0,-2 1 42 0,-2 1 47 16,2 7 39-16,0-10 31 0,0 10 13 15,-2-9 3-15,2 9-17 0,0 0-7 0,0 0 23 16,0 0 18-16,0 0-4 15,-5 38 4-15,1-13-4 0,-1 10-11 0,4 2-10 16,-1 2-26-16,2-3-9 0,-4 3-12 16,6-8-12-16,-2-4-13 0,2-1-9 15,0-1-6-15,-2 1-7 0,0-4-18 0,0-7-23 16,0 3-42-16,0-3-46 0,0-1-52 16,0-1-59-16,0-1-79 0,-2 0-82 0,0-4-91 15,-2-3-104-15,2-1-170 0,2-4 56 16,0 0-460-16,0 0-564 0</inkml:trace>
  <inkml:trace contextRef="#ctx0" brushRef="#br0" timeOffset="-183975.83">17235 4948 2706 0,'2'-11'-145'15,"-1"2"46"-15,3 0 31 0,0 3 26 0,1-1 17 16,-1 1 17-16,4 2 9 0,2 0 9 15,-5 2 3-15,-5 2 2 0,21-2 2 0,-9 6 3 16,0 0 0-16,0 2 3 0,2 3-3 16,-3 1 12-16,2 4 3 0,-1 1 1 15,-1 4 13-15,-1 0 10 0,-4 11 7 16,2 3 3-16,-7-6 9 0,-1-2 12 0,-3-2 12 16,-3 1 21-16,2-1 18 0,-4-2 4 15,4-4-4-15,1 0-5 0,-1-5-9 16,2 0 0-16,0-4-4 0,1 1 5 0,1-2-6 15,0-7 2-15,0 15-1 0,1-8-2 16,3-2-7-16,0 2-11 0,1 0-2 0,3 1-2 16,0-1-11-16,1 4 1 0,2-1 0 15,0 0-1-15,1 2-1 0,-4 0 2 0,0 0 7 16,1 0-3-16,-3 1 3 0,-1 1-2 16,-1-2 0-16,1 1 18 0,-3-1-7 15,0-3-12-15,-2 3-6 0,-2-4-6 16,0 2-10-16,-5-1-6 0,4-1 1 15,-5-1-13-15,3 0 0 0,-6-3-8 0,0 1-20 16,0-2-37-16,1-3-38 0,10 0-63 16,-20-3-77-16,8-2-103 0,3-1-94 0,-2-2-96 15,0-2-101-15,6-2-156 0,-1-1 69 16,6-3-522-16,2 3-658 0</inkml:trace>
  <inkml:trace contextRef="#ctx0" brushRef="#br0" timeOffset="-183760.94">17671 5138 3202 0,'5'-6'30'0,"2"0"47"0,-7 6 19 0,0 0 29 0,0 0 42 16,0 0 30-16,7 17 20 15,-7-6 3-15,0 5 2 0,2 0-7 0,-2 6-19 16,2 1-15-16,0 0-17 0,0 2-10 16,-1-1-14-16,1-2-17 0,0-2-12 0,0-2-15 15,0-1-8-15,0-5-5 0,-2 3-36 16,2-4-27-16,-2-3-34 0,1 2-45 0,-1-10-71 15,0 8-94-15,0-8-86 0,0 0-85 16,0 0-87-16,0 0-123 0,0 0-46 16,0 0 73-16,3-30-348 0,-6 15-407 0</inkml:trace>
  <inkml:trace contextRef="#ctx0" brushRef="#br0" timeOffset="-183627.96">17648 4959 2412 0,'-8'-13'-41'16,"5"2"33"-16,1 4 30 0,-2 0 10 15,0-1 3-15,4 4-3 0,0 4-5 0,-6-7-17 16,6 7-37-16,0 0-26 0,0 0-31 16,0 0-68-16,0 0-65 0,0 0-119 15,0 0-226-15,3 23-64 0</inkml:trace>
  <inkml:trace contextRef="#ctx0" brushRef="#br0" timeOffset="-183244.49">17717 5078 1585 0,'0'0'95'15,"7"4"37"-15,-7-4 19 0,0 0 27 16,0 0 7-16,10 7 26 0,-10-7 21 0,3 12 15 16,1-2 10-16,1 0-1 0,-2 5 1 15,1-1-9-15,3 3-12 0,-3 4-25 16,2 0-11-16,0-1-19 0,2 1-3 0,-3 0-16 16,1-1-12-16,-5-3-8 0,3 0-7 15,1-3-12-15,-1 0 2 0,-3-4 19 0,-1 1 14 16,2-5 17-16,-2 1 19 0,2-2-1 15,-2-5-18-15,0 0-17 0,0 0-20 16,0 0-16-16,0 0-9 0,7-18-18 16,-1 2-9-16,-1-3-14 0,6 0-10 0,-4 1-10 15,2-3-8-15,1 2-3 0,2 2-5 16,-5 3-6-16,1 4-2 0,2 0-7 0,-5-1-7 16,4 7-2-16,1-2 1 0,-2 4-4 15,-8 2-2-15,16 0 5 0,-16 0-3 0,20 8-2 16,-9 0-3-16,-1 1-6 0,-1 1-12 15,2 0-26-15,0 0-43 0,-6 1-44 16,3 1-46-16,-1 0-57 0,-1-2-67 0,0 0-74 16,-1-1-81-16,-1-3-88 0,2 3-120 15,-3-4-102-15,2 0 76 0,2 0-560 0,-1-3-708 16</inkml:trace>
  <inkml:trace contextRef="#ctx0" brushRef="#br0" timeOffset="-182912.29">18391 5125 3395 0,'0'0'-17'0,"0"0"53"0,-32 20 49 0,28-11 35 15,-4 0 29-15,4 1 15 0,1 3 5 16,-3 3-7-16,2-1-13 0,3 3-13 0,1-3-12 16,0-1-13-16,1 3-13 0,3-2-7 15,2-1-6-15,-3 0-8 0,6-6-10 0,-2 1-3 16,0-2-5-16,5-2-4 15,-2-4-7-15,1 1-1 0,-11-2-5 0,19-2 1 16,-6-1 3-16,-4 0 5 0,3-4-1 16,-1-2-4-16,0 1-2 0,-8-1-6 0,5-3 1 15,-5-2-6-15,-1 1-4 0,-2-3-3 16,-3-1-1-16,-3-3-7 0,1-1-5 0,-8 1-3 16,4 1-20-16,-2 5-16 0,-1 1-26 15,-1 2-31-15,-1 6-28 0,0-1-34 16,-6 3-44-16,7 4-54 0,-4 3-64 0,0 1-91 15,1 4-121-15,0 3-112 16,-2-1 45-16,7-3-342 0,3 4-407 0</inkml:trace>
  <inkml:trace contextRef="#ctx0" brushRef="#br0" timeOffset="-182360.85">18698 5141 2578 0,'-4'-9'137'0,"1"3"53"0,3 6 36 16,-10-6 15-16,10 6 1 0,-6-4-20 16,6 4-11-16,0 0-11 0,0 0 16 0,-11 10-20 15,9-2-16-15,0 0-15 0,2 0-15 16,2 3-13-16,0-1-18 0,2 3-11 16,-2-3-13-16,-1 0-4 0,-1-1-12 15,4-1-7-15,0 0-9 0,-4-2-6 0,3-1-3 16,-3-5 1-16,3 8-2 0,-3-8-3 15,4 4-3-15,-4-4-11 0,0 0-1 0,11-15-6 16,-5 6-5-16,1-6 0 0,1 6-2 16,0-3-5-16,-3 2 4 0,1 1 0 0,-3-1-3 15,6 2-6-15,-6 3 3 0,1 0 3 16,-4 5 4-16,9-4 9 0,-9 4 9 16,12-3 3-16,-12 3-7 0,13 3-6 0,-13-3-2 15,16 2 0-15,-7 0 2 0,-1 2-2 16,1-3-7-16,-1 2-2 0,-8-3 15 15,17 0 16-15,-17 0 19 0,16 0 26 16,-16 0 13-16,14-4 9 0,-5 2 12 0,-2-2 10 16,-7 4 1-16,0 0 2 0,17-5-5 15,-17 5-8-15,10 0-109 0,-10 0-20 0,0 0 0 16,0 0 0-16,0 0 0 0,22 5 0 16,-14-1 0-16,2 2 0 0,-1-2 0 0,5 4 0 15,-3-3 0-15,3 0 0 16,-1 2 0-16,-1-3 0 0,4 2 0 0,-3-2 0 0,5-1 0 15,-4-2 0-15,0 1 0 0,1-2 0 16,1 0 0-16,-3-2 0 0,-1 2 0 0,1-1 0 16,-1-2 0-16,-1 3-317 15,0-2-135-15,1 0-106 0,-5-2-135 0,4-2-162 16,1-1 71-16,-1-5-757 0,0-2-986 16</inkml:trace>
  <inkml:trace contextRef="#ctx0" brushRef="#br0" timeOffset="-181494.75">19329 5066 4203 0,'0'-8'-27'16,"-2"1"58"-16,2 7 49 0,0-10 31 15,0 10 20-15,-2-7 7 0,2 7-14 0,0 0 0 16,0 0 40-16,0 0 13 0,0 29-7 16,0-10-18-16,2 3-14 0,-2 4-15 0,4 9-3 15,2-1-10-15,-3 0-8 0,3-7-12 16,-3-3-14-16,2 0-1 0,1-3-50 15,-3-5-41-15,3-1-47 0,-1-1-68 16,-1-3-60-16,1-1-65 0,0-4-93 0,-1-3-103 16,-4-3-120-16,0 0-115 0,0 0 60 15,0 0-425-15,17-17-525 0</inkml:trace>
  <inkml:trace contextRef="#ctx0" brushRef="#br0" timeOffset="-181358.43">19412 4814 2782 0,'-2'-9'-60'16,"1"-1"23"-16,-1 2 15 16,0 3-1-16,2 5 1 0,-4-7-19 0,4 7-15 15,0 0-24-15,0 0-43 0,0 0-66 16,0 0-69-16,0 0-379 0,0 0-133 16</inkml:trace>
  <inkml:trace contextRef="#ctx0" brushRef="#br0" timeOffset="-180792.06">19672 5027 1810 0,'4'7'60'16,"-3"0"44"-16,-1-7 46 0,0 15 32 15,0-8 25-15,0 2 19 0,-1-1 9 16,-3 3 3-16,0-1-6 0,1 1-11 0,-1 5-8 16,-3-1-7-16,4 1-16 0,-5-2-15 15,3 1-20-15,-3-1-16 0,-2 0-9 0,3-2-15 16,-1-2-10-16,3 0-6 0,-2-4-8 15,2 0-6-15,-1 0-11 0,6-6-5 0,0 0-10 16,0 0-4-16,-23-12-9 0,19 1-9 16,1-3-6-16,-1-2-1 0,0 3-5 0,4-1-2 15,-1 1-4-15,1 5 0 0,0-3-5 16,-2 2-8-16,2 2 3 0,0 7-3 16,0 0-2-16,3-10 1 0,-3 10-2 0,11-3-3 15,-11 3 5-15,20 3 3 0,-20-3-2 16,30 6 0-16,-11-4-3 0,2 0 1 15,0-2-14-15,6 0-12 0,2-4-10 16,11-2-15-16,-6-2-8 0,-2-3-3 0,-1-1-11 16,-5-3-4-16,-4-4 3 0,-2-2 1 15,-3-3 4-15,-6-3-8 0,2-5 6 0,-6-4 3 16,-2-7 0-16,-1-13-6 0,-4-7 0 16,-2 2 8-16,0-1 9 0,-7 4 7 0,2 6 15 15,-3 15 22-15,0 4 23 0,-1 6 11 16,3 9 2-16,1 5-7 0,-3 8 6 0,5 6 9 15,5-1 11-15,-21 22-1 0,10 8 1 16,0 5 24-16,6 8 10 0,3 3 12 16,4 1 3-16,3 11 5 0,7 1-6 15,1 1-13-15,-2-1-4 0,11-8-3 16,3 3-13-16,0-4-2 0,3-2-2 0,5-5-9 16,-5-3-30-16,3-6-38 0,1-1-59 15,-3-8-85-15,-4-4-104 0,0-1-129 0,-2-8-156 16,-5-3-148-16,-1-4 69 0,-2-3-467 15,4-4-569-15</inkml:trace>
  <inkml:trace contextRef="#ctx0" brushRef="#br0" timeOffset="-180390.91">20697 4274 3278 0,'-12'-10'99'0,"3"1"35"0,2 7 1 0,-1-1 2 15,8 3 22-15,-12 16 24 0,-1 10 23 16,1 7 7-16,-1 19 22 0,2 6 20 0,-1 4 0 16,3 4-39-16,2 1-11 0,-2 5-5 15,6-6-5-15,5 2-20 0,-4-2 5 16,0-4-24-16,0-2-14 0,0-14-8 16,0-4-15-16,0-7-8 0,2-5-8 0,-1-8-3 15,1-5 17-15,0-4 21 0,0 0 23 0,0-5 6 16,1-4-20-16,-1-4-15 15,0 0-128-15,0 0-4 0,0 0 0 0,13-37 0 16,-1 10 0-16,-1 0 0 0,3-2 0 16,-3 7 0-16,-3 5 0 0,2 0 0 0,-3 5 0 15,1 0 0-15,-3 4 0 0,4 3 0 16,-4 1 0-16,-5 4 0 0,0 0 0 0,27 9 0 16,-16-2 0-16,-2 3 0 0,5 4 0 15,-3 0 0-15,0 2 0 0,0 1 0 0,0-3 0 16,-6 1 0-16,3-1 0 0,2-2 0 15,-5 3-263-15,3-1-164 0,-5-5-118 0,2 3-121 16,0 2-170-16,-3-5 46 0,2-2 79 16,0-2-634-16,-2-2-799 0</inkml:trace>
  <inkml:trace contextRef="#ctx0" brushRef="#br0" timeOffset="-179278.69">20990 5161 3703 0,'0'0'76'0,"0"0"64"0,0 0 47 16,0 0 34-16,0 0 12 0,-15-8-7 0,15 8-5 16,0 0-17-16,10-15-12 0,-5 7-13 15,5 2-17-15,1-4-4 0,0 0-10 16,0 1-4-16,-2 1 3 0,0-2-6 16,1 1 1-16,-4-1-8 0,-1 1-8 0,-1 1-13 15,3-1-11-15,-7 2-11 0,1-1-9 16,-1 8-18-16,-6-10-8 0,6 10-2 0,-17-4-9 15,2 6-2-15,-4 1-8 0,-11 6-1 16,-3 6-5-16,5 2-2 0,-3 6-6 0,4-3-5 16,4 0-2-16,4 6-1 0,8-7 6 15,3 1-10-15,1-5 4 0,4-1-4 16,3-1 2-16,3-1 2 0,4 0-7 0,1-1 7 16,-1-1-2-16,7-3-6 0,1-2 4 15,1 0 0-15,0-3-3 0,2-2 0 16,-2-2 0-16,4 0-3 0,-1-1-5 15,2-4-1-15,-4 2 0 0,1 0-1 0,-4-4-7 16,-1 1 6-16,1-1 0 0,-3-1 1 16,-1 3-2-16,0 0 6 0,-3-2 1 0,0 3 0 15,2 0 8-15,-4 0 3 0,1 1 1 16,-6 5-3-16,7-6 1 0,-7 6-7 0,0 0 8 16,12-1 23-16,-12 1 24 0,0 0 22 15,11 14 0-15,-9-4-47 0,2 0-34 0,-2 2 0 16,-2 1 0-16,0 1 0 0,-2 0 0 15,0 2 0-15,-2-1 0 0,1 0 0 0,-1-1 0 16,-2 0 0-16,0-2 0 16,0-2 0-16,3-2 0 0,-5 1 0 0,5-1 0 15,-4-4 0-15,7-4 0 0,-7 3 0 16,7-3 0-16,0 0 0 0,0 0 0 0,-13-19 0 16,13 9 0-16,2 0 0 0,1-4 0 15,3 0 0-15,-1 1 0 0,4-1 0 0,0 2 0 16,2-3 0-16,3-1 0 0,6-3 0 15,3 1 0-15,0 1 0 0,2-2 0 16,0 1 0-16,-1 2 0 0,-1-4 0 0,2 2 0 16,-1-2 0-16,-2 0 0 0,-1-1 0 15,-2-3 0-15,-6-3 0 0,1-2 0 16,-5-5 0-16,1-4 0 0,-9-5 0 16,1-13 0-16,-4-3-40 0,-3-2-65 0,-4 1 6 15,-2-4-2-15,-3 0-10 0,1 3 6 16,-1 3 7-16,3 3 16 0,-1 16 7 0,3 4 12 15,1 11 14-15,5 5-4 0,-3 5 4 16,1 7-2-16,2 4 9 0,3 3 4 0,-11 19 18 16,1 10 19-16,2 12 25 0,1 21 37 15,-1 8 36-15,1 28 35 0,-1 1 12 0,0 11 6 16,3 1 19-16,1 5 2 0,0-2-10 16,2 2-88-16,4-5-73 0,4-9 0 0,-4-22 0 15,3-7 0-15,1-6 0 0,-3-7 0 16,-1-14 0-16,3-10 0 0,-1-7 0 15,-3-7 0-15,-1-5 0 0,2-5 0 16,2-6 0-16,-2-2 0 0,-2-4 0 0,0 0 0 16,9-16 0-16,-5-1 0 0,0-7 0 15,-2-16 0-15,2-6 0 0,-2-2-101 0,1-12-67 16,-1-3 3-16,4 7 14 0,-1 0 18 16,2 12 13-16,-3 6 28 0,-1 7 27 15,3 6 24-15,-4 8 10 0,1 3 4 0,3 0 15 16,0 4 12-16,2 3 21 0,1 3 14 15,0 2 12-15,3 4 20 0,-12-2 10 0,23 8 13 16,-12 2 14-16,0-3 10 16,0 5 7-16,-2 0-1 0,-2-3 5 0,-1 2 8 15,-2-1-81-15,0 1-52 0,0-1 0 16,-2 0 0-16,-4-1 0 0,0-1 0 0,-2 1 0 16,-2-1 0-16,0-1 0 0,-1 0 0 15,0-2 0-15,-6-2 0 0,4 1 0 0,-2-4 0 16,11 0 0-16,-25-2-224 0,13-1-389 15,-1-5-187-15,-4-5-101 0,4-2 93 0,-7-11-840 16,9-1-1085-16</inkml:trace>
  <inkml:trace contextRef="#ctx0" brushRef="#br0" timeOffset="-178728.98">22358 4698 4267 0,'1'-30'-160'0,"1"7"54"16,-2 3 59-16,-2 4 64 0,2 3 67 0,0 1 33 15,0 2 26-15,-1 3-3 0,-2 1-14 16,3 6-8-16,0 0 32 0,0 0 58 0,-19 52 52 15,2-1 3-15,-4 10 16 0,-4 25 19 16,-1 7 29-16,1 6 10 0,-2 1-1 16,4 3-13-16,3-1-2 0,0-1-7 15,1-10-238-15,6-20-76 0,2-6 0 0,0-6 0 16,4-4 0-16,3-11 0 0,3-7 0 16,-3-1 0-16,4-10 0 0,-2-5 0 0,2-4 0 15,0-5 0-15,-2 0 0 0,4-1 0 16,0-5 0-16,-2 2 0 0,2-4 0 0,-2-4 0 15,5 5 0-15,-5-5 0 0,8 2 0 16,-8-2 0-16,0 0 0 0,0 0 0 0,15-9 0 16,-9 5 0-16,-2-2-444 0,-3 0-570 15,1 0 98-15,0-1 103 0,-2 7-889 16,4-16-1136-16</inkml:trace>
  <inkml:trace contextRef="#ctx0" brushRef="#br0" timeOffset="-177696.06">22810 5167 4402 0,'-4'-14'-139'0,"4"3"69"16,-1 1 83-16,-1 2 60 0,0 0 50 16,0 1 33-16,2 7 14 0,-4-6 7 0,4 6-6 15,0-6-16-15,0 6-16 0,0 0 24 16,0 0 22-16,-7 29 1 0,2-6-2 0,0 10-19 15,-3 2-17-15,5 5-10 0,-3 1-13 16,3-2-15-16,-1 2-12 0,-3-1-1 0,7-3-15 16,-1 2-3-16,-3-5-12 0,2-5-26 15,0-8-31-15,0-3-43 0,0-4-49 0,2 0-48 16,2-2-45-16,-2-3-67 16,2-5-80-16,-2-4-78 0,0 0-70 0,0 0-62 15,0 0-77-15,20-27-58 0,-11 0 58 16,2-4-404-16,1-4-487 0</inkml:trace>
  <inkml:trace contextRef="#ctx0" brushRef="#br0" timeOffset="-177528.78">22853 5124 2688 0,'-2'-17'-4'0,"-2"5"64"15,2 0 50-15,1 4 46 0,-2-1 21 16,1-1 7-16,4 3-6 0,2-1-24 0,-2-4-14 16,4 5-17-16,-1-3-13 0,4 1-17 15,5 1-30-15,-1 1-51 0,7-2-52 0,1 3-57 16,-4 2-56-16,2 1-46 15,-1 1-46-15,0 0-86 0,-3 2-142 0,0 2-48 0,-2 0 57 16,-2 3-122-16,-2 1-85 16</inkml:trace>
  <inkml:trace contextRef="#ctx0" brushRef="#br0" timeOffset="-177177.89">22880 5320 1866 0,'-14'5'191'0,"4"-1"40"0,-1-2 23 15,5-1 18-15,6-1-10 16,-9 2-22-16,9-2-25 0,0 0-21 0,0 0-20 16,0 0-14-16,0 0-20 0,0 0-17 15,0 0-31-15,44-2-28 0,-20-1-30 0,1 1-39 16,2-1-32-16,0-3-27 0,7 0-29 16,2-1-10-16,-10 2 7 0,-2-2 10 0,-3-2 19 15,-3 3 29-15,-2-1 27 0,-3 0 46 16,1 0 36-16,-7 2 33 0,2 1 17 0,-3 1 14 15,-6 3 4-15,10-5-6 0,-10 5 7 16,0 0 9-16,8 14 1 0,-8-2-16 16,-2 5-9-16,0 5-14 0,-2 14-8 15,-1 1-12-15,4 1-8 0,-3 1-7 16,0 0-10-16,4-8-22 0,-2 3-23 0,1-7-42 16,1-6-52-16,1-3-55 0,-1-4-68 15,2-2-72-15,0-2-71 0,0-5-95 0,0-1-105 16,-2-4-96-16,0 0 59 0,0 0-354 15,16-14-410-15</inkml:trace>
  <inkml:trace contextRef="#ctx0" brushRef="#br0" timeOffset="-177012.07">23306 5072 2440 0,'-3'-19'6'16,"-1"5"45"-16,-1 4 34 0,3-2 28 0,-1 5 8 15,1 0-1-15,-2 2-21 16,4 5-11-16,-2-12-20 0,2 12-31 0,0-7-39 15,0 7-46-15,0 0-49 0,0 0-68 16,0 0-79-16,0 0-124 0,0 0-104 0,0 0-151 16,10 26-122-16</inkml:trace>
  <inkml:trace contextRef="#ctx0" brushRef="#br0" timeOffset="-176546.1">23527 4870 1979 0,'-7'-15'199'0,"-1"5"67"16,4 3 49-16,0-1 27 16,-2 3-9-16,6 5-26 0,-5-5-30 0,5 5-18 15,0 0 11-15,-7 18-20 0,3-1-15 16,-1 6-15-16,2 12-17 0,-3 11 16 0,0 8-4 16,1 1-18-16,-1 2-15 0,0-3-14 15,-2 0-14-15,1-1-10 0,0-3-15 0,-2-8-9 16,4-2-10-16,-3-8-18 0,-1 0-3 15,5-8-10-15,0-5-7 0,0-6-6 16,2-1 0-16,2-3 5 0,-1-2 10 0,1-7-4 16,0 5-12-16,0-5-8 0,0 0-2 15,7-26-11-15,1 6-7 0,5-6-3 16,3-3-5-16,0 0 0 0,2-1-8 16,1 4-1-16,2 2-6 0,-4 0-14 0,0 9 0 15,-1 5 0-15,-2 3 0 0,0 4 0 16,-1 1 0-16,2 5 0 0,1 4 0 0,-3 1 0 15,1 6 0-15,-3 3 0 0,-1 2 0 16,-3 2 0-16,-1 3 0 0,-4 1 0 0,-2-2 0 16,-2 2 0-16,-8 8 0 0,7-7 0 15,-9 3 0-15,3-7 0 0,-7 2 0 0,5-5 0 16,0-4 0-16,-3-1 0 0,3-4 0 16,-3-1 0-16,3-1 0 0,0-6 0 0,-1 0-157 15,2 0-105-15,10-2-94 0,-23-6-117 16,12-5-128-16,-1-5-139 0,3-1-65 15,0-10 83-15,1-8-664 0,4 6-839 16</inkml:trace>
  <inkml:trace contextRef="#ctx0" brushRef="#br0" timeOffset="-176162.86">23841 5141 3555 0,'0'0'-68'0,"0"0"52"0,0 0 32 16,0 0 60-16,0 0 51 0,-28 18 28 16,16-2 21-16,-2 9 15 0,-4 6 8 15,3 2 14-15,0-1 8 0,2 4 1 16,-1-2-4-16,6-1-17 0,3 0 9 0,-2-4-11 16,7-6-19-16,3 1-20 0,5-4-11 15,-3 1-13-15,4-6-6 0,5 0-15 0,3-5-5 16,-3-3-15-16,2-1 2 0,4-5-21 15,-3-4-4-15,6-2-9 0,0-2 7 16,-2-2-12-16,-5-1-5 0,11-5-14 0,-9-2-2 16,-5 1-3-16,-4 1-6 0,-1-3-1 15,-6 0-7-15,0 1-1 0,-4-4-6 16,0-2 0-16,-3 1-10 0,-4 1-6 16,6 6-18-16,-8-4-20 0,0 4-25 0,-1 5-30 15,-1 1-34-15,-3 6-38 0,3 1-60 16,-5 0-81-16,4 6-82 0,-4-3-78 0,1 5-82 15,4-1-108-15,0 0-34 0,1 0 60 16,4-2-467-16,8-3-570 0</inkml:trace>
  <inkml:trace contextRef="#ctx0" brushRef="#br0" timeOffset="-175744.5">24078 5202 2954 0,'15'-6'32'0,"-5"0"65"15,-3 2 48-15,-1 2 37 0,-6 2 11 0,10-5 12 16,-10 5 33-16,0 0 35 15,9 17 31-15,-5-5 10 0,-1 1-12 0,1 6-5 16,-1 5-21-16,1 0-18 0,-4 1-22 16,0 1-14-16,1 1-8 0,-2 2-15 0,-1-4-13 15,-3-1-17-15,3-5-16 0,0 0-14 16,1-2-9-16,-1-5-10 0,0 2-9 0,4-6 12 16,-2 1-4-16,0-9-119 0,0 10 0 15,0-10 0-15,0 0 0 0,0 0 0 0,0 0 0 16,3-33 0-16,4 13 0 0,4-9 0 15,2-3 0-15,3-2 0 0,0 4 0 0,2-1 0 16,-1 3 0-16,-4 4 0 16,2 6 0-16,-1 2 0 0,-5 5 0 0,1 2 0 15,0 1 0-15,-1 4 0 0,-2 4 0 16,-7 0 0-16,20 4 0 0,-11 4 0 0,3 1 0 16,-5 4 0-16,4 1 0 0,1 2 0 15,-2 3 0-15,-3-2 0 0,-2 4 0 0,4-1 0 16,-6 1 0-16,3 1 0 0,-2-7 0 15,-1 2 0-15,1-3 0 0,1-2-19 16,-3 0-420-16,-1-1-103 0,1-2-116 0,2-2-178 16,-2 0 28-16,2-4 81 0,-4-3-689 15,9 1-866-15</inkml:trace>
  <inkml:trace contextRef="#ctx0" brushRef="#br0" timeOffset="-175312.51">24806 5188 3966 0,'-11'-9'62'16,"3"1"57"-16,2 0 57 0,-2 4 37 15,8 4 32-15,-9-5 1 0,9 5 10 16,-5-4-30-16,5 4 17 0,0 0 20 0,0 0 0 16,0 0-17-16,1 28-20 0,1-16-20 15,4 2-22-15,-2-1-16 0,-3 5-18 16,1-1-9-16,2 0-11 0,-4-2-6 0,0 4-3 15,-2-2-7-15,-2-1-11 0,3 1-103 16,-5-2 0-16,-1-1 0 0,-4-1 0 16,2 1 0-16,0-5 0 0,-5-1 0 0,1 0 0 15,-1-4 0-15,1-4 0 0,13 0 0 16,-26-14 0-16,11 3 0 0,-1-13 0 0,5-2 0 16,7-1 0-16,4 1 0 0,0 2 0 15,8 0 0-15,1-5 0 0,-2 7 0 0,4 3 0 16,-2 6 0-16,0 1 0 0,5 4 0 15,-3 3 0-15,3 4 0 0,-3 1 0 0,-11 0 0 16,30 6 0-16,-13 2 0 16,1 2 0-16,6 5 0 0,1 4 0 0,-2-2 0 15,0 1 0-15,0 2 0 0,-2-3 0 16,-4-2-11-16,-2-1-236 0,-2-1-80 0,3-1-99 16,-1 2-104-16,-3-5-104 0,-1-1-150 15,0-1 17-15,1-2 82 0,3 0-601 16,0-3-744-16</inkml:trace>
  <inkml:trace contextRef="#ctx0" brushRef="#br0" timeOffset="-175096.18">25389 5095 3582 0,'-13'-10'54'16,"-7"5"65"-16,4 5 59 0,0-3 49 16,-2 4 38-16,0 1 17 0,-1 3 10 0,-10 7-2 15,5 5-1-15,-1 5-12 0,2-1-11 16,2 6-10-16,2 2-13 0,3 1-12 0,2 3-20 15,0-2-23-15,5-1-16 0,3 3-19 16,0-8-13-16,6 0-19 0,0-3-32 0,6 3-49 16,-2-6-64-16,1-1-81 0,7-1-98 15,3-3-114-15,1-4-131 0,0-5-138 16,6-3-147-16,1-2-62 0,3-3 78 0,9-8-656 16,1-2-827-16</inkml:trace>
  <inkml:trace contextRef="#ctx0" brushRef="#br0" timeOffset="-174680.09">25521 5121 3756 0,'-20'-9'-5'0,"7"4"50"0,0 2 53 15,2 3 41-15,11 0 16 0,-29 7 17 16,15 2-1-16,-3 5 4 0,3 1-3 0,0 13-7 16,-2 1-2-16,5 3-7 0,2-1-13 15,3 2-15-15,0-6-7 0,2-3-15 0,4 1-4 16,2-6-14-16,2 4-10 0,2-2-3 15,1-7-13-15,1-2-6 0,4 0-13 16,-1-7-21-16,4-1-23 0,-1-2-25 16,0-4-23-16,9-2-30 0,10-3-8 15,-3-7 10-15,-1-1 1 0,9-9 9 0,-10 1 7 16,1 0 7-16,1-9 6 0,-3-1 15 16,-4 6 28-16,1 0 20 0,-6-1 22 0,-2 5 30 15,-5 3 33-15,-2 9 24 0,-3 1 18 16,0 0-1-16,-2 6 11 0,-4 4 23 0,0 0 26 15,0 0 2-15,0 0-7 0,-4 35-7 16,-3-2-13-16,-4 5-11 0,-3 15-13 0,2 5-15 16,-1 2-64-16,2 4-74 0,-3-1 0 15,6 2 0-15,7-7 0 0,1-14 0 16,-2-1 0-16,4-14 0 0,-1-4 0 16,3-8-193-16,2-5-69 0,1-8-47 0,1-1-84 15,-8-3-74-15,22-17-37 0,-2-9-43 16,-1-3-48-16,2-14-74 0,-2-4 5 0,0-9-556 15,-4-4-684-15</inkml:trace>
  <inkml:trace contextRef="#ctx0" brushRef="#br0" timeOffset="-174529.33">25944 4986 3215 0,'-8'-22'-18'0,"-2"3"75"0,5 5 64 16,-3 4 35-16,-4 0 27 0,5 3 2 0,0 2-19 16,-4 2-15-16,6-1-15 15,5 4-15-15,-13 0-22 0,13 0-39 0,-9 7-50 0,2-2-88 16,5 4-102-16,1-3-121 15,-1 5-155-15,-2 1-139 0,4 0 44 0,-4 0-293 16,3 5-329-16</inkml:trace>
  <inkml:trace contextRef="#ctx0" brushRef="#br0" timeOffset="-174211.99">24359 6171 2793 0,'-48'-4'324'15,"-6"4"-34"-15,-7-3 1 0,9 1 38 16,11-1 64-16,8 3 25 0,10-2-14 0,8-1-34 15,5-1-33-15,10-1-29 0,10-3-24 16,25-8-30-16,24-5-26 0,32-2-25 0,26 0-44 16,10-1-50-16,16 3-59 0,7 0-70 15,13-1-73-15,4 5-95 0,-3 0-95 0,-6 2-103 16,-13 1-96-16,-19 4-72 16,-38 3-84-16,-20 4-83 0,-25 1 70 0,-14 4-549 15,-15-2-664-15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19T03:58:12.49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17296 1976 47 0,'-20'8'33'0,"4"0"12"0,-2 1-4 0,-1 1 16 15,-5 10-16-15,-5 1-1 0,-6 7 5 16,3 4-11-16,-3 4 2 0,3 2 0 0,2 0 1 15,1-1-7-15,4 2-6 0,7-1 1 16,4-3-6-16,5-2 12 0,5 4-9 16,8 1 4-16,3 3-7 0,10 6 9 0,8-2-15 15,8 1 5-15,3 0-2 16,3-4-1-16,10-1 1 0,2 0-3 0,18 0-4 16,-14-12 4-16,8 0-9 0,2-10-6 0,-3-1 2 15,7-7 0-15,-3-1 20 16,5-8 11-16,1-3 3 0,3-4 9 0,-1-6 5 15,-4-7 8-15,0-5-3 0,5-8 8 16,-17-4-3-16,8-15-1 0,-20 7-3 16,5-15-3-16,-14 7-8 0,-9-1-4 0,-3 0-3 15,-8-6-8-15,-4 2 2 0,-7-2-8 16,-3 9-2-16,-14-4-5 0,2 3-2 0,-8 4-2 16,-7 5-3-16,-5 2-3 0,-8 5-11 15,-4 1-15-15,-9 5-25 0,-3 2-35 16,-6 2-45-16,-6 4-24 0,-2 3-271 0,-2 0 69 15</inkml:trace>
  <inkml:trace contextRef="#ctx0" brushRef="#br0" timeOffset="635.66">16403 3132 1023 0,'-36'-10'-85'0,"-3"1"26"0,-6 5 16 0,-2 2 11 16,-14 8 12-16,0 3 7 0,-3 7 6 16,1 9 9-16,-16 12 6 0,7 4 1 15,5 5 11-15,2 4-1 0,4 4 1 0,8 6 9 16,3 3 4-16,16-7 1 0,-2 16 1 16,15-11-8-16,7 7-4 0,12-2 4 0,12 6-6 15,9 15 11-15,11 0-7 16,15-4-6-16,8-2-17 0,10-3-17 0,9-5-7 0,10-5-5 15,3-13-1-15,-1-9-1 16,12-8 10-16,3-12 11 0,2-15 14 16,-11-8 20-16,19-17 21 0,4-12 24 0,-2-12 13 15,-5-11 10-15,0-11 2 0,-9-12-6 16,-8-13-4-16,-4-2-6 0,-12-7-7 0,-15-7-9 16,-8-5-7-16,-16-5-10 0,-21 0-9 15,-13 2-15-15,-24 2-17 0,-19 13-14 0,-21 8-22 16,-21 10-29-16,-15 13-28 0,-17 10-29 15,-12 14-30-15,-14 13-20 0,-10 11-303 16,-6 10 25-16</inkml:trace>
  <inkml:trace contextRef="#ctx0" brushRef="#br0" timeOffset="1916.57">20999 1870 1264 0,'0'0'-25'16,"12"0"2"-16,-12 0-6 0,0 0 15 0,0 0 23 16,-14 18 16-16,-8-10 9 0,-10 6 11 15,-6-2 4-15,-10 7 1 0,1-1-2 16,-3-1-1-16,10-5-3 0,5 2-4 0,5 1-2 16,1-1-6-16,9-1 3 0,2-1-1 15,7-1 8-15,6 2 7 0,5 1 5 16,2 1 0-16,9 2-9 0,10 4-3 15,15 4-6-15,4 2-2 0,6-2-11 16,1-3-19-16,1 0-27 0,-3 0-33 0,0-1-49 16,-11-3-81-16,-6-3-117 0,-8-3-178 15,-7 0 13-15</inkml:trace>
  <inkml:trace contextRef="#ctx0" brushRef="#br0" timeOffset="2168.73">20247 2580 1408 0,'8'2'72'0,"2"0"6"16,1-2-5-16,4 0-6 0,2 0-8 15,8 0 0-15,17 1-11 0,6 4-2 16,11 3-3-16,6-1-7 0,5 1-4 16,5 4-26-16,-1 0-38 0,1-1-71 15,-2 5-102-15,0-3-369 0,-2-3-75 0</inkml:trace>
  <inkml:trace contextRef="#ctx0" brushRef="#br0" timeOffset="3732.65">21843 2270 1606 0,'-10'1'47'0,"4"-1"18"0,6 0 5 16,0 0 2-16,0 0 1 0,-15 0 0 15,15 0-7-15,0 0-3 0,0 0-8 0,0 0-3 16,0 0-6-16,42-6-4 0,-24 2-5 16,4 2-2-16,1-4-4 0,2-3-3 0,-4 2 1 15,7-6-4-15,-5-5-2 0,-2 0-3 16,-1-6-1-16,-8 1-5 0,-2 0-3 15,-7-1-2-15,-3-3-1 0,-5-6-2 16,-6-4-2-16,-3 6-1 0,-5 2-3 16,-6 4 2-16,-1 2-2 0,-7 4-2 0,3 4 6 15,-2 5-4-15,5 3 0 0,4 4 1 16,4-1 1-16,5 4-3 0,1-2 2 0,13 2 2 16,-14 2 1-16,14-2 2 0,0 0 0 15,0 0-4-15,39 7 2 0,3-6-1 16,1 1 2-16,7 4-1 0,13-1 0 0,0 0-4 15,-4 5 4-15,-13-3-4 0,-4 3 3 16,-6 2-3-16,-6 2-2 0,-5 2 4 16,-7-1-2-16,-9-1-1 0,-3-1 2 15,-6 7 1-15,0-3 2 0,-2 1-1 0,-2 5 0 16,0-2 1-16,1 1 1 0,-1 3 0 16,-1-1-5-16,2 2-19 0,-1-2-27 15,2-2-48-15,0-2-56 0,2-1-69 0,6-1-118 16,-3-3-292-16,6 1-126 0</inkml:trace>
  <inkml:trace contextRef="#ctx0" brushRef="#br0" timeOffset="6299.21">19234 2532 1730 0,'2'6'-28'0,"2"-3"4"0,-4-3-4 0,0 0 11 16,16-3 0-16,0-3 17 0,0-2 11 16,11-6 12-16,0-5 9 0,5-2-2 15,4-6-3-15,1-7 5 0,1-7-4 0,-4-4 2 16,1-5-2-16,9-13-3 0,-2-4-3 15,-10 13-6-15,8-16-4 0,-10 14-1 0,-1-2 3 16,-1 3-6-16,-3 3 9 16,-2 10 17-16,-10 9 24 0,-2 5 1 15,-2 9-5-15,-4 2-16 0,1 7 0 0,-6 7-7 16,0 3-4-16,0 0-5 0,-19 30 5 16,2-4-2-16,-1 6-4 0,2 11 1 0,-2 4 2 15,5 1-1-15,6 2-1 0,3-4-3 16,6 13 2-16,3-5 0 0,5 0 1 15,4-3-3-15,-2-2-1 0,8-4-1 0,-5-11-11 16,0-2-14-16,2-5-14 0,1-3-21 16,-4-5-29-16,2-7-46 0,-5-5-65 0,1-3-93 15,-1-2-380-15,-2-2-152 16</inkml:trace>
  <inkml:trace contextRef="#ctx0" brushRef="#br0" timeOffset="6934.67">23898 2170 1925 0,'-30'-15'19'16,"0"3"5"-16,7 0 4 0,4 5 11 15,3 1 10-15,7 2 2 0,0 0-1 16,5 3 0-16,4 1-3 0,0 0-1 0,20 12-3 16,13 5-6-16,15 9 1 0,5 3-6 15,19 15 2-15,-1-1-5 0,-20-6-2 0,-3 0-5 16,-6-2-2-16,-10 0-1 0,-10-6 0 16,-8-3-2-16,-3-2 1 0,-13-3-1 15,-7-1-3-15,-5 3 0 0,-10-2-2 0,-6-4 1 16,-4 1 1-16,-2-4 0 15,-5 0-2-15,1-1-4 0,1-2-1 0,-2-1 0 16,5-3-11-16,-2 2-20 0,4-1-27 16,2 1-30-16,7-4-45 0,2 2-55 15,6-2-67-15,1 0-126 0,7 0-213 0,2-2-88 16</inkml:trace>
  <inkml:trace contextRef="#ctx0" brushRef="#br0" timeOffset="7199.96">24276 3001 1708 0,'-8'5'97'0,"8"-5"-1"0,-17 3-6 0,0 0-1 16,-3-3 4-16,-7 6 3 0,-14-1 3 15,1-2 6-15,-1 1-7 0,-4 1-7 16,-2 0-3-16,-1 0-12 0,1 0-3 0,3 2-9 16,0 0-11-16,4-2 2 15,-2 2-32-15,8-2-32 0,5 1-51 0,4-2-62 16,9 0-96-16,0-4-130 0,3 1-158 16,13-1-117-16,-14-5-121 0</inkml:trace>
  <inkml:trace contextRef="#ctx0" brushRef="#br0" timeOffset="7981.71">24879 2935 1654 0,'0'0'-5'0,"0"0"9"16,0 0 15-16,2-18 11 0,-2 18 12 16,9-12 5-16,-2 5 10 0,2-3 7 0,2 0 6 15,0 1 4-15,1-4-4 16,1-1-2-16,-2-3-10 0,1-1 3 0,1-12-3 16,-1-2-7-16,-5-4-3 0,0-3-5 15,-5-2-3-15,2 0-8 0,-4-1-3 16,-6 2-1-16,3 0-4 0,-5 0-2 0,0 6-3 15,-5 2-3-15,-3 3-3 0,3 3-2 16,-3 3-1-16,0 6-5 0,5 5 0 0,3 3-1 16,0 0 0-16,3 4 0 0,1-1-2 15,0 2 5-15,4 4-4 0,0 0 2 16,0 0 5-16,24-8-7 0,-4 9 1 16,3-1-2-16,4 5 1 0,9 1 1 0,3 2-1 15,-3 1-2-15,1-1 1 0,-6 2 0 16,-1 1-1-16,-1 3 1 0,-5 2-3 15,-5-5 3-15,-3 1-2 0,-3 5 0 16,-4 1 4-16,3 1-3 0,-2 10 2 0,-9 0 3 16,1-4 1-16,-2 3 1 0,-2 11 1 15,-3-1 0-15,1-2-3 0,-1 2 0 0,-6-4 2 16,4 2 2-16,0-2-24 0,-2-1-26 16,4-2-32-16,-1-6-41 0,4-4-42 15,1-3-49-15,2-5-39 0,-1-1-69 0,6-2-286 16,0-2-98-16</inkml:trace>
  <inkml:trace contextRef="#ctx0" brushRef="#br0" timeOffset="8664.98">25711 2680 1526 0,'40'-38'-54'0,"-10"5"45"15,-7 9 32-15,-1 0 25 0,-8 7 27 16,-2 3 20-16,-4 2-6 0,-4 4-7 16,-3 3-6-16,-1 5 10 0,0 0-5 0,-23 0-4 15,7 8-11-15,-11 9-1 0,2 2-8 16,0 5-4-16,2 5-3 0,4-1-2 0,2 2-5 15,4-1-3-15,6 0-5 0,0-7-11 16,5-3-8-16,2-4-5 0,4-3-2 16,2-3-12-16,4-3-4 0,3-2-4 15,2-4 0-15,8-4 2 0,12-8 0 16,-3-3-2-16,6-11 3 0,0-3 0 0,-1-1-2 16,-1-5 3-16,-2 2 2 0,-7 10 10 15,-4 1 10-15,-9 5 5 0,-3 4-4 16,-2 5-5-16,-5 2 0 0,-3 4 3 0,-1 2 4 15,0 0-1-15,0 0 4 0,-32 19-6 16,11 3 2-16,0 3 1 0,2 2 0 0,0 2 1 16,4 4-1-16,1 0 1 0,5 2-5 15,1 0 4-15,7-6-5 0,1-4 1 16,0 0-2-16,0-2 2 0,0-3-2 0,0-1 0 16,-2-2-2-16,-3 5-4 0,-4-1 16 15,-8 9 14-15,-10 8 2 0,-3 0 19 16,-7 1 6-16,-5 0 4 0,1 1 9 0,-5-1-1 15,-1 3 1-15,-2 1-13 0,4-6-14 16,-1-1 4-16,6-4-2 0,1-3 9 16,14-8-7-16,2-3 19 0,5-5 21 15,7-5 34-15,-1-2 6 0,4-6-15 0,8 0-14 16,0 0-16-16,-9-23-21 0,9 5-16 16,4-7-31-16,0-14-16 0,3-9-29 0,7-6-22 15,7-1-19-15,8-3-24 16,12-12-17-16,17 2-19 0,6 1 2 0,12 7 4 15,3 8 9-15,3 1 12 0,-3 10 8 16,5 4 7-16,-17 14 11 0,-6 5 6 16,-6 2 7-16,-10 8 4 0,-9 3 16 0,-10 5 9 15,-7 1 27-15,-12 3 26 0,-2 2 10 16,-5 3 6-16,0-9-11 0,-19 24 17 0,-5-5 2 16,-1-1-3-16,0 1-6 0,-4 2-3 15,-10 4-10-15,10-3 1 0,-1-1 8 0,1 2-10 16,-1-2 0-16,2-1-7 15,1 3-12-15,1-5-19 0,-1 1-21 0,2-3-20 16,-4-3-25-16,8-1-40 0,-1-5-48 0,-1 0-47 16,-13-2-67-16,5-3-91 15,3-4-135-15,1 0-143 0,0-1-148 0</inkml:trace>
  <inkml:trace contextRef="#ctx0" brushRef="#br0" timeOffset="8847.78">25840 3285 1707 0,'2'9'-9'0,"-5"-1"39"0,-10-1 31 16,-10 0 22-16,-19 0 8 0,-24-2 0 0,-8-2 0 15,-13-3-1-15,-32-3-3 0,-12 1-11 16,-6 2-9-16,-11 0-6 0,-7-2-6 0,-13 2-28 16,-5-3-34-16,-5-2-59 15,6-4-87-15,11 3-163 0,10-8-157 0,18 0-69 16,17-5-45-16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26T02:46:22.2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14208 1798 364 0,'0'0'110'0,"0"0"-20"0,0 0 9 15,-9-6-2-15,9 6 12 0,-10-3-2 0,10 3-1 16,-8-2-5-16,8 2 2 0,-9-4 6 15,9 4 8-15,-9-6 12 0,9 6 2 16,-10-2-2-16,10 2 15 0,-11-4-2 0,11 4-5 16,-12-2 1-16,12 2-2 15,0 0-9-15,-15-6-14 0,15 6-6 0,0 0-3 16,0 0-11-16,-11 0-21 0,11 0 6 16,0 0-13-16,0 0 2 0,0 0-14 0,0 0-6 15,0 0-1-15,0 0-5 0,0 0 0 16,0 0-14-16,0 0-2 0,0 0 24 15,0 0-22-15,0 0-6 0,0 0 18 0,20 22-3 16,-6-18-1-16,-1-1 8 0,5 1-10 16,-2 0 6-16,4 2 5 0,-4-3-7 0,5-2 3 15,-1 3-14-15,3 0 24 16,-5-3 13-16,6 1 0 0,-5 0-3 16,3-1 0-16,-1-1-4 0,2 0 3 0,2 0-12 15,-2 0-5-15,1-1-4 0,-2-1 1 16,-1 2 1-16,-1-2-6 0,3 1 2 0,-1-1 13 15,-4 2-2-15,3-4-4 0,1 2-2 16,-4-2 9-16,3 4 3 0,-3-4-2 16,0 0 0-16,0 0 1 0,0 2-7 0,0-1-3 15,1-1-2-15,-2-1-5 0,1-2-3 16,-4 1-1-16,2 2 10 0,-1-3 1 0,1-1 1 16,-4 2 6-16,2-2 2 0,-3 0 0 15,0-1 0-15,2-1 12 16,-2 0-6-16,-4 1-8 0,3-3-4 0,-2 2-1 15,-3-1 1-15,2-3-7 0,0 1-6 16,-1 3 0-16,-3-3-9 0,3-3 1 0,-3 4-7 16,1-1 2-16,3-3-3 0,-6 6 3 15,1-5-3-15,0 4-2 0,2-1-3 16,-2-1 2-16,0-1-6 0,-1 1 2 0,-1 1-3 16,0-2-4-16,0 1 0 0,2-1 4 15,-2-1-3-15,-2 1-1 0,2 0 5 0,0-1-4 16,-1-2-1-16,1 0-1 15,-2 3 2-15,0-3 0 0,-2 2-1 0,2-2-3 16,0 0 0-16,1 3-2 0,-4-1 4 16,1-2 2-16,2 5-3 0,1 0-4 15,-5 2 5-15,4-1-1 0,-1 2 2 0,-1-2-2 16,-1 2-1-16,1-1 1 0,1 4 4 16,-5-3-2-16,5 2-1 0,-5 0 0 15,0-3-3-15,1 3 0 0,-3-1-1 0,0 1 0 16,1 0 7-16,2 2 0 0,-3-2-9 15,-2 2 8-15,3-2-4 0,0 2 1 0,-1 0-1 16,-1 0 0-16,1 1-2 0,-2 1 3 16,3-1-1-16,-2 1 0 0,-1-2 2 15,-1 3-4-15,1-1 4 0,-1-1 5 16,2 1-10-16,-3 1 2 0,3-1 4 0,-3 1-2 16,1 0 0-16,-1-1-2 0,3 0 0 15,-3 1-1-15,-6 0 3 0,3 1-2 16,-4 1-3-16,2 0 4 0,-2 0-1 0,0 0-1 15,0 0 3-15,2 0-3 0,-2 0 0 16,0 0 3-16,2 0 3 0,-2 0-5 16,6 1-1-16,-2-1-1 0,-1 0 4 0,6 0-2 15,-2 0 0-15,14 0 0 0,-31 2 3 16,18-2 0-16,-1 2-1 0,0-2 3 16,0 0-6-16,-3 3 0 0,0 0 4 15,-3-1-1-15,4 2 2 0,-4-3-4 16,2 3 6-16,-4-3-4 0,1 1 2 0,3 2-3 15,-4-1 7-15,3-1-9 0,2 2-1 16,-4-2 0-16,6 2 3 0,-2 1-3 0,2-2 5 16,-1 1-1-16,2 3-3 0,-4-1 2 15,2 0-3-15,2 0 1 0,1 3 0 16,-1 1 0-16,-1-1 4 0,1-1-2 0,-1 4-2 16,1-1 4-16,2 3 4 0,-2 2-8 15,1-5 3-15,-1 5 2 0,5-5 1 16,-2 5-2-16,-1-3-2 0,0 3-1 0,3-4 3 15,-1 3 1-15,3-1 0 16,-3 0 0-16,0 3-3 0,3-4 5 0,0 1-4 16,-1 2-2-16,3-3 1 0,-4 1 1 15,4 2 2-15,-1-1-1 0,1 0 0 0,-1 2 5 16,1-3-5-16,2 1 1 0,-1-1-3 16,0 2 0-16,3-3 2 0,-5 4 3 15,4-5 2-15,-2 5-3 0,4-1-1 0,-1 1-2 16,1-3 1-16,-3 4 0 0,6 0 5 15,-3 0-1-15,1-1-7 0,3 0 6 0,2-2-1 16,1 5-6-16,5-2 1 0,7 5 4 16,4 1 4-16,3-5-4 0,7 2 0 15,6 2 4-15,4-3-6 0,-7-4-4 16,0-3 12-16,0 0-4 0,0-3 0 16,-4 2-2-16,-1-2 0 0,-6-3 14 0,-6-2-12 15,0 0 3-15,-5-2 1 0,-1 1-4 16,-1-2 2-16,0-1 4 0,1 3 1 15,-13-4 4-15,18 1 0 0,-9 1-6 0,-9-2 1 16,18 2-2-16,-18-2 5 0,17 2-6 16,-17-2-6-16,13 0 2 0,-13 0 0 0,13 0 1 15,-13 0 1-15,0 0-5 0,18 0 3 16,-18 0-2-16,0 0 2 0,14 0-6 16,-14 0-2-16,0 0-6 0,0 0-38 0,0 0-49 15,14 0-73-15,-14 0-95 16,0 0-102-16,0 0-134 0,0 0-206 0,0 0-24 15,0 0 72-15,0 0-393 0,0 0-527 16</inkml:trace>
  <inkml:trace contextRef="#ctx0" brushRef="#br0" timeOffset="1232.29">11289 2459 2584 0,'7'-9'-173'0,"-5"2"35"0,0 2 40 15,-2 5 36-15,0-12 31 0,0 7 36 0,0 5 18 16,-2-15 16-16,0 10 7 0,0-1 6 15,-3 0 1-15,-1 0 7 0,-2-2 2 16,2-1-6-16,-3 3-2 0,0 2-13 16,-3-1 3-16,-1 0-8 0,-1 5 0 15,-2-6-2-15,-4 2-7 0,-1 2 1 0,1 2-6 16,-7 0 20-16,0 0-2 0,-2 0-7 16,-8 2 9-16,-6 4 1 0,1 0 13 15,-1 2-6-15,-3 0-7 0,-10 4-10 0,-1 1 3 16,3 2-2-16,-4 2-3 0,1-3 2 15,3 3-8-15,-1 0-3 0,4 0 2 0,3-2-8 16,2 2 0-16,10-1-1 0,4-3 1 16,1-1 2-16,8 0-3 0,6-1-7 15,-4 8 1-15,8-3 0 0,-1-3 0 0,5 3 4 16,2-2-6-16,-1 3 4 16,-2 3-5-16,7-1 2 0,-3 2-4 0,2 2 3 15,2-4 1-15,2 2-1 0,0-1-4 16,-1 4 7-16,1-1-4 0,1 0 4 0,1 0-5 15,2 3 2-15,2-5-2 0,1 13 6 16,3-5-4-16,1 1 1 0,5-2 4 16,0-4-1-16,4 1 14 0,2-6-2 0,7 3 5 15,-1-5 24-15,6 1-1 0,2-1 0 16,5 2-3-16,4-1 24 0,-6-5 5 0,-1-3 4 16,0 1 2-16,6-4-8 0,-4-1-9 15,3 0 19-15,0-2 0 0,0-2-17 16,5 0 0-16,4-4-6 0,9 0-5 15,2-1 7-15,0-2 1 0,2-2-6 16,-3-3-7-16,-1 1-1 0,-2 1-5 0,1-3-3 16,-7-3-7-16,-4 1-4 0,-1-3 1 15,-12 5 29-15,-4-3 17 0,-1 2 15 0,-2-1-1 16,-6-5-3-16,-7 1-6 0,0 3-9 16,-5-3 8-16,-2-1-9 0,2-3-8 15,-6-12-8-15,-3-3-3 0,-4-2-6 0,-2-4-9 16,-8-12-10-16,-1-2 3 0,-6 1-6 15,-3 4-7-15,-7 2-5 0,-1 2 0 16,-4 9-7-16,-7 1-1 0,-1 5-1 16,-6 6-3-16,-2 7-8 0,-6 4-20 0,1 5-13 15,-6 5-40-15,9 3-29 0,1 4-41 16,-8 3-38-16,13 2-43 0,-8 3-36 0,13 0-44 16,5 1-51-16,0 2-73 0,3 1-127 15,5-1-100-15,3 3 65 0,0 1-252 16,3 3-332-16</inkml:trace>
  <inkml:trace contextRef="#ctx0" brushRef="#br0" timeOffset="2881.27">17930 2118 2042 0,'-3'-6'-166'0,"3"6"40"16,0 0 35-16,-7-6 33 0,7 6 28 16,0 0 18-16,-2-8 20 0,2 8 15 15,-1-6 18-15,1 6 9 0,-2-7 10 0,2 7 4 16,-2-8 4-16,2 8 7 0,-4-6 3 16,4 6 1-16,-2-8 2 0,2 8-5 0,-5-5-5 15,5 5-1-15,-9-10-3 0,9 10-5 16,-9-4-8-16,4 0-4 0,-5 0-3 0,0 2-3 15,-1-1-4-15,0 1-8 16,-1-2-1-16,-4 0-5 0,-4 4 0 0,1-2-3 16,-2 0 1-16,-2 4-5 0,0-2-4 15,-2 0 3-15,3 2-9 0,-5 0 4 16,0 0 2-16,-1 2 2 0,-1-2-4 0,-7 1-4 16,8 3 0-16,3-2-2 0,-2 0 1 15,2 2-1-15,1 0 1 0,-9 3-2 0,0 5-2 16,9-8 1-16,-4 5 1 0,1 5 0 15,4-6 2-15,1-1-9 0,6 3-2 16,-4 0 7-16,6-2 0 0,-9 9 3 0,5-8-6 16,3 3-3-16,3 0 8 0,-1 1-5 15,2 2 6-15,-3-3-2 0,5 3 1 0,2 0-4 16,-3 3 5-16,0-1-3 16,5-1 0-16,-3 1 0 0,0 2-2 0,2-1 0 15,3 1 1-15,-5 3 3 0,5-4-1 16,-2 3-2-16,1 1 1 0,4-5 2 15,0 2 2-15,0-3-4 0,2 1 0 0,0 3 0 16,6-3 0-16,-2 2 4 0,3 8-2 16,3-7 3-16,3 2-3 0,1 0 3 0,0-3-4 15,-2-3 2-15,6 3 3 0,0 4-3 16,-1-6 0-16,3 1-2 0,-4-7 4 16,-1 1-2-16,0 0 1 0,1-1 0 0,-2-2 3 15,0-1 19-15,3 0-2 16,-4 1 11-16,4-3-4 0,0 2 11 0,1-3-3 15,-2 2-5-15,1-2 16 0,6-2-17 16,-2 0 9-16,1 0-9 0,1 0 16 0,0-1-8 16,2-1 7-16,2 1 2 0,-1-1-1 15,-1-3 6-15,4 2 12 0,-4-1 1 0,5-1 7 16,-3 0 0-16,5 0 1 0,5-1 1 16,-1-1 4-16,5-1 8 0,-2-1-11 15,-3-1-4-15,0 0-7 0,3 0 6 0,-5 0 3 16,0-2-7-16,-9 0-2 0,-2 2 12 15,-4 0 12-15,-3 1 9 0,4-3 8 0,-8 2 1 16,4 0 1-16,-3-3-7 16,0 2 1-16,-4-2-5 0,3-3-8 0,-3 1 3 15,0 0-17-15,1-3-12 0,-2-1-7 16,-3-3-4-16,3-1-8 0,-2-2-6 0,-3 0-3 16,1-2-4-16,-3-2 4 0,2 0-12 15,-1 0-7-15,-2-1-1 0,-2-1-2 16,0 1 0-16,-6-12-1 0,4 0 2 0,-2 4-15 15,-4 0-1-15,1-1 5 0,-2-2-4 16,-2 2 4-16,-2 0-5 0,0 0 6 0,-6 3-8 16,2 0-5-16,-8-6 6 15,2 11-1-15,-3 3-8 0,-5 2 4 0,-9-3 0 16,3 9-9-16,-2 1 4 0,-11 0-5 16,6 8-23-16,-4 2-24 0,1 0-41 0,-1 8-50 15,-1 0-54-15,1 2-58 0,7 3-76 16,-4 1-83-16,4-1-128 0,0 1-199 15,9 0 39-15,-1-3 81 0,7-2-343 0,5 0-449 16</inkml:trace>
  <inkml:trace contextRef="#ctx0" brushRef="#br0" timeOffset="6430.11">13703 6512 2503 0,'10'-4'-84'0,"-10"4"43"0,0 0 31 16,9-1 29-16,-9 1 25 0,0 0 18 15,0 0 16-15,10 0 10 0,-10 0 5 0,0 0 9 16,0 0 10-16,0 0 10 15,0 0-2-15,0 0 9 0,13 0 5 0,-13 0 7 16,0 0 5-16,0 0 3 0,0 0-1 16,0 0-3-16,0 0-5 0,0 0-12 0,6-4 0 15,-6 4-7-15,0 0-5 0,0 0-9 16,0 0-9-16,0 0-13 0,0 0-9 0,0 0-9 16,-16-17-4-16,11 12-11 0,-5 0-6 15,-1 0 3-15,-1 0-10 0,-2 0-7 16,-8 1-4-16,5 1-2 0,-4 1-4 0,0 4-3 15,2-2-2-15,-1 3-14 0,-4 1-5 16,1 1 1-16,1 1-1 0,3 1 0 16,-3 4-1-16,4-1 1 0,0 0 0 15,-1 4-1-15,4-2-1 0,1 1 2 0,5-1-1 16,2 1 2-16,-1 1-3 0,7-3 2 16,1 1 0-16,1-2-4 0,9 5 5 0,1-1 1 15,14 6 1-15,1-3 2 0,3 0-3 16,3 0 1-16,3-1-1 0,-3-1 0 0,-2-1 4 15,-3 1-3-15,-4-5 3 0,-6 1 0 16,-5-3 11-16,-3 2 17 0,-1 2 22 0,-7-5 25 16,-1 3 21-16,-1 0 12 0,-7 1 17 15,-5 5-2-15,-2-2-12 0,-9 3-11 16,0-1-10-16,-4-3-11 0,1 1-7 16,4-3-9-16,2-3 0 0,0-2-10 15,0 0-3-15,2-1-5 0,2-4-10 0,1-1-4 16,2 2-3-16,0-4 0 0,14 2-9 15,-24-1-7-15,10-3 1 0,3 3-31 0,2-1-52 16,9 2-60-16,-11-4-72 0,11 4-105 16,-9-3-112-16,9 3-120 0,0-7-140 0,0 7-56 15,13-10 67-15,1 3-533 0,16-7-661 16</inkml:trace>
  <inkml:trace contextRef="#ctx0" brushRef="#br0" timeOffset="6913.07">13867 6800 3292 0,'0'0'1'0,"0"0"36"0,-3 5 30 16,3-5 40-16,0 0 25 0,0 0 20 0,0 0-4 15,0 0-15-15,0 0-10 0,0 0-10 16,0 0-13-16,0 0-7 0,28-10-11 0,-17 6-12 15,-1 1-5-15,0-2-2 16,-1 0-11-16,0 1-4 0,1 1-1 0,0-1-4 16,-5-1-3-16,1 2-7 0,-1-4-1 15,0 2-2-15,0 0-3 0,-3 0-7 0,0-2-4 16,-2 7-2-16,-4-12-4 0,3 7-2 16,-5 0 1-16,6 5-7 0,-16-6 2 15,7 6 0-15,-5 0-3 0,0 4 2 0,-4 1 1 16,-1 2-2-16,0 2-1 0,0 1 4 15,2 2-1-15,-1 0 0 0,4 1 2 0,2 3 3 16,1-1 3-16,3 0 6 0,5-3 9 16,-2 2 1-16,5 1 11 0,3-6 9 0,2 5 13 15,3-2 3-15,3-1-4 16,3 1-2-16,2-4-8 0,7 1-1 0,-1-3-3 0,-6 0-3 16,4-5-11-16,-3 3 1 15,0-4-5-15,-2 0-6 0,0 0-50 0,1-3-56 16,-1 2-64-16,0 0-82 0,-4-3-87 15,2 0-113-15,-1 0-155 0,1 4-64 0,-1-3 55 16,-2-1-396-16,1 2-465 0</inkml:trace>
  <inkml:trace contextRef="#ctx0" brushRef="#br0" timeOffset="7230.05">14348 6750 2710 0,'-7'-7'35'0,"2"2"43"16,-1 4 38-16,6 1 34 0,-9-5 15 0,9 5-1 16,-6-4-12-16,6 4-16 0,0 0-5 15,0 0-15-15,0 0 0 0,0 0-6 0,-13 10-13 16,13-10 5-16,-2 9-4 0,2-4-5 16,0-5 0-16,2 9-3 0,-1-3-2 15,-1-6-8-15,4 10-2 0,0-6-6 0,0 0-3 16,-4-4-6-16,6 6-8 0,-6-6-7 15,7 4-2-15,-7-4-2 0,10 2-11 0,-10-2 5 16,0 0-7-16,0 0-5 16,0 0-3-16,13-9-3 0,-13 9-5 0,2-9-21 15,-2 4-19-15,-2-3-23 0,2-1-30 16,-1 2-33-16,-3 0-35 0,2 2-49 0,2 5-55 16,-8-6-53-16,8 6-70 0,-11 0-88 15,11 0-104-15,0 0 16 0,0 0-292 0,0 0-325 16</inkml:trace>
  <inkml:trace contextRef="#ctx0" brushRef="#br0" timeOffset="7479.79">14341 6730 2156 0,'0'0'-54'0,"0"0"26"0,0 0 28 0,14 3 31 15,-8 2 41-15,-4 0 20 0,1 4 27 0,-3 5 18 16,2 5 26-16,-2-1 23 16,0 11 9-16,-4 7 20 0,3 7 4 0,-5 0 7 15,0 11 12-15,1 0-20 0,-2-9-2 16,4-3-5-16,-3-1-22 0,3 1-8 0,1-4-2 15,-4-2-20-15,2-2-16 0,3-4-9 16,-4-9-12-16,1 3-11 0,2-7-15 0,1 0-15 16,1-1-5-16,-4-3-7 0,2-1-10 15,0-4-5-15,2 1-8 0,-2-3 0 0,2-6-36 16,-1 8-64-16,1-8-80 0,0 0-90 16,0 0-91-16,0 0-90 0,-13-21-113 0,13 9-169 15,5-3 40-15,-1-5 74 16,0-1-383-16,-1-1-434 0</inkml:trace>
  <inkml:trace contextRef="#ctx0" brushRef="#br0" timeOffset="8130.21">14606 6814 2459 0,'-11'1'-26'15,"1"-1"42"-15,10 0 42 0,-16 2 43 0,16-2 56 16,-14 3 41-16,14-3 28 15,0 0 7-15,-19 0-1 0,19 0-11 0,0 0-7 16,-12 0-7-16,12 0-7 0,0 0-9 16,0 0-9-16,0 0-13 0,0 0-13 0,0 0-17 15,0 0-6-15,57 2-17 0,-30-2-16 16,21-2-6-16,-2 2-9 0,0 0-12 0,1-3-6 16,1 1-31-16,0 1-54 0,-3-3-72 15,-5 2-101-15,-10 1-104 0,-5-1-82 0,-5 0-83 16,-4 1-124-16,-2-1-64 0,-3-1 70 15,0-1-373-15,-6 1-430 0</inkml:trace>
  <inkml:trace contextRef="#ctx0" brushRef="#br0" timeOffset="8380.29">14997 6595 2553 0,'-3'-7'36'0,"-1"1"44"16,4 6 28-16,-4-7 16 0,4 7 3 0,0 0-22 15,0 0 4-15,0 0 18 0,0 0-2 16,0 0 8-16,20 21 1 0,-11-10 13 0,-2 2-3 16,4 3-11-16,-1 2 13 0,-4-5-4 15,0 5 4-15,-3-3-2 0,-1 3 13 16,0-4-22-16,-4-3-12 0,-2 5-16 0,1-1-9 16,-5 2-14-16,-4 0-9 0,3-3-39 15,-2 1-65-15,-3-3-79 0,1 2-93 16,1-3-98-16,1-5-100 0,0 2-168 15,1-4-68-15,2-1 66 0,1-2-374 0,7-1-421 16</inkml:trace>
  <inkml:trace contextRef="#ctx0" brushRef="#br0" timeOffset="22709.92">16232 6406 2325 0,'0'0'-151'16,"0"0"57"-16,0 0 39 0,0 0 41 15,11 12 37-15,-11-12 35 0,0 0 27 16,0 0 23-16,0 0 23 0,0 0 14 0,0 0 12 16,0 0 1-16,0 0 3 0,0 0 2 15,0 0-2-15,0 0 7 0,0 0-6 0,0 0-1 16,14-7 1-16,-14 7-10 15,0 0-3-15,0 0-12 0,0-7-1 0,0 7-3 16,0 0-12-16,0 0-11 0,0 0-11 16,0 0-8-16,-2-10-9 0,2 10-9 0,0 0-8 15,0 0-7-15,0 0-5 0,0 0-4 16,-4-9-8-16,4 9-3 0,0 0-3 0,-2-6-4 16,2 6-5-16,-2-8-2 0,2 8-1 15,-4-8-2-15,4 8-1 0,-1-9-4 0,-1 5-2 16,-2-2-3-16,4 6 4 0,-5-8-1 15,-2 2-6-15,3 0 2 0,-1 1 0 16,-1-1-2-16,1 2-1 0,-5-2-2 16,0 2-2-16,1 0 0 0,2 1-3 0,7 3 1 15,-23 0 0-15,9 3 2 0,-5 1-2 16,2 4 1-16,-8 6-3 0,-1 1 2 16,1 3 0-16,0 1 0 0,4 0 0 0,2 3-2 15,4-3-1-15,5-2 2 0,-2 0 0 16,9 1 0-16,-3-5-1 0,4 1 3 0,4 0-2 15,-2-3 0-15,4 1 0 0,1 0 0 16,-1-5 2-16,4 3-4 0,3-4 3 0,3 2 0 16,-1-2 0-16,0-5 0 0,1 1 1 15,-3 0 0-15,3-2 2 0,1-2-3 16,-3-1 0-16,1-3 1 0,0 0 1 16,-1-2-2-16,-1 0 2 0,-1-1-2 0,-1-1-1 15,2 2 4-15,-3-1-1 0,-2 1-1 16,2 2 1-16,-5-2 1 0,5 3 1 0,-7 0 1 15,6-2-2-15,-3 3-4 0,-4 4 2 16,3-8-2-16,-3 8 0 0,4-5-1 16,-4 5-2-16,6-6 1 0,-6 6-1 0,0 0 3 15,0 0 0-15,0 0-1 0,9 13 2 16,-5-3 21-16,-2 5 7 0,2 3 1 0,1 3 23 16,-3 4 2-16,2 8-4 0,0 0-2 15,-1 2-4-15,-3-4-3 0,2-5-5 16,-2-2-2-16,2 1 8 0,-2-1 16 15,0-3-4-15,0 5 1 0,-2-8 2 0,2 0 9 16,-2-2 8-16,2-1 13 0,-1-1 10 16,-5-5 22-16,4 2 12 0,-3-1 3 0,-1-2-9 15,-2 0-4-15,-1-2-14 0,-3 0-10 16,0-3-9-16,0 0-5 0,-2-1-13 0,-3 1-3 16,1-3-39-16,3 0-29 0,-2-3 0 15,2 1 0-15,-2 1 0 0,1-1 0 0,3-1 0 16,-3 1 0-16,5-3 0 0,0 3 0 15,-2-2 0-15,2 1 0 0,4 1 0 16,5 2 0-16,-16-5 0 0,16 5 0 16,-7-3 0-16,7 3 0 0,-10-3 0 0,10 3 0 15,-5-4 0-15,5 4 0 0,0 0-191 16,-5-5-158-16,5 5-100 0,0 0-118 0,14-9-151 16,-5 3-118-16,5 1 89 0,5-4-727 15,7-4-922-15</inkml:trace>
  <inkml:trace contextRef="#ctx0" brushRef="#br0" timeOffset="23660.84">16522 6387 3599 0,'0'0'-248'16,"-8"-3"56"-16,8 3 49 0,-5-5 43 15,5 5 39-15,-10-2 35 0,10 2 23 16,-10-4 19-16,10 4 12 0,-9-3 13 16,9 3 10-16,0 0 7 0,-9-3 0 0,9 3-4 15,0 0-3-15,0 0-8 0,-9-2 1 16,9 2-3-16,0 0-1 0,0 0-4 0,0 0-2 15,0 0-4-15,22-5 1 0,-15 3-8 16,7-2-3-16,-3 3 0 0,0-2 4 16,3-1-6-16,-1 2-5 0,-1-1 0 0,-3 3 1 15,0-5-7-15,-9 5 1 0,16 0 2 16,-9-2 3-16,-7 2-7 0,0 0 2 0,14-2-5 16,-14 2 4-16,0 0-3 0,13 4 3 15,-13-4-3-15,8 6 5 0,-6 2-3 16,-1 2 9-16,1 1 10 0,-2 9-2 15,0 0 8-15,-2 6 19 0,1 11 0 0,-1 1 19 16,-4 1 10-16,4 0-11 0,-1-2 0 16,-1-1 18-16,0-2-7 0,2-4-4 0,0-7-5 15,0-2-9-15,2-2-3 0,-2-2-5 16,0-2-8-16,2-1 0 0,-2-1-4 0,0-1-3 16,2-5-1-16,0 3-8 0,-2-4 2 15,2 0-2-15,0-6-4 0,0 12-4 16,0-12 2-16,0 5-4 0,0-5-9 0,0 0-42 15,0 0-64-15,0 0-86 0,0 0-76 16,0 0-85-16,0 0-72 0,0 0-135 16,0 0-16-16,0 0 57 0,6-19-213 15,-6 19-213-15</inkml:trace>
  <inkml:trace contextRef="#ctx0" brushRef="#br0" timeOffset="24030.15">16577 6716 1957 0,'0'0'40'0,"-9"-3"37"0,9 3 34 16,-12-4 35-16,12 4 37 0,-9-3 33 16,9 3-1-16,-8-4-13 0,8 4-13 15,0 0-16-15,0 0-19 0,-5-5-15 0,5 5-12 16,0 0-12-16,0 0-11 0,20-3-9 15,-4 0-9-15,0 1-9 0,5 0-11 0,4-1-9 16,2-2 0-16,-2 3-6 0,-1-2-11 16,-3 2 2-16,-3 1-5 0,-1-4-4 0,-3 5-1 15,-2-2-8-15,-2 2 6 0,-10 0-5 16,15-3-2-16,-15 3-6 0,13 0 1 0,-13 0-3 16,10-2 4-16,-10 2-9 0,0 0 3 15,0 0-1-15,0 0-7 0,13 2-6 0,-13-2-13 16,0 0-42-16,0 0-36 15,0 0-62-15,0 0-55 0,0 0-69 0,0 0-83 16,0 0-130-16,0 0-90 0,0 0 50 16,0 0-239-16,0 0-260 0</inkml:trace>
  <inkml:trace contextRef="#ctx0" brushRef="#br0" timeOffset="27060.23">17299 6353 1966 0,'0'0'-62'0,"-7"5"43"16,7-5 34-16,0 0 31 0,0 0 25 15,0 0 23-15,0 0 19 0,0 0 19 0,0 0 14 16,0 0 7-16,0 0 14 0,0 0-4 16,0 0 3-16,0 0-7 0,0 0-9 15,0 0-18-15,0 0-7 0,0 0-4 0,-8-8-9 16,8 8-12-16,0 0-4 0,0 0-13 15,0 0-7-15,3-14-10 0,-3 14-8 16,5-11-2-16,1 7-6 0,-3-4-8 16,1 2-2-16,2-2-3 0,2 1-9 0,-3 1-2 15,3 0 3-15,-8 6-8 0,11-8-1 16,-3 2-7-16,-8 6 3 0,15-3-5 0,-15 3 0 16,16-2-3-16,-16 2 3 0,14 5-1 15,-4-1 2-15,-4 1-3 0,2 4-1 0,-3-1 2 16,1 4-1-16,-3 1 0 0,-1 4-2 15,-2-1 1-15,-4 7 1 0,1 10 16 0,-6 1 9 16,-5 0 15-16,1-1 10 0,-5 1 5 16,0 7 3-16,0-8-4 0,3-4-3 15,0 0-5-15,4-2-7 0,0-4-2 16,4-6-5-16,3-1 5 0,3-5-1 0,-1 3-1 16,4-4-3-16,1 1-5 0,5-5-2 15,2 1-7-15,-1-2 0 0,5-3 0 16,1-2-6-16,0 2 2 0,-15-2-5 0,28-7 1 15,-12 2 0-15,-7 0-2 0,1 0 24 16,-2-4 20-16,-7-1 21 0,1-2 5 0,-4 0 6 16,-7-7 0-16,-7-5-4 0,-3-1-7 15,-7-1-7-15,-9-5 1 0,-1 4-14 0,-6-2-8 16,5 2 5-16,4 7 2 0,5 1 0 16,-1-2-5-16,4 4-5 0,4 0-3 0,4 3-9 15,3 0 4-15,5 5-11 0,4 0-3 16,-2-2-4-16,3 5-5 0,4-3-2 15,2 1-11-15,5-3-3 0,-2-1-20 16,6 2-51-16,9 0-60 0,-2 1-69 0,14-1-85 16,2 2-105-16,2-2-99 0,4 5-115 15,1 3-168-15,3 2 60 0,4 0-587 0,-4 1-754 16</inkml:trace>
  <inkml:trace contextRef="#ctx0" brushRef="#br0" timeOffset="27526.44">17739 6307 3203 0,'0'-10'-195'0,"0"3"47"0,2-1 32 16,3 4 25-16,-2-4 23 0,-1 4 12 15,4-2 10-15,-3 1 1 0,-3 5 12 0,10-4 7 16,-10 4 6-16,0 0 7 0,0 0 22 15,17 9 39-15,-15-1 25 0,0 2 24 16,-2 4 28-16,-2 3 21 0,-2 4 11 0,-5 9 8 16,3 2 2-16,-4-1-1 15,1-2-15-15,6-3-10 0,-4-2-17 0,5-6-9 0,2 1-4 16,0-5-13-16,5 3-12 16,-1-1-9-16,1-4-3 0,2-1-7 0,5-1-5 15,-2-4-3-15,1 0-5 0,1-5-6 16,-3 1-3-16,-9-2 25 0,21-5 25 0,-11 0 14 15,-3-2 2-15,-2-3 10 0,-1-2 6 16,-2-5-8-16,-4 0 7 0,-2-7-12 0,-7-8-13 16,-3-1-10-16,-2-1-9 0,-7-4-3 15,0 3-10-15,2 4-8 0,4 4-9 0,0 2-3 16,1 3-8-16,2-2-1 0,2 8 0 16,2 3-4-16,5 4-4 0,-2 2-1 0,6-1-11 15,-1 1-4-15,2 7-5 0,2-14-7 16,4 6-39-16,1 1-50 0,8 0-66 15,3 2-81-15,3-2-100 0,6 4-102 16,11-2-136-16,1 5-149 0,8 3 50 16,-4 2-498-16,3 2-633 0</inkml:trace>
  <inkml:trace contextRef="#ctx0" brushRef="#br0" timeOffset="28609">18729 6274 2865 0,'0'0'-194'15,"1"8"44"-15,-1-8 46 0,0 0 38 16,0 0 29-16,0 0 25 0,0 0 22 0,4 6 19 16,-4-6 23-16,0 0 9 0,0 0 3 15,0 0-5-15,0 0 8 0,0 0 6 0,0 0 12 16,0 0 6-16,14-14 16 0,-14 14 5 15,2-11-2-15,-2 5 5 0,0 6 6 0,-4-20-2 16,1 8 4-16,-2-3-2 0,1 3 1 16,-1 0 0-16,-5-2-12 0,0 2-9 15,1 1-6-15,-2 0-8 0,-1 2-5 16,-3 5-9-16,-1-1-6 0,2 1-4 0,-4 4-4 16,1 4-9-16,-6 1-1 0,4 5-4 15,-1 0-3-15,-5 4-1 0,2 5-5 0,7-4-4 16,5 2-1-16,2-2-3 0,1 1-3 15,4 0-4-15,0-5 0 0,4 3-2 16,0-1 0-16,2-1 3 0,1-2 0 0,8 0-2 16,-4-1-2-16,0-1 0 0,5-2 11 15,-1-2 13-15,1 0 12 0,0-2 6 16,-3-2 2-16,-9 0-5 0,17-4 6 16,-17 4 8-16,19-3 9 0,-14-2 2 0,-5 5 5 15,14-6-4-15,-14 6-9 0,9-1-6 16,-9 1-8-16,0 0-12 0,12-5-4 0,-12 5-5 15,0 0-3-15,8 14 0 0,-6-8-4 16,1 5-4-16,-1 1-3 0,2 5-3 0,0 3 1 16,0 2-3-16,2 2-2 0,-1-1-1 15,-3-3 0-15,4 3-7 0,-3-6 3 0,-1-1 3 16,0-2 1-16,-2 1 18 16,-2-4 28-16,2 1 28 0,-2-1 21 0,-3-1 9 15,-2 0 5-15,-6-1 6 0,2 0-5 16,-2-4-8-16,-2 1-9 0,-2 0-6 0,0-3-13 15,-3-1-5-15,5-1-10 0,0 1-72 16,2 0-4-16,-1-2 0 0,1-2 0 0,13 2 0 16,-21-2 0-16,11 1 0 0,10 1 0 15,-14-5 0-15,5 5 0 0,9 0 0 0,-11-2 0 16,11 2 0-16,-9-2 0 0,9 2-18 16,0 0-301-16,-6-5-113 0,6 5-120 15,0 0-126-15,13-8-158 0,2 2 52 0,1-1 88 16,5 0-622-16,13-4-776 0</inkml:trace>
  <inkml:trace contextRef="#ctx0" brushRef="#br0" timeOffset="29044.92">19268 6179 3356 0,'2'-5'-102'16,"-2"5"63"-16,2-8 54 0,-2 8 30 0,-6-10 25 16,6 10 17-16,-6-7 2 0,-2 3 4 15,8 4-17-15,-12-2 1 0,12 2 2 16,-25 6-5-16,5-1-1 0,4 1-8 0,-4 3-3 16,4 3-4-16,-4 0-3 0,-1 5-1 15,4-2-8-15,3 1-7 0,1 0 1 16,4-1-5-16,3 1-1 0,-2-3-3 0,7 1-3 15,1-1 0-15,1 3-1 0,1 0-1 16,6 1-3-16,4 0-2 0,-1 0-6 0,4 3 4 16,6 1-5-16,-6-4 2 0,-2-3-3 15,-1-1-2-15,-1-2-1 0,-3-3 63 0,-3 1 27 16,2-2 22-16,-3-1 26 0,-3 0 34 16,-1 0 24-16,0-6-3 0,-3 8-9 0,-3-4-17 15,-4 0-19-15,-1-1-12 16,-5 3-12-16,0-2-18 0,-8 2-12 0,1-2-14 0,3 3-11 15,-3-3-27-15,5 0-82 16,-2 0-91-16,4 2-88 0,0-2-117 0,-2 0-113 16,2 0-124-16,2-2-198 0,3-2 42 15,-1 2 94-15,12-2-482 0,-15-4-576 16</inkml:trace>
  <inkml:trace contextRef="#ctx0" brushRef="#br0" timeOffset="31158.54">20158 6178 2850 0,'2'-7'-99'0,"-2"7"51"16,2-5 34-16,-2 5 31 0,0-9 25 15,0 9 14-15,0-7 7 0,0 7 4 16,0-8 2-16,0 8 0 0,0 0 2 16,-2-9-3-16,2 9-3 0,0 0-6 0,-6-8-6 15,6 8-1-15,-4-5-7 0,4 5 14 16,-12-4 2-16,12 4 3 0,-16 2 13 0,2 3 8 15,-3 0 11-15,-2 5 11 0,-10 8 7 16,-1 0 0-16,-8 6 15 0,-2 3-4 16,1 1 4-16,0 5-8 0,3 0-13 0,3-2-5 15,5 4 1-15,8-4-13 0,4-4-4 16,2 4-4-16,6-7-7 0,5-2-3 0,-1-5-6 16,4 1-4-16,4 1-3 0,-1-3-1 15,7 1-4-15,3-4-9 0,0 3 0 0,3-6-7 16,3 2-6-16,0-5 1 15,-1-1-2-15,-4 0 0 0,-1-4-5 0,1-2 20 16,-5 0-1-16,-9 0-4 0,23-6 1 16,-13 3 1-16,-4-4 2 0,2 2-5 0,-5-5-11 15,1-2-1-15,-2 3-5 0,0-3-4 16,-4-2 2-16,0 3-1 0,0-1-6 0,-2-1-2 16,1 3-2-16,-3 1-4 0,2 0-3 15,-4 1-12-15,4 1-26 0,-1 2-29 0,-1 2-34 16,6 3-42-16,-6-7-58 15,2 3-66-15,4 4-63 0,-5-7-69 0,5 7-75 16,-2-6-93-16,2 6-75 0,7-11 44 16,5 4-359-16,3-1-432 0</inkml:trace>
  <inkml:trace contextRef="#ctx0" brushRef="#br0" timeOffset="31576.8">20661 6044 2475 0,'-1'-6'-72'0,"1"6"36"0,-2-6 17 15,2 6 20-15,0 0 26 0,-14 0 19 16,14 0 19-16,-21 12 25 0,6 0 21 16,-10 11 45-16,-8 4 24 0,-3 5 22 0,-1 6 20 15,-10 2 3-15,6 3-3 0,-4-1-4 16,6 5 0-16,3-4-18 0,3 1-18 15,7 0-6-15,4-6-12 0,9-6-11 0,1-3-11 16,11-3-15-16,-1-6-2 0,4-4-12 16,3 0-7-16,5 1-7 0,3-3-8 0,5-2-8 15,-4-3-8-15,8-1-9 0,-6-4-2 16,2-1-11-16,-2-1-5 0,-3-4 1 0,-1 0-5 16,2-1 5-16,-3-4 6 0,0-2-10 15,-2-1 5-15,-4-3-13 0,1-1-2 0,-2-1-4 16,-4 1-6-16,0 2-5 15,-2-3 2-15,-4 2-3 0,3-1-9 0,-3 2 5 16,1 3-11-16,-6-1-5 0,2 4-29 16,0 2-31-16,-1 2-41 0,10 2-48 0,-17 0-56 15,17 0-77-15,-18 4-76 0,11-2-88 16,7-2-96-16,-9 4-149 0,9-4 34 0,0 0-490 16,0 0-616-16</inkml:trace>
  <inkml:trace contextRef="#ctx0" brushRef="#br0" timeOffset="32425.39">21370 6092 2919 0,'5'-5'-91'0,"-5"5"55"0,0 0 41 16,4-5 35-16,-4 5 23 0,0-7 5 0,0 7 12 15,0 0-1-15,-2-8 6 0,2 8-4 16,-3-8-9-16,3 8-9 0,-10-9-8 0,5 7-7 15,-3 0-7-15,-4 0 2 16,12 2-2-16,-25 2-5 0,7 2 1 0,-5 2 16 16,-8 8 0-16,-3 1-10 0,6-1-4 15,-5 3-4-15,3 2-4 0,1 0 11 0,6-1 5 16,2 1-4-16,8-3-1 0,1-3-3 16,4-1 1-16,3 1 7 0,-1-3 0 0,6 1 10 15,2 1 9-15,2 0 6 0,3-1-6 16,5 3-3-16,1 1-7 0,10 3-8 0,2-1-2 15,1-3-2-15,1 2-7 0,-2 0-1 16,-6-4-7-16,-2-2 4 0,-5 0 21 0,-3-1 19 16,0 0 22-16,-2-1 21 0,-3 1 19 15,-3-1 13-15,-1 2 10 0,-1-1-5 16,-5 0-3-16,-4 1-12 0,-1 0-6 16,-7 1-16-16,2-1-7 0,-6 0-13 15,-1-1-7-15,-5 3-16 0,5-3 1 0,0-5-5 16,6 0-11-16,0 0-7 0,0-2-9 15,4 2-5-15,1-2-7 0,1-2 0 0,11 0-16 16,-22 0-47-16,22 0-55 0,-13-2-68 16,13 2-82-16,-12-2-115 0,12 2-120 0,-1-7-120 15,1 7-167-15,0 0 57 0,15-16-598 16,-2 6-760-16</inkml:trace>
  <inkml:trace contextRef="#ctx0" brushRef="#br0" timeOffset="32629.12">21858 6111 3126 0,'-2'-9'-300'0,"2"9"31"16,0-6 12-16,0 6 11 0,0 0 9 0,0 0-381 15,-2-9-117-15</inkml:trace>
  <inkml:trace contextRef="#ctx0" brushRef="#br0" timeOffset="33825.33">21881 6100 1496 0,'0'0'-135'0,"0"0"13"16,0 0 12-16,0 0 17 0,0 0 14 16,11-6 1-16,-11 6 8 0,0 0 11 0,0 0-1 15,0 0 5-15,0 0 9 0,0 0 5 16,0 0 5-16,0 0 9 0,0 0-9 0,0 0 10 16,0 0 2-16,0 0 6 15,0 0 2-15,0 0 13 0,0 0 9 0,0 0 4 16,0 0 18-16,0 0 5 0,0 0 11 15,0 0 5-15,0 0 17 0,0 0 10 0,0 0 9 16,0 0 3-16,0 0 7 0,0 0 6 16,0 0 2-16,0 0-5 0,0 0-4 0,0 0-5 15,0 0-10-15,0 0-8 16,0 0-4-16,0 0-9 0,0 0-7 0,0 0 0 16,0 0-7-16,0 0-5 0,0 0-5 15,0 0-4-15,0 0-3 0,0 0-2 16,0 0-3-16,0 0-4 0,0 0-1 0,0 0 1 15,0 0-5-15,0 0-1 0,0 0 1 16,0 0-3-16,0 0-1 0,0 0 1 0,0 0 0 16,0 0-4-16,0 0 3 0,0 0 2 15,0 0-2-15,0 0 2 0,0 0-2 0,0 0 1 16,0 0-2-16,0 0 0 0,0 0 0 16,0 0 1-16,0 0-2 0,0 0 1 0,0 0 0 15,0 0 4-15,0 0-8 16,0 0 0-16,0 0-1 0,0 0-1 0,0 0 1 0,0 0-1 15,0 0-1-15,0 0 2 16,0 0-1-16,0 0 1 0,0 0-1 0,0 0-1 16,0 0 0-16,0 0 1 0,0 0 0 15,0 0 2-15,0 0-2 0,0 0 4 16,0 0-2-16,0 0 3 0,0 0 2 0,0 0 2 16,0 0 1-16,0 0-2 0,0 0 2 15,0 0 7-15,0 0 0 0,0 0-5 0,0 0 0 16,0 0-2-16,0 0 0 0,0 0-3 15,0 0 1-15,0 0-2 0,0 0 0 0,0 0-4 16,0 0 4-16,0 0-5 0,0 0 0 16,0 0-1-16,0 0 0 0,0 0 0 0,0 0 0 15,0 0-1-15,0 0 2 16,0 0-1-16,0 0 1 0,0 0 0 0,0 0 2 16,0 0 18-16,0 0-2 0,0 0 7 15,0 0 5-15,0 0 5 0,0 0 2 0,0 0 3 16,0 0 2-16,0 0 9 0,0 0 1 15,0 0-1-15,0 0 4 0,0 0-3 0,0 0 1 16,0 0 4-16,0 0-8 0,0 0 6 16,0 0 3-16,0 0 1 0,0 0 1 15,0 0 5-15,0 0 4 0,0 0-9 0,0 0-3 16,0 0-7-16,0 0-7 16,0 0 0-16,0 0-5 0,0 0-5 0,0 0-3 15,0 0 1-15,0 0-1 0,0 0 6 16,0 0-12-16,0 0 10 0,0 0-2 0,0 0-9 15,0 0-3-15,0 0-4 0,0 0 0 16,-31-2 5-16,31 2-6 0,-11-1-2 0,11 1-8 16,-17 0 3-16,8-2 0 0,9 2-5 15,-24 2 4-15,13-1-8 0,-3 3 1 0,0 4 1 16,-4 1-2-16,2 3 2 0,3-4 1 16,1 2 0-16,1 4 0 0,0-2 5 0,6 0-8 15,-3 2 3-15,7-4-4 0,-1 2 3 16,4 0 1-16,-1 0 5 0,3 2 2 0,2 1-7 15,5 1 12-15,1 1-3 16,-1-1 2-16,8 3-4 0,-2-3 0 0,-3 0-4 16,-1-4 6-16,1 1 26 0,-5 0 10 15,0-1 24-15,-3-4 21 0,-2 2 26 0,0 1 27 16,-2-3 15-16,-4 1 7 0,0 1 14 16,-4 0 7-16,-4 0-10 0,-1-1-13 15,-1 1-6-15,-3-1-14 0,0-2-13 0,-6-1-11 16,6 0-14-16,-4 0-13 0,2-4-4 15,2 0-11-15,-1 0-11 0,1 0-7 0,3 0-6 16,-1-2-8-16,0 2-10 0,13-2-4 16,-21 0-12-16,21 0-71 0,-15 0-68 0,15 0-78 15,-12-2-92-15,12 2-116 0,0 0-142 16,-12-4-180-16,12 4-41 0,-1-6 82 16,1 6-591-16,0 0-734 0</inkml:trace>
  <inkml:trace contextRef="#ctx0" brushRef="#br0" timeOffset="37208.86">22708 6056 3183 0,'5'-3'-168'0,"-5"3"40"15,0 0 36-15,6-3 29 0,-6 3 23 16,0 0 19-16,0 0 11 0,0 0 3 0,0 0 2 16,8-6 2-16,-8 6 2 0,0 0 2 15,0 0-2-15,0 0 2 0,0 0 1 0,6-3 17 16,-6 3 4-16,0 0 5 15,0 0 15-15,0 0 7 0,0 0 2 0,0 0 6 16,0 0 2-16,7-5 4 0,-7 5 7 16,0 0 6-16,0 0 6 0,0 0 5 0,0 0-4 15,0 0-1-15,0 0 4 0,0 0-2 16,2-4 2-16,-2 4-2 0,0 0-4 0,0 0-2 16,0 0-14-16,2-8-3 0,-2 8 12 15,0 0-13-15,0 0 0 0,2-7-1 0,-2 7 6 16,0 0-5-16,0 0-6 0,0-8-2 15,0 8-11-15,0 0-1 0,0 0-1 0,-4-8-7 16,4 8 0-16,0 0-5 16,-4-9-1-16,4 9-7 0,-4-6 4 0,4 6-5 15,-3-8-3-15,-1 5 0 0,0-2-1 16,4 5-3-16,-12-9-3 0,5 4-2 0,0 2 5 16,-4-1-3-16,0 1-2 0,0 0 1 15,-4 1-4-15,-2 4 0 0,-4 0-1 16,-1 2-2-16,-8 8 5 0,-2 2-2 15,1 3 0-15,2 4-1 0,3 2 0 0,4 2 2 16,2-1-2-16,3 2 0 0,5-6-1 0,5-2 0 16,3-1 2-16,0-2-1 0,4-1 2 15,0-2 4-15,4 1 6 0,2-4 4 16,-1 1 1-16,7-3 8 0,1 0-1 16,0-3-2-16,7-2 2 0,-2-1 6 0,3-2 14 15,-3-1 9-15,0-2 12 0,2-4 3 16,-3-1 3-16,2-2-2 0,-3 0-1 0,-3-1-1 15,-2 1-11-15,-1-1-3 0,-1 2-7 16,-2-2 1-16,2 4-8 0,-4-3 1 0,1 2-12 16,-1 5-2-16,-3-3-1 0,2 0 1 15,-4 7-12-15,4-7 1 0,-4 7-5 0,0 0 0 16,0 0 0-16,0 0 0 0,0 0 0 16,-10 21 0-16,7-8-3 0,-1 3 5 15,0-1 2-15,2 4-7 0,1 3 1 0,-1-1 3 16,2 1-3-16,0 0 2 0,-2-2-1 15,2 2-3-15,2-3-2 0,-2 1 1 16,0-5-1-16,0-1-1 0,0 0 3 0,0-2 20 16,-2 0 22-16,2-4 17 0,-3 1 23 15,1-2 20-15,0 2 12 0,-1-3-3 16,-5-1-12-16,3-1-8 0,-3 1-6 0,-4-2-10 16,-1-1-6-16,0-2-5 0,-2 0-9 15,1 0-7-15,-3-2-5 0,3 1-5 0,2-1-7 16,-2-2-2-16,1 1-3 0,2 1-7 15,-1-1-3-15,2 0 1 0,1-1-4 16,9 4-6-16,-16-3-3 0,13 1-3 16,3 2-3-16,-11-3-5 0,11 3-34 0,0 0-38 15,-12-4-56-15,12 4-53 0,0 0-62 16,-8-3-69-16,8 3-70 0,0 0-72 0,0 0-89 16,0 0-136-16,23-9-76 0,-8 5 65 15,6-2-575-15,3-1-723 0</inkml:trace>
  <inkml:trace contextRef="#ctx0" brushRef="#br0" timeOffset="37757.57">23256 6063 3196 0,'0'-6'-125'0,"0"6"49"0,2-7 38 16,-2 7 29-16,0-12 26 0,0 6 15 0,0 6 18 16,0-11-1-16,0 11 3 0,-2-8-1 15,2 2-4-15,0 6-7 0,-5-6-1 0,-1 2-3 16,6 4-5-16,-14-6-3 0,3 6-6 16,11 0 3-16,-26 4-5 0,2-2 0 0,-8 8-3 15,0 0 2-15,-1 5-3 0,-1 1 11 16,4 3-1-16,1-2 2 0,6 1-6 15,6-2 1-15,4-1-3 0,3-3 0 16,3 2-1-16,1-2 1 0,6 0 3 0,2 0 18 16,4 1 26-16,3-1 8 0,7 0-1 15,8 5-6-15,4 0-5 0,1-3 13 16,3 1 2-16,-1 1-1 0,-2-2 6 0,-5-1 0 16,0-1 18-16,-10-2 12 0,-2-3 15 15,-1 3 13-15,-3-2 28 0,-2 1 21 0,-4-3 17 16,-2 5 5-16,0-2-4 15,-6 0-10-15,-4 2-15 0,1-1-12 0,-7 4-14 16,0-4-8-16,-13 4-17 0,2 0-12 0,2-6-8 16,4 2-7-16,3-4-10 0,-2-1-12 15,6-2-9-15,-2 0-6 0,3 1-5 16,-1-2-8-16,1 1-5 0,13-3-7 0,-17 0-5 16,17 0-8-16,-13 3-7 0,13-3-5 15,0 0-41-15,-16 0-75 0,16 0-85 0,0 0-109 16,-9-4-141-16,9 4-127 0,0 0-155 15,2-11-85-15,-2 11 64 0,7-10-682 0,-3 6-868 16</inkml:trace>
  <inkml:trace contextRef="#ctx0" brushRef="#br0" timeOffset="39224.44">23925 6059 3513 0,'2'-11'-210'0,"-2"4"54"0,0 7 47 16,-2-13 54-16,4 6 41 0,0 1 37 15,-2 6 31-15,-2-14 26 0,0 8 26 16,2 6 17-16,-2-11 3 0,2 11-10 0,-1-9-14 15,1 9-7-15,0 0-5 0,0 0 6 16,0 0-3-16,-24 17-6 0,15-2-8 0,2 2 13 16,-9 9-8-16,3 3-3 0,6-2-7 15,-1-4-4-15,4-2-7 0,2-2-2 0,-2-2-6 16,4 0 1-16,2 0-7 0,2-3 3 16,-2 1-1-16,1-5 1 0,4-1 9 15,-2 1 8-15,3-2 6 0,-3-2-3 16,5-3-5-16,-2 1-6 0,1-2-6 0,0-2-5 15,-9 0-6-15,25-6-2 0,-9 1-8 16,-1-5-2-16,1 0-2 0,-4-1-6 0,6-2 2 16,-3-1-5-16,-1 2-3 0,-3 2 0 15,-2 3-2-15,-4 0-4 0,6 2-6 16,-8-1 1-16,-3 6-1 0,0 0 1 0,0 0-2 16,0 0 0-16,10 11 1 0,-12 0 1 15,2 2 1-15,-2-1 0 0,-2 5 2 0,4 2-2 16,0-1 3-16,0 3 0 0,0-3 2 15,2-1-2-15,0 1-1 0,-2-1-6 16,2-2 4-16,0-1 0 0,-2-4-4 16,0 1 3-16,1-1-2 0,-1-4-2 0,2 3 1 15,-4-4-4-15,2-5-3 0,2 12 0 16,-2-7-65-16,0-5-70 0,0 7-94 0,0-7-88 16,7 5-109-16,-7-5-111 0,0 0-124 15,0 0 39-15,16-14-418 0,-5 3-516 0</inkml:trace>
  <inkml:trace contextRef="#ctx0" brushRef="#br0" timeOffset="39625.29">24592 6050 2675 0,'12'-8'-78'0,"-4"4"38"0,-5 2 23 15,-3 2 9-15,0 0 13 0,0 0 55 16,0 0 49-16,0 0 29 0,-7 27 28 0,-3-11 22 15,-7 11 17-15,0 0 5 0,-2-1-1 16,0 1-6-16,-1 1-12 0,6-5-19 0,2 0-8 16,2-5-12-16,3-1-12 0,3-1-12 15,2-2-5-15,2-3-12 0,2 3-3 0,4-6-9 16,-1 1-10-16,3-1-6 0,6-1-10 16,-3-4-4-16,1 1-7 0,-1-4-6 15,-11 0 31-15,19-4 23 0,-10-2 9 16,-3 0 3-16,-4-2 11 0,-2-3-12 0,-6-7-13 15,-8-7 8-15,0-2 2 0,-8-2 4 16,2-1-5-16,-9-2-11 0,8 5-3 16,0 1 8-16,2 4-2 0,0 0-9 0,8 5-12 15,-1 5-3-15,5 1-11 0,3 3-8 16,-2-2-8-16,5 2-8 0,1-1-11 0,1 1-8 16,9-4-54-16,-1 0-83 0,7 1-81 15,8-6-89-15,-1 7-113 0,0 2-114 0,-2-1-134 16,4 4-180-16,-7 3 52 0,-2 0 90 15,-1 4-604-15,-3 0-738 0</inkml:trace>
  <inkml:trace contextRef="#ctx0" brushRef="#br0" timeOffset="41023.78">15670 6154 3286 0,'0'0'-173'16,"0"0"17"-16,-36-4 37 0,25 3 39 16,-3 1 46-16,1-2 28 0,-3 0 22 0,0-1 11 15,0-1 8-15,-1-1 9 0,2 1 9 16,0 0 10-16,1-1 5 0,5-1 3 0,-2 1 4 15,0 0-4-15,2 1 9 0,2 0-7 16,-2-1 1-16,2 1 3 0,2-1 4 16,-3 2-6-16,4-3 2 0,4 6 0 15,-12-6 1-15,9 2-5 0,3 4-3 0,-8-6-2 16,8 6-14-16,-7-3-4 0,7 3-1 16,0 0-8-16,0 0-9 0,0 0 2 0,0 0-4 15,-10 13 1-15,6 2-5 0,0 9 23 16,-1 10 5-16,-3 7 17 0,-2 14 13 0,5 4 13 15,-4 12 7-15,-4 1 2 0,2 4-7 16,2 0 6-16,1-3 23 0,0 2-10 16,-1-3-8-16,6-2 16 0,-6-2 2 0,5-8-12 15,-1-4-9-15,3-12 16 0,-2-3-2 16,3-4-23-16,-3-10-8 0,2-4 0 16,0-6 13-16,0 0-3 0,2-5-6 0,0 0-2 15,0-2-4-15,2-1-11 0,0-2-4 16,4 1-8-16,-1-1-5 0,4-2-12 15,9-2-14-15,5 3-2 0,6-3-2 0,-1-1-6 16,12 1 3-16,2 0 0 0,-2-2-4 16,4 0-8-16,-5 1 3 0,-3-2-7 0,-11 2-3 15,2 0 2-15,-4-2 2 0,-3 0-9 16,-6 2-2-16,0-2 9 0,-1 1-6 0,-4-1 5 16,-9 0-7-16,18 0 7 0,-18 0-9 15,11 0-1-15,-11 0 6 0,0 0-26 0,14 0-46 16,-14 0-70-16,0 0-98 15,6-5-134-15,-6 5-133 0,0 0-152 0,-10-14-150 16,4 7 75-16,-2-1-703 0,-3-2-882 16</inkml:trace>
  <inkml:trace contextRef="#ctx0" brushRef="#br0" timeOffset="43106.85">15628 6142 3513 0,'-7'-7'-224'0,"-2"0"42"0,0 2 28 16,2-2 36-16,1 4 42 0,-2-1 28 0,8 4 29 15,-15-5 8-15,10 1 10 16,-5 3 2-16,10 1 13 0,-13-3 6 0,13 3 6 16,-11 0 3-16,11 0-2 0,0 0-1 15,-14 0 5-15,14 0 8 0,0 0 8 16,0 0 11-16,0 0 4 0,-6-4 10 0,6 4 26 15,0 0-15-15,0 0-8 0,29-3-7 16,-14 1-5-16,6 2-4 0,4-2-7 0,5 4-8 16,15-2 3-16,4 4-8 0,8-1-3 15,-4-1-8-15,10-2-2 0,7 6-1 0,1-2-5 16,3-1 39-16,6-3 4 0,0-1 1 16,1-3-5-16,-2 0-14 0,3 0 4 15,2-3-6-15,23-3-5 0,-23 1-7 16,0 0-1-16,0-2-1 0,1 5-8 0,-5-4-1 15,2 0 3-15,-6 5-5 0,-1-1-6 16,-7 4 3-16,-5-2-4 0,-18 4 0 0,2-3 0 16,-13 3 2-16,-5 0-6 0,-8 3-2 15,-3-3 1-15,0 0-6 0,-3 0 10 0,-2 0-6 16,0 0 3-16,-1 0 2 0,-12 0-3 16,21-3 2-16,-11 3-6 0,-1-1 0 0,4-1 7 15,3 0-3-15,-2-2 0 0,8 1 0 16,1 0 1-16,2-2-5 0,3-1-3 15,-4 3-1-15,3 0 3 0,0-1 2 16,0-1-4-16,0 3 2 0,-2-1-2 0,0 0 0 16,-1-1-1-16,-3 2 3 0,-2 2 3 15,0 0-3-15,-4-3-3 0,0 2 1 16,-1-1 1-16,1 0 3 0,-3 0-5 0,-1 0 3 16,-2 1-1-16,3 1-1 0,-12 0-2 15,20-2 0-15,-9 0 4 0,0 2-4 0,1 0 3 16,2-1 7-16,-1 1-10 0,9-2 2 15,-3 2-2-15,10-2 3 0,9-1 4 0,1-1-4 16,4 4-4-16,2-4 8 0,3 0-2 16,1-1-1-16,10 0-2 0,9-1-2 0,-4 1 0 15,3 0 3-15,-1 2-2 16,3-1 0-16,-6 1 5 0,-3 1-5 0,-8 0 0 0,-4 2 2 16,-1 2 1-16,1-2 0 15,-2 2-1-15,0-2-4 0,-1 0 3 0,1 0 4 16,-2 2-2-16,-2-2-2 0,-6 0 1 15,2-2 4-15,-4 0 1 0,-7 2-1 0,0-2 0 16,-4 1 2-16,-3-3 3 0,2 3 39 16,-7-1 12-16,0 0 11 0,-3 2 8 0,-1-3 6 15,0 1 4-15,1-1-7 0,-12 3-6 16,15-2-4-16,-8 0-8 0,-7 2-4 16,14-3-6-16,-6 1-6 0,-8 2-8 0,14-3-4 15,-9 1-5-15,-5 2-4 0,17-3 0 16,-12 1-6-16,9-2-1 0,-1 2-1 15,8 1 1-15,2-2-5 0,2 1-2 0,6 2 1 16,9-5-2-16,-1 3-3 0,6 0-1 16,-2 1-1-16,7-1-3 0,13-1 1 15,0 1 1-15,3 0 1 0,2-3 0 0,4 2-3 16,-2-3 0-16,2 0-3 0,1-1 1 16,-1 0 1-16,1-2 0 0,-3 1-3 0,-1 1 1 15,-5-1 3-15,-3 0-3 0,-2 2 0 16,-14-1-1-16,-6 3 1 0,-8 0 0 0,-8 2 0 15,-6-1 3-15,-2 2-3 0,-4-1 3 16,1 0 3-16,1 0 15 0,-3 0 20 16,0 2 25-16,-10 0 30 0,14-6 1 15,-6 4-9-15,-2 0-5 0,-6 2 4 0,11-3 17 16,-11 3 31-16,11-4 3 0,-2 1-11 16,-2 0-11-16,1-1-13 0,-8 4 1 0,14-5 4 15,-14 5-3-15,9-3-7 0,-9 3-5 16,5-2-11-16,-5 2-8 0,8-4-8 0,-8 4-4 15,0 0-5-15,10-3-8 0,-10 3-45 16,0 0-5-16,5-2 0 0,-5 2 0 0,0 0 0 16,0 0 0-16,0 0 0 0,0 0 0 15,0 0 0-15,17 0 0 0,-17 0 0 0,0 0 0 16,10 4 0-16,-10-4 0 16,9 3 0-16,-9-3 0 0,15 4 0 0,-1-3 0 15,1-1 0-15,8 2 0 0,4-2 0 16,3 0 0-16,16 0 0 0,3-2 0 0,5 1 0 15,11 1 0-15,-1 0 0 0,7-2 0 16,-2 0 0-16,3 0 0 0,1 1 0 16,-1 1 0-16,2-2 0 0,1 0 0 0,-2 2 0 15,2 0 0-15,-1 0 0 0,-3-3 0 16,1 2 0-16,-3 1 0 0,2-2 0 0,-5 2 0 16,3 0 0-16,-3-2 0 15,3 2 0-15,-4-2 0 0,6 2 0 0,-3-2 0 0,0-1 0 16,3 1 0-16,3-3 0 15,3 2 0-15,1-3 0 0,-4 4 0 0,4-2 0 16,-1 0 0-16,-2 1 0 0,-2 0 0 16,-1 1 0-16,1-2 0 0,-4 3 0 0,-4-3 0 15,-14 4 0-15,0 0 0 0,1-2 0 16,0 4 0-16,-4-2 0 0,2 2 0 0,0-2 0 16,-3 2 0-16,1-1 0 0,-2 1 0 15,-4 0 0-15,-2-2 0 0,-8 2 0 0,-5-1 0 16,-7-1 0-16,0 0 0 0,-5 2 0 15,0-2 0-15,-1 0 0 0,-5 0 0 0,-9 0 0 16,22 0 0-16,-13 2 0 16,-9-2 0-16,16-2 0 0,-16 2 0 0,20-2 0 15,-13 2 0-15,5-1 0 0,7-3 0 16,-2 2 0-16,6-3 0 0,6 2 0 0,9-2 0 16,2 0 0-16,6-2 0 0,6 0 0 15,8-3 0-15,-1 5 0 0,2-2 0 0,1 2 0 16,6-3 0-16,0 4 0 0,1 0 0 15,1-1 0-15,1 2 0 0,3 1 0 0,4-1 0 16,0 1 0-16,2 2 0 0,3-2 0 16,0 0 0-16,1 2 0 0,0 0 0 0,2-2 0 15,-2 1 0-15,-1 1 0 0,-3-3 0 16,1 3 0-16,-4 0 0 0,2-2 0 16,-3 2 0-16,-1-2 0 0,-2 0 0 15,0 2 0-15,-4-2 0 0,1 2 0 0,-2-2 0 16,4 4 0-16,1-4 0 0,6 0 0 15,-3 2 0-15,6 0 0 0,0 0 0 0,6-5 0 16,-1 5 0-16,1 0 0 0,-3 0 0 16,1-4 0-16,-2 2 0 0,-6 0 0 15,-5 2 0-15,-5-1 0 0,-1-2 0 0,-21 3 0 16,-4-2 0-16,-10 0 0 0,-7 2 0 16,-6-2 0-16,2-2 0 0,-6 2 0 0,2 0 0 15,-3-1 0-15,-3 2 0 0,0-2 0 16,-1-1 0-16,-1 3 0 0,-1-2 0 15,-8 3 0-15,16-2 0 0,-11-2 0 16,-5 4 0-16,11-4 0 0,-11 4 0 0,9-4 0 16,-9 4 0-16,7-3 0 0,-7 3 0 15,0 0 0-15,7-3 0 0,-7 3 0 0,0 0 0 16,8-2 0-16,-8 2 0 0,0 0 0 16,8-3 0-16,-8 3-218 0,0 0-172 0,0 0-210 15,6-6-279-15,-6 6 20 0,1-10 95 16,-1 10-760-16,0 0-969 0</inkml:trace>
  <inkml:trace contextRef="#ctx0" brushRef="#br0" timeOffset="46072.78">15619 7455 1575 0,'0'0'143'15,"0"0"3"-15,0 0-5 0,-19-11 7 0,19 11 5 16,0 0-12-16,-10 0-23 0,10 0-23 15,0 0-5-15,0 0-14 0,0 0-6 16,0 0-6-16,0 0-6 0,0 0-5 16,0 0-6-16,0 0-5 0,0 0-1 0,0 0-7 15,42 0 13-15,-23 1 36 0,0 0-4 16,8 2-1-16,-1 1 10 0,12-2 3 0,5 1-4 16,-2 0 21-16,3-3 2 0,6 0 10 15,0 0-7-15,12-6-10 0,3 3-12 0,5-4-4 16,3 0-9-16,1 1-6 0,5 2-5 15,-2-4-7-15,5 2-6 0,-4 2-7 0,2 0-5 16,-1 1-4-16,-5 3-4 0,-4 3-1 16,1-2-3-16,-2-1-3 0,-5 2-6 0,-3-1 2 15,4 1-1-15,2 0-4 16,-2-2 0-16,3-2-3 0,1 0 21 0,-1-2 0 16,9 1-1-16,-1-5-5 0,2 2-2 15,2 0-5-15,-4 0 2 0,3 0-5 16,-5 1 1-16,-3 0-5 0,-1 1-3 0,0-1 3 15,-1 3-2-15,-4 1 0 0,0-1-2 16,-14 0-1-16,0 0-4 0,-1 1 5 0,-1-1-3 16,3 1 1-16,0-1-4 0,-3 0 0 15,1 0 2-15,-1 0-3 0,2-1 0 0,8-2 3 16,-9 0 18-16,9 1-4 0,1-2-1 16,-12 4 0-16,2-2-3 0,9-2 1 0,2 4-2 15,-11-3-5-15,8 1 1 16,-11 1-1-16,-1 0-2 0,-1 2-1 0,1 0 0 15,0-1 3-15,0 1-5 0,-1-3 0 16,5 1 0-16,1 3 20 0,13-5-1 0,-2-1-2 16,1 3-3-16,2-2-1 0,0-1 0 15,-3 3-3-15,7 2-2 0,-3-3-3 0,5 1 3 16,3-1-3-16,-1 1-3 0,5-1 0 16,0 3 1-16,5-3-4 0,-2-4 3 0,1 5-1 15,0-3-3-15,-2 4-1 0,-3-2 3 16,-2 2-3-16,0-2 0 0,1 2 0 15,-1-1-1-15,-5 0 1 0,-4-1 3 16,1 5-7-16,-6-2 7 0,2-2-7 16,-4-1 2-16,-7 0 1 0,9 0-6 0,1 0 7 15,-1-2-3-15,2 0 3 0,0 1-7 16,0-5 2-16,-2 4 3 0,2-1-2 0,-1 0 1 16,2 2 0-16,5-1 2 0,-5 0-3 15,-1 1 3-15,0 0-5 0,0 2 0 0,-1-1 6 16,-1 1-3-16,-5 2 2 0,5-1-5 15,0-2 6-15,0 2-2 0,0-3 2 0,-11 2-6 16,-3-1 4-16,14 1-1 0,-11-1 0 16,11-1 0-16,-2 2 1 0,2-1-1 0,0-2-2 15,0 1 2-15,-10 1-1 0,10-3-1 16,-3 4 2-16,1-1-4 0,-8 1 3 16,11 0 0-16,-12 1 3 0,15-1-1 15,-13 1-4-15,9-2 2 0,2 1 0 0,-15 0 0 16,16 1 2-16,-3-2-2 0,2-1-1 15,0 2 1-15,0-4 1 0,1-1 1 0,-1 4-2 16,0-4 2-16,0 3-3 0,0-1-3 16,-1-1 6-16,-1 2-3 0,-11 1-1 0,9 0 0 15,-10 1 4-15,-1 1-4 0,1-2 3 16,-2 2-4-16,-1 2 5 0,-5-1-6 0,6 1 1 16,-2 0 1-16,1 0 2 0,-1-3 1 15,2 3-3-15,1 0 1 0,2-2 5 16,-1 2-2-16,1 0-3 0,0 0 1 15,-1 0-3-15,3-2 4 0,-2 0-3 0,0 2 2 16,2 0 0-16,11-2-3 0,-11 2 1 16,0 0-2-16,-4-2 1 0,1 4 0 15,1-2 4-15,4 0 1 0,-1 2-6 0,10-2 4 16,6 2-2-16,0-2 3 0,-1 2-2 16,3-4-1-16,-1 2 0 0,1 0 0 0,-5 0-1 15,5 2 2-15,-2-4-3 0,-3 2 0 16,3 0 4-16,-6-4-1 0,-12 2-2 0,1 0-1 15,-3 0 2-15,1-1-1 0,-1 2 0 16,-1-1 3-16,-5 0-3 0,5 2 4 16,-1-2-4-16,-8 4 2 0,5-2-1 15,-2 0 3-15,0 2-1 0,-3 0 1 0,-6-1-5 16,-5 2 3-16,3-3 1 0,-6 2-1 16,-6 0-2-16,3-2 2 0,-4 2 2 0,0 0-1 15,0-2-2-15,1 0 0 0,1 2 6 16,-2-4-2-16,5 2-3 0,-1 0 2 0,-4 0 2 15,3-2 0-15,-1 2-4 0,-4-2-1 16,2 2 1-16,-5-2 2 0,1 2 2 0,-3 0-2 16,-11 0-2-16,17-2 5 15,-7 2 3-15,-10 0 8 0,13-3 6 0,-13 3-1 0,14 0 0 16,-14 0-3-16,14 0-4 16,-14 0-4-16,18-1 4 0,-9-1-2 0,0 2-1 15,-9 0-4-15,22 0 1 0,-13 0-4 16,3 2-1-16,-12-2-1 0,20 0 3 0,-10 0 0 15,1 0-2-15,-11 0-1 0,18 1 0 16,-9 2 1-16,-9-3-4 0,16 2 1 0,-9-2 1 16,2 2 5-16,-9-2-2 0,24 2 3 15,-10-2-3-15,8 0-1 0,-1-2-3 16,6 2 4-16,11-4-2 0,-4 4-7 0,4-4 5 16,-6 4 0-16,-2-2 2 0,-5 0-1 15,4 0-2-15,-8 1 3 0,1 1-1 0,-4 0-1 16,1-2-1-16,-4 2 4 15,-1-2 2-15,-1 2-4 0,1-2-2 0,-3 2 2 16,4 0 0-16,0 0 0 0,5-2-2 16,4 0 1-16,16 0-2 0,4 0 2 0,4 1-3 15,3-2 4-15,0 3-4 0,12 4 4 16,-11-2 1-16,-7 0-4 0,-2-2-1 0,-9 0 2 16,-9 2 2-16,-7 0 3 0,0-2-1 15,-3 0 27-15,-3 0 21 0,-3 0 18 0,-9 0 24 16,19-2 10-16,-9-2-21 0,-10 4-5 15,17-3-3-15,-8-3-8 0,-1 3-7 0,-1-1-11 16,2 1 0-16,-2-1-7 16,-2 1-5-16,-5 3-7 0,11-7-2 0,-4 2 0 15,-1 2-1-15,-3-1-1 0,3-1-1 16,-6 5-4-16,7-8 2 0,-4 4-3 0,1-3-1 16,-3 2 2-16,3-2-8 0,2-3 0 15,-3-4-3-15,1 1 0 0,2-4-4 0,0-4-6 16,2-11 4-16,1-1 1 0,3-3-6 15,-1-1 3-15,0 0 4 0,5-11-10 0,-2-1 4 16,4-1-2-16,-3-2-4 0,0 1 5 16,0 1-6-16,1 0 5 0,-1 4-1 0,-5 7 1 15,-1 0-3-15,-2 4 9 0,4-2-4 16,-6 4 2-16,3-2-5 0,-3 1 3 16,-3 8-3-16,3 4 4 0,-2 2-2 15,1 2-5-15,0 3 2 0,-2 1 8 0,-1 3-6 16,-1-1 2-16,4 6-4 0,-2-2 5 15,0 1-7-15,-2-1 3 0,0 8-6 0,3-10 4 16,-3 6 0-16,0 4-2 0,2-10 2 16,-2 10 2-16,2-7-1 0,-2 7 5 0,0-4-4 15,0 4 1-15,0 0 5 0,2-8-2 16,-2 8-1-16,0 0 0 0,0 0 2 16,0-8 0-16,0 8 3 0,0 0-3 15,0 0 7-15,0 0-6 0,0-7 0 0,0 7 0 16,0 0-9-16,-11-6 8 0,-9 0-3 15,-2-1 6-15,-18-7-3 0,-19-2-1 0,-13-2 6 16,-33-7-15-16,-8-1 8 0,-5 1 2 16,-2 1-4-16,2-1-37 0,5 8-62 15,11 3-89-15,30 6-125 0,7 1-150 0,20 3-166 16,8 4-172-16,6 0 67 0,4 0-632 16,8-2-823-16</inkml:trace>
  <inkml:trace contextRef="#ctx0" brushRef="#br0" timeOffset="47371.86">16970 6245 3386 0,'-4'-13'-240'16,"2"8"49"-16,0 0 44 0,2 5 35 16,-3-10 32-16,1 3 36 0,2 7 26 0,-5-12 26 15,5 5 11-15,0 2 13 0,0 5 19 16,-2-10 12-16,0 5 16 0,2 5 8 0,0-9 5 15,0 9-9-15,-1-5 0 16,1 5-12-16,0 0-7 0,0 0-5 0,0 0-5 0,0 0-5 16,0 0-1-16,-12 29 19 0,5 2 4 15,1 6-6-15,-4 15 4 0,-1 8 22 16,-1 7-8-16,3 3-7 0,-4 4-4 16,1 0-2-16,-3 17-6 0,5-20 35 15,-1-1-5-15,2 1-10 0,-3-6-8 0,3-2-6 16,-1-8-3-16,5-3-10 0,-4-11-6 15,6-1 12-15,-5-6-1 0,1-1 0 0,3-11-3 16,1-5-11-16,0-3-3 0,-1-2-1 16,2-2-3-16,0 0-9 0,1-3 4 0,1-7 2 15,-2 11 11-15,0-6 3 16,2-5-9-16,0 0-7 0,-6 9-2 0,6-9-5 16,0 0-3-16,0 0-10 0,0 0-47 15,-12 0-49-15,12 0-74 0,0 0-86 0,0 0-87 16,0 0-105-16,-16-7-181 0,14 1 6 15,2 6 52-15,-2-14-329 0,2 4-366 16</inkml:trace>
  <inkml:trace contextRef="#ctx0" brushRef="#br0" timeOffset="47955.41">18266 6059 2237 0,'-2'-9'-75'16,"2"9"34"-16,-4-4 29 0,4 4 27 16,0 0 30-16,-4-8 22 0,4 8 15 0,0 0 2 15,-6-4-4-15,6 4-9 0,0 0-8 16,0 0-5-16,0 0-9 0,0 0 5 0,-7 16 19 15,1 5 6-15,1 10 31 0,-4 7 17 16,-2 15 8-16,2 9 8 0,-3 4-4 16,-3 7-2-16,-1 16 14 0,5-15 10 0,2 1 12 15,1 2-6-15,0-7-3 16,1 4-6-16,3-2-3 0,1-5-7 0,1-3-14 0,-3-6-13 16,3-11-9-16,0-1 7 15,2-7-13-15,-1-6-9 0,1-4-3 0,-2-5-19 16,-2-6-1-16,2 0-6 0,2-7-4 15,-2 1 0-15,2 0 5 0,0-5 6 0,-1 0 3 16,1-7-5-16,-2 9-11 0,2-9-2 16,0 0-10-16,0 0-7 0,0 0-2 0,0 0-55 15,0 0-54-15,0 0-66 0,-20-20-76 16,17 13-104-16,1-3-99 0,-4 0-106 0,4-1-172 16,4-1 18-16,-2-4 77 0,6-4-439 15,3-9-510-15</inkml:trace>
  <inkml:trace contextRef="#ctx0" brushRef="#br0" timeOffset="48521.87">19426 5920 2697 0,'2'-8'-67'0,"-2"3"26"0,0 5 36 15,-6-9 27-15,6 9 36 0,-3-5 26 16,3 5 23-16,-7-5 23 0,7 5 8 0,-3-5-3 16,3 5-21-16,0 0-4 0,0 0-14 15,-8-4-12-15,8 4 2 0,0 0-6 16,0 0 14-16,-3 24 9 0,1-3 16 16,-8 13 17-16,7 5 12 0,-6 17-9 0,4 4 3 15,-4 6 5-15,-2 8-8 0,2 3 15 16,-4 20-6-16,1-4-10 0,5-18-15 15,1 0-8-15,1 0 2 0,-4-3 10 0,6-1 1 16,-3-6 10-16,4-7-10 0,-3-12 0 16,1-3 0-16,2-5-8 0,-4-3-13 0,2-10-11 15,0-3-4-15,3-6-12 0,-1-3-1 16,2 0-7-16,0-3-12 0,-4-3-3 0,2 3-7 16,2-10-3-16,-2 10-6 0,2-10-4 15,0 9-5-15,0-9-10 0,0 0-20 0,-3 6-68 16,3-6-67-16,0 0-82 0,0 0-104 15,0 0-107-15,-11-17-98 0,11 17-124 16,0-19-96-16,5 6 51 0,1-8-597 16,-3-2-749-16</inkml:trace>
  <inkml:trace contextRef="#ctx0" brushRef="#br0" timeOffset="49138.12">20903 5871 3341 0,'-1'-14'-118'15,"-2"4"33"-15,-3 1 37 0,6 0 41 16,-2 5 35-16,2 4 20 0,-1-9 7 0,1 9-8 16,0 0-6-16,0 0-1 0,0 0 11 15,0 0 24-15,-13 31 38 0,4 3 15 0,2 5 13 16,-4 15 22-16,-1 8 6 0,1 1 11 16,0 4 4-16,-1 6 8 0,2 5 2 0,-1 14-5 15,1-18-17-15,1 0 17 16,3 0-18-16,-3-3 7 0,3 1-18 0,-4-5-13 15,5-1-3-15,-1-8 3 0,0-5-21 16,0-10 1-16,3-7-22 0,-1-1-8 0,0-8-13 16,1-8 6-16,1-2-18 0,0-5-9 15,2-2-1-15,-2 0-10 0,0-1-4 0,2-3 0 16,0-6-4-16,-5 12-9 0,5-12 0 16,0 8-15-16,0-8 2 0,0 0-2 0,0 0-4 15,0 0-67-15,0 0-64 0,0 0-72 16,0 0-85-16,0 0-113 0,-11-24-116 0,11 13-148 15,-1 1-119-15,-1-4 62 16,2-1-641-16,0-2-803 0</inkml:trace>
  <inkml:trace contextRef="#ctx0" brushRef="#br0" timeOffset="49671.77">22087 5936 3357 0,'4'-9'-159'0,"-4"2"47"16,1 1 47-16,-1-1 43 0,0 7 28 0,0-11 30 15,0 11 26-15,0-8 28 0,0 8 11 16,0-9 17-16,0 9 6 0,2-7-6 0,-2 7-13 16,0 0-5-16,0 0-11 0,0 0-12 15,0 0-6-15,0 0-4 0,0 0 29 0,0 0 21 16,0 30 0-16,0-7 21 15,-2 18 10-15,1 4 13 0,-3 15 2 0,-3 4-12 16,4 4 3-16,-5 4 4 0,3 6 0 16,-4-2-19-16,-2 2-5 0,4-5 3 0,0 0-16 15,-4-1-15-15,8-7 17 0,-5-3-10 16,1-11 0-16,1 2-21 0,2-13 0 0,2-3-12 16,0-11-8-16,4-4-8 0,-6-3-2 15,2-4-9-15,2-1-4 0,0-4-3 0,0 0-5 16,0-2-4-16,2-2-5 0,-2 2-5 15,0-8 6-15,0 0-17 0,-2 7-56 0,2-7-75 16,0 0-79-16,0 0-92 16,0 0-104-16,0 0-117 0,14-26-133 0,-8 13-113 15,-1 0 59-15,5-7-628 0,3-7-779 16</inkml:trace>
  <inkml:trace contextRef="#ctx0" brushRef="#br0" timeOffset="50255.41">23378 5852 3353 0,'0'-5'-100'0,"0"5"37"0,2-9 36 15,-2 9 39-15,0-10 27 0,0 10 27 16,6-12 44-16,-6 7 22 0,0 5 7 0,4-9 0 16,-4 9-11-16,0 0-16 0,0 0-8 15,0 0 4-15,0 0 30 0,0 0 32 0,0 40 20 16,-2 1 6-16,-2 17 37 0,0 2 15 16,1 6 2-16,-1 2 1 0,-2 2-4 0,3 5-6 15,-4-1-3-15,3-1-8 0,3-5-16 16,-3-2 9-16,2-3-3 0,-2-8-7 15,4-11-14-15,0-5-16 0,-1-2-128 0,-1-10-55 16,2-4 0-16,-2-5 0 0,0-3 0 16,2-2 0-16,-2-1 0 0,0-4 0 15,2 1 0-15,0 0 0 0,-2-6 0 0,2-3 0 16,0 12 0-16,0-12 0 0,0 0 0 16,0 0 0-16,0 0 0 0,0 0 0 0,0 0 0 15,0 0 0-15,0 0 0 0,10-27 0 16,-10 17 0-16,2-1-568 0,-2-1-138 15,0-1-199-15,-2-1 64 0,0-2 91 0,-2 0-754 16,0-1-949-16</inkml:trace>
  <inkml:trace contextRef="#ctx0" brushRef="#br0" timeOffset="53537.73">24942 5796 3779 0,'0'0'-179'0,"0"0"40"16,0 0 42-16,0 0 35 0,0 0 31 0,0 0 31 16,0 0 25-16,0 0 16 0,0 0 13 15,0 0 11-15,-7-8 8 0,7 8 3 16,0 0-4-16,0 0 1 0,0 0 5 0,0 0 0 16,0 0 8-16,0 0 10 0,0 0 8 15,0 0 11-15,0 0 2 0,0 0-7 0,-6-6-6 16,6 6 9-16,0 0 1 0,0 0-6 15,0 0-6-15,0 0 1 0,0 0-8 16,0 0-1-16,-7-7-4 0,7 7-6 0,0 0-8 16,0 0-10-16,0 0 5 0,0 0-17 15,0 0-4-15,0 0-7 0,0 0-2 16,0 0-2-16,0 0-4 0,0 0-9 0,0 0 4 16,0 0-4-16,0 0 1 0,-4 21-4 15,4-9-2-15,0 3-1 0,0 4 0 16,0 6 16-16,-1 13 1 0,-3 3-7 0,0 5-1 15,-2 8 3-15,-2 2-6 0,3-1 1 16,-3 8-2-16,-2-5 5 0,3 2-10 0,-2 1 31 16,1-3 2-16,-2-5-8 0,3 0 1 15,-1-9-3-15,3-5 21 0,-4-1 15 0,4-2-6 16,-3-2 3-16,5-7-5 0,-1-3-7 16,-1-1-3-16,4-2-4 0,-1-2-6 15,0-3-9-15,-2 0 5 0,2-3-10 16,2 1-4-16,0-5-4 0,-1 1 2 0,-1-2-7 15,2 0 0-15,0-8 6 0,-2 13 15 16,2-9 5-16,0-4 10 0,0 0 3 0,0 13 8 16,0-13 1-16,0 7 7 0,0-7 1 15,0 0-41-15,2 9-39 0,-2-9 0 0,0 0 0 16,0 8 0-16,0-8 0 0,0 0 0 16,0 0 0-16,0 0 0 0,0 0 0 0,0 0 0 15,0 0 0-15,0 0 0 0,0 0 0 16,0 0 0-16,0 0 0 0,0 0 0 0,0 0 0 15,0 0 0-15,0 0 0 16,0 0-436-16,0 0-249 0,0 0-232 0,0 0 62 16,0 0 105-16,0 0-797 0,0 0-990 15</inkml:trace>
  <inkml:trace contextRef="#ctx0" brushRef="#br0" timeOffset="55472.4">25515 5854 3931 0,'0'0'-162'0,"8"-4"56"0,-8 4 48 15,3-5 43-15,-3 5 27 0,0 0 37 16,4-7 29-16,-4 7 8 0,0 0 7 16,2-5 9-16,-2 5 1 0,0 0 4 15,0 0 4-15,0 0-10 0,0 0-3 16,0 0 0-16,0 0-4 0,0 0-10 0,-38 10 5 16,22-1-4-16,0 1 2 0,-13 6-5 15,0 6 2-15,-7 5 6 0,-2 4 9 0,1 3-7 16,1 4 10-16,0-1-7 0,0 2-10 15,6 0 7-15,5-1-5 0,2-1-10 0,10-6-5 16,-3-2-5-16,7 2-7 0,3-6-4 16,5-5-9-16,1-1-4 0,0-5-3 0,1 3-9 15,5-3-2-15,1-1 3 16,4 3-5-16,3-8-4 0,-1 1 1 0,7-4 1 16,-3-4-3-16,2 1-9 0,-2-4 6 15,2-1-5-15,-2-2 2 0,0 0-2 0,-3-4-4 16,-1 1 1-16,-3-5-1 0,-1 2-1 15,-2-1-3-15,-1-3-5 0,-1-1 4 0,-2 1-3 16,-3 1 2-16,0 0 1 0,0 3-2 16,-3-1-4-16,-2 2-1 0,1 1-2 15,1 3 3-15,-7 0-2 0,3 3-2 0,7 3-8 16,-18-1-43-16,18 1-48 0,-17 4-64 16,8-4-95-16,-1 4-91 0,10-4-94 0,-12 8-103 15,9-7-153-15,3-1 42 16,0 6-513-16,0-6-639 0</inkml:trace>
  <inkml:trace contextRef="#ctx0" brushRef="#br0" timeOffset="55921.14">26021 5972 2969 0,'6'-14'-91'15,"1"5"58"-15,-6-1 54 0,3 3 48 0,-2 0 37 16,-2 7 31-16,2-8 14 16,-2 8 4-16,-4-7 7 0,4 7 7 0,0 0 12 15,-18 0 6-15,18 0 0 0,-30 10 1 16,1 2 2-16,-1 5 4 0,-6 0-5 0,-4 6 0 16,-2 3 17-16,0 1-4 0,2 1-6 15,3 1-14-15,5-3 1 0,3-2-14 0,7-2-21 16,1-2 0-16,6-1-8 0,5-4-12 15,3-3-9-15,-1 2-5 0,6-4-4 0,1 3-1 16,1-5 0-16,1 1-11 0,7-3-4 16,1 1-11-16,7 0-8 0,-1-3-7 0,4-2-6 15,-1 0-7-15,2-4-6 16,-1-2-25-16,0 0-24 0,2-2 0 0,-3 0 0 16,-4 0 0-16,2-1 0 0,-1-3 0 15,-3-1 0-15,-5 5 0 0,1-2 0 0,-3-2 0 16,-1 2 0-16,-2 1 0 0,-2 7 0 15,-2-12 0-15,2 12 0 0,-9-7 0 0,-1 5 0 16,10 2 0-16,-25 0 0 0,25 0-146 16,-26 4-283-16,13-1-154 0,-1-1-178 15,3 2-108-15,1 0 91 0,10-4-795 0,-13 4-1015 16</inkml:trace>
  <inkml:trace contextRef="#ctx0" brushRef="#br0" timeOffset="58053.31">26380 5835 4004 0,'0'0'-192'0,"-4"-7"59"0,4 7 47 16,-2-7 44-16,2 7 39 0,-3-5 27 15,3 5 19-15,-4-7 23 0,-1 2 7 0,5 5 16 16,-3-8-4-16,3 8 2 0,-2-10-2 15,2 10-12-15,-2-7 9 0,2 7-4 0,-4-6-3 16,4 6-10-16,-2-6-4 0,2 6-9 16,0 0-3-16,0 0-5 0,0-8-3 15,0 8-15-15,0 0 7 0,0 0 2 16,0 0-3-16,0 0 38 0,0 0 22 0,-17 25 7 16,4 2 19-16,2 9 18 0,-7 13 14 15,-1 10 26-15,0 5 8 0,-5 19-6 16,0 3-11-16,4 4-14 0,1-3-15 0,5-19-11 15,3 1-10-15,2-5 16 0,-2-1-14 16,4-7-6-16,0-4-12 0,3-11-6 0,-2-5 5 16,3-1-4-16,0-9-5 0,1-5 6 15,-2-4 2-15,2-3 7 0,2-3 11 0,0 1 2 16,0-2-65-16,-1-2-54 0,1-1 0 16,0-7 0-16,-2 10 0 0,2-10 0 15,0 0 0-15,0 0 0 0,0 0 0 0,0 0 0 16,0 0 0-16,0 0 0 0,0 0 0 15,0 0 0-15,0 0 0 0,0 0 0 16,0 0 0-16,0 0 0 0,0 0 0 0,0 0 0 16,0 0-381-16,2-25-238 0,-2 25-164 15,-2-11-91-15,-2 6 78 0,2-3-815 0,2 1-1052 16</inkml:trace>
  <inkml:trace contextRef="#ctx0" brushRef="#br0" timeOffset="87147.36">1855 4163 1658 0,'0'0'313'0,"-1"-14"-42"0,1 7-34 16,0 7-7-16,-2-12 19 0,2 7-11 16,0 5-14-16,-2-11-27 0,2 11-13 0,0-8-15 15,0 8-17-15,0 0-16 0,0 0 15 16,0 0 12-16,0 0-5 0,0 0-15 15,9 24-17-15,-7-12-6 0,2 2-14 16,0 1-3-16,2 3-8 0,-2-5-8 0,-1 5-9 16,1-7-8-16,0 0-4 0,-1 2-6 15,-3-7-4-15,5 3-6 0,-3-3-2 16,0 2-5-16,0 0 1 0,-2-8-4 0,3 11-3 16,-3-11-2-16,0 8-5 0,0-8 1 15,2 6-9-15,-2-6-18 0,0 0-38 0,0 0-64 16,0 0-87-16,0 0-91 0,0 0-88 15,0 0-99-15,0 0-130 0,0 0-102 16,-5-21 62-16,5 11-348 0,1 2-457 0</inkml:trace>
  <inkml:trace contextRef="#ctx0" brushRef="#br0" timeOffset="89480.9">2073 4000 1783 0,'0'0'36'0,"1"-8"23"15,-1 8 28-15,0-8 27 0,0 8 23 16,-3-8 20-16,3 8 23 0,-8-9-7 16,8 9-10-16,-9-7 8 0,3 2-1 0,-4 3 8 15,1-4-15-15,-3 2-11 0,-1 2-4 16,0-2-13-16,-6-2 3 0,-2 1-5 0,-1 4-2 15,-5-3-7-15,-2 3-12 0,0 1-14 16,-1 1-7-16,-13 3-8 0,4 1-5 16,-3 2-9-16,0 3-4 0,2 0-8 15,0 3-4-15,-4 4-7 0,8-3-2 16,-2 10-5-16,7-7 0 0,1 8 0 0,5-1-5 16,-4 10 0-16,6 3-2 0,7-4-2 15,2 1-2-15,6 3 2 0,1 4-3 0,3-2-6 16,8 3 2-16,3-3-1 0,6 7-2 15,10-5-4-15,4 0 0 0,9-8 1 16,9-2 0-16,5-5 0 0,8-5-1 0,4-8-1 16,1-3 5-16,8-6-3 0,0-2-6 15,-1-8 3-15,-3-4 2 0,-6-2-2 0,-4-5-1 16,-9 0-2-16,-5-3 2 16,-11 3 17-16,-7-3 17 0,-2-1 10 15,-3-6-7-15,-7-2-4 0,-4-4-2 0,-4-1-4 16,-7-3-5-16,-3-4-20 0,-8-13-3 15,-6 3 0-15,-3-1-4 0,-7 4-1 0,0 4-5 16,-5 7 0-16,-3 3-5 0,-1 9-1 16,-1 3-16-16,3 9-14 0,-7 6-21 0,2 6-24 15,-6 5-11-15,2 2-28 0,4 5-25 16,0 1-35-16,7 2-22 0,3 5-29 16,10 1-32-16,6-4-44 0,6 0-47 0,1 0-69 15,6-3-149-15,4-1-49 16,6 2 73-16,7 0-192 0,10 3-229 0</inkml:trace>
  <inkml:trace contextRef="#ctx0" brushRef="#br0" timeOffset="89930.7">2967 4055 2035 0,'-4'-9'27'16,"0"1"43"-16,0 2 34 0,4 6 35 15,-4-9 43-15,4 9 35 0,-5-10 5 16,3 4-6-16,2 6-12 0,0 0-24 0,-6-7-17 16,6 7-19-16,0 0-17 0,0 0-5 15,0 0 5-15,0 0-4 0,-7 25-5 0,0-4 8 16,4 1 0-16,-1 13-9 16,-2-1-7-16,3 2-9 0,-1-2-11 0,0 1-6 15,2-6-8-15,-2 3-6 0,0-5-8 16,2-2-6-16,-1-1-3 0,1-3-7 15,0-3-3-15,0-1-7 0,0-1-32 0,0-4-49 16,2 0-48-16,-1-4-51 0,-1 1-69 16,2-4-101-16,0-5-114 0,0 0-138 0,0 0-97 15,0 0 67-15,0 0-308 0,0-29-386 16</inkml:trace>
  <inkml:trace contextRef="#ctx0" brushRef="#br0" timeOffset="90148.09">2684 4030 2620 0,'-13'0'87'15,"13"0"13"-15,0 0 33 0,-19 0 6 16,19 0 2-16,0 0-4 0,0 0 0 0,0 0-17 16,0 0-17-16,0 0-8 0,0 0-8 15,0 0-10-15,27-14-8 0,-4 11-23 16,7-9-73-16,6 4-79 0,0-1-82 0,-1 3-113 15,-4 2-144-15,-9 2-124 0,5 4 47 16,-10 2-136-16,0 2-153 0</inkml:trace>
  <inkml:trace contextRef="#ctx0" brushRef="#br0" timeOffset="90647.76">3010 4420 2085 0,'0'0'169'0,"-3"5"17"16,3-5 6-16,0 0-12 0,-4 7-7 15,4-7-16-15,0 0-18 0,0 0-7 16,0 0-26-16,0 0-7 0,0 0-4 16,34-12-8-16,-16 6-13 0,-4 2-9 15,6-6-2-15,-4 1-6 0,-2 2-8 0,3-6-1 16,-5 4-4-16,-3-3-18 0,0-4 5 15,-2 5-10-15,-2-5 4 0,-3 1-9 0,-4-5 7 16,2 3-27-16,-5-7 17 0,-2 2 1 16,0 2-1-16,-2 1-2 0,0-2 4 0,-2 6-7 15,4 1-5-15,0 2 6 0,-2 4-8 16,4-1 2-16,-1 2-2 0,1 2-6 16,5 5 6-16,-11-5-5 0,11 5 5 0,0 0 3 15,-7-7 0-15,7 7-11 0,0 0 6 16,0 0-1-16,0 0 10 0,0 0-9 15,27-7 7-15,-13 4-9 0,2 1 3 16,2-3 0-16,-1 3-8 0,0 0 8 0,-2 1-3 16,2 1 7-16,-4 0 22 0,5 3 13 15,-5 3 10-15,1-3 18 0,-1 3 24 16,1 2 0-16,-3 2 5 0,4 2-5 0,-5 0-4 16,-1-3-13-16,3 7-7 0,-3-4-4 15,2 4-7-15,-3-3-5 0,2-2-8 0,-3 2-7 16,2-1-41-16,0 1-55 0,0-4-75 15,-2 3-82-15,2-3-80 0,0-2-111 16,-2-1-143-16,2-3-87 0,0 1 60 0,0-2-293 16,0 0-355-16</inkml:trace>
  <inkml:trace contextRef="#ctx0" brushRef="#br0" timeOffset="91030.12">3722 4046 2454 0,'-2'-7'44'0,"2"7"15"0,0 0 24 16,-7-7-4-16,7 7-4 0,0 0 31 16,0 0 22-16,0 0 5 0,0 0 6 15,0 0 19-15,12 23-6 0,-8-10 9 0,0 0 3 16,-2-1-2-16,-1 1 16 16,1 1 3-16,-2 0-6 0,0 1 7 0,-2 2-7 15,-1-1-5-15,-3 1-11 0,1-2-14 16,-6-1-15-16,4-1-10 0,-2-4-30 0,-3 2-8 15,1-2-17-15,0-5-3 0,-1-2-5 16,12-2-19-16,-22-2-24 0,10-6-22 16,2-3-27-16,-2-8-25 0,1-10-8 0,6-3-2 15,3 6 2-15,0 4 3 0,2 1 8 16,5 4 5-16,-3-1 3 0,4 6 10 0,-1-1 1 16,4 5 3-16,-2 0 3 0,2 3 3 15,1 5 0-15,-10 0 5 0,23 0 7 16,-8 3 0-16,-2 1-14 0,5 3-30 15,-2 2-61-15,2 2-58 0,-1 1-55 16,-2 1-69-16,-4-4-71 0,3 1-95 0,-6-1-118 16,-1 1 20-16,0-2-246 0,0-4-302 15</inkml:trace>
  <inkml:trace contextRef="#ctx0" brushRef="#br0" timeOffset="91346.97">3868 3992 2258 0,'-2'-12'62'16,"2"4"62"-16,-2 3 25 0,2 5 36 15,0 0-14-15,-4-10-9 0,4 10-11 0,0 0 22 16,0 0 31-16,0 0 3 0,0 0-7 16,20 21-18-16,-13-9-12 0,4 1-16 15,1 5-31-15,1-1-11 0,6 5-13 16,-6-5-6-16,-1 0-9 0,1-3-7 16,-5-4-12-16,2 1 0 0,-3-3 29 0,1 1 9 15,-3-4 24-15,0 0 28 0,-5-5 30 16,9 7 9-16,-9-7-27 0,0 0-13 0,0 0-19 15,0 0-14-15,15-15-14 0,-13 6-4 16,1-3-8-16,-3-2-26 0,3-5-1 16,-1-4-10-16,0 0-10 0,2-2-6 0,-3-2-14 15,1 3-43-15,0 7-53 0,-2-1-39 16,2 2-56-16,-2 4-63 0,2 2-103 16,1 2-96-16,-3 1-63 0,2 1-115 15,-2 6-145-15,0 0 64 0,4-7-495 0,-4 7-645 16</inkml:trace>
  <inkml:trace contextRef="#ctx0" brushRef="#br0" timeOffset="91746.97">4434 3907 3033 0,'0'0'-11'0,"0"0"37"0,0 0 32 0,0 0 29 16,0 0 17-16,-9 6 13 0,9-6-5 15,0 0-1-15,0 0 10 0,0 0-1 16,0 0-10-16,0 0-8 0,0 0-9 16,0 0-7-16,32-9-13 0,-26 7-7 0,-6 2 4 15,11-5-12-15,-11 5-6 0,8-6-5 16,-4 2-3-16,-4 4-4 0,5-10 4 16,-5 10-6-16,0-9-4 0,0 9-5 0,0 0-8 15,-7-12-2-15,7 12-12 0,-16-1 6 16,16 1 1-16,-25 5-2 0,10 3-1 15,-4 1-4-15,2 3 3 0,2-2 4 16,-2 4 6-16,3-1 15 0,1 3 9 0,1-1 11 16,5 2 9-16,-1-1 3 0,5-1-4 15,1 1-4-15,0-1-5 0,2-1-5 16,2-1-5-16,2 1-5 0,3-2-3 0,2 2-5 16,3-4-18-16,-1-1-73 0,3-2-89 15,3-2-115-15,-1-2-116 0,-2-3-163 0,2 0-143 16,-1 2 65-16,1-4-387 0,0-1-482 15</inkml:trace>
  <inkml:trace contextRef="#ctx0" brushRef="#br0" timeOffset="92214.17">4756 4071 2818 0,'0'0'53'0,"0"0"43"15,0 0 44-15,-37 8 24 0,37-8 25 16,0 0 2-16,-9 2-14 0,9-2-16 15,0 0-13-15,0 0-17 0,0 0-14 0,0 0-9 16,0 0-13-16,0 0-10 0,0 0-7 16,0 0-7-16,0 0-7 0,0 0-9 0,-4-16-4 15,4 16-1-15,4-13-9 0,-2 3-1 16,-2 2-8-16,0-3-2 0,-2-2-3 16,0-1-1-16,0-1-3 0,-5-4-7 0,0-1-1 15,-5-8-2-15,2 7-1 16,-2 3-1-16,1 2-8 0,0 0 2 0,1 7-3 15,-1 0-5-15,2 2-3 0,-1 3 5 16,0 3-3-16,10 1 1 0,0 0 0 0,-25 5 1 16,18-1-6-16,7-4 0 0,-4 7 5 15,4-7 3-15,0 0-2 0,0 0 0 16,0 0-2-16,31 5 4 0,-31-5-2 0,36-7-2 16,-13 2-2-16,0 0 4 0,-3 1 3 15,-2 1 4-15,0 1-6 0,0 0 2 16,-2 2 7-16,0 4 11 0,2-1 15 0,-2 1 13 15,-2 2 2-15,1 0-3 0,1 0-5 16,0 5-2-16,-2-4-7 0,1 0 0 16,-1 1-1-16,-1 1-2 0,1-1-2 0,-3-1-2 15,0 0-10-15,-1-2-3 0,-1 0-53 16,-3 0-72-16,-1-1-101 0,4-1-105 16,-2 0-126-16,-7-3-208 0,13 1-13 0,-13-1 77 15,14 1-339-15,-14-1-407 0</inkml:trace>
  <inkml:trace contextRef="#ctx0" brushRef="#br0" timeOffset="92613.23">5429 3580 2363 0,'-9'-3'-41'0,"-3"1"29"16,1 2 25-16,-1 0 24 0,12 0 24 0,-23 5 17 15,10 0 13-15,0 2 0 0,-1 0-7 16,3 1-10-16,1 1-1 0,-2 1-8 0,5 1 0 16,2-3-8-16,-1 2-1 0,1-1-5 15,3-1 3-15,2 4 4 0,5-5 8 16,-1 5-6-16,3-2 11 0,2 4-2 0,3 1 5 16,1-2 14-16,1 0 25 0,8 4 10 15,-8 0-4-15,-1-2 9 0,1-2 9 16,-5-1 15-16,2 4 16 0,-5-4 23 15,0 2 23-15,-4-3 33 0,-2-2-1 0,-2 3 2 16,-1 0-9-16,-2-2-18 0,-2 2-17 16,-3-2-22-16,-2 0-17 0,1 0-14 15,-2-3-18-15,-2-1-15 0,2 0-10 0,-1-4-33 16,3 0-56-16,-5-4-75 0,5 1-74 16,-2-7-77-16,-1-4-98 0,1-2-111 0,5-3-86 15,2 1-125-15,5-1-142 0,-1 1 54 16,5 1-550-16,-1 0-726 0</inkml:trace>
  <inkml:trace contextRef="#ctx0" brushRef="#br0" timeOffset="93179.24">5646 3647 3294 0,'0'0'-50'0,"7"-5"49"16,-7 5 24-16,0 0 27 0,0 0 11 15,0 0 26-15,0 0 23 0,0 0 14 16,0 0 3-16,2 20 9 0,-4-11 0 0,2 4-1 15,-7-1-3-15,3 2-14 0,-5 6-8 16,-1-4-11-16,-1 1-5 0,-1 1-7 0,-3-3-11 16,4 1-6-16,1-6-3 0,2-1-9 15,-1 1-7-15,-1-5-4 0,4-2-4 16,6-3-5-16,0 0-8 0,0 0-6 16,-24-10-6-16,18 1-5 0,4 1 5 15,0-1-4-15,0 1 2 0,2-3-9 0,0 5 2 16,0 6-3-16,4-17-5 0,0 13 3 15,-4 4 0-15,12-8 0 0,-5 8 1 0,-7 0 0 16,22-3 0-16,-10 2 1 0,1 1 3 16,7-1-1-16,1 1-4 0,-3-2 2 15,2-2-1-15,3-2 1 0,-3-2-5 0,9-2 3 16,-8-1-1-16,4-6 2 0,-2-1-2 16,-2-5 0-16,-2-1-16 0,0-3-28 0,-2-4-18 15,2-12-14-15,-2-3-21 16,-3-8-24-16,-3-6-14 0,-4-1 0 0,4-4 6 15,-8-4 14-15,1 3 19 0,-4 4 0 16,-2 7 22-16,-3 15 22 0,-3 5 39 0,0 12 20 16,0 7 6-16,-3 9 24 0,-3 7 31 15,14 0 15-15,-41 27 19 0,16 0 23 16,2 14 26-16,4 5 11 0,6 11 16 0,5 1 2 16,6 3-2-16,4 3-7 0,9 1-24 15,3-2-10-15,5-4-2 0,2 0-19 0,7-6-15 16,5-3-4-16,-1-6-11 0,2-1-6 15,0-6-8-15,-3-6-5 0,-6-8-12 16,-4-2-35-16,-3-8-61 0,-5-3-65 16,-2-2-79-16,-1-2-98 0,-3-2-103 15,1-4-131-15,-8 0-206 0,0 0-19 0,17-7 72 16,-13-2-479-16,1-4-613 0</inkml:trace>
  <inkml:trace contextRef="#ctx0" brushRef="#br0" timeOffset="93530.04">6708 3585 2896 0,'12'0'-113'16,"1"2"56"-16,-8-1 46 0,-5-1 42 0,0 0 49 15,9 7 44-15,-9-7 43 0,-2 9 33 16,2-9 13-16,-12 20 15 0,-4-6 14 16,-11 7 1-16,-11 4 3 0,-7 0 4 15,-7 4-13-15,-25 7-15 0,-12 3-7 16,-19 6-2-16,-18 4-7 0,-55 15-5 0,-16 3-3 15,-13 3-12-15,-14-1-14 0,-7 1-13 16,1 0-20-16,3-1-15 0,4-4-13 0,10 0-11 16,17-7-9-16,17-4-10 0,46-16-9 15,10-4-9-15,10-3-4 0,14-4-6 0,27-7-4 16,9-2-8-16,10-3-7 0,17-5-19 16,9-1-33-16,6-1-23 0,4-5-26 15,1 1-16-15,5 0-15 0,1 2-20 0,3-6-15 16,1 4-15-16,6-4-19 0,-9 8-24 15,9-8-36-15,-4 4-43 0,4-4-55 16,0 0-55-16,0 0-72 0,0 0-87 16,0 0-153-16,0 0 49 0,0 0-441 0,0 0-556 15</inkml:trace>
  <inkml:trace contextRef="#ctx0" brushRef="#br0" timeOffset="95096.39">1911 5607 2926 0,'-4'-4'15'0,"4"4"11"15,-2-7 3-15,2 7 1 0,-3-8-2 16,3 3-2-16,0 5 1 0,3-16-3 16,1 8-1-16,0 1 1 0,-1 2-5 0,3-2-2 15,1 2 1-15,-7 5 0 0,12-6 8 16,-12 6 8-16,15 2 17 0,-15-2 13 15,16 9 4-15,-11-2 15 0,3 0 10 0,-2 3 9 16,0 2 2-16,-1 0-8 0,-5-2-6 16,4 2-7-16,-2 0 6 0,-2 0-3 15,2-3-4-15,1-3 0 0,-3 3-6 16,0-1 6-16,0-8 10 0,2 9 6 0,-2-9 3 16,2 10 2-16,-2-10-4 0,3 7 2 15,-3-7-11-15,0 0-4 0,2 9-10 16,-2-9-5-16,2 6-7 0,-2-6-9 0,0 0-4 15,0 0-3-15,3 10-5 0,-3-10-4 16,0 0-7-16,0 0-6 0,2 4-1 0,-2-4-4 16,0 0-6-16,0 0-2 0,2 9-2 15,-2-9 1-15,0 0-2 0,4 8 0 16,-4-8 0-16,2 10 5 0,-2-10 9 0,1 7 19 16,-1-7 19-16,0 12 15 15,0-12 39-15,-3 15 8 0,-1-5 21 0,-3-2 7 16,-2 5-1-16,-2-1-7 0,-2 3-8 15,-2-1-5-15,-2-2-6 0,-1 0-2 0,1-1-5 16,0 0-5-16,3-3-6 0,1 0-4 16,1-2-9-16,1-1-49 0,4-1-45 15,7-4 0-15,-11 5 0 0,11-5 0 0,-7 3 0 16,7-3 0-16,0 0 0 0,0 0 0 16,0 0 0-16,0 0 0 0,0 0 0 0,33 2 0 15,-18-2 0-15,3 0 0 0,2 2 0 16,3 0 0-16,2 2 0 0,0-4 0 15,-6 4 0-15,0-1 0 0,2-1 0 16,-6 1 0-16,1-1 0 0,1 1 0 16,-4-1 0-16,0 0 0 0,-3 0 0 0,-10-2 0 15,19 2 0-15,-19-2 0 0,18 1 0 16,-18-1 0-16,11 0 0 0,-11 0 0 0,0 0-290 16,14-3-157-16,-10-3-119 0,1 0-155 15,-2-1-143-15,-3 0 74 0,-1-2-745 0,-3-1-979 16</inkml:trace>
  <inkml:trace contextRef="#ctx0" brushRef="#br0" timeOffset="95512.67">1791 5358 3958 0,'-25'10'-121'15,"5"0"25"-15,-5 7 12 0,-2 2 38 0,-2 15 35 16,2 0 41-16,-1 5 33 0,6 6 27 16,4 3 17-16,4 4 9 0,3 0 16 15,7 1 9-15,4-6 10 0,6 7-5 0,5 1-1 16,7-4-7-16,5 1 1 16,7-3-3-16,4-7-2 0,8-1-3 0,4-8-5 15,3-4 6-15,6-7-19 0,8-7-19 16,4-6 0-16,4-7-7 0,-1-6-8 0,0-9-8 15,-5-5-2-15,1-7-8 0,-7-6 1 16,-3-3-9-16,-6-4-7 0,-6-4 0 16,-8-1-7-16,-9-1 1 0,-8-4-1 0,-7-1 2 15,-12 3-4-15,-7-12-8 0,-9-3-11 16,-11 3-10-16,-15-13-29 0,-9 10-19 0,-9 10-19 16,10 18-26-16,-7 10-28 0,-4 11-36 15,-3 12-58-15,-5 7-54 0,-1 13-65 0,-12 11-61 16,1 4-109-16,6 5-211 15,23-9 37-15,7-2 81 0,6 3-320 16,6 0-391-16</inkml:trace>
  <inkml:trace contextRef="#ctx0" brushRef="#br0" timeOffset="97028.94">3159 5358 2430 0,'7'2'-25'0,"-7"-2"30"0,0 0 19 0,11 1 32 15,-11-1 23-15,0 0 28 0,0 0 4 16,0 0 11-16,0 0 9 0,0 0 11 0,0 0-7 16,0 0-8-16,0 0-7 0,14-7-4 15,-14 7-4-15,0 0-8 0,0 0 6 16,0-8-12-16,0 8-9 0,0 0-11 0,0 0-8 15,-18-10-11-15,18 10 0 0,-18 0-12 16,9 0-5-16,9 0-1 0,-27 9-7 0,10-3-6 16,0 3-10-16,-2 1 5 0,1 0 0 15,3 2-3-15,0 0-5 0,2 0-4 0,5-2 2 16,0 2-8-16,4-2-6 16,1-1 5-16,1 1 0 0,2-2-3 0,2 3 4 15,3-1 10-15,2 3-16 0,7 3 5 16,0-3-3-16,7 8 6 0,2-2-7 15,0-2 0-15,0 4-2 0,-3-3-2 0,-4-3 10 16,-3 2 5-16,-1-1 10 0,-3-1 19 16,-1 3 20-16,-5-1 24 0,1-1 7 0,-4-3 9 15,0 5 11-15,-4-1 8 0,-1 3 4 16,-3-3 7-16,-2-3 2 0,3-1-2 16,-2-2 15-16,-1-1-7 0,2-2-13 0,1-2-17 15,-3-1-13-15,0-3-21 0,10-2-27 16,-16 1-44-16,16-1-45 0,-20-5-50 15,13 0-80-15,-1-2-92 0,-2 0-99 16,6-1-119-16,-1-4-122 0,3 0-107 0,0-2 56 16,4 2-474-16,5-9-598 0</inkml:trace>
  <inkml:trace contextRef="#ctx0" brushRef="#br0" timeOffset="97662.37">3422 5554 3114 0,'0'0'2'16,"0"0"21"-16,0 0 36 0,-5 13 18 16,5-13 5-16,0 0 3 0,0 0-10 15,0 0 11-15,0 0-7 0,0 0-12 16,0 0 0-16,0 0 10 0,0 0 14 16,11 2 2-16,-11-2-8 0,0 0-5 0,21-10-11 15,-12 5-7-15,-1 0-2 0,-1-2-8 16,3 0-3-16,-4 0 0 0,-1 0-4 0,-1 2-6 15,-4 5-9-15,7-12-2 0,-7 7 2 16,0 5-5-16,5-9-7 0,-5 9-1 16,0 0-5-16,0 0 6 0,0 0-15 0,0 0 8 15,-30 12-11-15,19-5 8 0,4 3-3 16,-2 2 0-16,0 2-4 0,6 0 1 0,-1-2 5 16,2 0-6-16,0-2 8 15,2 4-5-15,0-4 0 0,2 0-1 0,2-1 1 16,4 1 0-16,0-3 4 0,1 0-3 15,5-4-3-15,-3 0 7 0,2-3 1 16,-13 0 20-16,27-5 5 0,-14 0 6 0,0-2 4 16,1-1 0-16,-1-2-1 0,-2-3 0 15,3 0 10-15,-3-3-1 0,-2 0 2 0,3-3-1 16,-2 2-1-16,2 1 5 0,-3-3 1 16,0 1 2-16,3 1-3 0,-3 3-6 15,2 2-5-15,0-1-1 0,-2 5-12 0,4-1-2 16,1 2-4-16,0 2 1 15,2 1-3-15,1 4 4 0,-1 0-5 0,0 2-1 16,2 4 8-16,-4 0 8 0,4 6 11 16,-5 1 20-16,-1 1 26 0,-5-1 13 0,-1 5 10 15,-4-1 5-15,-2 1 0 0,-4 5-1 16,0-1-1-16,-9 5-6 0,-2 1-14 0,0-1-9 16,-3-5-9-16,-1-1-5 0,6-6-9 15,0-3-2-15,3-2-12 0,-1-5-15 16,2 1-39-16,-2-6-51 0,11 0-71 0,-18-6-63 15,6-3-73-15,1-9-88 0,5-3-82 16,3 1-80-16,3-4-73 0,2 0-113 16,-1 0-40-16,10-5 83 0,1 1-483 15,1 1-600-15</inkml:trace>
  <inkml:trace contextRef="#ctx0" brushRef="#br0" timeOffset="98128.77">3944 5424 3053 0,'-2'10'-32'0,"2"-2"51"15,-3 0 36-15,3 3 21 0,0-2 20 0,0 0 12 16,0-2 0-16,2 3-6 0,-1-4 4 16,1 3-4-16,0-1 8 0,4-2 9 15,-3 2 0-15,6-1-3 0,-4-4 6 0,-5-3 4 16,13 6-4-16,-13-6-7 16,16-2-14-16,-16 2-6 0,17-7-10 0,-7-2-11 0,-1-1-9 15,-2 0-4-15,1-2-7 16,-2 1-9-16,-4 2-2 0,2-7-6 0,-4 2-6 15,-4-3 0-15,-1-4-4 0,-2 1-3 16,1 1-2-16,-3 1-1 0,-1 1-5 16,1 5 0-16,1 0-2 0,3 4-9 0,-2-1-1 15,0 2 2-15,7 7-2 0,-9-3-2 16,9 3-2-16,0 0 0 0,0 0 2 0,0 0-2 16,0 0 0-16,0 0 3 0,0 0 0 15,0 0 0-15,0 0 0 0,0 0 0 16,30-5 0-16,-12 2-3 0,-2-1 2 15,2 1-2-15,-5 1 0 0,3 2-2 16,-2 2 7-16,4 0 18 0,-5 4 23 0,3 1 11 16,-3 2 10-16,-1 4-1 0,-1 1 2 15,0 1-1-15,-2 1-13 0,1 1 4 0,-2-2-9 16,-1-1-3-16,1-2-8 0,-2 1-4 16,-1-3-15-16,1 0-30 0,-1-1-35 0,1-3-40 15,-1 0-59-15,-5-6-66 0,11 6-82 16,-11-6-91-16,11-4-149 0,-11 4-173 15,12-10 53-15,-9 3-461 0,5-1-582 16</inkml:trace>
  <inkml:trace contextRef="#ctx0" brushRef="#br0" timeOffset="99528.78">4608 5267 3111 0,'0'0'27'0,"-20"14"43"0,20-14 48 0,0 0 27 15,0 0 4-15,-13 0 6 0,13 0-5 16,0 0-20-16,0 0-11 0,0 0-9 0,0 0-12 16,0 0-11-16,0 0-4 0,0 0-11 15,0 0-5-15,0 0-11 0,0 0-5 16,0 0-6-16,0 0-3 0,-10-14 1 0,10 14-7 16,0-8-4-16,0 8-5 15,-2-11 0-15,2 11-4 0,0-8-1 0,0 8-1 16,-2-9 5-16,2 9-5 0,-5-6 2 15,5 6-4-15,-4-6 0 0,4 6-5 0,0 0-2 16,0 0 1-16,-5-6-3 0,5 6-2 16,0 0 1-16,-8-5-1 0,8 5-1 15,0 0-5-15,0 0 2 0,0 0-1 0,-10-4 1 16,10 4-1-16,0 0 4 0,0 0-4 16,0 0-3-16,0 0 1 0,-15-2 3 0,15 2-4 15,0 0 5-15,0 0-3 0,0 0 1 16,-17 7-1-16,17-7 1 0,-8 4 1 15,8-4-3-15,-9 3-1 0,9-3-1 16,-10 5-2-16,10-5 1 0,-11 8 4 16,7-4-2-16,4-4 4 0,-12 7-10 0,10-2 2 15,2-5 0-15,-5 9 2 0,3-1 1 16,2-8 0-16,-4 12 1 0,4-12-2 0,4 12 0 16,1-3 1-16,1-4 5 0,4 2 1 15,1-4-3-15,3-1 0 0,1-1 6 0,1-1-1 16,2-1-1-16,5-4-2 0,0-4 0 15,8-5 1-15,1-1 1 0,-1-6-4 16,-3 2 3-16,1-2-1 0,0-3 1 16,-5 1-4-16,-1 0-1 0,-4-4 5 15,-2-2-2-15,-2 0 5 0,-5-6-1 0,-3-2-4 16,0 4 0-16,-11-6 4 0,-3 0-6 16,-6-11 0-16,-2 5-3 0,-6 4 1 0,2 10-1 15,0 3-3-15,-4 7-3 0,4 7 3 16,1 4-4-16,2 3 4 0,-2 5 6 15,2 6-9-15,-6 4 8 0,-3 11 6 0,3 3 2 16,1 4 15-16,3 1 2 0,6 4 7 16,-1 6 5-16,8-2 5 0,5 5-1 0,2-1-5 15,6 0 9-15,3-1 0 16,4 7-2-16,6-6-5 0,-3-6 1 0,2-8-5 0,5 1-1 16,0-5-2-16,0-6-3 0,4-3-2 15,-6-5-1-15,1-7-1 16,-3-1-2-16,11-8-1 0,2-4 0 0,-5-2 1 15,0-2 2-15,-4 1 9 0,-2-1 21 16,-1-3 17-16,-4 2 3 0,-6 7 16 0,-1 0 14 16,-2 1 7-16,-2 1-3 0,0 3-5 15,-2 1 0-15,-1-1-17 0,-4 6-9 0,7-7-12 16,-7 7-3-16,0 0-4 0,0 0 1 16,0 0-4-16,0 0-1 0,0 0-3 15,18 16 1-15,-14-11-8 0,-4-5-7 0,7 9-1 16,-3-6 0-16,-4-3-3 15,7 9-3-15,-7-9 7 0,12 1-4 0,-12-1-5 16,0 0-4-16,25-5 4 0,-12-2-11 16,-2-1 2-16,5-1 0 0,-3 1-6 0,-1-1 1 15,1 1-1-15,-3 1 11 0,-1 0 9 16,-2 0 2-16,1 2-35 0,0 1 0 0,0 0 0 16,-8 4 0-16,9-7 0 0,-9 7 0 15,7-4 0-15,-7 4 0 0,0 0 0 0,14-2 0 16,-14 2 0-16,0 0 0 0,0 0 0 15,21 6 0-15,-21-6 0 0,13 3 0 16,-4-1 0-16,-9-2 0 0,14 3 0 16,-14-3 0-16,17 1 0 0,-17-1 0 15,17 0 0-15,-17 0 0 0,13 0 0 0,-13 0 0 16,0 0 0-16,18-2 0 0,-18 2 0 16,9-4 0-16,-9 4 0 0,8-3 0 0,-8 3 0 15,8-7 0-15,-3 2-73 0,1 3-88 16,0-4 4-16,-1 2-9 0,3 2 9 0,0-1 14 15,1-1 17-15,5 1 11 0,-3 1 13 16,0-1 7-16,-1 1 7 0,-10 2 10 16,17-2 8-16,-17 2 5 0,16 0 7 0,-16 0 14 15,11-2 28-15,-11 2 37 0,0 0 13 16,12 2 20-16,-12-2 16 0,0 0 30 16,0 0 23-16,3 12 11 0,-3-12 7 15,-14 15 9-15,0-1 5 0,-15 7-5 0,-13 6-7 16,-27 19-1-16,-10 1-7 0,-16 4-6 15,-16 6-96-15,-45 23-33 0,-9 7 0 0,-6 2 0 16,-2-2 0-16,-5 2 0 0,6-6 0 16,13-1 0-16,42-24 0 0,13-4 0 0,10-2 0 15,18-9 0-15,22-12 0 0,9-6 0 16,11-7 0-16,5 1 0 0,10-7 0 0,4-4 0 16,5-1 0-16,0-2 0 0,3 0 0 15,0-1 0-15,0-1 0 0,7-3 0 16,-7 5 0-16,7-5 0 0,0 0 0 15,-8 3 0-15,8-3-4 0,0 0-359 16,0 0-95-16,0 0-100 0,0 0-129 0,0 0-166 16,0 0 60-16,29-6-729 0,-29 6-967 15</inkml:trace>
  <inkml:trace contextRef="#ctx0" brushRef="#br0" timeOffset="102728.55">14134 2034 1635 0,'0'0'262'16,"-17"0"-53"-16,17 0-18 0,-11-3-3 15,11 3-9-15,0 0-20 0,0 0-27 0,-12-4-31 16,12 4-5-16,0 0-12 0,0 0 4 16,0 0-14-16,26-10-12 0,-10 7-3 0,5 2-12 15,3-1 3-15,1 0-7 0,0 0-13 16,0 0-13-16,-3 2-14 0,-4 0-10 16,0 0-4-16,-5-3-3 0,-2 3-2 0,1-1 9 15,-12 1-3-15,0 0 8 0,14 4 9 16,-14-4 16-16,0 0 0 0,0 0 9 0,0 0 10 15,0 0 17-15,-37 8 11 0,27-7 6 16,10-1-8-16,-14 3 4 16,14-3-15-16,0 0-3 0,0 0-8 0,0 0-5 0,-12 2 1 15,12-2-18-15,0 0-32 16,0 0-40-16,0 0-66 0,0 0-53 0,37-2-55 16,-26 2-90-16,3 0-103 0,-3 0-175 15,1 0 43-15,-1 0-118 0,-11 0-161 16</inkml:trace>
  <inkml:trace contextRef="#ctx0" brushRef="#br0" timeOffset="134955.04">11047 2346 1943 0,'0'0'21'15,"-8"-12"9"-15,2 9 10 0,2-3 14 16,4 6 15-16,-3-8 10 0,3 8 12 15,-6-6-3-15,6 6-1 0,-2-6-11 0,2 6-1 16,0 0-12-16,9-9-3 0,-3 5-10 16,6 2 3-16,5 0-10 0,0-2-4 0,3 0-5 15,-2 2-4-15,1 0-4 16,0 2-3-16,0 0-2 0,-5-3-8 0,-1 3-2 16,-2-2-2-16,-11 2-3 0,20 2-4 15,-20-2 2-15,9 3 4 0,-9-3-1 16,0 0-1-16,-4 8 2 0,4-8 6 0,0 0 11 15,-18 4 9-15,9-2 9 0,9-2-7 16,-13 0 2-16,13 0-3 0,-9 2-3 0,9-2-22 16,0 0-28-16,0 0-38 0,-17-2-35 15,17 2-54-15,0 0-76 0,-18 2-81 16,18-2-98-16,-15 2-101 0,8 0-78 0,7-2-80 16</inkml:trace>
  <inkml:trace contextRef="#ctx0" brushRef="#br0" timeOffset="139137.73">6223 3420 1642 0,'-5'5'123'0,"5"-5"16"16,-6 5 7-16,6-5 19 0,0 0 23 0,0 0 21 16,0 0 8-16,-6 8-2 0,6-8-13 15,0 0-12-15,0 0-3 0,0 0-9 16,35-2-17-16,-15 0-15 0,7-2-15 0,11-1-16 16,3 0-12-16,0 1-47 0,4-2-39 15,-2 3-45-15,0-4-61 0,-2 2-59 0,-3-2-63 16,-2 3-83-16,-9-4-81 0,-4 3-142 15,-7 0-45-15,0 1 57 0,-5-1-108 16,-1 3-111-16</inkml:trace>
  <inkml:trace contextRef="#ctx0" brushRef="#br0" timeOffset="139404.04">6576 3213 2078 0,'0'0'278'0,"-12"-3"9"0,12 3 6 0,0 0-1 16,-9-2-11-16,9 2-26 0,0 0-24 16,0 0-5-16,0 0 14 0,0 0-15 15,21 23-9-15,-6-8-23 0,6 2-17 0,1 2-19 16,-4 1-6-16,-2-1-18 16,-5-2-10-16,-2 0-10 0,-1 2-12 0,-2 0 4 15,-4 1-24-15,-2-3 3 0,-2 3-24 16,-5 9-20-16,-7-3-48 0,-6-1-45 0,7 1-62 15,-10-2-81-15,-2-2-60 0,1-1-92 16,-4-2-130-16,5-4-170 0,3-5-54 0,5-3 78 16,0-1-393-16,2-2-493 0</inkml:trace>
  <inkml:trace contextRef="#ctx0" brushRef="#br0" timeOffset="175696.97">1238 5818 2278 0,'-3'-5'-3'0,"3"5"-2"16,-12 0 23-16,12 0 62 0,-15 10 14 15,3 0 8-15,1 6-11 0,-2 1-14 16,-1 8-7-16,-1 4-2 0,5 0 3 0,-3 0-14 16,4 0-3-16,-3-2-3 0,6-4-3 15,1-1-5-15,1-5-4 0,0-2-6 0,3-3-5 16,-2 0 2-16,-1 0-2 16,4-5 3-16,-2-1 22 0,2-6 3 15,-5 9-8-15,5-9-1 0,-8 3-2 0,8-3-12 16,0 0-7-16,-21-12 5 0,12 2-3 15,1 0-6-15,0-2-2 0,1-2-8 0,-2-4-2 16,0 6 3-16,4 1 4 0,-1 1-6 16,2 1 0-16,1-1-5 0,-1 2 2 15,2 4-13-15,2 4 2 0,0-11 2 0,0 11 0 16,0 0 0-16,15 0 0 0,-15 0 2 16,30 5 1-16,-1 5-1 0,3 2-2 0,-1 1 0 15,1 1 8-15,-1-5-5 0,-3 3 3 16,-8 0-6-16,-4-6 0 0,-2 1-2 15,-5-3 10-15,1 2-8 0,0-2 14 16,-5-1 14-16,-5-3 3 0,0 0-3 16,0 0 1-16,0 0 3 0,0 0 3 0,0 0 0 15,-30-13-3-15,17 4-4 0,-8-11 2 16,3 6-6-16,5-1-2 0,-1 4 1 16,5 1 1-16,0 0 14 0,3 4-6 0,-2 0-18 15,4 3 7-15,4 3-9 0,0 0-5 16,0 0 4-16,0 0-3 0,0 0-1 0,0 0 5 15,23 23-3-15,-10-14 3 16,1-1-6-16,1 2-12 0,4-2-32 0,-4 0-26 16,1-1-34-16,-1-5-31 0,2 2-33 15,-4-2-54-15,1-4-100 0,-1-4-109 16,-1-4-138-16,-3-3 38 0,2-2-123 0,-2-5-146 16</inkml:trace>
  <inkml:trace contextRef="#ctx0" brushRef="#br0" timeOffset="176546.64">1176 4491 1783 0,'0'-6'4'15,"0"1"13"-15,0 5 0 0,0 0-3 16,0 0-2-16,0 0 27 0,0 0 30 16,0 0 6-16,-11 36 11 0,6-14-1 0,-3 11 1 15,-3-1 4-15,1 3-2 0,1-2 3 16,-2-2-11-16,1-1 3 0,-3-2-8 0,4-6 6 16,0-5 1-16,4-4 16 0,1-4 14 15,-2 2 26-15,-1-2-10 0,1-7-11 16,-4 2-15-16,10-4-9 0,-17 0-6 0,17 0-11 15,-22-6-6-15,8-1-13 0,1-7-8 16,1 0-14-16,-5-12 6 0,1 2-16 16,4-1-3-16,2 2 0 0,2 6-2 15,2 3-4-15,1 3-8 0,-1 2 2 16,5 2-13-16,-1-1 2 0,2 8 1 0,0 0-6 16,0 0 8-16,0 0-4 0,0 0 0 15,0 0-4-15,32 17 4 0,-19-8 5 0,3 2 3 16,0 1-13-16,2-3-11 0,-2 3-16 15,0-2-11-15,-5-1 2 0,1-1-2 16,-2-4-5-16,-3 4 8 0,-2-3 7 0,2-1 9 16,-7-4 8-16,0 0-2 0,9 3-1 15,-9-3 15-15,0 0-9 0,0 0 6 16,-4-27 0-16,3 9 5 0,-5-4-2 16,0 0 4-16,2-2 9 0,-2 2 22 15,5 5-3-15,-3 2 3 0,0 3-6 0,2-1-19 16,0 7 6-16,2 6 4 0,0 0-2 15,0 0 3-15,0 0-7 0,0 0 8 0,8 31-8 16,-3-14-8-16,-1 3 7 0,2 1 2 16,0-4-4-16,0 1 2 0,1-1 16 15,0-3-18-15,-1-2-12 0,0-1 16 0,-2-1 0 16,2-3 15-16,-3-1 32 0,1-1 32 16,-4-5 4-16,0 0-14 0,0 0-8 15,0 0-7-15,0 0-10 0,23-10-16 16,-23 10-20-16,6-10-27 0,-3 5-39 15,-3 5-38-15,6-9-46 0,-4 8-48 0,-2 1-55 16,6-5-70-16,-6 5-51 0,0 0-93 16,0 0-98-16,0 0 50 0,0 0-117 0,0 0-114 15</inkml:trace>
  <inkml:trace contextRef="#ctx0" brushRef="#br0" timeOffset="177280.74">1177 5889 1867 0,'2'-3'112'16,"-2"3"-5"-16,0 0-10 0,0 0-9 15,0 0 19-15,0 0 27 0,0 0 14 0,-2 30 15 16,-5-9-1-16,1 16-6 0,-6-2 12 16,0 12 18-16,-4-1-3 0,3 1-17 15,1-10-12-15,3-3-18 0,-1-1-11 0,0-8-16 16,3-4 0-16,1-1-15 0,1-5-12 16,-2-3-7-16,5 0-6 0,-3-3-1 0,3-1 3 15,-2-1 0-15,1-2-11 0,3-5-6 16,0 0-6-16,0 0-11 0,-25-10-8 15,17-1-6-15,-2-5-3 0,3-6-8 16,-4-11-2-16,1 4 0 0,4-3-5 16,2 6-1-16,2 6 1 0,-1 3-2 0,1 5-3 15,2 0-3-15,-2 3-4 0,2 0 2 16,2 3-2-16,-2 6 6 0,9-9-3 16,1 8 0-16,-10 1 1 0,22 1 3 0,-8 3 1 15,3-1-3-15,2 1-25 0,1 6-16 16,-4-3 3-16,2 0-8 0,-3-2-8 15,0 1 3-15,-5-2-3 0,-1-1 1 16,1 1 14-16,-10-4 5 0,11 5 5 0,-11-5 9 16,0 0-5-16,0 0 4 0,0 0 4 15,9-16 6-15,-12 8-2 0,-1-7 3 16,-3-6 3-16,-3-8-1 0,4 5 16 0,0 5 2 16,5 3-1-16,-5 3 3 0,4 1-2 15,-2 4-2-15,4-1-10 0,-3 3-3 0,3 6-7 16,0 0-27-16,0 0-45 0,0 0-55 15,0 0-61-15,0 0-61 0,0 0-70 16,0 0-76-16,0 0-135 0,18 17-3 0,-9-17-171 16,-9 0-210-16</inkml:trace>
  <inkml:trace contextRef="#ctx0" brushRef="#br0" timeOffset="-212824.76">14048 16469 829 0,'-17'0'244'0,"17"0"-56"16,-11 0-32-16,11 0-19 0,0 0 3 0,-16 2-6 16,16-2-7-16,0 0-10 0,0 0 1 15,-18 2 10-15,18-2-4 0,0 0 2 16,-12 0-1-16,12 0 1 0,0 0-3 0,0 0-5 15,-13 4-3-15,13-4 9 0,0 0-7 16,0 0 5-16,0 0-2 0,0 0-2 0,0 0 1 16,0 0-1-16,-11 2-3 0,11-2-13 15,0 0-7-15,0 0-6 0,0 0-11 16,0 0-5-16,0 0-6 0,0 0-5 16,0 0-6-16,0 0-8 0,39 3-3 15,-26-3-3-15,7 2-7 0,-6-2-2 0,10 0-4 16,0 0 1-16,1-2-6 0,2 1 1 15,-3-1-6-15,1 2 0 0,0-5 1 0,0 2-6 16,-2-3 0-16,-4 3 1 0,-2 2 1 16,0-3-6-16,0 0 0 0,-6 3 4 0,3-3-1 15,-1 1 3-15,-1 0 0 0,-1-3-4 16,0 3 4-16,3-2-6 0,1-2 3 16,-1 2-3-16,1-2-1 0,0 2-3 0,-4 2 2 15,3-3-3-15,-3 1-2 16,-1 2-1-16,0-1 2 0,-1 1 0 0,-9 3-3 15,17-5 0-15,-9 3 1 0,-8 2 0 16,17-3 1-16,-9 1 1 0,-8 2-2 0,22-5 0 16,-8 3 2-16,4 0-3 0,2-3 0 15,3 2 0-15,4-1 1 0,0 1 1 16,-2 0-2-16,12-2-2 0,-1-1 4 0,-3 3 0 16,-6 1-1-16,-1 1 2 0,0-1-2 15,1 0-2-15,-4 2 0 0,6-2 2 0,-2 2-4 16,-1 0 1-16,3 0 2 15,0 2 2-15,1-2-4 0,1 0 2 0,8 0-3 16,-3 0 5-16,-3 0-2 0,-5 0-1 16,5 0 1-16,5-2 2 0,-2 2-6 15,-7 0 2-15,3 0 1 0,-5 2-1 0,4-2 3 16,-3 0-2-16,3 2 1 0,-1-2-3 16,10 2 2-16,-6-2 1 0,8-2-2 0,-2 4 1 15,-4-2 0-15,6-2 0 0,1 2 0 16,-2-2 0-16,1 0 0 0,0-1 0 15,2 0 0-15,-2 3 0 0,3 0 0 0,0-2 3 16,-4 2-2-16,3-2 0 16,-2 2 2-16,0-1-5 0,0-1 2 0,-8 2 3 0,8-2-4 15,2 2 2-15,-4-2-2 0,4 1 1 16,0-1 0-16,-1-1 1 0,4 1-4 16,-2-2 5-16,-1 2-2 0,1-2 0 15,0 4 0-15,-4-4 2 0,1 2-4 0,-8 0 5 16,-4 2-2-16,1 0 0 0,-1 0-1 15,-1 2-1-15,0-2-2 0,-1 0 4 16,-1 2-1-16,2-2 0 0,-1 0 2 0,-1 0-1 16,2 2-1-16,0-2 1 0,-1 0-2 15,1-2-1-15,1 2 3 0,-1-2-2 0,0 2 2 16,1 0 2-16,1-2-2 0,-3 2 7 16,5 0-8-16,-5 2 1 0,3-2-3 15,-3 0 0-15,3 0 1 0,-4 0 1 16,14 2 0-16,1-2 2 0,-6 0-4 0,4 0 4 15,2-4-2-15,1 4 2 0,2-1-6 16,-4-3 4-16,7 3-1 0,-2-2 2 16,0-1-5-16,-3 2 4 0,5-2 0 0,-2 2 0 15,0 2-3-15,-5-2 5 0,4 2-1 16,-11 2-1-16,-4-2-1 0,-1 0-1 16,1 2-1-16,-3 0 1 0,2 0 3 0,0 0 1 15,-4 2-1-15,0-4-3 0,0 3 1 16,2-2 0-16,0 1-1 0,0 0 1 0,-2-1 0 15,-3-1 3-15,6 0-1 16,-3 2-1-16,2 0-2 0,2 0 2 0,-1-2-1 16,-1 2 2-16,0-2-1 0,-1 3-1 15,1-2 1-15,-2-1-2 0,1 2 1 16,-2-2 4-16,-1 0 0 0,2 0-3 0,-1 0 0 16,2-2 3-16,-1 1-5 0,2-2 2 15,4-1 2-15,5 0-2 0,1 1-4 0,-4-3 0 16,-6 4-5-16,-1 0-1 0,-1-2-2 15,-6 2-4-15,-2 2-6 0,-4-2-3 0,3 2 2 16,-5 0 4-16,1-2-1 0,-12 2 0 16,19-2 3-16,-19 2 8 0,13-4 3 15,-13 4-1-15,15-2 0 0,-6 0-1 0,-9 2 0 16,14-5 3-16,-3 3-3 16,-11 2-5-16,18-4-4 0,-11 2-7 0,-7 2 0 15,16-4-6-15,-16 4-1 0,15-2 4 16,-15 2-1-16,12-3 5 0,-12 3 2 0,0 0 3 15,15-1 0-15,-15 1 4 0,0 0 2 16,12-2 3-16,-12 2-3 0,0 0 8 16,9-4 3-16,-9 4-4 0,0 0-4 0,9-5 9 15,-9 5-8-15,9-2 4 0,-9 2 4 16,9-4 3-16,-9 4-2 0,0 0-2 0,0 0 0 16,9-6-2-16,-9 6-1 0,0 0 2 15,0 0-3-15,0 0 3 0,0 0 8 16,0 0 3-16,0 0 3 0,0 0 5 15,0 0-3-15,0 0-1 0,0 0-1 16,0 0 0-16,0 0 2 0,0 0-3 0,0 0 1 16,0 0-9-16,0 0 5 0,0 0-1 15,0 0-3-15,16 10 0 0,-16-10 2 0,0 0-2 16,0 0 3-16,0 0-3 0,0 5-3 16,0-5 3-16,0 0 1 0,0 0-1 15,0 0 0-15,0 0 1 0,0 0 0 0,0 0 3 16,0 0-4-16,5 8 0 0,-5-8 0 15,0 0-3-15,0 0 3 0,0 0-2 0,0 0-4 16,0 0 3-16,0 0 0 16,0 0-1-16,0 0 1 0,0 0-4 0,0 0 2 15,8 4 1-15,-8-4-2 0,0 0 0 16,0 0 2-16,0 0 0 0,0 0-2 0,0 0 4 16,0 0-1-16,0 0 1 0,0 0 0 15,0 0-1-15,0 0-1 0,0 0-2 16,5 6 6-16,-5-6 4 0,0 0 3 0,-2 8-4 15,2-8 3-15,0 11 0 0,0-11 5 16,0 16 5-16,-2-6 1 0,1 2 1 0,-1 0 0 16,0 2 0-16,-4 4-4 0,5-1 4 15,-1 1 0-15,-5-3 2 0,3 2-2 16,3 0-1-16,-3 0-3 0,-2-3-3 16,3 2-2-16,1 0 1 0,-2-3-4 15,1-1 3-15,0-1-3 0,1 0-3 0,-2 0 0 16,2-1 2-16,0-1 0 0,1 1-1 15,-1-2-2-15,0-1-1 0,2-7 0 0,-2 14-1 16,0-8-3-16,0 2 4 0,2-8-1 16,-1 9 0-16,1-9-3 0,-5 11 1 15,5-11 0-15,-2 9 1 0,2-9-1 0,-2 7-1 16,2-7-1-16,-2 6 4 16,2-6 2-16,0 9 11 0,0-9 0 0,-2 8 3 0,2-8 0 15,0 9-7-15,0-9 1 16,-1 10-1-16,1-10-2 0,0 9-3 0,0-9 3 15,-2 8-3-15,2-8-1 0,-4 13 7 0,4-13 5 16,-2 9 3-16,2-2 5 0,-2 0 1 16,2-7-1-16,-3 17 0 0,1-10 2 15,-2 2 0-15,1-1-3 0,3 3-1 16,-3-1-3-16,-1 1-1 0,0-2-3 0,2 2-1 16,1-1 2-16,-3 1-5 0,2-1-2 15,0 2-1-15,0 0-3 0,2-3 1 0,-1 4 2 16,-1-1-4-16,-1 0 0 0,-1 2 1 15,2-2 0-15,-1 2-2 0,-1 1 7 16,2-1 9-16,-2 1 0 0,3 0 0 16,-1 2-5-16,0-4-1 0,-3 3-1 15,3 1 0-15,1-3-4 0,-3 3 1 0,0 1 0 16,2-3-4-16,2 1 2 0,-2-1-2 16,1 3-3-16,-1-5 3 0,0 1-1 0,0 0 4 15,0-3 4-15,2 3 1 0,-2-1 1 16,1-2 8-16,-1 1 2 0,2 0-1 15,-3-2-1-15,1 1-3 0,0-3 5 16,0 3-8-16,2-1 5 0,-1-2-6 0,1 2-1 16,-2-3-1-16,2 3 4 0,-2 0 4 0,-2-1-4 15,4 3-7-15,-2-4 5 16,2 2 0-16,-2-1-1 0,2 1-4 0,0-1 3 16,-1-2-2-16,1 1-1 0,0-8-6 15,0 14 2-15,0-7 3 0,0-7 0 0,0 10 0 16,0-10-4-16,0 10 3 0,0-10-1 15,0 9-1-15,0-9-4 0,0 13-1 16,0-8 4-16,1 4 6 0,-1 0 3 0,0 1 1 16,2 3 3-16,-2-1-5 0,2-2 9 15,-4 1-9-15,4-1 0 0,-2 1-2 0,2-3 2 16,-2 0 0-16,2 2-5 0,-2-10 3 16,2 9 2-16,-2-9 17 0,2 10 7 15,-2-10-5-15,0 10 10 0,0-10 0 16,0 8-6-16,0-8-5 0,0 7 4 15,0-7-4-15,0 0-6 0,1 9-4 0,-1-9-3 16,0 0-6-16,0 0 5 0,0 0-2 16,0 9-2-16,0-9-4 0,0 0 3 0,0 0-6 15,0 0 2-15,0 0 0 0,0 8-8 16,0-8 6-16,0 0-3 0,0 0 0 16,0 0 4-16,0 0 0 0,0 0-7 0,0 0 2 15,-5 7-2-15,5-7 2 0,0 0-1 16,-8 6-3-16,8-6 5 0,-5 4-3 0,5-4-3 15,-12 5 5-15,12-5-1 16,-17 5 0-16,7-3-4 0,10-2 6 0,-17 4-1 16,7-3 2-16,-1 1-2 0,11-2 0 15,-23 2-3-15,10-2 3 0,-1 0 1 0,14 0 0 16,-24 0-1-16,9 0-3 0,2-2-1 16,-5 2-1-16,3 0 4 0,1-2-7 15,0 2 6-15,-6 0-2 0,6 0-2 0,-4 0 3 16,-1-1 0-16,-2 1-2 0,2 1-2 15,-1 1 0-15,0 0-6 0,3-2 6 0,2 2 0 16,-1-1 2-16,-1 0-3 0,2 3 0 16,2-2-1-16,-3 0 1 0,3 1 2 15,1-1 0-15,12-2-3 0,-16 3 0 16,5-1-4-16,11-2 14 0,-14 3-3 16,14-3-6-16,-16 2 1 0,16-2 1 0,-11 2 6 15,11-2-6-15,0 0 3 0,-15 3-2 16,15-3 1-16,-12 4-1 0,12-4-2 0,-13 1 2 15,13-1-1-15,-14 4 0 0,14-4 0 16,-13 3-1-16,13-3-1 0,-15 3 5 0,7 1 1 16,8-4-4-16,-16 3 1 0,5-1 3 15,11-2-6-15,-13 4 3 0,13-4 0 16,-15 3 4-16,15-3-5 0,-15 0 0 0,15 0-1 16,-16 3 2-16,16-3 3 0,-14 0-3 15,14 0 1-15,0 0 2 0,-22 0-5 0,22 0 4 16,0 0 4-16,-16-3-7 0,16 3 0 15,0 0 3-15,-18 0-3 0,18 0 3 16,-9-2 0-16,9 2-5 0,-16-1-4 16,16 1 8-16,0 0 1 0,-15-4-2 15,15 4 0-15,0 0 2 0,-15 0-1 0,15 0-2 16,0 0-2-16,-13-2 3 0,13 2-3 16,0 0-1-16,-14-1 2 0,14 1 6 0,0 0-1 15,0 0-6-15,-17-2 3 0,17 2-5 16,0 0 9-16,-14-2-4 0,14 2-11 0,-13-2 12 15,13 2 3-15,-13-1-7 0,13 1-3 16,-26 0-2-16,10-2-1 0,-3 2-1 16,-4-2 7-16,-2 1-9 0,-3 1-5 15,-3 0 0-15,-10-2 3 0,-4 2-3 16,0-3 7-16,-3-1-2 0,0 3-3 0,-3-1 3 16,1-2 2-16,-12 3-5 0,-1-5 6 15,0 5-6-15,0-1 10 0,13 0-2 0,-11-1 0 16,12 1-1-16,-15-2 7 0,14 4-1 15,-11-2 0-15,-2-4-4 0,13 5 7 16,-11-5 0-16,13 3-11 0,-3 0 8 0,-8-3-2 16,11 3 1-16,-1 0 2 0,-1-2-1 15,0 1 0-15,3-1-2 0,1 2 7 16,1-3-5-16,-1 3 0 0,2-2 3 16,2 1-1-16,4-1 0 0,-2-1-1 0,2 4 2 15,1-4 0-15,7 0 1 0,1 4-3 16,3 0 9-16,-1-2-10 0,2 1-5 0,-11-1 5 15,4 2 6-15,5 0 1 0,2-2-9 16,-3 2 2-16,1 0-7 0,0 0 10 16,0 2 1-16,0 0 0 0,2-3 3 0,-6 3-18 15,4-1 17-15,1-1-2 0,-1 2 2 16,-4-2 0-16,5 0-5 0,-5 2 4 0,2-2-5 16,-1 2 6-16,-1-3-7 0,1 3-4 15,-12-1 9-15,5 0-4 0,-6 1 1 16,1-2-9-16,2 0-3 0,-2 2-2 15,1 0 1-15,-2-2-2 0,2 2 1 16,-1 0 1-16,-1 0 0 0,-4-2 1 0,3 2-1 16,1 0-3-16,-2-2-2 0,0 0 1 15,2 2-1-15,2 0-12 0,-2 0 8 0,-2-3-2 16,2 3 10-16,-2-1-3 0,0 1-7 16,1 0 11-16,0-2-6 0,-2 2 5 15,5-2-2-15,-1 0 2 0,1 2 5 0,7 0-3 16,4 0 2-16,-3 2 6 0,-4-2-2 15,2 2-1-15,9-2 2 0,-5 2 3 16,4-2-3-16,0 1-2 0,1 2 5 16,-1-3 0-16,0 0 3 0,0 0 0 0,3 2-4 15,3 0 4-15,2-2 0 0,4 2 1 16,-1-2-5-16,3 2 4 0,13-2-1 16,-19 0-6-16,10 2 5 0,9-2 3 0,-18 0 1 15,18 0-7-15,-13 2 1 0,13-2-4 16,0 0-1-16,-16 0 3 0,16 0-1 0,0 0-7 15,-13 2 4-15,13-2 3 0,0 0-1 16,-11 3 5-16,11-3-2 0,-10 4-4 0,10-4 5 16,0 0 0-16,-11 4 2 0,11-4-5 15,0 0 7-15,-11 4-5 0,11-4 6 16,0 0-3-16,-8 2 4 0,8-2-6 0,0 0 5 16,0 0-1-16,-11 6-2 15,11-6 2-15,0 0 1 0,0 0-1 0,0 0 8 16,-10 2-5-16,10-2-3 0,0 0 1 15,0 0-2-15,0 0 4 0,0 0 0 0,-10 4 0 16,10-4 2-16,0 0-5 0,0 0-5 16,0 0 2-16,-11 3-2 0,11-3 9 15,0 0-6-15,0 0 2 0,-11 1 2 0,11-1-2 16,0 0-4-16,0 0 2 0,-14 3 5 16,14-3-8-16,0 0 3 0,-9 4 3 0,9-4 0 15,-7 4-1-15,7-4 2 16,0 0-2-16,-16 5-6 0,16-5 10 0,-9 3-4 15,9-3 0-15,-11 4 6 0,11-4-4 16,0 0-1-16,-13 2-2 0,13-2 4 16,-7 4-6-16,7-4 3 0,0 0 2 0,-10 6-6 15,10-6 0-15,-7 6 4 0,1-1-5 16,6-5 8-16,-9 8-3 0,9-8 2 0,-9 5 2 16,9-5 9-16,-7 5 15 0,7-5-11 15,-5 5 13-15,5-5 0 0,0 0 2 16,-10 5 0-16,10-5-5 0,0 0-6 0,0 0-4 15,0 0 4-15,0 0-2 16,0 0-4-16,-23-7 0 0,23 7-6 0,0 0 0 16,-9-5 2-16,9 5-3 0,0 0-5 15,0 0 9-15,0 0-10 0,-8-5 6 0,8 5-2 16,0 0-9-16,0 0 2 0,0 0-7 16,-6-7-2-16,6 7-7 0,0 0 4 0,-4-10-9 15,4 5 2-15,0 5-8 0,0-22-4 16,-1 8 1-16,1-6-9 0,-2-6 4 15,2-1-3-15,-4-10 4 0,2-5-2 0,2-1 8 16,-2 1-5-16,2 1 3 0,-2-2 4 16,2 3 3-16,-1 1 6 0,1 8 2 0,0 5 6 15,-5 2 1-15,3 2 2 0,0 1 4 16,0 0 7-16,1 1-1 0,-1-1-3 16,-2 1 1-16,2 3 2 0,0-2 1 15,2 0 3-15,-1 2-6 0,-1-2 5 16,2 2-6-16,-2-2 5 0,2 2-7 0,2 0 5 15,0 2-8-15,-2 1 5 0,1 2 5 16,-1 0-6-16,2 0 2 0,0 2 2 0,0 1 1 16,0-1-4-16,0 1 0 0,-1 1 5 15,-1 0-2-15,0 8-1 0,4-14-1 16,-4 6 1-16,4 1 2 0,-1-3-3 0,-2 2 5 16,-1 0-5-16,2 0 2 0,0-1 4 15,-2 9-3-15,2-15 5 0,-2 9 7 16,2-2 10-16,-2 8 3 0,4-13-1 15,-4 6 2-15,0 7 3 0,1-14 0 0,-1 7-7 16,0-1 3-16,2-4-3 0,0 2-6 16,0-2 9-16,-2 0-4 0,4 1-1 0,-3-1 1 15,-1 1 1-15,2 2 10 0,1 0 4 16,-3 1 1-16,2 1 12 0,-2 7-3 16,4-14-1-16,-4 8-9 0,0 6-5 0,0-10-2 15,0 10-8-15,0-7 3 0,0 7-4 16,0 0 3-16,2-10-16 0,-2 10-2 0,0 0-6 15,0 0-25-15,0-8-31 0,0 8-58 16,0 0-60-16,0 0-81 0,-4-8-92 16,4 8-163-16,-2-5-202 0,2 5-120 15,-7-12 90-15,6 8-626 0,-5-4-819 16</inkml:trace>
  <inkml:trace contextRef="#ctx0" brushRef="#br0" timeOffset="-210923.47">20708 16109 3527 0,'-1'-8'-126'16,"-1"-1"32"-16,2 0 29 0,0 9 28 15,-2-13 30-15,0 6 27 0,2 7 8 16,-2-9-2-16,2 9-8 0,0 0-2 16,0 0 12-16,0 0 22 0,0 0 6 0,-5 26 12 15,1-4-2-15,-3 12 19 0,2 4 15 16,-1 1-2-16,1 2-4 0,-1 0-13 0,3-2 20 16,-4-1-10-16,5-4-8 0,0-7-7 15,-1-3-10-15,-1-4-6 0,4-3-8 0,-2-3-5 16,0-3 0-16,2 1 0 0,-1-2-8 15,1-2 2-15,-2-1-6 0,2-7-7 16,-7 8 1-16,7-8-3 0,-5 2-19 16,5-2-8-16,0 0-16 0,-21-8-16 15,11 2-1-15,-3-3-2 0,-1-1-10 0,-2-3-11 16,-7-3 4-16,0-2-1 0,-1 3 21 16,2 3-1-16,7 1 6 0,0 1 2 0,-1 2 10 15,5 1 14-15,2 2-2 0,-1-1 4 16,0 1 0-16,5 2 1 0,5 3-10 0,-9-7 6 15,9 7 1-15,-3-3 5 0,3 3-1 16,0 0 4-16,19-7-6 0,-3 2 1 16,4 0-1-16,5 0 7 0,9-2-5 0,2-2 3 15,-7 4-6-15,-4 1-2 16,-4 2 6-16,-1 1 5 0,-4 1-4 0,2 1 0 16,-3 5 7-16,-1 2 10 0,-2 3 11 15,-1 1 7-15,0 7 5 0,-6-6-2 0,3 6 3 16,-3 1-4-16,7 8 13 0,-3-5-4 15,1-3-3-15,2-3-7 0,2 8 1 0,4-8 1 16,-5-2 3-16,4-3-6 0,-2 0 0 16,3-4-6-16,-2-2-1 0,4-5-3 15,-3-1-2-15,4-3-2 0,-2-2-4 0,2-2 1 16,-2-5-3-16,-2 0-1 0,-2-10 1 16,-1 2 9-16,-7 1 2 0,-5-5 7 0,-2 1-2 15,-2-2-1-15,-3-12-3 16,-7 3-3-16,-1-1 2 0,-3 5-7 0,3 4-2 15,0 6-7-15,-6 3-12 0,0 3-14 16,0 4-18-16,2 9-26 0,2 0-24 0,-6 3-30 16,-1 4-28-16,4 2-40 0,-2 2-36 15,7 3-50-15,0 1-61 0,3-2-86 16,5-1-160-16,-2 2-35 0,10-1 64 0,-1 0-191 16,7 0-224-16</inkml:trace>
  <inkml:trace contextRef="#ctx0" brushRef="#br0" timeOffset="-210337.96">21374 16344 2284 0,'-6'-8'130'15,"2"2"10"-15,4 6 24 0,-3-8 19 0,3 8-3 16,0 0-16-16,0 0-13 16,0 0 3-16,0 0 5 0,0 0-3 0,0 0 1 0,0 0-11 15,9 31-5-15,-5-19-10 0,-1 1-8 16,3 3-7-16,-1-3-5 0,-4 3-2 0,3-3-4 16,0-1-2-16,-2 1-6 15,-1-3 1-15,1-2 2 0,2-1 5 0,-2 2 5 16,0-4 12-16,-2-5-1 0,0 8-9 15,0-8-12-15,0 0-12 0,0 0-9 16,0 0 0-16,0 0-14 0,1-26-10 0,1 18-7 16,0-1-9-16,3-3-2 0,-1 3 0 15,-3 1-6-15,3 2-4 0,0-3-4 0,-1 4-4 16,-3 5-4-16,12-7-4 0,-12 7-1 16,12-5-15-16,-12 5-6 0,14 2-7 15,-14-2-9-15,20 1-4 0,-20-1 1 0,15 4 0 16,-5-3 1-16,-10-1-2 15,11 4-6-15,-11-4 1 0,14 0-4 0,-14 0-4 16,14-7-9-16,-3 0-5 0,0-1-5 16,0-4-6-16,1-2-5 0,1 0 8 0,1 1 5 15,-3 1 6-15,-2-1 9 0,-2 4 1 16,2 2 13-16,-2-2 0 0,-2 4 7 16,1 0 12-16,-6 5 8 0,0 0 1 0,18 2 0 15,-18-2 0-15,11 6 2 0,-6 0-4 16,2 2-22-16,-4 1-35 0,5 1-52 15,-5 0-48-15,3-1-59 0,1 3-51 16,0-2-63-16,-3-1-88 0,-1 2-102 0,3-2-87 16,-3-4 48-16,4 0-225 0,-1-1-277 15</inkml:trace>
  <inkml:trace contextRef="#ctx0" brushRef="#br0" timeOffset="-209824.6">21949 16256 2171 0,'4'-4'48'0,"-4"4"37"0,0 0 33 15,0 0 23-15,0 0 23 0,0 0 2 16,0 0 5-16,0 0 1 0,7 20-5 0,-2-13-11 16,-3 1-4-16,0 0 0 0,-1 4-1 15,-1-3-8-15,0 0-3 0,0 3-2 16,-1 0-4-16,-3 0-9 0,-3 2-6 16,0-2-10-16,0-2-12 0,-3 0-11 0,-2-1-9 15,-1-1-8-15,1-2-9 0,1 0-16 16,-2-6-18-16,1 2-9 0,12-2-15 0,-25-10-18 15,14 0-12-15,2-6 0 0,-1-1-3 16,4 2 3-16,3-1 1 0,-1 3 2 16,2-1 2-16,2 2 5 0,0 2 1 0,4 0-2 15,-2 2 3-15,3 2 2 0,5 0 1 16,-2 3-1-16,-8 3-4 0,20 0-9 0,-2 3-23 16,-1-1-33-16,0 2-24 15,2 2-28-15,4 0-16 0,-2 2-18 0,-6-2-14 16,2-1-3-16,-1 1 8 0,-3-2 12 15,-1 1 7-15,-3-2 7 0,-2-1 3 16,-7-2-1-16,14 2 3 0,-14-2 9 0,0 0 7 16,13-7 9-16,-13 7 12 0,4-11 39 15,-2 3 30-15,-2 0 37 0,0-1 36 0,0-1 38 16,0-1 38-16,-2 1 28 0,2 0 27 16,0 1 15-16,0 9 2 0,0-12-8 15,0 12-22-15,0-9-16 0,0 9-10 0,0 0-16 16,0 0-10-16,0 0-10 15,0 0-11-15,0 0-33 0,19 24-27 0,-13-14-56 16,-3 0-43-16,3 1-43 0,1-3-43 16,-2 4-48-16,1-4-46 0,-3 1-56 0,1-5-59 15,-4-4-73-15,7 9-25 0,0-7-77 16,-7-2-55-16</inkml:trace>
  <inkml:trace contextRef="#ctx0" brushRef="#br0" timeOffset="-209674.19">22182 16124 1467 0,'-4'-13'14'0,"2"4"38"0,-2 1 20 16,2 1 13-16,2 7 4 0,-6-9-8 16,6 9-10-16,0-6-9 0,0 6-18 15,0 0-20-15,0 0-23 0,0 0-32 16,0 0-24-16,0 0-64 0,0 0-64 0,0 0-107 0,0 0-181 16,0 0 22-16</inkml:trace>
  <inkml:trace contextRef="#ctx0" brushRef="#br0" timeOffset="-208908.78">22304 16241 1607 0,'-4'-4'206'0,"4"4"27"16,-8-6 21-16,8 6-3 0,0 0-2 15,0 0 15-15,0 0-4 0,0 0-10 16,0 0-16-16,0 0-20 0,5 27-20 0,-4-15-16 16,3 4-16-16,0-2-15 0,-2 2-9 15,-1 0-11-15,1 1-12 0,0-5-13 16,-2 2-7-16,0-2-7 0,2 0-8 0,0-4-4 15,-2 1 9-15,0-2 4 0,0-7 8 16,0 10-6-16,0-10-14 0,0 0-5 0,0 0-7 16,0 0-9-16,0 0-9 0,0 0-7 15,0 0-17-15,2-41-8 0,1 26-6 16,4-4-1-16,-2 0-5 0,1 4-2 0,0-1-2 16,-1 3 2-16,2 1 3 0,-4 4-8 15,3 2 1-15,-1 1-2 0,-5 5 5 0,11-2-1 16,-11 2-1-16,0 0 2 15,20 13-2-15,-17-5-1 0,7 7 1 0,-4-1 0 16,2 6 0-16,-1-1 1 0,0 2 2 16,2-1-3-16,-4-1 2 0,1-2-2 15,-1-3-6-15,-1-4-28 0,0 0-38 0,0-1-45 16,0-1-64-16,0-6-80 0,-4-2-83 16,0 0-94-16,0 0-100 0,14-12-125 0,-3 0 35 15,-6-7-381-15,8-7-486 0</inkml:trace>
  <inkml:trace contextRef="#ctx0" brushRef="#br0" timeOffset="-208675.16">22704 15716 3037 0,'-6'-8'114'16,"5"2"19"-16,1 6 16 0,-4-7 13 0,4 7 25 16,0 0 25-16,0 0 8 0,0 0 12 15,-7 35-19-15,7-16-8 0,-1 7-18 0,-1 11-17 16,0 3-17-16,2 2-16 0,-2-2-11 15,2 1-11-15,2 0-12 0,-2-3-11 16,2-5-11-16,-2-8-27 0,0-1-27 16,-2 1-32-16,2-7-38 0,-2 1-51 15,0-4-55-15,0 1-55 0,0-4-81 0,-3-1-82 16,-1-1-107-16,-4-3-152 0,7-4-28 16,-7 0 73-16,10-3-313 0,0 0-375 0</inkml:trace>
  <inkml:trace contextRef="#ctx0" brushRef="#br0" timeOffset="-208508.66">22530 16195 2640 0,'-7'-5'139'0,"1"-1"66"0,6 6 39 16,-5-5 36-16,5 5 25 0,0 0 15 16,-5-6-13-16,5 6-21 0,0 0-20 0,0 0-28 15,0 0-21-15,0 0-19 0,20-4-26 16,-20 4-51-16,19 0-66 0,-19 0-83 0,27 0-91 16,-14 0-92-16,2 0-100 0,2 0-112 15,2-2-143-15,2 2-112 0,4-1 55 0,3 0-409 16,-1-2-506-16</inkml:trace>
  <inkml:trace contextRef="#ctx0" brushRef="#br0" timeOffset="-207792.75">22959 16166 2720 0,'0'0'16'0,"0"0"52"0,0 0 45 16,0 0 45-16,0 0 38 0,0 0 28 16,0 0 7-16,0 0-11 0,0 0-15 0,-9 11 1 15,9-11 8-15,0 0-16 0,-2 13-11 16,2-13-19-16,-2 12-16 0,0-3-1 15,0 0 2-15,0 2 1 0,1-1-6 16,-3 3-2-16,-3-1-13 0,4-1-14 0,-5 1-7 16,3-1-9-16,-3-3-9 0,-2 2-9 15,3-3-12-15,-2 2-19 0,-3-4-29 16,2-1-28-16,10-4-27 0,-15-2-21 0,15 2-21 16,-13-16-19-16,7 3-8 0,4-4 0 15,2 1 1-15,0-3 13 0,2 1 7 0,2 1 10 16,0 0 3-16,-1 3 8 0,1 1 6 15,0 5 13-15,0 0 15 0,2 2 16 0,-6 6 7 16,15-4 6-16,-15 4 5 16,14 2 2-16,-14-2 0 0,18 10 0 0,-8-4-1 15,-2-2-2-15,1 1-1 0,-2 1-2 0,1 0 2 16,0-4-2-16,-8-2 3 0,11 8 8 16,-11-8 3-16,10 2 10 0,-10-2-2 15,0 0-10-15,0 0 4 0,19-11 5 16,-16 4-2-16,2-2 4 0,0-3 3 0,3 0 12 15,-3 0 0-15,3-1 30 0,0 1 8 16,-1-2 11-16,1 2 12 0,-3 3 1 0,4 1 4 16,-4 3-13-16,4 0 0 0,-1 1-8 15,-8 4-7-15,0 0 0 0,25 7-13 0,-18-2-8 16,3 4-7-16,-2 1-4 0,-1 2-8 16,2-3-8-16,-2 6-24 0,-2-5-8 0,3 0-24 15,-5-1 2-15,3 0-8 0,1-2 4 16,-4-3-2-16,3 1 6 0,-3-1-6 15,-3-4 3-15,10 4-1 0,-10-4-6 16,0 0-11-16,0 0-1 0,14-16-6 0,-13 9-1 16,5-3-2-16,-1-2 5 0,2 0 4 15,-1 0 8-15,-1 3 1 0,1 1 4 16,-5-2 3-16,5 4 4 0,-4 1 6 0,-2 5 13 16,8-3 7-16,-8 3 0 0,0 0 1 15,0 0 7-15,0 0-7 0,20 8 4 0,-11-4-1 16,-6 1-3-16,3 0 1 15,0-1 5-15,-3 1-9 0,5-3 4 0,-2 3 2 16,-6-5-6-16,17 3-11 0,-10-3-6 16,-7 0-7-16,18-5-30 0,-9 1-20 0,1 1-32 15,-3-2-36-15,3 0-42 0,0 1-55 16,-5-1-82-16,5 2-77 0,-7-2-114 0,5 1-151 16,-4-1-31-16,2 0 78 0,-6 5-417 15,0 0-503-15</inkml:trace>
  <inkml:trace contextRef="#ctx0" brushRef="#br0" timeOffset="-207075.4">23937 15960 2974 0,'-3'-6'91'15,"2"-2"33"-15,-3 3 29 0,4 5 25 16,-4-7 7-16,4 7 0 0,0 0 3 0,0 0-3 16,0 0-5-16,0 0-9 0,-13 18-11 15,10-8-18-15,1-1-10 0,-5 7-14 0,4 0-12 16,-1-1-10-16,-2 1-13 0,3-3-7 15,-3 3-15-15,4 1-28 0,-4-2-32 16,0-1-35-16,3 0-36 0,-1-1-18 16,-2-2-28-16,3-3 0 0,1-1-16 0,-3-3 2 15,5-4 14-15,-5 5 10 0,5-5 5 16,0 0 26-16,0 0 10 0,0 0 28 0,0 0 23 16,0 0 13-16,0 0 17 0,0 0 5 15,0 0 5-15,14-24 7 0,-7 18-6 16,4 1-3-16,-1 2-8 0,7-4 0 0,0 0 2 15,5-1-3-15,-2 1 3 0,-1-2-6 16,2 1 1-16,5-6 2 0,-4 4-5 0,-8 0-1 16,2-2 17-16,-5 7 16 0,-1-2 28 15,0 0 17-15,-5 1 14 0,3 2-1 16,-8 4-5-16,12-6-8 0,-12 6-5 16,0 0-5-16,0 0-2 0,0 0-2 0,0 0-3 15,9 14-11-15,-11-5-3 0,2-9-6 16,0 16-4-16,-2-5-7 0,0 1-13 0,2-2-21 15,-2 0-38-15,2-1-59 0,2 1-59 16,-2-1-70-16,2-1-84 0,-2-1-90 0,4 0-124 16,-4 0-156-16,4 1 59 0,-4 0-394 15,1-2-485-15</inkml:trace>
  <inkml:trace contextRef="#ctx0" brushRef="#br0" timeOffset="-206754.38">24370 16191 2568 0,'9'-3'-43'0,"-9"3"31"0,7-2 28 16,-7 2 28-16,0 0 17 0,16-4 7 15,-16 4-1-15,15-5-1 0,-9 2-12 0,-6 3-2 16,17-5-5-16,-10 2-4 0,-7 3-2 16,16-5 4-16,-10-1 9 0,-6 6 5 0,11-8 12 15,-10 2 16-15,4 1-1 0,-5 5 3 16,2-12 4-16,-2 12 0 0,0 0 2 0,-7-11-7 15,7 11-12-15,-11-1 4 16,11 1-2-16,0 0-8 0,-23 11-2 0,16-6-9 16,-1 3 5-16,-1 1 1 0,1-1-4 15,1 5-6-15,3-5-5 0,-2 4-1 0,4 0-5 16,2-2-4-16,0-1-2 0,2 1-10 16,2 0-24-16,3-5-41 0,-1 1-56 15,4-2-50-15,1-2-70 0,4-2-84 0,-1 0-104 16,9-4-123-16,2-2-47 0,9-3 48 15,-2-1-178-15,1 0-193 0</inkml:trace>
  <inkml:trace contextRef="#ctx0" brushRef="#br0" timeOffset="-206023.61">24791 16152 2015 0,'0'0'124'0,"0"0"49"0,0 0 28 0,0 0 30 16,0 0 22-16,0 0 0 0,0 0-8 15,0 0-18-15,0 0-25 0,0 0-18 16,-25 14-23-16,19-7-13 0,0-1-15 0,0 5-14 15,-1-3-14-15,0 2-10 0,-4-3-20 16,6 3-16-16,-4-4-27 0,0 0-19 0,-4-1-15 16,8-1-29-16,5-4-14 0,-15 2-16 15,15-2-15-15,0 0 0 0,-17-13 6 0,15 3 4 16,0 4 5-16,2 6 8 0,-2-13 8 16,2 13 16-16,2-10 6 0,-2 10 1 15,5-8 9-15,-5 8-1 0,11-9 7 0,-2 6-12 16,-2 0 5-16,2-1-12 15,7 0-14-15,-1-2-34 0,8 0-29 0,-2 0-27 16,4 0 6-16,9-5 20 0,2 0 6 16,0-2-8-16,-1-1-30 0,-9-3-28 0,3-2-1 15,-6-3 0-15,-3-2 9 0,2-3-5 16,-7-2-1-16,0-6-13 0,1-10 8 16,-3-1 26-16,3 0 43 0,-7 8 60 0,-4 2 44 15,-1 8 48-15,-2 6 37 0,0 4 42 16,-2 3 26-16,-2 3 24 0,-4 6 16 0,3-2 20 15,3 8 31-15,-13 0 17 16,13 0 4-16,-25 24 2 0,9 5 1 0,1 5-4 16,-2 14 0-16,0 8 3 0,3 6-14 15,1 6-19-15,8 7 7 0,0 3-1 0,3 2-14 16,2 0-30-16,4-5-17 0,1-3-18 16,-2-8-19-16,5-6-21 0,-5-14-25 0,-3-4-15 15,2-11-17-15,0-5-17 0,0-5-25 16,-2-5-23-16,2-4-29 0,-4-5-30 15,2-5-18-15,0 0-24 0,0 0-19 0,0 0-11 16,2-28-14-16,0 3-16 0,-1-18-13 16,6-13-8-16,-1-5-19 0,-1-4-3 0,2 5 7 15,5 6 15-15,-2 1 11 16,-7 19 17-16,7 3 26 0,-4 7 32 0,0 7 19 16,-3 4 13-16,1 2 30 0,0 3 11 15,-1 3 11-15,3 1 10 0,-6 4-3 0,0 0 8 16,0 0-1-16,21 7-2 0,-13 0 2 15,2 3 2-15,-5 4 6 0,1 0 9 0,-4 1 11 16,3 5 17-16,-1-2 23 0,-1-1 27 16,-6 3 10-16,3-3 1 0,-4 1-2 0,1-3-8 15,-1-1-11-15,-2 0-7 0,3-4-7 16,-5 1-26-16,2-4-35 0,-2-3-56 0,-1 2-82 16,2-5-104-16,7-1-139 0,-20-1-167 15,11-5-174-15,-1-2 65 0,1-4-466 16,-2-5-575-16</inkml:trace>
  <inkml:trace contextRef="#ctx0" brushRef="#br0" timeOffset="-205558.76">25791 15603 3027 0,'-1'-12'6'0,"-1"4"29"16,-1 1 12-16,3 7 13 0,0 0 57 15,0 0 35-15,0 0 44 0,-6 25 43 0,5 5 27 16,1 12 14-16,-2 17 17 16,0 6 11-16,2 5-2 0,-2 3-17 0,2 3-23 15,-2 3-29-15,2 0-23 0,2 1-24 16,-2-7-19-16,2-3-16 0,-2-6-22 0,-2-6-33 15,0-11-24-15,0-5-47 0,1-3-43 16,-1-3-50-16,-2-10-46 0,2-5-51 0,-1-3-52 16,1-7-79-16,1-5-88 0,-1 2-72 15,-2-7-92-15,4-1-132 0,0 0-13 0,0 0 65 16,-7-24-389-16,7 10-487 16</inkml:trace>
  <inkml:trace contextRef="#ctx0" brushRef="#br0" timeOffset="-205322.74">25732 16200 2778 0,'0'-10'28'16,"-1"1"37"-16,1 2 14 0,0 7 15 16,1-9 23-16,-1 9 15 0,10-8-5 0,-10 8-18 15,14-4-5-15,-2 3-12 0,-12 1-5 16,25 1-6-16,-8 5-18 0,-1 0-1 0,-3-2 0 16,0 3-2-16,-3-1 11 0,-3 6 20 15,-1-4 21-15,-2 1-3 0,-4 5-3 16,0-4-5-16,-3 1-12 0,0 1-9 0,-3-1-9 15,-1-1-11-15,-1-2-30 0,0 0-36 16,3-2-60-16,-5-2-81 0,10-4-93 16,-12 0-114-16,12 0-144 0,-13-7-136 0,12 2 57 15,-3-2-286-15,4 7-348 0</inkml:trace>
  <inkml:trace contextRef="#ctx0" brushRef="#br0" timeOffset="-204842.62">25940 16359 2549 0,'2'6'95'16,"-2"2"27"-16,0-8 33 0,4 10 34 0,-4-5 24 15,0-5 5-15,3 9-6 16,-3-9-7-16,6 7-20 0,-6-7-14 0,7 5-17 16,-7-5-14-16,12 2-18 0,-12-2-10 15,0 0-12-15,19-2-11 0,-19 2-6 16,16-5-9-16,-16 5-8 0,12-9-4 0,-4 4-3 15,-2-2 3-15,-2 1 1 0,2-5 1 16,-5-1-3-16,-1-1-4 0,0-6-5 0,0 2-4 16,0-5-7-16,-1 3-16 0,-3-1-2 15,2 3-7-15,-2 1-7 0,3 3-12 0,-4 3-8 16,1-1-4-16,0 5 3 16,4 6-4-16,-12-4 4 0,12 4 2 0,0 0 0 15,-27 14-2-15,18-4 5 0,0-1-2 16,4-1 0-16,3 1-1 0,0-1 5 15,2-8-6-15,9 12 6 0,1-9-2 0,1-1 1 16,7 0 2-16,0-2 1 0,2 0 3 16,-2 0 12-16,4 0 17 0,-7 0 14 0,2 2 13 15,-1 0 15-15,-2 2-7 0,0 0 6 16,1 4 10-16,-6 2 7 0,3 2 7 0,-4 0-7 16,1 5-9-16,-3 0-9 0,4 0-8 15,-7-1-4-15,1-1-12 0,2 0-10 0,-3-1-42 16,2-2-40-16,-1-3-51 15,-3 1-64-15,1-3-66 0,2-1-70 0,0 0-83 16,-4-6-124-16,9 2-174 0,-9-2-8 16,17-8 76-16,-7 2-428 0,4-5-512 15</inkml:trace>
  <inkml:trace contextRef="#ctx0" brushRef="#br0" timeOffset="-204492.02">26744 16131 2861 0,'0'0'20'0,"0"0"36"16,-25 14 31-16,19-9 52 0,3 0 26 15,-5 2 15-15,5 0-3 0,-4 0-10 0,5-1-16 16,-3 3-13-16,1-2-18 0,0 1-7 0,4-8-13 16,0 13-16-16,0-13-15 15,0 10-13-15,0-10-10 0,4 8-1 0,-4-8-11 16,4 7-5-16,-4-7-13 0,0 0-8 15,0 0-16-15,16-2-4 0,-16 2-3 0,0 0-2 16,11-9-6-16,-11 9-2 0,3-13-2 16,-1 4 7-16,0-2-4 0,-2 1-3 15,-2-4-8-15,0 3-1 0,0-2 0 0,-3 2-8 16,-1 1-5-16,-2 0-4 0,-1 7 5 16,-2-3-7-16,-1 5 12 0,12 1-6 0,-22 5-25 15,4 0-29-15,0 5-37 16,4 4-51-16,-9 2-80 0,6-1-105 0,3 0-157 15,3 0 21-15,4-4-174 0,4-3-179 16</inkml:trace>
  <inkml:trace contextRef="#ctx0" brushRef="#br0" timeOffset="-204208.28">27089 15583 1901 0,'-6'-18'110'16,"0"5"31"-16,1 2 24 0,-1 4 31 16,0 3 32-16,6 4 23 0,0 0 17 15,0 0 4-15,-32 22 1 0,19 3 18 0,0 6-15 16,-5 13-20-16,4 4-15 0,5 6-18 16,4 5-18-16,-5 5-23 0,7 5-16 0,-6 3-16 15,6 4-21-15,-3-1-16 0,0 0-42 16,3-4-47-16,-4-6-56 0,4-7-48 0,1-12-63 15,-2-5-48-15,0-4-49 0,3-10-46 16,1-4-43-16,-2-11-57 0,0 0-72 0,2-5-103 16,0-7-44-16,0 0-355 0,0 0-437 15</inkml:trace>
  <inkml:trace contextRef="#ctx0" brushRef="#br0" timeOffset="-203992.15">27002 16174 2624 0,'0'-12'35'0,"3"5"37"0,-3 0 43 15,0 7 27-15,6-7 28 0,-6 7 12 0,0 0-3 16,13-1-7-16,-13 1-8 0,0 0-10 16,0 0-14-16,25 5-6 0,-25-5-12 15,14 3-11-15,-9 1-7 0,-5-4-1 0,9 5-1 16,-9-5-3-16,6 5-3 0,-6-5-5 16,0 0-10-16,0 11-7 0,0-11-17 0,-7 8-32 15,7-8-41-15,-10 5-58 16,10-5-70-16,-14 5-87 0,14-5-100 0,-9 0-140 15,9 0-183-15,0 0 47 0,-2-17-352 16,2 17-438-16</inkml:trace>
  <inkml:trace contextRef="#ctx0" brushRef="#br0" timeOffset="-203176.27">27217 16090 2625 0,'0'0'15'0,"2"11"36"0,-2-11 33 15,4 6 27-15,-4-6 32 0,0 0 17 0,3 6 4 16,-3-6 0-16,0 0-17 0,8 6-15 15,-8-6-12-15,0 0-12 0,0 0-11 16,0 0-10-16,0 0-9 0,28-10-11 16,-22 5-6-16,-6 5-4 0,10-10-2 15,-8 1-15-15,1 0 11 0,-3 1 8 0,0-1 11 16,0-1 2-16,0 2-9 0,0-4 0 16,-1 3-11-16,-3-1-7 0,-1 0-9 0,2 1-13 15,-1 4-8-15,-2 0-9 0,6 5-4 16,-13-4-3-16,13 4 7 0,0 0-6 0,-23 6 1 15,16-2 1-15,-1 2 4 0,0-1-1 16,8-5 4-16,-11 10 4 0,8-6 6 16,3-4 0-16,-2 12 1 0,2-12 0 15,0 0 0-15,11 8-1 0,-11-8-2 16,14-2-3-16,-14 2-2 0,24-5 0 0,-9 2 1 16,-2-1 10-16,1-2 16 0,-1 0 19 0,-2 1 22 15,-1 2 24-15,1-2 22 0,-3 1 23 16,-8 4 4-16,14-3 1 0,-14 3 4 15,9-3 2-15,-9 3 1 0,0 0 2 0,16 10-15 16,-16-10-20-16,7 8-12 0,-5-3-13 16,0 1-11-16,-1 2-8 0,1 1-9 0,0-1-19 15,0 0-16-15,0 0-19 0,-2-8-13 16,2 15-24-16,0-8-20 0,-2-7-26 16,6 10-25-16,-6-10-24 0,4 7-30 0,-1-5-36 15,-3-2-44-15,0 0-30 16,19 0-59-16,-9-7-53 0,3 0-40 0,1-5-26 15,4-9-21-15,2-4 18 0,1-2 43 16,-3-2 50-16,4-12 54 0,1-3 55 0,-1 1 84 16,-3 10 53-16,-8 4 38 0,1 9 87 15,-2 2 32-15,-7 7 39 0,3 2 44 0,-4 3 25 16,1 2 24-16,-3 4 30 0,0 0 19 16,0 0 18-16,0 0 12 0,-16 21 3 0,8-9-7 15,1 8-8-15,-1-1-22 16,-1 10-18-16,-3 0-28 0,6 0-19 0,-1-5-12 15,1-3-21-15,2-2-14 0,1-4-11 0,-1 1-21 16,-1 1-34-16,3-5-40 0,2-2-23 16,0-1-23-16,-1-1-14 0,1-1-22 15,0-7-12-15,0 9-11 0,0-9-11 16,0 7 2-16,0-7 9 0,0 0 10 0,0 8 5 16,0-8 8-16,0 0 6 0,0 7 11 15,0-7 15-15,0 0 13 0,0 0 11 0,0 0 10 16,0 0 3-16,0 0 8 0,0 0 2 15,0 0-1-15,0 0-3 0,14 0-6 0,-14 0 1 16,0 0-3-16,0 0-17 0,0 0-22 16,0 0-31-16,0 0-40 0,0 0-47 0,12-7-59 15,-12 7-67-15,0 0-66 16,4-8-101-16,-2 3-130 0,-2 5-68 0,2-9 72 16,-2 9-342-16,-2-12-390 0</inkml:trace>
  <inkml:trace contextRef="#ctx0" brushRef="#br0" timeOffset="-173047.74">23645 10746 1677 0,'-3'-16'652'15,"-5"1"-127"-15,4 4-86 0,-2 1-38 16,2 2-39-16,3 1-55 0,-3 2-54 0,0-1-51 16,4 6-21-16,0 0 6 0,0 0 4 15,-16 14-4-15,7 2-7 0,-2 11 5 16,1 4-16-16,1 2-9 0,-2 0-19 0,-1 4-24 15,-3 7-5-15,5-7-16 0,-1 0 1 16,1-3-15-16,0-1-16 0,3-4-15 0,-1-5-44 16,3-5-43-16,-1-2-62 0,4-2-64 15,0-2-67-15,0-6-66 0,2 1-72 0,0-8-74 16,0 0-73-16,0 0-79 0,0 0-70 16,0 0 55-16,29-28-420 0,-19 12-501 0</inkml:trace>
  <inkml:trace contextRef="#ctx0" brushRef="#br0" timeOffset="-172732.15">23597 10864 2662 0,'4'-7'-50'0,"1"1"54"0,-3 0 20 0,-1 3 21 16,-1 3 9-16,6-7 13 0,-6 7 1 15,7-4 5-15,2 0-5 0,-9 4-3 0,16-3-6 16,-5 1-7-16,-1-2-5 0,3 0-5 16,-2 0-5-16,1-1 3 0,0 0-3 0,0-2-5 15,-1 1-4-15,-2-3-1 0,-1 2 1 16,1-2 12-16,-1 3 21 0,-3-3 21 15,2 4 15-15,-2 0 21 0,-1 0 12 16,2 0-8-16,-6 5-7 0,0 0-5 16,5-4 20-16,-5 4 11 0,0 0 7 0,0 0-4 15,-2 23 0-15,2-11-9 0,-2-1-9 16,2 7-14-16,0 0-9 0,0-1-7 0,2 8-11 16,2-7-11-16,0 2-6 0,-2-4-3 15,2 4-11-15,0-3-24 0,0-2-28 0,-3-1-36 16,1 0-50-16,2-3-61 0,-2-6-69 15,2 2-85-15,-1-1-97 0,4-3-117 0,-7-3-152 16,9 5 66-16,-4-2-453 0,-5-3-524 16</inkml:trace>
  <inkml:trace contextRef="#ctx0" brushRef="#br0" timeOffset="-172364.46">24090 10897 2749 0,'0'0'-34'0,"-9"20"50"0,9-20 33 15,0 0 27-15,0 11 31 0,0-11 16 16,0 0 6-16,2 4-6 0,-2-4-11 0,0 0-11 16,16 4-6-16,-9-4-16 0,-7 0-3 15,20-6-6-15,-9 4-5 0,1-4-9 0,-3-1-2 16,0 2 21-16,1-4 16 0,0 1 20 16,-5 0 15-16,1-3 12 0,-4 1 5 0,-2-3 5 15,0 1-1-15,-4 0-9 16,-2 3-13-16,1-2-10 0,-5 2-16 0,-1 4-11 15,1 2-9-15,-2 3-9 0,-1 3-7 16,0 0-6-16,-2 3-2 0,-3 4 12 0,3 2 13 16,0 0 2-16,4 3-2 0,0-2-11 15,0 3-5-15,6-2-5 0,1 3-10 0,2 0-4 16,2-5-2-16,4 6-1 0,3-1-11 16,4 1-21-16,5 2-43 0,7 0-53 0,2-3-67 15,-3-6-98-15,10 1-87 16,-2-4-63-16,1-4-63 0,-5 0-73 0,0-4-93 0,1-4 14 15,9 0-447-15,1-4-536 0</inkml:trace>
  <inkml:trace contextRef="#ctx0" brushRef="#br0" timeOffset="-171999.34">24608 10919 2819 0,'4'-8'2'16,"-4"2"67"-16,0 6 44 0,0-8 52 16,0 8 16-16,0-5 9 0,0 5-8 0,0 0-7 15,0 0 14-15,0 0 0 0,0 0-5 16,0 0-6-16,-6 18-6 0,6-7-12 15,-2-2-9-15,-4 4 3 0,0 2-6 0,1-1-3 16,-3 0-3-16,-2 1 5 0,1 1-2 16,-2-1-9-16,-1-5-18 0,1 2-13 0,0-2-3 15,-3-3-24-15,1 0 0 0,1-4-1 16,1 1-9-16,11-4-16 0,-27-9-25 0,16 1-15 16,1-4-21-16,2-5-14 15,3-5-23-15,1-3-8 0,6 0 3 0,2-2 2 16,-1 4 5-16,3 3 6 0,-1-1-2 15,4 4 5-15,-4 3 3 0,5 4 5 0,0 2 4 16,-5 3 7-16,5 2 6 0,-1 2 7 16,-9 1 8-16,23 4 2 0,-6 0 0 0,2 1 3 15,-2 6 0-15,5-2-5 0,-4 1 3 16,2 0-4-16,-2-1 5 0,1 3-22 0,-1-3-27 16,-1 1-43-16,-2 0-47 0,0-3-62 15,-5-1-62-15,1-1-67 0,-1-1-82 16,0-3-94-16,-10-1-144 0,15 0 22 15,-15 0 65-15,15-12-355 0,-4-1-389 0</inkml:trace>
  <inkml:trace contextRef="#ctx0" brushRef="#br0" timeOffset="-171515.94">24990 10043 2341 0,'-9'-17'0'0,"2"7"53"0,-1 5 38 15,0 3 45-15,1 0 33 0,7 2 30 0,-22 17 28 16,6 7 17-16,-4 17 19 0,1 5 19 15,2 11 18-15,2 7 9 0,0 8-5 16,-3 21 1-16,7 0-8 0,8-14-6 16,1 2-22-16,2 3-32 0,2-3-25 0,5-1-20 15,0-2-21-15,4-7-17 0,-2-4-13 16,2-8-15-16,-6-3-13 0,4-14-25 0,-6-9-38 16,1-6-29-16,0-6-33 0,-2-7-32 15,0-4-51-15,-2-4-51 0,0-6-44 16,0 0-40-16,0 0-43 0,0 0-28 0,-2-34-18 15,0 9-3-15,0-13 9 0,-4-17 23 16,5-2 28-16,-3-2 26 0,0 2 34 0,1 16 41 16,3 1 53-16,-1 6 56 0,-1 9 66 15,0 4 51-15,0 5 20 0,0 3 1 16,2 3-5-16,-2 0-12 0,2 3 2 0,4 1 23 16,-4 6 15-16,6-4 0 0,-6 4-3 15,0 0 1-15,25 6 6 0,-13-2-6 16,0 3-8-16,1-1-6 0,1 0 0 0,1 4 7 15,-3-3 8-15,-3 5 0 0,2-2 11 16,-4-1 13-16,-2 1-2 0,-3-4-3 0,0 2 0 16,0 0-9-16,-2-8-3 0,-4 14-24 15,2-7-12-15,-1-2-28 0,-6 1-43 0,4-4-50 16,-3 1-58-16,8-3-67 0,-14 2-81 16,14-2-93-16,-16-10-62 0,10 2-63 0,3-5-50 15,5 0-59-15,-1-4-62 0,7-2 51 16,-1 1-388-16,5 2-450 0</inkml:trace>
  <inkml:trace contextRef="#ctx0" brushRef="#br0" timeOffset="-171332.62">25050 10769 2577 0,'7'-7'-24'0,"1"3"60"16,0-2 49-16,-8 6 43 0,11-5 35 15,-11 5 23-15,0 0 24 0,16 2 29 0,-16-2 14 16,11 15 15-16,-6-6 5 0,3 5 6 16,-2 4-20-16,0 3-20 0,-1 2-22 0,-1 8-23 15,-1 4-15-15,-3-6-16 0,3-6-20 16,1-1-22-16,1 0-44 0,-3-3-50 0,-2-2-58 15,0-3-68-15,4-2-70 16,-2-2-68-16,-2-4-82 0,0-6-64 0,0 4-63 16,0-4-61-16,0 0-63 0,0 0-17 15,2-22-414-15,-2 5-478 0</inkml:trace>
  <inkml:trace contextRef="#ctx0" brushRef="#br0" timeOffset="-171199.02">25238 10636 2668 0,'2'-22'-1'0,"3"5"64"0,-5 5 50 16,0 1 44-16,1 2 8 0,-1 2-14 15,0 2-15-15,0 5-20 0,2-6-7 0,-2 6-14 16,0 0-29-16,0 0-65 0,0 0-83 16,19 15-72-16,-11-5-87 0,1 3-113 0,2 1-176 15,0 6 55-15,-4 0-207 16,-2 2-175-16</inkml:trace>
  <inkml:trace contextRef="#ctx0" brushRef="#br0" timeOffset="-170882.83">25374 10796 1916 0,'0'0'160'0,"0"0"73"0,4-16 56 15,-4 16 52-15,0 0 36 0,0-13 32 0,0 13-18 16,0 0-14-16,-4-9-33 0,4 9-10 16,0 0 0-16,0 0-5 0,0 0-11 0,-25 23-17 15,16-6-21-15,0 3-25 0,-2 5-22 16,0 4-24-16,3-7-16 0,0 1-25 0,3-2-14 16,-1-4-15-16,5-3-32 0,-5 3-107 15,1-6 0-15,4 0 0 0,1-1 0 0,-4-1 0 16,2-3 0-16,2-6 0 15,0 0 0-15,0 0 0 0,0 0 0 0,0 0 0 16,0-25 0-16,2 9 0 0,2-11 0 16,4-12 0-16,-1-15 0 0,4-6 0 0,5-1 0 15,1-4 0-15,0 7 0 0,5 6 0 16,-4 5 0-16,1 5 0 0,-6 11 0 0,3 7 0 16,-7 7 0-16,3 5-243 0,-2 5-187 15,-1 1-53-15,-2 5-27 0,-7 1-59 0,16 7-110 16,-12 3-82-16,-3 4 79 0,-1 6-622 15,0-1-762-15</inkml:trace>
  <inkml:trace contextRef="#ctx0" brushRef="#br0" timeOffset="-170698.08">25354 10752 3374 0,'-14'10'-46'0,"2"1"73"0,1-4 81 16,1-4 61-16,0 1 58 0,10-4 34 16,-13 6 20-16,10-3 0 0,3-3-17 0,0 0-24 15,-12 1-20-15,12-1-28 0,0 0-17 16,0 0-20-16,0 0-36 0,0 0-47 0,21-14-59 15,-5 9-71-15,0 2-71 0,5-4-88 16,4 1-81-16,13 2-80 0,4-3-113 0,-2 2-174 16,-2 1 38-16,-4 2 69 0,-7 2-364 15,2 2-403-15</inkml:trace>
  <inkml:trace contextRef="#ctx0" brushRef="#br0" timeOffset="-170099.05">25797 10761 2379 0,'6'-10'-29'0,"-3"1"50"16,1 0 58-16,0 1 40 0,-3 1 64 0,1 2 42 15,3 0 27-15,-5 5 11 0,2-10-2 16,-2 10-15-16,0 0-4 0,0 0 25 0,0 0 9 15,0 0-1-15,-23 30 5 0,5 0 10 16,-6 12 3-16,-3 5-8 0,2 3-29 0,0 3-13 16,0 0-12-16,1 2-14 15,1-3-20-15,0-3-18 0,4-3-18 0,2-1-18 16,3-11-14-16,1 0-13 0,1-6-16 16,5-6-88-16,0-3-12 0,-1-7 0 0,5-1 0 15,-2 1-9-15,1-8-125 0,1 2-78 16,3-6-64-16,0 0-74 0,0 0-71 0,0 0-68 15,-10-25-76-15,10 7-94 0,2-10-85 16,2-12 66-16,1-16-565 0,1-2-704 16</inkml:trace>
  <inkml:trace contextRef="#ctx0" brushRef="#br0" timeOffset="-169949.34">25512 10871 3258 0,'-1'-14'-29'0,"-1"4"64"0,0-1 60 0,2 4 46 16,0 2 25-16,0 5 8 0,-2-8-2 15,2 8-16-15,0-6-5 0,0 6 1 16,0 0-11-16,0 0-12 0,0 0-14 15,0 0-10-15,2 21-11 0,0-10-11 0,1 2-13 16,4 0-39-16,-3 5-57 0,-1-1-84 16,3 4-114-16,-1 1-111 0,1-1-126 0,0-6-179 15,2 4 59-15,-5-3-393 0,3-1-450 16</inkml:trace>
  <inkml:trace contextRef="#ctx0" brushRef="#br0" timeOffset="-169499.83">23922 11322 2789 0,'-46'-4'55'0,"2"-1"-2"0,1 3 13 0,-4-1 44 15,15 1 40-15,5 0 22 0,7 2 7 0,1 0-16 16,5-1-21-16,4 2-8 16,10-1 3-16,0 0 6 0,0 0-4 0,60 11-11 15,2-8-14-15,22 2-12 0,38-6-5 16,20 4-13-16,16 1-6 0,11-3-10 0,10 4-7 15,9-5-4-15,54 4-5 0,-56-6-9 16,-6 4-5-16,-12-4-5 0,-10 2-5 0,-18-2 3 16,-22 2-4-16,-37-3-3 0,-13 3-4 15,-21 0 7-15,-13 0 16 0,-7 0 16 0,-6-2 15 16,-1 2 6-16,-6-1-3 0,-1-3-9 16,-2 2-12-16,-11 2-37 0,13-6-57 15,-8 2-84-15,0-1-116 0,-5 5-124 0,3-7-136 16,-3 7-207-16,-1-9 64 0,1 9 71 15,-7-8-398-15,7 8-446 0</inkml:trace>
  <inkml:trace contextRef="#ctx0" brushRef="#br0" timeOffset="-169148.23">26090 10769 2727 0,'6'-11'79'16,"-4"0"30"-16,2 4 45 0,-2 2 35 15,0 0 30-15,-2 5 12 0,1-7-14 0,-1 7-22 16,0 0 15-16,0 0 23 0,0 0 6 15,8 21-4-15,-8-5-19 0,0 4-18 0,0 7-12 16,-4 15-28-16,2-1-19 0,0 1-9 16,-1 0-13-16,1-5-20 0,0-6-8 0,2-5-19 15,-4-1-32-15,3-4-27 16,-1 0-48-16,2-5-55 0,-3-2-42 0,1-1-64 16,-2-6-92-16,2-4-106 0,2-3-104 15,0 0-141-15,0 0-15 0,0 0 74 0,-14-20-425 16,10 3-482-16</inkml:trace>
  <inkml:trace contextRef="#ctx0" brushRef="#br0" timeOffset="-169016.37">26068 10507 2662 0,'0'-7'-108'0,"0"7"6"16,0-7 12-16,0 7 4 0,0 0 10 0,0 0-10 15,0 0-39-15,0 0-51 16,16 14-78-16,-5-5-277 0,-2 1-33 0</inkml:trace>
  <inkml:trace contextRef="#ctx0" brushRef="#br0" timeOffset="-168331.78">26215 10703 1440 0,'1'5'88'0,"-1"-5"41"0,0 5 38 0,0-5 51 16,0 0 54-16,-3 12 22 0,-2-7 9 16,1 2 4-16,3 2 1 0,-3 1-12 0,0 1-18 15,1-2-20-15,3 4-20 0,-2-4-17 16,2 3-24-16,0 0-22 0,2 1-12 15,-1-5-15-15,5 2 2 0,-2-2 3 16,-1-1 0-16,4-4-17 0,-7-3-8 0,16 1-10 16,-3-5-14-16,3 1-2 0,2-5-7 15,-4-2 3-15,6-1 4 0,-4 1 16 0,-2 2 6 16,-3 0 18-16,0 0 8 0,-2 3-6 16,-2 1-5-16,0-2-20 0,-1 2-12 15,1 2-23-15,-7 2-3 0,0 0-9 0,0 0-8 16,0 0-56-16,22 8-8 0,-16-4 0 15,0 0 0-15,-1 3 0 0,3-1 0 0,-3-2 0 16,4 4 0-16,-4-6 0 0,2 3 0 16,-3-1 0-16,3-1 0 0,-7-3 0 0,18 3 0 15,-18-3 0-15,19-4 0 0,-7 2 0 16,-1-2 0-16,1 1 0 0,-5 1 0 16,0 0 0-16,-7 2 0 0,12-3 0 15,-12 3 0-15,0 0 0 0,0 0 0 0,19 7 0 16,-15 2 0-16,-3 3 0 0,6 2 0 15,-2 5 0-15,1 6 0 0,1 9 0 0,2 2 0 16,4 2 0-16,-2 0 0 0,4 4 0 16,4 4 0-16,-2-13 0 0,-1 0 0 0,1 0 0 15,-1-6 0-15,-4 0 0 0,-1-8 0 16,-4-3 0-16,-1-3 0 0,-6-1 0 0,-2 0 0 16,-9-1 0-16,-3 1 0 0,-17 0 0 15,-7-1 0-15,-15 1-263 0,-14-4-45 0,-9-3-56 16,-9-1-66-16,-26-4-28 15,-18 0-8-15,-6-3 5 0,-15 3 29 0,-10-1 43 16,-10 0 44-16,-7 1 36 0,-4 1 44 16,-2 0 47-16,2 2 49 0,8-3 49 0,7 6 53 15,13-4 58-15,16-1 70 0,17 2 65 16,36-3 48-16,16 0 34 0,20 3 5 0,6-3-9 16,17-3-21-16,12 3-3 0,11 0 2 15,2 0-10-15,0 0-19 0,63-4-13 0,2 2-17 16,14 0-17-16,34-2-44 0,11 1-52 15,9 1-54-15,5-4-74 0,5-3-94 16,7 2-99-16,1-2-147 0,-2-4-203 16,-5 2 64-16,-8 0 61 0,-14 1-307 0,-18-1-328 15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26T03:09:24.26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12118 6409 2651 0,'0'0'97'0,"0"0"-35"0,0 0-25 0,1 7 2 15,-1-7-10-15,0 0-11 0,0 0 14 16,4 5 4-16,-4-5-7 0,7 7-3 0,-4-4-2 15,1 3-1-15,3 2 2 0,-1 1-27 16,1 1-35-16,4 2-51 0,-4 2-78 0,0 1-96 16,2 0-175-16,-2 1-28 0,0 3-104 15,4-2-69-15</inkml:trace>
  <inkml:trace contextRef="#ctx0" brushRef="#br0" timeOffset="167.68">12402 6954 1567 0,'-3'9'8'0,"1"-2"22"0,2 0 11 16,-1 1 0-16,1 3-4 0,1-3-6 0,-1 6-1 15,2 1-6-15,5-1-19 0,-2 0-30 16,3-1-41-16,1 3-50 0,3 0-50 16,-1 0-324-16,-2 0 3 0</inkml:trace>
  <inkml:trace contextRef="#ctx0" brushRef="#br0" timeOffset="335.83">12539 7395 1435 0,'0'0'93'0,"4"4"33"16,-4-4 23-16,0 0 19 0,0 0 17 15,0 0 6-15,0 0-9 0,12 4-12 0,-12-4-15 16,0 0-19-16,0 0-7 0,5 6-14 16,-5-6-8-16,8 5-38 0,-7-2-55 15,3 2-51-15,-2 2-72 0,2-1-93 0,-3 1-122 16,-1 0-169-16,2-1 27 0,1 0-144 15,-1 0-109-15</inkml:trace>
  <inkml:trace contextRef="#ctx0" brushRef="#br0" timeOffset="4400.7">12316 7889 1868 0,'-14'3'127'0,"3"-3"8"0,2 2 10 15,9-2 17-15,-14-2 15 0,14 2 1 16,0 0-13-16,0 0-17 0,-13 0-14 16,13 0-13-16,0 0-16 0,0 0-17 15,0 0-16-15,0 0-7 0,0 0-7 0,0 0-11 16,0 0-6-16,0 0-5 0,0 0-1 16,0 0 5-16,0 0-15 0,0 0 2 0,0 0 4 15,0 0-11-15,0 0 15 0,0 0 6 16,-12-2 9-16,12 2 3 0,0 0 0 0,0 0 0 15,0 0-6-15,0 0-9 16,0 0-9-16,0 0 2 0,0 0-2 0,0 0-9 16,0 0-30-16,0 0-61 0,0 0-74 15,0 0-73-15,-5-5-95 0,5 5-97 0,0 0-142 16,0-6 37-16,0 6-266 0,0 0-269 16</inkml:trace>
  <inkml:trace contextRef="#ctx0" brushRef="#br0" timeOffset="6550.18">12397 7798 2170 0,'-9'2'98'15,"9"-2"44"-15,-14 2 36 0,14-2 34 16,-14 0 29-16,14 0 26 0,0 0 18 0,-17 1 5 15,17-1 3-15,0 0-5 16,0 0-26-16,0 0-20 0,0 0-15 0,-14-3-19 16,14 3-19-16,0 0-21 0,0 0-19 15,23-12-9-15,-10 6-23 0,5 2-8 0,-2 0-15 16,0 3-2-16,-3-1-18 0,3 2-9 16,-3 4 0-16,1 3-2 0,-7 4-6 0,0 6 15 15,0 2 12-15,-5 5 6 0,-2 2 1 16,-7 10 4-16,2 0-4 0,-1 2-7 15,2-5-10-15,1-5-6 0,-1-3-4 0,2 0-8 16,-1-4-10-16,3-3-3 0,0 1-2 16,-2-4-4-16,2-1-16 0,0-2-29 0,2-1-42 15,-2-3-57-15,0 0-50 0,3-1-63 16,3-3-89-16,-6-4-106 0,7 3-105 16,-7-3-101-16,0 0-133 0,23-12 56 15,-15 4-657-15,-3 2-809 0</inkml:trace>
  <inkml:trace contextRef="#ctx0" brushRef="#br0" timeOffset="6734">12503 8083 3474 0,'-8'0'-21'16,"8"0"79"-16,-21-2 65 0,21 2 52 0,-25 4 52 15,14-3 42-15,-1 1 24 0,12-2 7 16,-15 5-17-16,15-5-17 0,-14 2-18 16,14-2-21-16,0 0-25 0,0 0-11 0,0 0-17 15,0 0-16-15,0 0-16 0,0 0-42 16,36-14-85-16,-9 2-102 0,8 0-117 15,1-1-158-15,4-11-167 0,6 3-223 16,-6-1 19-16,-2-3 86 0,-9 6-574 0,-6 1-684 16</inkml:trace>
  <inkml:trace contextRef="#ctx0" brushRef="#br0" timeOffset="6984.91">12763 7757 3249 0,'-11'-2'11'0,"11"2"52"16,-9-2 51-16,9 2 27 0,-5-4 10 0,5 4 3 15,0 0-1-15,0 0-6 0,0 0-4 16,0 0-8-16,14-9-14 0,-14 9-8 16,0 0-2-16,31 9 3 0,-15-1-3 15,-4 4-2-15,1 3-6 0,1 1-7 0,1 9-4 16,1 0-11-16,-9 0-3 0,0-4-10 16,0 11-7-16,-2-4-3 0,-1-6-8 15,-2 0-9-15,2-2-19 0,-4-4-32 0,2 1-36 16,-1-5-56-16,1 1-67 0,-2-3-59 15,2-3-67-15,3-4-76 0,-5-3-106 0,5 4-131 16,-5-4 16-16,0 0-426 0,13-12-492 16</inkml:trace>
  <inkml:trace contextRef="#ctx0" brushRef="#br0" timeOffset="7150.13">12844 8028 2857 0,'-11'4'50'0,"0"0"44"16,4-2 39-16,7-2 31 0,-7 4 8 15,7-4-13-15,0 0-10 0,0 0-14 0,0 0-14 16,0 0-14-16,0 0-51 0,0 0-84 16,25-14-96-16,-11 6-123 0,4-1-119 15,7-7-183-15,-5 3 25 0,3-5 57 0,-1 5-177 16,-2-7-140-16</inkml:trace>
  <inkml:trace contextRef="#ctx0" brushRef="#br0" timeOffset="7549.79">12465 7610 1880 0,'-43'21'91'16,"0"5"40"-16,1 6 48 0,-6 3 39 0,2 8 24 16,-5 14 31-16,5 8 12 0,14-9 10 15,7 5 11-15,7 0-10 0,4 3 2 0,10-1 0 16,9-1-14-16,9-3-18 0,7-5-20 15,7-2-22-15,11-8-14 0,8-7-31 0,9-8-15 16,5-3-16-16,5-11-21 16,4-9-47-16,3-10-47 0,-2-4-38 0,-3-9-29 15,-1-4-22-15,13-13-17 0,-4-4-8 16,-5-6-12-16,-9-3 4 0,-12 6 7 0,2-13 8 16,-14 7 12-16,-6-4 21 0,-7 0 24 15,-4-1 18-15,-8-4 19 0,-7-1 9 0,-8-2 6 16,-3-2-8-16,-15-1 1 0,-1 1-6 15,-10 4-3-15,-5 5-4 0,-7 9-7 0,-3 9-1 16,-7 7-2-16,-4 11-14 0,-6 10-27 16,-6 12-29-16,0 8-39 0,-3 7-46 0,-12 9-75 15,4 4-70-15,21-3-91 0,1 0-97 16,11-2-177-16,10-3 37 0,8-4 69 16,13-6-355-16,7-1-390 0</inkml:trace>
  <inkml:trace contextRef="#ctx0" brushRef="#br0" timeOffset="9650.07">21298 10829 2504 0,'-8'4'64'15,"8"-4"68"-15,0 0 65 0,0 0 49 16,0 0 43-16,0 0 28 0,0 0 14 0,0 0-7 16,0 0-10-16,0 0-15 0,0 0-23 15,0 0-21-15,0 0-23 0,13-21-22 16,-5 19-21-16,-1-3-20 0,3 4-23 0,0-1-9 15,-10 2-16-15,16 0-15 0,-16 0-9 16,20 8-4-16,-15 1-8 0,-1 3-2 0,-4 0-5 16,-6 10 5-16,-5 7 15 0,-3 5-9 15,-2-2 8-15,-2 0 4 0,3-3 3 0,2-3 4 16,1-5 3-16,3-4-5 16,6-2-106-16,-2-5 0 0,3 2 0 0,2-4 0 15,2 1 0-15,4-3 0 0,4 0 0 16,3-2 0-16,4 0 0 0,4-2 0 0,2 0 0 15,3-4 0-15,-1 0 0 0,4 0 0 16,-2-2 0-16,0-1 0 0,-3 2 0 0,-1-3-338 16,0-1-172-16,3-6-55 0,-2-1-49 15,-2-1-53-15,-3 0-58 0,-3 1 25 0,-5-3-685 16,-2 2-838-16</inkml:trace>
  <inkml:trace contextRef="#ctx0" brushRef="#br0" timeOffset="9833.34">21741 10864 3499 0,'2'-15'-123'0,"-2"2"76"0,0 3 72 16,0 3 77-16,0 0 62 0,0 0 45 0,0 7 35 15,0-8 19-15,0 8 2 16,0 0 3-16,2-12-20 0,-2 12-14 0,0 0 15 16,0 0-24-16,0 0-4 0,18 19-28 15,-13-5-12-15,1 1-20 0,-1 3-8 0,2 3-25 16,-2 0-30-16,3 0-46 0,-7-1-35 16,5 1-56-16,-2-4-52 0,0 0-57 0,2-2-69 15,-4-2-78-15,-2-1-80 0,2-2-86 16,-1-3-132-16,-1-1-100 0,0-6 47 0,-1 8-535 15,1-8-645-15</inkml:trace>
  <inkml:trace contextRef="#ctx0" brushRef="#br0" timeOffset="10649.84">21046 10009 3087 0,'-10'-12'-82'0,"1"4"34"16,4 1 29-16,-4-1 34 0,6 2 27 15,-1 2 27-15,-2-2 23 0,5 1 30 16,-3 0-13-16,4 5-8 0,0-12-12 0,5 5-10 0,6-1-6 15,9-3-5-15,10-2-8 16,21-1-6-16,8-1-4 0,12 1-1 0,1 0-3 16,9 4-10-16,-2-2-3 0,2 4-4 15,-3-3 2-15,0 2-1 0,-10 3-7 0,-2 1-1 16,-21 1-3-16,-2 1 13 0,-13 0 14 16,-8 1 15-16,-1 0 16 0,-8 0 12 0,1 2 2 15,-3 0-5-15,1 2 21 0,-1 2 15 16,0 6 6-16,2 3-1 0,-2 5 0 0,0 12-3 15,3 5-1-15,-9 4-2 0,4 11-9 16,2 0-10-16,-4 3-7 0,0-2-14 16,1-8-16-16,-4 0 6 0,2-4-9 15,-2 0-5-15,-3-2-1 0,5-3-10 0,-4-6-5 16,0-6-3-16,-1-5-2 0,-1-4 4 16,0 1 9-16,0-2 4 0,0-3 0 0,2-1 22 15,-4 1 15-15,2-2-1 0,-1-1-5 16,1-6-12-16,-10 9-7 0,1-6-9 0,-7 3-3 15,-5 0-6-15,-3-1-12 0,-13 4-3 16,-14 6 3-16,-2-2-11 0,-6 1-1 0,-2 2-3 16,-6 1-2-16,1-2 1 0,-4 2-3 15,4-2-2-15,1 1-3 0,4-3-6 0,8-1 6 16,9-3-2-16,6 0 1 16,6-1-1-16,7-5 11 0,6 2 12 0,2-3 3 15,3 2-1-15,3-3 8 0,3 1-14 16,-1-2-3-16,9 0-2 0,-12 2-2 0,12-2-7 15,-12 2-9-15,12-2-17 0,0 0-36 16,-11 0-54-16,11 0-55 0,0 0-57 0,0 0-64 16,0 0-88-16,-1-9-89 0,1 9-104 15,0 0-165-15,7-10-10 0,-2 6 74 0,2-2-595 16,0-1-715-16</inkml:trace>
  <inkml:trace contextRef="#ctx0" brushRef="#br0" timeOffset="11034.46">21338 10181 3563 0,'-6'-3'46'0,"6"3"33"16,-10-7 34-16,4 5 40 0,6 2 26 0,-7-7 9 15,7 7-1-15,-6-5-8 16,6 5-13-16,-3-5-12 0,3 5-14 0,0 0-21 0,2-8-6 16,-2 8-9-16,14-7-13 15,-2 3-9-15,5 1-10 0,1 1-8 0,-6 1-11 16,2-1-7-16,-1 4-3 0,-4 3-5 16,4 0-3-16,-6 5-4 0,-2 4 4 0,-3 0 16 15,-2 1 2-15,0 5 13 0,-2 1 9 16,-1 1-2-16,-3 3 1 0,4-4-7 0,-1 0-8 15,1-3 0-15,-3-3-3 0,3 1-8 16,0-3-5-16,2-1-11 0,0-2-33 16,0-1-56-16,0-1-56 0,2-1-65 0,0-2-89 15,5-1-103-15,-7-4-108 0,11 2-133 16,-11-2-82-16,0 0 56 0,15-7-528 16,-9 2-630-16</inkml:trace>
  <inkml:trace contextRef="#ctx0" brushRef="#br0" timeOffset="11200.75">21302 10374 3442 0,'-12'0'81'16,"12"0"48"-16,-17 0 45 0,17 0 38 0,0 0 28 15,-12 0 3-15,12 0-6 0,0 0-23 16,0 0-15-16,0 0-20 0,0 0-19 0,29-14-25 16,-6 9-64-16,11-2-83 0,4-1-93 15,1-4-126-15,9 1-129 0,-7 1-145 0,-1 0-161 16,-4-5 51-16,-2 1-481 0,-5-1-566 15</inkml:trace>
  <inkml:trace contextRef="#ctx0" brushRef="#br0" timeOffset="11467.06">21652 10036 2913 0,'-6'-5'-5'0,"6"5"35"0,-2-7 21 16,2 7 30-16,0 0 23 0,8-8 8 0,-8 8 12 15,10-2-1-15,-10 2 8 0,0 0 11 16,20 8 3-16,-10 2 5 0,-2 2 12 16,-1 5 8-16,0 4 6 0,2 0-6 15,-4 3-1-15,1 10-8 0,-2 0-19 0,-3 0-12 16,3-5-9-16,-2-2-17 0,0-1-8 16,3 9-22-16,-4-9-44 0,5-2-56 0,-2-3-67 15,-3-5-101-15,5 2-99 0,-1-2-89 16,-1-7-98-16,3 2-166 0,-4-3 43 0,1-1 75 15,0-5-343-15,-4-2-355 0</inkml:trace>
  <inkml:trace contextRef="#ctx0" brushRef="#br0" timeOffset="11632.52">21619 10415 2730 0,'-9'0'215'0,"9"0"28"15,0 0 22-15,-14-2 7 0,14 2-2 16,0 0-1-16,0 0-20 0,0 0-23 0,31-12-23 15,-12 3-54-15,13-1-86 0,3 2-96 16,1-5-120-16,4 4-123 0,-5-3-137 16,-1-2-184-16,-4 3 4 0,-9 5 69 0,-6 0-349 15,-5 2-355-15</inkml:trace>
  <inkml:trace contextRef="#ctx0" brushRef="#br0" timeOffset="15919.18">11910 5354 2199 0,'-27'-5'-111'16,"1"2"33"-16,-3 2 32 0,1 1 24 0,-17 1 19 16,-2 2 19-16,-12 8 21 0,-2 1 13 15,-2 1 14-15,1 6 8 0,1 3 9 16,-5 5 7-16,-8 16 6 0,2-1 14 0,6 6 13 16,4 5 16-16,2 7 3 0,12 2 4 15,-1 5-4-15,10 1 9 0,10-8-6 0,6 3 0 16,6-3-4-16,9 1 3 15,4-1 1-15,8-3 0 0,10-5-2 0,13-1 6 16,5-7 11-16,13-5 6 0,13-6-4 16,22-2-17-16,17-9-16 0,7-10-11 0,7-8-5 15,0-10-18-15,7-9-13 0,-6-4-21 16,-3-7-15-16,-12-4-18 0,0-3-5 0,-15-4-4 16,-3-1-3-16,-11-8-1 0,-21 10 2 15,-6-6-1-15,-9-3-3 0,-15-2 0 16,-5-1 7-16,-8 5-6 0,-12-13-4 0,-11-2-2 15,-12 0-1-15,-14-12-4 0,-16 6-1 16,-4 8 0-16,-6 11-2 0,-11 13 1 16,10 16-3-16,-6 10-15 0,-6 9-37 15,-19 14-43-15,4 7-49 0,10 5-70 0,6 5-76 16,20-5-79-16,11 0-120 0,2 0-172 16,14-6 51-16,9-4-400 0,11-3-490 0</inkml:trace>
  <inkml:trace contextRef="#ctx0" brushRef="#br0" timeOffset="17632.4">28299 9875 2045 0,'-2'-7'235'16,"2"7"-10"-16,0-12-8 0,0 5-1 0,0 7-17 16,-2-10-28-16,2 10-36 0,0-7-26 15,0 7 10-15,0 0 48 0,0 0 22 0,-7 39 17 16,-1-4 10-16,0 6 10 0,-5 11 3 15,2 5 5-15,-1 2 8 0,1 4-1 0,1-2-7 16,2-3-15-16,6-2-10 0,2-10-3 16,6-1-8-16,1-4-14 0,2-2-9 15,2-3-10-15,1-5-9 0,3-3-20 0,0-4-11 16,0-6-13-16,-1-4-8 0,3-3-11 16,0-3-10-16,3-1-11 0,-2-2-14 15,1-1-29-15,2-4-35 0,0 3-28 16,-3-3-45-16,-4 0-34 0,2 0-39 0,-5 2-40 15,0-2-44-15,-1 2-52 0,-10-2-70 16,11 4-88-16,-11-4-108 0,0 0-145 0,0 0-34 16,0 0 67-16,0 0-566 0,0 0-695 15</inkml:trace>
  <inkml:trace contextRef="#ctx0" brushRef="#br0" timeOffset="20049.73">28612 9890 3099 0,'-25'8'-154'0,"25"-8"52"0,0 0 54 16,0 0 48-16,0 0 48 0,-16 0 47 15,16 0 40-15,0 0 32 0,0 0 16 0,0 0 10 16,-5-3 7-16,5 3-1 0,0 0-8 15,0 0-6-15,0 0-15 0,0 0-16 16,7-14-14-16,-7 14-16 0,12-3-12 0,-12 3-11 16,15 0-8-16,-15 0-14 0,14 7-7 15,-9 0-6-15,1 1-2 0,-2 4 8 16,-4 2 12-16,-6 3 13 0,-1 4 14 0,-9 6 6 16,-1-2 4-16,-2 2 6 0,-1-5 2 15,6-3 6-15,2-5-7 0,2-2-9 0,3-1 0 16,3-2-2-16,-1-2-5 0,3-2-1 15,-3 0-7-15,5-5-7 0,0 0-6 0,5 12-16 16,-5-12-7-16,13 3-38 0,-6-1-51 16,5 0-60-16,3 0-59 0,3-1-63 0,-4 1-65 15,4 0-87-15,-3-2-69 0,1 0-83 16,-2 0-85-16,2-2-144 0,-1 0 55 0,-3 1-585 16,-1-1-726-16</inkml:trace>
  <inkml:trace contextRef="#ctx0" brushRef="#br0" timeOffset="20255.81">28804 9958 3329 0,'2'-13'-79'0,"2"3"58"0,-2 1 54 16,-2 2 55-16,1 2 40 0,-1 5 12 15,0-8-7-15,0 8-7 0,0 0 29 0,0 0 9 16,0 0-7-16,0 0-14 0,-3 27-14 16,1-15-13-16,2 5-10 0,-2 2-9 15,2-1-10-15,0 7-4 0,2-5-11 16,0 3-9-16,1-1-25 0,-3 0-37 0,6-3-54 15,-1-2-69-15,-4-2-71 0,5-1-59 16,-4-4-66-16,0 1-85 0,-1-4-124 0,1-1-49 16,-2 2 60-16,0-8-276 0,-2 9-280 15</inkml:trace>
  <inkml:trace contextRef="#ctx0" brushRef="#br0" timeOffset="20865.93">29023 10061 2062 0,'7'-12'-32'16,"0"3"47"-16,-1 1 41 15,-1 0 44-15,-1 0 47 0,-1 3 46 0,-1-1 29 16,-2 6 1-16,4-8-5 0,-4 8-22 16,0 0-4-16,0 0 36 0,0 0 10 0,0 0-3 15,-17 37-14-15,3-8-12 0,2 6-20 16,-8 6-16-16,4 1-17 0,0-7-17 0,1 7-12 16,3-3-10-16,-1-4-15 0,4 0-14 15,-1-1-31-15,0-3-46 0,5-4-60 0,-1-5-70 16,0-3-80-16,2-1-76 0,0-5-73 15,3-1-79-15,-1-2-91 0,0-1-85 16,4-3 35-16,-2-6-376 0,2 6-424 16</inkml:trace>
  <inkml:trace contextRef="#ctx0" brushRef="#br0" timeOffset="21115.98">29004 10404 2606 0,'4'-12'61'0,"4"4"40"15,-5-2 49-15,-1 3 39 0,2 0 18 16,-4 7 17-16,5-10 3 0,-1 4-11 0,-4 6-16 15,9-4-10-15,-9 4-5 0,0 0-10 16,0 0-10-16,20 12-5 0,-18-4-2 0,0 4 0 16,-4 2 0-16,-2 6 7 0,-3-1-1 15,-3 2 8-15,3-3-15 0,-3 1-8 16,2 0-15-16,3-5-6 0,3-1-13 16,-2-3-11-16,2 2-10 0,4-3-5 0,4-1-9 15,1-2-18-15,4 0-52 0,5-6-77 16,3 0-84-16,2 0-89 0,13-8-106 0,0-4-119 15,1-3-155-15,-1-3-125 0,-3 1 64 16,-2-3-624-16,-4-3-764 0</inkml:trace>
  <inkml:trace contextRef="#ctx0" brushRef="#br0" timeOffset="21599.66">29405 9803 3389 0,'3'-9'-80'0,"1"1"55"0,0 2 46 0,-1 0 50 15,-1 1 39-15,2-3 33 0,-4 8 12 16,4-6-6-16,-4 6-15 0,2-6-18 0,-2 6 10 16,0 0 17-16,0 0 9 0,8 20 10 15,-4-3 16-15,-1 10 26 0,1 10 16 0,0 8 21 16,-3-1-6-16,6 14-12 0,-3 1-10 15,3 2-25-15,-3-5-14 0,-1 2-17 16,1 0-16-16,0-1-14 0,0-13-13 16,-2-1-11-16,2-1-9 0,-2-5-8 0,0-6-8 15,-1-6-7-15,-1-5 8 0,0-3 4 16,0-3 6-16,0-1 12 0,2-1 11 0,-2-3 2 16,0-1-114-16,0 0 0 0,0 0 0 15,0-8 0-15,0 15 0 0,-2-9 0 16,1 0 0-16,-5 1 0 0,-2 0 0 0,0 2 0 15,-3-1 0-15,-1 1 0 0,-1-1 0 16,-2-2 0-16,-4 4 0 0,0-3 0 0,0 1 0 16,4-2 0-16,-2-2 0 15,5 0 0-15,-1 1 0 0,1-2 0 0,3 2 0 0,-2-3 0 16,0 0 0-16,0 0 0 16,11-2 0-16,-15 2 0 0,15-2 0 0,-13 0 0 15,13 0 0-15,-11-2 0 0,11 2-141 16,-10-2-485-16,10 2-104 0,-8-4-149 0,8 4 68 15,0 0 86-15,0 0-730 0,-5-8-905 16</inkml:trace>
  <inkml:trace contextRef="#ctx0" brushRef="#br0" timeOffset="23566.25">30187 9685 3821 0,'10'-11'-75'16,"-2"2"64"-16,-1 2 38 0,-3 2 35 0,-4 5 20 16,4-5 10-16,-4 5 10 0,0 0 49 15,0 0 38-15,0 0 14 0,-2 31 2 0,-4-13-6 16,1 5-17-16,-3 8-12 0,3-5-11 15,-2-2-10-15,3 0-9 0,1 0-22 0,1-2-8 16,2-3-14-16,0 1-6 0,0-8-14 16,2 2-31-16,-2 0-52 0,3-2-54 0,1-2-45 15,4-1-57-15,2-5-81 0,3-2-63 16,0-2-50-16,4 0-51 0,4-6-38 16,10-5-39-16,-3-1-25 0,-4 1 20 15,-3 0-462-15,-5 2-430 0</inkml:trace>
  <inkml:trace contextRef="#ctx0" brushRef="#br0" timeOffset="23751.11">30452 9892 2432 0,'9'-7'-68'0,"0"5"65"15,-9 2 56-15,0 0 40 0,0 0 41 16,0 0 31-16,0 0 25 0,0 0 13 0,0 0 12 16,0 0 2-16,0 0 8 0,5 14 5 15,-5-14 7-15,10 5-3 0,-10-5 5 0,13 4-19 16,-13-4-12-16,21 0-24 0,-7-2-16 16,0 0-16-16,2 0-13 0,-3 0-14 0,1-1-7 15,-3 0-14-15,0-1-10 16,-11 4-5-16,14-7-10 0,-12 2-16 0,-2 5-20 15,-8-12-40-15,-2 7-44 0,-5 0-66 16,-8 0-84-16,-3 0-121 0,-12 1-151 0,-2 3-251 16,-1-3 3-16,9 2 85 0,7 2-537 15,7 0-630-15</inkml:trace>
  <inkml:trace contextRef="#ctx0" brushRef="#br0" timeOffset="31565.58">27217 8313 1276 0,'0'0'285'15,"0"0"-48"-15,0 0-23 0,-18-6-14 0,18 6-5 16,-9-6-1-16,4 0-7 0,-2 2-17 16,2-1 2-16,-1-1 3 0,1 0 1 0,-1 0 1 15,-1 0-9-15,2 0-5 0,-1-1-8 16,-1 1-11-16,0 0-9 0,0 1-10 16,0-1-7-16,-1 2-10 0,-4-4-3 0,1 2-8 15,2 2-8-15,-3-1-8 0,-3 2-2 16,0-4-5-16,0 3-4 0,-1 4-2 15,1-4-10-15,-2 2-3 0,4 0-7 16,-3 2-6-16,1 0-7 0,0 0-3 0,-2 2 0 16,-2 0-4-16,2 3-4 0,-2-2 1 15,1 2-2-15,-2 0-3 0,-2 0-5 0,3 2 1 16,1 0-1-16,-4 0-1 0,6 1-3 16,-6-1 1-16,5 2-2 0,-2 2-1 0,0-1 0 15,1 0-1-15,2 0 2 0,-2 1-3 16,3 1 3-16,2-4-3 0,-2 6 0 0,1-2 1 15,3-2-2-15,0 0 3 0,-1 2-1 16,1-1-1-16,0 4 3 0,0-3-1 16,2 0-1-16,2 0 2 0,-3 0 0 15,2 0-5-15,1 0 3 0,0 2 1 0,-2-3-4 16,5 1 4-16,-1 0-1 0,-1-1 1 16,5-1 0-16,-5 3-3 0,1-1 5 0,2 2 1 15,-1-3 4-15,0 1-1 0,2 2 6 16,2-1 1-16,-1 0 3 0,-1-1 0 0,0 3 2 15,-2-1-2-15,4-1 8 0,0 3-2 16,-2-1 2-16,2-1-1 0,2 1-4 16,2 3 0-16,-4-2 2 0,2-3 1 15,1 3 1-15,-1-2-5 0,6 3 1 0,-2-2-1 16,2 2-1-16,3 0 0 0,-2 0-7 16,1 2 4-16,3-2-8 0,3 5 5 15,-3-3 1-15,1-4 1 0,-2 1 18 0,1-1-2 16,1-1 4-16,-3-2-1 0,5 1 1 15,-3-4 3-15,1 1 9 0,1 0-8 0,0 0 2 16,4-2-4-16,-2 0 4 0,6 1-13 16,-2-1 10-16,0-4 9 0,4 2-6 0,0-1-5 15,-1-3-6-15,3 2-1 0,-1-2 3 16,1 0-3-16,0-2 0 0,0 2-5 0,-9-4 8 16,5 2 12-16,-3-2 5 0,-2 2 3 15,2-2-6-15,-1 0-1 0,0 0-2 0,0 0-50 16,-3-1 0-16,0-1 0 15,4-1 0-15,-4 2 0 0,6-5 0 0,-1-1 0 16,-5 3 0-16,6-2 0 0,-6 0 0 16,6 1 0-16,-3-2 0 0,-4 1 0 0,0 1 0 15,-2 1 0-15,1-2 0 0,-3 3 0 16,5-5 0-16,-7 2 0 0,1 1 0 0,-1-2 0 16,3 1 0-16,-5-3 0 0,2 1 0 15,2 0 0-15,-4-2 0 0,0 0 0 0,4 0 0 16,-2-3 0-16,-4 3 0 15,5-2 0-15,-2-1 0 0,-3-2 0 0,5 3 0 0,-7-1 0 16,6-2 0-16,-6 3 0 16,3-4 0-16,-2 3 0 0,-3-3 0 0,1 1 0 15,2-2 0-15,-4 1 0 0,2-3 0 16,-4 0 0-16,2-2 0 0,-2-1 0 0,0-1 0 16,0 0 0-16,-1 0 0 0,-3 3 0 15,3 1 0-15,-2 0 0 0,-1 1 0 0,3 4 0 16,-7-2 0-16,3 1 0 0,-5 2 0 15,1-2 0-15,-5 3 0 0,-6-4 0 0,-5 4 0 16,0 2 0-16,-3 1 0 0,-2 3 0 16,-3 2 0-16,5 2 0 0,1 4 0 15,-1 0 0-15,-13 3 0 0,5 0 0 16,1 3 0-16,2 0 0 0,3 3 0 0,2 1 0 16,6 0-428-16,5 1-329 0,2-3-179 15,0 2 84-15,6 1 96 0,1-3-762 0,0 1-962 16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26T02:50:58.71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8585 2428 1076 0,'5'-4'294'0,"-5"4"-33"0,8-6-6 16,-8 6-11-16,10-8 8 0,-5 4-6 16,-5 4-8-16,8-5-1 0,-8 5 21 0,7-4 10 15,-7 4 16-15,0 0 2 0,10-8-7 16,-10 8-8-16,0 0-2 0,0 0 8 15,6-2 1-15,-6 2-14 0,0 0-5 0,0 0-14 16,0 0-31-16,0 0-22 0,-14-14-19 16,14 14-16-16,-17-5-19 0,2 3-14 0,-2 2-12 15,0 0-11-15,-7 0-13 16,2 0-9-16,-4 0-7 0,-1 2-10 0,0-2-15 16,6 1-7-16,0 1-11 0,2-2-12 15,3 2-19-15,1-2-10 0,3 0-11 16,-4 2-7-16,3-1-9 0,3-1-4 0,10 0-5 15,-17 1-11-15,17-1-3 0,-14 3-6 16,14-3 1-16,-11 1 12 0,11-1-6 0,0 0 5 16,-14 0 11-16,14 0-2 0,0 0 10 15,-11 0 3-15,11 0 1 0,0 0 7 0,0 0 1 16,0 0 5-16,-11 2 0 0,11-2 4 16,0 0-1-16,0 0 5 0,0 0 9 15,0 0-2-15,0 0 3 0,0 0-1 0,-10-3-2 16,10 3 7-16,0 0-8 15,0 0-4-15,0 0 0 0,0 0 13 0,0 0-6 16,0 0-5-16,0 0 4 0,0 0-3 16,0 0 3-16,0 0-3 0,0 0 3 0,0 0-6 15,0 0 8-15,0 0-18 0,0 0 0 16,0 0 3-16,-4 7 3 0,4-7-1 16,2 15 4-16,0-3 0 0,0 2 3 0,1 1 6 15,0 4 4-15,1 1-7 0,0 1 5 16,1 2-4-16,1-2 0 0,-1 3 2 0,2-7 4 15,-2 2 1-15,1-3-7 16,-1 0 5-16,-1-7 0 0,0 3 7 0,0-4 12 16,-2-1 9-16,0-1 17 0,2 2 10 15,-4-8 6-15,5 8 4 0,-5-8 3 16,6 7-9-16,-6-7 2 0,7 2-18 0,-7-2 0 16,0 0-5-16,20-2-5 0,-20 2-9 15,15 0-7-15,-15 0-4 0,19 2 6 0,-9-2-6 16,1 4 5-16,-2 2-3 0,3 1 2 15,-1 1 4-15,0 2 5 0,-4 2 8 16,0 1 3-16,-1 0 11 0,-2 1 9 0,-4 0 8 16,0-1 1-16,-6 5 7 0,2 0 3 15,-6 1 2-15,-3 6-76 0,0-8-3 16,-1 0 0-16,3-5 0 0,-6 1 0 16,4 0 0-16,1-5 0 0,-1-1 0 0,0 1 0 15,3-4 0-15,-1-1 0 0,2-1 0 16,9-2 0-16,-24-2 0 0,12 1 0 0,3-5 0 15,2 0-296-15,1-2-181 0,4 0-104 16,4-2-117-16,2-7-186 0,7 1 78 16,8-9-707-16,6-2-959 0</inkml:trace>
  <inkml:trace contextRef="#ctx0" brushRef="#br0" timeOffset="333.27">8829 2491 3836 0,'7'-7'-171'0,"0"0"52"16,0 2 38-16,0-1 39 0,-1 2 25 0,-6 4 19 16,19-5 12-16,-8 1-1 0,0 3 11 15,3 1 4-15,-14 0 2 0,31 5 14 16,-11 5 18-16,-2 0 11 0,-3 4 14 0,0 3 23 16,-4 1 15-16,-1 2 26 0,-4 3 30 15,-4-2 31-15,-2 3 24 0,-2 1 11 0,-5 8 8 16,-4-11 7-16,4-2-1 0,0-1-8 15,1-2-11-15,0-3-23 0,0-1-17 16,2-2-20-16,3-4-19 0,-3 1-15 16,4-1-21-16,0-7-6 0,0 12-14 15,0-12-9-15,7 8-8 0,1-4-7 0,4 0-26 16,1-4-30-16,6 0-44 0,8 0-63 16,12-2-71-16,4-4-56 0,0 1-55 0,1 0-60 15,-2 0-59-15,0-2-80 0,-2 0-89 16,-5-1-128-16,-11 1-80 0,-5 2 71 15,-6 0-465-15,-3-2-620 0</inkml:trace>
  <inkml:trace contextRef="#ctx0" brushRef="#br0" timeOffset="815.84">8512 2001 3031 0,'-40'1'-131'15,"-7"2"29"-15,-17 5 32 0,0 6 45 16,-8 3 38-16,-18 12 25 0,0 7 29 16,8 8 45-16,1 6 34 0,4 6 24 0,11 2 28 15,1 8 15-15,11 1 12 0,9 3 11 16,6-2 13-16,14-10 18 0,11 0-17 15,4 2-4-15,12-4 1 0,13 0 3 16,15-1-8-16,22 3-12 0,18 1 1 0,22-11-8 16,19-8-15-16,14-9-15 0,17-10-23 15,10-4-16-15,13-10-13 0,13-9-15 0,51-12-14 16,-12-3-11-16,-53-6-14 0,42-13-4 16,-56 7-11-16,-1-7-11 0,-16-3-6 15,-15 0-4-15,-17-4-30 0,-19-6-21 0,-19-6 0 16,-27 2 0-16,-11-5 0 0,-16-5 0 15,-13-5 0-15,-21-22 0 0,-12 2 0 16,-21 3 0-16,-14 4 0 0,-10 9 0 16,-11 10 0-16,-12 10 0 0,-15 11 0 0,-5 16-89 15,-7 11-66-15,-1 9-34 0,-3 10-45 16,6 9-50-16,7 3-60 0,4 8-71 0,17 4-55 16,3 6-90-16,13-3-190 0,23-3-3 15,8-2 82-15,7 2-444 0,4 0-583 16</inkml:trace>
  <inkml:trace contextRef="#ctx0" brushRef="#br0" timeOffset="1566.77">8316 3252 2786 0,'0'0'-114'0,"0"0"50"15,0 0 53-15,0 0 51 0,0 0 46 0,0 0 41 16,0 0 13-16,0 0 3 0,0 0 1 16,0 0-11-16,0 0-1 0,-23 4 8 15,-4 13 16-15,-13 9 12 0,-10 6 15 16,-18 15 5-16,-6 5 3 0,-6 6 14 0,-10 8 18 16,-1 1 3-16,-10 5 14 0,-2 0-22 15,-34 26 6-15,35-28 0 0,2 0-1 16,4-2-7-16,9-7-14 0,3-4-15 0,8-3-12 15,7-9-18-15,18-10-14 0,4-4-13 16,8-6-14-16,14-8-12 0,6-3-11 0,2-4-14 16,8-1-12-16,-2-3-12 0,2-2-23 15,4 0-32-15,5-4-50 0,0 0-74 0,-10 3-73 16,10-3-80-16,0 0-88 0,0 0-112 16,13-19-122-16,-2 9-159 0,-2-2-34 15,7-9 84-15,6-1-571 0,-1-2-738 16</inkml:trace>
  <inkml:trace contextRef="#ctx0" brushRef="#br0" timeOffset="2082.94">8101 3324 3275 0,'-4'-10'-50'16,"4"10"37"-16,-4-8 27 0,4 8 34 15,-6-11 15-15,4 5 16 0,2 6 23 0,-2-9 3 16,2 9 13-16,-2-8-11 0,2 8-25 15,0 0-6-15,0 0 12 0,0 0 6 0,0 0 13 16,0 0 15-16,50 16 0 0,-21 3 4 16,12 7 12-16,7 3 8 0,6 7-15 15,22 11 15-15,8 6 30 0,7-2 15 16,8 1 4-16,8 2-6 0,5 0-6 16,6 0-11-16,1 1-2 0,-3 2-4 0,-5-4 9 15,-5 3-3-15,-5-10-1 0,-10 3-4 16,-8-6-9-16,-13-3-5 0,-19-10 2 0,-9-2-5 15,-12-7-10-15,-3-5-58 0,-5-2-82 16,-10-3 0-16,2-1 0 0,-3-6 0 0,-2 3 0 16,-2-1 0-16,1-2 0 0,-5 0 0 15,-3-4 0-15,12 6 0 0,-12-6 0 0,8 2 0 16,-8-2 0-16,0 0 0 0,0 0 0 16,0 0 0-16,0 0 0 0,0 0 0 15,0 0 0-15,5-12 0 0,-5 12-559 0,0 0-276 16,-11-13-102-16,3 9 92 15,0-2-861-15,-5 0-1139 0</inkml:trace>
  <inkml:trace contextRef="#ctx0" brushRef="#br0" timeOffset="4748.04">5926 4662 4378 0,'0'0'-195'0,"0"0"63"0,-7-7 51 0,7 7 57 15,-6-5 47-15,6 5 42 0,-5-5 14 16,5 5 20-16,0 0 14 0,-11-7 11 0,11 7 6 16,0 0-2-16,-3-5-2 0,3 5-7 15,0 0-11-15,0 0-14 0,0 0-15 0,0 0 0 16,0 0 0-16,-15 17 9 16,11-1-1-16,0 4-6 0,-2 2 8 15,-1 12 4-15,1 1 2 0,2-1 0 0,3 2-6 16,1-3-9-16,1-7-8 0,1 8-2 15,4-1-2-15,1-1-2 0,2-3-15 0,3-9 0 16,-4-4-6-16,3-1-1 0,-1-5 5 16,3 2-10-16,-1-8 0 0,3-3-8 0,-1-1-4 15,0 0 1-15,2-5-8 0,-1-1-4 16,2-4-15-16,-2-3-3 0,6-5 0 16,-2-3-11-16,-3 2 6 0,-5 1-1 0,-1-1-1 15,-3 2 5-15,3-3 2 16,-7 4 2-16,4 2 1 0,-4 2 19 0,1 2 0 0,-2 0-3 15,2 6 1-15,-4 4-10 16,1-8 1-16,-1 8 35 0,0 0 0 0,0 0 3 16,2 28 8-16,0-15 2 0,0 7 10 15,4 1 9-15,-5 4-23 0,6 8-5 0,-2-1-7 16,1-4 6-16,-1-5-10 0,-1-4-4 16,0 1-1-16,2-5-5 0,-4 1-4 15,2-4 2-15,0-3-6 0,-3 1-2 0,3 0-21 16,-2-3-17-16,-2-7-58 15,4 8-69-15,-4-8-77 0,3 2-98 0,-3-2-116 0,0 0-122 16,0 0-168-16,11-15-37 16,-8 3 72-16,5-2-583 0,-1-1-736 0</inkml:trace>
  <inkml:trace contextRef="#ctx0" brushRef="#br0" timeOffset="5148.32">6636 4763 3269 0,'5'-5'-113'16,"1"1"56"-16,-6 4 57 0,0 0 56 0,14 0 31 16,-14 0 40-16,0 0 31 0,11 16 27 15,-11-6 18-15,0 5 16 0,-4 1 12 0,-3 7 18 16,-2 6 5-16,0 2-14 16,-7-2-9-16,3-2-10 0,-1 2-16 0,3-1-12 15,0-6-16-15,8-9-26 0,-4 1 0 16,3-2-25-16,4-3-9 0,-3 1-8 15,4-2-13-15,-1-8-10 0,0 0 1 0,4 4-19 16,-4-4 5-16,0 0-5 0,0 0 9 16,0 0 1-16,12-21 20 0,-12 11 1 0,-2-4 14 15,-4-1 9-15,-2-7 9 0,-3-7-10 16,-2 0-36-16,-2-2-85 0,-1-1 0 16,3 3 0-16,2 3 0 0,3 3 0 15,0 2 0-15,3 1 0 0,1 3 0 0,4 3 0 16,0-1 0-16,2-1 0 0,4-1 0 15,-1 3 0-15,4-2 0 0,5 3 0 0,-1 0 0 16,3 1 0-16,0 3-56 0,4 1-304 16,1 0-89-16,-1 3-91 0,-2 1-110 15,1 1-195-15,-4 3 51 0,3 3 79 0,-4-3-571 16,4 4-746-16</inkml:trace>
  <inkml:trace contextRef="#ctx0" brushRef="#br0" timeOffset="5597.85">5881 4482 3606 0,'-58'9'-142'0,"-3"4"42"16,-5 8 38-16,0 4 28 0,-15 15 40 15,-1 8 24-15,1 3 35 0,8 6 30 16,2 4 36-16,10 4 17 0,10 8 5 0,11 0 40 16,8 6 14-16,14-13 14 0,12-1-4 15,12 2 32-15,12-4 34 0,16 11-6 16,18-12-9-16,18-7-8 0,17-9-22 16,12-7-11-16,21-12-15 0,8-8-17 0,11-8-20 15,5-10-21-15,5-11-13 0,6-6-11 16,-3-14-21-16,0-4-22 0,-8-8-25 0,-10-4-21 15,-19-5-22-15,-17 1-17 0,-19-3 2 16,-16-5 3-16,-24 8 6 0,-8-6 6 16,-17-2 4-16,-12-2 4 0,-13-3-2 0,-21-19-4 15,-18-2 1-15,-11 3-6 0,-18 1-6 16,-7 5-4-16,-16 9-5 0,-2 11-2 0,-9 11 1 16,-11 13-20-16,-3 14-27 15,-3 12-25-15,2 10-38 0,2 9-45 0,10 11-59 0,9 4-55 16,10 3-67-16,17 6-64 15,26-9-86-15,17 0-121 0,10-6-180 0,7 0 68 16,9-5-585-16,9-4-762 0</inkml:trace>
  <inkml:trace contextRef="#ctx0" brushRef="#br0" timeOffset="8514.64">9817 4532 3313 0,'0'0'-148'0,"0"0"46"0,0 0 42 0,0 0 33 15,16-2 26-15,-16 2 22 0,0 0 12 16,0 0 16-16,0 0 4 0,0 0 1 15,0 0 11-15,0 0 0 0,7-5 13 16,-7 5 12-16,0 0 36 0,0 0 18 0,0 0 18 16,12-4 15-16,-12 4 21 0,0 0 16 15,0 0 17-15,0 0 31 0,10-1 20 0,-10 1 17 16,0 0 1-16,0 0-9 0,0 0-7 16,0 0-11-16,0 0-22 0,0 0-26 15,-18-13-24-15,18 13-19 0,-22-3-18 0,6 1-18 16,1 0-14-16,0 2-13 0,-7 2-74 15,2 2-45-15,-3-1 0 0,0 4 0 16,-8 3 0-16,1 2 0 0,7-1 0 16,4 1 0-16,2 1 0 0,0 1 0 0,3-1 0 15,1 3 0-15,3 2 0 0,3-1 0 16,3-3 0-16,2-1 0 0,4 3 0 0,2-3 0 16,5 3 0-16,5 1 0 0,9 2 0 15,4-4 0-15,3 1 0 0,3-2 0 0,3-1 0 16,0-1 0-16,-4-1 0 0,-2 1 0 15,-3-4 0-15,-5 1 0 0,-4-1 0 16,-2 0 0-16,-3 0 0 0,-3-2 0 0,-5 3 0 16,1-1 0-16,-6 3 0 0,-4-1 0 15,-1 2 0-15,-9 2 0 0,-1 1 0 16,-3-1 0-16,-5 0 0 0,-1 3 0 16,-1-4 0-16,2-4 0 0,6-1 0 0,0-2 0 15,1 0 0-15,2-4 0 0,0 0 0 16,1 0 0-16,0-4 0 0,13 2 0 0,-19-2 0 15,6 0 0-15,4 2 0 0,2-5 0 16,7 5 0-16,-13-5 0 0,8 0 0 0,5 5 0 16,0-10 0-16,7 1-377 0,4-3-475 15,5 2-93-15,11-9 85 0,14-3-894 0,2 1-1185 16</inkml:trace>
  <inkml:trace contextRef="#ctx0" brushRef="#br0" timeOffset="8781.94">10303 4652 5005 0,'-4'-14'-53'0,"1"4"78"0,-1 3 76 16,0-1 62-16,3 2 60 0,1 6 18 0,-6-8-2 15,6 8-19-15,0 0-10 0,0 0 42 16,0 0 22-16,0 0-4 0,-4 34-11 0,4-15-6 16,-3 4-18-16,3 2-13 0,3 2-170 15,-1 0-52-15,0 8 0 0,0-6 0 16,2-6 0-16,-3 1 0 0,1-5 0 0,0-3 0 15,0-3 0-15,0 2 0 0,0-5 0 16,-1 0 0-16,-1-4 0 0,0 0 0 16,0-6 0-16,2 7 0 0,-2-7-433 15,0 0-223-15,0 0-162 0,0 0-63 0,0 0 88 16,-13-15-775-16,6 5-1010 0</inkml:trace>
  <inkml:trace contextRef="#ctx0" brushRef="#br0" timeOffset="9181.04">9663 4383 4422 0,'-51'22'-128'0,"-2"2"47"0,-3 8 55 0,-9 11 57 16,3 8 40-16,4 5 30 0,3 4 40 15,12 3 26-15,10-8 16 0,8 5 20 0,8 0 4 16,6-2 24-16,11 2 3 0,5 0 14 15,16-2-13-15,12-3-9 0,20 11-7 16,10-10-15-16,11-8-18 0,6-9-16 0,12-6-23 16,9-8-9-16,4-4-6 0,7-9-20 15,2-6-11-15,3-12-12 0,-7-4-6 0,0-7-13 16,-2-7-20-16,-13-7-25 0,-14-2-25 16,-20 2 0-16,6-11 0 0,-23 1 0 0,-6-5 0 15,-8-1 0-15,-5-5 0 0,-11-4 0 16,-8-4 0-16,-12-5 0 0,-10-2 0 15,-10-15 0-15,-12 4 0 0,-10 6 0 16,-9 10 0-16,-10 12 0 0,-7 11 0 0,7 12 0 16,-7 10 0-16,-8 8 0 0,-4 8 0 15,-1 6-41-15,-19 10-212 0,13 6-94 0,21-3-86 16,7 6-80-16,6-1-142 0,6 1-192 16,7-3 77-16,2 0 80 0,12-4-549 15,-1 1-700-15</inkml:trace>
  <inkml:trace contextRef="#ctx0" brushRef="#br0" timeOffset="10130.96">5596 5678 3197 0,'4'-6'-122'0,"-4"6"43"0,0 0 35 16,0 0 34-16,0 0 25 16,0 0 30-16,0 0 22 0,0 0 33 0,0 0 34 15,-38 8 19-15,11 9 25 0,-11 12 21 16,-5 2 28-16,-7 8 12 0,-16 17 14 15,-11 4 13-15,-6 6 13 0,-9 6 23 0,-6 6-3 16,-31 28-1-16,-2-4-6 0,31-24-5 16,1-1-11-16,2-3-5 0,7-3-16 0,6-8-14 15,11-8-17-15,8-4-25 0,17-17-49 16,8-5-150-16,11-7 0 0,6-5 0 0,5-3 0 16,4-2 0-16,5-5 0 15,0-1 0-15,0 1 0 0,4-2 0 0,-1-1 0 16,2-1 0-16,4-3 0 0,-6 5 0 15,6-5 0-15,0 0 0 0,0 0 0 0,0 0 0 16,0 0-161-16,0 0-340 0,0 0-132 16,0 0-206-16,30-12-20 0,-19 2 89 15,2-2-736-15,0-3-952 0</inkml:trace>
  <inkml:trace contextRef="#ctx0" brushRef="#br0" timeOffset="10798.26">5619 5864 3831 0,'-2'-10'-189'16,"-1"6"59"-16,3-4 60 0,0 8 54 0,-4-14 47 15,2 6 38-15,0 1 42 0,2 7 12 16,-6-11 19-16,6 11 17 0,-2-10-3 16,2 10-3-16,-2-8-14 0,2 8-16 0,0 0-13 15,0 0 1-15,0 0 18 16,0 0 11-16,0 0 7 0,27 32 3 0,-2-6 4 15,9 11 1-15,10 4-16 0,17 17 38 16,8 0 13-16,6 6 4 0,4 2 6 0,3 2 0 16,1 5-10-16,0-1-3 0,4-2 0 15,-8 1 5-15,-3-5-5 0,-8-3 5 0,0-3 1 16,-12-5-158-16,-14-12-35 0,-4-1 0 16,-4-3 0-16,-10-12 0 0,-5-2 0 0,-2-2 0 15,-4-8 0-15,-3 1 0 0,-3-7 0 16,-1-3 0-16,0-1 0 0,0 4 0 15,-3-5 0-15,1 1 0 0,1-2 0 16,-3 2 0-16,-2-5 0 0,6 7 0 0,-6-7 0 16,0 0 0-16,0 0 0 0,0 0 0 15,0 0 0-15,0 0 0 0,0 0 0 0,0 0 0 16,0 0 0-16,0 0-848 0,0 0-109 16,-17-16 69-16,8 13-982 0,9 3-1294 15</inkml:trace>
  <inkml:trace contextRef="#ctx0" brushRef="#br0" timeOffset="14713.09">3390 7263 4541 0,'0'0'-317'0,"0"0"79"0,0-7 56 0,0 7 54 15,0 0 43-15,0 0 40 0,0 0 34 16,0 0 36-16,-2-8 18 0,2 8 24 16,0 0 9-16,0 0 5 0,-2-9 3 15,2 9 3-15,0 0 8 0,0 0-3 0,0 0-5 16,-4-8 7-16,4 8-1 0,0 0 6 16,0 0 2-16,0 0 1 0,-2-10 3 15,2 10 5-15,0 0-3 0,0 0 0 0,0 0-6 16,0 0-2-16,0 0-15 0,0 0-9 15,0 0-11-15,0 0-1 0,0 0-10 0,0 0-3 16,-11 25-3-16,9-11-4 0,-2 3 6 16,2 5-5-16,1 0-4 0,-1 4-3 0,0 1 1 15,2-1-5-15,0 2-3 16,2 5-3-16,3-4 1 0,-1-6-3 0,1 0 2 16,1-3-3-16,2-2-3 0,2-2 3 15,-1 0-2-15,0-4 2 0,3-3-4 16,-1-1 3-16,1-4-3 0,-1 0-6 0,4-4 4 15,-15 0-3-15,29-6-1 0,-14 0-3 16,3-5-2-16,-3-1-5 0,-1-2-5 0,0-1-5 16,-1-1 5-16,-1-1-1 0,-2 0-3 15,-5 1 8-15,-1 1-7 0,2-1 2 0,-2 5 7 16,-2-2 10-16,0 4 0 0,-1 4-2 16,-1-4-3-16,0 9-7 0,0 0 0 15,0 0 2-15,0 0 7 0,0 0 12 16,0 0 12-16,-19 29 13 0,15-11 12 15,1 3 6-15,-1 3 7 0,0 2-3 0,2 0-2 16,1-2-7-16,1 1-3 0,0-1-7 16,1-5 3-16,-1 0-14 0,0-2 0 0,2 0-9 15,-2-3 1-15,2-3-3 0,0 1 3 16,-2 0-8-16,2-4 0 0,-2-1-2 0,0 0-13 16,0-7-30-16,4 9-46 0,-4-9-53 15,1 10-65-15,-1-10-90 0,4 3-112 16,-4-3-116-16,0 0-118 0,0 0-166 0,19-15 65 15,-9 3-594-15,9-9-773 0</inkml:trace>
  <inkml:trace contextRef="#ctx0" brushRef="#br0" timeOffset="15098.03">4075 7282 3285 0,'0'-10'-97'0,"0"3"80"0,0 7 58 16,-3-11 48-16,3 11 28 0,-6-5 15 15,6 5 16-15,0 0 15 0,0 0 3 0,-27 18 12 16,13-3 10-16,-6 9 7 0,1 3 2 16,0 4 2-16,-6 8 6 0,4 0 1 15,5-7-8-15,-4 1-13 0,7-1-13 0,3-3-14 16,3-5-15-16,3-2-8 16,2-5-13-16,2-3-6 0,4 2-2 0,1-3-4 15,1-1-10-15,4-1-8 0,1-1-11 16,2-2-7-16,-1-5-3 0,1 1-7 0,-1-2-7 15,-12-2-3-15,20-2-4 0,-20 2-2 16,20-2-6-16,-13-3-4 0,-7 5-1 0,9-8-7 16,-4 4-5-16,-3-4 2 0,-2 8-13 15,2-17 4-15,-6 7 0 0,-1 2-4 16,2-3-9-16,-3 2-1 0,3 2-16 16,-5 1-20-16,1-1-41 0,-5 3-54 0,4 2-60 15,8 2-74-15,-21 4-104 0,10-2-99 0,-1-1-117 16,3 3-166-16,1-2-1 15,8-2 60-15,0 0-511 0,-14-6-664 0</inkml:trace>
  <inkml:trace contextRef="#ctx0" brushRef="#br0" timeOffset="15530.9">3544 6915 3135 0,'-55'14'-116'0,"-6"5"30"15,2 4 35-15,-2 8 31 0,-8 9 30 16,18-4 23-16,3 6 29 0,4 1 17 0,6 7 14 16,6 4 19-16,3 6 21 0,6 2 9 15,8 2-1-15,3 2 10 0,9 0 0 0,6-1-4 16,7 0 0-16,7-5 4 0,6-2 7 15,8-4 2-15,21 4 5 0,-5-17-7 16,8-7-6-16,10-9-3 0,3-6-14 0,9-5-13 16,4-11-6-16,5-9-18 0,14-5-3 15,-23-6-9-15,11-10-10 0,-23 0-2 16,-6-4-9-16,-4-3-3 0,6-13-7 16,-19 4-6-16,-8-5 18 0,-5-2 5 0,-10-5-9 15,-6-5 1-15,-6-2-9 0,-9-1-4 16,-7-5-3-16,-7 0 9 0,-15-13-30 0,-7 5 12 15,-10 7-21-15,-7 8-14 0,8 19-14 16,-9 9-2-16,-1 8-26 0,-6 8-23 16,2 11-30-16,-5 8-43 0,-2 10-51 0,2 5-70 15,1 9-84-15,10 3-85 0,3 2-124 16,12 1-190-16,1 3 65 0,6-6-499 0,16-4-638 16</inkml:trace>
  <inkml:trace contextRef="#ctx0" brushRef="#br0" timeOffset="16313.42">6424 7383 3229 0,'-10'-5'25'16,"10"5"48"-16,-9-8 49 0,3 2 34 16,6 6 20-16,-4-14 34 0,2 7 4 0,2 7-10 15,2-15-8-15,2 7-11 0,2 1-16 16,-3 2-12-16,6-1-14 0,3 0-14 16,0 4-10-16,3 0-12 0,0 4-9 0,1 1-17 15,0 3 8-15,4 2 1 0,-4 1 9 16,-2 3-4-16,-3 3 14 0,0 2 2 15,-6 4 15-15,-7 4 2 0,-3 14-12 0,-13 7-7 16,-3 0-11-16,1-4-10 0,-7 2-8 16,2-10 3-16,5-6 7 0,2-4 15 15,2-8 20-15,5-1 25 0,3-6 16 0,0-1-1 16,1-4-9-16,2-4-136 0,5 0-20 16,-11 2 0-16,11-2 0 0,0 0 0 0,0 0 0 15,0 0 0-15,0 0 0 0,0 0 0 16,0 0 0-16,20-15 0 0,-20 15 0 15,28 1 0-15,-8 1 0 0,4 1 0 0,3 0 0 16,-2 1 0-16,1 0 0 0,-1 0 0 16,2 1 0-16,-4-1 0 0,-6 0 0 15,0-2 0-15,-2 0 0 0,-3 1 0 0,-1 0 0 16,-2-1 0-16,3-2 0 0,-12 0 0 16,13-3 0-16,-5-2-281 0,-3 3-328 0,2-4-145 15,-2 2-126-15,1-5 75 0,1-2-849 16,3-2-1090-16</inkml:trace>
  <inkml:trace contextRef="#ctx0" brushRef="#br0" timeOffset="16746.78">6995 7339 4344 0,'-4'-6'-124'0,"2"0"68"15,2 6 57-15,-5-11 36 0,5 11 14 0,2-8 2 16,-2 8-2-16,0 0-2 0,7-9 0 15,-7 9-2-15,14-3-5 0,-14 3-4 16,15 3-2-16,-5 1-1 0,-3 1 3 0,2 1 7 16,-3 3 9-16,2 3 9 0,-2 3 8 15,-2 1 9-15,-4 3-1 0,-2 3-4 0,-4 3 0 16,4-2 12-16,-8 8 4 0,6-7 15 16,-3-5 2-16,3-2 2 0,1-2 2 0,-1-1-1 15,-1-2 3-15,5-2 4 0,-2 1 6 16,2-1 4-16,0 0 3 0,2-3 5 15,1 3-8-15,1-1 0 0,1 1 6 16,1 0-3-16,1 1-9 0,3-1-12 0,-2 1-1 16,1-2 3-16,-2 4-12 0,0-3 17 15,-1-2 10-15,-1 3 9 0,-1-3-108 0,-1 1-28 16,-3-1 0-16,0 0 0 0,-1 0 0 16,-5 1 0-16,1-1 0 0,-6-2 0 15,2 2 0-15,-2-1 0 0,-5-2 0 0,2-2 0 16,-6-1 0-16,-1 0 0 0,1-2 0 15,-7-2 0-15,0-3 0 0,-7-4 0 16,1-2-424-16,1-2-304 0,3 0-164 16,6-4 38-16,0-4 76 0,9 4-758 0,-2-8-979 15</inkml:trace>
  <inkml:trace contextRef="#ctx0" brushRef="#br0" timeOffset="17162.71">6557 7008 3918 0,'-38'5'-166'16,"-4"3"35"-16,-13 8 41 0,-4 8 42 15,0 3 38-15,-2 2 42 0,-18 11 33 16,11 6 30-16,3 5 24 0,4 3 13 16,4 9 17-16,5 2 14 0,11 3 4 0,7 7 7 15,12-15 9-15,11 1 9 0,5 8 17 16,12-2 9-16,7 0 36 0,8-4-2 0,21 9 1 15,15-7-4-15,10-10-1 0,9-9-1 16,14-10-8-16,7-12-23 0,13-6-15 0,5-11-20 16,-1-7-16-16,8-11-20 0,-2-10-13 15,-3-5-94-15,-13-8-38 0,-7-7 0 16,-13-3 0-16,-11-1 0 0,-15-4 0 0,-17 9 0 16,-5-5 0-16,-7-3 0 0,-12-6 0 15,-4-6 0-15,-11-2 0 0,-8-4 0 0,-8-3 0 16,-10-15 0-16,-14 1 0 15,-9 3 0-15,-13 3 0 0,-8 9 0 0,-9 10 0 16,-3 11 0-16,-5 12 0 0,10 18 0 16,-5 10 0-16,0 14 0 0,-18 13 0 0,0 9 0 15,4 5-141-15,8 7-463 0,9 0-130 16,7 1-167-16,21-9 70 0,3-2 102 0,7 0-717 16,12-6-895-16</inkml:trace>
  <inkml:trace contextRef="#ctx0" brushRef="#br0" timeOffset="18695.77">10204 5678 3597 0,'0'0'-192'0,"0"-8"53"0,0 8 41 0,0-9 43 16,0 9 32-16,0-10 31 0,0 10 21 16,0-10 21-16,0 10 15 0,-2-10 3 0,2 10 7 15,0-11 7-15,0 11 4 0,0 0 3 16,0-12 6-16,0 12 0 0,0 0 11 16,0-8-5-16,0 8-10 0,0 0-4 15,0 0-11-15,-1-9-7 0,1 9-9 16,0 0-5-16,0 0-7 0,0 0 11 0,0 0 0 15,-18 26 17-15,11-9 16 0,-10 15 17 16,-4 9 15-16,-6 7 5 0,-2 8-10 0,-10 18 1 16,-4 1 18-16,2 3-10 0,-3 5-11 15,2 1 10-15,-2 6 12 0,4-3 8 0,-4-3-9 16,10-5 1-16,-2-5-6 16,9-18-14-16,4-1 20 0,2-4-12 0,2-3-8 0,0-5-15 15,4-11-10-15,1 0-8 0,5-3-6 16,0-5-6-16,0-7-7 0,4-3-6 15,1-2-6-15,2-2 3 0,-1-3 6 16,1 1 5-16,0-3 9 0,2-5 3 0,-4 10 1 16,4-10-66-16,-1 7-16 0,1-7 0 15,0 0 0-15,0 0 0 0,0 0 0 16,0 0 0-16,0 0 0 0,0 0-182 0,0 0-100 16,11-25-94-16,-8 16-91 0,5-1-95 15,-3-5-98-15,5-3-145 0,5-11 74 0,1-2-672 16,11-8-856-16</inkml:trace>
  <inkml:trace contextRef="#ctx0" brushRef="#br0" timeOffset="19212.74">10273 5670 3574 0,'0'-7'-161'0,"0"2"72"0,0 5 61 0,0-9 44 16,0 9 27-16,-4-8 28 0,4 8 17 15,0 0 12-15,-6-10 11 0,6 10 4 16,-7-4-5-16,7 4 4 0,0 0-5 16,-9-3 0-16,9 3-5 0,0 0-4 15,0 0-8-15,0 0 1 0,0 0 0 0,-14 15 7 16,14-5 2-16,4-3 9 0,1 7 10 15,5 1 2-15,3 11 4 0,7 1-3 0,5 6 0 16,3 7-3-16,5 3-22 0,3 6-4 16,9 14-4-16,3 7-13 0,6 0-3 0,3 2 0 15,8 3-9-15,5 0 1 0,5 1 35 16,2-8 15-16,5-1 6 0,-4-5 14 16,0-3 3-16,-2-5-1 0,-5-6-2 15,-18-10 0-15,-3-2-7 0,-6 0-4 0,-6-5 5 16,-4-1-5-16,-11-7-8 0,-6-8-53 15,-3 1-65-15,-1-4 0 0,-4 0 0 16,-1-5 0-16,2 2 0 0,-7-4 0 0,5 1 0 16,-5-2 0-16,-3-4 0 0,9 7 0 15,-9-7 0-15,7 5 0 0,-7-5 0 0,6 7 0 16,-6-7 0-16,0 0 0 0,5 3 0 16,-5-3 0-16,0 0 0 0,0 0 0 0,0 0 0 15,0 0-206-15,0 0-523 0,0 0-220 16,0 0 75-16,-27-8 84 0,16 4-789 0,-3 1-1021 15</inkml:trace>
  <inkml:trace contextRef="#ctx0" brushRef="#br0" timeOffset="23112.15">9069 7504 4150 0,'-14'-1'-109'0,"14"1"46"16,0 0 33-16,-15-5 51 0,15 5 25 0,-10-8 24 0,10 8 8 16,-5-9 12-16,1 2-9 15,2 0-7-15,2-2-5 0,2 0-11 0,2-2-1 16,1-1-10-16,3 3-8 0,0 1-9 16,3 2 4-16,5-2-10 0,-2 4 8 15,4 3-3-15,1 2-3 0,3 3-2 0,2 1 0 16,6 7 1-16,-9 0 0 0,0 8 1 15,-4-6 18-15,-6 3 14 0,-2 3 15 0,-8-2 10 16,1 5 5-16,-4-1-5 0,-3 10-6 16,-7 1 2-16,-3 1-12 0,-1-2-7 15,-5-1-1-15,1-5-4 0,0-1 1 0,2-3 18 16,2-7 15-16,3-2 33 0,3-3 3 0,1-5-1 16,2-2-13-16,7-3-1 15,-12 4-2-15,12-4-13 0,0 0-4 0,0 0-10 16,0 0-8-16,-17-7-6 0,17 7-18 15,0 0-2-15,0 0-11 0,0 0-2 0,0 0 0 16,0 0-2-16,0 0-2 0,55 7-2 16,-40-2-4-16,5 1 1 0,-4 7-1 15,4-5-10-15,-1-1-1 0,-2 3 1 0,-4-3-3 16,0 0-4-16,-3-2 2 0,2 0 1 16,-5 0-2-16,2 1-5 0,-1-2-25 0,0-2-12 15,-8-2-33-15,9 4-33 0,0-1-42 16,-9-3-58-16,11 5-85 0,-11-5-108 15,9 0-92-15,-9 0-103 0,0 0-172 16,15-8 67-16,-11 2-604 0,4 0-754 0</inkml:trace>
  <inkml:trace contextRef="#ctx0" brushRef="#br0" timeOffset="23560.95">9789 7357 3419 0,'0'-10'-58'0,"0"10"59"0,-2-7 57 16,2 7 50-16,-2-7 20 0,2 7 15 0,-2-6 7 16,2 6-8-16,0 0 7 0,0 0 7 15,0 0 9-15,-25 13 6 0,14 1 13 0,-8 6 0 16,0 6 7-16,-2 3 3 0,-6 11-1 15,0-2 10-15,3 0-12 0,5-6-10 0,1-3-12 16,5 0-14-16,2 0-13 0,3-8-11 16,4-3-8-16,2-1 2 0,1-5-10 15,1 0-3-15,1-1 3 0,3-1-2 16,2-1-3-16,0-2-5 0,3-4-7 0,-3 1-8 16,3-2-7-16,-9-2-9 0,20 0-7 15,-9-4-56-15,-1 2-11 0,-3-3 0 16,2 0 0-16,0-2 0 0,-4 1 0 0,-1-3 0 15,0 2 0-15,-1-2 0 0,-3 2 0 16,2 0 0-16,-2 0 0 0,0 7 0 0,0-9 0 16,0 9 0-16,-2-7 0 0,2 7 0 15,-7-4 0-15,7 4 0 0,-14-2 0 0,14 2-202 16,0 0-155-16,-24 6-109 0,14-2-107 16,3-4-126-16,-3 0-116 0,10 0 57 0,-15 0-712 15,15 0-917-15</inkml:trace>
  <inkml:trace contextRef="#ctx0" brushRef="#br0" timeOffset="24011.21">9214 7040 3723 0,'-55'21'-200'0,"-5"4"43"16,-1 9 48-16,4-1 43 16,-8 17 42-16,1 5 36 0,8 3 27 0,8 7 32 15,10 7 30-15,13-12 13 0,2 2 4 16,10 3 11-16,6 2-4 0,3 0 6 0,12-3 9 16,7 0 18-16,9-5 13 0,13-7-4 15,3-7 8-15,25 4-10 0,7-8-2 16,10-10-9-16,-8-13-10 0,24-1-15 0,-17-11-11 15,3-4-10-15,0-6-5 0,15-10-18 16,-4-5-5-16,-28-3-6 0,-2 0-8 16,-8-9-5-16,-4-1-9 0,-3-8-6 15,-8 1 3-15,-6-6-11 0,-6-1 8 0,-8-6-1 0,-9-4-1 16,-9-4 1-16,-7 0-4 16,-8 0-6-16,-10 0-10 0,-15-12-6 0,-7 1 3 15,-13 11-7-15,-3 2-7 0,-6 13-13 16,5 20-13-16,-5 6-19 0,-6 12-23 0,-7 8-38 15,3 10-41-15,1 8-55 0,4 3-73 16,7 4-59-16,8 0-69 0,11-1-90 0,13-2-154 16,11-2-16-16,6-3 64 0,6-4-392 15,8-3-459-15</inkml:trace>
  <inkml:trace contextRef="#ctx0" brushRef="#br0" timeOffset="25727.65">11334 7390 2692 0,'0'0'23'0,"0"0"36"16,0 0 45-16,0 0 38 0,0 0 33 15,0 0 14-15,0 0 8 0,-20-12 9 0,18 5-9 16,2 7-8-16,4-15-8 0,-1 6-8 15,1 1-4-15,2 0-15 0,-3-2-8 16,6 2-11-16,-2-1-11 0,2 1-11 0,0 1-13 16,4 1-6-16,-1 5-7 15,2-2-6-15,-1 3-10 0,5 4-6 0,-2 0-5 16,0 1-3-16,-1 2-3 0,1 2 12 16,-2 3-5-16,-2 1 1 0,-1-1 14 0,-5 3-1 15,1 2 5-15,-4-1 6 0,-3 1-3 16,-3 2-6-16,0 4-7 0,-5-1 9 0,1-1-6 15,0-3 5-15,-2-2 10 0,6-2 9 16,-3-4 16-16,2 0 8 0,2-1 4 0,1-2 4 16,-3-1 3-16,4-6-7 0,-2 11-6 15,2-11-20-15,-2 8-59 0,2-8-40 16,2 10 0-16,-2-10 0 0,9 7 0 0,1-1 0 16,-3 0 0-16,5 4 0 0,1-1 0 15,1 1 0-15,1 5 0 0,-2-1 0 16,-2 1 0-16,1-1 0 0,-2 4 0 15,-3-1 0-15,-1-3 0 0,-5 1 0 0,1-1 0 16,-2 0 0-16,-2-1 0 0,1 0 0 16,-7-1 0-16,1-1 0 0,-1 0 0 0,-4-1 0 15,0 0 0-15,-4 0 0 0,1-6 0 16,-1 4 0-16,3-6 0 0,-2 1 0 0,4-1 0 16,-5 0 0-16,3-2 0 0,-1-2 0 15,3 0 0-15,-4-3 0 0,5-1 0 16,3-5 0-16,1-1-16 0,2-3-755 0,6-5-196 15,9-9 80-15,3-2 100 0,7-10-833 0,5 5-1059 16</inkml:trace>
  <inkml:trace contextRef="#ctx0" brushRef="#br0" timeOffset="26027.45">11794 7412 4366 0,'0'0'-48'16,"-14"-2"75"-16,14 2 64 0,-9-1 45 0,9 1 23 15,0 0 13-15,-10-6-4 0,10 6-15 16,0 0 3-16,0 0-21 0,0 0-17 0,10-13-10 16,1 9-11-16,1-1-13 0,3 2-8 15,-2-1-6-15,3 4-2 0,-16 0 30 0,26 4 6 16,-13 1 18-16,1 3 11 0,-3 4 7 16,0 0 2-16,0 5-2 0,-4 4-11 15,0 0-5-15,-1 1-17 0,0 2-11 16,-4-1-11-16,2-1-9 0,0 0-8 0,-1-3-17 15,-1-2-27-15,0 0-36 0,2-1-45 16,-2-4-52-16,-1-2-48 0,2 1-46 16,-3-3-38-16,2-2-66 0,0 0-69 0,-2-6-35 15,0 0-36-15,0 0-32 16,0 0-8-16,0 0 17 0,0 0 29 0,0 0 45 0,0 0-686 16</inkml:trace>
  <inkml:trace contextRef="#ctx0" brushRef="#br0" timeOffset="26177.7">11981 7709 2663 0,'0'0'-149'0,"-29"-9"73"0,29 9 54 0,-15 3 52 0,5-3 46 16,10 0 41-16,-15 3 37 15,7-2 34-15,8-1 11 0,-9 4 18 0,9-4 8 16,0 0-3-16,-9 4-6 0,9-4-19 16,0 0-14-16,0 0-15 0,0 0-22 0,0 0-41 15,26 5-51-15,-13-10-72 0,2 3-92 16,5-2-87-16,-6-2-78 0,8-2-117 0,-3-1-136 16,-1-3-45-16,0 0 48 0,5-5-256 15,-6 0-269-15</inkml:trace>
  <inkml:trace contextRef="#ctx0" brushRef="#br0" timeOffset="26560.82">11343 6997 2277 0,'-61'23'70'0,"1"2"44"16,-14 13 58-16,0 7 48 0,2 5 28 0,6 4 28 15,7 6 17-15,6 10 8 0,7 3 6 16,8 0 11-16,15-14 3 0,8 6 10 16,12-4 1-16,10 1-11 0,13-2-8 0,21 7-16 15,13-4-35-15,19-11-16 16,13-7-20-16,11-12-21 0,14-5-22 0,5-10-18 16,2-10-18-16,9-6-12 0,-2-11-24 15,1-6-111-15,-2-9 0 0,-8-4 0 0,-8-5 0 16,-11 0 0-16,-15-4 0 0,-26 6 0 15,-11-3 0-15,-4-5 0 0,-15-6 0 0,-11-5 0 16,-7-3 0-16,-16-2 0 0,-8-7 0 16,-25-11 0-16,-4 1 0 0,-14 2 0 0,-10 10 0 15,-6 2 0-15,-9 15 0 0,-7 10 0 16,-10 14 0-16,-10 10 0 0,0 15 0 0,-4 7-339 16,0 8-134-16,7 4-149 0,3 4-219 15,17-2 9-15,25-3 95 0,8-4-741 0,13 1-927 16</inkml:trace>
  <inkml:trace contextRef="#ctx0" brushRef="#br0" timeOffset="27627.2">11863 7502 3693 0,'-16'2'-148'16,"3"1"56"-16,1-3 45 0,3 1 46 16,9-1 60-16,-17-1 49 0,17 1 29 0,-14 1 11 15,14-1 2-15,0 0-2 0,-13-1-12 16,13 1-12-16,0 0-7 0,0 0-8 0,-3-5-14 15,3 5-5-15,0 0-16 0,16-12 1 16,0 8-11-16,2-4-9 0,2 1-2 16,3-3-6-16,-1 4-6 0,-1 0-3 0,-3 1-7 15,-3-1 0-15,-1 3-5 0,-5-3 5 16,0 3-4-16,-9 3-2 0,18-4-1 16,-18 4 5-16,9-2 7 0,-9 2-4 15,0 0 3-15,14 0 13 0,-14 0 11 0,0 0 9 16,3 12 13-16,-3 0 18 0,0 5 31 15,-1 0 4-15,-1 9 5 0,-7 13-9 0,4 0-11 16,-1 4 0-16,3-2-8 0,-1 2 7 16,0-3-3-16,1 1 12 0,3 0-8 0,-3-4-20 15,1-1-9-15,0 0-2 0,2-8 1 16,-2-6-3-16,2-1-11 0,-2-3-3 16,2 0-9-16,-2-4-6 0,2-2-5 0,0-2-4 15,0-3-8-15,0 3-24 0,-1-3-16 16,1-7 0-16,1 12 0 0,-1-12 0 15,0 0 0-15,-1 8-138 0,1-8-63 0,0 0-65 16,0 0-85-16,0 0-96 0,1-23-86 16,-1 12-97-16,0-3-158 0,2 0 61 0,0 1-671 15,0-4-850-15</inkml:trace>
  <inkml:trace contextRef="#ctx0" brushRef="#br0" timeOffset="27860.47">11912 7850 4172 0,'-13'-2'119'0,"13"2"42"0,0 0 43 0,0 0 46 16,-11-4 33-16,11 4 22 0,0 0 25 15,0 0 6-15,0 0-17 0,22-13-27 0,-7 7-27 16,9-2-41-16,6-1-26 0,4-1-19 16,0 0-31-16,-3 0-43 0,1-1-48 0,-7 2-46 15,-6 3-69-15,-4 0-68 0,-2 4-67 16,-1 0-61-16,-2-2-100 0,-5 1-101 0,-5 3-113 15,7-9-200-15,-7 9 14 0,-1-6 62 16,1 6-579-16,-10-9-730 0</inkml:trace>
  <inkml:trace contextRef="#ctx0" brushRef="#br0" timeOffset="31177.26">10086 1867 1658 0,'0'0'238'16,"-2"-12"-23"-16,2 12-6 0,0-7 11 16,0 7-9-16,0 0-19 0,-3-9-15 0,3 9-14 15,0 0-11-15,0 0-17 0,-4-8-10 16,4 8-15-16,0 0-13 0,0 0-11 0,0 0 0 15,0 0 4-15,0 0-7 0,0 0-5 16,0 0-9-16,0 0-1 0,0 0 4 16,0 0 8-16,-6 22-1 0,6-22 2 0,0 0-2 15,4 11-5-15,-4-11 0 0,4 8 2 16,-4-8 0-16,5 9 8 0,1-4 1 16,0-2 2-16,5 1-2 0,2-1-3 15,8-1-2-15,4-1-14 0,21-4 3 16,11-4-13-16,9-1-4 0,0-6-1 0,8-5-13 15,16-6-1-15,5-6 1 0,-4-1-9 16,1-5 1-16,-5 4-5 0,-2 1 1 16,-23 6-4-16,-3 6-7 0,-7 1 5 0,-16 7-3 15,-5 1 14-15,-11 3 30 0,-1 2 20 16,-6 0-4-16,-1 3 15 0,-4 1 5 0,-8 2 5 16,17-6-6-16,-13 5 3 15,-4 1 7-15,11-5-10 0,-11 5-1 0,10-4-3 16,-10 4-10-16,0 0 0 0,11-6-7 15,-11 6 0-15,0 0-13 0,0 0-7 16,10-2-2-16,-10 2-7 0,0 0-8 0,0 0 0 16,0 0-8-16,5-3-4 0,-5 3-5 15,0 0-32-15,0 0-33 0,0 0-59 0,0 0-109 16,0 0-129-16,0 0-118 0,0 0-145 16,0 0-285-16,-24-6 69 0,10 3 86 15,14 3-571-15,-34 0-764 0</inkml:trace>
  <inkml:trace contextRef="#ctx0" brushRef="#br0" timeOffset="32726.32">4646 4422 3291 0,'0'0'-160'16,"0"0"39"-16,0 0 40 0,-12-4 32 16,12 4 31-16,0 0 32 0,0 0 15 15,0 0 8-15,0 0 14 0,-3-6 17 16,3 6 12-16,0 0 19 0,0 0 6 16,-5-9 6-16,5 9 0 0,0 0 4 0,0 0-10 15,0 0-1-15,0 0-11 0,0 0-11 16,0 0-11-16,0 0-9 0,0 0-2 0,0 0 4 15,0 0 0-15,0 0-16 0,-7 22 0 16,7-13-13-16,0-9-1 0,5 15 3 16,-1-8 1-16,2 0-8 0,0 1 8 0,5-2-3 15,1-5 1-15,8-1 0 0,7-1 3 16,13-10-5-16,13-6-5 0,-1-3-2 0,4-3-5 16,-3 0 5-16,0-3-10 0,-5-1 1 15,-5 4 2-15,-2 0-9 0,-10 6-2 16,-6 5-1-16,-5 2 6 0,-3 1-2 15,-6 4 2-15,0 0 2 0,-4 3 8 16,2-2 7-16,-3-2 4 0,-6 6 4 0,14-5 6 16,-14 5 5-16,9-7 1 0,-4 2-2 15,-5 5-1-15,6-2-5 0,-6 2-7 0,0 0-3 16,0 0 1-16,10-6-9 0,-10 6-2 16,0 0-4-16,0 0-3 0,8-4-12 15,-8 4-14-15,0 0-31 0,0 0-42 0,0 0-47 16,0 0-53-16,0 0-61 0,0 0-68 15,9-3-116-15,-9 3-187 0,0 0-19 16,0 0 60-16,0 0-266 0,0 0-326 16</inkml:trace>
  <inkml:trace contextRef="#ctx0" brushRef="#br0" timeOffset="33842.86">11131 3933 2227 0,'0'0'17'0,"-2"-9"27"16,2 9 4-16,-2-6-2 0,2 6-7 16,0 0-5-16,0 0 16 0,0 0 27 15,0 0 7-15,0 0-5 0,0 0-4 0,0 0-1 16,15 27 10-16,-4-19 0 0,10 1 13 16,12 1-6-16,5-4-4 0,8-3-8 0,6-3-13 15,10-5 1-15,1 1-13 0,-2-6-5 16,-2-2-4-16,-1 0-1 0,-8 2-3 15,-11 0 1-15,-3-1 9 0,-11 4 20 0,-5 2 23 16,-6 2 3-16,-3 0 9 16,0 1 5-16,0 0 2 0,-11 2 4 0,14-3-2 15,-14 3-5-15,12-2-11 0,-12 2-12 16,10-3-9-16,-10 3-7 0,0 0-13 0,0 0-23 16,17 0-46-16,-17 0-45 0,0 0-78 15,8-2-88-15,-8 2-83 0,0 0-120 16,0 0-170-16,0 0-19 0,-14 16 63 0,4-10-240 15,-1 3-278-15</inkml:trace>
  <inkml:trace contextRef="#ctx0" brushRef="#br0" timeOffset="35194.72">2904 6892 2032 0,'0'0'-74'0,"0"0"24"16,0-10 15-16,0 10 13 0,0 0 15 15,0 0 20-15,0 0 10 0,0 0 5 0,0 0 16 16,0 0-1-16,0 0 8 15,-16 20 0-15,16-20-5 0,0 0 0 0,0 9-1 16,0-9 2-16,0 0 12 0,2 10 9 16,-2-10 8-16,14 6 8 0,-5-4-2 15,-9-2-9-15,29 0-5 0,-8-2-8 0,13-5-6 16,2 2-4-16,4-3-17 0,3-1-34 16,-4 1-49-16,3-2-59 0,-5 2-75 0,1 1-89 15,-4 1-155-15,-9 0-233 0,-7 2-157 16</inkml:trace>
  <inkml:trace contextRef="#ctx0" brushRef="#br0" timeOffset="36325.69">5545 7217 1767 0,'0'0'47'0,"0"0"8"15,0 0 4-15,0 0 12 0,-1 29 11 16,-4-22 18-16,5 2 9 0,0-1 1 15,5 1 6-15,0 1 6 0,2-3 12 0,6-1-1 16,7-4-7-16,1-2-19 16,17-5-7-16,15-7-9 0,3-7-10 0,-2 1-11 15,0-3-7-15,-2-4-13 0,-5 2-16 16,-5-1-12-16,-13 8-7 0,-2-1-2 0,-7 5-4 16,-4 3-18-16,-7 3-13 0,0 0-27 15,-2 1-39-15,-4 2-50 0,-3 3-63 0,0 0-87 16,0 0-145-16,0 0-58 0,0 0-178 15,0 0-165-15</inkml:trace>
  <inkml:trace contextRef="#ctx0" brushRef="#br0" timeOffset="36842.87">8977 6785 2044 0,'-1'8'67'0,"-3"-1"-3"16,6-2-2-16,-2-5 6 0,7 9 19 0,1-8 16 15,1 1 8-15,6-2-1 0,9-3-16 16,13-4-3-16,3-3-14 0,16-6-3 0,-1 1-14 16,-1-4-4-16,-4 0-15 0,-2 2-21 15,-12 3-26-15,1 4-28 0,-9 0-37 16,-5 3-39-16,-3 2-52 0,-7 2-35 0,-2 1-46 15,-1 2-88-15,-10 0-109 0,16 0-116 16,-16 0-59-16</inkml:trace>
  <inkml:trace contextRef="#ctx0" brushRef="#br0" timeOffset="37225.73">11757 6493 1865 0,'-11'5'203'16,"11"-5"11"-16,-5 4 9 0,5-4 4 15,0 0 2-15,0 0-1 0,0 0-17 0,0 0-13 16,0 0-10-16,0 0-12 0,0 0-18 16,0 0-23-16,49-11-12 0,-17 3-13 15,9-3-37-15,-4 3-51 0,1-4-64 0,3 2-86 16,-5-1-83-16,-4 0-107 0,-3-1-126 15,-9 4-142-15,-4 2 49 0,-7-1-251 16,-2 4-277-16</inkml:trace>
  <inkml:trace contextRef="#ctx0" brushRef="#br0" timeOffset="41457.3">13258 2404 835 0,'0'0'361'0,"0"0"-48"0,11 2-33 15,-11-2-18-15,0 0 6 0,0 0-19 16,0 0 1-16,0 0-8 0,14-5-5 15,-14 5 6-15,0 0-9 0,0 0-7 16,3-6-5-16,-3 6-15 0,0 0-9 0,0 0-19 16,0-12-16-16,0 12-14 0,0 0-17 15,0 0-15-15,-10-10-13 0,10 10-10 16,-5-4-24-16,5 4-7 0,0 0-10 0,-27 2-6 16,14 3-1-16,-7 6-5 0,-6 3-5 15,2 1-4-15,-1 4 1 0,2 3-2 0,1 2-5 16,6 1-5-16,0 3 2 0,7 1-1 15,0 0-1-15,2-4-2 0,5-3-1 16,4-3 0-16,3 0-5 0,-2 3 1 0,7-2-4 16,1-2 5-16,1-2 6 0,1-2-13 15,2 0 3-15,2-2-2 0,2 0-2 16,-2-5 0-16,4-1 3 0,-1-2-10 0,-4-1-35 16,2-3-50-16,0 0-60 0,0-1-46 15,1-1-72-15,0-2-72 0,0-1-79 16,2-1-98-16,-4-3-178 0,2 0 35 15,-4 2-361-15,1 2-490 0</inkml:trace>
  <inkml:trace contextRef="#ctx0" brushRef="#br0" timeOffset="41809.91">13511 2656 2775 0,'0'0'45'0,"-13"-8"40"16,13 8 35-16,-10-2 39 0,10 2 11 15,0 0-8-15,0 0-17 0,-11-2-10 16,11 2-7-16,0 0-15 0,0 0-10 16,-6 16-3-16,6-16-9 0,6 12-10 0,-5-3-2 15,5-1-5-15,-1 2-5 0,6 0-4 16,-2-1-2-16,2-4-8 0,5 0-7 0,-3-2 0 16,2-1-2-16,2-2-5 0,2-3-4 15,3-1 1-15,0-1-3 0,-5-2 28 16,5-1 16-16,-8-1 6 0,0-1 3 0,-3-2 5 15,0 1 1-15,-2-1-5 0,-6-1-7 16,3-1-7-16,-4 0-11 0,-2-1-7 16,-2-1-4-16,-2-1-11 0,1 3-5 15,-3 3-18-15,1 3-34 0,-4-2-35 0,0 7-34 16,-1 1-42-16,10 2-55 0,-31 7-70 16,17 1-73-16,-4 1-99 0,1 3-132 15,5-4-130-15,3 4 56 0,4-7-326 0,-1 3-433 16</inkml:trace>
  <inkml:trace contextRef="#ctx0" brushRef="#br0" timeOffset="42392.8">13916 2536 2682 0,'-2'-12'67'16,"2"12"52"-16,0 0 49 0,0 0 25 0,-7-11 10 15,7 11-12-15,0 0-14 0,0 0-19 16,0 0-1-16,0 0-3 0,0 0-12 15,0 0-13-15,-5 29-2 0,3-16-4 0,2-1-12 16,-2 3-10-16,0-3 11 0,0 1-3 16,2-3-7-16,-2 3-7 0,2-3 1 0,0-2 1 15,0 0 9-15,0-8 10 0,0 12 11 16,0-12 16-16,0 7-7 0,0-7 23 16,0 0 12-16,-2 10 0 0,2-10-22 0,0 0-13 15,0 0-18-15,0 0-5 16,10-31-15-16,-7 21-14 0,-1-3-11 0,6-1-6 15,-7 6-5-15,4-1-10 0,1-1-8 16,-4 4-7-16,1 0-8 0,-3 6-5 0,13-5-4 16,-13 5 1-16,14 0-6 0,-14 0-4 15,20 9-7-15,-10-3 5 0,0 4 6 16,-3-1-11-16,3 3 2 0,-2 0-3 0,-3 1-3 16,1 1 5-16,-3-2-9 0,-1-2-1 15,3-1-2-15,-3 1 0 0,0-3 3 16,-1-1 4-16,-1-6 3 0,2 9 0 0,-2-9 10 15,4 5 11-15,-4-5-20 0,0 0 3 0,0 0-3 16,9-22-6-16,0 7 4 16,-4-4-1-16,4 0-3 0,2-1-2 0,1 3-6 15,-1 3 6-15,-1-4 6 0,0 7-6 16,-3 5-6-16,1-3-5 0,-3 4 6 16,4 1-7-16,-9 4 5 0,14-1-1 0,-14 1 1 15,16 7-2-15,-7-1 5 0,-1 4-1 16,0-1-2-16,-1 3 3 0,1 0-4 0,-1 3 5 15,0-2-41-15,-4 1-32 0,1-4-31 16,2 2-34-16,-5-3-38 0,3 1-47 16,0-3-50-16,-1 0-60 0,-1 0-60 0,-2-7-71 15,5 6-122-15,-5-6-161 0,0 0 55 16,0 0-480-16,17-13-643 0</inkml:trace>
  <inkml:trace contextRef="#ctx0" brushRef="#br0" timeOffset="42691.19">14475 2002 3238 0,'-9'-14'-18'0,"1"-1"58"0,2 6 41 0,1 4-10 16,-1 1-4-16,6 4-11 0,0 0-1 16,0 0-6-16,0 0 49 0,-2 33 4 15,2 6 37-15,0 7 27 0,0 16 2 0,0 8-7 16,-3 9-16-16,-2 22-11 15,3-20-12-15,0-3-12 0,2 3-12 0,-2-9-11 16,2 2-20-16,0-7-2 0,0-5-7 16,0-3-5-16,0-17-7 0,0-3-3 0,2-10-9 15,-2-5-7-15,-2-4-63 0,2-8-51 16,0 2-53-16,0-7-76 0,0-2-88 16,0-5-94-16,0 0-107 0,0 0-124 0,0 0 33 15,0-35-306-15,0 14-383 0</inkml:trace>
  <inkml:trace contextRef="#ctx0" brushRef="#br0" timeOffset="42940.33">14468 2481 2387 0,'5'-14'-39'0,"3"4"31"0,-3 1 26 16,6 0 19-16,-2 5 10 0,-2 2 4 0,4-1 9 16,-1 3 4-16,-10 0 15 0,27 5 20 15,-14-1 22-15,-2 4 19 0,1 0 26 0,-3 1 8 16,2 3 19-16,-6-4 16 0,1 4 11 15,-4 0-3-15,-2 0-8 0,0 0-15 16,-4 3-20-16,0 1-14 0,0-3-14 0,-4 1-13 16,1-2-10-16,-1-1-14 0,1-1-14 15,-5-2-22-15,5-4-36 0,-4 0-47 0,-2-3-55 16,13-1-83-16,-18-10-92 16,10-1-75-16,0-6-97 0,3-3-100 0,-1-16-151 15,6-2 47-15,8-1-305 0,-1-11-401 16</inkml:trace>
  <inkml:trace contextRef="#ctx0" brushRef="#br0" timeOffset="43008.07">14653 2100 2533 0,'3'-8'45'0,"-1"1"57"0,0 2 25 0,-2 5 15 15,0 0 7-15,0 0-21 0</inkml:trace>
  <inkml:trace contextRef="#ctx0" brushRef="#br0" timeOffset="44490.98">14895 2159 275 0,'-4'-16'346'16,"-1"3"-40"-16,3-1-22 0,1 4-15 0,-3-1 16 15,2 1 3-15,0 2 14 0,0 0-15 16,1 2-25-16,-1-1-29 0,2 7-21 0,-6-5-26 15,6 5-12-15,0 0-6 0,-14 26-19 16,3 3 0-16,-1 3-5 0,3 6 2 16,0 10-5-16,0 4-12 0,-2 3 14 0,2 3-4 15,4-4-17-15,1-8-6 0,-1-3-12 16,2-4-12-16,1 1-10 0,2-9-2 16,0-5-12-16,0-5-4 0,2-1-4 15,-2-3-14-15,1 0-3 0,-1-3-8 16,2-2-5-16,-2-2-65 0,3-3-76 0,1 0-82 15,-1-2-110-15,-3-5-143 0,12 0-193 16,-12 0-60-16,23-10 74 0,-9-2-364 0,9-9-466 16</inkml:trace>
  <inkml:trace contextRef="#ctx0" brushRef="#br0" timeOffset="44856.87">15157 2508 2799 0,'0'0'37'16,"0"0"24"-16,0 0 12 15,16 5 18-15,-16-5 15 0,0 0-1 0,0 0-15 16,0 0 5-16,9 4-2 0,-9-4 2 16,0 0-3-16,16 0-1 0,-16 0 1 15,14-2-6-15,-14 2-4 0,22-7-10 0,-13 2-3 16,-2 0-11-16,4-2 2 0,-2 0 14 16,-4 0 1-16,3-3 4 0,-4 2-7 0,-4-1-10 15,0-2-3-15,-1 2-8 0,-6-2-6 16,1 1-4-16,-5 3-6 0,-1 4-5 15,-1-1-4-15,-8 6-5 0,-1 2 1 0,3 1 0 16,-12 10 0-16,4-1-1 16,4 4 3-16,0 3 2 0,7 1 4 0,0 0 3 0,3 1 3 15,7-5 0-15,3-1 0 16,-1-1 11-16,4 1-2 0,6-1 5 0,-3-1-4 16,8-1-5-16,3 0 2 0,5-5-5 15,0-1-5-15,6-4-2 0,5-4-17 16,8 0-62-16,2-8-75 0,4-1-98 0,3-7-96 15,3-5-99-15,-6 3-96 0,-5-9-116 16,-2 4 6-16,0-6-339 0,-7-1-440 0</inkml:trace>
  <inkml:trace contextRef="#ctx0" brushRef="#br0" timeOffset="44925.7">15748 1959 2561 0,'-5'-27'-10'0,"-5"5"52"15,2 3 51-15</inkml:trace>
  <inkml:trace contextRef="#ctx0" brushRef="#br0" timeOffset="46629.03">15552 2522 2569 0,'-13'-2'28'0,"2"2"18"0,-1-2 3 16,12 2 14-16,-20-3-6 0,20 3-10 15,-17-2-3-15,17 2-7 0,-11-3-11 16,11 3-47-16,-4-4-47 0,4 4-58 16,0 0-80-16,0 0-99 0,21-18-166 0,-5 11-131 15,-3-2-101-15</inkml:trace>
  <inkml:trace contextRef="#ctx0" brushRef="#br0" timeOffset="47106.72">15895 2162 1611 0,'-3'-12'52'0,"-2"0"33"16,-1 4 30-16,4 1 21 0,-1-2 20 0,-1 1 11 16,0 0 20-16,3 2 8 0,-6-1 5 15,3-1 9-15,4 2 4 0,-3 0-1 16,3 6-19-16,-6-7-21 0,4 3-15 16,2 4-18-16,0 0-12 0,-3-8-16 0,3 8-10 15,0 0 13-15,0 0-5 0,-14 31 13 16,6 1 8-16,-1 2 21 0,-3 4-1 15,1 11-2-15,-2-3 6 0,1 5-14 0,-1-3-12 16,1 1-3-16,5-9-30 0,-2-1-6 16,-1-3-10-16,4-2 2 0,-2-7-12 0,7-6-9 15,-5-2 5-15,4-3-18 0,0-2-5 16,1-3 10-16,1 0-21 0,-2-2 3 16,0-4-6-16,0 5-6 0,2-10 0 15,-3 8 0-15,3-8-5 0,0 0-21 0,-2 7-69 16,2-7-85-16,0 0-81 0,0 0-69 15,0 0-85-15,2-25-102 0,3 14-120 16,-1-1-112-16,-3-3 53 0,3 3-407 0,2-2-552 16</inkml:trace>
  <inkml:trace contextRef="#ctx0" brushRef="#br0" timeOffset="47423.89">15662 2418 2913 0,'-12'1'-19'15,"-1"-1"31"-15,2 2 32 16,11-2 40-16,0 0 45 0,-23 0 27 0,23 0-1 16,-9 2-9-16,9-2-9 0,0 0-11 15,0 0-3-15,0 0-17 0,0 0-9 0,0 0-9 16,0 0-3-16,0 0-14 0,0 0-3 16,25 12-4-16,-7-8-11 0,6 2-4 15,1-1 1-15,-1-2-7 0,0 3-8 0,1-1 1 16,0 0-6-16,-2-2 1 0,-2 1-4 15,-4-1-4-15,-4-1-2 0,3-1-4 0,-5 1 2 16,1 2-5-16,-3-3-6 0,1 1 2 16,-10-2 2-16,13 2-6 0,-13-2-55 15,11 0-51-15,-11 0-86 0,0 0-85 0,14-4-162 16,-8-1-231-16,-1 2 44 16,1-2 66-16,-1-1-192 0,2 3-236 0</inkml:trace>
  <inkml:trace contextRef="#ctx0" brushRef="#br0" timeOffset="47823.38">16135 2605 2333 0,'0'0'169'0,"-4"6"10"0,4-6-2 15,0 0 9-15,0 0 3 0,0 0-11 16,0 0-13-16,0 0-18 0,0 0-15 15,0 0-13-15,37-15-14 0,-26 9-12 16,2 0-10-16,1 0-5 0,-3 1-5 0,1-3-14 16,-1 2 2-16,-4-2-4 0,3 1-7 15,-2-1-8-15,-5-1-6 0,5 0-1 0,-6-1-4 16,0 3-8-16,-4-3-6 0,0 1-1 16,-6 1-5-16,-1 1-2 0,-3 4-1 15,-1 1 0-15,-4 2-2 0,-2 2 7 0,-4 4-4 16,4 1-1-16,-2 4 6 0,2-1-1 15,3 4-4-15,5 0 11 0,0 1 2 16,3 0-1-16,2 0 2 0,3 2 0 16,1 0 1-16,2-5 1 0,2 6-6 0,3-2 3 15,3-1 1-15,5 0-4 0,-2-2 0 16,7-3 0-16,1 0-2 0,2-3-35 16,0-2-74-16,4-3-87 0,-3-2-115 0,7-2-148 15,8-3-190-15,-9-2-4 0,5-3 67 16,-11 0-239-16,-1 1-295 0</inkml:trace>
  <inkml:trace contextRef="#ctx0" brushRef="#br0" timeOffset="48324.59">17097 1978 2303 0,'-11'-5'139'0,"2"2"29"0,0-1-3 15,9 4-8-15,0 0-8 0,0 0-16 16,-22 16 25-16,12-2-14 0,-1 11 16 0,-1 8 8 16,3 2 17-16,1 4-16 0,1-3-12 15,3 5-19-15,0-4-8 0,0 1-15 16,2-1-10-16,0-8-12 0,2-2-6 0,0-6-10 16,0-1-6-16,0-1-8 0,0 0 0 15,2-5-14-15,-2-1-3 0,-2-3-4 0,2 2-3 16,2-7 2-16,-2-5-4 15,2 11-2-15,-2-11-5 0,0 0-4 16,0 0-4-16,0 0-4 0,0 0-6 0,0 0-2 16,16-28-3-16,-13 18 0 0,3 0-2 15,-2 1-1-15,-1 1-5 0,4 3 1 0,-3-3 0 16,-4 8 2-16,12-4-2 0,-12 4-2 16,14 0 3-16,-14 0-3 0,22 8 6 15,-9-1-1-15,-2 3 1 0,1 2 0 0,1-2 4 16,-4 6 14-16,-2-4 18 0,3 0 5 15,-6 4 15-15,2-5 18 0,-5 1 23 16,1-2 18-16,-2 3 14 0,-2-5 7 16,-1 2-7-16,-3 1-11 0,-1-1-11 0,-5 1-13 15,-1-3-10-15,-3-2-12 0,3 2-25 16,-3-4-55-16,5-1-80 0,-2-3-77 16,13 0-105-16,-24-9-86 0,12 1-109 0,0-3-113 15,7-5-160-15,3-1 13 0,6-1 58 16,7-7-407-16,3-4-541 0</inkml:trace>
  <inkml:trace contextRef="#ctx0" brushRef="#br0" timeOffset="48507.12">17335 2314 3068 0,'8'-1'84'15,"-8"1"39"-15,0 0 14 16,14 0 0-16,-14 0 11 0,3 8 76 0,-3 2 20 16,2 1-11-16,0 3-30 0,0 3-18 15,0 2-18-15,0 3-17 0,-1-1-11 0,-1 1-16 16,2 0-16-16,0-3-11 0,-2 0-11 15,2-4-54-15,-2-1-66 0,3-1-76 16,-1-3-82-16,-2-3-88 0,2-1-107 0,-2-6-155 16,0 0-133-16,0 0 51 0,0 0-338 15,0 0-442-15</inkml:trace>
  <inkml:trace contextRef="#ctx0" brushRef="#br0" timeOffset="48640.88">17475 2170 2717 0,'-4'-8'58'15,"1"1"34"-15,2 0-9 0,1 7-1 0,0 0-11 16,-2-9-7-16,2 9-25 0,0-4-52 16,0 4-37-16,0 0-54 0,0 0-67 15,0 0-93-15,0 0-134 0,16 18-91 0,-13-7-95 16,3 2-85-16</inkml:trace>
  <inkml:trace contextRef="#ctx0" brushRef="#br0" timeOffset="49057.49">17574 2344 1595 0,'4'7'87'0,"-1"-2"28"0,-3-5 18 15,0 8 20-15,0-8 16 0,0 0 27 16,4 9-1-16,-4-9-17 0,0 0-22 0,0 8-11 16,0-8 44-16,4 11-18 0,-4-6 12 15,0-5-10-15,1 9-13 0,-1-9-1 16,0 15-9-16,0-15-4 0,5 9-3 0,-5-9-7 16,0 5 1-16,0-5 1 0,4 8 13 15,-4-8 14-15,0 0 8 0,0 0 31 16,0 0 4-16,0 0-30 0,0 0-16 0,0 0-18 15,13-17-12-15,-13 17-22 0,7-12-13 16,0 7-12-16,-4 0-13 0,-3 5-12 0,11-7 4 16,-11 7-14-16,11-2 7 0,-11 2-17 15,0 0-6-15,22 7-8 0,-15-3 5 16,1 0-5-16,2 2 0 0,-3-1 1 0,0 0-11 16,2 0 3-16,-4 2-6 15,3-4 1-15,-3 3-2 0,2-3 1 0,-7-3 8 16,11 3 2-16,-6 1-6 0,-5-4-5 15,12 0 9-15,-12 0-10 0,21-5 1 0,-9 1-6 16,-1-1-1-16,2-3-5 0,-1 6-25 16,-1-3-22-16,1 0-20 0,-3 1-25 0,0-1-33 15,0 3-37-15,2-1-32 0,-4 0-23 16,0 1-36-16,-7 2-45 0,16-3-39 16,-7 1-44-16,-1 0-89 0,0-1-118 0,-8 3-95 15,17-5 39-15,-10 5-363 16,3-6-483-16</inkml:trace>
  <inkml:trace contextRef="#ctx0" brushRef="#br0" timeOffset="49440.61">18140 2344 2794 0,'0'0'64'0,"-8"-10"50"16,8 10 49-16,-8-5 18 0,8 5 17 15,0 0-12-15,0 0-21 0,0 0-16 0,-7-4-16 16,7 4-13-16,0 0-8 0,0 0-10 15,0 0-9-15,-2 19-10 16,2-19-10-16,2 12-11 0,2-5 0 0,-1 1-5 16,-3-8-8-16,8 12-5 0,-4-6-1 15,0 2 0-15,4-3-6 0,-3-1 5 0,4 0-6 16,-9-4 0-16,20 4-5 0,-9-4-4 16,-11 0-2-16,25-4-5 0,-11 0 1 15,-3 2-1-15,3-3-2 0,-1 0 14 0,-2-4 16 16,-1 0 21-16,-3 1 9 0,1-4 3 15,-5-2-1-15,-1-3-4 0,-2-1-12 0,-4 1-6 16,3 0-5-16,-7 3-11 16,3-1 5-16,-4 3-14 0,2 4-9 0,-2 4-3 15,-3 1-4-15,12 3-22 0,-31 5-40 16,16 3-53-16,0-1-62 0,4 2-70 16,0 0-62-16,2-3-48 0,4 3-34 0,3-3-24 15,4 0 1-15,-2-6 17 0,10 6 25 16</inkml:trace>
  <inkml:trace contextRef="#ctx0" brushRef="#br0" timeOffset="50006.47">18209 2307 2585 0,'14'7'-202'0,"0"-4"55"15,-5 5 56-15,2-4 48 0,0 1 45 16,-4-1 39-16,0 0 35 0,4 0 30 16,-11-4 31-16,13 6 27 0,-8-2 28 0,-5-4 24 15,14 4 28-15,-14-4 18 0,15 4 10 16,-15-4-5-16,15 2-10 0,-15-2-12 0,19 0-10 16,-5-2-32-16,-3 1-7 0,3-2-14 15,-3 1 16-15,0-4 7 0,-3 0 2 16,1 2-6-16,-1-4-1 0,-3-3-15 15,4-5-17-15,-6 1-17 0,-1-4-22 0,4-1-11 16,-6 1-12-16,2 2-10 0,-2 3-11 16,1 0-5-16,-1 2-11 0,0 2-8 15,0 2-13-15,0-1-7 0,0 0-9 0,0 3-5 16,0 6-9-16,4-9-3 0,-4 4-2 16,0 5-4-16,6-7-1 0,-6 7 5 0,0 0-3 15,0 0 3-15,0 0-5 0,0 0 4 16,26 17 0-16,-15-7-3 0,-4 2 2 15,4 4-1-15,-4-4 4 0,2 2-6 16,0 1 4-16,0 2-3 0,1 2-2 16,0-4-2-16,-3 2 0 0,0-3-3 0,4 1 6 15,-4-1-21-15,-1-1-63 0,-3-3-62 16,6 0-53-16,-6-1-61 0,5-1-50 0,-5-2-49 16,1 0-38-16,6-2-28 0,-2-4-15 15,-8 0 4-15,23-6 41 0,-9-4 38 0,10-10 36 16,-4-6 53-16,9-14 49 0,-5 1 72 15,5-1 78-15,-4 3 34 0,-4 9 42 16,-6 5 45-16,-3 7 28 0,-3 3 15 0,-3 5 12 16,-2 2-1-16,-3 0 17 15,-1 6 55-15,0 0 39 0,0 0 16 0,0 0-3 16,-7 37 6-16,-6-8-4 0,-6 13 13 16,-1 1-35-16,2 4-20 0,-5 3-17 0,1 1-12 15,-1 5-25-15,3-1-9 0,-1 2-15 16,1-3-10-16,0 2-19 0,4-3-40 0,2-5-104 15,0-13-73-15,5-2-82 0,-3-4-91 16,2-10-100-16,3-6-114 0,1-4-169 16,3-6-42-16,1-1 70 0,2-2-473 0,0 0-595 15</inkml:trace>
  <inkml:trace contextRef="#ctx0" brushRef="#br0" timeOffset="50158.11">18662 2242 3364 0,'-2'-18'75'0,"-1"4"38"0,-2 7 28 15,-1 2 19-15,3 2 5 0,3 3-16 16,0 0-14-16,0 0-15 0,-23 8-18 0,17-3-2 16,2 5-37-16,3-1-75 0,1-1-103 15,1-1-149-15,9-2-195 0,2 1-173 0,4-3 41 16,7-3-298-16,2 0-372 0</inkml:trace>
  <inkml:trace contextRef="#ctx0" brushRef="#br0" timeOffset="50606.06">19979 1547 2624 0,'-6'-20'34'0,"1"3"8"0,1 7 19 15,0 4 11-15,4 6 26 0,0 0 33 16,-25 27 38-16,4 16 26 0,0 6 29 0,-1 9 5 16,-2 5-7-16,-8 15 11 0,3 6-16 15,3-2-29-15,4-14-11 0,8-4-23 16,0 0-15-16,5-4-6 0,1-6-15 0,6-8-12 16,0-5-13-16,1 0-8 0,-2-14-14 15,3-3-11-15,3-5-53 0,-3-4-53 0,0-1-61 16,1-2-61-16,-1-5-67 15,0-3-92-15,0-4-108 0,0 0-108 0,0 0-114 16,10-20 52-16,-10 8-334 0,2-5-417 16</inkml:trace>
  <inkml:trace contextRef="#ctx0" brushRef="#br0" timeOffset="50757.25">19615 2242 2628 0,'-10'-7'67'16,"1"-2"42"-16,1 3 39 0,2 1 44 0,3 0 34 15,3 5 11-15,-8-5-16 0,8 5-20 16,0 0-22-16,0 0-20 0,0 0-17 0,11-10-12 15,-11 10-16-15,34 0-41 0,-5-2-79 16,14-2-94-16,4 4-111 0,1 0-126 16,3-3-181-16,-2-1-108 0,3 1 38 15,-5 0-242-15,0 1-316 0</inkml:trace>
  <inkml:trace contextRef="#ctx0" brushRef="#br0" timeOffset="51206.72">20217 2380 2577 0,'-11'7'166'16,"3"-2"31"-16,0 0 38 0,8-5 27 0,-7 7 8 16,7-7-15-16,0 0-15 0,-4 5-20 15,4-5-17-15,0 0-23 0,0 0-14 0,0 0-15 16,0 0-15-16,0 0-10 0,0 0-11 16,0 0-11-16,0 0-10 15,0 0-4-15,34-10 7 0,-28 5-12 0,-3-2-9 16,1-3-7-16,3 2-6 0,-5-3-9 15,-1-3-6-15,-1-3-9 0,-1-3-4 0,-1-2-3 16,-5-2-4-16,3 2-3 0,-3 1-6 16,2 2 1-16,-4 2-5 0,6 4-7 15,-5 1 2-15,4 3-9 0,1 0-2 0,-1 3 3 16,4 6-3-16,-2-10 2 16,2 10-3-16,-2-7-1 0,2 7-4 0,0 0 5 15,6-10 0-15,-6 10 6 0,15 0-9 16,-15 0 8-16,25 0 0 0,-8 3-2 0,2 0 3 15,4 3 0-15,-4 0 2 0,1 1-10 16,5 9 3-16,0-1 0 0,-5 2 5 16,-7-3 1-16,1 1-4 0,-3-1 1 0,0 3-4 15,1-1 2-15,-7 0 4 0,5-2-1 16,-1 3 6-16,-3-5-10 0,0 1-20 0,-1-4-36 16,1 1-53-16,-1 0-63 0,0-2-84 15,2-1-74-15,-1-1-88 0,0-2-116 0,-6-4-186 16,13 2 55-16,-13-2-438 0,15-7-573 15</inkml:trace>
  <inkml:trace contextRef="#ctx0" brushRef="#br0" timeOffset="51557.4">20785 2230 2969 0,'0'0'61'0,"11"9"33"0,-11-9 40 15,0 0 29-15,0 0 29 0,0 0 15 0,0 0-9 16,0 0-10-16,0 0-3 0,0 0-8 15,14 2-22-15,-14-2-12 0,0 0-15 0,24-6-13 16,-14 3-4-16,1-2-13 0,0-2-15 16,1 2-7-16,-2-2-7 0,1-2-4 15,-5 1-10-15,2-2 1 0,-5 1-18 16,1-1-1-16,-4 1-9 0,0 9-4 16,-7-14-7-16,-3 10-1 0,-2 2 12 0,-1 0-18 15,13 2-1-15,-36 10 0 0,15-1 1 16,-4 5-1-16,0 6-2 0,7-1-1 0,0-4 0 15,7 1-2-15,3 1 1 0,0-5 2 16,5 1-1-16,-3-4 1 0,6 0 3 0,0 2 0 16,4-5 2-16,3 0-4 0,3-2-4 15,3 0-28-15,5-2-66 0,2-4-81 16,5-2-109-16,9-3-132 0,1-5-161 0,-3 2-128 16,-2-2 54-16,1 2-425 0,4-4-543 15</inkml:trace>
  <inkml:trace contextRef="#ctx0" brushRef="#br0" timeOffset="51923">21375 2135 3249 0,'0'0'141'0,"-9"4"39"0,9-4 29 0,0 0 18 16,-7 8-1-16,7-8-11 0,0 0-15 16,0 0-23-16,0 0-15 0,0 0-14 15,0 0-12-15,0 0-7 0,0 0-12 0,0 0-3 16,0 0 8-16,0 0 10 0,0 0 11 15,0 0-9-15,0 0-11 0,0 0-14 0,30-12 2 16,-28 3-17-16,0 1-10 16,-2-4-5-16,-2 1-6 0,0-1-14 0,-4 0-6 15,-3 1-4-15,-2 3-9 0,-5 2-6 16,-1 0-4-16,-2 4-9 0,-8 6 11 0,4 0-10 16,-11 6 2-16,1 3 6 0,8 7 6 15,3 0 15-15,5 1 13 0,2 4-6 16,5-4 12-16,4-1-5 0,4-3 0 0,2 0 2 15,4 0-5-15,3 3-3 0,9 3-7 16,4-4-6-16,2-1-7 0,6-3-7 0,1-3-42 16,2-2-91-16,-5-3-104 15,-3-2-82-15,1-1-96 0,-2-1-92 0,-7 1-115 16,0-2-142-16,-5-2-46 0,-4 6 69 16,-6-6-558-16,-7 11-726 0</inkml:trace>
  <inkml:trace contextRef="#ctx0" brushRef="#br0" timeOffset="52374.06">17785 2939 3694 0,'0'-10'124'15,"-1"4"-2"-15,1 6 3 0,0-9-1 0,0 9-5 16,0 0-2-16,0 0 8 0,0 0 14 16,-18 25 6-16,3 4-7 0,-2 4 2 0,-8 8 7 15,4 5-6-15,0 0 1 0,-2 4-13 16,0-4-5-16,3 1-11 0,0-7-12 15,7-4 19-15,-1-2-6 0,5-3-10 16,4-7-5-16,-1-4-1 0,1-3-5 16,5-2-12-16,3-1 2 0,3 1 3 0,3 1 5 15,14 1-7-15,8-3-5 0,5-4-7 16,15 2-5-16,10-5-11 0,10-4-10 0,2-1 2 16,8-2-8-16,1-2-1 0,4 1-7 15,4-1-5-15,-4 2-2 0,-1-4-1 0,-5-2-3 16,-6 4-19-16,-11-3-60 0,-15 0-59 15,-10 3-44-15,-10-2-33 0,-7 3-37 0,-6-3-65 16,-3 2-91-16,-3-3-90 0,-7 2-112 16,-2 3-167-16,2-10 55 0,-6 3-548 15,4-2-711-15</inkml:trace>
  <inkml:trace contextRef="#ctx0" brushRef="#br0" timeOffset="52622">18824 3353 3751 0,'0'0'148'0,"0"0"4"0,0 0 7 16,0 0 9-16,0 0-3 0,-15 19-14 16,15-19 25-16,6 17 16 0,-3-3-5 0,5 1-14 15,-1 5-13-15,7 5 10 0,-3 0-14 16,-4 0-11-16,2-4 15 0,-4-1 8 0,-1-3 10 16,-2 0-3-16,-2 2-8 0,-4-2-6 15,-1 4-13-15,-13 5-14 0,-2 2-13 16,-17 0-26-16,-1 0-15 0,-6-4-14 15,2-3-60-15,6-3-95 0,5-2-93 0,8-7-109 16,9-3-166-16,1-6-191 0,13 0-188 16,-3-10 54-16,6 0 96 0,11-6-586 15,9-8-733-15</inkml:trace>
  <inkml:trace contextRef="#ctx0" brushRef="#br0" timeOffset="55405.21">19584 3306 3734 0,'-4'-14'42'0,"3"4"45"16,1 1 46-16,-2 4 40 0,2 5 24 16,-2-9-5-16,2 9-12 0,0 0-21 0,-4-7-16 15,4 7-9-15,0 0-14 0,0 0-10 16,-8 30-8-16,4-13-12 0,2 1-1 0,0 3-13 15,1 3-6-15,-1 1-13 0,-2-3-1 16,4 1-9-16,-2-2-5 0,2-1-64 0,0 1-51 16,0-2-60-16,0-1-83 15,-2-3-74-15,2-2-62 0,0-2-65 0,0-1-94 16,0-3-121-16,0-2 28 0,0-5-343 16,4 3-425-16</inkml:trace>
  <inkml:trace contextRef="#ctx0" brushRef="#br0" timeOffset="55721.92">19571 3571 2581 0,'0'0'6'0,"0"0"47"16,8-5 31-16,-8 5 16 0,0 0 10 16,7-6 11-16,-7 6-1 0,7-4 0 0,-7 4-4 15,14-5-8-15,-5 0-13 0,4 0-4 16,-4 1-12-16,2-2 0 0,5 0-14 16,-5-2-6-16,1-1 5 0,1 1 20 0,-4-1 6 15,-1-1 6-15,-1 0 3 0,1 1 8 16,-3 0 7-16,-3 2 3 0,2 0 5 15,1 0-14-15,-5 7-9 0,1-7-11 16,-1 7-11-16,0 0-6 0,0 0-7 0,0 0-1 16,0 0-7-16,0 0-3 0,0 31 0 15,-1-16-1-15,-2-1-3 0,1 1-6 16,4 2-1-16,-2 0-5 0,-2-2-5 0,4-1-3 16,-2-2-1-16,0 1-5 0,3 0-2 15,-2-5-10-15,-1 1-54 0,0-1-76 0,0 1-109 16,0-9-126-16,4 10-154 0,0-5-209 15,-2 0 46-15,-2-5 79 0,0 0-342 0,11 7-415 16</inkml:trace>
  <inkml:trace contextRef="#ctx0" brushRef="#br0" timeOffset="56072.08">20016 3575 2503 0,'0'0'44'0,"0"0"51"0,0 0 38 0,0 0 25 15,0 0 8-15,0 0-5 0,0 0-15 16,0 0-10-16,14-4-19 0,-8 1-5 16,-6 3-13-16,13-10-13 0,-5 3-5 0,0-1-11 15,-1 2-1-15,0-1-2 16,2-2-13-16,-4 1 9 0,1 0 2 0,-3-3 11 16,-3 5 15-16,2-3 12 0,-2 9 9 15,-2-14 2-15,-1 8-8 0,-3 0-10 0,6 6-5 16,-16-3-8-16,16 3-9 0,-24 3-2 15,11 3-4-15,-4 3-9 0,-1 2 0 0,6 2-7 16,-2 1-3-16,4 3-4 0,1-1 1 16,3 1-4-16,0-3-2 0,2 1-3 15,3-1-4-15,2-1-4 0,-1-1-2 0,8 2-4 16,-3-2-1-16,7-2-61 0,3 2-87 16,3-4-112-16,-2-4-124 0,6-1-137 0,3-2-167 15,-2-1-7-15,-1 0 63 0,-1-1-363 16,4-2-451-16</inkml:trace>
  <inkml:trace contextRef="#ctx0" brushRef="#br0" timeOffset="56437.49">20482 3559 2864 0,'0'0'159'16,"-5"-11"47"-16,5 11 32 0,-5-6 16 0,5 6-8 16,0 0-13-16,0 0-23 0,0 0-16 15,0 0-22-15,0 0-17 0,0 0-12 0,0 0-14 16,-9 21-8-16,3-11 10 0,4 1 3 15,-1 0 5-15,-8 1-8 0,6 2 0 16,-4-2-13-16,-2 2-7 0,0-4-7 16,0 0-17-16,-1 1 0 0,1-5-9 15,0-1-8-15,3-1-4 0,8-4-4 0,-19-2-12 16,19 2-13-16,-15-10 5 0,7 0-13 16,5-6-5-16,1 2-8 0,2-1-3 0,0 2-1 15,0 1-5-15,2-1 3 0,-1 3-4 16,1 3-1-16,4 0 3 0,-6 7-2 0,12-6 0 15,-5 4-3-15,-7 2-3 0,23 3 2 16,-8 2 6-16,3 2-7 0,-2 2 2 16,4-1 0-16,-1 3 3 0,1-3-5 0,-2 1-32 15,0-1-30-15,-4-1-62 16,3 0-62-16,-1-2-80 0,-3-3-68 0,0 0-55 16,-13-2-60-16,25-5-60 0,-14 1-73 15,2-4-68-15,-2-2 37 0,1-4-370 0,1-4-459 16</inkml:trace>
  <inkml:trace contextRef="#ctx0" brushRef="#br0" timeOffset="56839.53">20757 3151 2677 0,'-6'-38'35'16,"-1"1"67"-16,4 4 75 0,-5 8 60 15,5 6 38-15,-3 5 9 0,2 4-24 0,3 1-19 16,-4 2-26-16,5 7-19 0,0 0-7 16,0 0 2-16,-11 30-3 0,4 7 4 15,3 8-5-15,-5 14-17 0,6-1-17 16,-1 8-17-16,0 3-13 0,3-1-3 0,-3 0-17 15,2 0-13-15,0-6-3 0,2-2-28 16,0-13-12-16,-2-4-4 0,1-7-9 16,-4-9-20-16,5-4-21 0,0-7-8 0,-4-2-7 15,4-6-17-15,-2-1-20 0,2-7-12 16,0 0-4-16,0 0 2 0,0 0 9 0,-5-24 0 16,7 3 13-16,-1-15-1 0,3-3 7 15,8-11 5-15,-1 5 8 0,0 8 33 0,0 6 23 16,-2 7 31-16,-2 7 0 0,1 2-6 15,0 4-6-15,-3 4 7 0,6 2 11 16,2 2 14-16,-13 3-3 0,20 3 11 16,-4 2-5-16,-4 3-3 0,0 1 5 0,1 4-13 15,-1 2-7-15,0 0-4 0,-5-1-10 16,-2 0-7-16,0 1 4 0,-1-1-13 16,-4-2-37-16,0-2-47 0,-2 2-52 0,-5 0-69 15,-2 1-91-15,-4 1-117 0,-12 7-141 16,-3-3-179-16,-14 7-51 0,-4-7 70 0,-6 3-541 15,-2-5-688-15</inkml:trace>
  <inkml:trace contextRef="#ctx0" brushRef="#br0" timeOffset="57106.49">19462 3914 3572 0,'-27'7'67'0,"7"-2"-13"0,6 0 9 16,3-3 7-16,6 3 22 0,3-1 29 15,2-4 24-15,0 0 24 0,39 11-4 0,10-9-8 16,30-2-10-16,12 0-13 0,42-5-15 16,12 0-15-16,4 2-6 0,7-2-12 0,9-2-6 15,-5 1-7-15,-4 0-7 0,-7 0-7 16,-15 0-8-16,-17 2-4 0,-37 1-5 16,-11 1-7-16,-23-2-3 0,-16 3-4 0,-6 0-10 15,-6-1-20-15,-7-2-52 16,-5 3-68-16,-6 1-85 0,-1-7-99 0,1 7-142 15,-22-11-220-15,8 5-3 0,-4-3 74 16,-2 0-362-16,-12-4-437 0</inkml:trace>
  <inkml:trace contextRef="#ctx0" brushRef="#br0" timeOffset="58905.03">14797 5196 2751 0,'-4'-12'51'16,"2"5"39"-16,0 0 33 0,1 0 32 0,-1-1 22 15,-2 2 26-15,2-1 15 0,-2 1 7 0,4 6-8 16,-1-10-10-16,1 10-27 16,-2-8-19-16,2 8-16 0,0 0 3 0,0 0 14 0,0 0-10 15,-16 36 7-15,9-6 6 16,-4-1 13-16,0 6-2 0,2 1 8 0,0-2-9 16,-1 4-5-16,2-2-9 0,-1-4-10 15,4 1-12-15,-4-8-12 0,7-5-13 0,-1-3-9 16,-1-1-9-16,4-4-10 0,-4 0-13 15,4-2-5-15,-1 0-1 0,1-3-10 0,-2 0-10 16,2-7-3-16,-2 10-10 16,2-10-10-16,-2 9-65 0,2-9-70 0,-5 4-92 15,5-4-98-15,0 0-116 0,0 0-125 0,0 0-139 16,16-28-121-16,-9 13 62 16,1-6-664-16,4-6-855 0</inkml:trace>
  <inkml:trace contextRef="#ctx0" brushRef="#br0" timeOffset="59220.87">14679 5089 3556 0,'-19'-6'-109'0,"0"3"50"0,2 0 57 16,-1 1 46-16,4-1 65 0,-2-1 43 15,3 2 26-15,1-1 10 0,3 1 0 0,9 2-5 16,-15-1-6-16,15 1-4 15,-12-4-7-15,12 4-11 0,0 0-7 0,0 0-7 16,0 0-9-16,0 0-11 0,36-7-12 16,-11 6-11-16,16-5-14 0,0 3-3 0,3-2-10 15,0 2-12-15,-1-1-6 0,-2-1-14 16,1 0-28-16,-12 1-29 0,-5 3-35 0,-7-3-35 16,4 4-30-16,-7-1-34 0,-2-1-48 15,-2 0-53-15,2 1-58 0,-13 1-81 16,14 0-70-16,-14 0-171 0,10 1 24 0,-10-1 61 15,2 9-272-15,-2-9-305 0</inkml:trace>
  <inkml:trace contextRef="#ctx0" brushRef="#br0" timeOffset="59554.46">14405 5794 2491 0,'-19'6'141'0,"-1"-2"33"0,7 0 41 0,1-4 52 16,3 0 23-16,9 0 3 0,-13-2-28 15,13 2-24-15,0 0-24 0,2-12-20 16,-2 12-22-16,30-15-19 0,1 3-18 0,16-5-14 16,7 3-10-16,5-2-12 0,-2 0-12 15,0 4-8-15,-3 4-9 0,-13 2-9 16,-3 0-5-16,-9 2-9 0,-8 2-4 15,-4-1-6-15,-3 3-2 0,-1 0-1 0,-3-2-8 16,-10 2-7-16,15 5-3 0,-15-5-5 16,11 0-10-16,-11 0-12 0,0 0-24 0,8 2-27 15,-8-2-36-15,0 0-52 0,0 0-79 16,0 0-96-16,7 4-109 0,-7-4-138 0,0 0-109 16,0 0 54-16,-1-14-422 0,1 14-520 15</inkml:trace>
  <inkml:trace contextRef="#ctx0" brushRef="#br0" timeOffset="60037.24">15114 5345 3107 0,'-4'-9'87'0,"0"4"48"15,2-1 30-15,2 6 6 0,-1-7-4 16,1 7-17-16,0 0-14 0,0 0 17 15,0 0 12-15,0 0-11 0,0 0-2 0,-3 28 6 16,-1-16-14-16,2 5 2 0,0 0 3 16,2 2-5-16,-5 2-7 0,1 0-14 15,0-1-9-15,3-3-2 0,-6 4-18 0,3-4-10 16,3-3-9-16,-3-2-7 0,2 1-7 16,0-2-4-16,0-3-5 0,1 1-4 15,-1-1 24-15,2-8 12 0,-4 9-7 0,4-9-5 16,0 0-10-16,0 0-6 0,0 0-6 15,0 0-8-15,4-36-8 0,-1 17 1 0,5-1-9 16,2-9-7-16,3 0-6 0,3 0 4 16,-4 3 17-16,0 9-5 0,5-8-9 0,-4 9-6 15,6 4 0-15,-7 4-8 16,1 5 8-16,0-1-7 0,3 4 9 0,-3 2-3 0,5 3-4 16,-4 5-1-16,4 2 2 15,-3 3-8-15,4 5 10 0,-6-2-8 0,-1-1 2 16,-3-2 2-16,0 3 3 0,0-5-2 15,-4 2-2-15,1-1 0 0,-1-4 0 0,-1 0 1 16,2 0-3-16,-4-1 2 0,2-2 1 16,0-2-6-16,-4-5-8 0,5 10-46 0,-5-10-66 15,2 4-88-15,-2-4-115 0,0 0-103 16,0 0-115-16,11-12-138 0,-4 5-77 16,-2-2 63-16,3-1-559 0,-1-2-712 0</inkml:trace>
  <inkml:trace contextRef="#ctx0" brushRef="#br0" timeOffset="60573.1">15876 5293 3106 0,'0'0'-138'0,"0"0"39"0,0-9 36 16,0 9 27-16,0-6 25 0,0 6 16 15,0-7 6-15,0 7 4 0,2-9 4 0,-2 9 5 16,0-10 5-16,1 3 3 16,-1 7 19-16,0-14-4 0,-1 8 5 0,1-2-3 15,-2-1 9-15,0 0-2 0,-2 0 14 16,2 1 2-16,-1-1-11 0,-2 1-12 0,0-2 7 16,-1 5-10-16,0 0-1 0,-1 1 5 15,7 4-6-15,-16-3-7 0,5 1-5 0,11 2-1 16,-19 5 2-16,10-1-1 0,-1 0-1 15,-2 2-7-15,5 2 6 0,1 0-11 16,-2 3-3-16,4-5 6 0,4 2-3 0,0 2-6 16,0-10 3-16,9 19-1 0,0-7 2 15,6-1-2-15,1 3-8 0,7 2 13 16,1 1-6-16,-5-5-2 0,0-1-4 16,-2 2 3-16,2-3 51 0,-6 2 15 0,-1-2 20 15,-1 1 33-15,-3-5 27 0,-2 3 15 16,-2 1 12-16,0-2 15 0,-4-1 6 0,0-7 3 15,-8 16-14-15,-4-5-12 0,3-3-19 16,-7 0-15-16,2 2-16 0,-10 0-13 0,3-3-11 16,-3-1-16-16,1 0-5 0,-4-2-6 15,4 0-11-15,3-2-11 0,1-2-12 16,-1 0-25-16,4-2-55 0,2 0-52 0,3-1-58 16,1 0-71-16,-2 3-103 0,5-4-108 15,7 4-138-15,-7-8-206 0,7 8 52 0,0-5 89 16,0 5-486-16,9-12-583 15</inkml:trace>
  <inkml:trace contextRef="#ctx0" brushRef="#br0" timeOffset="60970.74">16171 5404 3308 0,'0'0'79'0,"0"0"44"16,0 0 21-16,0 0 26 0,0 0 8 0,-15-13-6 15,15 13-11-15,0 0-19 16,0 0-15-16,5-11-12 0,-5 11-13 0,10-8-8 16,-6 2-9-16,5 1-10 0,-1-2-5 15,0 2-10-15,-1-1-1 0,1-1-11 0,1-4-1 16,-1 3-9-16,0-2-2 0,-5 1 3 16,7-1-2-16,-6 1-4 0,-4 1-3 0,2-1 1 15,-2 1-6-15,-2-1-7 0,-2 2 0 16,-4 0-2-16,-3 4 0 0,1 3-3 0,-5 1-1 15,-8 3-3-15,-5 6 3 0,-5 4 6 16,3 3 8-16,-1 5 11 0,4 0 15 16,4 5 13-16,-2-2 6 0,5 0 10 15,5-2 14-15,5-3-2 0,6-5 8 0,1 2-6 16,1-5-3-16,4 0-5 0,1-2-8 0,3 0-8 16,4-1-7-16,3-1-10 15,3-4-7-15,0-1-43 0,8-3-78 0,-1 0-88 16,3-3-114-16,10-3-130 0,-1 0-137 15,1-1-182-15,-8 2-3 0,-5 0 75 0,-6 1-506 16,1-2-625-16</inkml:trace>
  <inkml:trace contextRef="#ctx0" brushRef="#br0" timeOffset="61437.13">16428 5538 3404 0,'0'0'50'16,"0"0"46"-16,-13 0 31 0,13 0 16 15,0 0-3-15,0 0-22 0,0 0-1 16,0 0-18-16,0 0-8 0,0 0-10 0,10-21-10 16,-7 17-4-16,3-3-5 0,-3 0-8 15,2 0-7-15,1-1 0 0,-3 1-8 0,1-3-4 16,2-2-4-16,-3 3-6 0,-1-3 0 16,-2-1-4-16,0 1-3 0,-2-2-3 0,-1-3-2 15,-3-3 0-15,2-1-2 0,-7-8-8 16,5 5 3-16,-2 6-5 0,1-2 4 15,0 5-3-15,-4 1 4 0,6 3-2 16,-1-1-1-16,-1 2 0 0,3 4-4 0,1-1 1 16,0 3 2-16,3 4-1 0,-6-13-1 15,6 13 0-15,2-11 6 0,4 6-3 0,4-3-1 16,5-1 2-16,2 0 0 0,2 1-2 16,2 1 0-16,-2 5-6 0,0-1 8 15,-3 2-1-15,-4 2 3 0,8 4 32 0,-5 7 26 16,-2 0 21-16,4 12 20 0,-5-2 9 15,-3-5 5-15,-1 5-13 0,-4 0-10 0,4 0-9 16,-5 1-11-16,5-1-7 0,-4 0-6 16,-3-2-5-16,3-3-2 0,1 1-9 15,-3-1-7-15,1-2-10 0,3-5-17 16,-3 0-58-16,1 0-68 0,4-3-81 0,-2-2-103 16,0-3-118-16,-6-2-144 0,14-2-146 15,-3-3 45-15,0-2-498 0,1-3-625 0</inkml:trace>
  <inkml:trace contextRef="#ctx0" brushRef="#br0" timeOffset="61689.78">17093 4684 3049 0,'-9'-17'43'0,"4"0"55"0,-6 7 72 16,6 1 36-16,-1 3 19 0,3 0-1 0,3 6-12 15,0 0 12-15,0 0 22 0,-22 33 14 16,13-2 2-16,-1 4-14 0,1 15 9 15,0 2-20-15,-1 2-10 0,6 3-18 16,-2 0-18-16,2 1-17 0,3-3-20 16,1-9-5-16,0 3-17 0,0-7-15 0,0 3-12 15,0-4-15-15,1-5-14 0,-1-7-33 16,0-5-77-16,0-5-79 0,0-3-60 0,2-1-64 16,-4-5-76-16,2 1-97 0,0-7-104 15,0-4-108-15,0 0-124 0,0 0 44 0,0 0-578 16,0 0-740-16</inkml:trace>
  <inkml:trace contextRef="#ctx0" brushRef="#br0" timeOffset="61870.74">16878 5273 3589 0,'-7'-11'52'0,"-2"3"73"15,4 2 54-15,1 3 44 0,4 3 35 0,-5-7 15 16,5 7 19-16,0 0 2 0,-6-5-12 16,6 5-17-16,0 0-20 0,0 0-19 0,0 0-25 15,34-5-21-15,-12 5-20 0,2-3-15 16,13-1-19-16,-1-1-44 0,0-2-91 0,0 2-91 15,-8 1-111-15,-1 0-136 0,-2 0-130 16,-4-2-152-16,-2 4-147 0,-4-3 51 0,-3 3-609 16,-7 0-791-16</inkml:trace>
  <inkml:trace contextRef="#ctx0" brushRef="#br0" timeOffset="62605.52">17776 5155 3447 0,'6'-5'-68'0,"-6"5"24"0,3-3 4 0,-3 3 13 0,0 0 57 16,0 0 64-16,13 10 50 16,-9 0 33-16,-1 1 22 0,-1 3 5 0,0 3 2 15,-1 2 0-15,-1 1 2 0,0 3 0 16,-1 1-15-16,-3-1-5 0,-3 12-7 0,4-10-1 16,-7 6-7-16,-3-2-15 0,1-2-11 15,0-8-2-15,-2-3-7 0,3 0-13 16,-1-7-13-16,0 1-10 0,0-2-5 0,1-4-10 15,0-2-8-15,11-2-6 0,-23-6-11 16,14-4-11-16,2-2-8 0,-4-7-6 16,6-4 0-16,1-3-8 0,4-1-6 0,2-8 2 15,4-2-13-15,-1 5 2 0,2 8-3 16,-4 7-7-16,3 5 0 0,-1 3-4 16,-1 3 2-16,3 4 5 0,-7 2 0 0,22 10-1 15,-10 4 6-15,4 8 0 0,4 4 1 16,-6 3-1-16,4 0 0 0,1 0 2 0,-4 2 2 15,5-3 18-15,-6-2 3 0,2-3-3 16,-3-5 18-16,-4-3 9 0,1-5 12 0,2-1 17 16,-5-2 16-16,1-2-5 0,3-4-85 15,0-2-16-15,-11 1 0 0,27-9 0 0,-7-1 0 16,-6-2 0-16,11-5 0 16,-2-2 0-16,-1-1 0 0,-2-3 0 0,-1-1 0 15,3-1 0-15,-6 0 0 0,4 4 0 0,-6-4 0 16,0 8 0-16,-3 1-172 0,0 4-207 15,-2 2-112-15,-4 0-139 0,3 1-166 16,-3 3-24-16,4-1 77 0,0 1-672 16,0 0-866-16</inkml:trace>
  <inkml:trace contextRef="#ctx0" brushRef="#br0" timeOffset="63037.24">18732 5243 4253 0,'-3'-6'147'0,"3"6"49"0,-6-9 33 16,6 9 17-16,-4-7-5 0,4 7-16 0,0 0-28 15,0 0-4-15,0 0 8 0,0 0 0 16,0 0-13-16,-1 24-15 0,2-10-16 0,-1 1 3 16,0 4-6-16,0 0 5 0,0 0-11 15,-1-1-10-15,1-1-10 0,-5 0-13 0,3-3-11 16,2 0-8-16,-2-1-10 0,2-3-30 15,-2 0-56-15,2-4 0 0,0-6 0 16,4 11 0-16,-4-11 0 0,0 0 0 0,0 0 0 16,21-23 0-16,-7 9 0 0,7-15 0 15,2 2 0-15,3-9 0 0,-1 11 0 0,-3-3 0 16,2 6 0-16,-3 0 0 16,-5 10 0-16,-2 2 0 0,-1 5 0 0,-1 3 0 15,-1 0 0-15,-11 2 0 0,25 9 0 16,-12 1 0-16,1 2 0 0,-3 1 0 0,1 3 0 15,-1-1 0-15,0 2 0 0,0 0 0 16,-4 1 0-16,0 0 0 0,1-1 0 0,-5-3 0 16,2 1 0-16,-1 1 0 0,-2-3 0 15,-1 1 0-15,-1 1-409 0,-1 2-253 0,-1-5-198 16,0-4-12-16,0 1 87 0,2-4-781 16,0-5-1007-16</inkml:trace>
  <inkml:trace contextRef="#ctx0" brushRef="#br0" timeOffset="63421.81">19310 5302 4007 0,'0'0'-5'16,"0"-7"79"-16,0 7 29 0,0 0 29 0,0 0 21 15,0 0-2-15,-2-9-4 0,2 9-8 16,0 0 1-16,0 0-3 0,0 0 0 0,0 0 2 16,0 0 1-16,0 0-7 0,0 0-1 15,30 7-2-15,-30-7 3 0,13 2 4 16,-13-2-3-16,0 0 0 0,20 0-21 0,-20 0-5 15,14-6-16-15,-14 6 8 0,11-3-5 16,-11 3-10-16,9-5-12 0,-9 5-8 16,4-8-8-16,-4 8-4 0,1-11-10 0,-1 11-1 15,-9-14-9-15,2 8-2 0,-2-1-6 16,-2 1-1-16,-1 2-4 0,-2 2-3 0,1 2 2 16,13 0-4-16,-34 6-6 0,12 3 4 15,-3 7 4-15,9-4-2 0,-2 1 3 16,3 1-4-16,3 1 4 0,1 2 4 0,2 1-5 15,3-5-1-15,2 5-6 0,0-5 6 16,4 1-8-16,4-1-3 0,0 1 2 0,4-1-7 16,-1-4-47-16,4 2-78 0,7-1-78 15,-2-2-98-15,4-3-120 0,-1-5-107 16,5 4-43-16,3-4 1 0,4 0-84 16,9-2-28-16,0 0-590 0,-2 0-732 0</inkml:trace>
  <inkml:trace contextRef="#ctx0" brushRef="#br0" timeOffset="63853.73">19746 5329 3296 0,'-9'-14'-4'0,"-4"1"48"0,1 0 55 16,1 5 50-16,-1 0 52 0,-1-1 28 15,3 4 6-15,1 0-15 0,-1 1-13 16,3 2-21-16,7 2-17 0,0 0-10 0,0 0-13 16,-27 11-11-16,21-4-15 0,1 1-9 15,-1 1-12-15,3-3-9 0,1 5-7 16,1-1-10-16,1 0-8 0,1 1-4 15,-1-1-5-15,2-2-10 0,5 1-1 0,-3-1-10 16,-1-2 2-16,5 0-2 0,-3-4-7 16,-5-2-2-16,18 5-3 0,-11-3-2 0,-7-2-6 15,18 2 1-15,-18-2 4 0,14 0-9 16,-14 0-3-16,16 3 1 0,-8 0-3 0,-8-3 4 16,12 4-3-16,-5 0-3 0,0 2 4 15,3-2 2-15,-1-1-2 0,1 2 1 0,1-2-3 16,5-1 13-16,-1 0 4 0,0-2 20 15,6-2-6-15,4-3 3 0,7-3-4 16,-5 2 19-16,1-6 19 0,-3 4 16 16,-2 1 15-16,-6-1 13 0,2-1 6 0,-6 0-1 15,-1 1-8-15,-1-1-9 0,0-1-11 16,0-2-7-16,-6 0-10 0,4-3-12 16,-3 0-8-16,0-6-32 0,2 0-26 0,-4 1 0 15,-1 5 0-15,1-2-4 0,-2 1-121 16,0 3-60-16,-1 4-71 0,-1-2-95 0,0 5-118 15,0-2-129-15,0 8-185 0,-3-7-13 16,3 7 87-16,-2-10-623 0,2 10-787 0</inkml:trace>
  <inkml:trace contextRef="#ctx0" brushRef="#br0" timeOffset="64252.84">20771 5099 3670 0,'-3'5'35'0,"-3"0"40"15,6-5 45-15,-13 9 49 0,8-3 39 0,-2 0 21 16,-2 5 3-16,1-2 18 0,-2 8-5 16,3-2-15-16,-4 2-5 0,1 0-17 0,0 0-8 15,-4 7-7-15,0-5-14 0,6-2-13 16,-4-2-14-16,7 1-16 0,-4-3-12 0,1-2-9 16,5-3-8-16,-6-1 8 0,7 0 16 15,-1-2 14-15,3-5-8 0,0 0-19 0,0 0-11 16,0 0-11-16,0 0-22 15,5-27-74-15,5 10 0 0,5-9 0 0,5 0 0 16,-4 1 0-16,4 2 0 0,-8 5 0 16,2 5 0-16,-1 3 0 0,1 4 0 0,-3 4 0 15,0-1 0-15,-11 3 0 0,23 7 0 16,-11 1 0-16,1 2 0 0,-2 3 0 0,1 3 0 16,0-3 0-16,-3 7 0 0,-1-5 0 15,1 4 0-15,-1-1 0 0,-5-2 0 16,4-1 0-16,-2 2 0 0,-1-5 0 0,0 1 0 15,0-3 0-15,-1-2-197 0,1 1-290 16,1-3-116-16,-4-2-122 0,-1-4-121 16,13 4 57-16,-13-4-756 0,20-4-990 15</inkml:trace>
  <inkml:trace contextRef="#ctx0" brushRef="#br0" timeOffset="64570.03">21206 5134 4189 0,'0'0'-35'0,"-10"-8"53"0,10 8 61 15,0 0 56-15,0 0 39 0,0 0 21 16,-20 15 0-16,13-6-1 0,6 0-11 0,-1 3-6 16,2 1-12-16,0-3-15 0,2 4-7 15,-1-3-13-15,8 5-4 0,-4-5-2 16,6 0-13-16,1-2-6 0,1-1-7 16,0-3-16-16,5-1-10 0,1-3 2 0,2-2-16 15,-2-1-6-15,2-1 1 0,1-4 13 16,1 2 2-16,-3-2 20 0,-4 0 10 15,-2 0 11-15,-3-1-2 0,1-1 4 0,-2 2-10 16,-7-3-10-16,-1-1-11 0,2-1-6 16,-6 1-10-16,0-3-4 0,-1-2-33 0,-1 1-27 15,-4 1 0-15,2 0 0 0,-1 5 0 16,-1-3 0-16,1 6 0 0,-3-3 0 0,-1 4 0 16,0 2-169-16,-2 1-115 15,2 2-119-15,11 0-146 0,-23 2-174 0,10-1-125 16,1 1 78-16,12-2-742 0,-13 0-957 15</inkml:trace>
  <inkml:trace contextRef="#ctx0" brushRef="#br0" timeOffset="65019.89">22103 4654 4182 0,'2'-24'-2'15,"0"3"69"-15,-2 5 68 0,2 5 59 16,0 1 48-16,-6 3 19 0,4 7-3 0,0-10-1 15,0 10 14-15,0 0 28 16,-15 29 11-16,1 4-4 0,0 10-10 0,-6 5 1 16,4 5-11-16,-2-2-28 0,2 4-20 15,-4-1-202-15,4-2-36 0,3-3 0 0,2-3 0 16,-1-7 0-16,5-5 0 0,0-4 0 16,-2-5 0-16,7-8 0 0,-3-2 0 0,1-3 0 15,2 0 0-15,-1-4 0 0,1-1 0 16,0-1 0-16,2-6 0 0,0 0 0 0,0 0 0 15,0 0 0-15,0 0 0 0,0 0 0 16,-16-23 0-16,11 11 0 0,-6-5 0 0,-9-4 0 16,1-1 0-16,-3 3 0 15,-3 2 0-15,-2 3 0 0,6 4 0 0,0 4 0 0,2 6 0 16,-2 2 0-16,0 4 0 16,-2 2 0-16,-4 6 0 0,4 5 0 0,0-2 0 15,9 1 0-15,2-1 0 0,2-2 0 16,7 2 0-16,-3-2 0 0,4 3 0 0,4-1 0 15,4 0 0-15,-1 0 0 0,5-1 0 16,3-3 0-16,3-3 0 0,2 0 0 0,-2-6 0 16,6 1 0-16,-2-3-15 0,6-2-600 15,-1-4-181-15,2-1-113 0,11-3 73 0,-4-4-871 16,-3 0-1142-16</inkml:trace>
  <inkml:trace contextRef="#ctx0" brushRef="#br0" timeOffset="65420.2">22252 5254 4648 0,'0'0'32'0,"0"0"47"0,0 0 47 15,0 0 28-15,0 0 11 0,0 0 2 16,0 0-17-16,0 0-20 0,8-17-13 0,0 9-13 16,1 2-9-16,0-4-10 0,3 6-8 15,-1-3-4-15,-1-1-5 0,-3 0-9 16,1 0 0-16,0 0 2 0,-3-1 2 0,1 1-5 15,-1-4-10-15,-4-1 0 0,-1-1-11 16,-4-1-6-16,-4 1-9 0,3 1 1 16,-4 2-4-16,-3 1-7 0,-3 3 1 0,-3 4 5 15,2 1-9-15,-7 7 21 0,-14 5 35 16,9 8 28-16,-3 2 39 0,-1 12 26 0,3-1 30 16,10 0 27-16,2 0 0 0,0 2 7 15,6 0-199-15,1-3-23 0,2 3 0 0,8-9 0 16,2-2 0-16,4-1 0 0,4 0 0 15,1-5 0-15,2-1 0 0,4-1 0 0,3-7 0 16,0 3 0-16,3-6 0 0,-2-2 0 16,2 0 0-16,0-2 0 0,-2-2 0 15,0-1 0-15,-1 0 0 0,2-5-415 16,-7 2-350-16,4-1-163 0,-5-1 71 0,1-4 93 16,-3 3-754-16,-1-7-962 0</inkml:trace>
  <inkml:trace contextRef="#ctx0" brushRef="#br0" timeOffset="66402.94">23144 5281 4366 0,'-21'-5'-21'0,"6"2"78"0,0-1 65 15,1 1 71-15,5 1 62 0,9 2 47 16,-18-5 29-16,13 3 12 0,5 2-5 0,-11-3-9 16,11 3-32-16,0 0-8 0,0 0-24 15,0 0-27-15,-8-2-21 0,8 2-22 0,0 0-120 16,36 2-75-16,-13 3 0 0,3-2 0 15,15 1 0-15,0 1 0 0,2-2 0 0,0 1 0 16,3-1 0-16,-4-1 0 0,-2 1 0 16,-8-1-57-16,-5-1-442 0,-6-1-109 0,-4 0-114 15,-1 0-137-15,-5-1 61 16,-11 1-783-16,10 0-1022 0</inkml:trace>
  <inkml:trace contextRef="#ctx0" brushRef="#br0" timeOffset="66606.38">23209 5366 4658 0,'-14'2'61'16,"3"0"45"-16,11-2 61 0,-15 2 71 15,15-2 65-15,-10 2 21 0,10-2 0 0,0 0-12 16,0 0-16-16,0 0-18 0,0 0-25 16,0 0-24-16,0 0-24 0,0 0-20 0,42 8-20 15,-21-8-78-15,10 1-87 0,8-1 0 16,-4 0 0-16,5 0-231 0,-7 0-176 15,-7 0-159-15,-5-1-156 0,-2 1-133 16,1-2 66-16,-8 2-783 0,2-2-1013 0</inkml:trace>
  <inkml:trace contextRef="#ctx0" brushRef="#br0" timeOffset="73267.55">24055 5010 3019 0,'-17'-2'302'0,"1"2"-74"0,3 2-31 0,-1-2 12 15,3 0-5-15,11 0-6 0,-14 3-26 16,5-1-14-16,9-2-3 0,-13 2 0 0,13-2-1 16,0 0 0-16,-5 5-6 0,5-5-2 15,0 0-1-15,0 0-25 0,38 0-9 16,-13-2-9-16,0-1-9 0,12-1-11 0,-8-1-7 16,-2 2-4-16,-7 0-6 0,1-1-16 15,-1-1-4-15,-7 5 5 0,1 0-13 0,-3-2-4 16,-11 2 2-16,17 2 14 15,-9 1 9-15,-5 6 7 0,3 3 18 0,-6 0 4 16,-2 5 16-16,-2 7 4 0,-5 13 0 16,1-3-7-16,-3 4-9 0,0 0-7 0,1-1-11 15,0 0-5-15,3 1-6 0,-3-6-7 16,4-1-4-16,1-3-2 0,1-7-3 0,-2-1-7 16,3-2-2-16,-4-5 1 0,5-1-11 15,2-2-27-15,-3-1 0 0,1-1 0 0,0-1 0 16,2 0 0-16,0-7 0 0,-6 12 0 15,6-12 0-15,0 5 0 0,0-5-15 16,0 0-177-16,0 0-80 0,0 0-94 16,0 0-104-16,0 0-89 0,0 0-93 0,13-19-138 15,-6 11 57-15,-2-2-676 0,-3 4-860 16</inkml:trace>
  <inkml:trace contextRef="#ctx0" brushRef="#br0" timeOffset="73553.58">24131 5351 3717 0,'0'0'-40'0,"-17"-3"54"16,9 0 60-16,8 3 54 0,-7-2 45 15,7 2 18-15,0 0-3 0,-6-6-7 0,6 6 8 16,0 0 8-16,19-6-3 16,-2 0-19-16,7 1-14 0,0 0-16 0,13 0-13 15,-1-3-16-15,1 2-8 0,-1 1-16 16,-7 2-4-16,-2-1-9 0,-4 1-13 0,-6 0-4 15,-4 1-8-15,0 2-2 0,-1-2-5 16,-4 1-5-16,-8 1-8 0,15-2-1 0,-15 2-9 16,10 0-12-16,-10 0-15 0,0 0-40 15,0 0-52-15,0 0-62 0,7 5-71 0,-7-5-99 16,0 0-83-16,0 0-107 0,0 0-156 16,0 0-2-16,0 0 70 0,0 0-414 15,0 0-493-15</inkml:trace>
  <inkml:trace contextRef="#ctx0" brushRef="#br0" timeOffset="74136.37">25057 4964 2952 0,'3'-7'100'0,"-6"0"53"0,3 7 40 16,-4-8 39-16,4 8 25 0,-2-9 24 15,2 9-16-15,-5-8 5 0,5 8-4 0,-9-6-2 16,1 4-13-16,0 1-15 16,8 1-8-16,-20 0-9 0,6 0-14 0,1 0-14 15,-7 1-17-15,1-1-10 0,-1 4-8 16,-2-2-18-16,1-2-13 0,3 2-13 0,-2-2-8 16,4 0-11-16,-2 3-3 0,2-3-13 15,4 0-12-15,-1 2-4 0,-1-4-6 16,14 2-5-16,-22 0-4 0,13-3-4 0,9 3-5 15,-18 0-6-15,9 0-23 0,9 0-8 16,-16-2 0-16,16 2 0 0,-16-2 0 0,16 2 0 16,-13-2 0-16,13 2 0 0,-12 4 0 15,7 1 0-15,-1 2 0 0,1 0 0 0,-1 5 0 16,2 1 0-16,-2 4 0 16,4 6 0-16,2-5 0 0,4 5 0 0,0 1 0 15,7 7 0-15,4-2 0 0,5-2 0 16,3-2 0-16,0 0 0 0,-1-3 0 0,5-1 0 15,-4-4 0-15,4 0 0 0,-4-1 0 16,-5-3 0-16,0-3 0 0,-7 1 0 0,0-2 0 16,-3-3 0-16,1 1 0 0,-3-4 0 15,-2 4 0-15,-4-7 0 0,3 10 0 0,-3-10 0 16,-3 9 0-16,-3-1 0 16,-1-4 0-16,-2 1 0 0,-7 2 0 0,-1 0 0 15,-2-1 0-15,-2 0 0 0,0 2 0 0,0-4 0 16,-2 3 0-16,3-3 0 0,4-2 0 15,-2 0 0-15,4 0 0 0,0 0 0 16,1-2 0-16,2 0 0 0,11 0 0 16,-22 0 0-16,13-2 0 0,9 2-484 0,-10-6-360 15,6 1-74-15,4 5 79 0,2-14-898 16,2 4-1168-16</inkml:trace>
  <inkml:trace contextRef="#ctx0" brushRef="#br0" timeOffset="74584.69">24565 4446 4524 0,'-39'-7'-203'0,"-7"0"38"0,-2 7 39 15,-12 7 43-15,-1 5 54 0,1 5 45 16,3 14 47-16,-13 17 32 0,-3 8 35 0,1 12 26 15,5 4 27-15,5 9 17 0,2 2 7 16,11 1 37-16,9 0 10 0,15 4 7 0,16-20-3 16,12 3-14-16,14-3 0 0,15 10-9 15,20-10-18-15,15-6-20 0,9-11-22 0,19-10-14 16,2-7-10-16,12-6-20 0,-1-10-16 16,7-9-9-16,-24-9-13 0,22-6-8 15,-1-9-33-15,-3-6-52 0,-10-9 0 16,-10-3 0-16,-6-5 0 0,-11-4 0 0,-8-4 0 15,-17 2 0-15,-8-4 0 0,-5-8 0 16,-7-2 0-16,-7-10 0 0,-9-4 0 0,-13-6 0 16,-11-18 0-16,-14 1 0 0,-12 6 0 15,-11 7 0-15,-11 11 0 0,-10 16 0 0,-9 10 0 16,-15 16 0-16,-9 11 0 0,-6 10 0 16,-2 12 0-16,-1 11-131 0,1 5-240 0,3 9-123 15,7 0-134-15,7 4-186 0,7-2-12 16,18-8 85-16,9 1-683 0,5-2-874 15</inkml:trace>
  <inkml:trace contextRef="#ctx0" brushRef="#br0" timeOffset="78586.3">15079 6459 3731 0,'0'0'-140'0,"0"-10"21"0,-1 3 33 0,-1 0 25 15,2 0 31-15,-2 0 26 0,-1 0 26 16,1 1 23-16,2-2-3 0,0 8 16 16,-2-11-1-16,2 11-6 0,0-10-3 0,0 10-3 15,-1-8-2-15,1 8-7 0,0-5-9 16,0 5-1-16,0 0-1 0,0 0-3 0,-2-6-3 15,2 6 0-15,0 0 0 0,0 0 7 16,0 0 32-16,-4 31 38 0,2-8-3 16,-1 15 26-16,-7 12 12 0,2 7 1 15,-5 5 16-15,-3 8 2 0,-8 22 17 0,-2 9 14 16,-9 2 0-16,-2 7-12 0,-1 0-15 16,-3 4 9-16,0-7 7 0,3-3-2 0,-1-8 2 15,5-6-5-15,-3-5-13 0,14-23-2 16,0-6-4-16,4-3-4 0,4-9-10 0,1-13-10 15,5-9-8-15,3-3-8 0,3-5 2 16,-3-1 2-16,3-1-6 0,0-2 1 16,-1-3-6-16,2 0-34 0,0 0-65 0,2-7 0 15,2 10 0-15,-2-10 0 0,12 9 0 16,-1-6 0-16,11 0 0 0,6-2 0 16,16-5 0-16,7 3 0 0,10-3 0 15,2-1 0-15,4 0 0 0,-5 3 0 0,7 2 0 16,-2 0 0-16,-4 0 0 0,2-2 0 15,-20 2 0-15,-1 0 0 0,-11 0 0 0,-5 0 0 16,-9-2 0-16,0 4 0 0,-3-2 0 16,-3 0 0-16,-4 0 0 0,-9 0 0 0,20 0 0 15,-20 0 0-15,12 0 0 0,-12 0 0 16,12-2 0-16,-12 2 0 0,12-1 0 0,-12 1 0 16,5-4 0-16,-5 4 0 0,0 0 0 15,10-5 0-15,-10 5 0 0,6-5-138 0,-6 5-466 16,0-7-128-16,0 7-162 15,0-10 67-15,0 10 99 0,-4-10-724 0,4 3-900 16</inkml:trace>
  <inkml:trace contextRef="#ctx0" brushRef="#br0" timeOffset="78901.22">15636 7881 3824 0,'0'0'96'0,"0"0"41"0,-10-2-2 16,10 2 0-16,0 0 7 0,0 0 12 16,0 0 19-16,0 0 27 0,0 0 2 0,-5 15-5 15,5-15-13-15,7 21-19 0,1-8-5 16,-1 8-3-16,1-2-10 0,0 2 13 0,-1 10 10 16,-1-6 22-16,-5-1-1 0,-1 0 2 15,0 0 4-15,-1 0-2 0,-9 7-11 0,1-2-11 16,-3 2-16-16,-3-3-19 0,-8 1-105 15,-5 3-33-15,-5-3 0 0,-3 2 0 0,0-2 0 16,-3 0 0-16,3-1 0 0,4-8 0 16,3-1 0-16,4 1 0 0,5-7-301 0,4-1-158 15,5-6-146-15,1-1-161 16,1-5-67-16,2 2 75 0,7-2-762 0,0 0-965 16</inkml:trace>
  <inkml:trace contextRef="#ctx0" brushRef="#br0" timeOffset="91850.24">12154 2908 4350 0,'-24'0'-95'16,"4"0"30"-16,6 0 28 0,14 0 30 15,-16-2 32-15,16 2 11 0,0 0 8 0,0 0-4 16,0 0 22-16,0 0-11 0,0 0-3 16,41-1-6-16,2-2-3 0,4 1-5 15,18 2 1-15,2-4-11 0,5 0-34 0,-2 0-59 16,0 0-85-16,-4 0-105 0,-7-1-140 15,-12 1-217-15,-4 2 26 0,-9-4 68 0,-9 2-161 16,-7-2-177-16</inkml:trace>
  <inkml:trace contextRef="#ctx0" brushRef="#br0" timeOffset="92097.79">12768 2702 2053 0,'-8'-3'75'16,"8"3"-5"-16,0 0-10 0,0 0-3 0,0 0-5 15,0 0 6-15,0 20 13 0,6-8-2 16,3 5 23-16,6 9 16 0,3 0-9 16,-4-1 16-16,0 3 0 0,-3-1 11 0,0-5 9 15,-8-1 14-15,-1 2-1 16,-2-3-24-16,-4 3-8 0,-8 9-5 0,0-3-16 0,-10-1-11 16,-5 4-11-16,-7-3-38 15,-4-1-55-15,1-3-72 0,-8-3-63 16,15-6-92-16,-3-2-117 0,8-10-226 0,9 2 34 15,-2-6 75-15,7 0-126 0,11 0-107 16</inkml:trace>
  <inkml:trace contextRef="#ctx0" brushRef="#br0" timeOffset="93980.87">3180 8148 1510 0,'0'0'-96'15,"0"0"16"-15,0 0 24 0,0 0 30 0,0 0 18 16,0 0 26-16,0 0 14 0,-2 19 8 16,-1-14-1-16,-4 2 1 0,2 1-4 0,-1 1-4 15,1 1-5-15,-1-1 0 0,0 1-4 16,-2 0-7-16,1 0 3 0,0 1-3 15,-2 1-10-15,2-2-31 0,-2 2-51 0,-1-3-45 16,0-1-48-16,-1 3-248 0,-1-5 74 16</inkml:trace>
  <inkml:trace contextRef="#ctx0" brushRef="#br0" timeOffset="94197.29">2829 8486 1148 0,'-7'5'-3'0,"3"0"10"0,0-2-2 16,4-3 4-16,-5 7 6 0,5-7 3 15,-5 5-3-15,5-5 2 0,-5 7-5 16,1-1-4-16,0-2 3 0,1 3-1 0,-1 1 0 16,-3 2-2-16,2-1-19 0,-2 3-39 15,-1-2-48-15,-1 1-71 0,-1 0-159 0,2-2 158 16</inkml:trace>
  <inkml:trace contextRef="#ctx0" brushRef="#br0" timeOffset="94366.04">2560 8847 826 0,'-5'10'-15'0,"-1"-1"14"16,1-1 15-16,1-2 17 0,0 0 3 0,-2-3 9 15,2 2-6-15,2 0 7 0,2-5-15 16,-7 8 0-16,3-2-3 0,2-1-6 15,-1 0-19-15,1 0-49 0,-5-1-57 0,4 4-104 16,-5-1-49-16,3 0 224 0</inkml:trace>
  <inkml:trace contextRef="#ctx0" brushRef="#br0" timeOffset="94547.83">2318 9172 792 0,'-7'6'90'0,"0"0"7"15,-3-1 10-15,4 0 5 0,0-1 12 16,6-4 12-16,-13 5 1 0,8-1-13 16,5-4-7-16,-12 6-11 0,12-6-12 0,-11 6-6 15,5-4-15-15,6-2-7 0,-12 11-32 16,5-5-45-16,1 0-62 0,-1 2-55 16,0-1-113-16,0-2-386 0,1 2-126 0</inkml:trace>
  <inkml:trace contextRef="#ctx0" brushRef="#br0" timeOffset="94714.01">2044 9436 1758 0,'0'0'15'0,"-4"4"3"0,4-4 4 16,0 0 9-16,-7 3-3 0,7-3 1 15,0 0-6-15,0 0-8 0,0 0-26 0,0 0-43 16,0 0-66-16,0 0-71 0,0 0-341 15,0 0-35-15</inkml:trace>
  <inkml:trace contextRef="#ctx0" brushRef="#br0" timeOffset="97734.17">3154 8173 1326 0,'0'0'-64'0,"0"0"19"16,0 0 21-16,0 0 20 0,0 0 6 16,0 0 7-16,0 0 12 0,0 0-6 15,0 0-3-15,0 0 10 0,0 0-8 16,0 0 4-16,0 0 2 0,0 0-4 0,0 0 4 15,0 0 10-15,0 0 0 0,0 0-4 16,0 0 6-16,0 0-4 0,0 0 5 0,0 0-5 16,0 0-2-16,11-1 2 0,-11 1-4 15,0 0-3-15,0 0 1 0,0 0-8 0,0 0 0 16,0 0 0-16,0 0-2 0,0 0 0 16,0 0-6-16,0 0 3 0,0 0 0 15,0 0 0-15,0 0-1 0,0 0-4 0,0 0 5 16,0 0 14-16,0 0 7 0,0 0 7 15,0 0 6-15,0 0-2 0,0 0-4 0,0 0 0 16,0 0-2-16,0 0-6 16,0 0 0-16,0 0-7 0,0 0 2 0,0 0-5 15,0 0-3-15,0 0 0 0,0 0-1 16,0 0-4-16,0 0-1 0,0 0 2 16,0 0 0-16,0 0-1 0,0 0 9 0,-8 18 8 15,8-18 6-15,0 0 0 0,-3 11 5 16,3-11-2-16,-6 7 5 0,-1-1-6 0,4-2-1 15,-1 1 5-15,-1 3 4 0,-3 0 2 16,3-2-5-16,-4 3-2 0,2-1 1 0,0 0-2 16,-3 2-1-16,2 0 0 0,-1-3-5 15,1 2-1-15,0-2-2 0,2 1-9 16,-1-1 1-16,2 0-2 0,-1 0-3 0,-2 1-4 16,4-2 1-16,-2-1 2 15,1 3 0-15,-1-3 1 0,3 0-1 0,-4 2 3 16,2 0 9-16,-1 0 9 0,1 0-6 15,-1-2 0-15,2 2-3 0,-4-2-3 0,2-2 4 16,3 3-5-16,-3 0 9 0,1-1-8 16,0 1 8-16,1 0-5 0,-3-2-3 15,3 1-3-15,-1 0-2 0,1 0 4 0,-4 2-3 16,2 0-8-16,3 0 3 0,-3-1-2 16,0 2-3-16,1-2-3 0,-2 4-7 0,0-5 14 15,0 3-8-15,1 0 2 0,2 2 0 16,-4-5-2-16,4 5 2 0,-3-4-3 15,1 2-7-15,1 1 2 0,-2 2 4 16,0-4 1-16,2 0-1 0,-1 1 3 0,-1-1-4 16,0 0 3-16,2 0-1 0,-3 0 2 15,1-2 0-15,0 3 1 0,0-1 8 16,1 2 3-16,-1-2 2 0,-1-1-4 0,0 3-3 16,1-1 5-16,0-1-6 0,-2 0-7 15,2 0 4-15,1 0 2 0,-1 0-9 0,1-1 7 16,-2 1 1-16,2-2-6 15,3 0 5-15,-3 1-8 0,1 0 2 0,0-4 9 16,0 4-11-16,5-6 18 0,-10 8 9 16,5-5-4-16,1 3 2 0,0-1 2 15,-2-2 3-15,6-3-10 0,-9 10-5 0,3-7 8 16,2 3-13-16,-4 0 3 0,4 0 0 16,-1 0-6-16,-1-4-1 0,3 4 2 0,-3-1 4 15,6-5-6-15,-8 8 5 0,2-4-7 16,3 0 1-16,3-4 0 0,-10 6 1 0,7 0 0 15,3-6-5-15,-9 5 23 0,4 0-2 16,5-5 6-16,-8 5-8 0,8-5 3 16,-7 7-3-16,3-6-5 0,4-1 3 0,-8 8-5 15,2-5-2-15,6-3 3 16,-7 8-2-16,1-4-6 0,3 1 3 0,-2-2-2 16,5-3-2-16,-9 7-3 0,5-1 4 15,-1-3 0-15,-1 4-8 0,0-2 0 0,0 0 4 16,1-2 4-16,-1 4-4 0,2 0 2 15,-3-2 0-15,0 2-2 0,2 0-3 0,-1 1 2 16,1-1 3-16,-1 2 4 0,-2 1-3 16,2 1 6-16,-1-3-6 0,0 5 2 15,0-7 12-15,2 4-1 0,-1 0 2 16,2-3 4-16,-1 3 10 0,1-4 2 0,2 0 1 16,-2-2 9-16,0 1-1 0,2 3 4 0,2-8 5 15,-4 6 3-15,4-6 0 16,-5 6-4-16,5-6 8 0,-6 7-3 0,5-3-6 15,-3 2-1-15,-1 0-6 0,3 1-3 16,2-7-3-16,-7 10 0 0,3-4 5 0,2-2 3 16,-1 2-4-16,3-6 5 0,-4 7-1 15,4-7 1-15,-4 6-5 0,4-6 2 16,-4 6-3-16,4-6 0 0,0 0-1 0,0 0-5 16,-6 8-5-16,6-8-1 0,-2 4-5 15,2-4-2-15,0 0-6 0,0 0-1 16,0 0-1-16,-3 5-20 0,3-5-54 0,0 0-68 15,0 0-83-15,0 0-85 0,1 8-123 0,-1-8-148 16,0 0-169-16,13 4 56 16,-13-4-498-16,0 0-641 0</inkml:trace>
  <inkml:trace contextRef="#ctx0" brushRef="#br0" timeOffset="98647.3">1703 9716 3137 0,'-11'6'-72'0,"1"-2"25"0,1 1 25 15,-1-2 33-15,3 1 36 0,0-2 21 16,7-2 7-16,-11 5 0 0,11-5-10 0,-9 6 14 15,9-6 2-15,0 0-4 0,-8 4-1 16,8-4 10-16,0 0-11 0,0 0-8 16,0 0 2-16,0 0-3 0,0 0-5 0,37-11-4 15,-21 7-7-15,-2-2 3 16,3 0-8-16,0 2-5 0,-2-2 3 0,-3 2-12 16,1 1-5-16,-2-1-3 0,-1 2-1 15,-10 2 3-15,17-4-6 0,-17 4-2 0,16 4 5 16,-11 2-3-16,3-1 8 0,-3 3 4 15,2 4 6-15,-2 1-3 0,-1 1 9 16,0 3 6-16,-1 1 3 0,1-1-2 0,-2 3-3 16,0 4 0-16,1 0-7 0,-2 3-1 15,1-4-6-15,-2 0 0 0,2 1-4 0,0-7-4 16,0 1-3-16,-2-2-1 0,2-3-2 16,-1 0-3-16,-1-1 1 0,0 1-4 15,2-5 1-15,-2 1 2 0,2-2-2 0,-2 2-1 16,0-9 0-16,2 10 0 15,-2-10 0-15,0 8-3 0,0-8-7 0,0 7-12 16,0-7-33-16,0 0-45 0,0 0-75 16,0 11-80-16,0-11-81 0,0 0-105 0,0 0-162 15,0 0-28-15,0 0 56 0,0 0-233 16,-11-24-282-16</inkml:trace>
  <inkml:trace contextRef="#ctx0" brushRef="#br0" timeOffset="98981.81">1804 10003 2183 0,'-11'2'121'16,"3"0"15"-16,8-2 12 0,-14 4 21 0,14-4 18 16,0 0 5-16,0 0-7 0,-12 0-1 15,12 0-16-15,0 0-17 0,0 0-15 16,0 0-9-16,0 0-13 0,0 0-11 0,0 0-7 15,32-10-11-15,-15 6-3 0,4-4-14 16,2 1-5-16,0 3-7 0,0-2-4 0,-1-1-19 16,-2 2-7-16,-4 1-4 0,-4 1-5 15,1 0 4-15,-3 1-2 0,1 1-3 16,-11 1 3-16,13-4-7 0,-13 4 1 16,12-2-4-16,-12 2-6 0,11-2-8 15,-11 2-26-15,0 0-29 0,8-4-41 0,-8 4-43 16,0 0-51-16,6-4-61 0,-6 4-112 15,0 0-167-15,4-4-46 0,-4 4 54 0,0 0-226 16,4-10-243-16</inkml:trace>
  <inkml:trace contextRef="#ctx0" brushRef="#br0" timeOffset="99946.52">2329 9626 2091 0,'1'-5'48'0,"1"-1"28"0,2 1 21 16,-4 5 21-16,2-10 18 0,-2 10 16 0,0 0 9 16,2-7 12-16,-2 7 1 0,0 0-3 15,0 0-2-15,0 0 4 0,0-7-8 16,0 7-1-16,0 0-8 0,0 0-14 0,0 0-7 15,0 0-6-15,0 0 3 16,0 0 0-16,0 0-12 0,0 0-17 0,0 0-7 16,-29 14-11-16,16-8-7 0,-3 0-8 15,0 4-6-15,-4-1-8 0,1 1-7 0,0 0-5 16,-2 1-6-16,6-3 8 0,-2-1-17 16,4 1-5-16,1-4 2 0,1 1-3 0,1 0-5 15,2-3 1-15,-1 4-5 0,3-4-1 16,-2 0-2-16,8-2-3 0,-9 3-2 15,9-3-2-15,-7 4 0 0,7-4 0 0,-8 4 0 16,8-4-4-16,0 0 3 0,-8 4-2 16,8-4 2-16,0 0-3 0,0 0 0 0,-8 2-1 15,8-2 1-15,0 0-3 16,0 0 2-16,0 0-1 0,-7 4 0 0,7-4 2 16,0 0-2-16,0 0 0 0,0 0 0 15,0 0-2-15,0 0 0 0,0 0 4 16,0 0-1-16,-4 6 0 0,4-6 1 0,0 0 0 15,0 0-1-15,0 0 0 0,0 0 0 16,0 0 1-16,0 0-3 0,0 0 0 0,0 0 1 16,0 0 3-16,0 0 0 0,0 0-1 15,0 0 2-15,0 0-1 0,0 0-1 0,0 0 4 16,0 0-4-16,0 0 4 16,0 0 2-16,0 0-4 0,0 0 4 0,0 0-4 15,0 0-1-15,0 0 2 0,0 0 0 0,0 0 2 16,0 0-2-16,0 0 0 15,0 0-1-15,0 0-2 0,0 0 0 0,0 0 0 16,0 0 1-16,0 0-2 0,0 0-1 16,0 0-2-16,0 0-2 0,0 0 1 0,-5 5-1 15,5-5 4-15,5 12-1 0,-3-4 3 16,2 3-2-16,0-1-2 0,-1 0 2 16,3 4 2-16,-2-4 1 0,0-1-2 0,0-1 3 15,0 1-3-15,-1-4 0 0,1 2 4 16,-4-7-4-16,5 10 2 0,-3-7 0 0,-2-3-3 15,7 7 3-15,-7-7 1 0,5 5 1 16,-5-5-1-16,0 0 4 0,10 5-4 16,-10-5-2-16,0 0 3 0,13 4-3 15,-13-4-1-15,13 3 1 0,-13-3 1 0,13 4-1 16,-3-3 0-16,0 5 3 0,-1-3-4 16,3 0 8-16,-3 2-5 0,0 2-2 15,3-2 4-15,-4 3 0 0,1-2-1 0,-1 1 5 16,-2 1 5-16,-1 4 2 0,-1-4 9 15,0 1 8-15,-2 3 3 0,0 0 7 0,-4-1 7 16,0 3-1-16,-2 0 2 0,-1 1-6 16,-1-1-4-16,-4-1-1 0,1 0-5 15,-1-1-4-15,2-2-3 0,1-2-10 16,-1-2-13-16,1 1-33 0,-3-2-55 0,2-2-65 16,8-3-60-16,-16-2-65 0,16 2-75 15,-18-1-87-15,11-3-114 0,-1 1-134 16,0-4 47-16,1 0-427 0,-1-4-535 0</inkml:trace>
  <inkml:trace contextRef="#ctx0" brushRef="#br0" timeOffset="100945.88">2386 9329 2848 0,'0'0'-29'16,"5"-7"32"-16,-5 7 31 0,0-7 19 15,0 7 27-15,0 0 17 0,0-10 14 0,0 10 5 16,-7-8 11-16,7 8 2 16,-7-7-25-16,7 7 15 0,-14-7-9 0,8 3-15 15,-6 3 1-15,-1-4-17 0,1 1 3 16,-1 3-15-16,-6-3 4 0,2 3-5 0,-2-1-7 16,0 0 4-16,-9 2-3 0,3-2 6 15,-4 2-3-15,2 2-3 0,-12 2-4 0,-4-1-7 16,5 0-2-16,-3 2-4 0,-4 0 0 15,4 2 2-15,-4 2 1 0,6 1-1 16,-3-1 1-16,3 3-5 0,5 1-6 0,-2-2-3 16,7 3-1-16,-1 1-7 0,1 0-2 15,4 2-2-15,1 3-3 0,5-6-2 0,3 1-2 16,-4 5 1-16,1 1-1 16,4-4-3-16,3 0 0 0,1 2 0 0,-5 5 0 15,5-2-2-15,2-3 1 0,-5 6-1 16,1 3-2-16,4-6 1 0,-2 6-2 15,4-6 8-15,-4 8-6 0,3-6-3 0,2-3 4 16,-5 7 1-16,3 3 0 0,2-5 1 16,2-6 1-16,-1 3 1 0,1-2 1 0,2-2-1 15,1 1 2-15,-1-1 1 0,4 1 3 16,-2 3 0-16,1-2-2 0,3 2 1 16,2-1-2-16,-1 2-1 0,5 5 2 0,-2 1 2 15,-1-9-7-15,4 8-1 16,-1-8 0-16,0 0-1 0,-3-1 0 0,3 0 1 15,-1-1-4-15,1-1 10 0,0 1-1 16,-1-2 6-16,0 2-3 0,3-2 12 0,-1-1-8 16,7 6 2-16,-3-5 2 0,6 2 1 15,-1-1 0-15,5-4 1 0,2 1 2 0,3-2-1 16,5 1 0-16,-1-4-3 0,5-1-7 16,0-1 2-16,3-3-1 0,2-1-2 15,2-3-6-15,0-1 1 0,1-4 2 0,1 2-2 16,9-8 0-16,0-1 8 0,-4-3-10 15,1-1 0-15,-3-5 4 0,-1 3-4 0,-1-5-1 16,-1 0-3-16,-2-2 0 16,-2-2 3-16,-2 2-2 0,-3-3 1 0,0-2-1 15,-3 2 0-15,-4-4 0 0,1-2-4 16,-5-2 3-16,1 2 26 0,-2-7-5 16,-2 4 10-16,-3-2 7 0,-3 8 7 0,-4-4 12 15,-1 1 13-15,-3 0 12 0,1 2 12 16,-6-5 7-16,-3 4 2 0,1-4-2 0,-6-2-5 15,-2-2-5-15,-5-10-5 0,-5 1-10 16,-4-3-10-16,-5-1-7 0,-8 2-8 0,-3 2-7 16,-3 2-4-16,-3 2-6 0,-5 7-26 15,-3 4-15-15,-4 9 0 0,-2 7 0 16,-10 8 0-16,-1 8 0 0,-5 8-26 16,-4 11-127-16,-15 12-81 0,-1 10-94 0,4 7-113 15,2 5-126-15,8-3-204 0,0 1-60 16,7-4 81-16,19-13-641 0,3-1-844 15</inkml:trace>
  <inkml:trace contextRef="#ctx0" brushRef="#br0" timeOffset="105913.94">7845 2651 3484 0,'-4'5'-137'0,"4"-5"51"0,-4 8 31 0,4-2 26 16,0-6 34-16,0 0 17 0,0 0 19 15,-5 7 10-15,5-7 16 0,0 0 7 16,0 0 15-16,9 10 11 0,-9-10-5 0,12 0-6 15,-12 0 1-15,22-6-14 0,-4 0-7 16,1 1-7-16,2-2-9 0,-2-2 1 16,-1 3-12-16,-4 2-43 0,-3-1-62 0,1 1-71 15,-2 3-86-15,-3-3-113 16,-7 4-115-16,0 0-141 0,8 9 54 0,-8-9-123 16,0 0-153-16</inkml:trace>
  <inkml:trace contextRef="#ctx0" brushRef="#br0" timeOffset="115693.57">1796 8978 2014 0,'0'7'133'0,"0"-7"14"0,0 0 17 16,0 0 25-16,0 0 28 0,0 0 25 16,0 0 13-16,-7 8 2 0,7-8-2 15,0 0 1-15,0 0-7 0,0 0-18 0,0 0-20 16,0 0-23-16,0 0-14 0,0 0-16 16,-7-22 0-16,7 22-9 0,-4-14-1 0,1 4 11 15,-1 1 7-15,3-2-12 0,-5-3-15 16,2 0-6-16,-1-1 6 0,-3-6-23 0,-2-9-14 15,3-2-11-15,-2-1-11 16,-2-3-4-16,0-3-9 0,4 2-7 0,-1-4-10 16,0 0-3-16,6 0-6 0,-3 1-7 0,1-2 3 15,2 1-7-15,2-2-6 0,4 2-1 16,0 1-5-16,1-1-2 0,-1-1-1 16,4 0 4-16,0 5-6 0,1-1-3 15,3 1 0-15,-1-1 9 0,2 4-9 0,1 0 4 16,2-1-10-16,0 2 0 0,1 2-5 15,0 2 3-15,3 2 5 0,-2 4-3 16,5 2-2-16,0 1-3 0,4-1 8 0,2 4 1 16,1 2-10-16,1 0-1 0,1 2 5 15,0 1 1-15,3-3-2 0,-1 3 0 0,-2 2 4 16,-1-1-7-16,-6 3 6 0,-7 1 7 16,0 4-9-16,-3-2 0 0,0 1 4 0,-1 1 1 15,-3-1 3-15,2 1 10 0,-1 2 4 16,-1-3 5-16,0 2-9 15,1 1 4-15,-3-1-3 0,-1-1-3 0,-8 3 0 16,17-1-2-16,-17 1 4 0,11-1 0 16,-11 1 5-16,9-2-2 0,-9 2 2 0,0 0-4 15,13-2-1-15,-13 2-1 0,0 0-4 16,0 0-8-16,0 0-45 0,9-2-78 0,-9 2-89 16,0 0-93-16,0 0-114 0,0 0-122 15,-4 14-181-15,-3-5-130 0,-1 3 91 16,-4-2-694-16,3-1-898 0</inkml:trace>
  <inkml:trace contextRef="#ctx0" brushRef="#br0" timeOffset="116259.69">2414 7253 3708 0,'-6'-4'-125'0,"0"-1"46"0,-1 1 41 0,7 4 40 16,-11-2 40-16,11 2 35 0,-10-4 21 15,10 4 10-15,-8-3 6 0,8 3 0 16,-11 0-2-16,11 0-1 0,0 0-7 0,0 0-7 16,0 0-7-16,-14 0-2 0,14 0 4 15,0 0 0-15,0 0 0 0,0 0-4 0,0 0-12 16,-11-2-9-16,11 2-7 16,0 0-11-16,0 0 1 0,0 0 5 0,4 13 10 0,2-6-5 15,-1 2-3-15,9 5-1 0,6 5-7 16,3 1-3-16,4 1 1 15,2 3-6-15,7 3-8 0,2 2-1 0,1 1-4 16,-7-1 0-16,-5-5-2 0,-5 1-4 16,-1 1 2-16,-3 0 23 0,-4-1 26 0,-6-1 24 15,-5-2 30-15,2-1 5 0,-5 0 0 16,-5 3-4-16,-2 7-4 0,0-6-17 0,-1 5-9 16,-2-8-13-16,3-6-6 0,3 1-7 15,-1-4-9-15,1-2-3 0,0-2-8 16,2-2-4-16,-2 0-8 0,2 0-26 0,2-7-28 15,-4 10-54-15,4-10-74 16,-2 4-80-16,2-4-97 0,0 0-92 0,0 0-104 16,0 0-149-16,-2 5-107 0,2-5 69 15,-3 5-559-15,1 2-722 0</inkml:trace>
  <inkml:trace contextRef="#ctx0" brushRef="#br0" timeOffset="116877.99">1547 8967 3177 0,'0'-10'-118'0,"-2"2"32"16,0-1 34-16,0 1 46 0,2 3 42 0,0 5 41 15,-5-14 27-15,3 8 32 0,2 6 18 16,-5-9 15-16,5 9 11 0,0-9 3 0,0 9-8 16,0 0-5-16,-5-5-16 0,5 5 2 15,0 0 43-15,0 0 34 0,0 0 11 16,5 23-14-16,-3-11 6 0,1 4-13 0,1-1-4 15,-1 6-15-15,3-6-17 16,-1 1-17-16,1-1-12 0,2-1-11 0,2 1-12 16,-1-5-5-16,3 2-8 0,3-7-3 15,0 1-10-15,6-4-5 0,0-4-11 0,13-2-7 16,4-6-8-16,-1-2-10 0,1 0-7 16,-2-2-34-16,-2 1-27 0,-2-1 0 15,-1 2 0-15,-1 0 0 0,-7 3 0 0,-8 5 0 16,-1-3 0-16,-5 3 0 0,3 1-117 15,-4-2-48-15,-1 3-55 0,0-2-70 0,-7 4-94 16,9-3-130-16,-9 3-153 0,3-5-174 16,-3 5 79-16,4-7-677 0,-4 7-889 0</inkml:trace>
  <inkml:trace contextRef="#ctx0" brushRef="#br0" timeOffset="120842.76">8526 9664 3949 0,'2'-13'-78'0,"-1"5"13"15,-1 0 18-15,0 2 19 0,0 6 22 16,0-8 17-16,0 8 9 0,0 0 28 15,0 0 27-15,0 0 18 0,-19 18 18 16,10-1 15-16,-4 12 9 0,-1 4 4 0,-1 10 5 16,1 4-5-16,1 2-4 0,-1-2 7 15,5-10 0-15,2 2-1 0,1-5-10 0,0 1-6 16,2-7-9-16,2-6-3 0,0-3-6 16,2 0-4-16,0-2-1 0,0-3-2 0,0-1-8 15,2 4-4-15,4-1-7 0,2-3-2 16,3 3-12-16,11 3-3 0,4-1-9 0,3-5-3 15,3-1-11-15,6-2-3 16,2-1-1-16,4-7-5 0,0 2-3 0,0-4 0 0,-1 0-12 16,-3-4-3-16,1 4-3 15,-5-6-5-15,-8 1-3 0,-5 1 0 0,-6 3-6 16,-1 0 5-16,-3-1-4 0,-4 0-7 16,1 0-17-16,-10 2-30 0,17-2-27 0,-17 2-39 15,14 0-43-15,-14 0-60 0,0 0-95 16,11 2-80-16,-11-2-94 0,0 0-106 15,0 0-96-15,0 0 65 0,0 0-468 0,0 0-569 16</inkml:trace>
  <inkml:trace contextRef="#ctx0" brushRef="#br0" timeOffset="121126.04">9028 10104 2951 0,'2'-8'85'0,"-2"1"54"0,3 2 12 16,-3 5-3-16,0-9-7 0,0 9-11 15,0 0 20-15,0 0 14 0,0 0 13 0,0 0-3 16,26 14-4-16,-16-2-4 0,1 4-5 16,5 9-9-16,-7 2 0 0,-2-3 1 0,-1 9 1 15,-1-6 2-15,-5 1-3 0,-3 6 0 16,-3 3-1-16,-1-3-11 0,-1 0-18 16,-4 2-7-16,1-5-9 0,-2-2-6 0,-1-3-17 15,3-4-10-15,1-6-9 16,1 1-40-16,2-5-47 0,-1 0-54 0,4-5-60 15,-4 3-75-15,1-5-88 0,1 0-84 16,1-1-101-16,5-4-99 0,0 0-126 0,-16-2 53 16,16 2-504-16,0 0-625 0</inkml:trace>
  <inkml:trace contextRef="#ctx0" brushRef="#br0" timeOffset="122141.96">11422 9252 3008 0,'0'0'-61'0,"8"-5"52"0,-8 5 55 16,0 0 69-16,0 0 48 0,4-3 32 15,-4 3 9-15,0 0-5 0,0 0-3 0,-12-7-2 16,12 7-7-16,-17-4-15 0,5 6-15 15,-1-2-14-15,-2 2-13 0,-4-1-13 0,0 1-12 16,-1 2-10-16,-4-1-9 16,7 0-9-16,0 1-7 0,0-2-8 0,2 1-8 15,1-1-4-15,3 0-8 0,3-1-1 16,-3 1-5-16,11-2-10 0,-13 3-6 0,2-3-6 16,11 0-2-16,-11 2-1 0,11-2-5 15,-9 2 1-15,9-2-2 0,0 0 0 16,-12 1 3-16,12-1-7 0,0 0 1 0,-9 2 0 15,9-2-2-15,0 0 0 0,0 0-4 16,-9 2 2-16,9-2 0 0,0 0-6 0,-9 5 5 16,6 0-4-16,-3 0 4 15,2 4-2-15,1-1 3 0,-1 3-3 0,0 1 7 16,1-1-5-16,2 1 0 0,-1 0 2 16,4 2-3-16,-2-2 5 0,1 0-3 0,2 0 3 15,3 2 2-15,1-1 1 0,2-1 2 16,2 0 4-16,2 3 3 0,2-1-1 0,0-3 6 15,3 3-5-15,-4-2 2 0,4 0 9 16,-1 0 5-16,-4 0 11 0,0 0 9 0,-3-2 15 16,-2-1 12-16,-1-1 11 0,1 1 19 15,-5-2 15-15,-1 0 20 0,0-1 7 16,-2 1 2-16,0-7-3 0,-7 14-7 0,-1-6-10 16,1-4-12-16,-1 1-11 0,-4 0-10 0,0-2-10 15,0 1-5-15,-1-2-12 16,1 0-9-16,12-2-17 0,-23 1-35 0,11 2-51 15,1-3-59-15,11 0-61 0,-19 0-60 16,19 0-73-16,-9 0-103 0,9 0-89 0,-11 0-99 16,11 0-118-16,0 0-54 0,0 0 80 15,5-12-591-15,6 1-729 0</inkml:trace>
  <inkml:trace contextRef="#ctx0" brushRef="#br0" timeOffset="122461.85">11432 9410 3261 0,'4'-11'-66'0,"-2"3"50"0,0-2 44 0,-1 1 44 16,3 1 34-16,0 0 20 16,1 0 10-16,4-1 5 0,-4 1-5 0,4 1-8 15,1 2 0-15,2 0-7 0,-1 3 1 16,1 0 3-16,-12 2 3 0,18 7 14 0,-9 0 18 16,2 4 13-16,-6 0 15 0,1 5 15 15,-3-1 15-15,-3 2 16 0,-1 3 10 0,-5 4 2 16,2-5 4-16,1 2-4 0,-3-1-1 15,1-5-10-15,4 0-14 0,-3-3-19 16,2-2-13-16,0-1-70 0,0 0-119 0,2-1 0 16,0-8 0-16,2 12 0 0,2-7 0 15,-4-5 0-15,12 5 0 0,-12-5 0 16,18 2 0-16,-2-4 0 0,1 1 0 16,0-1 0-16,3-3 0 0,-2 1 0 0,3 1 0 15,1-2-212-15,-6 0-214 0,6 0-71 16,-6-4-79-16,0 4-65 0,-3-5-123 0,1 5 9 15,-7-2 81-15,0-2-566 0,-3 1-702 16</inkml:trace>
  <inkml:trace contextRef="#ctx0" brushRef="#br0" timeOffset="123275.31">11622 8976 3073 0,'-13'-12'-187'0,"-2"-2"36"0,-1 4 36 0,-1-2 36 16,-8-5 35-16,1 4 30 0,-7-1 25 16,2-1 21-16,-3 7 20 0,2 0 11 15,-5 0 8-15,1 6 0 0,7 2 3 16,-14 0-4-16,-2 6 3 0,-12 5 8 0,4 3 5 15,-1 4 8-15,2 5 10 0,2 6 4 16,-1 8 13-16,2 4 0 0,1 5 6 0,-6 12-3 16,5 2-1-16,1 6-6 0,6 3-13 15,4 3-8-15,10-12-4 0,1 2-1 0,6 1-5 16,7-2 5-16,7-1-8 0,5 2-3 16,5-2-5-16,7-3-3 0,8-4 4 0,11-3 2 15,12-5 0-15,7-6 0 16,23 0-5-16,10-6-6 0,10-9-7 0,8-7-5 15,3-5-7-15,-14-7-1 0,1-5-5 16,20-7-9-16,-9-5-19 0,-23-2-18 0,14-8-17 16,-9-7-7-16,-17 4 2 0,7-15 2 15,-19 8 1-15,-3-4 3 0,-5-6 6 0,-4-4 3 16,-9-2 18-16,-6-8 16 0,-5-6 17 16,-10-2 4-16,-5-1 12 0,-10-2-5 0,-5-4-7 15,-15-16 0-15,-6 5-7 16,-14 3-4-16,-6 10-5 0,-6 10-4 0,-7 9-9 15,1 19-15-15,-7 7-24 0,-7 12-21 16,-4 9-25-16,-2 6-32 0,-17 14-57 16,1 9-62-16,9 8-72 0,5 4-83 0,5-1-87 15,26-6-149-15,3-2-7 0,12 1 67 16,11-8-320-16,4 0-356 0</inkml:trace>
  <inkml:trace contextRef="#ctx0" brushRef="#br0" timeOffset="124010.11">10907 9989 2286 0,'0'0'-9'0,"0"0"37"0,0 0 26 0,0 10 33 16,-9 2 36-16,-7-1 46 0,-6 11 36 15,-14 9 28-15,-3 4 15 0,-10 4 13 0,-11 10 6 16,-5 4 5-16,-5 3-2 0,6-2-6 16,1 0-8-16,6-2-13 0,13-14-15 15,5-1-21-15,3-3-17 0,4-3-17 16,9-8-17-16,5 0-11 0,-2-2-20 0,7-6-19 16,3-5-4-16,5 1-15 0,-3-3-8 15,4-1-9-15,1-2-1 0,-1 2-13 0,-2-2-12 16,2-1-23-16,4-4-33 0,-7 8-37 15,3-4-51-15,4-4-58 0,0 0-77 0,-2 4-99 16,2-4-97-16,0 0-111 0,0 0-183 16,0 0 24-16,0 0 83 0,0 0-474 0,0 0-562 15</inkml:trace>
  <inkml:trace contextRef="#ctx0" brushRef="#br0" timeOffset="124574.64">9709 10928 3016 0,'0'-7'25'16,"2"0"44"-16,-2 0 51 0,0 7 50 15,-2-10 34-15,2 10 15 0,0-7-5 0,0 7-16 16,0 0-14-16,0 0 21 0,0 0 16 16,0 0 5-16,-4 29-1 0,3-5 2 15,-3 12-3-15,-1 3-8 0,3 1-4 16,1-1-18-16,-3 0-14 0,0 1-21 0,4-2-13 15,-3-2-15-15,3-7-15 0,-2-4-11 16,2-4-12-16,-2 0-6 0,2-3-15 0,-2-2-9 16,0-3-32-16,2-1-32 0,-2 1-29 15,0-5-40-15,2 0-46 0,-2-3-60 0,2-5-49 16,-6 6-51-16,6-6-42 0,0 0-37 16,0 0-35-16,-7-23-39 0,5 8-38 15,2-9-11-15,2-3-30 0,0-12-28 16,-1-6-545-16,1 1-551 0</inkml:trace>
  <inkml:trace contextRef="#ctx0" brushRef="#br0" timeOffset="124776.62">9697 10936 2770 0,'0'-15'-79'0,"0"5"53"0,0 4 37 16,-2 0 32-16,2 6 40 0,0 0 40 15,-14 2 39-15,2 7 19 0,-5 5 21 0,-8 10 13 16,-6 7 16-16,-1 3 16 0,-2 3 8 16,2 0 10-16,-1-2 0 0,6 0-14 15,4-10-13-15,9 0-27 0,2-6-17 16,2-5-8-16,5 1-20 0,3-5-17 0,2 0-11 15,2-3-9-15,3 3-13 0,8-6-15 16,5 0-5-16,1-3-31 0,5-2-64 16,17-5-83-16,0-1-85 0,11-5-106 0,4-1-109 15,-6-1-106-15,0-3-100 0,-4 0-147 16,-11 4 55-16,-3 2-542 0,-1-1-686 0</inkml:trace>
  <inkml:trace contextRef="#ctx0" brushRef="#br0" timeOffset="125159.26">10025 11032 3090 0,'6'-10'-153'0,"0"1"34"15,1 4 33-15,-3 0 25 0,4 1 26 0,-8 4 25 16,12-3 29-16,-12 3 22 0,0 0 33 16,16 8 43-16,-12 1 45 0,-4 5 29 15,0 1 27-15,-2 3 9 0,-2 3 10 16,-7 10 1-16,-1-4 3 0,1 2 4 0,-5 0-12 15,7-7-11-15,0-5-13 0,3-2-21 16,3-1-18-16,-2-4-25 0,3 1-9 0,2-3-6 16,0-8-16-16,5 12-6 0,0-8-10 15,-5-4-10-15,10 3-3 0,-10-3 8 0,0 0 36 16,0 0 29-16,0 0 9 0,13-17 10 16,-15 8 6-16,-4-3 7 0,-3-5-23 0,0-2-12 15,-7-9-17-15,-2 2-66 16,4-4-72-16,-2 1 0 0,3 1 0 0,4 8 0 15,3 0 0-15,2 2 0 0,0 1 0 16,2 0 0-16,2 3 0 0,6-4 0 0,-2 2 0 16,7-3 0-16,0 4-12 0,11-4-288 15,-5 4-59-15,4 5-79 0,5-5-77 0,-4 7-79 16,-1 2-144-16,-3 2-31 0,0 2 79 16,-1 2-594-16,-4 4-744 0</inkml:trace>
  <inkml:trace contextRef="#ctx0" brushRef="#br0" timeOffset="125609.83">9704 10742 3231 0,'-37'4'-108'15,"-3"2"31"-15,-12 10 30 0,0 3 35 0,-6 6 44 16,1 8 44-16,-11 12 39 0,-2 8 21 16,6 7 41-16,4 1 18 0,8 8 2 15,2 1 5-15,23-8 0 0,10 2-7 0,9 0 0 16,8-3-13-16,8-1-18 0,11-3-5 16,11-3-3-16,20 6-13 0,11-6-15 15,6-10-9-15,11-6-15 0,7-4-7 0,-10-18-11 16,6-8-7-16,5-7-10 0,-1-4-33 15,13-11-24-15,-3-6-33 0,-7-6-22 16,-5-5 1-16,-9-8 5 0,-7-5 7 0,-20 3 3 16,7-16 11-16,-20 9 19 0,-6-5 22 15,-5-4 11-15,-8-5 3 0,-8-5 4 0,-14-5-4 16,-6 0-6-16,-13-15-2 16,-9 3-4-16,-13 5-3 0,-6 6-5 0,-7 12-2 0,-7 15-3 15,9 19-6-15,-4 13-4 0,-3 10-14 16,-1 11-26-16,1 10-49 0,1 7-75 15,2 5-104-15,-6 13-123 0,22-5-149 16,10-4-187-16,9 3 62 0,9-7 67 0,5-3-404 16,12-2-473-16</inkml:trace>
  <inkml:trace contextRef="#ctx0" brushRef="#br0" timeOffset="126358.18">10932 10176 2578 0,'-7'-7'-46'0,"0"0"20"0,-6 2 29 0,6-1 21 16,-4 1 32-16,3-1 39 0,-2 1 33 15,1 0 23-15,-1 0 16 0,3 1 11 0,-1 0 2 16,5 0-14-16,3 4-10 0,-11-7-19 16,11 7-18-16,0 0-9 0,0 0-13 0,0 0 12 15,0 0 0-15,37 34 4 0,1-10 0 16,10 9 3-16,5-1-5 0,24 15-8 0,4 3-8 15,13 1-11-15,3 2-8 0,2 0-7 16,4-1-6-16,0-2-3 0,3-3-6 16,-2-2-9-16,-2-5-4 0,-5-3 0 15,-3-4-4-15,-8-2-5 0,-22-10-4 0,-5 1-3 16,-9-3-2-16,-14-6-4 0,-5-1 0 16,-10-3-4-16,-3-2-1 0,-6 0 1 0,0-5-3 15,-5 2-3-15,-1 0-15 0,0-3-31 16,-6-1-48-16,0 0-61 0,0 0-76 15,0 0-83-15,0 0-85 0,0 0-94 0,9-11-171 16,-9 11 50-16,0 0-411 16,0 0-492-16</inkml:trace>
  <inkml:trace contextRef="#ctx0" brushRef="#br0" timeOffset="126893.28">12422 11008 2940 0,'0'0'115'0,"6"-9"24"0,-6 9 24 16,5-5 32-16,-5 5 34 0,2-5 15 15,-2 5-6-15,0 0-13 0,-9-10-17 0,9 10-18 16,-11-5-13-16,4 3-19 15,-5 2-18-15,12 0-14 0,-33 3-16 0,17 1-11 16,-7 3-10-16,0 0-7 0,-12 3-8 16,7 4-10-16,-3-1-4 0,8-1-8 0,7-3-5 15,-2 1-7-15,3 2-5 0,3-4-4 16,3 4-4-16,3-3-2 0,3 1-5 16,-1 0-1-16,6 1 3 0,3 3-3 0,1-2-8 15,10 1 0-15,4 7-1 0,9-3-8 16,1-3-19-16,2 2-11 0,3-2-2 15,0 1-4-15,-5 1 3 0,-2-2 6 16,-3-1 3-16,-8-1 2 0,-2 0 6 0,-5-3 30 16,-6 1 21-16,0 3 37 0,-6-5 31 15,-2 4 24-15,1 2 17 0,-8-1 16 0,0 3 2 16,-5-3 4-16,0 1 5 0,-5 1-8 16,-1-2-9-16,4-5-13 0,0 1-17 0,2-4-10 15,0-2-20-15,1-2-96 0,1-1 0 16,14 0 0-16,-26-2 0 0,15-2 0 0,-1 1 0 15,0-2 0-15,5 0-166 0,0-1-95 16,1 0-78-16,1 0-99 0,2-3-94 0,3 1-111 16,3-4-169-16,4-1 68 0,4-3 74 15,8-7-550-15,5-3-682 0</inkml:trace>
  <inkml:trace contextRef="#ctx0" brushRef="#br0" timeOffset="127125.39">12736 10974 3462 0,'0'-6'79'0,"0"6"45"0,0-6 31 16,0 6 19-16,0 0 13 0,0 0 30 0,0 0 28 15,0 0 13-15,0 0-5 0,2 30-22 16,-2-14-16-16,0 5-13 0,0 2-17 0,0 3-19 16,1 0-14-16,-1-2-12 0,0-1-16 15,2 2-13-15,-2-4-11 0,0-3-15 0,2 1-13 16,-2-3-30-16,0-2-54 15,0-1-50-15,0-3-55 0,0-1-62 0,0-1-87 16,-2-1-115-16,2-7-113 0,-2 7-142 16,2-7-93-16,0 0 73 0,0 0-516 0,0 0-639 15</inkml:trace>
  <inkml:trace contextRef="#ctx0" brushRef="#br0" timeOffset="127509.95">12223 10694 3007 0,'-50'17'-34'0,"0"5"36"0,1 9 41 15,1 2 59-15,3 9 61 0,-7 16 32 0,16-7 27 16,6 4 13-16,1 6 10 0,10 1 3 16,6 4 7-16,5 2-5 0,10 2-10 0,9-4-14 15,12-3-22-15,21 11-9 0,9-11-18 16,12-8-32-16,14-9-10 0,5-4-14 0,11-10-13 15,0-9-19-15,0-2-39 0,-16-10-22 16,0-6-8-16,0-7-29 0,-7-6-47 0,-4-4-22 16,-3-7-3-16,-6-3 13 15,-4-4 8-15,-5-11 11 0,-7-1 2 0,-7-11 11 16,0-2 9-16,-12-7 11 0,-5-4 8 16,-6-9 6-16,-5-4 4 0,-6-4 1 0,-10-17-2 15,-12 2-1-15,-7 5-1 0,-7 7 0 16,-13 10-2-16,-2 15 0 0,-2 23-1 0,-8 10 3 15,-14 11-4-15,-5 10-8 0,-2 12-23 16,-21 10-32-16,8 6-70 0,1 6-95 0,12 5-93 16,4 2-124-16,24-3-195 0,5-4-17 15,8-2 70-15,7 0-415 0,14-6-481 16</inkml:trace>
  <inkml:trace contextRef="#ctx0" brushRef="#br0" timeOffset="128593.35">9349 11751 2529 0,'9'-6'-57'0,"-9"6"49"0,8-2 36 16,-8 2 29-16,0 0 26 0,0 0 28 15,8-6 13-15,-8 6 6 0,0 0 5 16,0 0-6-16,0 0-2 0,0 0 0 16,0 0 7-16,-29 20 13 0,2 3 16 15,-12 9 19-15,-4 6 2 0,-2 6 8 0,-12 14-2 16,-6 1-3-16,-2-1-13 0,6 1 12 15,2-3 16-15,12-11 1 0,4-2-16 0,7-2-16 16,-1-3-22-16,9-6-13 0,4-6-9 16,4-4-19-16,4-3-14 0,5-7-17 0,1-2 1 15,2-1-6-15,0-1-14 0,1-1 0 16,1-2-1-16,0 0-11 0,3 1-11 0,-3-2-25 16,4-4-35-16,-7 5-36 0,7-5-51 15,-1 6-79-15,1-6-97 0,0 0-96 16,0 0-103-16,0 0-108 0,-4-19-148 15,8 9 72-15,-3-1-542 0,3 3-675 0</inkml:trace>
  <inkml:trace contextRef="#ctx0" brushRef="#br0" timeOffset="129277.29">8110 12622 3285 0,'-21'4'-22'15,"2"2"44"-15,3-1 37 0,0 0 48 0,2-1 38 16,1-1 34-16,-1 1 20 0,3-2 0 16,2 2-8-16,2 0-12 0,7-4-6 15,-16 6-5-15,12 0-5 0,4-6-12 0,-2 7-10 16,2-7-16-16,11 6-11 15,3-4-13-15,5 1-7 0,4-3-8 0,5 0-18 16,5 0 0-16,-3 0-11 0,10 0-4 16,-8 2-10-16,-5 0-10 0,-6 3-3 0,-1 4-2 15,-5 4 15-15,-8 3-19 0,-1 4 4 16,-6 1 3-16,-8 12 27 0,-3 3 21 0,-7 7 6 16,0-4 26-16,-1 4-3 0,2-11-18 15,3-3-2-15,1 0-8 0,1-1-13 0,7-9-6 16,-3-2-9-16,6-1-4 0,-3-6-9 15,5 1-9-15,-2-1-8 0,-1-4-33 16,3 1-38-16,0-7-46 0,3 10-55 16,3-6-69-16,-6-4-80 0,0 0-82 0,0 0-75 15,20-7-85-15,-14 4-101 0,2-6-61 16,3 1 68-16,-1-2-454 0,-1 1-560 16</inkml:trace>
  <inkml:trace contextRef="#ctx0" brushRef="#br0" timeOffset="129508.99">8117 12990 3270 0,'-13'0'119'0,"1"-2"47"15,1 1 50-15,11 1 43 0,0 0 23 0,-20 0 2 16,20 0-19-16,0 0-23 0,0 0-31 16,0 0-15-16,0 0-13 0,0 0-19 15,34-12-20-15,0 5-16 0,2-2-16 0,4 4-31 16,-1-3-45-16,2-1-47 0,-3 0-46 15,-2 1-51-15,0 1-49 0,-14 2-49 0,-5 0-38 16,0 1-24-16,-5 1-26 0,-1 0-51 16,-4 1-62-16,4 0-85 0,-11 2-122 0,7-3 52 15,-7 3-320-15,0 0-365 0</inkml:trace>
  <inkml:trace contextRef="#ctx0" brushRef="#br0" timeOffset="129974.01">8838 12734 2410 0,'0'-6'66'0,"0"6"44"0,0 0 35 0,-6-12 33 15,6 12 29-15,-11-7 12 0,1 3 12 16,1 1-5-16,-2 1-5 0,11 2-14 15,-27-2-9-15,11 4-5 0,2 3-14 0,-8 1-5 16,1 0-27-16,3 1-6 16,-2 3-12-16,4 2-12 0,0-3-6 0,0 3-15 15,7 0-11-15,2 0-7 0,-1 1-8 16,6-3-7-16,2 1-3 0,0 1-5 0,6 2-7 16,1-1-8-16,2 3-1 0,5 0 14 15,5 5-6-15,-4-6-7 0,0-1 1 0,1-1-7 16,-3 1-3-16,3 0 1 0,-9-3-2 15,2 0-2-15,0-1 21 0,-2-1 20 0,-3 1 32 16,-1-2 11-16,1 1 16 0,-6-2 3 16,2 2 3-16,-4-1-1 0,-1 2-12 0,-2-1-10 15,-4 1-8-15,0 0-12 16,0-4-10-16,-3 3-7 0,1-7-22 0,-4 4-33 16,2 0-43-16,-1-6-48 0,2 4-60 15,-4 0-76-15,5-2-75 0,-1 0-115 16,-1 1-104-16,3-3-111 0,1 0-156 0,11 0 9 15,-21 0 90-15,21 0-574 0,-13-3-705 16</inkml:trace>
  <inkml:trace contextRef="#ctx0" brushRef="#br0" timeOffset="130407.39">8112 12481 3527 0,'-33'10'-117'15,"-3"7"15"-15,-10 10 36 0,1 8 43 16,2 4 50-16,-15 20 44 0,3 4 35 0,5 12 17 16,7 7 32-16,0 3 11 0,9 0 15 15,7 4 7-15,10 1 6 0,10-18 0 0,7-2 0 16,7-2-17-16,10-2-8 15,10-8-15-15,15 7-3 0,11-8-11 0,10-7-22 16,8-11-2-16,13-8-12 0,-10-12-12 16,8-9-6-16,1-6-12 0,5-10-22 0,19-9-29 15,-4-9-33-15,-8-6-39 0,-7-7-15 16,-10-10 1-16,-6-4 8 0,-9-3 4 16,-7-6 5-16,-12-3 9 0,-14 8 18 0,-6-6 21 15,-6-4 18-15,-9 2 10 0,-9-5 7 16,-7-2 3-16,-13-15-8 0,-10 1 1 0,-12 3-6 15,-8 4-1-15,-9 9-5 0,0 8-7 16,-5 17-3-16,6 15-9 0,-5 10-19 16,1 10-30-16,-5 10-35 0,-1 8-58 0,1 6-91 15,6 5-87-15,6 2-111 0,9 2-148 16,6 0-108-16,11-6 81 0,10-5-432 16,10-2-509-16</inkml:trace>
  <inkml:trace contextRef="#ctx0" brushRef="#br0" timeOffset="131073.57">9236 11941 2850 0,'-9'-8'-20'0,"-2"0"32"0,2 1 33 16,2 0 46-16,2 2 50 0,-5-1 26 0,2 0 18 15,2-1 14-15,1 2-6 0,5 5-18 16,-7-5-24-16,7 5-16 0,0 0-14 0,0 0 5 16,0 0 18-16,20 36 4 0,8 2 12 15,7 7 7-15,16 14 11 0,3 7 4 16,7 0 1-16,5 5-16 0,-1 1-17 16,6-4-11-16,0 3-3 0,-3-7-13 15,-2-4-19-15,-5 1-5 0,-2-8 16 0,-10-12 8 16,-8-2-1-16,-5-5-9 0,-3-5-12 15,-10-9-3-15,-6-4-5 0,-4-3-6 0,-1-4-5 16,-3 0-2-16,1-1-7 0,-2-3-5 16,-3-1 4-16,-1 1-10 0,-4-5-8 0,9 1-18 15,-9-1-38-15,0 0-47 0,12-12-52 16,-8 6-68-16,2 1-62 0,-5-3-69 0,1 2-93 16,2-1-89-16,-4 2-98 15,0 5-127-15,0-12-41 0,0 12 78 0,-6-9-554 16,6 9-686-16</inkml:trace>
  <inkml:trace contextRef="#ctx0" brushRef="#br0" timeOffset="131677.41">9802 13110 3619 0,'-5'-4'57'16,"-1"2"28"-16,4-6 22 0,-2 1 32 15,4 1 26-15,0-2 8 0,4-2-4 16,0 0-12-16,5 1-7 0,3-3-15 0,1 4-13 15,0 1-15-15,1 2-10 0,1 3-11 16,1 4-7-16,0 3-8 0,4 2-5 0,-4 5-8 16,4 12-2-16,-7-3-2 0,-3 6 9 15,-6 0 8-15,-6 0 19 0,-4 8 6 0,-8 0 19 16,-2 9 24-16,-6-1 15 0,-1-4 20 16,7-6 11-16,-2-5 10 0,7-6 4 15,1-6-2-15,4-1-3 0,-1-3-6 0,3-2-15 16,1-1-19-16,-1-3-102 0,1 1-52 15,3-7 0-15,3 12 0 0,2-8 0 16,-5-4 0-16,15 8 0 0,1-6 0 0,0-2 0 16,2 0 0-16,3-2 0 0,1-1 0 15,5 1 0-15,7-6-241 0,-3-1-166 0,1 0-80 16,-3-2-75-16,0-3-81 0,-5-2-98 16,-6 3-13-16,4-5 70 0,-8 3-565 15,-3-1-710-15</inkml:trace>
  <inkml:trace contextRef="#ctx0" brushRef="#br0" timeOffset="132041.93">10258 13116 3415 0,'0'0'-12'0,"-2"-12"37"0,2 12 35 15,-2-10 31-15,2 10 6 0,0-5 3 16,0 5-1-16,0 0-12 0,4-12-9 0,-4 12-2 16,0 0-12-16,11-2-4 0,-11 2-4 15,0 0-2-15,23 12-6 0,-16-6 6 16,4 2 8-16,-4 5 9 0,0-1 11 0,-3-1 7 15,2 2 6-15,-5 1 9 0,2-2 8 16,-3 3 12-16,2-1 12 0,0 1 14 0,0-3-4 16,0 2-2-16,1-1-3 0,-1-1 0 15,2 0-3-15,1 2-10 0,1-2-13 16,2 0-12-16,0 1 0 0,-1-1-16 16,3 0-13-16,-1-1-4 0,1-1-9 0,0 0-6 15,-5 0 0-15,3-3-2 0,-3 1 9 16,1-1 16-16,-1-2 7 0,-2-1 6 0,-3-4 11 15,0 15 1-15,0-15-10 0,-10 14-10 16,1-5-6-16,-4 2-9 0,-5-1-12 16,-1 1-16-16,0-3-37 0,0-1-49 0,1-2-60 15,0 0-70-15,0-1-77 0,4-4-89 16,-2-2-113-16,-1-3-97 0,-2-2-131 16,2-3-105-16,-2-1 75 0,3-3-620 15,1 0-788-15</inkml:trace>
  <inkml:trace contextRef="#ctx0" brushRef="#br0" timeOffset="132456.69">9766 12829 3788 0,'-46'21'-108'0,"-1"5"33"0,3 6 51 15,2 6 50-15,4 3 50 0,3 3 36 16,9 9 41-16,5 4 20 0,7 7 17 16,11 0 16-16,3 3 6 0,12 1 7 15,0-4 1-15,19 15-8 0,7-5-21 0,6-8-16 16,10-6-13-16,9-4-18 0,3-8-11 16,8-9-14-16,6-4-8 0,-8-17-18 0,5-3-40 15,5-7-1-15,0-10-29 0,-4-4-10 16,2-11-31-16,-7-3-42 0,9-11-17 0,-21 2 5 15,-9-7 8-15,-2-5 9 0,-8-6 10 16,4-18 9-16,-19 9 13 0,-9-4 10 0,-2-5 4 16,-5-4 3-16,-7-5 0 0,-6 1 2 15,-5-3 3-15,-16-15-2 0,-8 8 0 16,-3 7-2-16,-2 24-2 0,-6 8 0 16,-11 9-6-16,-6 11-18 0,-10 13-18 0,-2 7-43 15,-3 9-66-15,-1 7-88 0,5 8-100 16,4-1-115-16,5 5-189 0,5 3-7 0,11-2 74 15,8 1-386-15,15-7-447 0</inkml:trace>
  <inkml:trace contextRef="#ctx0" brushRef="#br0" timeOffset="133423.07">12684 11893 2640 0,'4'-13'-30'16,"-4"5"40"-16,0 1 42 0,0 0 45 0,0 7 41 16,-2-10 22-16,2 10 3 0,-8-5 7 15,8 5 16-15,-15 1 20 0,-2 8 21 0,-8 10 13 16,-7 14 19-16,-2 3 8 0,-7 6 7 16,3 7-6-16,-8 12-9 0,2 6-13 15,-4 0-24-15,9-1-20 0,8-8-19 0,3-4-20 16,-1 1-18-16,7-5-14 0,-1 2-10 15,1-9-14-15,8-8-9 0,-2-4-13 0,3-2-6 16,-1-1-8-16,9-8-12 16,-5-5-24-16,7-3-44 0,-4-3-38 0,3-1-63 0,3 0-63 15,-3-4-100-15,4-4-142 16,0 0-139-16,0 0-145 0,0 0-73 0,0 0 73 16,0 0-587-16,18-17-746 0</inkml:trace>
  <inkml:trace contextRef="#ctx0" brushRef="#br0" timeOffset="133773.21">11813 13004 3888 0,'-8'-2'125'0,"8"2"15"0,-14-5 17 16,14 5-3-16,-3-10-3 0,3 10-16 0,6-12-12 15,4 5-12-15,4-2-16 0,2 3-6 16,2-1-10-16,2 1-9 0,-3 3-7 0,4 3-4 15,-6 2-11-15,2 3 2 16,-3 4 1-16,-5 1 14 0,0 9 17 0,-9-1 29 16,0 8 16-16,-11 10 31 0,-2 0 20 15,-8 7 27-15,2-2 19 0,-3-1 20 0,4-8 10 16,3-1 0-16,1-5-9 0,3-6-7 16,1-3-20-16,6-5-218 0,-1 0 0 0,1-1 0 15,4-3 0-15,2 1 0 0,4-1 0 16,-1 0 0-16,7-3 0 0,1 0 0 0,5-1 0 15,0-4 0-15,5 3 0 0,4-6 0 16,13 1 0-16,0-5-54 0,0 0-431 16,0-3-39-16,0-3-68 0,-2 1-96 15,0 0-138-15,-2-3 75 0,-2 1-702 0,-5-1-901 16</inkml:trace>
  <inkml:trace contextRef="#ctx0" brushRef="#br0" timeOffset="134143.57">12555 12995 3691 0,'0'-10'-82'0,"-2"1"66"0,2 9 50 16,-5-10 52-16,5 10 33 0,-4-7 24 0,4 7 28 15,0 0 24-15,0 0 12 16,-26 9 22-16,9 3 16 0,-6 6 34 0,-2 5 9 16,0 2 1-16,-6 10 0 0,1 0-7 15,0 2-5-15,4-2-10 0,-1 0-14 0,7-7-14 16,1-1-20-16,6 0-23 0,4-6-18 15,2-4-65-15,6 0-113 0,1-5 0 16,0 0 0-16,4-1 0 0,4-2 0 0,-3-3 0 16,6-2 0-16,1-2 0 0,1-2 0 15,3-2 0-15,1-4 0 0,-2 2 0 0,-2-3 0 16,1-1 0-16,-1 0 0 0,-2 2 0 16,-3-2 0-16,0-1 0 0,-5 5 0 0,1-4 0 15,0 2 0-15,-4-1 0 16,0 7 0-16,-2-10 0 0,-2 3 0 0,-1 3 0 15,-1-1 0-15,6 5 0 0,-14-5 0 16,7 1 0-16,7 4 0 0,-19 0-60 0,9 0-373 16,10 0-112-16,-23 4-102 0,12-1-180 15,2 1 14-15,1 1 81 0,-2-2-674 16,5 1-858-16</inkml:trace>
  <inkml:trace contextRef="#ctx0" brushRef="#br0" timeOffset="134557.31">12139 12605 3993 0,'-40'4'-118'16,"-10"12"29"-16,-2 3 44 0,2 5 50 15,-4 6 55-15,-11 18 43 0,4 4 31 0,2 12 27 16,6 6 18-16,5 7 17 0,4 5 20 15,12 3 12-15,7 5 12 0,14-18-9 0,7 4-4 16,13-6 2-16,15 14-4 0,8-9-16 16,15-6-7-16,12-7-12 0,9-11-20 15,15-10-5-15,4-10-18 0,10-9-14 16,-11-12-14-16,8-10-15 0,18-12-29 0,-2-5-24 16,-4-12-51-16,-13-5-45 0,-5-7-27 15,-13-5 2-15,-9-5 11 0,-10-7 10 0,-15 9 3 16,-7-6 16-16,-9-2 15 0,-4-7 13 15,-9-6 2-15,-11-1 10 0,-8-7 3 16,-9-13-9-16,-9 2 0 0,-7 0 3 0,-8 8-3 16,-4 9-5-16,-9 14-5 0,5 21-4 15,-3 10-13-15,-9 8-27 0,-1 10-56 0,-5 9-48 16,1 5-79-16,-1 5-130 0,3 5-114 16,4 3-123-16,3-3-172 0,6 2 69 0,14-3-622 15,10-7-782-15</inkml:trace>
  <inkml:trace contextRef="#ctx0" brushRef="#br0" timeOffset="135107.46">12533 11834 3380 0,'0'0'-113'0,"-2"-5"33"16,2 5 24-16,0 0 27 0,-3-7 38 16,3 7 36-16,0 0 33 0,0 0 21 0,0 0-12 15,0 0 46-15,0 0 50 0,0 0 27 16,25 24 8-16,1 2-3 0,12 10-2 16,8 6 9-16,16 11-5 0,10-1-16 15,5 4-14-15,9-2-15 0,2 3-19 0,7 3-11 16,2 4 22-16,8-3-1 0,-4-3-15 15,3-2-9-15,-6 5-12 0,-8-9-4 0,-7-6-5 16,-6-4-5-16,-24-9-12 0,-4-1-13 16,-8-7-4-16,-10-8-6 0,-7 1 5 0,-7-7 0 15,-2-1 0-15,-3-2 6 0,-3 0 3 16,-1-3-1-16,-2-1 0 0,0 0-6 0,-6-4-7 16,11 8-9-16,-11-8-54 0,5 3-15 15,-5-3 0-15,0 0-32 0,0 0-136 16,0 0-77-16,0 0-93 0,10-11-119 15,-10 11-128-15,0 0-128 0,0 0-92 0,0 0 83 16,-12-11-681-16,12 11-856 0</inkml:trace>
  <inkml:trace contextRef="#ctx0" brushRef="#br0" timeOffset="135589.87">13878 13058 4203 0,'-1'-10'78'16,"-1"3"-7"-16,4 0-2 0,-2 1 7 0,1-1 7 16,1 0 4-16,2 0-2 0,4 0-5 15,0 2-10-15,1 0-6 0,1 3-8 16,1 1-7-16,-11 1-4 0,25 3-5 0,-12 4-4 15,1 0 0-15,-3 3-7 0,-2 1 2 16,1 0-1-16,-4 3 18 0,-1-1 17 0,-5 1 16 16,-1 3 10-16,-5 5 10 15,-8 5 15-15,1-2 3 0,-1 1 12 0,2 0-7 16,0-7-2-16,2-2-1 0,7-4-8 16,-3 1-3-16,1-1 6 0,3-4 9 0,2 2 10 15,-2-2 3-15,2-1-4 0,2 0-5 16,0-1-6-16,-1 3-5 0,1-4-4 0,4 2-5 15,-3-1-8-15,1 1-4 0,3 0-5 16,-4-2-92-16,-1 3 0 0,2-1 0 0,-2 2 0 16,0-3 0-16,-1 5 0 0,-2-4 0 15,-1 3 0-15,-4 3 0 0,1 0 0 0,-6 0 0 16,2-2 0-16,-2 2 0 0,-1-4 0 16,1 0 0-16,-1-1 0 0,-1-1 0 0,4-3 0 15,-3 1 0-15,3-5 0 0,-2-1-296 16,-2-5-399-16,4-5-204 0,4-6 19 15,1 1 92-15,6 1-788 0,3-4-1017 16</inkml:trace>
  <inkml:trace contextRef="#ctx0" brushRef="#br0" timeOffset="136089">14205 13157 4383 0,'-11'-4'55'0,"0"4"28"0,11 0 38 15,-13-3 38-15,13 3 24 0,0 0 17 16,-15-3 4-16,15 3-5 0,0 0-10 16,-10-4-21-16,10 4-7 0,0 0-16 0,0 0-14 15,0 0-12-15,35-10-16 0,-21 10-10 16,-2 0-9-16,1 2-2 0,3 0-12 0,2 4 15 15,-5 1 5-15,1 5 20 0,-2 5 11 16,-1 1 16-16,-7 5 14 0,3 11 10 0,-6 2 3 16,-1 3-8-16,-1 1-72 0,1-1-84 15,-5 0 0-15,5-4 0 0,0-6 0 0,0-3 0 16,0-5 0-16,0-1 0 16,0-1 0-16,0-5 0 0,2 0 0 0,1-1-92 0,-3-5-311 15,1 0-139-15,-1-4-134 0,0-4-154 16,0 0 17-16,0 0 81 0,0 0-664 15,15-12-847-15</inkml:trace>
  <inkml:trace contextRef="#ctx0" brushRef="#br0" timeOffset="136274.04">14267 13447 3702 0,'-13'3'102'16,"13"-3"57"-16,-13 1 30 0,13-1 35 15,0 0 32-15,0 0 27 0,0 0 11 0,0 0-3 16,0 0-24-16,0 0-27 0,0 0-22 15,28-14-38-15,-8 10-66 0,-2-3-74 0,3-3-83 16,10-2-81-16,-3-5-97 16,-1 2-98-16,0 1-83 0,-5-6-100 0,3 1-124 15,-2-2-54-15,0 1 74 0,-8 5-427 16,-3-1-506-16</inkml:trace>
  <inkml:trace contextRef="#ctx0" brushRef="#br0" timeOffset="136656.44">13745 13034 3120 0,'-49'33'118'0,"5"0"28"16,3 6 44-16,4 8 35 0,2 4 25 0,9 9 14 15,4 5 31-15,13 3 31 0,7 2 8 16,11 1 0-16,18 13-15 0,12-5-24 0,16-5-23 15,6-7-29-15,8-7-21 0,7-6-16 16,8-7-2-16,5-7-21 0,6-13-10 0,2-5-16 16,-14-10-15-16,-3-10-16 0,0-7-79 15,-6-7-47-15,-2-3 0 0,-7-10 0 16,-2-4 0-16,5-14 0 0,-7-5 0 0,-15 3 0 16,-8-6 0-16,0-17 0 0,-13 6 0 15,-7-4 0-15,-9-7 0 0,-7 1 0 0,-8-3 0 16,-11-17 0-16,-14 5 0 15,-9 5 0-15,-7 7 0 0,-10 9 0 0,-8 13 0 16,-8 9 0-16,-9 11 0 0,12 14 0 16,-4 11 0-16,-8 8 0 0,-2 5-192 0,-17 12-127 15,0 4-124-15,10 4-133 0,3 8-151 16,25-9-109-16,6 6 89 0,5 1-733 0,4 0-927 16</inkml:trace>
  <inkml:trace contextRef="#ctx0" brushRef="#br0" timeOffset="137823.47">8011 13847 3822 0,'7'-5'-118'16,"-3"0"44"-16,-4 5 31 0,6-5 36 0,-6 5 29 16,0 0 19-16,0 0 36 0,0 0 23 15,-26 24 21-15,5 2 25 0,-14 11 21 16,-1 6 11-16,-6 7 12 0,-7 14 3 0,-5-1 2 16,1 4-12-16,3-1 10 0,-1-2 2 15,1-2 3-15,14-14 0 0,0-4-10 0,2-1-20 16,5-6-2-16,8-7-22 0,3-4-12 15,2-2-18-15,4-7-10 0,4-2-10 16,1-6-11-16,2 0-9 0,-1-1-9 16,1-1-8-16,2-2-5 0,-1 2-24 0,4-7-24 15,-6 9-28-15,5-4-39 0,1-5-33 16,-8 7-37-16,8-7-44 0,-2 4-55 0,2-4-69 16,0 0-106-16,0 0-121 0,0 0-159 15,0 0-53-15,0 0 72 0,0 0-486 16,0 0-622-16</inkml:trace>
  <inkml:trace contextRef="#ctx0" brushRef="#br0" timeOffset="138472.95">6659 14787 3091 0,'0'0'80'0,"-5"-4"19"16,5 4-4-16,0 0 4 0,0 0 29 16,0 0 21-16,-25 19 18 0,16-1 7 0,-4 11-4 15,1 2-4-15,1 2-5 0,3 2-7 16,2-1-6-16,4-8-2 0,2 0-15 0,2-2-12 15,4-2-4-15,-2-2-11 0,3 2-11 16,3-6-6-16,0 0-8 0,3-2-6 16,-2-7-7-16,3 0-1 0,0-6-11 15,2-1-5-15,1-3-5 0,4-5-4 16,6-6-5-16,0-3-3 0,-2 0-6 0,-3-3-2 16,-3-1 2-16,-3 7-7 0,-7-1 3 15,0 2-1-15,2 1 4 0,-8 2 9 0,3 3 17 16,-1-2 3-16,-1 4-6 0,-4 5 0 15,0 0 7-15,0 0-6 0,0 0 5 0,-6 32 4 16,3-11 10-16,-1 1-1 0,0 11-5 16,-2-6-4-16,6-2-2 0,-2 4-5 15,4-3-9-15,-2 2-7 0,5 7 1 16,-2-8-6-16,1-5-11 0,-2-3-21 16,1-1-36-16,1-3-29 0,2-1-40 0,-3-3-39 15,2-1-44-15,-3 0-46 0,3-3-65 16,-3-3-79-16,-2-4-90 0,8 2-87 0,-8-2-148 15,0 0 30-15,17-17-508 0,-9 5-647 16</inkml:trace>
  <inkml:trace contextRef="#ctx0" brushRef="#br0" timeOffset="138839.07">7384 14843 3094 0,'0'0'25'0,"0"0"37"15,0 0 41-15,0 0 31 0,0 0 50 16,-33 15 30-16,21-1 19 0,-10 13 15 0,1 0 19 16,-3 10 5-16,-1 3 10 0,0-1-10 15,2 2-14-15,5 0-16 0,-2-10-17 0,6 4-14 16,5 0-18-16,2-5-18 0,3-6-19 16,4-3-11-16,2-4-18 0,2-2-9 0,1-1-12 15,2-3-6-15,5-3-12 0,1-3-7 16,-1-4-7-16,3-1-8 0,1-2-9 0,2-5-11 15,2-4-7-15,-2 1-8 0,0-2-6 16,-2 2-4-16,-5-1 2 0,-2-1-1 16,-4 4 1-16,2-1-6 0,-3-1-4 15,-3 3-1-15,-2-1-4 0,1 8-5 16,-9-13-3-16,6 8-3 0,-9 2-19 0,12 3-30 16,-17-4-45-16,6 4-51 0,-2 0-49 15,-1 4-65-15,-1-1-74 0,0 2-105 0,-7 2-120 16,7 2-147-16,-4-1-77 0,4-1 87 15,1 3-589-15,3-4-747 0</inkml:trace>
  <inkml:trace contextRef="#ctx0" brushRef="#br0" timeOffset="139271.79">6759 14480 3345 0,'-39'3'-83'0,"-2"6"11"15,-13 8 13-15,5 11 34 0,-1 5 43 16,2 10 50-16,-6 16 43 0,4 11 24 0,9 11 17 16,3 8 17-16,10 6 4 0,11 4 16 15,10 6 21-15,11-4 2 0,10-1-20 16,11-8-14-16,6-6-12 0,15-6-15 15,5-6-11-15,10-9-10 0,5-8-13 0,7-10-14 16,5-8-7-16,4-8-11 0,-12-16-17 16,7-7-20-16,0-10-18 0,0-7-25 0,17-13-27 15,-7-5-19-15,-4-14-13 0,-10-5-13 16,-4-9-12-16,-12-8 8 0,-7-7 6 16,-8-3 9-16,-14-6 14 0,-8 9 9 0,-15-8 20 15,-3-3 6-15,-13-25 8 0,-14 2 1 16,-11 3-1-16,-10 0 2 0,-10 6-6 0,-5 12 3 15,-9 12-2-15,-4 20-2 0,-2 16 1 16,9 24-11-16,-3 12-19 0,0 11-32 0,-16 15-55 16,3 12-58-16,1 8-71 15,10 7-97-15,3 4-126 0,8 7-183 0,6-5 53 16,17-15-338-16,2-2-419 0</inkml:trace>
  <inkml:trace contextRef="#ctx0" brushRef="#br0" timeOffset="142587.92">8373 12305 2496 0,'0'0'55'0,"0"0"51"16,0 0 31-16,2 5 49 0,-2-5 38 0,0 0 34 15,0 0 17-15,0 0-12 16,0 0-9-16,0 0-9 0,0 0-3 0,0 0-11 16,0 0-21-16,0 0-10 0,-16-21-13 15,13 15-4-15,-3-1-8 0,2-1-18 16,-3-2-8-16,-1-1-7 0,0-3-13 0,-1-4-10 16,-2-10-16-16,-1 1 1 0,1-2-2 15,-1-8-15-15,3 4-8 0,-1-6-7 0,0 0-9 16,1-1-9-16,4 1-6 0,1-3-7 15,2 3-3-15,2 9-7 0,2 5-7 0,0 0 3 16,1 1-9-16,10-6-2 16,3 1 0-16,7 2-6 0,8-6 0 0,3 2 1 0,5 2 1 15,6 0 4-15,2 3-9 0,5 2 1 16,-1 2 0-16,0-1-3 0,1 6-3 16,-4 1 3-16,-12 8-1 0,-4-3 0 15,-5 5-4-15,-7 0 3 0,-4 4 14 0,-3-2 19 16,-3 2 17-16,1 0 8 0,-1-1 17 15,-5 1 13-15,-5 2 3 0,16-2 4 0,-11-1-86 16,-5 3-12-16,0 0 0 0,18-3 0 16,-18 3 0-16,0 0 0 0,9-2 0 15,-9 2 0-15,0 0 0 0,0 0 0 0,0 0 0 16,13-2 0-16,-13 2 0 0,0 0 0 16,0 0 0-16,0 0 0 0,0 0 0 15,0 0 0-15,0 0-143 0,5 7-286 16,-5-7-134-16,-7 10-159 0,0-2-158 0,1-2 89 15,-5 2-795-15,-1 1-1027 0</inkml:trace>
  <inkml:trace contextRef="#ctx0" brushRef="#br0" timeOffset="143073.09">8768 11197 3993 0,'-9'-5'-128'16,"0"-2"46"-16,2 2 43 0,1-1 43 0,3 0 43 15,-6 2 48-15,7-1 33 0,-3-1 23 16,1 1 10-16,4 5 0 0,-9-9-6 0,7 6-3 15,2 3-10-15,-4-4-10 0,4 4-16 16,0 0-12-16,-8-6-12 0,8 6-7 16,0 0 8-16,0 0 5 0,0 0 2 15,0 0-4-15,0 0-2 0,8 19-7 0,-2-13-6 16,3 4-4-16,2-3-6 0,9 5-10 16,5 5-3-16,1 0-5 0,-1 2 0 15,-1-1-12-15,1 0-1 0,-3 5 7 0,-6-2 21 16,0 3 20-16,-5 3 14 0,-5-1 3 15,-6 0 3-15,0 9-3 0,-6 4-1 0,-1-1-9 16,-5-2-11-16,0 0-12 0,0-1-6 16,0-2-9-16,-1-2-1 0,3-8-14 0,3-2-8 15,2-5-25-15,0-2-26 0,1-2-41 16,0-3-39-16,3-1-36 0,-1 0-42 16,0-3-51-16,2-5-93 0,-2 7-96 0,2-7-75 15,0 0-78-15,0 0-126 0,0 0-21 0,0 0 89 16,0 0-490-16,-10 4-585 15</inkml:trace>
  <inkml:trace contextRef="#ctx0" brushRef="#br0" timeOffset="143570.97">8190 12035 2931 0,'4'-9'-87'0,"-2"-1"25"0,3 2 40 0,-3 1 33 15,2-1 36-15,1-2 32 0,-4 3 28 16,3-1 26-16,0 2 18 0,0 0 12 0,-3 1 7 16,-1 5-10-16,0-7-7 0,0 7 12 15,0 0 15-15,0 0 15 0,0 0 2 0,-3 37 2 16,-1-13 3-16,-2 8 1 0,2 2-7 16,0 0-10-16,2-5-10 0,2-5-9 15,2 2-14-15,2-4-8 0,4 9-11 16,1-6-11-16,1-7-8 0,2-1-12 0,2-1-11 15,2-4-2-15,3 0-9 0,2-5-11 16,2-3-7-16,0-1-2 0,-1-3-7 16,1 0-6-16,2-3-8 0,0-1 1 0,-3 0-28 15,-2-1-14-15,-3 0-28 0,-2 0-19 16,-1 0-26-16,-3 2-25 0,0-1-36 0,-1-1-49 16,-4 2-69-16,-1-1-87 0,-5 4-90 15,6-5-112-15,-6 5-173 0,0 0 8 0,0 0 77 16,0 0-472-16,0 0-571 15</inkml:trace>
  <inkml:trace contextRef="#ctx0" brushRef="#br0" timeOffset="144387.59">14800 10909 3382 0,'-27'-8'131'15,"2"4"8"-15,5 0 45 0,6 1 66 16,2-1 45-16,1 3 23 0,3-4-12 16,0 3-24-16,8 2-27 0,0 0-2 0,0 0-7 15,0 0-17-15,48 0-19 0,-5 0-27 16,9 2-17-16,16 3-19 0,5-2-34 0,1-1-45 15,-3-2-60-15,1 3-78 0,-5-2-66 16,-4 2-74-16,-13-3-60 0,-7 2-104 0,0 0-98 16,-13-2-123-16,-8-2-145 15,-2 2 64-15,-5 0-556 0,-5-2-694 0</inkml:trace>
  <inkml:trace contextRef="#ctx0" brushRef="#br0" timeOffset="144654.56">15413 10701 3722 0,'0'0'102'15,"0"0"0"-15,7-5 24 0,-7 5 33 0,0 0 23 16,22 8 21-16,-13 1 17 0,4 5 7 16,4 6 2-16,-2 0-7 0,1 3 5 0,-7 1-5 15,-2-3-8-15,-4 3-12 16,-3-1-14-16,-2 4-8 0,-4 4-8 0,-3-2-19 15,-2 1-10-15,-9-2-15 0,4-1-17 16,-6-1-10-16,-1-2-19 0,0-2-39 0,-4 0-53 16,3-2-66-16,1-2-85 0,6-3-100 15,4-5-134-15,-1 1-135 0,3-2-187 0,2-4-75 16,0 2 83-16,4-4-655 0,-1 2-817 16</inkml:trace>
  <inkml:trace contextRef="#ctx0" brushRef="#br0" timeOffset="145970.96">18694 8719 3479 0,'8'-5'-71'16,"-3"-1"74"-16,-3 3 65 0,-2 3 64 0,7-9 38 16,-7 9 29-16,0-8 18 0,0 8 4 15,-9-10-7-15,9 10-13 0,-9-11-10 0,2 5-17 16,-2 2-16-16,-2-1-18 0,-2 2-15 16,1-1-13-16,-2 4-6 0,-4-1-13 0,1 2-12 15,2-1-6-15,-5 2-10 0,7 0-5 16,-6 1-9-16,2 1-8 0,2-1-4 15,0 2-7-15,-1 0-8 0,3 2-6 0,2 0-8 16,-1 2 1-16,5-1-4 0,-2 2-3 16,0-1-1-16,6 1 0 0,-3 2 0 15,4 0-1-15,4 0-1 0,2 4 5 0,1 0 0 16,7-2-2-16,7 8 3 0,2 2-6 16,2-3 4-16,6 0 5 0,-1-2 0 0,-1 1 4 15,-1-1 8-15,-5 0 4 0,4 0 11 16,-5-4 8-16,-7-3 13 0,-1 2 13 15,0-2 15-15,-4-2 18 0,-3 2 10 0,-1-1 10 16,3-1 17-16,-7 0 10 0,0-1-1 16,-2 1-12-16,-7 1-9 0,0-2-15 0,0 2-8 15,-5 1-58-15,3-1-48 0,-7-1 0 16,4-2 0-16,0 1 0 0,-1-4 0 16,1 2 0-16,3-2 0 0,-2-2 0 15,1-1 0-15,5-2-139 0,7 0-205 0,-22-4-121 16,15-2-112-16,2-4-126 0,3-3-131 15,4-3 75-15,5-1-727 0,12-9-934 0</inkml:trace>
  <inkml:trace contextRef="#ctx0" brushRef="#br0" timeOffset="146254.01">19012 8839 4011 0,'10'-8'-42'0,"-4"1"55"0,1-1 49 0,1 2 38 15,0 0 20-15,1-1 8 0,4 1 2 16,1 0-11-16,3 2-2 0,-2 0-7 15,2 2-10-15,-1 2-1 0,0 6 5 0,0-2 6 16,-1 4 4-16,-3 1 4 0,-3 4 15 16,-3 0 14-16,-5 3 17 0,-1 3 1 0,-3 4 6 15,-6 4 16-15,-1 2 2 0,-2-2 2 16,1 1-1-16,4-8-5 0,0-3 0 0,4-3-4 16,1-2-12-16,0-4-9 0,4 3-6 15,2-1-47-15,6 0-107 0,3-3 0 16,2 1 0-16,2-4 0 0,4 2 0 0,1-2 0 15,-2-4 0-15,-1 3 0 0,8 0-138 16,0-1-172-16,0-2-80 0,-2-2-119 16,-1-1-102-16,-1 0-136 0,-4-7-48 0,-4 3 94 15,-1 0-656-15,-3-3-812 0</inkml:trace>
  <inkml:trace contextRef="#ctx0" brushRef="#br0" timeOffset="146670.93">18738 8223 3479 0,'-59'12'-130'0,"-6"7"39"16,-16 13 43-16,0 6 51 16,3 11 42-16,2 3 32 0,10 9 35 0,5 2 27 15,7 6 26-15,12 1 24 0,7 7 12 16,19-11 5-16,6 4 15 0,11 0-3 0,21 17 11 15,10-2-3-15,16-7-2 0,15-6-25 16,13-7-16-16,11-3-9 0,13-10-25 0,8-6-16 16,9-7-7-16,6-8-16 0,9-7-4 15,-2-9-7-15,1-6-19 0,0-9-8 0,0-9-5 16,-8-6-26-16,-13-7-27 0,-8-4-12 16,-14-6-1-16,-27 1-4 0,-9-3 2 0,-4-5 10 15,-12-8 2-15,-7-7-6 16,-10-4-7-16,-11-4 4 0,-14-5-2 0,-8-3-3 15,-16-19-4-15,-13 0-11 0,-15 3-8 16,-8 9-6-16,-9 9-4 0,-9 18-6 0,-8 13 5 16,-7 16 1-16,14 13-23 0,-23 14-36 15,0 9-45-15,8 9-54 0,4 6-90 16,12 2-100-16,6 2-119 0,27-3-216 0,7 0 32 16,8 0 72-16,7 1-448 0,12-4-535 15</inkml:trace>
  <inkml:trace contextRef="#ctx0" brushRef="#br0" timeOffset="147221">18912 9597 2867 0,'3'-11'-36'0,"5"0"52"0,-7 2 38 16,4 0 52-16,-3 1 52 0,0 3 48 16,0-2 21-16,-2 7-8 0,-2-10-12 0,2 10-7 15,0 0 25-15,-27 12 30 0,-9 11 33 16,-10 12-11-16,-6 4 12 0,-14 18-13 15,-5 3-15-15,-2 2-14 0,7 6-10 16,1-4-11-16,8-6-12 0,15-10-19 0,4-5-18 16,6 0-19-16,3-6-15 0,10-7-9 15,1-1-21-15,7-8-12 0,2-5-8 0,4-2-35 16,-2-3-58-16,3-1 0 0,1-2 0 16,-1-1 0-16,0-1 0 0,3 0 0 0,1-6 0 15,0 0-9-15,0 0-224 0,0 0-76 16,0 0-95-16,0 0-105 0,0 0-116 0,12-17-192 15,-12 17 49-15,0-8 84 16,0 8-620-16,0 0-761 0</inkml:trace>
  <inkml:trace contextRef="#ctx0" brushRef="#br0" timeOffset="148021.32">17692 10565 3396 0,'-27'-3'-30'0,"13"1"34"0,2 0 29 15,-1 0 52-15,-5 2 45 0,3-1 50 0,0 1 22 16,0-2 14-16,-1 2 9 0,3 0 5 16,-1-2-6-16,14 2-15 0,-16 0-15 15,16 0-19-15,-12 0-19 0,12 0-17 0,0 0-8 16,0 0-11-16,0 0-15 0,32-6-7 15,-7 4-11-15,5 1-7 0,10-2-12 0,3 0-5 16,-2 2-7-16,-9 2-7 0,-5 2-7 16,-2 1 1-16,-3 4-5 0,-6 5-3 15,-2 3 10-15,-7 1 8 0,-3 7 4 16,-4-5 6-16,-4 18 14 0,-1-3 4 0,-7 1 0 16,3-3 0-16,-2 0-24 0,0-3-11 15,2-6 5-15,4-5-3 0,-1-1-6 0,2-3-3 16,0 1-7-16,-2-3-1 0,4 0-4 15,0-4-14-15,1-1-31 0,-3 0-41 0,2-2-49 16,2-5-66-16,0 7-87 0,0-7-120 16,0 0-104-16,0 0-114 0,0 0-160 0,0 0 32 15,0 0 70-15,4-29-526 0,-4 18-649 16</inkml:trace>
  <inkml:trace contextRef="#ctx0" brushRef="#br0" timeOffset="148189.16">17650 10855 3281 0,'-10'2'55'15,"10"-2"57"-15,0 0 42 0,-13-2 44 0,13 2 27 16,0 0 7-16,0 0-11 0,0 0-26 16,-6-4-17-16,6 4-15 0,0 0-20 0,0 0-16 15,35-9-33-15,-13 6-64 0,15-7-72 16,1 3-106-16,5-5-103 0,13 0-89 16,-2-3-101-16,1-1-107 0,-2-2-55 0,-4-1 54 15,3-1-297-15,-5-3-330 0</inkml:trace>
  <inkml:trace contextRef="#ctx0" brushRef="#br0" timeOffset="148505.29">18435 10464 2302 0,'-8'-8'-10'0,"1"6"25"15,7 2 25-15,-17 0 35 0,2 2 25 0,-5 1 26 16,-1 2 26-16,-9 4 25 0,-5 3 14 16,3 1 13-16,2-1 8 0,-1 4 1 0,2 1-5 15,5 2-16-15,1-1-14 0,6 1-17 16,2-1-18-16,7-3-11 0,2-1-7 0,6-2-4 15,6 2-7-15,6 1-12 0,1 1-11 16,10 2-8-16,4-2-7 0,-2-1-9 0,-2 1-4 16,1-4 4-16,-7-2 2 0,0 0 6 15,-1 0 10-15,-5 2 12 0,-1-5 24 16,-5 3 19-16,-1 0 2 0,-2-2 5 16,-4 3 2-16,-2 1-7 0,-1 0-6 0,-9 1-15 15,-1 1-9-15,-8 3-13 0,2-3-16 16,2-4 0-16,-2-1-14 0,-8 3-36 15,4-1-44-15,0-7-64 0,2-1-75 0,3 1-88 16,-1-4-117-16,1-2-132 0,-4-3-162 16,3-4-145-16,4-3 70 0,2-3-684 0,-5-9-860 15</inkml:trace>
  <inkml:trace contextRef="#ctx0" brushRef="#br0" timeOffset="148906.14">17547 10265 3615 0,'-34'13'-78'0,"-11"6"40"16,2 6 31-16,2 8 50 0,-4 10 52 0,7 3 33 16,-8 15 33-16,3 8 20 0,5 5 13 15,6 3 8-15,5 3 6 0,13-11 3 0,5 1-2 16,10-1-10-16,10-4 4 0,9-1-4 15,10-6-6-15,17 9-6 0,12-12-10 0,7-10-3 16,16-8-23-16,3-7-13 16,11-10-17-16,-14-10-16 0,7-9-1 0,22-5-7 15,-3-10-16-15,-8-7-23 0,-1-6-26 16,-9-8-12-16,-11 0-11 0,-6-7-2 0,-5-5 6 16,-28 4 0-16,3-6-1 0,-11-1 5 15,-5-4 3-15,-12-4-1 0,-8-4-1 0,-11-3 3 16,-7-1-4-16,-14-21-6 0,-11 7-3 15,-12 5-15-15,-4 7 10 0,-11 12-5 0,-10 10-11 16,-7 11-16-16,13 15-31 0,-5 11-38 16,2 6-54-16,-2 6-71 0,4 6-105 0,7 3-105 15,4 5-131-15,10-3-240 0,12 3 83 16,11 0 73-16,8-5-532 0,5-6-645 16</inkml:trace>
  <inkml:trace contextRef="#ctx0" brushRef="#br0" timeOffset="149520.82">19204 9751 3358 0,'-20'-20'15'0,"3"-2"36"0,-6 0 47 15,2 3 42-15,4 4 37 0,2 3 24 16,4 2 14-16,-1 1-9 0,2 1-18 0,5 1-25 15,1 6-15-15,4 1-2 0,0 0 9 16,0 0 16-16,36 37 2 0,6-6-3 16,10 6-10-16,20 12-2 0,10 4-14 0,7 2-16 15,7 1 19-15,-3 2-12 0,4-2-10 16,-6-5-15-16,1-3-8 0,-12-4-19 16,-8-4-2-16,-16-10-9 0,-10-3 3 0,-8-4-3 15,-10-5-1-15,-4-1 1 0,-10-5 2 16,-1-5-2-16,-3 1-5 0,-2-2-5 15,-3-1-3-15,1-2-3 0,0 2-6 0,-6-5-21 16,10 4-55-16,-10-4-69 0,0 0-92 16,0 0-82-16,0 0-99 0,0 0-91 0,0 0-91 15,0 0-148-15,0 0-69 0,0 0 82 16,0 0-633-16,-40 1-775 0</inkml:trace>
  <inkml:trace contextRef="#ctx0" brushRef="#br0" timeOffset="150470.09">20238 10593 3302 0,'8'-8'-184'0,"-5"3"49"0,3 1 60 0,-1 0 53 16,0 0 45-16,1-2 49 0,-5-1 47 15,-1 7 51-15,4-10 20 0,-4 4 12 0,0 0 2 16,-4-1-3-16,-1 3-4 0,-3-2 0 15,-4 0-11-15,1 3-4 0,-6 6-7 16,-3-3-5-16,-14 8-14 0,2 3-11 16,-2 5-10-16,1 1-14 0,1 1-9 0,3-1-6 15,4 3-10-15,7 1-9 0,2-6-4 16,9 0 4-16,1-2-6 0,6-2-7 0,2 1-4 16,6 2 6-16,-1 0-13 0,7 0-1 15,2 1-7-15,8 4-9 0,-7-6 3 0,5 4 5 16,-2-3 4-16,-6-2 0 0,2 1 4 15,-3-1 4-15,-1-2 8 0,-1-1 11 0,-3 3 14 16,-5-3 10-16,2 0-8 0,-3 3 12 16,-4-2 3-16,-3 4-6 0,-2 0-9 0,-2-2-10 15,-5 3-75-15,-7 6-16 16,4-6 0-16,-2-3 0 0,2-1 0 0,-3-3 0 16,6-1 0-16,-2 0 0 0,3-4 0 15,2-3 0-15,11 0-47 0,-21-4-271 0,13-7-117 16,2-1-116-16,6 0-125 0,3-5-165 15,2-2 70-15,12-8 74 0,6 2-614 0,7 3-769 16</inkml:trace>
  <inkml:trace contextRef="#ctx0" brushRef="#br0" timeOffset="150703.07">20760 10565 3499 0,'11'-14'60'0,"-9"-2"82"0,2 5 55 15,-1 1 62-15,-3 3 48 16,1 0 28-16,-1-1 4 0,0 8-8 0,0-9-33 15,0 9-33-15,0 0-19 0,0 0 16 16,0 0-2-16,0 0-19 0,-4 43-22 0,0-18-17 16,0 12-20-16,-3 1-14 0,2-1-21 15,1 1-18-15,-3 0-26 0,4-1-103 0,-1-3 0 16,2-5 0-16,0-4 0 0,0-4 0 16,1-5 0-16,-3 2-165 0,4-1-96 0,-4-3-79 15,2-4-108-15,0-3-136 0,1-5-168 16,1-2-47-16,-9 5 83 0,9-5-687 0,0 0-856 15</inkml:trace>
  <inkml:trace contextRef="#ctx0" brushRef="#br0" timeOffset="151087.76">20299 10204 4048 0,'-42'-2'-37'0,"-16"10"47"0,2 4 54 15,1 7 39-15,-3 8 41 0,7 8 28 16,-12 15 25-16,4 7 5 0,10 2 5 0,4 8 12 16,17-10 10-16,6 3-7 15,11 2-7-15,11 4-6 0,11-2-8 0,14-2-6 0,23 10-7 16,12-7-17-16,12-7-15 16,15-5-15-16,10-11-14 0,9-8-13 0,-4-12-20 15,5-6-21-15,2-4-6 0,-16-14-5 16,18-5-32-16,0-8-19 0,-9-6-27 0,-5-5-13 15,-9-4-4-15,-11-8 5 0,-11-6 2 16,-19 6 4-16,-4-5 3 0,-7-7 9 0,-9-3-4 16,-7-10 5-16,-12-1 7 0,-4-6-5 15,-13 1 4-15,-14-23-7 0,-13 7 0 0,-9 4 4 16,-8 8-8-16,-12 12 15 0,-3 11-11 16,-15 13-20-16,11 22-33 0,-8 8-43 0,-1 9-75 15,-21 8-80-15,-1 7-102 0,10 5-114 16,7 6-126-16,22-5-177 0,4 4 72 15,1 0 79-15,7 4-516 0,4 0-612 16</inkml:trace>
  <inkml:trace contextRef="#ctx0" brushRef="#br0" timeOffset="152170.07">17680 11436 3353 0,'3'-2'20'16,"-3"2"10"-16,0 0 36 0,0 0 63 0,-33 20 45 15,7 2 38-15,-15 9 28 0,1 5 19 16,-4 5 14-16,-3 0 13 0,-12 13-8 0,0 1-3 16,1-1-15-16,5-1-11 0,8-8-13 15,2-4-20-15,3-2-8 0,4-2-13 16,8-5-15-16,6-8-21 0,2-3-20 15,6-4-12-15,3-5-13 0,6-2-13 0,-4-1-9 16,4-3-10-16,-1 1-7 0,2-1-15 16,1-3-29-16,-3 2-26 0,6-5-34 0,-4 7-54 15,4-7-74-15,0 0-76 0,0 0-70 16,0 0-96-16,-8 3-91 0,8-3-101 0,0 0-129 16,0 0-42-16,-5 7 83 0,-1-2-572 15,1 2-712-15</inkml:trace>
  <inkml:trace contextRef="#ctx0" brushRef="#br0" timeOffset="152686.16">16715 12344 3574 0,'3'-10'93'0,"-1"4"44"0,-2-2 33 15,0 8 29-15,0 0 10 0,0-9 1 16,0 9 28-16,0 0 27 0,0 0 23 0,-2 31-2 15,1-7-10-15,-8 14-14 0,5 1-9 16,1 3-15-16,-5-2-15 0,7 1-18 0,-5 2-18 16,2-5-19-16,0 0-17 0,2-7-16 15,0-7-15-15,0-1-10 0,0-3-12 0,0-2-13 16,1-3-74-16,1-4-11 16,-2 1 0-16,0-1 0 0,0-4 0 0,2-2-32 15,0-5-120-15,0 0-37 0,0 0-26 16,0 0-28-16,-4-19-25 0,6 1-30 0,0-3-24 15,4-16-12-15,-3-2-12 0,9-13 2 16,-4-2-1-16,-1-2 19 0,2 2 21 16,0 4 34-16,-6 9 52 0,1 5 46 0,-4 8 52 15,-2 6 47-15,0 5 30 0,-6 2 27 16,2 3 30-16,-5 3 39 0,0 6 39 0,-8 0 37 16,-4 9 17-16,-10 5 25 15,3 6 25-15,0-1 13 0,-5 12 6 0,10-4 4 0,4 2-4 16,3-1-4-16,0-1 0 15,7-1-4-15,6-7 0 0,3 2-8 0,2-5-9 16,5 1-16-16,3-1-11 0,4 1-18 16,10-4-16-16,-1-4-6 0,8-2-19 0,10-1-51 15,4-4-49-15,0-3-72 0,5 1-55 16,-2-2-60-16,0-3-79 0,-6 2-70 0,-3-1-63 16,-2 1-51-16,-10 0-40 0,-6 0-19 15,-6 1-10-15,-1 0-36 0,-5 1-615 16,1 1-632-16</inkml:trace>
  <inkml:trace contextRef="#ctx0" brushRef="#br0" timeOffset="153052.82">17074 12397 2878 0,'14'-11'-168'0,"-3"1"46"15,-1 2 43-15,-1 1 43 0,1 0 37 0,-5 4 33 16,4-2 14-16,-4 3 14 0,-5 2 36 16,0 0 39-16,0 0 30 0,15 7 25 0,-15 1 20 15,-4 8 13-15,0 6 8 0,-7 10 10 16,-10 14 10-16,-2 0 8 0,-4-1 16 0,1 0 9 15,1-2-29-15,2 0-21 0,10-12-11 16,1-1-20-16,3 1-13 0,7-6-17 16,4-5-22-16,2-7-11 0,3 2-10 0,3-3-17 15,5-6-8-15,3 0-12 0,0-4-8 16,2-4-15-16,-2-2-1 0,1-2-10 16,-1-6-1-16,-3 1 3 0,-6-3 6 0,-1-1 11 15,-6-5 5-15,0-5 4 0,-6-11 6 16,-6 0-2-16,1-2-63 0,-4 3-30 15,1 2 0-15,-1 0 0 0,1 2 0 0,5 10 0 16,-1-1 0-16,5 7 0 0,-1-2 0 16,2 1 0-16,2 3 0 0,6-1 0 0,1 0 0 15,2-1 0-15,7 3 0 0,0 2-195 16,2 1-189-16,2 1-108 0,0 1-103 0,1 0-120 16,-2 4-115-16,-6 1 90 0,1 2-702 15,-1 2-892-15</inkml:trace>
  <inkml:trace contextRef="#ctx0" brushRef="#br0" timeOffset="153486.54">16699 12105 3934 0,'-42'0'-66'15,"-4"6"11"-15,-15 5 26 0,2 13 59 0,-6 2 48 16,-8 16 44-16,0 8 34 16,4 8 29-16,8 6 26 0,9 8 18 0,7 3 17 15,9 3 11-15,19-9-6 0,6 3-12 16,9 0-2-16,9-3-16 0,13 1-8 0,14 7-10 16,9-11-18-16,14-8-15 0,14-7-15 15,13-10-16-15,7-10-14 0,12-13-11 16,2-9-12-16,-14-11-14 0,20-8-24 0,-6-9-26 15,-8-10-27-15,-4-7-31 0,-5-6-18 16,-13-5-17-16,-9-3 7 0,-19 7 4 0,-6-1 6 16,-9-6 7-16,-12-1 12 0,-4-6 11 15,-10-2-8-15,-12 0 15 0,-10-3-5 16,-7 1 7-16,-24-11-2 0,-4 8-6 16,-10 9-2-16,-10 12-17 0,9 16-7 0,-9 8-26 15,-2 9-25-15,-2 8-40 0,-4 9-44 16,-18 10-52-16,6 6-76 0,7 9-67 0,21-1-68 15,4-1-104-15,8 5-165 0,5-1 8 16,4-3 73-16,10 0-457 0,3-7-547 0</inkml:trace>
  <inkml:trace contextRef="#ctx0" brushRef="#br0" timeOffset="154418.93">17776 11509 2834 0,'-8'-12'-67'0,"0"3"39"16,-1-1 40-16,4 3 37 0,-4-1 43 15,2-1 45-15,0 2 27 0,-4-4 31 16,6 3 20-16,-3 2 22 0,1-4 9 15,3 3 10-15,1 3 0 0,3 4-7 0,-9-11-14 16,6 6-25-16,3 5-19 0,-6-6-29 16,6 6-8-16,0 0 17 0,0 0 22 0,13 22-2 15,3 5 12-15,7 10 9 0,4 8 0 16,3 3 9-16,3 3-3 0,8 19-6 0,2-4-18 16,6 1-13-16,-6-2-29 0,-4-13-120 15,-3 0-32-15,0-3 0 0,-4-3 0 0,-1-3 0 16,-5-5 0-16,-6-9 0 0,-4-3 0 15,-4-8 0-15,0-1 0 0,-3-6 0 0,-3-1 0 16,0-2 0-16,-1 1 0 0,1-3 0 16,-2-1 0-16,-4-5 0 0,10 3 0 0,-10-3 0 15,0 0 0-15,0 0 0 16,0 0-423-16,15-6-224 0,-15 6-148 0,0 0-79 16,0 0 89-16,0 0-802 0,0 0-1029 15</inkml:trace>
  <inkml:trace contextRef="#ctx0" brushRef="#br0" timeOffset="154738.1">18113 12523 4726 0,'0'0'80'16,"-17"-9"23"-16,13 3 19 0,4 6-2 16,4-14-4-16,-2 7-5 0,3 1-6 0,5 0-17 15,1-4-8-15,5 5-6 16,1 0-10-16,-3 1-7 0,0 4-7 0,-3 4-2 15,5 1 0-15,-5 6 9 0,1 4 12 16,-4 0 16-16,-6 5 22 0,-6 4 29 0,-4 5 24 16,-4 2 19-16,-2 3 14 0,-8 3 14 15,3-6 10-15,2-4 9 0,2-1-1 0,2-5-12 16,4-4-88-16,0-3-125 0,5-2 0 16,1-2 0-16,3 1 0 0,2-1 0 15,1-1 0-15,6-1 0 0,4-4 0 0,1 2 0 16,6-2 0-16,-3-4 0 0,5-2 0 15,5 0-15-15,7-6-490 0,3 0-118 0,1-3-44 16,0-1-167-16,-2-2 33 16,1-3 85-16,-6-1-655 0,-5 1-824 0</inkml:trace>
  <inkml:trace contextRef="#ctx0" brushRef="#br0" timeOffset="155135.82">18584 12584 3574 0,'-8'-8'-32'0,"6"4"42"16,-1 0 31-16,3 4 43 0,-6-6 23 15,6 6 15-15,-5-8-2 0,5 8-8 0,0 0-19 16,0 0-10-16,0 0-7 16,0 0-10-16,0 0-6 0,0 0-5 0,0 0-2 0,0 0 0 15,20 14 12-15,-18-6 16 16,0 3 18-16,-2 1 18 0,-2 0 16 0,-4 2 14 16,4 1 19-16,-3-1 18 0,-2 1 12 15,4-2 3-15,1-2 0 0,-4 1-3 0,6-1-5 16,-2-3-1-16,2 2-7 0,4 2-15 15,0-3-15-15,1-1-15 0,6 4-13 16,-2 0-13-16,3-3-10 0,-1-1-11 0,0 2-5 16,3-2-12-16,-5 0-9 0,0-1-11 15,1 1-54-15,-2 0 0 0,-3 1 0 0,-1-1 0 16,0 1 0-16,-2 0 0 0,-2 0 0 16,-6 2 0-16,2 3 0 0,-7 1 0 0,-3 1 0 15,2-1 0-15,-12 4 0 16,1-1 0-16,1-2 0 0,1-4 0 0,1-2 0 15,2-3 0-15,0 1 0 0,-3-1 0 16,6-1 0-16,0-5 0 0,2-2-341 0,-5-7-365 16,3-5-172-16,3-3 10 0,5-2 90 15,1-5-793-15,3-11-1014 0</inkml:trace>
  <inkml:trace contextRef="#ctx0" brushRef="#br0" timeOffset="155536.12">18317 12192 4008 0,'-36'6'-134'0,"-6"2"51"0,-12 11 36 0,-1 7 58 16,-2 6 64-16,-13 17 46 0,1 7 31 16,4 4 25-16,8 6 16 0,4 0 8 0,6 7 6 15,13 0 1-15,18-8 3 0,4 1-23 16,12-1-2-16,10-2-6 0,8-2-11 15,15-3-7-15,16 4-17 0,16-6-7 0,6-10-20 16,7-10-5-16,-12-14-19 0,7-2-19 16,3-12-2-16,8-4-32 0,2-14-12 0,18-7-20 15,-5-12-38-15,-4-5-34 16,-10-7-10-16,-7-10 3 0,-6-1 11 0,-6-7 9 16,-12-1 15-16,-6-3 21 0,-15 9 26 15,-8-9 15-15,-9 0 13 0,-7-6 17 0,-11-2 8 16,-12 0-5-16,-11-15 0 0,-13 4-6 15,-7 4-2-15,-9 8-9 0,-12 12-6 0,-9 10 2 16,-6 13-7-16,9 17-26 0,-5 11 6 16,-5 11-14-16,-1 8-20 0,-8 14-55 0,7 6-75 15,12 7-97-15,18 0-125 16,9 4-144-16,4-2-151 0,5 5-84 0,11-5 74 16,12-5-589-16,8-6-728 0</inkml:trace>
  <inkml:trace contextRef="#ctx0" brushRef="#br0" timeOffset="156469.74">20794 11313 3413 0,'-3'-7'-68'0,"1"2"48"0,2 5 44 16,-4-8 43-16,4 8 37 0,-4-6 16 0,4 6 30 15,0 0 29-15,-24 24 32 0,-5 11 19 16,-2 12 18-16,-5 5 16 0,-14 18 11 0,1 7 3 15,-4-1-1-15,-1 3-6 0,3 2-8 16,4-4-5-16,0-3-15 0,8-7-12 0,8-16-13 16,6-2-11-16,2-6-16 0,8-9-19 15,1-5-18-15,3-1-15 0,2-5-47 16,3-8-92-16,0-1 0 0,2-4 0 16,1-1 0-16,1-1 0 0,-2 1 0 0,4-4 0 15,-4 0 0-15,4-5-1 0,0 0-333 16,0 0-134-16,0 0-130 0,0 0-131 0,0 0-119 15,0 0 86-15,0 0-752 0,0 0-959 16</inkml:trace>
  <inkml:trace contextRef="#ctx0" brushRef="#br0" timeOffset="156787.57">19763 12651 4107 0,'0'0'-70'16,"0"0"5"-16,0 0 9 15,0 0 10-15,0 0 15 0,0 0 16 0,33-12 11 16,-18 7 8-16,-2 5 1 0,9 3 3 16,-6 0-1-16,5 4 9 0,1 3 29 0,-4 9 37 15,-2 9 31-15,-11-4 34 0,-6 3 24 16,-7 12 28-16,-11 12 42 0,-8 3 21 16,-3 0 6-16,-5-5 6 0,1-3 3 0,4-3 7 15,-1-4 3-15,12-10-6 0,0-4-14 16,5-8-24-16,5-3-22 0,4-2-22 0,1-2-20 15,6-3-16-15,2 0-35 16,3 0-128-16,9-2 0 0,2-2 0 0,3-3 0 16,10 0 0-16,9-5 0 0,-1 0-68 15,6 0-204-15,-6-2-72 0,4-3-88 0,-5-1-76 16,-2-3-66-16,-2 1-74 0,-4-3-109 16,-5 2 49-16,-2 1-612 0,-8 3-776 0</inkml:trace>
  <inkml:trace contextRef="#ctx0" brushRef="#br0" timeOffset="157151.26">20389 12835 3438 0,'0'0'-97'0,"0"0"46"16,0-6 34-16,0 6 43 0,0 0 57 16,0 0 45-16,-20 12 29 0,9 2 26 15,-3 1 21-15,-6 11 15 0,-8 10 24 0,1 0 9 16,-2 1 26-16,2 1 0 0,2 3-15 15,2-3-11-15,7-9-19 0,2-1-15 0,5-6-20 16,5-1-14-16,0-4-17 0,4-2-11 16,4-3-18-16,1 0-11 0,5-2-11 0,2-1-12 15,2-4-6-15,0-3-12 0,1-2-9 16,1-2-8-16,-2 0-12 0,2-2-8 0,-1-4-6 16,-1 2-9-16,-7-1-6 0,2 0-6 15,-5-3-5-15,0-1-9 0,-4-2-6 0,-4 2-1 16,0-3-4-16,1 4-5 15,-5 0-4-15,-4 1-19 0,3 1-15 0,-2 0-33 16,-3 1-35-16,1 3-41 0,1 2-47 16,1 2-51-16,-4 2-82 0,3 0-81 0,-1 2-80 15,-2-1-113-15,2-1-155 0,1 2 71 16,3 2-618-16,-1-4-769 0</inkml:trace>
  <inkml:trace contextRef="#ctx0" brushRef="#br0" timeOffset="157551.79">20066 12335 3753 0,'-39'2'-87'0,"-13"9"18"0,-5 10 42 0,-1 10 51 15,-12 19 51-15,7 6 44 0,2 8 32 16,6 10 11-16,5 6 12 0,8 12 16 0,5 3 12 15,10-1 4-15,9 2 2 0,15-17-9 16,4 0-7-16,11-4-15 0,12 12-8 0,10-12-15 16,13-8-14-16,10-13-17 0,15-5-9 15,10-14-7-15,15-6-11 0,7-18-14 0,-16-9-30 16,23-9-29-16,2-11-27 0,-7-9-28 16,-6-9-14-16,-7-3-3 0,-8-8-1 15,-19-4 5-15,-11-2 8 0,-19 6 5 16,-7-6 11-16,-9-7 12 0,-8-1 9 0,-12-7 3 15,-10 4-4-15,-6-5 2 0,-17-15 1 16,-6 4-5-16,-8 2 2 0,-6 13-3 16,-4 12-5-16,2 17-9 0,-6 11-17 0,-3 14-22 15,0 9-34-15,-3 8-62 0,2 4-103 16,4 9-95-16,2 3-127 0,11 2-176 0,7 2-19 16,5 4 74-16,9-9-424 0,7 3-497 15</inkml:trace>
  <inkml:trace contextRef="#ctx0" brushRef="#br0" timeOffset="158554.21">21035 11289 2650 0,'-11'-10'-79'0,"-3"-2"43"0,3 2 26 16,-1-1 40-16,-1-2 39 0,2-3 36 16,-3 0 41-16,1 3 36 0,1-1 31 0,2 4 21 15,1-1 12-15,1 5 1 0,2-2-17 16,1-1-22-16,-1 4-26 0,6 5-18 16,0 0 6-16,0 0 26 0,0 26 13 15,11 5 8-15,11 15-6 0,6 8-8 0,12 18-7 16,6 0-22-16,5 2-24 0,4-5-7 15,6-1-10-15,-1-4-22 0,0-1-7 0,0 1-8 16,1-5-10-16,-8-3-9 0,-11-16-12 16,-2-1-8-16,-4-6-19 0,-11-8-25 0,-1-5-29 15,-6-5-27-15,-5-2-31 0,-3-3-38 16,-3-2-51-16,1-3-90 0,-5-1-125 0,-3-4-130 16,0 0-170-16,0 0-86 15,0 0 89-15,11-17-606 0,-13 8-740 0</inkml:trace>
  <inkml:trace contextRef="#ctx0" brushRef="#br0" timeOffset="158984.49">21580 12191 3463 0,'-11'0'98'0,"11"0"18"0,0 0 2 15,-14-4 5-15,14 4 6 0,0 0-13 0,-6-6-10 16,6 6-11-16,0 0-12 0,20-6-13 15,-9 3-3-15,2 2-8 0,0 1-6 0,0 1-3 16,3 2-7-16,-3-1-7 16,1 3-3-16,-3 2 0 0,-2 0 5 0,0 1 15 15,-6 2 20-15,-3-1 14 0,-2 3 28 16,-2 4 7-16,-11 9 20 0,-3 2 17 0,-4 0 5 16,1 0-7-16,0 2 4 0,0-1-12 15,4-4-9-15,6-4-8 0,2-3-2 0,4-5-11 16,1 2-3-16,4-1-6 0,6-2-9 15,-1 1-5-15,7 2-10 0,1-1-12 0,1 2-11 16,3-3-5-16,-2 2-3 0,0-2-6 16,3 1-1-16,-3 1 15 0,-2-1-4 0,-3-2 6 15,-1 1 13-15,-3 0 9 16,-2 0 4-16,-2 0-31 0,-4 0-60 0,-2 3 0 16,-2 0 0-16,-3 2 0 0,-2-1 0 15,-1-1 0-15,-1 0 0 0,-3-2 0 0,1 0 0 16,4-3 0-16,-3-3 0 0,3-1-129 15,-1-2-308-15,5-4-171 0,7 0-180 16,-15-10-83-16,7-1 89 0,6-1-774 0,4-4-1000 16</inkml:trace>
  <inkml:trace contextRef="#ctx0" brushRef="#br0" timeOffset="159268.91">21692 12564 4590 0,'-14'-4'55'16,"0"0"37"-16,4 2 48 0,0 2 52 0,10 0 34 16,-13-3 16-16,13 3-12 0,0 0-18 15,-12-1-8-15,12 1 3 0,0 0-10 0,0 0-17 16,0 0-19-16,0 0-16 0,65 1-13 16,-24-5-17-16,0 0-19 0,3-2-27 0,-2 2-21 15,-4 0-17-15,-7 2-9 0,-8 0-15 16,-7 0-19-16,2 4 0 0,-7 2-4 15,1 0-4-15,-5 2-33 0,1 2-28 16,-6 3-46-16,1-1-65 0,2 2-85 0,-5 1-121 16,2-1-140-16,0 0-155 0,-1-3-59 15,3 2 69-15,0-2-589 0,1-2-731 16</inkml:trace>
  <inkml:trace contextRef="#ctx0" brushRef="#br0" timeOffset="159501.1">22200 12151 3695 0,'-7'-8'4'16,"2"3"24"-16,-3 0 40 0,4 0 37 15,2-1 37-15,2 6 9 0,-6-8 0 0,4 3-13 16,0-2-12-16,2-2-15 0,2 1-13 15,2-1-17-15,-2 1-43 0,0-1-65 0,0 1-99 16,-2 1-105-16,0 7-105 0,4-9-101 16,-4 9-158-16,0 0 37 0,0 0-335 0,0 0-376 15</inkml:trace>
  <inkml:trace contextRef="#ctx0" brushRef="#br0" timeOffset="159901.19">21904 12340 2490 0,'-10'-3'122'0,"1"0"45"15,-1 1 15-15,2-2 36 0,8 4 36 16,-15-6 31-16,12 6 17 0,3 0-4 0,-11-5-22 15,11 5-24-15,-3-6-30 16,3 6-24-16,0 0-19 0,15-14-16 0,-2 8-17 16,5 2-15-16,-2 0-10 0,0 4-19 15,1 2-7-15,-2 0-12 0,0 4-3 0,1 6 2 16,-3 5 8-16,1 9 14 0,-9 6 27 16,-3 4 24-16,-4 1 5 0,-1 2 12 0,-5 4 1 15,-4 6 1-15,-1 1-7 0,1-13-9 16,5 3-15-16,-2-3-27 0,-1-1-116 0,2-2 0 15,3-5 0-15,3-6 0 0,0 0 0 16,2-5 0-16,0-3 0 0,0-1 0 0,4-1 0 16,-3-2-214-16,5-2-103 0,-1-2-91 15,0-5-79-15,-5-2-79 0,0 0-95 16,20-9-131-16,-13 2 76 0,-2-3-655 16,-3-2-824-16</inkml:trace>
  <inkml:trace contextRef="#ctx0" brushRef="#br0" timeOffset="160101.82">21942 12634 3913 0,'-9'-2'85'0,"-2"0"38"15,11 2 35-15,-13-4 35 0,13 4 26 16,-10-4 15-16,10 4-6 0,0 0-25 0,0 0-19 16,0 0-20-16,0 0-13 0,25-17-13 15,-2 11-46-15,13-6-62 0,0 1-84 0,1-1-113 16,7-7-122-16,-8 1-128 0,-4 1-124 15,0-4-159-15,-3 3 70 0,-6-2-498 0,-3 3-597 16</inkml:trace>
  <inkml:trace contextRef="#ctx0" brushRef="#br0" timeOffset="160500.95">21686 11997 3353 0,'-55'33'59'16,"-12"17"37"-16,0 10 48 15,1 6 46-15,3 13 33 0,4 4 27 0,5 4 15 16,7 1 14-16,8 1 21 0,11 0-7 16,11 0-11-16,15-20-18 0,13-1-19 0,20 11-20 15,19-7-23-15,13-8-16 0,14-8-15 16,11-11-20-16,10-12-17 0,6-13-29 0,9-7-24 15,2-13-9-15,4-6-8 0,3-10-6 16,-6-8-49-16,-11-6-48 0,-9-8-38 0,-12-5-2 16,-12-8 4-16,-9-5 11 0,-12-2 6 15,-17 5 1-15,-3-8 10 0,-12-5 4 16,-8-6 12-16,-9-5 2 0,-5-4 0 16,-21-15 8-16,-6 0 3 0,-17 6 2 0,-12 4-1 15,-14 10-2-15,-8 15 6 0,-9 16-8 16,-6 14 6-16,-10 18-4 0,-4 15-18 0,-1 19-38 15,-6 12-56-15,5 6-76 0,5 6-109 16,16 6-113-16,9 6-141 0,9 3-183 0,15 0 72 16,13-12 69-16,13-4-444 0,3-1-527 15</inkml:trace>
  <inkml:trace contextRef="#ctx0" brushRef="#br0" timeOffset="161834.34">16625 13271 2755 0,'4'-13'-94'15,"-2"-3"45"-15,-1 4 35 0,-1 4 32 0,2-3 36 16,-2 5 33-16,0 6 25 0,0-12 23 16,0 12 0-16,-2-11-3 0,2 11-9 0,0 0-5 15,-15 0 19-15,0 12 5 0,-14 9 4 16,-5 13 6-16,-6 7-3 0,-4 5 5 0,-10 13 1 15,6-1-8-15,7-10-12 0,1 0-13 16,4 0-10-16,4-4-13 0,3-1-9 16,2 1-11-16,4-8-10 0,8-6-4 15,0-1-8-15,7-5-10 0,-1-5-3 0,3 0-16 16,-2-2-20-16,5-3-23 0,-3-1-22 16,2-1-30-16,3-3-48 0,-3 1-57 15,-1 0-62-15,1-3-52 0,3 3-79 0,-5 0-98 16,2-3-172-16,1-1 55 0,-5 2-332 15,4 0-392-15</inkml:trace>
  <inkml:trace contextRef="#ctx0" brushRef="#br0" timeOffset="162286.51">15929 14115 2708 0,'0'0'135'0,"0"0"-10"0,0 0-9 16,0 0-10-16,-12 3 1 0,7 2 21 0,-3 2 9 16,5 2 2-16,-5 1-6 0,4 4-1 15,-2 1-9-15,2 1-8 0,4 2-5 0,-3-4-12 16,3 5-8-16,0-2-4 0,3-1-11 16,-1 1-7-16,6-1-6 0,-2 1-3 0,3-3-14 15,1-3 4-15,0 0-5 0,-1-1-3 16,2-4-5-16,1 0-1 0,-1-6-6 15,0 0-2-15,-11 0-8 0,23-6 7 16,-9-2 2-16,-3 1-10 0,0-1 4 0,0 1 0 16,-6-1-6-16,3 2 11 0,-3-1 13 15,1 4 2-15,-2-3 9 0,-4 6-2 16,8-4-1-16,-8 4-1 0,0 0 20 0,9 12 3 16,-5 0-3-16,-1 5-4 0,4 3-5 15,-2 11-6-15,5 3-1 0,-5-1-7 0,5 0-2 16,0 0-6-16,-1-4 0 0,1 2 0 15,-3-2-9-15,3-4-7 0,-5-4-4 16,3-3-21-16,-2 3-26 0,-1-4-29 16,-1-3-38-16,0 1-41 0,0-3-51 0,-3 1-62 15,1-2-56-15,3 0-65 0,-3-4-76 16,0-1-142-16,-2-6-48 0,1 4 65 0,-1-4-307 16,0 0-363-16</inkml:trace>
  <inkml:trace contextRef="#ctx0" brushRef="#br0" timeOffset="162634.47">16600 14284 2426 0,'6'-14'48'0,"-5"4"41"0,-1 2 23 15,0 1 7-15,0 7 21 0,0 0 27 16,0 0 18-16,-26 17 16 0,3 8 15 16,-1 12 9-16,-1 6 7 0,2 3 2 0,-1 0 6 15,4 3-9-15,3-2-13 0,4-1-12 16,2-7-25-16,4-3-21 0,3 0-3 15,4-6-3-15,2-4-11 0,4-2-15 0,-1-1-2 16,6-3-20-16,-2-2-10 0,4-1-3 16,-1-7-6-16,2-3-16 0,2-1-4 0,1-4-6 15,0-2-15-15,3-2-12 0,-4-4-8 16,0 1-4-16,1-2 1 0,-5 0-6 16,-1-3-8-16,-6 1-7 0,-1 1-7 15,-2-4-9-15,-4 1-9 0,-2-1 8 0,-1 1-24 0,-3-1-8 16,-4 2-12-16,1 2-19 15,0 1-29-15,-3 1-34 0,3 4-55 0,-1-4-73 16,1 6-86-16,0 0-100 0,11 0-117 16,-25 2-150-16,13 2 69 0,5-3-486 0,-2 0-606 15</inkml:trace>
  <inkml:trace contextRef="#ctx0" brushRef="#br0" timeOffset="163050.25">16147 13948 3261 0,'-37'18'-63'16,"-9"9"24"-16,1 13 40 0,-9 21 53 0,3 13 50 15,2 16 29-15,3 7 11 0,4 13 14 16,1 3 18-16,7 5 4 0,4 2 2 15,8 0-4-15,9-6-4 0,12-10-19 0,12-4-14 16,15-17-11-16,13-12-13 0,16-11-14 16,10-10-4-16,11-14-12 0,-4-18-7 15,14-8-11-15,29-15-19 0,-3-10-28 16,7-14-15-16,-4-9-7 0,0-10-26 0,-8-4-12 16,-8-3-4-16,-13-8 4 0,-12 2 4 15,-14-4 2-15,-10-3 13 0,-21 10 4 0,-8-4 0 16,-10-4 13-16,-11-6-1 0,-14-26 0 15,-8 5-6-15,-14 0 12 0,-14 4-5 0,-11 6 1 16,-9 5-7-16,-3 10-11 0,-2 15-1 16,-6 17-14-16,13 22-13 0,-5 16-18 15,-1 12-36-15,-19 18-55 0,-1 16-63 0,5 11-66 16,-1 6-91-16,13 3-130 0,5 3-112 16,11-7 69-16,10 4-276 0,13-21-310 0</inkml:trace>
  <inkml:trace contextRef="#ctx0" brushRef="#br0" timeOffset="165969.25">17371 10418 2134 0,'0'9'7'0,"0"-4"37"0,0 0 20 16,0-5 32-16,-1 7 25 0,1-7 43 0,0 0 26 16,0 0 16-16,0 0 3 0,0 0-19 15,0 0-15-15,0 0-7 0,0 0-1 0,0 0-5 16,-8-21-9-16,6 13-17 0,1-4-9 16,-5-2-8-16,2 0-7 0,-4-6-6 0,2-1-12 15,-5-10-10-15,-1-2-11 0,-2-13-7 16,-2-2-4-16,-1-1-7 0,3-4-6 0,1-1-7 15,1-2-2-15,0-1-5 0,2 2-5 16,7-3-1-16,-2 0-8 0,3 9 3 16,7-5-7-16,-2-1-2 0,7 4-1 15,3 2-1-15,2 2-1 0,8 1-4 0,4 0 4 16,6 4-5-16,4 1 2 0,11 3-4 16,3 0 1-16,5 5-1 0,-1 4 2 0,2 4-2 15,-6 4-2-15,1 2 1 0,-14 7-2 16,-4 2 0-16,-7 3 2 0,-8 2-1 15,-4 0 1-15,-1 3 8 0,-3 0 6 0,-1 0 6 16,-1 1-2-16,-1-1 5 0,-8 2-2 16,15-3-2-16,-15 3-3 0,12-2 4 0,-12 2-3 15,9-2 2-15,-9 2 1 16,8-3 1-16,-8 3-4 0,0 0 0 0,9-2 0 16,-9 2-5-16,0 0 1 0,0 0-1 15,11-1-11-15,-11 1-33 0,0 0-43 0,0 0-62 16,0 0-89-16,0 0-99 0,0 0-103 15,0 0-128-15,-13 16-129 0,6-9 69 0,-5 2-433 16,3 0-518-16</inkml:trace>
  <inkml:trace contextRef="#ctx0" brushRef="#br0" timeOffset="166367.18">17774 8938 2979 0,'-8'-6'35'16,"1"4"25"-16,-1-3 48 0,1 1 43 0,-2-2 33 16,4 4 26-16,-1-2 18 0,1-2-3 15,-2 2-12-15,7 4-21 0,-5-9-16 0,3 5-21 16,2 4-16-16,4-12-13 0,2 6-14 15,3 3-9-15,2-1-7 0,3 3-9 16,1 1-3-16,6 1-4 0,4 6-4 16,6 5-7-16,-1 4-4 0,-1 3-5 0,-2 4 0 15,-3 5 7-15,-7 1-1 0,-2 2 8 16,-3-1 3-16,-4 5 0 0,-5-2-10 16,-1-4-4-16,-2-4-5 0,-4 0-1 0,1 9 0 15,-7-2-11-15,0-3-2 0,-1 2-7 16,-5-4-11-16,2 2-40 0,-6-4-51 0,4-1-71 15,-6-1-89-15,8-8-104 0,-4-1-106 16,0-2-107-16,7-4-180 0,0 1 30 16,-1-1 77-16,1-1-444 0,0 0-532 0</inkml:trace>
  <inkml:trace contextRef="#ctx0" brushRef="#br0" timeOffset="166850.38">17115 10075 2734 0,'-2'-18'-86'16,"0"4"38"-16,2 2 43 0,0 1 42 0,-2 2 38 16,2 3 32-16,0-2 15 0,0 8 1 15,-2-8-9-15,2 8-4 0,0 0 33 0,0 0 37 16,0 0 14-16,-3 22 9 0,3-2-1 16,-1 6 2-16,-3 13-2 0,2 0-11 15,-2 2-6-15,4-1-9 0,0-3-17 0,0-1-7 16,4-1-11-16,0-7-3 0,2-6 2 15,5-2-6-15,2 4 0 0,7-10 1 0,-1-4-9 16,7-5-7-16,4-6-6 0,22-10-10 16,7-3-5-16,6-6-43 0,-2-2 15 15,0-4-9-15,-6 1-5 0,-2 0 1 16,-7 0-14-16,-2 0 3 0,-14 7-8 0,-3 2-4 16,-10 4 1-16,-4 0-4 0,-3 3-21 15,-7 4-38-15,-3-3-35 0,0 4-48 0,-2 4-59 16,0-8-78-16,0 8-101 0,-4-7-99 15,4 7-127-15,-9-5-189 0,9 5 56 0,-8-3 75 16,8 3-487-16,0 0-590 0</inkml:trace>
  <inkml:trace contextRef="#ctx0" brushRef="#br0" timeOffset="167932.78">23043 10247 4855 0,'-34'-8'156'15,"-2"0"-15"-15,2-1 57 0,7 5 72 0,6-4 68 16,4 5 11-16,1 0-29 0,5-1-42 15,3-1-38-15,2 2-25 0,6 3-20 0,0 0-19 16,33-16-18-16,7 8-20 0,21-3-10 16,8 5-92-16,6 1-36 0,9 1 0 0,2 2 0 15,-5-5 0-15,-6 11-158 0,-2-2-172 16,-24-1-118-16,1 1-112 0,-10 0-106 16,-8-2-161-16,-9-5 75 0,-6 5 71 0,-3-4-601 15,-7 1-741-15</inkml:trace>
  <inkml:trace contextRef="#ctx0" brushRef="#br0" timeOffset="168199.2">23634 9915 3767 0,'0'0'-5'0,"0"0"7"16,0 0 31-16,0 0 42 0,29 21 20 15,-16-9 11-15,6 8 14 0,2 6 10 16,0 2 0-16,-2 3-4 0,-2 0 2 15,-1 2 2-15,-5-3 5 0,-6 4-6 0,-1-5 7 16,-8-3-1-16,-3 6 2 0,-6 3-10 16,-7-4-13-16,-6 7-5 0,-9-2-16 0,-2-4-6 15,-2-3-5-15,1 0-12 0,-2-5-10 16,10-7-35-16,5-1-47 0,5-6-70 0,4-3-115 16,2-1-148-16,5-6-176 0,-1-2-215 15,5-6 76-15,-2-2 71 0,6-5-440 0,2-4-512 16</inkml:trace>
  <inkml:trace contextRef="#ctx0" brushRef="#br0" timeOffset="168850.09">25797 8433 3051 0,'-18'-1'31'0,"2"1"25"0,2 0 36 15,3 0 43-15,11 0 27 0,-16 1 16 16,16-1-7-16,0 0-9 0,-13 3 17 0,13-3 8 16,0 0-2-16,0 0-12 0,20 10-15 15,-2-8-15-15,11-2-14 0,10 0-12 16,10-2-12-16,0 0-9 0,2-1-11 0,1 0-10 15,-2 1-7-15,-7-1-9 0,-9 6-7 16,-9 0-10-16,-5 1 1 0,-4 6 0 16,-5 2 0-16,-10 5 4 0,-1 2 1 15,-10 11 7-15,-3 3 6 0,-4 2-3 0,-8 6-1 16,3-3-1-16,-1 1-6 0,-1 0-6 16,8-10-3-16,0 1-3 0,5-1-10 0,-1 1-3 15,5-10-7-15,1 1-36 0,2-1-42 16,4-1-63-16,2-6-76 0,0 3-105 0,4-2-107 15,-3-4-136-15,6-3-190 0,-4-2 72 16,3-3 68-16,-8-2-418 0,0 0-491 0</inkml:trace>
  <inkml:trace contextRef="#ctx0" brushRef="#br0" timeOffset="169050.01">25944 8872 3146 0,'-8'-6'199'0,"-2"3"34"15,10 3 37-15,-5-6 25 0,5 6 4 0,-4-8-16 16,4 8-21-16,0 0-28 0,17-12-24 16,-2 6-24-16,7 3-19 0,14-5-16 0,2 2-45 15,7-2-60-15,10-1-85 0,4 1-99 16,1 0-130-16,-5-3-122 0,0-1-148 16,-6-2-174-16,-10 4 71 0,-5-3-502 0,-1-1-611 15</inkml:trace>
  <inkml:trace contextRef="#ctx0" brushRef="#br0" timeOffset="169416.4">27005 8379 2943 0,'0'0'-22'16,"-13"-3"41"-16,1 3 34 0,12 0 50 15,-30 5 53-15,7 0 31 0,0 2 24 16,-10 2 12-16,-1 4 2 0,6 3 3 0,-1 1-10 15,0 2-8-15,4 3-22 0,7 0-18 16,0 2-4-16,11-2-14 0,3-3-12 16,6 0-3-16,6 1-4 0,9 3-7 15,8 0-10-15,4 1-13 0,9-1-2 0,1 0-17 16,1-1-5-16,-10-7-10 0,1-1-6 16,-4 1-5-16,-8-2 7 0,-4-3 9 0,-5-2 19 15,-3-1 20-15,1 1 20 0,-6-2 2 16,0 2 1-16,-2-8-10 0,-10 15-9 0,3-11-13 15,-11 6-12-15,2-4-6 0,-9 1-10 16,-2-3-9-16,-9 2-13 0,-2 0-32 0,-3-3-43 16,9-2-75-16,2-2-75 0,-8-2-92 15,2-1-117-15,2-4-129 0,-3-5-143 16,10-1-183-16,6-5 71 0,6 2 83 16,6-1-598-16,3-3-738 0</inkml:trace>
  <inkml:trace contextRef="#ctx0" brushRef="#br0" timeOffset="169801.36">26277 8136 3329 0,'-62'14'-75'16,"-11"3"31"-16,-21 13 40 0,3 5 40 15,-6 7 35-15,5 7 60 0,5 6 32 16,4 3 22-16,6 5 18 0,7-1 8 0,18 4 1 15,20-14 15-15,8 7 2 0,12 0 2 16,17 4-6-16,12-2-8 0,20 13-16 16,21-5-23-16,18-5-13 0,20-6-18 0,15-2-10 15,14-8-28-15,16-5 3 0,50 1-13 16,-41-16-20-16,8-7-15 0,-2-7-7 0,-1-11-21 16,-8-6-16-16,-11-6-12 0,-9-11-16 15,-17-4-11-15,-13-5 3 0,-15-8 9 0,-12-6-4 16,-12-8 4-16,-20 0 5 0,-5-5-1 15,-13-8 0-15,-6-6 2 0,-10-7-1 16,-14-22-6-16,-15 1 2 0,-5-1-4 16,-16 4 5-16,-12 4-9 0,-6 8-2 0,-8 11-8 15,-12 11-15-15,-11 15-26 0,-15 14-26 16,1 14-36-16,-4 13-62 0,-2 14-86 0,9 8-79 16,11 14-98-16,9 1-182 0,13 9-65 15,22-1 81-15,-1 18-489 0,4 9-576 0</inkml:trace>
  <inkml:trace contextRef="#ctx0" brushRef="#br0" timeOffset="170250.02">26531 9476 3028 0,'5'-15'-22'0,"1"1"39"0,-5 5 23 0,-1-1 24 16,0 6 27-16,0 4 20 15,-5-8 28-15,5 8 29 0,-25 12 16 0,-6 9 22 16,-14 10 18-16,-7 7 8 0,-12 17 12 16,-6 7 1-16,-5 6 1 0,-5-2 3 0,4 0-29 15,0 3 12-15,7-5-8 0,4-1-8 16,9-8-19-16,17-9-12 0,-1-3-14 0,8-6-20 16,5 0-14-16,6-12-8 0,2-2-15 15,5-1-11-15,1-7-11 0,3-3-12 0,3-3-24 16,-1 3-35-16,5-4-47 0,-6-2-58 15,6 0-46-15,-1 1-69 0,0-3-93 16,4-4-143-16,-7 5-160 0,7-5-218 16,0 0 55-16,0 0 83 0,-19-14-613 0,15 7-747 15</inkml:trace>
  <inkml:trace contextRef="#ctx0" brushRef="#br0" timeOffset="170632.01">25406 10411 3618 0,'-5'2'3'16,"5"-2"3"-16,-20 2 21 0,15 0 41 15,-3 1 34-15,-2-2 21 0,3 5 15 16,-4 0 1-16,-1 3 5 0,-3 1 0 0,1 5 0 16,-1-2 9-16,-4 5-4 0,-1 6-4 15,2-3-7-15,0 0-8 0,4-5-10 0,3 1-6 16,0-4-4-16,4 0-9 0,0 0-7 15,3-1-7-15,2 0-10 0,0 2-3 16,4-1-5-16,2 3-3 0,-1-2-4 0,3 1-3 16,1 4-7-16,4-1 6 0,-6 2 8 15,4-2-1-15,1 1 17 0,-6-3 1 0,5 1 11 16,-3-4 10-16,-2 0 21 0,-2-4 2 16,-1 4 10-16,-1-3-3 0,0-3-5 15,0 1-9-15,-1 3-10 0,-5-1-12 0,0-3-10 16,1 0-11-16,-5 0-39 0,-1-2-38 15,-2 0 0-15,-1-2-8 0,3-1-108 16,-5-4-72-16,3-1-81 0,-3-2-105 0,4-6-100 16,-2 0-93-16,4-7-100 0,5-2-120 15,3 0 79-15,4-3-664 0,3-11-825 0</inkml:trace>
  <inkml:trace contextRef="#ctx0" brushRef="#br0" timeOffset="170917.33">25530 10464 3702 0,'19'-8'-28'0,"0"1"47"15,-5 2 40-15,-3 1 48 0,0 1 40 16,-3 1 17-16,1 0 6 0,-9 2 3 0,22 2 12 16,-13 3 13-16,-2 2 9 15,4 3 2-15,-6 6-2 0,-1 1 1 0,-4 3 2 16,-6 5 0-16,-4 8 8 0,-5 0 11 16,-2 0 6-16,-2 0-2 0,2-4-2 0,-2-2-18 15,5-3-11-15,1-7-13 0,3-1-18 16,5-3-48-16,1-6-123 0,4 3 0 0,4-1 0 15,1-1 0-15,13 0 0 0,5-4 0 16,4 0 0-16,14-2 0 0,6-2 0 0,1-2 0 16,15-2 0-16,0-4 0 0,4-1-253 15,-2-3-227-15,-2-2-118 0,2-7-146 16,-10-3-97-16,-8-4 79 0,-4-1-773 16,-13-2-979-16</inkml:trace>
  <inkml:trace contextRef="#ctx0" brushRef="#br0" timeOffset="171265.48">25293 10253 4019 0,'-45'28'-51'16,"-6"8"52"-16,-20 16 36 0,-4 11 48 0,3 3 53 16,-2 4 35-16,3 5 29 0,5-1 26 15,9 2 10-15,8-1 3 0,15 0-9 16,20-15-5-16,10 1-27 0,9-6-11 15,20 2-13-15,11-5-14 0,27 2-17 0,7-4-10 16,20-11-24-16,15-11 0 0,14-9-12 16,8-11-12-16,6-8-5 0,3-7-22 0,1-8-21 15,-12-8-39-15,1-2-42 0,-12-9-29 16,-8-1-40-16,-18-1-23 0,-15-6 0 0,-21 4 17 16,-10-3 11-16,-12-4 18 0,-10-5 17 15,-15-3 12-15,-14-3 4 0,-12-5 3 0,-24-19 7 16,-5 3-2-16,-13-1-8 0,-8 3-8 15,-9 0-28-15,-6 5-25 0,-2 6-28 16,-3 12-29-16,0 14-8 0,3 8 9 16,16 20-4-16,1 8-32 0,8 7-66 0,2 7-92 15,10 8-164-15,7 3-73 0,13-4 67 16,8 3-330-16,5 1-350 0</inkml:trace>
  <inkml:trace contextRef="#ctx0" brushRef="#br0" timeOffset="171648.95">26582 9461 2703 0,'-15'-14'172'15,"3"7"14"-15,2-2 23 0,7 4 10 16,-1-1 1-16,-2 2-14 0,6 4 0 0,0 0 11 16,0 0 9-16,50 27 4 0,-1-1-14 15,24 16-6-15,8 6-8 0,5 3-13 0,4 3-16 16,0 2-19-16,1-1-6 0,-1 0 13 16,-1-2 2-16,-1 3-13 0,-2-8-4 0,-5 1-16 15,-2-3-15-15,-20-13-11 0,-7-4-14 16,-9-2-7-16,-11-8-7 0,-1-3-8 15,-10-3-7-15,-4-5-4 0,-3 0-12 16,-5-2-7-16,-2 0-14 0,4-2-26 0,-8 1-36 16,-3-5-41-16,8 2-76 0,-8-2-97 15,0 0-129-15,0 0-127 0,0 0-160 0,0 0-126 16,0 0 80-16,-24-19-649 0,15 16-816 16</inkml:trace>
  <inkml:trace contextRef="#ctx0" brushRef="#br0" timeOffset="172065.83">28015 10420 3884 0,'-27'-7'48'0,"2"4"-3"15,0-1-1-15,0 4 26 0,-4 0 43 16,-1 0 33-16,-11 4 24 0,3 1 9 0,-4 3 0 15,5 2-11-15,0 3-11 0,2 0-12 16,1 1-14-16,6 5-16 0,3 1-8 16,3 3-12-16,9-5-6 0,8-1 2 0,3 1 5 15,4-3-4-15,3 6-5 0,8 3-10 16,9 2-11-16,-1-2 1 0,2 1-5 16,1-4-13-16,1 3-6 0,2 1 0 15,-2-2-7-15,1 0 0 0,-2 0-1 0,-6 0 1 16,-4-5 20-16,-5-2 26 0,-3-1 23 15,-5-3 17-15,-1 2 15 0,-1 0 15 0,-7-1 7 16,-4 4-4-16,-3-3-3 0,-8 3-11 16,-2-1-12-16,0-3-129 0,-4-2 0 0,4-5 0 15,2 0 0-15,3 0 0 0,2-6 0 16,0 0 0-16,6-3 0 0,-4-2 0 0,1-7-172 16,-1-5-223-16,11 0-108 15,-1-4-104-15,8-4-129 0,5-11-82 0,11 1 79 0,2-7-697 16,11 5-885-16</inkml:trace>
  <inkml:trace contextRef="#ctx0" brushRef="#br0" timeOffset="172298.83">28290 10377 3978 0,'11'-10'77'0,"-1"3"47"0,-5 2 24 0,1 2 18 16,-6 3 24-16,0 0 73 0,0 0 68 15,5 29 28-15,-8 3 2 0,-5 7 0 0,-4 13-9 16,1-1-3-16,-2 1-20 0,1-4-33 15,5-7-9-15,-2-2-67 0,0 1-220 16,4-5 0-16,1-6 0 0,0-6 0 16,3-5 0-16,-1-1 0 0,0-3 0 0,0-1 0 15,-2-3 0-15,4-1 0 0,-1-2 0 16,1-7 0-16,0 7 0 0,0-7-514 0,0 0-133 16,0 0-142-16,0 0-74 0,-16-17 85 15,12 7-786-15,-3-5-1008 0</inkml:trace>
  <inkml:trace contextRef="#ctx0" brushRef="#br0" timeOffset="172665.41">27603 10142 4594 0,'-54'22'41'0,"-4"9"64"15,-13 19 69-15,8 6 66 0,8 8 52 16,8 4 36-16,7 6 21 0,17-13 10 0,7 3 3 15,13 0-5-15,6 1-23 0,15-2-11 16,11-2-27-16,16 9-259 0,8-8-37 0,14-8 0 16,6-7 0-16,8-6 0 0,12-12 0 15,5-10 0-15,7-11 0 0,-16-2 0 0,22-12 0 16,-3-2 0-16,1-9 0 0,-12-8 0 16,-9-1 0-16,-6-9 0 0,-22 2 0 15,-8 1 0-15,-4-8 0 0,-8-4 0 0,-6-6 0 16,-9-6 0-16,-7-8 0 0,-11-4 0 15,-9-9 0-15,-14-16 0 0,-9-2 0 0,-12 8 0 16,-9 11 0-16,-15 13 0 0,-3 13 0 16,-9 11 0-16,4 19 0 0,-5 9 0 15,-4 9 0-15,-2 9 0 0,4 10 0 0,-14 7-162 16,12 9-381-16,17-2-136 0,-10 9-226 16,23-3 82-16,5 0 88 0,1 2-742 0,7 0-926 15</inkml:trace>
  <inkml:trace contextRef="#ctx0" brushRef="#br0" timeOffset="173599.22">25265 11340 3764 0,'5'-13'-102'0,"2"3"37"0,-3 1 15 16,-3 4 9-16,1 0 18 0,-2 5 38 15,0 0 61-15,0 0 51 0,-28 13 39 16,1 8 19-16,-9 11 16 0,-9 7 17 0,2 3 12 16,-18 11 1-16,-2 0 0 0,2 1-17 15,-2-1-10-15,2-1-19 0,13-11-16 0,5-6-16 16,0 1-15-16,7-3-15 0,2 1-23 16,11-8-4-16,1-2-27 0,1-1-56 0,8-6-66 15,-1-3-79-15,3 1-117 16,1-4-133-16,-1 0-144 0,1-1-236 0,-2-4 64 15,3-1 76-15,2-1-468 0,-3-2-559 16</inkml:trace>
  <inkml:trace contextRef="#ctx0" brushRef="#br0" timeOffset="173965.35">24280 12088 3079 0,'-4'4'202'0,"-1"-2"8"0,-9 8-16 15,-3 1 3-15,-6 7 17 0,-2 0 14 16,6 3-4-16,0-1-2 0,2 3-15 16,4-3-17-16,3-4-22 0,2-1-20 15,7 1-5-15,-1-2-15 0,2 0-14 0,2-2-8 16,-1 0-15-16,5-2-10 0,-1 0 2 16,6-5-4-16,-2 2 3 0,3-5-20 0,-1-1-8 15,2-1-6-15,1-1 1 0,-1 1-9 16,-13 0-4-16,17-4-2 0,-8 4-6 0,-9 0-8 15,14 0-6-15,-14 0 8 0,11 5 2 16,-9 2-7-16,2 3 7 0,-4 4-2 0,0 3 8 16,0 4 1-16,-2 1 7 0,2 3 4 15,0 0-5-15,-4 0 0 0,4-2-5 0,2-1 1 16,0-1-12-16,0-2-10 16,0-2 6-16,0-1-13 0,-1-1-41 0,5-3-53 15,1 0-84-15,-4-2-95 0,5-1-111 16,-1-3-131-16,3-1-149 0,-1-3-90 0,1 0 77 15,2-2-576-15,1-2-711 0</inkml:trace>
  <inkml:trace contextRef="#ctx0" brushRef="#br0" timeOffset="174349.28">24865 12285 3713 0,'5'-9'87'0,"-3"3"4"0,2 0 2 0,-4 6 8 16,0 0 40-16,0 0 44 15,0 0 24-15,0 0 4 0,0 33-4 0,-7 0 1 16,-3 3 4-16,1 2 5 0,-7 8-6 16,2 0-14-16,0-1-18 0,3-10-12 0,0 2-14 15,6-3-9-15,1-6-14 0,4-5-13 16,6 0-13-16,-3-3-10 0,8-3-7 0,-2-3-6 16,5-3-16-16,-1-3-19 0,1-7-18 15,0-1-19-15,1-1-14 0,1-1 9 0,-3-8 3 16,-3 2 0-16,-3-6 10 0,-3 0 6 15,-6-3 21-15,-7-12 14 0,-7-4 12 0,-12-5 14 16,-7 3 13-16,-4-2 15 16,-2 4 6-16,-1 4-120 0,5 2 0 0,6 8 0 15,4 2 0-15,8 4 0 0,6 2 0 16,2 4 0-16,4-1 0 0,5 0 0 0,13-5 0 16,11-8 0-16,19-1 0 0,6 1 0 15,6 5 0-15,4 0 0 0,4 5 0 0,0 1-484 16,4 5-109-16,0-1-135 0,-13 4-149 15,-4 2 85-15,1 4-812 0,-6 0-1045 0</inkml:trace>
  <inkml:trace contextRef="#ctx0" brushRef="#br0" timeOffset="174766.68">24329 12026 4632 0,'-61'21'-68'0,"-13"17"19"0,-4 10 68 16,-2 10 61-16,-2 9 46 0,-2 9 35 16,6 2 34-16,3 4 32 0,16 3 15 0,12-1 7 15,19-1-6-15,15-11-10 0,16-1-14 16,16-2-18-16,20 9-16 0,19-8-21 15,17-4-16-15,12-9-15 0,12-10-14 0,10-9-25 16,7-12-35-16,4-11-40 0,-2-8-41 16,-2-11-21-16,-6-13-26 0,-10-5-49 15,-5-7-33-15,-11-7-7 0,-8-7 4 0,-8-6 20 16,-16-9 15-16,-18 8 13 0,-3-6 11 16,-12-8 9-16,-8-6 8 0,-11-5 3 0,-11-21 4 15,-12 2-2-15,-9 0 3 0,-10 6 1 16,-8 6 6-16,-11 11 1 0,-9 13 6 0,-6 17 1 15,9 19 8-15,-5 8 3 16,-7 13-1-16,2 7-41 0,-2 7-55 0,5 5-88 16,10 4-106-16,5 6-140 0,7 0-193 15,8-1 62-15,9 0 68 0,13-6-309 0,8-7-332 16</inkml:trace>
  <inkml:trace contextRef="#ctx0" brushRef="#br0" timeOffset="175332.33">25299 11364 2344 0,'7'-17'141'0,"-6"5"31"0,1 0 5 15,-2 6-3-15,0-3-3 0,4 4-1 16,-4 5 12-16,0 0 63 0,0 0 38 16,0 0 30-16,15 20 2 0,2 4-7 15,10 10-19-15,5 7-28 0,10-2-20 0,0 2-22 16,21 8-27-16,0 4-15 0,-9-17-22 16,-4 0-42-16,-1 2-57 0,-4-4-66 0,-3-2-101 15,-6 3-108-15,-3 1-126 0,-10 0-123 16,-12 0-117-16,-6-1-152 0,-5-2 80 0,-3 8-556 15,-8 7-676-15</inkml:trace>
  <inkml:trace contextRef="#ctx0" brushRef="#br0" timeOffset="175633.14">25604 12342 3735 0,'-6'-16'168'0,"3"3"-8"16,3 1-6-16,3 2 2 0,1-2 0 15,4-1-4-15,7-1-11 0,5 5-15 0,0 1-11 16,5 2-8-16,2 2-13 0,-1 2-9 16,5 6-6-16,5 4-9 0,-6 4-3 0,1 7-7 15,-4 0-1-15,-6 4 8 0,-10-3 16 16,-4 3 15-16,-7 2 17 0,-1 1 17 0,-9 8 23 16,-1 1 15-16,-4-5 9 15,-2 2 3-15,-1-5-10 0,5-1-17 0,1-7-15 16,1-2-18-16,6-5-13 0,-2 1-9 15,4-1-32-15,-1-2-44 0,4-1-67 0,2 0-92 16,1-1-105-16,4 1-150 0,4 1-153 16,2-5-184-16,5 0-89 0,3 2 90 0,6-5-680 15,9 3-859-15</inkml:trace>
  <inkml:trace contextRef="#ctx0" brushRef="#br0" timeOffset="176065.24">26264 12518 3891 0,'-13'-8'4'0,"1"3"23"16,2 0 30-16,7 1 31 0,-1 0 30 15,4 4 11-15,-6-5-14 0,6 5-15 0,0 0-9 16,15-8-13-16,-15 8-8 0,23-3-8 16,-8 3-4-16,-1 1-6 0,-1 3-8 0,3 1-4 15,-3 1 0-15,-1 3-1 0,-5 2 8 16,0 0 17-16,-3 1 20 0,-2 3 29 0,-6-1 26 15,-1 6 29-15,-5-1 25 0,-7 4 14 16,0 2 12-16,0-3 3 0,1-3-6 0,3-4-12 16,4 0-19-16,-1-3-16 15,2 2-8-15,3-2-13 0,1 0-14 0,0 0-9 0,6 0-12 16,0 0-10-16,2-2-29 16,3 5-74-16,2-1 0 0,1 1 0 0,3-1 0 15,-1-1 0-15,3 1 0 0,-3-2 0 16,-1-1 0-16,0 2 0 0,0-1 0 0,-8 0 0 15,5-2 0-15,-7 0 0 0,-1 0 0 16,0 2 0-16,-1-1 0 0,-7-1 0 0,0 0 0 16,-1 0 0-16,-1 2 0 0,-2-5 0 15,-1 3 0-15,2-6 0 0,-1 0 0 16,1-3 0-16,-3 2 0 0,14-3 0 0,-22-10-313 16,8 2-390-16,2-7-253 0,-8-6 89 15,9 0 91-15,-5-6-780 0,5-2-1000 16</inkml:trace>
  <inkml:trace contextRef="#ctx0" brushRef="#br0" timeOffset="176447.61">25726 12187 4528 0,'-53'28'-5'0,"-13"17"41"15,2 10 50-15,6 8 50 0,4 5 35 0,10 2 26 16,10 3 34-16,17-9 19 16,9 4 7-16,8 0-12 0,12 1-5 0,16 12-12 15,18-4-11-15,13-4-14 0,17-11-22 16,9-2-15-16,10-8-17 0,7-10-11 0,4-7-17 16,9-10-10-16,-2-9-9 0,1-6-10 15,0-10-14-15,-1-8-45 0,-8-6-33 0,-12-7 0 16,-24-1 0-16,-7-6 0 0,-4-4-15 15,-8-7-2-15,-7-6 7 0,-7-4-2 0,-9-5 6 16,-10-4-5-16,-6-7-4 0,-11-2 1 16,-11-6-5-16,-12-22-1 0,-7 8-4 0,-15 0-6 15,-4 3 1-15,-8 7-10 0,-7 11-3 16,-3 12 0-16,8 25-4 0,-9 7-23 16,4 11-26-16,-5 11-51 0,5 8-71 15,3 9-77-15,5 6-98 0,8 4-123 0,9 5-187 16,10 1-77-16,10-6 78 0,9-5-622 15,8-3-780-15</inkml:trace>
  <inkml:trace contextRef="#ctx0" brushRef="#br0" timeOffset="177081.11">28006 11379 3440 0,'5'-10'0'0,"-1"5"32"0,0 1-1 16,-4 4-10-16,0 0 40 0,0 0 83 15,-2 27 53-15,-11 8 37 0,-6 14 35 0,-6 8 19 16,-9 15 36-16,3 3 3 0,-1 1 2 16,-1 2 6-16,8-14-22 0,2-1-21 0,3-1-29 15,1-2-26-15,1-4-23 0,0-1-24 16,2-1-20-16,1-4-43 0,-1-3-67 16,2-1-91-16,0-10-113 0,3 0-118 15,-5-2-145-15,-1-1-123 0,2-5-151 0,-4-5-146 16,2 0 85-16,0-5-712 0,1-5-902 15</inkml:trace>
  <inkml:trace contextRef="#ctx0" brushRef="#br0" timeOffset="177365.27">27280 12711 4327 0,'0'-7'64'0,"0"0"6"0,2-3 8 15,1 1 21-15,7-1 8 0,2-1 1 16,1 5-5-16,4-1-12 0,0 3-10 0,0 4-5 15,4 2-3-15,0 5 0 0,0 3 5 16,-4 2 12-16,2 9 17 0,-10-1 17 16,2 1 31-16,-10 1 64 0,-1-2 16 15,-1 6 14-15,-10 8 17 0,0-1 6 0,-3-2-11 16,1-2 4-16,2-8-7 0,3-2-15 16,2-5-224-16,1-3-19 0,1 0 0 0,2-1 0 15,1-1 0-15,2-1 0 0,1-1 0 16,4 1 0-16,3-2 0 0,1-3 0 0,3 0 0 15,5-3 0-15,4-4-389 0,8-7-164 16,1-4-107-16,6-1-130 0,3-6-37 0,3-2 88 16,1-2-701-16,3 1-889 0</inkml:trace>
  <inkml:trace contextRef="#ctx0" brushRef="#br0" timeOffset="177681.13">28158 12659 3730 0,'4'-5'-72'0,"-4"5"48"16,0 0 41-16,0 0 53 0,-18-5 54 0,18 5 53 15,-24 8 36-15,-5 6 25 0,-2 2 23 16,-8 8 3-16,-1 1 24 0,-1 4 15 16,3 2 1-16,8 0-9 0,-2-1-10 0,5 4-13 15,8-8-16-15,2-1-25 0,6-3-21 16,2-3-19-16,8-4-18 0,1-1-14 0,1 0-17 16,4-2-58-16,2 2-84 15,3-4 0-15,1-3 0 0,4-1 0 0,3-4 0 0,-1 0-88 16,-2-2-81-16,6-2-10 15,-6 0 0-15,0 2 14 0,-1-4 14 0,-5 0 11 16,2-1 14-16,-2-2 15 0,-6 2 13 16,1-2 13-16,-4 7 15 0,-5-12 7 0,1 6 4 15,-5-2 5-15,0 3 5 0,-4-2 4 16,1 4-15-16,3-2-41 0,-2 1-75 0,-1-1-110 16,1 0-126-16,2 2-140 0,-3-2-165 15,2-1 70-15,3 1-513 0,1 0-625 0</inkml:trace>
  <inkml:trace contextRef="#ctx0" brushRef="#br0" timeOffset="178064.05">27886 12337 3363 0,'-48'18'80'0,"-8"15"40"0,-14 15 34 0,-5 10 48 15,9 4 38-15,-1 2 30 0,12 1 20 16,4 4 29-16,21-13-11 0,6 2-17 0,11 0-18 16,7 1-16-16,13-1-25 0,15-1-16 15,4-4-23-15,10-7-17 0,11-1-19 0,17 1-18 16,-10-15-15-16,2-6-34 16,10-9-14-16,-1-3-42 0,1-7-38 0,-1-8-23 15,-1-8-17-15,1-5-16 0,-6-5-16 16,0-5-1-16,-1-1 8 0,-8-10 3 0,-3-2 11 15,-7-5 3-15,-4-5 10 0,-5-7 2 16,-8-1 2-16,-5-7 0 0,-6-1 5 0,-4-2 4 16,-3-2-1-16,-10 4 3 0,-4 8 4 15,-11 6-2-15,-1 9 2 0,-6 7-1 0,-3 16-6 16,-5 4-15-16,-4 5-33 0,-6 6-45 16,4 6-71-16,-4 2-105 0,-7 7-120 0,0 3-144 15,12-1-170-15,4 1 71 16,6-3-548-16,7-6-672 0</inkml:trace>
  <inkml:trace contextRef="#ctx0" brushRef="#br0" timeOffset="178432.79">28558 11308 3632 0,'-14'-16'73'0,"5"3"23"15,4 3 25-15,1 3 13 0,0 0 12 0,4 3 0 16,0 4 10-16,0 0 22 0,0 0 18 16,55 22 6-16,-14 8-1 0,2 7-12 0,12 19-8 15,6 2 3-15,4-1-14 0,1 4-8 16,2 0-14-16,-7-4-12 0,-3 1-17 0,-1-2-9 15,-14-12-11-15,-5 1-12 0,0-5-9 16,-4-3-4-16,-4-2-10 0,1-3-7 0,-12-8-2 16,1-2-12-16,-7-5-32 0,-4-2-62 15,-1-2-64-15,0-1-82 0,-3-2-112 16,-1 0-135-16,-2 2-149 0,-1-5-201 16,3 0 73-16,-4-2 77 0,0-5-506 0,0 10-616 15</inkml:trace>
  <inkml:trace contextRef="#ctx0" brushRef="#br0" timeOffset="178847.59">29261 12369 3497 0,'-1'-8'129'16,"-1"-2"-9"-16,2 10-7 0,7-16 16 0,0 7 12 16,6 3 6-16,-2-3-4 0,3 3-14 15,0 2-16-15,4 0-11 0,-5 3-11 16,2 2-3-16,-15-1-17 0,31 4-5 15,-20 0-6-15,2 1-5 0,-3 2-1 0,-2 1 10 16,-5 1 10-16,1 1 9 0,-4 1 6 16,-2 5 10-16,-3 5 10 0,-7-2 14 15,-5 6 7-15,-3 2 14 0,0 1 5 0,1-1-4 16,-3 0-6-16,4 0-9 0,0-2-12 16,6 0-11-16,1-5 8 0,6-1-3 0,1-5-10 15,0 3-1-15,4-4 6 0,4 1 3 16,0 1-9-16,-1 1-3 0,4-1 10 0,0 3-8 15,1-1 2-15,-1-3-18 0,2 5-84 16,-4-5 0-16,1 1 0 0,-5 2 0 16,3-3 0-16,-2 6 0 0,-2-7 0 15,-4 7 0-15,1-3 0 0,-7 0 0 0,2 0 0 16,-1-2 0-16,0-1 0 0,-4-4 0 16,4 0 0-16,0-1 0 0,-3-2 0 0,3-2 0 15,0-3 0-15,-2 0 0 0,11-2 0 16,-14-2-141-16,4-4-609 0,2-2-217 0,4-1 89 15,4-4 91-15,6-3-801 0,0-4-1028 16</inkml:trace>
  <inkml:trace contextRef="#ctx0" brushRef="#br0" timeOffset="179130.9">29755 12518 4300 0,'-11'-8'-9'0,"11"8"49"0,0 0 44 0,-6-6 32 16,6 6 24-16,0 0 8 0,0 0-5 16,13-10-10-16,-13 10-12 0,19-2-12 0,-7 2-16 15,-12 0-2-15,23 8 0 16,-10 0 18-16,-3 5 27 0,-5 1 26 0,3 4 29 0,-6 5 24 16,-1 0 12-16,-1 3 6 0,-3 12-13 15,-3-3-15-15,1 5-17 0,-6-3-21 16,4-2-17-16,0 0-16 0,1-1-21 15,-4-2-49-15,1-1-71 0,-1-2-92 16,2 2-97-16,3-7-95 0,-3-2-119 0,3-1-127 16,-3-3-149-16,2-5-143 0,2-5 85 15,-1 2-724-15,3-2-915 0</inkml:trace>
  <inkml:trace contextRef="#ctx0" brushRef="#br0" timeOffset="179313.86">29658 12966 4436 0,'-8'-5'182'15,"3"2"42"-15,5 3 74 0,0 0 71 16,-12-7 33-16,12 7 8 0,0 0-22 16,0 0-36-16,16-12-35 0,-4 5-36 15,10 0-54-15,-1-1-65 0,-1-1-75 0,11-2-87 16,-3-2-105-16,5 3-93 0,-5-2-85 16,1 0-94-16,0-3-109 0,-6-2-92 15,-3 5-158-15,-2 0-50 0,-3-1 79 0,2 1-612 16,2-7-777-16</inkml:trace>
  <inkml:trace contextRef="#ctx0" brushRef="#br0" timeOffset="179680.97">29513 12200 3902 0,'-76'14'86'0,"-26"11"55"0,3 12 64 16,4 9 49-16,8 8 38 0,9 4-9 0,12 9 6 15,17 6 7-15,13 0 1 0,19-8-3 16,8 7-3-16,12 2-23 0,16 15-24 0,9-3-24 16,15-3-22-16,6-8-19 0,8-5-17 15,6-8-15-15,6-10-18 0,1-6-115 0,-9-20-14 16,0-7 0-16,8-9 0 0,-5-7 0 16,6-10 0-16,-6-8 0 0,3-9 0 15,9-10 0-15,0-11 0 0,-4-9 0 0,-2-7 0 16,-6-6 0-16,-3-7 0 0,-7-5 0 15,-7-3 0-15,-7-5 0 0,-8-5 0 16,-7 0-46-16,-9 2-18 0,-13 22-2 0,-10 3 8 16,-11 8-1-16,-14 6 2 0,-25-1-7 15,-15 14-19-15,4 14-16 0,-34 11-43 0,16 10-67 16,-28 6-88-16,0 11-110 0,-5 7-148 16,10 6-253-16,5 4 47 0,5 7 90 15,6 8-603-15,1-2-733 0</inkml:trace>
  <inkml:trace contextRef="#ctx0" brushRef="#br0" timeOffset="180464.93">24093 12961 3392 0,'12'-12'-112'0,"-1"2"27"0,1 1 37 16,-1 2 46-16,-1 1 47 0,-5-2 29 15,3 4 16-15,-8 4 24 0,0 0 53 0,0 0 47 16,-4 27 30-16,-17 12 17 0,-10 7 20 15,-14 18 12-15,-5 5 8 0,-5 4 10 0,-4 2 3 16,-6 2-6-16,0-1-12 0,1-5-24 16,5-3-19-16,-1 0-19 0,7-10-25 0,13-9-21 15,6-5-18-15,2 1-16 0,-1-7-19 16,6-4-17-16,6-8-118 0,4-3 0 16,4-5 0-16,3-4 0 0,0-5 0 15,7-1-99-15,-5 1-122 0,6 0-79 0,-3-4-99 16,-1-1-115-16,0 0-115 0,6-4-153 15,-13 4 9-15,6-4 83 0,-4 3-597 0,11-3-746 16</inkml:trace>
  <inkml:trace contextRef="#ctx0" brushRef="#br0" timeOffset="181080.89">23030 14107 3711 0,'0'0'113'0,"-14"-2"-2"0,14 2-13 16,0 0 0-16,-15 2 7 0,15-2 20 16,0 0 7-16,-12 1 2 0,12-1-5 15,0 0-8-15,0 0-9 0,-12 1-15 0,12-1-5 16,0 0-12-16,-10 2-4 0,10-2-9 16,0 0-6-16,0 0-7 0,0 0-3 0,0 0-4 15,-10 2-4-15,10-2-4 0,0 0-1 16,0 0-4-16,0 0 2 0,0 0 3 0,0 0 11 15,0 0 7-15,0 0 10 0,0 0 11 16,0 0 6-16,0 0 6 0,0 0-2 16,0 0-5-16,0 0 13 0,0 0-6 15,-5-10 6-15,5 10-10 0,0 0-10 0,0 0 0 16,0 0-13-16,0 0-15 0,0 0 6 16,0 0 12-16,-13 24 5 0,2 5 1 0,0 5 8 15,0 2 4-15,-1 16 3 0,-1-1 26 16,-1 0 4-16,5-1-11 0,4-9-3 0,-1 0-8 15,4-6-23-15,2-4-72 0,2-8 0 16,2 0 0-16,0-4 0 0,-3-3 0 0,5-1 0 16,1-2 0-16,4-2 0 0,0-4 0 15,4-1 0-15,4-5 0 0,0-2 0 16,4-5 0-16,11-6 0 0,-5 1 0 16,0-4 0-16,-5-2 0 0,-3 0 0 0,-3 4 0 15,-7 4 0-15,-6-1 0 0,5 4 0 16,-8-2 0-16,2 5 0 0,-4 3 0 0,0 0 0 15,0 0 0-15,0 0 0 0,0 0 0 16,-21 25 0-16,13-12 0 0,-2 7 0 0,3-4 0 16,-3 5 0-16,5 0 0 0,-1-1 0 15,2 2 0-15,4-3 0 0,-2 0 0 16,2-2-103-16,-2 1-77 0,0-4-56 0,4 0-68 16,-2-3-80-16,2-1-63 0,2 1-57 15,-2-3-64-15,4-4-92 0,1-4-73 0,-7 0 73 16,27-7-501-16,0-9-626 15</inkml:trace>
  <inkml:trace contextRef="#ctx0" brushRef="#br0" timeOffset="181397.39">23672 14403 3460 0,'6'-7'86'16,"-4"0"27"-16,-2 7 17 0,1-7 30 0,-1 7 28 16,0 0 17-16,0 0 16 0,-39 35 11 15,16-8 17-15,-10 8 20 0,3 3 16 0,-3 3 11 16,-1 6-4-16,4-2-5 0,-3-1-13 15,5 4-9-15,1-2-1 0,6-1-8 16,6-10-25-16,5-3-21 0,1-2-21 0,5-5-160 16,6-4-29-16,1-4 0 0,3-3 0 15,2-2 0-15,5-4 0 0,5-1 0 16,-2-4 0-16,6-3 0 0,1 0 0 16,1-5 0-16,1 0 0 0,-4-3 0 0,9-4 0 15,-13 3 0-15,-1-1 0 0,-7 1 0 16,-4 1 0-16,-5-4 0 0,0 3 0 0,-1-1 0 15,-7-4 0-15,1 1 0 0,-4-1-97 16,-3-1-29-16,-1 3-33 0,1 2-44 0,0-1-44 16,-2 3-68-16,-3 0-71 0,4 2-86 15,-3 2-105-15,1 2-167 0,-4-1 7 0,5 1 84 16,0 0-529-16,-1 2-647 16</inkml:trace>
  <inkml:trace contextRef="#ctx0" brushRef="#br0" timeOffset="181797.38">23256 13868 3396 0,'-47'3'47'16,"-14"4"2"-16,-4 12 9 0,-18 21 51 15,0 14 62-15,1 14 51 0,1 19 30 0,2 12 16 16,9 3 10-16,7 8 22 15,13-3-1-15,16 8-15 0,15-7-16 0,13 0-23 16,24-5-28-16,12-6-18 0,17-4-19 16,14-7-15-16,14-10-15 0,12-11-15 0,13-10-9 15,4-12-18-15,9-11-14 0,0-10-25 16,-2-13-23-16,-23-11-28 0,25-10-26 0,-14-7-13 16,-10-12-15-16,-5-5-19 0,-6-8-5 15,-9-11 0-15,-9-5 5 0,-12-12 10 16,-7-7 11-16,-12-7 3 0,-7-6 4 0,-17-9-8 15,-5-3 1-15,-12-5-4 0,-13 5 9 16,-17 0-3-16,-13 10-3 0,-16 11-1 16,-18 17 2-16,-10 18-20 0,-8 19-38 0,-12 20-49 15,-2 18-50-15,-3 13-89 0,4 14-121 16,0 14-160-16,1 7-203 0,11 6 53 0,10 4 80 16,11 0-465-16,11-3-566 0</inkml:trace>
  <inkml:trace contextRef="#ctx0" brushRef="#br0" timeOffset="186280.09">5775 12850 3555 0,'-16'14'304'16,"4"-6"-101"-16,3-1 5 0,1-4 31 0,1 1-9 0,7-4-35 15,0 0-41-15,0 0-27 16,-25-10-14-16,21-2-14 0,4 3-4 0,2-7-17 15,3-7-5-15,3-12-10 0,9-10 0 16,2-3-17-16,2-6-13 0,0-4-11 0,3-4-27 16,3-16-23-16,2-3-20 0,-4-1-16 15,-8 15-6-15,2 4-2 0,-2 0 5 16,-2 8 7-16,-3 6 4 0,-3 12 7 0,-5 11 7 16,2 6 0-16,-5 4-1 15,1 6 4-15,-2 5 5 0,0 5-1 0,0 0 4 0,0 0 8 16,0 0 0-16,0 0 1 15,-5 27 3-15,8-10 2 0,2 4 1 0,3 2 4 16,4 3-6-16,4 3 9 0,4-4-1 16,2 2 0-16,-1-1 5 0,8 8-1 0,-6-5 22 15,-3 0 18-15,-1 0 9 0,0 2 13 16,-3-2 15-16,-3 3 8 0,-5 0 17 16,-1 1-1-16,-5-6 20 0,-2-3 4 0,0-3 7 15,-2-3 9-15,0 0-8 0,-1-1 1 16,-3-2 0-16,0 2-14 0,-4-6-10 0,1 1-12 15,-1 0-9-15,-3-1-8 0,0-3-19 16,-4 0-25-16,-3 1-50 0,0-2-56 16,2-4-72-16,-1 1-76 0,4-2-110 15,-1-4-134-15,0-2-149 0,2-2-128 0,3-3 69 16,5-1-532-16,3-2-671 0</inkml:trace>
  <inkml:trace contextRef="#ctx0" brushRef="#br0" timeOffset="187278.83">6320 12347 3073 0,'6'4'-74'0,"2"0"38"16,-4-2 41-16,-4-2 56 0,0 0 62 0,0 0 30 16,18 0 12-16,-18 0 4 0,14-10-4 15,-6 3-4-15,1-3-9 0,1 0-9 0,1-5-19 16,-2-3-4-16,3 1-16 0,-2-2-5 15,4-7-8-15,-7 5-12 0,0-2-7 16,-1 0-6-16,-1 3-4 0,-3-3-3 0,1 5-1 16,-1-1-3-16,-4 5 8 0,2 1 1 15,-3-1 2-15,1 3 0 0,-1 1-10 0,1 5-7 16,2 5-6-16,0 0-3 0,0 0-4 16,0 0 1-16,-20 19-2 0,13-5-6 0,3 3-3 15,4 0-1-15,0 2-3 0,0-1 0 16,4 5-5-16,0-3 0 0,2-1-3 15,0 0 0-15,3-3 0 0,0-5-5 16,3-1 7-16,-1-2-3 0,3-4 5 0,-1-2-8 16,1-4 3-16,3-2-1 0,0-4-3 15,0-4-1-15,-3-3-3 0,8-7 0 16,-5-4-5-16,3-1 1 0,-5 1 4 0,-2-3-2 16,0 0-2-16,-7 4 2 0,-1 4 7 15,0 5 0-15,-3-1 14 0,0 1 4 0,2 5 7 16,-3 0-10-16,1 4-1 0,-2 7-3 15,0-8 10-15,0 8-9 0,0 0-5 16,0 0 1-16,0 0-3 0,2 28 2 16,2-20-4-16,-1 5 1 0,1-4 0 0,0 1-2 15,2 0 3-15,0 2-3 0,-1-5 0 16,1 0 2-16,1 0 6 0,0-1-4 0,-7-6 4 16,11 7 3-16,-4-7 3 0,-7 0 2 15,12 1-5-15,-12-1 4 0,0 0-6 16,22-3 2-16,-22 3-9 0,11-3 2 0,-11 3-5 15,0 0 2-15,14-2-4 0,-14 2 4 16,0 0-7-16,0 0-5 0,12-4 3 0,-12 4 3 16,0 0-1-16,0 0-6 0,13 0 11 15,-13 0-4-15,0 0 5 0,11-6-3 0,-11 6-5 16,5-6 4-16,-5 6-3 16,7-6 5-16,-7 6-9 0,4-9 11 0,-4 9-4 15,6-8-2-15,-6 8 28 0,1-8-25 16,-1 8 4-16,4-9-6 0,-4 9 3 0,2-8 12 15,-2 8 5-15,2-8-2 0,-2 8 10 16,0-13-3-16,0 13-2 0,-2-12 4 0,2 12 0 16,0-8 0-16,0 8 1 0,-2-9-6 15,2 9-9-15,-2-7-5 0,2 7 1 16,0 0-11-16,0 0 2 0,0 0-4 0,0 0-3 16,0 0 5-16,0 0-6 0,0 0 16 15,0 0 7-15,2 24-4 0,-2-24-6 16,4 17 6-16,2-5-2 0,-4-4 1 15,0 0-5-15,2 1-5 0,-1-1 2 0,1 0-3 16,0-2 9-16,1-1 6 0,-5-5 12 16,11 9 4-16,-11-9 1 0,9 1-1 0,-9-1-4 15,0 0 1-15,19-8 1 0,-11 2-6 16,-3-1 2-16,2-1-8 0,0-2 2 0,-3-1-2 16,-1-1-4-16,1-5 3 0,0 3-3 15,-4-1-4-15,2-2-2 0,-2-2-6 0,0 2 3 16,0 0-2-16,0 2-4 0,0-1-7 15,0 3-14-15,-2 1-12 0,2 3-32 0,-2-1-33 16,2 1-49-16,0 2-49 16,0 7-45-16,4-9-56 0,-4 9-70 0,0 0-87 15,0-5-109-15,0 5-154 0,0 0-19 16,0 0 60-16,0 0-540 0,13-1-675 16</inkml:trace>
  <inkml:trace contextRef="#ctx0" brushRef="#br0" timeOffset="187695.6">7304 11742 3086 0,'0'0'-57'15,"0"0"57"-15,0 0 36 0,-19-12 29 16,19 12 36-16,0 0 17 0,0-14-1 0,0 14 1 16,4-6-1-16,-4 6 0 15,7-2 8-15,-7 2 1 0,0 0 7 0,19 11 5 16,-11-4-3-16,-3 2 4 0,4 3 8 15,-4 2-1-15,-1 0 2 0,-2-1 3 0,-2 4-7 16,-2 0-10-16,0 1-15 0,-3 4-10 16,-6-5-6-16,4 2-7 0,-2-4-11 0,0-3 2 15,-2-2 9-15,2-1 5 0,0-6-9 16,-1 0-9-16,10-3-13 0,-15-11-7 0,8 1-8 16,-2-9-8-16,6-2-3 0,3-6 0 15,0-7-9-15,3-1-5 0,1 7-5 16,2 6-3-16,0 1-2 0,1 9-4 15,3-1-2-15,0 3-1 0,1 3 1 0,0 3 2 16,3 4-1-16,-14 0-1 0,28 5-2 16,-13 1 2-16,3 0-5 0,0 2-3 15,3 1-6-15,-1-1-19 0,-2 0-38 0,2 1-32 16,-5-4-42-16,2 2-49 0,-3-3-44 16,-1-1-53-16,0-2-59 0,-1-2-49 0,-3-2-58 15,0-3-61-15,0-2-82 0,0-3-34 16,-4-5-469-16,1-1-560 0</inkml:trace>
  <inkml:trace contextRef="#ctx0" brushRef="#br0" timeOffset="188163.06">7428 10621 2999 0,'-16'-18'-2'0,"0"5"54"16,2 1 49-16,3 2 33 0,4 4 6 15,-6 2-9-15,6 4 11 0,7 0 18 0,-16 22 9 16,9 8 17-16,5 10 11 0,6 14 12 15,3 13 4-15,5 4 46 0,10 25-3 0,0 3 2 16,4 9 5-16,3 0-10 0,0-3-18 16,-1-2-21-16,-1-2-19 0,0-9-24 0,-2-3-29 15,-7-20-22-15,0-4-30 0,-3-5-44 16,-1-6-32-16,-9-13-33 0,1-5-34 16,-3-11-29-16,-1-3-17 0,0-6-33 15,-2-6-31-15,-2-3-29 0,-2-4-5 0,4-3-7 16,0 0 0-16,-18-17-18 0,10-2-9 15,-2-16 1-15,-2-11 11 0,-4-9 11 0,7-9 19 16,0-3 11-16,7 2 19 0,2 4 33 16,2 18 42-16,3 1 48 0,-1 6 33 15,-1 10 24-15,3 6 7 0,-1 4 13 0,-1 3 19 16,6 2 22-16,1 3 8 0,0 5 13 16,1-1 10-16,-1 4 9 0,3 2 4 0,-3 3 10 15,0 2 12-15,0 1 5 16,-2 3-3-16,-2 0-8 0,-1 2-5 0,-1-1-4 15,-4-1-15-15,-1 2-9 0,0-1-11 16,-6 0-10-16,4 1-7 0,-4-3-21 0,1 1-21 16,-1 0-42-16,-1-5-44 0,-1 2-58 15,-2-4-72-15,1-1-94 0,9-3-100 0,-21-3-121 16,10-5-138-16,-3-8-44 0,1-17 60 16,1-15-444-16,7-8-531 0</inkml:trace>
  <inkml:trace contextRef="#ctx0" brushRef="#br0" timeOffset="188765.23">7773 10512 2877 0,'-9'-15'1'0,"-4"-1"56"0,4 4 76 15,2 0 53-15,0 2 43 0,-2 2 31 16,2 1-2-16,1 0-24 0,6 7-31 0,0 0-13 16,0 0 10-16,-16 27 8 0,18 11 6 15,-2 8 7-15,2 19 13 0,3 15 8 0,0 22 2 16,1 9-10-16,1 10-14 0,-1 3-17 15,4 2-21-15,-3-4-18 0,1-2-15 0,-1-2-18 16,3-8-12-16,-2-11-24 0,-1-25-24 16,-3-6-22-16,2-7-22 0,0-8-20 0,-1-17-27 15,-3-9-19-15,0-5-16 0,0-11-29 16,2-5-57-16,-3-2-32 0,-1-4-25 16,0 0-19-16,9-25-26 0,-4-10-18 15,1-8-9-15,1-15 0 0,-1-7 12 0,2-7 28 16,-2-3 22-16,-1 3 34 0,3 8 46 15,-5 7 68-15,0 19 63 0,-1 8 58 16,0 7 30-16,-2 6 14 0,0 4-4 0,2 4-2 16,-2 3 22-16,0 6 9 0,0 0-2 15,0 0-8-15,0 0-11 0,0 0-10 0,7 27-4 16,-3-15-14-16,-1-1-4 0,3 2-9 16,0-1-11-16,-2-2-5 0,2-2-6 0,-3 1-6 15,3-4-7-15,-2 0-1 0,-4-5-6 16,12 0-11-16,-12 0-10 0,13-12-5 15,-4 0-12-15,1-5 4 0,3-9-2 16,1-2 5-16,-5 7-1 0,0 3 8 0,-3 3 9 16,-2 3 10-16,0 2 4 0,2 0 0 15,-5 3 7-15,1-1-10 0,0 5 5 0,-2 3 14 16,7-4 16-16,-7 4-9 0,0 0 1 16,0 0-8-16,0 0-5 0,25 9-2 0,-21-3-7 15,6-2 0-15,-2 0-5 16,-1 2-30-16,4-3-27 0,-1 1-22 0,1-4-40 0,1 0-39 15,1 0-46-15,0 0-51 16,-1-4-50-16,-1-1-43 0,1 1-33 0,-2 0-29 16,-3-2-21-16,2 0 3 0,-2-1 9 15,0 0 21-15,1-4 25 0,-1-1 43 16</inkml:trace>
  <inkml:trace contextRef="#ctx0" brushRef="#br0" timeOffset="188996.88">8298 11321 2282 0,'12'-20'-167'0,"1"1"61"16,-1 4 60-16,-2-1 65 0,-1 5 53 15,-2 0 45-15,0 4 43 0,-4 0 54 0,-3 7 67 16,6-4 55-16,-6 4 29 0,0 0 3 15,0 0 16-15,-16 37 5 0,-4-8 2 0,-11 12 7 16,-6 5-3-16,-19 12-16 0,-5 6-23 16,-12 1-28-16,-10 5-30 0,-19 2-40 0,-36 25-31 15,-13-1-20-15,-11-2-26 16,-2-5-76-16,6 0-105 0,4-2 0 0,37-22 0 16,5-4 0-16,9-4 0 0,15-8 0 15,17-8 0-15,22-12 0 0,11-2 0 0,12-8 0 16,4 1 0-16,10-5 0 0,-1-3 0 15,6-3-214-15,5-1-99 0,2-1-85 0,0-7-89 16,6 7-100-16,-6-7-143 0,17 2-65 16,-17-2 80-16,29-9-629 0,-12 4-800 15</inkml:trace>
  <inkml:trace contextRef="#ctx0" brushRef="#br0" timeOffset="190128.91">10145 15041 3912 0,'-4'-14'194'0,"3"2"-8"15,-5 5-40-15,4 0-14 0,0 4-2 16,2 3 19-16,0 0 15 0,0 0 1 16,-25 27-10-16,16 5-9 0,-3 0-5 15,3 5 3-15,0 13-3 0,0 2-22 16,4 3-8-16,1 2-8 0,0 1-13 0,4-12-14 16,2 0-1-16,0 0-28 0,2-5-31 15,1-1-26-15,2-5-26 0,-2-8-28 0,-1-8-12 16,2-5 8-16,-4-2 6 0,1-6 5 15,1-4 5-15,-4-2 8 0,0 0 4 0,12-14 5 16,-7 2 3-16,-1-7 4 0,2-2 4 16,1-13 6-16,1 3 10 0,0 0 6 0,-3 6 8 15,5 3 1-15,-4 3 2 16,1 2 1-16,-1 0-3 0,1 5-2 0,5-2 0 16,1-1 2-16,1 4-2 0,1-1 2 15,3 1-5-15,5-4 2 0,1 4-1 16,-7 2 2-16,3-1 0 0,-2-3 0 0,1 3 0 15,-4-4 0-15,1 1 2 0,-3 1 0 16,-1 0 3-16,-3 1 17 0,0 5 22 0,-3-3 7 16,-1 2 3-16,2 2 0 0,-2 0-8 15,-3 0-7-15,-2 5 0 0,0 0 17 0,0 0 12 16,0 0 7-16,20 15-10 0,-17-3-6 16,1 0 8-16,0 3-19 0,-1 1-4 15,1 1 1-15,0 0-8 0,2 2-7 0,0-1-34 16,-1-1-28-16,1-3-34 0,-1 1-53 15,1-1-69-15,1-5-62 0,-4 2-68 16,1-2-72-16,1-4-87 0,-1 0-105 16,2 0-136-16,-6-5 52 0,14 2-461 0,-14-2-592 15</inkml:trace>
  <inkml:trace contextRef="#ctx0" brushRef="#br0" timeOffset="190462.02">10846 15236 3006 0,'2'-8'73'16,"0"3"44"-16,-2 5 53 0,0 0 38 0,3-7 26 15,-3 7 4-15,0 0-15 0,0 0-19 16,0 0-18-16,0 0-18 0,0 0-14 16,0 0-18-16,0 0-9 0,20 13-15 15,-20-13-10-15,16 1-8 0,-16-1-8 0,16-2-6 16,-3-1-13-16,-6-1-3 0,-7 4-9 16,15-9-6-16,-9 4-4 0,-2-1-8 15,-4 6 0-15,5-9-6 0,-5 9-6 0,-3-10 2 16,3 10-6-16,-12-10-6 0,2 8-1 15,10 2 1-15,-26 6-6 0,9 1-2 0,-1 3 2 16,-5 8 1-16,3 1 9 16,4 6 5-16,3 2 0 0,1-4-1 0,5 6 15 0,3-1 4 15,2-3-2-15,2 0-6 0,4-2-5 16,5 8-1-16,5-2-4 0,8-6 2 0,5-3-8 16,6-4-30-16,5-8-40 15,2-5-40-15,6-3-77 0,7-11-105 0,4-5-113 16,-1-10-109-16,1 1-110 0,-3-3-65 15,-7-2 19-15,-7 1-441 0,-4 2-563 16</inkml:trace>
  <inkml:trace contextRef="#ctx0" brushRef="#br0" timeOffset="190811.81">11544 15155 2920 0,'-2'-6'49'0,"2"6"48"16,-4-11 35-16,4 11 38 0,-5-6 32 16,5 6 19-16,0 0 14 0,0 0-3 15,-20 19-10-15,15-8-6 0,-1 5-11 0,-1 5-21 16,0-1-18-16,2 4-17 15,-2 5-11-15,1-1-14 0,0-5-14 0,5-2-10 16,-8-2-11-16,7-2-5 0,-1 1-17 16,1-7 1-16,-2 2-8 0,2-6-18 0,-1-1-29 15,3-6-22-15,-11 6-24 0,11-6-29 16,0 0-29-16,-22-9-21 0,12-1-14 16,1-4-7-16,2-3-4 0,-1-4 12 0,2 2 8 15,2 2 16-15,2 0-9 0,2 3 30 16,0 1 2-16,0 5 13 0,0-2 19 0,0 10 22 15,6-9 27-15,-6 9 10 0,0 0 14 16,0 0 4-16,0 0 3 0,30 20 1 16,-18-9-8-16,1 0 0 0,7 3-3 15,-4-4-8-15,11 3-6 0,-4-1-24 0,-2-3-34 16,1-3-26-16,2-6-41 0,-1 0-83 16,3-4-83-16,7-7-94 0,-1-2-99 15,-1-3-120-15,-8-2 40 0,-3-1-251 0,1-4-292 16</inkml:trace>
  <inkml:trace contextRef="#ctx0" brushRef="#br0" timeOffset="191277.61">11822 14636 2237 0,'-7'-36'91'15,"-3"2"63"-15,1 5 73 0,1 8 56 0,2 5 17 16,1 3-10-16,1 8-1 16,4 5 33-16,0 0 26 0,-14 30-1 0,10 8-2 15,1 17-5-15,-1 9-17 0,4 11-29 16,2 6-19-16,3 27-22 0,-1 1-24 0,4 7-22 0,0-2-23 15,3-6-18-15,1-5-12 16,5-7-25-16,-2-6-13 0,-2-25-23 0,-1-7-34 16,-1-9-45-16,-1-14-40 0,-7-9-34 15,4-9-25-15,-4-7-62 0,-1-6-48 16,-2-4-32-16,0 0-6 0,0 0-16 0,2-37-12 16,-6 2-20-16,-2-5-3 0,-5-15 11 15,2-9 25-15,-3-2 29 0,-1-5 21 16,2 0 20-16,0 6 34 0,4 2 51 15,2 10 49-15,-1 16 50 0,4 2 23 0,-3 7 17 16,5 10 9-16,3 1 7 0,-1 5 9 16,6 0 0-16,-1 3 3 0,2 2 3 0,5 6 17 15,-1 1 5-15,4 4 5 0,2 2 2 16,0 5 11-16,8 1-14 0,-4 6 6 0,-2 3 12 16,-6-4 13-16,-2 0 14 0,-3-1 10 15,-4 4-1-15,-1-3-4 0,-5 0-11 16,0 2-10-16,-1-3-18 0,-3-1-8 0,0 1-10 15,-1-2-24-15,-6-3-45 0,4-3-50 16,2-2-57-16,-6 0-72 0,2-5-98 16,9-1-110-16,-18-10-114 0,8-1-129 15,0-6-199-15,7-4 71 0,-3 1 82 0,6 3-468 16,0 3-585-16</inkml:trace>
  <inkml:trace contextRef="#ctx0" brushRef="#br0" timeOffset="191495.39">12096 15023 3462 0,'-2'-10'211'0,"1"0"38"15,1 5 37-15,0 5-19 0,-4-10-23 16,4 10-7-16,0 0 7 0,0 0-11 16,19 32-21-16,-9-2-24 0,-3 3-20 15,1 9-19-15,2 9-45 0,-5 1-60 0,-3-8-38 16,3 3-53-16,-5-6-64 0,0-1-79 15,2-3-88-15,-2-10-92 0,-2-7-108 0,1-4-148 16,-3-4-56-16,2-6 68 0,0-3-375 16,2-3-466-16</inkml:trace>
  <inkml:trace contextRef="#ctx0" brushRef="#br0" timeOffset="191661.93">12169 14750 2901 0,'-7'-13'135'15,"2"5"29"-15,0 1 5 0,-1 2-12 16,3 0-18-16,3 5-15 0,0 0-26 16,-8-5-43-16,8 5-51 0,0 0-57 0,0 0-56 15,0 0-66-15,2 22-85 0,2-12-90 16,-1 3-148-16,1 3-15 0,2 2-163 0,-3 4-172 16</inkml:trace>
  <inkml:trace contextRef="#ctx0" brushRef="#br0" timeOffset="192095.17">12252 14957 2008 0,'1'8'101'0,"-1"3"33"0,0 1 55 0,0 0 36 16,-1 3 23-16,1-1 10 0,0 7 6 16,0 2-10-16,0 4-10 0,1 6-15 15,1 4-9-15,2-6-13 0,0-2-9 0,-1-4-13 16,-1-1-12-16,2-2-7 0,-2-4 11 16,0-3-7-16,-2-1 23 0,0-2 17 0,1-2 12 15,-1-3 11-15,0-7-20 0,0 9-19 16,0-9-17-16,0 0-17 0,0 0-15 0,0 0-17 15,-11-29-10-15,11 9-15 0,-2-6-10 16,6-22-24-16,2-11-7 0,2-8-12 16,5-5-21-16,6-21-19 0,2-1-17 0,4 2-10 15,1 7-27-15,-1 24-22 0,-3 4-17 16,-2 9-5-16,-4 13-14 0,-5 8-19 16,1 8-22-16,-5 11-5 0,1 4-18 15,-8 4-17-15,0 0-25 0,7 33-22 0,-11-11-20 16,2 13-24-16,-3 3-30 0,-1 3-27 15,-4 10-15-15,-1 0 8 0,2-12 23 0,-3-1 51 16,3 1 69-16,-2-10 75 0,-2 0 75 16,6-9 72-16,2-5 62 0,-3-3 54 0,3-1 44 15,2-2 40-15,-3 0 17 0,4 0 20 16,-1-4-9-16,3-5-12 0,-6 11-11 16,6-11-35-16,-2 6-29 0,2-6-23 0,0 0-50 15,0 7-65-15,0-7-68 0,11 0-104 16,-11 0-138-16,29-8-145 0,-8 1-151 15,12-3-158-15,5-3 81 0,1 4-493 16,15-5-613-16</inkml:trace>
  <inkml:trace contextRef="#ctx0" brushRef="#br0" timeOffset="192312.94">13078 14744 3305 0,'0'0'78'0,"0"0"30"16,-37 19 47-16,15 6 32 0,-5 13 23 15,1 11 10-15,1 6 2 0,-8 26-8 0,5 8-10 16,-1 6-20-16,0 4-13 16,6 5-18-16,-1-2-20 0,-1-1-9 0,6 2-13 15,2-3-22-15,2-8-19 0,4-19-28 16,1-6-40-16,2-6-37 0,1-5-44 0,3-14-55 16,2-6-78-16,-2-11-82 0,4-7-78 15,-3-9-122-15,1-5-175 0,2-4 45 0,0 0-420 16,0 0-517-16</inkml:trace>
  <inkml:trace contextRef="#ctx0" brushRef="#br0" timeOffset="192495.05">12607 15199 3232 0,'-2'-15'175'16,"1"7"-8"-16,1 4 14 0,0 4 7 0,0 0-10 15,0 0-16-15,0 0-19 0,0 0-17 16,0 0-11-16,7 25-28 0,1-13-39 15,1 5-53-15,3 2-60 0,0 6-73 0,-1 5-78 16,-4-1-101-16,1-1-119 0,-4-5-167 16,-2 3 47-16,2 0-283 0,-4 1-324 0</inkml:trace>
  <inkml:trace contextRef="#ctx0" brushRef="#br0" timeOffset="192897.6">10904 15987 2684 0,'-58'19'134'15,"11"-3"-11"-15,-6 3-10 0,-5 5 8 0,1 1 28 16,-2 1 32-16,12-4 10 0,15-8-2 15,1 0-12-15,14-4-13 0,7-2-7 16,12-1-10-16,13-2-14 0,27-5-15 16,34-6-9-16,46-13-10 0,32-11-7 0,63-16-21 15,16-5-28-15,9-4-24 0,2 3-31 16,2-2-40-16,-6 7-31 0,-11 3-24 0,-12 5-8 16,-17 2 10-16,-49 16 10 0,-10-3 27 15,-14 5 15-15,-16 1 4 0,-39 7 10 16,-13 0 25-16,-16 6 33 0,-13-1 11 0,-9 3 8 15,-6 3-4-15,-7-2-1 0,-8 2-9 16,0 0-19-16,0 0-34 0,0 0-64 0,0 0-84 16,0 0-108-16,0 0-134 15,-48 2-179-15,33-2 41 0,-3 1-275 0,0 1-319 0</inkml:trace>
  <inkml:trace contextRef="#ctx0" brushRef="#br0" timeOffset="193278.87">10372 16092 2562 0,'-24'3'115'0,"6"-3"-8"16,5 2-24-16,6 0-2 0,7-2-5 0,0 0 1 15,0 0 22-15,43 3 4 0,25-10 3 16,41-6 2-16,23-10 5 0,22-6-2 16,77-15-22-16,5-1-4 0,6-6-17 0,8-3-12 15,-3-4-9-15,-6-4-3 0,-12 2-8 16,-14 0-10-16,-15 9-21 0,-61 15-17 0,-10 2-23 15,-20 4-19-15,-37 14-25 16,-9-1-7-16,-23 5-6 0,-5 5-9 0,-16 3-26 16,-7 1-53-16,-11 3-78 0,-1 0-111 15,0 0-146-15,0 0 26 0,-42 9-123 0,22-4-112 16</inkml:trace>
  <inkml:trace contextRef="#ctx0" brushRef="#br0" timeOffset="195394.12">13150 14952 1789 0,'-1'-9'772'0,"-3"0"-202"0,4 9-130 15,-4-12-67-15,2 8-54 0,2 4-61 0,0 0-43 16,-3-9-41-16,3 9-9 0,0 0-15 16,0 0-7-16,0 0-20 0,11 36-3 0,-6-19-9 15,6 3-10-15,0 6-18 0,0 3-6 16,3-1-6-16,-5 1-8 0,-2-7-5 0,-3-3-12 15,0-1-38-15,-2-1-41 0,2-3-57 16,-2 1-77-16,-4-3-87 0,2-4-107 0,-4-1-112 16,2-3-158-16,2-4-39 0,-12 0 48 15,12 0-374-15,-11-7-472 0</inkml:trace>
  <inkml:trace contextRef="#ctx0" brushRef="#br0" timeOffset="195529.29">13032 14593 2723 0,'-4'-10'-29'0,"1"2"7"0,1 3 1 16,0-1-6-16,2 6-17 0,0 0-25 15,0 0-45-15,0 0-45 0,0 0-64 0,27 11-116 16,-18-2-231-16,9 4-72 0</inkml:trace>
  <inkml:trace contextRef="#ctx0" brushRef="#br0" timeOffset="195944.59">13265 15027 1885 0,'0'0'214'16,"-4"7"8"-16,4-7 22 0,0 0 23 15,-3 6 13-15,3-6 4 0,0 0-17 16,0 0-22-16,0 0-20 0,0 0-24 0,0 0-21 16,0 0-17-16,30-6-15 0,-30 6-17 15,20-11-15-15,-9 7-10 0,-4-3-7 0,4-2-14 16,-1 2-4-16,-1-1-12 0,-3 2-5 15,1 0-6-15,-2 1-3 0,2-1-7 0,-7 6-2 16,8-7-5-16,-8 7-3 16,5-4-4-16,-5 4-3 0,0 0 0 0,0 0-10 15,0 0 5-15,0 0-3 0,0 0-3 16,14 15-2-16,-14-15 0 0,4 7 2 0,-4-7-1 16,7 7 4-16,-7-7-2 0,14 3-1 15,-14-3-2-15,20-4 0 0,-4-4 0 16,3-3-6-16,4-4-5 0,2-4 6 0,-4 1-6 15,-1-2 3-15,-4 4-1 0,-1 2 1 16,-3-2 1-16,-5 6 0 0,1 0 7 0,-3 1 3 16,2 2 4-16,-4 2-4 0,-3 5-5 15,6-7 0-15,-6 7-1 0,0 0 2 16,0 0-5-16,0 0 3 0,7 19-3 16,-1-3 12-16,-3 1 9 0,6 4 13 0,0 10-16 15,0 6 20-15,3-1 18 0,1 1 26 16,8 6 39-16,1-2 7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26T03:06:51.44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3046 2201 1553 0,'0'0'258'16,"-2"-6"-40"-16,2 6-12 0,-3-7-16 15,3 7-5-15,0 0-4 0,-4-11 8 0,4 11-2 16,-4-7 1-16,4 7 5 0,0 0-4 16,-1-6 0-16,1 6-15 0,0 0-3 15,0 0-10-15,-4-9-11 0,4 9-13 0,0 0-15 16,0 0-15-16,0 0-12 0,0 0 22 16,0 0 8-16,0 0 2 0,-6 33 7 15,5-16 12-15,-4 5 0 0,3 2-2 16,-2 1 15-16,2 0-7 0,-1 8 0 15,-1-7-11-15,0-3-7 0,1 0-12 0,1-5-1 16,-3-1-14-16,3-1-6 0,1-3-8 16,-1-1-6-16,0 1-12 0,0-3-7 0,0-2-7 15,0-1-15-15,0 0-42 0,2-7-65 16,-3 11-83-16,-1-5-81 0,2-3-91 16,2-3-86-16,0 0-89 0,0 0-96 0,0 0-141 15,0 0-24-15,0 0 91 0,-6-20-440 16,10 11-572-16</inkml:trace>
  <inkml:trace contextRef="#ctx0" brushRef="#br0" timeOffset="365.92">3003 2376 2945 0,'0'0'-48'0,"0"0"32"0,0 0 21 16,0 0 14-16,0 0 21 0,2-7 25 0,-2 7 12 16,0 0 5-16,0 0-26 0,23 0-4 15,-12 0 1-15,3-1-4 0,2-1-11 16,9-4-5-16,-7 4-4 0,2-4 7 15,2-2-6-15,-3-2-6 0,1 3 1 0,0-3-1 16,-4-2-4-16,4-8 19 0,-5 5 19 16,-2 1 11-16,-5 0 23 0,2-1 29 15,-1 3 18-15,-2 0 19 0,-1 2 10 16,0-1-2-16,-2 5-15 0,0-1-18 0,-4 7-18 16,5-9-18-16,-5 9-8 0,0 0-10 15,0 0 2-15,0 0 9 0,2 22 1 16,-4-5 1-16,2 2 0 0,0 4-4 0,0 1-2 15,0 1 2-15,0 2-2 0,2-2-15 16,0 1-2-16,2-5-1 0,-1 0-17 0,-1 0-3 16,0-2 0-16,3-2-5 0,-5-5-8 15,2 2 2-15,1-4-11 0,-3-1-36 16,2-3-47-16,0 2-59 0,-2-8-76 16,0 6-125-16,0-6-132 0,0 0-170 15,0 0-142-15,0 0 72 0,0 0-465 0,0 0-620 16</inkml:trace>
  <inkml:trace contextRef="#ctx0" brushRef="#br0" timeOffset="799.29">3066 1976 3146 0,'-29'0'-54'0,"-3"2"30"0,-6 4 32 0,-3 6 43 16,-8 5 54-16,-1 1 37 0,0 11 35 16,0 6 22-16,-8 18 14 0,7 2 13 15,11-3 21-15,-2 14 0 0,7 8-3 0,13-14-7 16,6 5-14-16,7-1-8 0,5-2-16 16,8-2-15-16,9-6-15 0,10-1-13 0,8-7-10 15,8-5-10-15,13-7-14 0,5-5-12 16,8-12-6-16,10-8-22 0,6-4-22 15,9-11-56-15,21-10-62 0,-5-10-34 0,-3-9-26 16,-6-5-6-16,-3-6 5 16,-12-3 9-16,-10-4 14 0,-9-2 17 0,-10-2 36 15,-17 7 38-15,-7-3 31 0,-10-7 23 16,-6-1 15-16,-13-7 8 0,-7 2 1 0,-14-1-5 16,-15-13-8-16,-8 8-7 0,-9 9-15 15,-5 12-8-15,1 17-5 0,-6 10-8 16,-5 9-12-16,-5 9-42 0,-5 10-38 0,-4 8-51 15,-13 8-60-15,0 9-74 0,9 6-102 16,7-3-119-16,27 0-167 0,4-1-96 0,10-2 85 16,7 6-440-16,14-7-570 15</inkml:trace>
  <inkml:trace contextRef="#ctx0" brushRef="#br0" timeOffset="2099.15">2246 3800 2864 0,'0'0'-40'0,"0"0"21"0,0-8 6 16,0 8 2-16,0 0 3 0,0 0 14 16,0 0 23-16,0 0 23 0,-21 21 29 15,4 5 22-15,-9 10 27 0,-1 9 5 0,0 5 20 16,-5 3 11-16,-1-2-6 15,1 2-1-15,3-3-12 0,1-1-6 0,1-4-12 16,4-5-14-16,8-12-14 0,-1 1-13 16,3-2-4-16,4-8-29 0,3-2-53 0,0-6-67 15,1 0-88-15,1-3-102 0,2-1-131 16,0 0-168-16,2-7-50 0,0 0 62 16,0 0-224-16,0 0-256 0</inkml:trace>
  <inkml:trace contextRef="#ctx0" brushRef="#br0" timeOffset="2515.51">2056 3827 2323 0,'-21'15'71'0,"-6"6"5"0,-9 9 23 0,0 7 31 15,0 4 40-15,-3 5 38 0,3 4 10 16,2 1-1-16,3 4-4 0,3 5-6 0,6-1-12 16,8-1-19-16,6-2-11 0,6-8-13 15,8-3-14-15,5 5-9 0,8-6-12 16,8-6-10-16,7-7-9 0,8-7-8 16,10-7-10-16,7-10-8 0,9-9-5 15,2-10-31-15,20-13-30 0,-2-8-28 0,-2-5-25 16,-4-3-15-16,-6-9 1 0,-5 4 1 15,-22 5 10-15,-3-2 12 0,-10-2 28 16,-5-1 28-16,-6-1 27 0,-11-3 26 0,-5 0 16 16,-9 5 0-16,-9-9 2 0,-7 0-12 15,-13-1-6-15,-3 0-13 0,-9 7-7 0,-1 7-10 16,-2 8-10-16,-1 13-35 0,3 9-42 16,-6 10-53-16,-13 9-65 0,-2 12-75 15,4 11-74-15,-13 8-115 0,3 12-187 0,8 2-67 16,10 8 78-16,12-12-329 15,7-2-412-15</inkml:trace>
  <inkml:trace contextRef="#ctx0" brushRef="#br0" timeOffset="2865.15">2164 4664 2862 0,'-5'-7'115'0,"-1"2"-16"0,0 5 7 16,6 0 45-16,-19 12 27 0,-4 10 25 0,-9 12 16 15,-8 7 7-15,-16 22 5 0,-1 1 10 16,-6 12-4-16,1-4-2 0,-5 3-14 0,2 4-6 15,-1 2-14-15,3-1-15 0,6-1-21 16,3-9-14-16,6-1-19 0,14-16-14 16,2-3-9-16,1-4-21 0,6-5-51 15,0-1-56-15,10-11-60 0,-2-3-67 0,8-4-73 16,3-7-64-16,2-3-56 0,-3-5-80 0,4-3-127 16,3-4-174-16,0 0 56 15,0 0-456-15,-2-23-588 0</inkml:trace>
  <inkml:trace contextRef="#ctx0" brushRef="#br0" timeOffset="3182.47">1778 4904 3415 0,'4'-8'117'0,"-3"2"-20"15,-1 6-12-15,10-4 25 16,-10 4 52-16,26 8 34 0,1 4-7 0,17 7 0 16,6 6-3-16,18 16-8 0,14 5 22 15,4 0 28-15,9 3-4 0,4-3-12 0,2 1-8 16,4-1-1-16,-4-4-15 0,-2 1-21 16,-3-4-10-16,-7-6-15 0,-24-8-13 15,-4-3-14-15,-12-3-11 0,-12-4-12 0,-9-3-10 16,-7-4-11-16,-4-2-27 15,-4-1-36-15,-1-3-69 0,-6-1-92 0,-6-1-114 16,0 0-131-16,0 0-172 0,0 0-215 16,0 0 17-16,0 0 73 0,-52-1-596 0,18 6-751 15</inkml:trace>
  <inkml:trace contextRef="#ctx0" brushRef="#br0" timeOffset="3582.69">1520 5881 3391 0,'-38'4'44'0,"0"-3"12"0,-4 8 4 16,-7 6 37-16,-1 2 53 0,4 5 50 15,4 7 33-15,4 4 17 0,-4 6-5 16,8 2 6-16,3-4 7 0,6 1-12 0,12-6-8 15,2 1-24-15,8-5-1 0,0-7-21 16,7 3-13-16,11 6-10 0,3-4-11 0,6-4-15 16,4-4-11-16,8-2-9 0,5-7-13 15,9-6-12-15,13-4-11 0,1-6-28 0,3-9-41 16,-4-4-62-16,-2-3-49 0,-6-2-28 16,-8 4-6-16,-4-4 5 0,-13 3 10 15,-7-1 10-15,-8-2 2 0,-7 0 6 16,-8 1 6-16,-8-9 7 0,-7 3 5 15,-15-8 6-15,-7 0-8 0,-6 3-13 0,-6 4-16 16,2 4-12-16,-1 8-16 0,7 9-28 16,-2 7-30-16,2 8-41 0,3 5-44 0,2 4-53 15,5 5-69-15,6 4-114 0,2 2-124 16,12-7 52-16,8 2-270 0,4-4-341 16</inkml:trace>
  <inkml:trace contextRef="#ctx0" brushRef="#br0" timeOffset="3917.42">3048 5506 2442 0,'-18'10'247'16,"-7"3"1"-16,-4 8-10 0,-7 7 12 15,4 1 16-15,7-5 18 0,4-2 0 0,2 3-25 16,5 0-25-16,9-4-19 0,5-1-26 15,3-5-9-15,9 3-24 0,9-1-15 0,6-3-14 16,7-8-27-16,6-2-43 0,-4-4-37 16,8-5-33-16,0-2-17 0,-6-5-9 0,-2 0 3 15,-2-3 1-15,-5 1 7 0,-2 2 23 16,-10 1 20-16,-6 1 16 0,-5-1 11 16,-4 3-3-16,-4-4-7 0,-7-3-6 0,-7 1-3 15,-13-5-16-15,-9-6-36 16,-3 0-53-16,-7 1-73 0,-4 6-69 0,-1 4-77 15,3 8-69-15,-10 12-98 0,-3 2-187 16,-2 11 29-16,-17 14 64 0,4 8-286 0,-2 7-334 16</inkml:trace>
  <inkml:trace contextRef="#ctx0" brushRef="#br0" timeOffset="4232.05">1493 6461 2723 0,'-9'-7'186'16,"0"5"-24"-16,9 2-3 0,-31 10 19 15,1 7 36-15,-11 12 15 0,0 9 1 16,-6 4-8-16,-10 12 2 0,-1 6-10 0,-1 0-7 15,2 4-17-15,1 0-16 16,1 4-13-16,3-1-15 0,5-2-15 0,11-16-14 16,4-4-14-16,3-4-8 0,6-4-10 0,5-7-33 15,2-2-46-15,2-3-54 0,5-4-70 16,-1-2-89-16,2-4-98 0,2-1-103 16,3 0-150-16,-1-2-167 0,0-3 74 15,1 3-433-15,-1-6-556 0</inkml:trace>
  <inkml:trace contextRef="#ctx0" brushRef="#br0" timeOffset="4582.82">541 7461 3165 0,'-16'14'131'0,"5"1"22"0,-5 10 28 15,2 3 35-15,-2 1 23 0,5 3 17 16,0 4-6-16,2 5-13 0,4-2-18 15,5 2-9-15,2-6-14 0,3 0-21 0,5-3-16 16,3-1-23-16,7-6-7 0,5-4-7 16,3-5-18-16,5-4-3 0,3-6-11 0,-4-8-7 15,8-8-13-15,10-5-18 0,-3-4-18 16,-1-5-30-16,-3-1-12 0,-6-4 2 16,-8 8 2-16,-7-1 1 0,-6-1 2 0,-7 0-1 15,-9 4 2-15,-4-3 4 16,-5-8-1-16,-8 2-2 0,-7-1-1 0,1 4-6 15,-4 2-4-15,2 5-7 0,-4 0-4 16,8 8-22-16,2 3-37 0,4 4-54 0,0 1-70 16,-1 4-67-16,3 2-73 0,-1 4-80 15,7-1-131-15,0-1-173 0,3-2 67 16,4-4-427-16,0 0-558 0</inkml:trace>
  <inkml:trace contextRef="#ctx0" brushRef="#br0" timeOffset="4802.75">1465 6619 3464 0,'0'-12'289'0,"0"4"18"15,0 4 17-15,0 4 22 0,0 0-5 0,0-11-21 16,0 11-37-16,0 0-29 0,0 0-18 16,25 37-19-16,0 0-18 0,3 4-22 0,1 2-17 15,7 6-14-15,0 3-11 0,14 14-14 16,-1 2-12-16,-1-5-15 0,-10-13-59 0,2-4-34 15,-2-1-90-15,-2-2-113 0,-2-7-128 16,-3 0-135-16,-8-9-152 0,-2-3-203 16,-4-7 75-16,-8-4 73 0,1-7-559 15,-2 0-692-15</inkml:trace>
  <inkml:trace contextRef="#ctx0" brushRef="#br0" timeOffset="5150.75">1966 7299 3832 0,'-25'21'230'0,"-7"8"18"0,0 5 50 16,-2 5 60-16,1 3 34 0,3 4 7 15,3 0-18-15,4 2-30 0,5 4-25 0,5-2-27 16,10-10-30-16,3-2-28 0,3 2-23 16,7-4-20-16,5-4-47 0,4-3-151 0,6-5 0 15,3-1 0-15,3-13 0 16,5-2 0-16,-4-8 0 0,7-8 0 0,3-4 0 0,4-9 0 15,1-8 0-15,-5-2 0 16,-2-1 0-16,-8-1 0 0,-1 1 0 0,-12 5-65 16,-4-2-25-16,-4 3 22 0,-9 0 15 15,-4 0 10-15,-5-8 13 0,-6-1-5 16,-7-5 4-16,-4-1 2 0,-5 6-12 0,-2 1-17 16,-3 2-27-16,7 12-37 0,-3 3-41 15,-1 7-51-15,3 6-68 0,4 6-75 0,-1 1-87 16,-6 8-94-16,1 2-193 0,5 5-4 15,7-5 75-15,7 1-468 0,4-8-597 0</inkml:trace>
  <inkml:trace contextRef="#ctx0" brushRef="#br0" timeOffset="5465.73">3419 5929 3542 0,'-9'-13'234'0,"4"2"-4"0,-1 2 13 16,3 2 33-16,-1 3 28 0,4 4-5 16,-4-9-24-16,4 9-25 0,0 0-29 15,0 0-16-15,-17 27-14 0,4 11-13 16,-9 16-28-16,-1 5-11 0,-7 18-8 0,1 2-9 15,-3 6-16-15,1-1-12 0,1 1-9 16,-1-8-9-16,6-15-9 0,0-2-10 0,3-3-48 16,-1-5-61-16,4-4-72 0,4-3-89 15,1-14-114-15,7-2-142 0,1-8-180 0,4-5-159 16,-1-10 83-16,3-1-675 0,0-5-853 16</inkml:trace>
  <inkml:trace contextRef="#ctx0" brushRef="#br0" timeOffset="5782.45">2987 7025 4033 0,'-26'43'269'0,"-2"6"33"16,1 3 50-16,0 3 18 0,4 3-7 0,4 0-22 16,2 2-32-16,8-2-27 0,2-6-26 15,7-9-22-15,5-4-16 0,2 0-26 0,4-8-18 16,5-3-16-16,1-3-18 0,6-8-14 15,0-7-54-15,2-6-72 0,1-1 0 16,13-10 0-16,-2-3 0 0,10-11 0 0,-2-5-70 16,-7 1-50-16,-10 0 17 0,-1 4 8 15,-7-1 0-15,-9 2-1 0,-4 1 9 16,-1-3 8-16,-4 2 5 0,-6-1 2 16,-4 0-3-16,-6-4-9 0,-6 1-11 0,-1 3-15 15,-3 0-17-15,-1 5-28 0,2 4-30 16,3 4-31-16,-5 3-60 0,3 1-53 0,3 3-55 15,-2 1-92-15,4 0-134 0,-2 1-50 16,2 1 74-16,1 0-411 0,16-2-474 0</inkml:trace>
  <inkml:trace contextRef="#ctx0" brushRef="#br0" timeOffset="6065.88">3548 5874 3412 0,'-6'-5'471'0,"3"0"-16"0,3 5-7 0,0 0-15 15,0 0-24-15,0 0 12 0,0 0 10 16,34 36-7-16,4 0-34 0,3 8-40 0,17 12-38 16,1 4-77-16,5 10-235 0,3-4 0 15,2 3 0-15,3-3 0 0,1 4 0 16,1-5 0-16,-2-2 0 0,-1-7 0 15,-10 2 0-15,-14-17 0 0,-4-5 0 0,-7-2 0 16,-11-14 0-16,-3 2-474 0,-6-13-244 16,-7-1-143-16,-2-5 10 0,-2-6 92 0,-5 3-781 15,4-17-984-15</inkml:trace>
  <inkml:trace contextRef="#ctx0" brushRef="#br0" timeOffset="6365.85">4489 6493 4644 0,'-23'27'170'0,"-2"8"34"0,0 2 51 0,3 7 49 0,1 4 37 16,6 0 10-16,7-9-5 15,2 2-22-15,6 0-21 0,8-4-31 0,4 2-27 16,4-6-22-16,4-6-23 0,3-2-191 16,2-2-9-16,-5-11 0 0,1-4 0 15,3-3 0-15,-6-5 0 0,1-1 0 0,4-6 0 16,4-7 0-16,-1-1 0 0,-3-4 0 15,-5 2 0-15,-7 1 0 0,-2-1 0 0,-2-3 0 16,-7 3 0-16,-7-7 0 0,-6-10 0 16,-8-7 0-16,-6 4 0 0,-5 3 0 0,-4 5 0 15,-6 5 0-15,8 10 0 0,-7 5 0 16,0 1 0-16,1 8-50 0,8 0-257 0,-9 2-95 16,12 4-114-16,-7 5-130 15,6-1-207-15,-1 2 71 0,1 0 84 0,1 0-641 16,2-2-795-16</inkml:trace>
  <inkml:trace contextRef="#ctx0" brushRef="#br0" timeOffset="8415.29">3458 3684 3427 0,'0'-10'-26'0,"0"10"61"0,-1-12 50 16,1 12 56-16,-2-7 56 0,2 7 51 15,0 0 39-15,0-12 18 0,0 12 13 16,0 0 0-16,0-8-2 0,0 8-13 0,0 0-19 16,0 0-20-16,-4-9-24 0,4 9-27 15,0 0-23-15,0 0-23 0,0 0-14 16,0 0-1-16,0 0 0 0,7 29-2 0,-5-6-2 15,4 8-24-15,-1 2-124 0,2 4 0 16,-2 1 0-16,1 0 0 0,-1-2 0 0,-1-2 0 16,0-2 0-16,-1-5 0 0,2-6 0 15,-3-1 0-15,0-6 0 0,0 1 0 0,0-4 0 16,-1 1 0-16,-1-4 0 0,2 0 0 16,0-1 0-16,-2 1 0 0,0-8 0 15,2 9 0-15,-2-9 0 0,0 0 0 0,0 5 0 16,0-5 0-16,0 0 0 15,0 0-187-15,-9-19-557 0,9 12-198 0,-2-5 48 16,-2 2 103-16,2-4-785 0,2 2-1017 16</inkml:trace>
  <inkml:trace contextRef="#ctx0" brushRef="#br0" timeOffset="8782.28">3338 3689 4556 0,'-13'-1'-22'15,"-1"0"43"-15,14 1 63 0,-23-3 59 16,23 3 51-16,-16 0 17 0,16 0 17 0,-16 0-9 16,16 0 11-16,0 0-2 0,-15 0-4 15,15 0-9-15,0 0-12 0,0 0-14 0,0 0-21 16,-14-3-15-16,14 3-17 0,0 0-20 15,0 0-7-15,0 0-6 0,0 0-13 16,54-19-2-16,-18 9-11 0,5-1-12 16,-2 0-3-16,1-1-9 0,-2 1-5 15,-1 1-48-15,-10 2 0 0,-7 3 0 0,-1 1 0 16,-6 1 0-16,-1-1 0 0,0 1 0 16,-5 1 0-16,-7 2 0 0,14-4 0 0,-14 4 0 15,0 0 0-15,13-4-8 0,-13 4-186 16,7-2-64-16,-7 2-78 0,0 0-84 15,0 0-123-15,0 0-180 0,0 0-119 0,0 13 88 16,0-13-645-16,0 0-851 0</inkml:trace>
  <inkml:trace contextRef="#ctx0" brushRef="#br0" timeOffset="9115.29">3919 3548 3710 0,'-5'-11'151'15,"5"11"66"-15,-4-7 33 0,4 7 34 16,-4-5 48-16,4 5 13 0,0 0-7 0,0 0-25 16,-6-7-33-16,6 7-35 0,0 0-30 15,0 0-4-15,0 0 24 0,6 25-4 0,0-4-13 16,0 2-11-16,-5 11-9 0,5 0-23 15,4 0-139-15,-3-2-36 0,1-7 0 16,-3-3 0-16,-1-1 0 0,4 0 0 16,-6-4 0-16,2-5 0 0,-2-2 0 15,2 0 0-15,-3-1 0 0,1-2 0 0,-2 0 0 16,0-7 0-16,2 10 0 0,-2-10 0 16,0 0-16-16,0 5-495 0,0-5-92 0,0 0-112 15,0 0-174-15,-5-20 71 0,1 7-760 16,2-2-1019-16</inkml:trace>
  <inkml:trace contextRef="#ctx0" brushRef="#br0" timeOffset="9598.23">3900 3436 4274 0,'-4'-11'-19'16,"1"3"71"-16,-1 1 56 0,4 7 49 0,-4-9 28 15,4 9 3-15,0-8-7 0,0 8-20 16,2-9-16-16,2 3-10 0,3-1-10 0,1 2-10 15,4 1-16-15,0 1-9 0,2 3-10 16,6 0-5-16,-2 1-9 0,5 5-6 16,0 0-8-16,-2 3-3 0,-2 1-2 0,-1 0-4 15,-4 2 0-15,0 2 12 0,-4 4 4 16,-5-1 17-16,-1 0 13 0,-4 2 3 0,-2 0 10 16,0-1 12-16,-2 0 13 15,1-1 0-15,-1-3 11 0,2-3 11 0,0 0 11 16,0-4 11-16,-2 0 11 0,4-7-143 15,-4 11-39-15,4-5 0 0,0-6 0 16,-2 10 0-16,2-10 0 0,0 8 0 0,0-8 0 16,0 9 0-16,0-9 0 0,4 10 0 15,4 0 0-15,0-3 0 0,1 5 0 0,5 1 0 16,1-2 0-16,2 4 0 0,0-3 0 16,-2 1 0-16,0-1 0 0,1-2 0 0,-3 1 0 15,-4-3 0-15,1 1 0 0,0-3 0 16,-3 1 0-16,-2-3 0 0,2 1 0 15,-7-5 0-15,11 7 0 0,-11-7 0 16,7 3 0-16,-7-3 0 0,0 0 0 16,12 2 0-16,-12-2 0 0,0 0 0 0,4-10 0 15,-4 3 0-15,0 7-166 0,2-16-587 16,-2 8-210-16,0-2 73 0,0-2 89 0,2 3-770 16,-2-5-1012-16</inkml:trace>
  <inkml:trace contextRef="#ctx0" brushRef="#br0" timeOffset="10132.45">4358 3330 4004 0,'0'0'-57'0,"-10"-17"94"15,10 17 79-15,0 0 74 0,-4-9 61 16,4 9 68-16,0 0 33 0,0 0 6 16,-2-7-8-16,2 7-23 0,0 0-34 0,0 0-38 15,0 0-29-15,0 0-19 0,0 0 8 16,0 0-3-16,13 44-9 0,-1-14-20 15,1 4-33-15,-1 3-150 0,-1 0 0 16,1 1 0-16,-4-2 0 0,-1-1 0 0,1-2 0 16,-3 1 0-16,0-13 0 0,-3-2 0 15,0-4 0-15,-1-1 0 0,-1-4 0 0,2-2 0 16,0 0 0-16,0-2 0 0,-2-6 0 16,0 0 0-16,-2 7 0 0,2-7 0 15,0 0 0-15,0 0-375 0,-4-25-364 0,3 9-205 16,1 1 74-16,0-3 88 15,-2-1-742-15,2-1-969 0</inkml:trace>
  <inkml:trace contextRef="#ctx0" brushRef="#br0" timeOffset="10399.45">4352 3277 3968 0,'-15'-4'21'0,"3"3"94"0,12 1 60 16,-13-6 70-16,13 6 67 0,-11-3 31 0,11 3 7 15,0 0-12-15,-7-4-14 0,7 4-27 16,0 0-19-16,0 0-16 0,12-13-23 16,3 4-21-16,5-1-24 0,6-4-20 15,7 1-15-15,-3-3-15 0,-1 3-109 0,1-3-35 16,-8 5 0-16,-4 3 0 0,-2 2 0 0,-5-2 0 16,3 2 0-16,-5 0 0 15,-2 3 0-15,-1-1 0 0,-6 4-113 0,12-5-238 16,-12 5-109-16,7-2-124 0,-7 2-179 15,0 0-87-15,0 17 84 0,0-17-698 0,-14 29-912 16</inkml:trace>
  <inkml:trace contextRef="#ctx0" brushRef="#br0" timeOffset="10649.28">4506 3554 4441 0,'-15'2'206'0,"15"-2"61"16,0 0 49-16,0 0 28 0,0 0 10 16,-11 2-13-16,11-2-32 0,0 0-31 0,0 0-30 15,0 0-22-15,0 0-22 0,26-16-23 16,-10 11-34-16,-2-2-54 0,2 2-54 0,-1-2-74 16,-1 1-84-16,2 0-71 0,-2 0-72 15,-3 4-76-15,0-2-71 0,-2 1-73 16,-2 0-103-16,-7 3-151 0,16 3-13 0,-16-3 71 15,5 5-482-15,-5-5-627 0</inkml:trace>
  <inkml:trace contextRef="#ctx0" brushRef="#br0" timeOffset="10898.98">4453 3805 3313 0,'-10'7'135'0,"3"-5"50"0,7-2 41 16,-8 6 53-16,8-6 31 0,0 0 33 15,0 0-8-15,0 0-22 0,0 0-28 0,31-12-28 16,-14 4-23-16,4 2-23 0,0 0-19 16,0-3-22-16,1 1-16 0,0 2-16 15,-3 0-9-15,-2 2-24 0,-2-1-10 0,-3 1-19 16,-1 0-28-16,-1 0-26 0,-3 0-45 16,1 2-27-16,-8 2-61 0,10-5-63 15,-10 5-68-15,9-3-91 0,-9 3-93 16,5-3-168-16,-5 3-219 0,0 0 69 0,0 0 83 15,0 0-490-15,0 0-618 0</inkml:trace>
  <inkml:trace contextRef="#ctx0" brushRef="#br0" timeOffset="11434.91">5131 3067 3475 0,'0'-12'209'16,"-1"5"42"-16,-3 2 42 0,4 5 64 15,-2-10 27-15,2 10 4 0,-4-7-7 0,4 7-17 16,0 0-21-16,-8-7-23 0,8 7-31 16,0 0-35-16,-17-3-26 0,17 3-25 15,-30 3-23-15,7 1-13 0,-2 1-62 0,-6 4-105 16,-1 1 0-16,5-4 0 0,5 1 0 15,1 0 0-15,3-2 0 0,2-1 0 0,2-1 0 16,3 0 0-16,2 2 0 0,-2-3 0 16,11-2 0-16,-13 4 0 0,13-4 0 15,-12 3 0-15,12-3 0 0,0 0 0 16,-13 2 0-16,13-2 0 0,0 0 0 16,-7 3 0-16,7-3 0 0,0 0 0 0,0 0 0 15,-10 6 0-15,10-6 0 0,-2 15 0 16,2 2 0-16,0 7 0 0,0 13 0 0,-2 4 0 15,2 0 0-15,2 1 0 0,0 1 0 16,1-1 0-16,0-1 0 0,1-3 0 0,-2-3 0 16,3-9 0-16,-1-2 0 0,0-8 0 15,1 1 0-15,0-3 0 0,1-1 0 16,1-3 0-16,2 2 0 0,3-8 0 16,1-3 0-16,3 1 0 0,2-2 0 15,2-2 0-15,-1 1 0 0,1-3 0 0,-2 1 0 16,0 0 0-16,-2-1 0 0,-5 1 0 15,3 2 0-15,-3-3 0 0,-2 2 0 0,0-2 0 16,-2 1 0-16,1-2 0 0,-3-2-96 16,0 3-841-16,-2-4-44 0,1 1 100 0,-4-2-920 15,2 1-1230-15</inkml:trace>
  <inkml:trace contextRef="#ctx0" brushRef="#br0" timeOffset="11631.46">4937 3442 5345 0,'-10'3'137'0,"10"-3"71"0,0 0 52 16,0 0 43-16,0 0 2 0,-11-6-24 0,11 6-30 15,0 0-21-15,0 0-26 0,18-12-21 16,-7 7-35-16,2-1-65 0,1-1-80 0,-1-1-114 16,0 0-105-16,0 6-105 0,-2-1-89 15,3-1-100-15,-4 4-115 0,-10 0-191 16,13 0 56-16,-13 0 86 0,0 0-516 0,2 12-654 15</inkml:trace>
  <inkml:trace contextRef="#ctx0" brushRef="#br0" timeOffset="11984.06">3502 4357 3509 0,'-33'7'35'0,"8"-4"21"0,5 1 31 16,4-1 39-16,5-2 39 0,4 1 13 15,7-2-12-15,-14 4-13 0,14-4 4 0,0 0 17 16,0 0 10-16,52-7 4 16,7-5-1-16,32-11-1 0,16-5-28 0,11-7-15 0,9-3-16 15,13-3-5-15,1 4-7 16,3-1-17-16,1 1-13 0,-5 6-8 0,-11 2 2 15,-12 0-12-15,-20 9-7 0,-31 6 2 16,-8 5-5-16,-22-1 28 0,-10 4 25 0,-4 2 13 16,-8 1-3-16,-2-1-10 0,-6 3-13 15,-6 1-20-15,0 0-39 0,0 0-70 16,0 0-77-16,0 0-94 0,0 0-132 0,-20-9-161 16,20 9-197-16,-20 2-130 15,6 0 84-15,14-2-666 0,-30 4-857 0</inkml:trace>
  <inkml:trace contextRef="#ctx0" brushRef="#br0" timeOffset="14165.8">2811 4570 3982 0,'-18'10'48'15,"2"-4"30"-15,5 0 30 0,4-2 39 16,2 0 45-16,5-4 39 0,-9 3 25 16,9-3 4-16,0 0-16 0,0 0-17 15,0 0-15-15,0 0-6 0,39-31-8 0,-14 14-20 16,5-3-21-16,1-1-13 0,1 3-14 16,-1-1-13-16,-3 3-12 0,-7 4-14 0,-4 2-8 15,-2 3-39-15,-5 0-55 0,-1 0-74 16,-1 3-64-16,-1 2-61 0,-7 2-63 15,9-4-66-15,-9 4-80 0,0 0-112 16,0 0-152-16,0 0-41 0,0 0 59 0,0 0-474 16,0 0-607-16</inkml:trace>
  <inkml:trace contextRef="#ctx0" brushRef="#br0" timeOffset="14449.17">2965 4330 3016 0,'0'0'93'0,"-2"-7"39"16,2 7 8-16,0 0 13 0,-2-7 8 0,2 7 8 15,0 0 7-15,0 0 8 16,0 0 5-16,0 0-4 0,0 0-12 0,0 0-8 0,40 14 2 16,-31-6-6-16,3 0 4 15,-2 3-8-15,-3-1-26 0,0 2-1 0,2 0-7 16,-4 3-5-16,-3 3-9 0,0-1-2 15,-4 2-20-15,-2 3-8 0,-1-2-5 16,-4 3-8-16,2-3-38 0,0-2-49 0,1-3-70 16,0-1-81-16,2-6-115 0,-2 1-123 15,1-5-167-15,-1 2-187 0,6-6 69 0,-8 2-537 16,8-2-693-16</inkml:trace>
  <inkml:trace contextRef="#ctx0" brushRef="#br0" timeOffset="16848.36">4124 4801 3618 0,'-8'-9'55'0,"8"9"44"0,-4-7 50 16,4 7 40-16,-6-7 46 0,6 7 36 15,-4-5 33-15,4 5 6 0,0 0-2 0,-5-7-14 16,5 7-11-16,0 0-19 0,0 0-25 15,-6-6-20-15,6 6-22 0,0 0-22 16,0 0-21-16,0 0-24 0,0 0-8 0,0 0 10 16,0 0 10-16,2 32-4 0,0-13-3 15,3 4-106-15,-3 10-29 0,4 2 0 16,0 1 0-16,-2 1 0 0,0 0 0 0,1-5 0 16,-1-2 0-16,0-9 0 0,-3 2 0 15,3-5 0-15,-2-4 0 0,1 1 0 16,1-3 0-16,-3-3 0 0,-1 1 0 0,2-4 0 15,-2 3 0-15,0-9 0 0,2 10 0 16,-2-10 0-16,4 10 0 0,-4-10 0 0,0 6 0 16,0-6 0-16,0 0 0 0,0 0 0 15,0 0 0-15,0 0 0 0,0 0 0 0,0 0-570 16,0 0-427-16,-8-24 71 0,8 13 98 16,0 3-828-16,4-2-1094 0</inkml:trace>
  <inkml:trace contextRef="#ctx0" brushRef="#br0" timeOffset="17215.5">4342 4768 4200 0,'0'0'-70'15,"-5"-12"84"-15,5 12 49 16,-4-8 57-16,4 8 50 0,-2-6 35 0,2 6 18 16,0 0 9-16,-3-8-13 0,3 8-18 15,0 0-28-15,0 0-17 0,0 0 17 0,0 0 21 16,0 0 4-16,0 39 1 0,3-15 7 16,3 9-4-16,-1 0-14 0,1-2-13 15,0 3-11-15,2-2-18 0,-1-1-11 0,-1-4-13 16,-1-4-14-16,-1-3-33 0,1-3-75 15,-2 0 0-15,-1-5 0 0,0-3 0 0,0 1 0 16,0 0 0-16,0-4 0 16,-1 1 0-16,-1-7 0 0,0 0 0 0,0 0-143 15,0 6-248-15,0-6-119 0,0 0-137 16,-9-19-192-16,6 1 6 0,-4 3 98 0,5-8-657 16,0-1-845-16</inkml:trace>
  <inkml:trace contextRef="#ctx0" brushRef="#br0" timeOffset="17465.33">4249 4731 3803 0,'-23'0'5'0,"23"0"57"16,-15 0 55-16,15 0 48 0,0 0 36 0,-14-2 14 16,14 2-3-16,0 0-15 15,0 0-20-15,0 0-11 0,0 0-19 0,0 0-19 16,6-12-4-16,-6 12-18 0,23-12 0 15,-7 5-23-15,2-2-4 0,0 3-24 0,-2-3-36 16,0 3-36-16,-3 0-41 0,1 1-39 16,-1 2-33-16,-3-3-41 0,-3 4-52 15,1-2-61-15,-8 4-58 0,12 0-83 0,-12 0-116 16,11 6-99-16,-11-6 62 0,5 7-327 16,-5-7-387-16</inkml:trace>
  <inkml:trace contextRef="#ctx0" brushRef="#br0" timeOffset="17983.18">4716 4542 2438 0,'0'0'131'0,"-4"-8"63"16,4 8 54-16,0 0 38 0,0 0 26 15,-4-9 7-15,4 9 0 0,0 0-16 16,0 0-15-16,0 0-31 0,-13-1-19 15,13 1-26-15,0 0-6 0,-25 8-8 0,13-4-8 16,0 3-20-16,-3-1-9 0,-1 0-18 0,3 2-11 16,-3-4-11-16,7 1-14 15,-3 1-5-15,3 0-10 0,3-4-11 0,6-2-9 16,-15 6-3-16,7-5-1 0,8-1-2 16,-9 6-3-16,9-6 0 0,-5 2-6 15,5-2-4-15,0 0-3 0,-11 6-11 0,11-6-1 16,0 0-10-16,0 0 0 0,-7 6-8 15,7-6-9-15,0 0-3 0,-4 10 1 0,4-2 5 16,0 3 6-16,0 4-1 0,2 5 14 16,-2 6 12-16,6 10 10 0,-3 2-40 0,1-1-15 15,3-1 0-15,-2-2 0 0,2-2 0 16,-1-6 0-16,2-4 0 0,-2 0 0 16,1-3 0-16,1-2 0 0,-3-3 0 15,3-2 0-15,-2 0 0 0,1-4 0 16,-3-1 0-16,3 0 0 0,0-2 0 0,0 0 0 15,-1 0 0-15,1-1 0 0,-7-4 0 16,16 6 0-16,-9-4 0 0,-7-2 0 0,0 0 0 16,23-2 0-16,-23 2 0 0,13-4 0 15,-7 0 0-15,2 0 0 0,0 1 0 0,-3-2-160 16,1 0-389-16,-3 0-145 0,-3 5-235 16,7-9 85-16,-7 4 95 0,0 5-702 15,0-10-900-15</inkml:trace>
  <inkml:trace contextRef="#ctx0" brushRef="#br0" timeOffset="18184.9">4565 4945 4014 0,'-13'0'34'0,"13"0"31"0,0 0 22 0,0 0 20 15,0 0 2-15,0 0-5 0,0 0-11 16,0 0-8-16,0 0-10 0,0 0-6 0,0 0-32 15,23-20-51-15,-12 16-73 0,-3 0-89 16,0 3-98-16,1-2-123 0,-9 3-169 0,13-4-36 16,-13 4 73-16,12 0-231 15,-12 0-250-15</inkml:trace>
  <inkml:trace contextRef="#ctx0" brushRef="#br0" timeOffset="18816.61">4748 4751 2478 0,'0'0'213'0,"-5"-10"19"0,5 10 14 16,-6-7 16-16,6 7 5 0,-2-7-19 16,2 7-30-16,0 0-21 0,0 0-17 0,0 0 17 15,0 0-4-15,0 0 2 16,0 0 2-16,11 22 5 0,-4-10-7 0,-2 2 3 15,1-2-13-15,-1 4-14 0,1-3-18 16,-1-1-9-16,-2-2-16 0,3 1-11 16,-3-3-9-16,1 0-2 0,-2-3 17 0,-2-5 8 15,7 10 15-15,-5-6 8 0,-2-4 0 16,0 0-17-16,0 0-15 0,0 0-13 0,0 0-24 16,0 0-85-16,12-25 0 0,-12 11 0 15,0 1 0-15,0-5 0 0,2 1 0 16,-2-2 0-16,2 1 0 0,0 1 0 0,-2 3 0 15,2 2 0-15,-1 0 0 16,-1 3 0-16,2 1 0 0,2 1 0 0,2 1 0 16,-6 6 0-16,13-4 0 0,-13 4 0 15,20 0 0-15,-20 0 0 0,24 4 0 0,-12-2 0 16,-1 2 0-16,0-2 0 0,1-1 0 16,-12-1 0-16,17 4 0 0,-17-4 0 0,15 1 0 15,-15-1 0-15,11 0 0 0,-11 0 0 16,12-8 0-16,-6-2 0 0,1 1 0 15,-1-5 0-15,-1 2 0 0,4-3 0 0,-4 1 0 16,1 0 0-16,-1 5 0 0,-1-3 0 16,1 5 0-16,-2-1 0 0,-1 1 0 15,-2 7 0-15,9-3 0 0,-9 3 0 16,0 0 0-16,22 20 0 0,-13-7 0 0,0 3 0 16,1 4 0-16,1-1 0 0,-5 0 0 15,4-2 0-15,-1 1 0 0,-1-1 0 16,-3-3 0-16,1-2 0 0,0-1 0 0,-4-1 0 15,2-2 0-15,-2-1-88 0,1 0-252 16,-4 0-107-16,1-7-127 0,-8 9-163 0,-2-3-113 16,1 0 91-16,-6 0-736 0,-8 1-942 15</inkml:trace>
  <inkml:trace contextRef="#ctx0" brushRef="#br0" timeOffset="19185">3552 5051 3932 0,'-13'7'-100'16,"-1"1"43"-16,1-2 55 0,1-1 64 15,1 0 65-15,2 0 51 0,0-3 39 0,9-2 27 16,-11 6 24-16,11-6 21 0,0 0-8 16,-9 4-12-16,9-4-25 0,0 0-21 15,0 0-14-15,0 0-30 0,0 0-15 0,0 0-17 16,32-12-20-16,-17 5-77 0,5 1-101 15,1 0-111-15,1-2-114 0,1 1-142 0,-2 0-156 16,1 2-223-16,-4 0 67 16,-7 1 74-16,1-1-496 0,-3 0-619 0</inkml:trace>
  <inkml:trace contextRef="#ctx0" brushRef="#br0" timeOffset="19433.91">3659 4884 3479 0,'-25'2'167'0,"25"-2"17"16,0 0 0-16,-12 2 1 0,12-2-17 16,0 0-20-16,0 0-12 0,-4 11-8 0,4-11-1 15,8 12-10-15,-2-4-9 0,1 1-10 16,-1 3-3-16,1 0-2 0,0-2-3 0,0 2-6 16,-1 2-5-16,-3-4-5 15,3 2-4-15,-4 0-11 0,0 2-1 0,-2-2-8 16,2 0-6-16,-2-4-31 0,-2 2-46 15,0-1-55-15,2-1-73 0,-4 1-78 16,2-4-90-16,0 2-113 0,-1-2-187 0,3-5-39 16,-2 7 73-16,2-7-376 0,5 10-448 15</inkml:trace>
  <inkml:trace contextRef="#ctx0" brushRef="#br0" timeOffset="20248.09">4436 5389 2983 0,'-17'3'146'0,"1"2"2"0,2 1 21 0,2-2 21 16,1-2 16-16,0 0-6 0,4 1-16 15,0 1-14-15,1 2-10 0,2-2-11 16,1 4-9-16,3-8-9 0,5 12-5 0,6-7-9 15,7 1-10-15,7-4-10 0,16-2-9 16,7-4-6-16,17-5-13 0,5-5-5 16,24-7-10-16,1-3-9 0,2-2-17 0,1-3-11 15,2-3-16-15,3-3-3 0,-12-1-9 16,-8 1-9-16,-24 9-1 0,-7-2 3 16,-9 0 2-16,-5 3 21 0,-10 2 20 0,-3-2 13 15,-1-3 16-15,-8 1 13 0,-2-5 9 16,-3 1 4-16,-2-4 3 0,-2 0 4 15,-4 0 1-15,-3 6 9 0,0 1 9 0,-3 3-1 16,-4-6 7-16,-2 1-1 0,0 1 13 16,-2 8 0-16,-5-3 3 0,-2 3-3 15,-2-2-3-15,-7 4-3 0,-1 1-4 0,-5 0-4 16,1 1 3-16,-4 0 2 0,1 2-31 0,-3 1-84 16,-7-5 0-16,4 7 0 15,-4-5 0-15,-5 1 0 0,8 6 0 0,-7-3 0 16,5 3 0-16,-9 0 0 0,7 3 0 15,-2-1 0-15,0 4 0 0,-1 0 0 16,1 0 0-16,-4 2 0 0,2 2 0 0,-4 0 0 16,-7 4 0-16,11 0 0 0,-9 1 0 15,12 0 0-15,-10 4 0 0,3 3 0 0,3 1 0 16,0 3 0-16,2-1 0 0,2-1 0 16,-3 6 0-16,5 1 0 0,1 4 0 0,2-4 0 15,0 4 0-15,2 5 0 16,2-1 0-16,4 1 0 0,0-1 0 0,3 0 0 15,6-4 0-15,0 1 0 0,2 0 0 16,2 1 0-16,3 2 0 0,0 0 0 16,1 3 0-16,4-1 0 0,2 10 0 0,-2 7 0 15,6-6 0-15,3 4 0 0,4 0 0 16,0 1 0-16,4 8 0 0,6-4 0 0,3-1 0 16,7 0 0-16,5-6 0 0,9 0 0 15,7-8 0-15,9-1 0 0,11-7 0 0,9-8 0 16,29-4 0-16,-11-11 0 0,30-10 0 15,4-7 0-15,2-5 0 0,-4-6 0 0,-3-2 0 16,-19-2 0-16,-8 1 0 16,-25 3 0-16,-10 2 0 0,-9 3 0 0,-12 2 0 15,-5 1 0-15,-9 3 0 0,-6 1 0 16,-3 3 0-16,-1 1 0 0,-4 0 0 16,0 0 0-16,-5 2 0 0,-1 0-270 0,0 5-443 15,-3-10-251-15,-1 6 86 0,4 4 97 16,-14-8-778-16,3 6-1003 0</inkml:trace>
  <inkml:trace contextRef="#ctx0" brushRef="#br0" timeOffset="25798.92">11131 1630 1212 0,'-16'2'305'0,"1"0"-53"16,2 3-32-16,2-5-12 0,11 0 9 15,-20 3 6-15,11-1 15 0,9-2-12 0,-20 3 11 16,20-3 3-16,-11 2-6 15,11-2-8-15,-14 2-7 0,14-2-10 16,0 0-18-16,0 0-14 0,-14 0-7 0,14 0-7 16,0 0-10-16,0 0 9 0,0 0 9 15,0 0 22-15,0 0 19 0,0 0 15 0,0 0 0 16,0 0-11-16,0 0-8 0,0 0-7 16,0 0-9-16,34 8-15 0,-23-6-13 15,-11-2-16-15,23 3-14 0,-7-1-11 0,-1 2-14 16,2-1-102-16,2 2-7 0,2 1 0 15,2-2 0-15,2 0 0 0,-3 1 0 0,5-1 0 16,0 0 0-16,-2-4 0 16,0 4 0-16,1-2 0 0,-1 0 0 0,-4-1 0 15,-2-1 0-15,-1 0 0 0,0 0 0 16,0 3 0-16,-4-3 0 0,0 0 0 16,-1 0 0-16,-13 0 0 0,27 0 0 0,-16 2 0 15,3-2 0-15,1 0 0 0,0 2 0 16,-2 0 0-16,5-2 0 0,-2 2 0 0,0-2 0 15,1 0 0-15,2 1 0 0,-4-1 0 16,6 0 0-16,-3 0 0 0,-2 0 0 16,-2 0 0-16,3 0 0 0,-1 0 0 0,-3 2 0 15,-13-2 0-15,26 0 0 16,-15 2 0-16,-11-2 0 0,25 1 0 0,-14-1 0 16,1 3 0-16,0-3 0 0,1 0 0 15,2 2 0-15,-1-2 0 0,3 0 0 0,-2 0 0 16,2 0 0-16,2-2 0 0,1 2 0 15,-4 0 0-15,0-3 0 0,3 0 0 0,-4 3 0 16,0 0 0-16,3-2 0 0,-5 2 0 16,2-1 0-16,-4 1 0 0,5-2 0 15,-3 2 0-15,-13 0 0 0,25 0 0 0,-12-2 0 16,-1 0 0-16,-12 2 0 0,21 2 0 16,-21-2 0-16,22-2 0 0,-10 2 0 0,-12 0 0 15,23-2 0-15,-10-2 0 0,-2 4 0 16,3-2 0-16,-3 0 0 0,2 0 0 15,-13 2 0-15,22-2 0 0,-15-1 0 16,-7 3 0-16,16-1 0 0,-16 1 0 16,0 0 0-16,14-2 0 0,-14 2 0 0,11-2 0 15,-11 2 0-15,0 0 0 0,0 0 0 16,13-4 0-16,-13 4 0 0,0 0 0 0,0 0 0 16,0 0 0-16,0 0 0 0,12-1 0 15,-12 1 0-15,0 0 0 0,0 0 0 0,0 0 0 16,0 0 0-16,0 0 0 0,0 0 0 15,0 0 0-15,-37-4 0 0,16 6 0 16,-4 0 0-16,-1-1 0 0,-7-1 0 0,5 2 0 16,-14 0 0-16,1-2 0 15,-2 0 0-15,2-2 0 0,7 2 0 0,-6-2 0 16,4-1 0-16,2 1 0 0,7 2 0 16,-3 0 0-16,-1-3 0 0,5 3 0 0,-5-1 0 15,3-1 0-15,-3 0 0 0,2 4 0 16,1-4 0-16,-1 2 0 0,2-2 0 0,2 0 0 15,1 2 0-15,3 0 0 0,2 0 0 16,0 0 0-16,0-3 0 0,2 3 0 16,1 0 0-16,2 0 0 0,-2-2 0 0,1 2 0 15,15 0 0-15,-28 0 0 16,12 2 0-16,-1-4 0 0,3 1 0 0,0 2 0 16,-4-1 0-16,3 2 0 0,1 1 0 15,0-3 0-15,-2 0 0 0,3 0 0 0,13 0 0 16,-23 0 0-16,23 0 0 0,-20 0 0 15,20 0 0-15,-12 0 0 0,12 0 0 16,-18 2 0-16,18-2 0 0,-13 2 0 0,13-2 0 16,-12 0 0-16,12 0 0 0,-13 2 0 15,13-2 0-15,0 0 0 0,-16 0 0 0,16 0 0 16,0 0 0-16,0 0 0 0,-18 0 0 16,18 0 0-16,0 0 0 0,0 0 0 0,0 0 0 15,-16 2 0-15,16-2 0 0,0 0 0 16,0 0 0-16,0 0 0 0,0 0 0 15,-11 0 0-15,11 0 0 0,0 0 0 16,0 0 0-16,0 0 0 0,0 0 0 16,0 0 0-16,0 0 0 0,0 0 0 0,0 0 0 15,0 0 0-15,0 0 0 0,0 0 0 16,0 0 0-16,0 0 0 0,0 0 0 0,0 0 0 16,-16 1 0-16,16-1 0 0,0 0 0 15,0 0 0-15,0 0 0 0,0 0 0 0,0 0 0 16,0 0 0-16,0 0 0 0,0 0 0 15,0 0 0-15,0 0 0 0,0 0 0 16,0 0 0-16,0 0 0 0,0 0 0 16,0 0 0-16,0 0 0 0,0 0 0 15,0 0 0-15,0 0 0 0,0 0 0 0,0 0 0 16,0 0 0-16,0 0 0 0,0 0 0 16,0 0 0-16,0 0 0 0,0 0 0 0,0 0 0 15,0 0 0-15,0 0 0 0,0 0 0 16,0 0 0-16,0 0 0 0,0 0 0 15,0 0 0-15,0 0 0 0,-9-3 0 0,9 3 0 16,0 0-462-16,-3-9-595 0,3 9 105 16,1-10-993-16,-1 10-1366 0</inkml:trace>
  <inkml:trace contextRef="#ctx0" brushRef="#br0" timeOffset="27334">12865 1548 4801 0,'0'0'-306'0,"0"0"74"0,0 0 69 16,0 0 55-16,-14 2 51 0,14-2 50 0,0 0 43 15,0 0 37-15,-11 2 19 0,11-2 20 16,0 0 10-16,0 0 4 0,0 0 6 16,0 0-5-16,0 0-5 0,-11 3-4 0,11-3-3 15,0 0-5-15,0 0-4 0,0 0-3 16,0 0 3-16,0 0 12 0,0 0 43 0,0 0 29 16,0 0 3-16,29 9-14 15,-13-6-12-15,4-1-13 0,5 1-10 0,0-1-14 16,2 0-8-16,14-1-11 0,-7-1-5 15,-3 2-10-15,-5-2-9 0,-4 0 0 16,2 0 5-16,-5 0 3 0,-4 0-2 0,1 0 2 16,-4 0-3-16,-12 0-1 0,22 0-31 15,-22 0-60-15,14 0 0 0,-14 0 0 0,0 0 0 16,20 0 0-16,-20 0 0 0,0 0 0 16,11 0 0-16,-11 0 0 0,0 0 0 15,0 0 0-15,0 0 0 0,0 0 0 16,0 0 0-16,0 0 0 0,0 0 0 0,0 0 0 15,0 0 0-15,0 0 0 0,0 0 0 16,-47 0 0-16,20 0 0 0,-3 0 0 16,-1 0 0-16,1 0 0 0,-10-2 0 0,8 4 0 15,1-2 0-15,10-2 0 0,0 4 0 16,-1-2 0-16,8 0 0 0,1 0 0 16,13 0 0-16,-24 0 0 0,24 0 0 0,-17 0 0 15,17 0 0-15,0 0 0 0,-15-2 0 16,15 2 0-16,0 0 0 0,0 0 0 0,0 0 0 15,42-5 0-15,-15 5 0 0,3 0 0 16,16 0 0-16,-1 2 0 0,4 0 0 16,-8-1 0-16,1 1 0 0,-12 0 0 15,-3 1 0-15,-6-1 0 0,-1 0 0 16,-7-1 0-16,-1 1 0 0,0-2 0 0,-12 0 0 16,15 2 0-16,-15-2 0 0,14 1 0 15,-14-1 0-15,11 2 0 0,-11-2 0 0,0 0 0 16,0 0 0-16,0 0 0 0,0 0 0 15,0 0 0-15,0 0 0 0,0 0 0 0,0 0 0 16,0 0 0-16,0 0 0 0,0 0 0 16,0 0 0-16,0 0 0 0,0 0 0 15,-38 2 0-15,29-1 0 0,9-1-308 0,-23-1-764 16,11 1 114-16,12 0-1033 16,-19-4-1407-16</inkml:trace>
  <inkml:trace contextRef="#ctx0" brushRef="#br0" timeOffset="29698.5">14094 1601 4921 0,'-19'-3'-314'0,"5"1"59"16,1 0 50-16,0-1 52 0,13 3 55 15,-23-3 55-15,13 1 42 0,10 2 40 16,-16-2 26-16,16 2 28 0,-16-1 14 16,16 1 8-16,0 0 8 0,-15-4-7 0,15 4-3 15,0 0-7-15,0 0-3 0,-12-2 1 16,12 2 2-16,0 0 10 0,0 0 26 15,0 0 38-15,0 0 38 0,0 0 7 0,46 6-8 16,-19-5-6-16,15 1-16 0,6 1-7 16,13 2-10-16,2-1-18 0,-1-1-14 15,3 1-15-15,2-1-15 0,-7 1-8 0,-10-1-21 16,-3-1 1-16,-4-1-7 0,-3 3-3 16,-12-2 4-16,-3-1 8 0,-3 1 7 15,-8-2-82-15,-1 1-15 0,3-1 0 16,-3 0 0-16,1 2 0 0,-14-2 0 0,21 0 0 15,-10 0 0-15,-11 0 0 0,21 0 0 16,-21 0 0-16,21-2 0 0,-13 2 0 16,-8 0 0-16,20 0 0 0,-20 0 0 0,22 0 0 15,-22 0 0-15,19-1 0 0,-4 2 0 16,0-1 0-16,0 0 0 0,8 0 0 0,2-1 0 16,1-1 0-16,13 1 0 0,-7-1 0 15,8 0 0-15,0-1 0 0,-10 1 0 16,-3-1 0-16,0-1 0 0,-4 1 0 0,-4-1 0 15,0 2 0-15,-5 1 0 0,0-1 0 16,-2 2 0-16,1-2 0 0,-13 2 0 16,23-3 0-16,-13 3 0 0,-10 0 0 15,17-3 0-15,-8 3 0 0,-9 0 0 0,0 0 0 16,17 0 0-16,-17 0 0 0,0 0 0 16,18-2 0-16,-18 2 0 0,0 0 0 0,11-2 0 15,-11 2 0-15,0 0 0 0,0 0 0 16,8-5 0-16,-8 5 0 0,0 0 0 15,0 0 0-15,0 0 0 0,0 0 0 0,0 0 0 16,-42-3 0-16,13 1 0 0,-14 0 0 16,-6 0 0-16,-15 1 0 0,-5-1 0 0,-9-1 0 15,0 3 0-15,0-4 0 0,0 0 0 16,5 1 0-16,3-2 0 0,3 4 0 16,16-1 0-16,5 2 0 0,-2-2 0 0,5-2 0 15,4 0 0-15,7 4 0 0,5-2 0 16,9 2 0-16,-4-2 0 0,8 0 0 15,0 2 0-15,14 0 0 0,-25-2 0 16,14 2 0-16,11 0 0 0,-18 0 0 0,18 0 0 16,-13-1 0-16,13 1 0 0,0 0 0 15,-16 0 0-15,16 0 0 0,0 0 0 16,0 0 0-16,0 0 0 0,0 0 0 0,0 0 0 16,0 0 0-16,0 0 0 0,0 0 0 0,66-3 0 15,-1 3 0-15,10 0 0 16,17 3 0-16,24 0 0 0,1 3 0 0,-1-2 0 15,-8 4 0-15,-24-7 0 0,-10 3 0 16,-10-1 0-16,-19-2 0 0,-12 1 0 16,-7 0 0-16,-4 0 0 0,-8-2 0 0,2-2 0 15,-3 2 0-15,-13 0 0 0,21 0 0 16,-21 0 0-16,15 0 0 0,-15 0 0 0,16 0 0 16,-16 0 0-16,0 0 0 0,15 0 0 15,-15 0 0-15,0 0 0 0,13 0 0 16,-13 0 0-16,0 0 0 0,0 0 0 0,0 0 0 15,17 0 0-15,-17 0 0 0,0 0 0 16,7 2 0-16,-7-2 0 0,0 0 0 16,0 0 0-16,0 0 0 0,0 0-779 15,0 0-229-15,0 0-1170 0,0 0-1584 0</inkml:trace>
  <inkml:trace contextRef="#ctx0" brushRef="#br0" timeOffset="37363.81">18946 2619 1239 0,'2'-6'202'16,"-1"0"-7"-16,1 0 8 0,2-3 12 15,1 2 6-15,-4-2 8 0,3 2-6 16,0-3-2-16,-2 4 11 0,-2 6 9 16,3-11 2-16,-3 11-6 0,4-8-14 0,-4 8-20 15,4-4-26-15,-4 4-21 0,0 0 5 16,0 0 15-16,0 0-4 0,-17 37 7 16,1-8 5-16,0 2-13 0,-5 8 1 0,-3 1-10 15,-1 1 4-15,3-2-16 0,-3-3-2 16,8-7-17-16,0 0-11 0,0-1-7 15,4-2-15-15,3-10-7 0,0 0-9 0,5-5-6 16,-3-3-9-16,5 1-1 0,-2-2 0 16,1-1-5-16,4-6-8 0,-3 7-9 0,3-7-52 15,0 0-71-15,0 0-76 0,0 0-88 16,0 0-107-16,0 0-110 0,9-31-125 0,1 18-151 16,9-11-35-16,2-1 77 15,4 0-492-15,7-8-652 0</inkml:trace>
  <inkml:trace contextRef="#ctx0" brushRef="#br0" timeOffset="37619.47">19324 2423 3062 0,'1'-5'-75'0,"1"1"26"16,-2 4 12-16,0 0 37 0,0 0 53 0,0 0 45 16,0 0 29-16,-14 39 15 15,0-8 18-15,-2 3 20 0,-1 11 3 0,-4 1 7 16,2-1-7-16,0 0-9 0,3-9-9 0,4 0-16 15,-2-4-4-15,3-1-7 0,0-3-15 16,0-5-13-16,6-6-9 0,-3-2-12 16,5-2-7-16,-3 0-25 0,3-6-25 15,0 2-31-15,1 0-37 0,-2-4-40 0,4-5-79 16,0 0-108-16,0 0-115 0,-4 4-153 16,4-4-145-16,0 0 59 0,-5-18-353 0,1 9-447 15</inkml:trace>
  <inkml:trace contextRef="#ctx0" brushRef="#br0" timeOffset="37880.75">18763 2726 2768 0,'-17'0'58'16,"1"0"46"-16,16 0 49 0,-17 2 38 15,17-2 26-15,0 0 5 0,-15-2-1 16,15 2-11-16,0 0-8 0,0 0-10 0,0 0-16 15,61-2-12-15,-11-1-21 0,18 5-15 16,13-2-14-16,-2 0-22 0,3-2-47 0,-4 0-42 16,-1-1-40-16,-5-3-39 15,-9 2-20-15,-17 0-17 0,-8-1-3 0,-10 0-13 16,-5 2-14-16,-10 1-29 0,-1 2-47 16,-12 0-60-16,8-4-87 0,-8 4-113 15,0 0-113-15,0 0 50 0,0 0-153 0,-46 11-190 16</inkml:trace>
  <inkml:trace contextRef="#ctx0" brushRef="#br0" timeOffset="38199.68">18610 2934 2240 0,'-11'-3'185'0,"-1"2"50"0,12 1 52 16,-13-3 45-16,13 3 34 15,-9-4 19-15,9 4-11 0,0 0-36 0,0 0-33 16,0 0-30-16,20-13-24 0,5 9-29 16,13 0-21-16,14 2-26 0,15 2-18 0,7 0-20 15,2 0-18-15,3 0-21 0,-5 2-33 16,-8-2-25-16,-16 3-8 0,-9-3-2 0,-8 0 1 16,-8 0 2-16,-8 1-5 0,0-1 9 15,-3 0-9-15,-3-1-5 0,-11 1-2 16,16-3-1-16,-16 3-29 0,0 0-48 0,0 0-46 15,0 0-44-15,0 0-47 16,7 0-62-16,-7 0-54 0,0 0-69 0,0 0-92 16,0 0-148-16,0 0-106 0,0 0 70 0,0 0-415 15,0 0-541-15</inkml:trace>
  <inkml:trace contextRef="#ctx0" brushRef="#br0" timeOffset="38563.83">19927 2706 2794 0,'3'-11'-33'0,"0"3"50"15,-3 1 41-15,2 0 50 16,-2 7 49-16,6-10 39 0,-6 10 13 0,2-9 21 15,-2 9 7-15,1-6-5 0,-1 6-11 16,0 0-16-16,0 0-26 0,0 0-20 16,0 0 12-16,0 0 3 0,0 0 10 0,0 0-14 15,-5 39-3-15,-1-20-4 0,-6 10-9 16,3 2-4-16,0-2-1 0,-1 0-14 0,0-2-6 16,1-3-15-16,4-3-10 0,-4 0-10 15,6-7-6-15,-3 1-10 0,1-1 0 16,1-2-15-16,-1-1-9 0,3-2-16 15,-1-2-35-15,1 0-43 0,2-7-54 0,-8 6-71 16,8-6-79-16,0 0-91 0,0 0-110 16,0 0-123-16,0 0-172 0,-1-24-18 15,2 9 88-15,7 0-476 0,-3-6-614 0</inkml:trace>
  <inkml:trace contextRef="#ctx0" brushRef="#br0" timeOffset="38780.89">19846 2547 3143 0,'-12'-5'32'0,"4"4"59"0,8 1 47 15,-13-3 38-15,13 3 16 0,0 0 5 0,0 0-8 16,-5-6-21-16,5 6-16 0,0 0-14 16,22-6-17-16,-6 4-14 0,4 0-19 15,5 0-58-15,3 0-68 0,-1-1-72 16,2 1-78-16,0 2-71 0,-8-1-83 0,-1 1-89 15,-2 1-121-15,-5-1-35 0,-1 2-248 16,-5 1-321-16</inkml:trace>
  <inkml:trace contextRef="#ctx0" brushRef="#br0" timeOffset="39031.58">19591 2975 2426 0,'-11'6'156'0,"6"1"81"16,-2-3 59-16,7-4 45 0,-9 5 27 0,9-5 0 16,0 0-23-16,0 0-21 0,0 0-35 15,0 0-21-15,0 0-30 0,43-2-22 0,-29 1-23 16,8 1-17-16,-1 0-17 0,-1 0-58 16,2-2-38-16,-3-1-35 0,-2 2-31 15,-4 0-37-15,0 1-44 0,0-2-60 16,-1-2-83-16,-1 0-107 0,1 4-118 0,-1-5-153 15,1 1-136-15,-2-1 72 0,-3 0-451 16,2-1-589-16</inkml:trace>
  <inkml:trace contextRef="#ctx0" brushRef="#br0" timeOffset="39513.5">20199 2757 3099 0,'-7'-5'40'0,"1"-2"38"0,6 7 4 16,-3-7-9-16,3 7-4 0,0 0-13 0,0 0 29 16,0 0 12-16,0 0 1 15,-11 24 7-15,6-14 13 0,1 2 2 16,3 2 16-16,-3 0 3 0,0 1-2 0,0 0 6 16,1 2-5-16,-1-5-3 0,-1 1-10 15,2 1-5-15,-3-6-11 0,4 3-4 0,1-5 3 16,-3 1 9-16,4-7-1 0,-4 13 28 15,4-13 21-15,-4 5-3 0,4-5-16 0,0 0-19 16,0 0-14-16,0 0-10 0,0 0-12 16,0 0-14-16,4-34-14 0,5 20-4 15,1-2-20-15,3-1-9 0,0 1-13 0,-1 3-11 16,1-3-21-16,3 6-11 16,-3 1-17-16,0 1-2 0,3 2-12 0,-5 5 1 15,1 1 0-15,-12 0 6 0,22 5 4 16,-10 0 5-16,-3 4 4 0,0 1 4 0,0 3 1 15,-4-1 4-15,1 1 5 0,-3 1 4 16,3-1 5-16,-4-1 14 0,1 2 10 16,-1-3 11-16,-1 1 6 0,-1 0-1 0,0-5 8 15,2 2-7-15,-2-2-8 0,0-7-5 16,2 11 5-16,-2-11-2 0,2 11-22 0,-2-11-29 16,0 7-49-16,0-7-59 0,0 0-100 15,2 6-127-15,-2-6-148 0,0 0-213 0,0 0-4 16,0 0 83-16,0 0-429 0,16-21-552 15</inkml:trace>
  <inkml:trace contextRef="#ctx0" brushRef="#br0" timeOffset="39815.24">20636 2830 2985 0,'-5'-13'41'0,"0"6"61"0,3-2 40 16,2 9 32-16,-3-8 14 0,3 8-11 0,-2-9-19 15,2 9-20-15,0 0-18 16,0 0-10-16,0 0 7 0,0 0 2 16,-9 23 5-16,7-12-3 0,-4 7-6 0,3-3-10 15,-2 5-9-15,-3 1-7 0,3 0-8 16,-1 0-8-16,1-1-29 0,-2-2-59 0,2-2-58 15,-1-3-60-15,3 2-62 0,-1-5-70 16,0 1-75-16,1-5-107 0,3-6-155 0,-5 7-10 16,5-7-319-16,0 0-411 0</inkml:trace>
  <inkml:trace contextRef="#ctx0" brushRef="#br0" timeOffset="39980.85">20728 2601 2517 0,'-2'-13'29'16,"0"1"55"-16,2 5 31 0,-2-1 20 0,2 8 17 16,2-12-11-16,-2 12-9 0,-2-8-17 15,2 8-44-15,0-9-38 0,0 9-69 0,0 0-56 16,0 0-58-16,0 0-83 0,0 0-112 16,0 0-197-16,0 0 44 0,0 0-56 15,4 23-56-15</inkml:trace>
  <inkml:trace contextRef="#ctx0" brushRef="#br0" timeOffset="40597.33">21145 2317 1596 0,'-1'-15'131'0,"1"5"44"16,-3 2 17-16,3 0 8 0,0 8-4 0,-2-9-8 15,2 9-31-15,0 0-4 16,0 0-27-16,0 0 31 0,0 0-4 0,-17 23 10 16,5-4 8-16,1 12 14 0,-4 4 4 0,-2 8 2 15,-3 1-5-15,2 2-8 0,-1 1-12 16,-3-1-17-16,6-3-17 0,-4-2-13 16,7-7-25-16,-2-3-7 0,2 0-9 15,4-7-7-15,-2-4-30 0,6-1-24 0,-3-4-23 16,3 1-24-16,-3-3-17 0,6-3-14 15,-4-2-5-15,4 0 0 0,1-1 0 16,1-7 6-16,-4 9-27 0,4-9-10 0,0 0-9 16,0 0 8-16,0 0 5 15,0 0 5-15,-20-20 6 0,15 8 7 0,-1-2 11 0,1 1 7 16,-4-2 3-16,2 1 7 16,0 4 0-16,-3-4 30 0,0 6 11 0,3-2 21 15,0 1 7-15,3 2 14 0,-3 2 1 16,5 0 9-16,-1-2 2 0,-1 2-2 15,4 5-8-15,2-10-3 0,8 3-10 0,-1-1 4 16,10-1-3-16,8-5-9 0,1 4 1 16,5 0 2-16,-3-3-12 0,-5 7 8 0,-4 1-1 15,-4-1 5-15,0 2 18 0,-4 0 19 16,-1-1 19-16,-1 2 3 0,-3 1-2 16,-8 2-11-16,16-4-11 0,-16 4-3 0,0 0-9 15,12 9 5-15,-10 0 5 0,-2 1 2 16,0 3-5-16,-2 3-3 0,1 3-7 15,-5 1-2-15,2 2-1 0,1 0-5 16,-3 1-1-16,3 2-6 0,-2-6-13 0,-1 3-45 16,3-5-42-16,1-3-64 0,0 1-48 15,-2-3-61-15,4 0-60 0,-2-7-66 0,2 1-99 16,0-6-145-16,2 8 12 0,-2-8-308 16,0 0-396-16</inkml:trace>
  <inkml:trace contextRef="#ctx0" brushRef="#br0" timeOffset="40747.06">21206 2539 2517 0,'0'-9'9'15,"0"1"28"-15,0 1 4 0,0 2-3 0,0 5-15 16,0 0-35-16,0 0-31 16,0 0-45-16,0 0-75 0,0 0-126 0,0 0-191 15,0 0-61-15,15 20-44 0</inkml:trace>
  <inkml:trace contextRef="#ctx0" brushRef="#br0" timeOffset="41397.37">21370 2832 1670 0,'0'0'189'0,"0"0"45"15,0 0 20-15,0 0 1 0,0 0-20 16,-23-2-26-16,23 2-25 0,0 0-14 0,-9 6-9 15,5 0-5-15,4-6-9 0,-7 11 14 16,0-5 7-16,1 6-3 0,-1-5-2 0,2 3-5 16,-6-2-4-16,4 2-11 0,-2-2-12 15,0-1-11-15,-2 1 9 0,4-3 3 16,0-2-26-16,7-3-11 0,-16-2-1 0,16 2-9 16,-15-6-13-16,11-2-9 15,-2-2-7-15,2-1-11 0,4-1-2 0,0-5-3 16,2 5-7-16,2-1-6 0,-1 1-1 15,-2 0-6-15,1 2-3 0,2 1-5 0,0 2-6 16,-3 0 0-16,-1 7-2 0,12-7 1 16,-12 7 2-16,15-1 1 0,-2 2-5 15,-13-1 1-15,31 7-2 0,-10-3 4 0,2 3 3 16,2-2-2-16,7 2-3 0,-1-4 4 16,-4 2 4-16,-3-3-5 0,1-2-10 0,0-2-5 15,11-5 1-15,-4-3-2 0,-2-2-9 16,3-5-2-16,-5-4 0 0,5-9 4 15,-5-4-11-15,-3-3-8 0,-2-4-11 16,0-5-13-16,-4-6-12 0,0-2-8 16,-6-1-7-16,-1-1-2 0,-4 17 9 0,-5 1 10 0,-1 9 2 15,-4 9 9-15,1 3-1 16,-7 3 2-16,-2 5 14 0,-1 8 16 0,-5 2 8 16,-2 10 17-16,-9 9 18 0,-5 16 26 15,-1 9 18-15,5 5 25 0,-3 5 5 0,4 6 13 16,6 3 8-16,4-4-8 0,7 0-8 15,5-2 12-15,5-13-22 0,3-3-4 16,6-1-2-16,-2-4-6 0,4-4 3 0,7-6 21 16,-2-6 9-16,7-3 6 0,1-7-6 15,-1-5-15-15,1-2-8 0,2-3-6 0,-2-2-11 16,1-3-6-16,0-2-4 0,-2 2-4 16,-7 1-14-16,0-3-41 0,-3 2-57 15,-2 2-62-15,1-2-76 0,-7 2-104 16,-5 2-131-16,8-4-164 0,-8 4-233 0,0 0 65 15,0 0 80-15,-13-9-507 0,13 9-655 16</inkml:trace>
  <inkml:trace contextRef="#ctx0" brushRef="#br0" timeOffset="42047.35">22483 2656 2995 0,'2'-8'-87'0,"-2"8"57"0,0 0 55 0,0 0 28 15,-5-9 43-15,5 9 27 0,0 0 18 16,-34 9 17-16,10 7 12 0,-1 3 10 0,-2 4 2 16,3 2-12-16,0 3-8 0,6 1-11 15,-1 0-9-15,6 0-7 0,-1 0-8 16,6-6-28-16,3-4-8 0,1 1-7 0,4-3-7 16,2-3-8-16,2-1-3 0,1 1-9 15,3-3-2-15,2-1-22 0,1-3-37 0,0-2-57 16,5-2-66-16,-3-3-67 0,8 2-64 15,-2-5-48-15,3-1-63 0,1-1-76 16,1-2-109-16,4-5-35 0,1-2-301 16,0-1-373-16</inkml:trace>
  <inkml:trace contextRef="#ctx0" brushRef="#br0" timeOffset="42332.13">22656 2820 2307 0,'-7'-10'-36'0,"7"10"53"15,-10-2 39-15,10 2 48 0,0 0 38 16,-25 9 27-16,14-2 15 0,-1 1 6 15,3 2 3-15,0 3-7 0,-1 1-13 0,2-1-14 16,5-1-12-16,-1 2-5 16,6-3-8-16,0 5-13 0,5-5-11 0,0 2-4 15,7-2-13-15,3-1-3 0,-1-3 2 0,-2-2 10 16,4-3 7-16,-1-1-7 0,-4-2 3 16,5 1 5-16,-3-5-6 0,0-1-6 15,-2 0-5-15,-2-1-15 0,3-4-6 16,-5 0-11-16,4 0-5 0,-6-3-8 0,-2-3-28 15,5-1-20-15,-7 1-24 0,-1 5-32 16,-2-1-26-16,0 1-55 0,-4 2-59 0,-1 3-57 16,-1 0-56-16,-5 2-73 15,1 1-107-15,-1 1-188 0,2 1 46 0,9 2-322 16,-18-1-431-16</inkml:trace>
  <inkml:trace contextRef="#ctx0" brushRef="#br0" timeOffset="42763.63">22876 2747 2582 0,'9'-6'56'0,"-9"6"45"0,7-3 38 0,-7 3 7 16,0 0 14-16,0 0 16 0,0 0 27 15,12 9 13-15,-10-3-7 0,2 5-4 0,0 2-10 16,-2 3-3-16,-1 1-19 0,-1 3-17 16,-1-4-13-16,1 3-16 0,-4 0-11 0,0-3-12 15,2 1-10-15,0-3-5 0,-2 1-6 16,0-3 7-16,2-4 10 0,0-1 30 15,1 0 29-15,1-7 5 0,0 0-15 16,-6 8-8-16,6-8-13 0,0 0-13 16,0 0-8-16,0 0-19 0,0 0-5 0,-2-32-10 15,10 15-9-15,1-3-8 0,8-7-7 16,1 2-7-16,0 0-7 0,4 3-2 0,-8 7-6 16,-2 1-1-16,1 5-10 0,-3 1 0 15,-2 3-8-15,1 2 1 0,-9 3 2 0,18 1-6 16,-18-1 6-16,14 10-10 0,-6-3 10 15,-2 2-7-15,0 5-4 0,-1-1 3 16,-3-1 0-16,4 2-3 0,-4 2 1 0,0-5-2 16,-1 4 6-16,-1-3 0 15,0-4-5-15,2 1 2 0,-2 1-5 0,0-2-18 16,0-8-29-16,2 11-40 0,-2-3-44 16,0-8-49-16,3 9-68 0,-3-9-111 0,0 5-109 15,0-5-119-15,0 0-159 0,0 0 1 16,0 0 89-16,0 0-471 0,0 0-599 0</inkml:trace>
  <inkml:trace contextRef="#ctx0" brushRef="#br0" timeOffset="43265.37">23803 2267 3034 0,'4'-14'-12'0,"0"5"78"16,-4 0 60-16,0 9 40 0,0-8 17 15,0 8-12-15,0 0-19 0,0 0-5 16,0 0 32-16,0 0 10 0,-22 24 2 0,4 1-1 16,1 6 5-16,-8 10 11 0,0 6 5 15,-1 1-1-15,-1 0-15 0,2 0-17 0,0-2-17 16,5-1-11-16,-2-5-17 0,10-8-10 16,-2-3-16-16,3 0-1 0,1-8-11 15,4-4-11-15,-2-3-5 0,5-4-14 16,-1 0 3-16,0 0-6 0,3-5-4 15,-1 3 3-15,2-8-3 0,-2 8-1 0,2-8-8 16,0 0-4-16,0 0-13 0,0 0 9 16,0 0-36-16,0 0-36 0,0-25-28 0,0 11-28 15,-5-2-18-15,3 1-16 0,-3-1-10 16,-3-1-5-16,-1 4-1 0,-3 1 4 0,1 3 4 16,-5 2 14-16,0 2 7 0,-4 3 14 15,6 2 6-15,-6 4 5 0,5-1 14 16,-6 6 6-16,7-2 9 0,-2 5 1 0,0 0 7 15,5 1 7-15,0 3 19 0,2-3 14 16,0 1 9-16,6 1 6 0,1-3 10 0,2-1-2 16,0 1 3-16,3-1-3 15,3 3 2-15,-1-2 1 0,8 0-2 0,-1 1-6 16,8-3-3-16,-2-1-11 0,5-3-45 16,2 0-54-16,0-5-59 0,2 0-63 15,2-2-48-15,-1 0-38 0,8-7-40 0,-3 1-41 16,-3-5-48-16,3 0-65 0,-5-5-43 15,1 0-316-15,-4-1-345 0</inkml:trace>
  <inkml:trace contextRef="#ctx0" brushRef="#br0" timeOffset="43430.38">23792 2759 2228 0,'8'-7'-11'0,"-5"0"56"15,-1 2 33-15,-2 5 20 0,6-5 9 16,-6 5-4-16,0 0 40 0,0 0 9 0,0 0-8 16,0 0-3-16,-6 25-12 0,2-9-15 15,-3 3-3-15,0 1-15 0,-5 9-6 16,-1-2-27-16,-1 0-46 0,1 0-53 0,4-6-59 15,-1-3-56-15,0-1-62 0,3-3-79 16,0-2-90-16,2-5-134 0,1 0 20 16,2-4-71-16,2-3-69 0</inkml:trace>
  <inkml:trace contextRef="#ctx0" brushRef="#br0" timeOffset="43563.6">23937 2520 1627 0,'0'-10'49'0,"0"3"12"0,0 2-5 16,0 5-9-16,0 0-3 0,0 0-8 0,0 0-30 16,0 0-49-16,0 0-84 0,0 0-102 15,0 0-291-15,0 0-23 0</inkml:trace>
  <inkml:trace contextRef="#ctx0" brushRef="#br0" timeOffset="44181.31">24398 2292 1459 0,'6'-22'90'16,"-2"8"39"-16,-3 2 42 0,-1 2 26 16,0 2 15-16,2 0 1 0,-2 8-24 0,0-8-15 15,0 8-8-15,0 0 12 0,0 0 3 16,-27 27 18-16,9 3 5 0,-9 8 8 15,2 5 8-15,-3 6-4 0,-5 2-3 0,-1 4-13 16,2 1-8-16,-1-2-15 0,1 1-1 16,3-4 7-16,3-3-17 0,1-2-17 15,2-3-8-15,8-11-19 0,1-3 0 0,1-3-17 16,6-9-9-16,-4 0-8 0,8-6-8 16,-3-2-1-16,4-2-5 0,-1-2-1 0,3-5-27 15,0 0-22-15,-8 5-24 16,8-5-28-16,0 0-19 0,0 0-23 0,-6-22-22 15,0 10-20-15,4-4-15 0,-1 0-12 16,-3-1 7-16,-1-1 10 0,-2 1 8 0,0 3 11 16,2 1 8-16,-1 0 9 0,-2 3 11 15,7 2 6-15,-5 0 8 0,5 0 10 0,-1 3 10 16,-1 0 16-16,5 5 15 0,-5-9 13 16,5 9 19-16,2-7 26 0,-2 7 5 15,15-8-3-15,2 2-5 0,4 0-7 16,13-1-5-16,2-3 0 0,5-1-3 0,-5 1-3 15,2 2 0-15,-2-3-1 0,-4 1 9 16,3 3 17-16,-11 0 17 0,-2 1 12 16,-7 4 10-16,-2 0-9 0,-2-2-7 0,0 4-6 15,-11 0 29-15,14 4 8 0,-6 3 6 16,-4 0-7-16,0 4 1 0,-2 2-11 0,-2 1-14 16,0 1-3-16,-4 2-9 0,-1 2 3 15,2-2-16-15,-1 0 1 0,0 3-8 0,-1-3-17 16,-1-1-25-16,3-3-61 0,-6-1-58 15,4 2-67-15,3-5-72 0,-2-1-86 16,2-2-118-16,2-6-130 0,-1 6-154 0,1-6-11 16,0 0 87-16,0 0-461 15,0 0-592-15</inkml:trace>
  <inkml:trace contextRef="#ctx0" brushRef="#br0" timeOffset="44348.17">24431 2637 3136 0,'-2'-12'40'0,"2"4"64"0,0-2 48 15,0 10 34-15,-2-9 19 0,2 9-4 0,0-10-21 16,0 10-13-16,0 0-23 0,0-10-28 16,0 10-63-16,0 0-77 0,0 0-109 0,0 0-91 15,0 0-124-15,0 0-215 0,0 0-58 16,0 0 70-16,0 0-204 16,0 0-246-16</inkml:trace>
  <inkml:trace contextRef="#ctx0" brushRef="#br0" timeOffset="45097.11">24895 2759 2153 0,'-9'-7'38'0,"-3"2"22"0,1-1 24 0,2 2 31 0,-5 2 20 16,1 0 8-16,-5 2 15 0,0 2 5 15,-7 0 18-15,-2 2 3 0,-5 5 7 16,1 1 8-16,3 1-6 0,5-1-11 16,2 0-4-16,6 0-1 0,0 2-4 15,1 0-7-15,5 1-10 0,0-2-7 0,8-1-12 16,-1 2-12-16,2-1-9 0,3-1-7 16,6 3-25-16,2-1-6 0,6-2-7 0,2 0-5 15,9-1-8-15,-3 1-8 0,0-6 3 16,0 0 1-16,-4-2-16 0,0-2-1 15,-2-2-6-15,2-2 1 0,0 0-2 0,-2-4-4 16,0 1 0-16,-4-4-9 16,0-2-2-16,-1 1 0 0,-5-5-1 0,1 0-5 15,-2-1-2-15,-4 1 0 0,-3-2-3 16,-1 0-3-16,-3-2 6 0,-3 1-7 0,-2 0-3 16,0 2 2-16,-3 1-2 0,-2 4 2 15,-2-1-5-15,-1 7 4 0,-1 2-3 16,0 2-1-16,0 3 2 0,0 3-4 0,-3 2 4 15,4 2-3-15,-4 5 3 0,7 0 2 16,-1 1-2-16,5-2 3 0,4 1-1 0,-3-2 1 16,5 0 3-16,2-1 3 0,1-1 10 15,0-8 28-15,6 14 9 0,2-9 15 16,3-1 8-16,3-1 2 0,-2-3 4 16,8-2-6-16,-2 1 9 0,7-5-1 15,2 3-4-15,5-6-3 0,-3 3 12 0,-6 1 9 16,-3-1 8-16,0 3-4 0,-6 1-4 15,-1-1-14-15,0 3-5 0,-13 0 13 0,19 3 4 16,-8 1-6-16,-3 1-67 0,2 2-22 16,-3 3 0-16,-2-2 0 0,6 4 0 0,-6-1 0 15,3-1 0-15,-5-2 0 0,6 0 0 16,-6 0 0-16,3-1 0 0,-1-1 0 16,-1-2 0-16,-4-4 0 0,14 6 0 0,-5-4 0 15,-9-2 0-15,27 0 0 0,-12-2 0 16,0 0 0-16,2-2 0 0,-1 3 0 0,-1-2 0 15,0-1 0-15,0 2 0 16,-1 0 0-16,-3 0 0 0,-11 2 0 0,19-3 0 16,-8 3 0-16,0 0 0 0,-11 0 0 15,20-2 0-15,-6 5 0 0,-1-4 0 0,3 1 0 16,-4-4-883-16,6 1-117 0,-9 0 100 16,0-3-939-16,0 0-1266 0</inkml:trace>
  <inkml:trace contextRef="#ctx0" brushRef="#br0" timeOffset="53263.09">16912 3442 1115 0,'16'-3'357'0,"-16"3"-79"0,0 0-45 16,11-3-12-16,-11 3-3 0,0 0-4 0,0 0-3 15,0 0-18-15,0 0 13 0,0 0 11 16,0 0 8-16,0 0-2 0,0 0-4 0,9-4-11 16,-9 4-21-16,0 0-9 0,0 0-15 15,0 0-14-15,0 0-10 0,0 0-10 16,0 0-7-16,0 0-13 0,-20-10-4 0,20 10-8 16,-12-4 2-16,12 4-9 0,-15-5-7 15,5 2-6-15,1 0-6 0,-2-1-1 0,-1-1 3 16,-3 0-13-16,1 1-3 15,-1-1-8-15,0 1-3 0,-2 0-1 0,1-1-11 16,0 1-2-16,-2-3 1 0,3 2-8 16,-2 2 0-16,-2 0-3 0,4-1-4 15,-5 1-1-15,4-1 5 0,-4 1 3 0,2 1-1 16,-4 0-4-16,5 1-1 0,-2-1-6 16,-2 2 3-16,4-2-5 0,-6 2-1 0,4 0 2 15,0 0-3-15,-2 0-6 0,2 0 8 16,-1 2-5-16,0-2-5 0,3 0 2 0,-4 2 4 15,4-1-2-15,-1-1-1 16,2 0-2-16,0 0 1 0,-1 0 4 0,2 2 5 16,0 0 5-16,-3-2 14 0,3 2 6 15,2-2-8-15,-4 0 9 0,-1 1-8 16,4-1-10-16,-4 3-4 0,1-3 11 0,-2 1-13 16,1-1 0-16,-2 3-3 0,1-3 2 15,-3 4 0-15,2-3-10 0,3 1 5 0,-5-1 3 16,8 3-7-16,-6-1 4 0,4 3-4 15,-4-2 4-15,5 0-7 0,-2 0 5 0,-1-1-5 16,5 3 1-16,-2-4 0 0,2 2-3 16,0 1 8-16,-3-2 1 0,1 3-6 15,1 0-6-15,2-1 14 0,-2 2-16 16,1-2 5-16,-3 3-1 0,3 0 17 16,-1-1-11-16,1-1-3 0,2 3 3 0,-3-2 2 0,1 2-7 15,1-1 7-15,1 0-6 16,-2 2-2-16,1-2 3 0,-1 1-3 0,3 1 7 15,-3-1-3-15,2-1-1 0,1 2-2 16,-3-1 5-16,4 2-4 0,-5-3 1 0,3 4-3 16,1-2 6-16,-1-1-6 0,0 1 5 15,0 0 1-15,0-1-5 0,2 1 2 16,1-1 6-16,0-2 3 0,-1 2 7 0,0 0-10 16,1 2 5-16,0-1-1 0,1-2 4 15,1 1-6-15,-2-1 0 0,1 5-1 0,-3-3-2 16,5 2 4-16,-4 0 8 15,2-1-13-15,2 2 1 0,-3-1 5 0,5 0-8 16,-6 2 8-16,4-2 0 0,-3 0-4 16,3 0 3-16,-4 1 4 0,6 0 5 0,-3-2 14 15,1-2 6-15,-1 5-12 0,2-4 2 16,0 3-3-16,-2-3 2 0,4 3-2 0,-3 3 5 16,1-4 5-16,2-1-9 0,0 3 3 15,2 0-4-15,-1 0 3 0,1-3-3 16,-2 4 1-16,4-2-3 0,-2 1 4 0,1 0 16 15,-1-1-44-15,2 1 0 0,0 0 0 16,2-1 0-16,1 3 0 0,-1-2 0 16,0-1 0-16,2 4 0 0,2-5 0 0,-5 3 0 15,5-4 0-15,-3 3 0 0,4-2 0 16,-4-1 0-16,4 1 0 0,-1 1 0 16,0-1 0-16,1-2 0 0,0 2 0 0,2-1 0 15,-2 1 0-15,2-4 0 0,1 3 0 16,1-1 0-16,-1-2 0 0,1 3 0 0,0-3 0 15,1 1 0-15,0-3 0 0,2 3 0 16,3 1 0-16,-4-3 0 0,0 2 0 16,3-2 0-16,-4 0 0 0,0-1 0 0,-1-1 0 15,3 2 0-15,-1-2 0 16,0-1 0-16,0 2 0 0,3-1 0 0,-1-3 0 0,0 4 0 16,2-2 0-16,0-2 0 15,0 2 0-15,4 0 0 0,-2 0 0 0,0-1 0 16,0-1 0-16,0 2 0 0,-4-2 0 15,2 2 0-15,-2-2 0 0,2 1 0 0,-4 0 0 16,3-1 0-16,-2 0 0 0,-4 0 0 16,3 1 0-16,3-1 0 0,-5-1 0 0,2 1 0 15,0 0 0-15,5-1 0 0,-3 1 0 16,2-2 0-16,2 2 0 0,-2-2 0 0,3 0 0 16,0 0 0-16,-1 0 0 0,-3-2 0 15,6 2 0-15,-3 0 0 0,-3 2 0 16,2-2 0-16,-1 0 0 0,0 2 0 15,-2-2 0-15,-4 0 0 0,5 0 0 0,-2 0 0 16,2 0 0-16,-4 0 0 0,4 0 0 16,3-2 0-16,-2 0 0 0,0 2 0 15,1-2 0-15,-4 1 0 0,2-1 0 0,-3 2 0 16,-2-2 0-16,0 1 0 0,3-1 0 16,-5-1 0-16,2 3 0 0,-1-2 0 0,1 2 0 15,1-2 0-15,-3-2 0 0,0 3 0 16,1-2 0-16,1 3 0 0,1-4 0 0,-1 0 0 15,1 2 0-15,-1-1 0 0,-1 2 0 16,4-5 0-16,-3 5 0 0,1-3 0 0,-3 0 0 16,1 2 0-16,-1 0 0 15,0-2 0-15,1 0 0 0,-1 3 0 0,-1-3 0 16,0 2 0-16,-1-2 0 0,0 0 0 16,1 2 0-16,2-3 0 0,-1 0 0 0,1 1 0 15,1-1 0-15,0-1 0 0,0 1 0 16,1-2 0-16,-1 1 0 0,0 0 0 0,-1-1 0 15,3 3 0-15,-5-4 0 0,-1 3 0 16,2 0 0-16,0-2 0 0,-2 3 0 0,0-4 0 16,1 3 0-16,-1-5 0 15,-1 4 0-15,1 0 0 0,-1-1 0 0,2 0 0 0,-1 0 0 16,-1-3 0-16,1 3 0 16,-1-2 0-16,-1 2 0 0,1-2 0 0,2 0 0 15,-3-2 0-15,0 2 0 0,2 0 0 16,-4-4 0-16,3 5 0 0,-3-5 0 15,2 3 0-15,0-2 0 0,-1 1 0 0,-1-3 0 16,1 0 0-16,-3 0 0 0,6 0 0 16,-6-1 0-16,3 0 0 0,1 0 0 0,-5-4 0 15,7 1 0-15,-4-1 0 0,1 2 0 16,-3 2 0-16,1-2 0 0,0 2 0 0,0-2 0 16,-2 1 0-16,2 0 0 0,0 1 0 15,-4 1 0-15,1 3 0 0,1-4 0 0,0 2 0 16,2 0 0-16,-4 0 0 0,2-1 0 15,-2 0 0-15,1 1 0 0,-1-2 0 16,0 2 0-16,2 1 0 0,-2-1 0 16,0 0 0-16,0 2 0 0,2 1 0 0,-4-2 0 15,2 1 0-15,2 1 0 0,-2 2 0 16,0-5 0-16,0 3 0 0,0 2 0 0,0-3 0 16,0 3 0-16,0-2 0 0,0 0 0 15,0 0 0-15,0 1 0 0,0-4 0 0,0 1 0 16,0 0 0-16,0 0 0 0,-2-2 0 15,0 2 0-15,1-5 0 0,-1-1 0 0,-4-1 0 16,1-2 0-16,-1 1 0 16,0 2 0-16,-4-1 0 0,-1 2 0 0,-6-5 0 15,-6 1 0-15,-6 4 0 0,-5 2 0 16,-17 1 0-16,-2 3 0 0,-8 3 0 0,7 6 0 16,-11 2 0-16,4 5 0 0,2-1 0 15,4 4 0-15,-55 3-335 16,73-11-713-16,8 0 109 0,5-2-1057 0,7-1-1413 15</inkml:trace>
  <inkml:trace contextRef="#ctx0" brushRef="#br0" timeOffset="65413.01">26823 3527 1374 0,'0'0'486'16,"1"-10"-120"-16,1 5-51 0,-2 5-21 16,4-12-14-16,-4 12-7 0,4-9-12 15,-4 9-15-15,1-8-2 0,-1 8-9 16,0-8-14-16,0 8-15 0,0 0-17 0,0 0-12 16,0 0 13-16,0 0 24 0,0 0-6 15,-25 43 2-15,9-12 16 0,-7 7-5 16,-2 5-10-16,-2 1-14 0,-2 1-13 0,1-2 2 15,1-3-4-15,1 0-16 0,1 0-1 16,6-10 0-16,-1-1-6 0,4-6-19 0,-4 0-140 16,11-5 0-16,0-4 0 0,0-3 0 15,4-3 0-15,-1-1 0 0,3 0 0 0,-3-2 0 16,6-5 0-16,-8 8 0 16,8-8 0-16,-8 2 0 0,8-2 0 0,0 0 0 15,0 0 0-15,0 0 0 0,-14-8 0 16,14 8 0-16,-2-11-330 0,2 11-275 0,4-10-80 15,-3 2-144-15,7 3-1 0,1-7 90 16,-1 0-679-16,9 1-870 0</inkml:trace>
  <inkml:trace contextRef="#ctx0" brushRef="#br0" timeOffset="65712.85">27011 3595 3679 0,'11'-15'-72'0,"-4"3"63"0,4 2 51 16,-4 1 57-16,-2 2 45 15,-1 2 34-15,3-1 18 0,-7 6 5 0,5-8-12 16,-5 8-8-16,0 0 34 0,0 0 38 0,4 19 0 16,-10 2 5-16,-6 11 5 15,-2 4 5-15,-8 9-8 0,-1 1-2 0,-4 3-12 16,-1-3-17-16,2-3-13 0,-3 3-7 16,4-3-9-16,0-4-18 0,0-2-129 0,11-10-53 15,-4-4 0-15,7-4 0 0,1-3 0 16,2-4 0-16,-1-2 0 0,6-1 0 0,-3-1 0 15,1-3 0-15,2 1 0 16,3-6 0-16,-8 3 0 0,8-3 0 0,0 0 0 0,0 0 0 16,-3-24-347-16,4 14-255 15,1-5-112-15,2 1-183 0,2-2 69 0,0 0 99 16,0 3-657-16,-3-3-838 0</inkml:trace>
  <inkml:trace contextRef="#ctx0" brushRef="#br0" timeOffset="66012.81">26590 3680 3816 0,'-27'-10'4'15,"2"0"57"-15,-6-1 71 0,8 3 77 16,5 4 85-16,2-2 65 0,3 3 4 16,6-1-10-16,7 4-12 0,-12-4-10 0,12 4-23 15,0 0-23-15,0 0-25 16,0 0-25-16,55 6-18 0,4 3-26 0,12 3-24 15,5-4-17-15,8 3-35 0,21 3-115 16,6-3 0-16,-1 3 0 0,-1-2 0 0,-7 1 0 16,-22-4 0-16,-7 0 0 0,-13-3 0 15,-15-1 0-15,-15-2 0 0,-5 0 0 0,-6-1 0 16,-4-1 0-16,-3-1 0 0,-3 3-109 16,-9-3-112-16,6 0-59 0,-6 0-74 0,0 0-119 15,0 0-145-15,-34 6-228 0,5-2 61 16,-11-1 86-16,-4-2-596 15,0 3-752-15</inkml:trace>
  <inkml:trace contextRef="#ctx0" brushRef="#br0" timeOffset="66312.62">26416 3907 3911 0,'-17'0'134'0,"3"0"25"0,5 2 24 15,9-2 36-15,0 0 48 16,-9 5 50-16,9-5 35 0,0 0 15 0,42 14-19 16,-3-5-32-16,24 4-32 0,10-3-27 15,7 2-27-15,2 0-21 0,0-1-25 0,-4 1-20 16,-7-6-13-16,-7 0-16 0,-16 0-131 16,-10-6-4-16,-5 5 0 0,-11-5 0 0,-5 2 0 15,-1 0 0-15,-3 0 0 0,-13-2 0 16,19 0 0-16,-19 0 0 0,13-2 0 0,-13 2 0 15,11-2 0-15,-11 2 0 0,7-2 0 16,-7 2 0-16,5-7-340 0,-5 7-346 0,0 0-269 16,-1-10 74-16,1 10 98 0,0 0-763 15,-2-10-990-15</inkml:trace>
  <inkml:trace contextRef="#ctx0" brushRef="#br0" timeOffset="70695.53">27685 4360 4006 0,'-3'5'-98'0,"1"-2"59"0,2-3 57 16,0 0 68-16,0 0 48 0,0 0 26 16,0 0 14-16,0 0-11 0,0 0-5 15,0 0-8-15,23-13-17 0,-12 6-11 0,4-5-8 16,0 1-15-16,10-9-8 0,0 1-16 0,6-4-7 16,-1-9-5-16,6-2-6 15,0-1-7-15,0-5-7 0,2-3-7 0,-1-4-4 16,-1 2-5-16,0 0-1 0,-2 2-2 15,-3 3-5-15,-4 3-3 0,-6 9-2 0,-3 5 1 16,-4 4-5-16,-4 5-3 0,-1 3-2 16,-5 3-2-16,2 2-3 0,-2 2-1 15,-4 4 0-15,0 0 3 0,0 0 1 0,0 0-2 16,2 21 3-16,-4-5-1 0,0 6 0 16,-2 1 2-16,4 3-4 0,2-2 10 15,2 10-7-15,1 0 4 0,1 0-5 16,1-1 4-16,2 0 2 0,0-3-1 0,-2 2 17 0,1-9 10 15,-2 0 7-15,-2-1 19 16,-2-3 19-16,-2 0 27 0,0-1 17 0,-2 0 24 16,-6 2 6-16,2 2 7 0,-3-5 2 15,-8 7 1-15,1-7-10 0,-3 2-11 16,-3-1-5-16,2-4-11 0,1-4-11 0,-1-1-13 16,-2-3-88-16,5 0-15 0,0-5 0 15,0-1 0-15,0-1 0 0,1-5 0 0,3 0 0 16,-1-3 0-16,1-5 0 0,6 0 0 15,-1-2 0-15,4-1-187 0,0 5-160 0,4-3-123 16,2-4-153-16,4-3-192 16,2 2-15-16,9-6 94 0,2 4-687 0,6-2-873 15</inkml:trace>
  <inkml:trace contextRef="#ctx0" brushRef="#br0" timeOffset="71329.19">28632 4042 3683 0,'0'0'-31'0,"0"0"44"0,0 0 41 16,-2 8 43-16,2-8 38 0,0 0 27 15,0 0 20-15,0 0 5 0,0 0-2 16,14 2-10-16,-14-2-13 0,15-4-16 0,-15 4-9 16,21-6-6-16,-10 3-1 15,1 0-9-15,1-3-7 0,-2 1-11 0,3-3-8 16,-1 0-11-16,-3-1 7 0,1 2-4 15,-3-2 1-15,-3 3-3 0,4-1-2 0,-6 0-2 16,-3-2-7-16,4 4-4 0,-4-2-16 16,0 7 0-16,0 0-10 0,-12-12-8 0,12 12 0 15,-20 0 2-15,20 0-6 16,-38 11-4-16,9 2 8 0,-1 2 1 0,-1 3-21 0,6 1 6 16,2 4-1-16,6-1 2 0,-2 1 4 15,14-2 7-15,1-4-2 0,6 0 5 16,3-1 3-16,5 1-5 0,4-2 8 15,9 2-8-15,4-5-5 0,4-1 2 16,-6-5-2-16,0-5 4 0,-2 0-4 0,-3-2 12 16,5-3 11-16,7-6 5 0,-1-2 2 15,-4 0 4-15,-2-4 7 0,0 1 4 0,-5-4-6 16,1-4-10-16,-1 3-59 0,-2 0 0 16,0 0 0-16,-6 0 0 0,1 5 0 0,-2 1 0 15,-2 2 0-15,-1 0 0 0,0 3 0 16,-1-1 0-16,-2 3 0 0,6-1 0 0,-8 2 0 15,5 0 0-15,-3 4 0 16,4-1 0-16,-9 3 0 0,16 3 0 0,-7 2 0 0,5 2 0 16,-3 3 0-16,5 2 0 15,-5 2 0-15,-2 0 0 0,0 0 0 0,-6 2 0 16,1-2 0-16,-4 4 0 0,-2-1 0 16,-3 3 0-16,-5-1 0 0,-2-2 0 0,0-1 0 15,-12 2 0-15,3 1 0 0,-6-5 0 16,9-2 0-16,-3-5 0 0,3 1 0 15,2-6 0-15,-2 1 0 0,3-4 0 0,-1-3 0 16,2-4 0-16,2-2 0 0,2-5-79 16,1-3-659-16,7 5-190 0,2-1 22 15,4-2 105-15,2 3-811 0,13-10-1051 0</inkml:trace>
  <inkml:trace contextRef="#ctx0" brushRef="#br0" timeOffset="71829.19">29261 4074 4617 0,'-11'5'-65'0,"3"0"56"0,1-1 42 0,7-4 25 16,-11 6 4-16,7 0 2 0,4-6 10 15,-7 10 5-15,7-10 3 0,2 10-2 0,-2-10-1 16,9 14-2-16,-4-11-4 0,2 3 0 16,3-1-7-16,-2-2-2 0,-8-3-4 0,18 3-2 15,-5-1-8-15,-13-2-6 0,18-3-2 16,-18 3-1-16,19-4-4 0,-8-2-6 15,0 0-7-15,-4-2 1 0,0-3-2 16,1-2-1-16,-2-7-5 0,0 0-5 16,-1-3 4-16,-5 2-5 0,4-1 6 0,-2 3 2 15,-4-1 0-15,0 3 3 0,0 2 6 16,-1 1-5-16,-1 2-4 0,0 2 3 0,0 2-8 16,-2 1-2-16,1 1 0 0,5 6 0 15,-10-11-4-15,9 9-1 0,1 2-2 0,0 0 2 16,0 0 4-16,0 0 10 0,12-10-5 15,6 5 0-15,4 3 1 0,15-4-3 16,3 1 10-16,-4 0 7 0,-7 3-2 16,-5 1 15-16,-4-1 11 0,-5 2-4 15,0 0 14-15,0 3 20 0,-4 3 12 0,1 0 15 16,-3 1-4-16,-3 6 3 0,1 2-2 16,-4-1-5-16,-1 2-14 0,-2 4-5 0,0-2-6 15,-4 1-7-15,4 0-7 0,-4 0-2 16,2-1-12-16,0-1 1 0,0-5-10 0,0 3-4 15,0-5-9-15,2-2-11 0,0 1-45 16,0-9-40-16,0 10-62 0,0-4-78 0,0-6-97 16,10 0-127-16,-10 0-131 0,0 0-157 15,26-7-94-15,-12 2 79 0,7-2-653 16,0-3-839-16</inkml:trace>
  <inkml:trace contextRef="#ctx0" brushRef="#br0" timeOffset="72863.32">30113 3902 3689 0,'-3'-11'-58'0,"-1"4"53"0,-2-2 47 15,2 2 36-15,4 7 29 0,-10-9 5 0,10 9-3 16,-7-6-10-16,7 6-1 0,-14 0 17 16,14 0 8-16,-20 5 6 0,6 1 1 0,-4 3-1 15,0 3 4-15,-5 5-1 0,1-1-19 16,-1 3-7-16,7-3-9 0,3-3-5 15,2 1-8-15,1-1-2 0,2 1-3 16,5 0-2-16,1-1 5 0,2-1-7 16,2-1-4-16,1 0-8 0,7 0-7 0,2-5-13 15,0 0-32-15,10-3-38 0,-2-3-30 16,9-1-26-16,8-9-18 0,10-6-13 0,1-5 11 16,1-4 7-16,-5-9 13 0,1-10 4 15,-2-4 20-15,6-20 5 0,1-5 8 0,2-9 11 16,-5-8 3-16,1-9 3 0,-3 0 5 15,-6 0 1-15,-11 10 6 0,-2 9 16 16,-8 19 22-16,-9 7 1 0,-5 12 2 0,-2 4-2 16,-2 7-1-16,-2 12 1 0,0 1-5 15,-7 7-4-15,-4 1-2 0,-1 8 3 16,-5 6 3-16,-14 9 0 0,-10 15-1 16,1 8 14-16,-11 21 15 0,1 13 26 0,0 5 8 15,5 0 7-15,3 9 14 0,6 1 6 16,4 0-4-16,9-2 4 0,12-16 0 0,2-4-4 15,10-1-6-15,1-14-4 0,6-5-5 16,2-2 0-16,4 5-1 0,4-11-10 0,-1-8 11 16,2-4 5-16,0-10 10 0,1-5 8 15,-1-2-8-15,0-6-4 0,4-4-7 16,10-4-8-16,1-6-7 0,-2 0-7 16,-1 0-8-16,-2-2-6 0,-11 5-6 15,0 3 1-15,-5 2 0 0,-2 0 3 0,0 0-14 16,-4 3-39-16,-5 3 0 0,0 0 0 15,0 0 0-15,0 0 0 0,0 0 0 0,0 0 0 16,15 12 0-16,-15-12 0 0,3 11 0 16,-3-11 0-16,5 8 0 0,-3-3 0 0,-2-5 0 15,10 8 0-15,-10-8 0 0,9 4 0 16,-1-2 0-16,-8-2 0 0,20 2 0 16,-8-2 0-16,-12 0 0 0,29-2 0 0,-18 2 0 15,2-2 0-15,-13 2 0 0,19-2 0 16,-19 2 0-16,18-1 0 0,-18 1 0 0,13-1 0 15,-13 1 0-15,0 0 0 16,16 0 0-16,-16 0 0 0,0 0 0 0,11 2 0 16,-11-2 0-16,0 0 0 0,9 6 0 15,-4-2 0-15,-5-4 0 0,9 4 0 0,-9-4 0 16,13 2 0-16,-13-2 0 0,17-2 0 16,-7 0 0-16,-10 2 0 0,19-2 0 0,-12 2 0 15,-7 0 0-15,11-4 0 0,-11 4 0 16,0 0 0-16,0 0 0 0,18 6 0 15,-18-6 0-15,2 11 0 0,-2-3 0 16,0 5 0-16,0 7 0 0,0 5 0 0,-2 14 0 16,2 3 0-16,0 5 0 0,2 11 0 0,0 2 0 15,0 1 0-15,-1 0 0 0,3-1 0 16,-4-14 0-16,-4 1 0 0,-1-4 0 16,-4-4 0-16,-3-6 0 0,1-1 0 15,-9-5 0-15,4-3 0 0,-11-4 0 0,-2-2 0 16,-7-8 0-16,-3 0 0 0,-8-5 0 15,-5-5 0-15,-16-3 0 0,-2-5 0 0,-5-6 0 16,3-2 0-16,3-6 0 0,4-2 0 16,8-1 0-16,6-2 0 0,6-2 0 0,8 6 0 15,12 1 0-15,0 5 0 16,4-2 0-16,8 4 0 0,3 3 0 0,7 0 0 0,3 2-721 16,1 1-276-16,5 1 102 15,1 0-1002-15,7-3-1320 0</inkml:trace>
  <inkml:trace contextRef="#ctx0" brushRef="#br0" timeOffset="74428.64">31343 3871 5366 0,'-3'-7'-141'0,"3"7"59"0,-2-11 55 16,2 11 49-16,-2-11 34 0,2 11 20 15,0 0 8-15,4-8-3 0,-4 8-8 0,0 0-10 16,5-5-5-16,-5 5 7 16,0 0 16-16,0 0 14 0,0 0 11 0,0 0 6 15,5 26 1-15,-5-17 22 0,-2 4-2 16,-1-1 4-16,-2 3 14 0,0-1 0 0,-1 1 4 15,0-1-5-15,-1-2-10 0,1 1-7 16,2-1-12-16,-2-4-9 0,3-1 0 16,-1-1 8-16,2 2-3 0,2-8 6 0,-4 8-123 15,4-8 0-15,0 0 0 0,0 0 0 16,0 0 0-16,0 0 0 0,0 0 0 0,24-21 0 16,-12 5 0-16,12-6 0 0,-6 2 0 15,0 4 0-15,-6 6 0 0,1 0 0 0,-4 1 0 16,2 1 0-16,-3 3 0 15,0 1 0-15,-8 4 0 0,11-2 0 0,-11 2 0 16,15 9 0-16,-7-1 0 0,-3 1 0 16,3 3 0-16,-2 0 0 0,0 2 0 15,-3-3 0-15,3 2 0 0,-2-3 0 0,-3 1 0 16,5-3 0-16,-3-2 0 0,1 2 0 16,-3-1 0-16,-1-7 0 0,6 9 0 0,-6-9 0 15,9 5 0-15,-9-5 0 0,0 0 0 16,20-5 0-16,-11-1 0 0,3-3 0 0,-1 0 0 15,0 0 0-15,1 1 0 0,-3-2 0 16,-1 6 0-16,-3-2 0 0,2 1 0 16,-7 5 0-16,7-9 0 0,-7 9 0 15,0 0 0-15,0 0 0 0,0 0 0 16,0 0 0-16,6 20 0 0,-6-20 0 0,-2 18 0 16,2-6 0-16,0-2 0 0,0 1 0 15,0 2 0-15,2-2 0 0,-1-1 0 0,3 0 0 16,0 0 0-16,2-2 0 0,2 0 0 15,-1-5 0-15,4-1 0 0,-11-2 0 0,27-2 0 16,-13-1 0-16,-1-3 0 0,2 2 0 16,-4-3 0-16,1-2 0 0,-2-1 0 15,-3-3 0-15,0-1 0 0,-3-1 0 0,3-2 0 16,-5 1 0-16,-1 2 0 16,-1 1 0-16,0 1 0 0,0 1 0 0,0 2 0 15,-1 2 0-15,-3 0 0 0,-1 4-139 16,5 3-142-16,-11-4-68 0,11 4-69 0,0 0-96 15,0 0-127-15,-21 6-192 0,21-6 57 16,-4 7 97-16,4-7-532 0,0 0-675 0</inkml:trace>
  <inkml:trace contextRef="#ctx0" brushRef="#br0" timeOffset="74782.19">32173 3607 3157 0,'0'-25'28'0,"0"3"76"0,0 4 69 0,0 3 71 15,0 1 59-15,0 6 36 16,0-1 2-16,-1 1-18 0,1 8-19 0,0-11-37 16,0 11-21-16,0 0-27 0,0 0-2 15,0 0-22-15,0 0-19 0,-6 41-15 0,4-16-11 16,-2 10-19-16,2 5-10 0,-2-3-16 16,0-1-30-16,2-2-32 0,-3 0-49 15,-1-5-43-15,3-5-53 0,-2-1-57 0,-1 0-59 16,5-6-50-16,-3-5-36 0,2 3-27 15,0-4-12-15,0-3-13 0,2-1-6 0,0-7 12 16,2 10 39-16,-2-10 60 16,4 4 62-16,-4-4 62 0,0 0 59 0,0 0 50 15,0 0 44-15,0 0 33 0,0 0 22 16,5 7 5-16,-5-7-9 0,0 0-7 16,0 0-10-16,0 0 2 0,0 0-13 0,13 1-21 15,-13-1-57-15,7 3-76 0,-7-3-86 16,0 0-98-16,18-3-126 0,-18 3-130 0,11 5 17 15,-11-5-189-15,0 0-208 0</inkml:trace>
  <inkml:trace contextRef="#ctx0" brushRef="#br0" timeOffset="75081.38">30251 4085 2202 0,'-31'-2'159'0,"6"-4"25"0,2 3 44 16,9 0 54-16,3 0 27 0,2 2 14 15,9 1-16-15,-7-5-20 0,7 5-26 0,0 0-15 16,59-10-19-16,6 6-20 0,16 2-23 16,33 2-13-16,12 2-24 0,8 4-27 15,3 2-9-15,-1 1-11 0,-7-1-11 16,-7 1-14-16,-16-1-31 0,-27-1-19 0,-13-2-16 15,-18 0-2-15,-10 0-3 0,-9-3-10 16,-8-2-18-16,-8 2-41 0,-6-2-56 16,-7 0-55-16,0 0-68 0,0 0-97 0,0 0-126 15,0 0-229-15,-38-8 25 0,22 6 76 16,-5 0-392-16,-4-2-464 0</inkml:trace>
  <inkml:trace contextRef="#ctx0" brushRef="#br0" timeOffset="79714.94">5856 5213 2351 0,'-9'0'297'0,"9"0"-65"0,0 0-50 15,-22 0-12-15,22 0-18 0,0 0-21 0,0 0 2 16,0 0-13-16,0 0-1 0,0 0-12 15,46 3-12-15,-20-2-10 0,19 1-11 16,-2 2-21-16,3-6-83 0,1 2-97 16,-2-2-99-16,-2 0-141 0,-3 1-188 15,-7-2-8-15,-9 3 62 0,-4-4-156 0,-8 1-154 16</inkml:trace>
  <inkml:trace contextRef="#ctx0" brushRef="#br0" timeOffset="79945.8">6178 5085 1960 0,'4'-10'185'0,"1"1"25"0,-1 3 4 0,3 0-3 15,-1 3 13-15,2 0 14 0,-8 3-2 16,21 3-1-16,-7 2-17 0,2 5-11 0,-2 2-17 16,-1 5-9-16,1 8-19 15,-5-3-14-15,-7 1-13 0,-4 0-14 0,-2 10-14 16,-10-2-8-16,0 1-15 0,-4-1-15 15,0-1-44-15,-4-1-52 0,-3-2-61 16,1-2-69-16,-5-1-84 0,3-3-85 0,-1 0-118 16,0-2-210-16,3-2 48 0,4-7 73 15,5 2-278-15,-2-2-297 0</inkml:trace>
  <inkml:trace contextRef="#ctx0" brushRef="#br0" timeOffset="80296.44">5678 6220 2557 0,'-21'0'178'0,"1"-3"14"0,0 3 40 0,9 0 49 15,11 0 43-15,-23-1 22 0,23 1 10 16,-14-2-31-16,14 2-32 0,-5-2-21 0,5 2-28 16,0 0-22-16,30-7-27 0,-1 7-17 15,17-3-19-15,13-3-65 0,8 5-101 0,1-3-120 16,-1-2-142-16,0 2-167 0,-2-5-185 15,-6 4-120-15,-14-2 67 0,-7 1-541 16,-3-5-679-16</inkml:trace>
  <inkml:trace contextRef="#ctx0" brushRef="#br0" timeOffset="80529.11">6065 5991 3737 0,'0'0'177'15,"0"0"-22"-15,0 0-4 0,0 0 33 16,0 0 31-16,0 0 6 0,0 0-10 16,44 18-32-16,-27-3-1 0,5 2-16 0,-6-1-3 15,2 6-19-15,-7-1-6 0,-4 0-16 16,-5-2-5-16,-4 1-16 0,0 3-9 0,-9 6-18 16,-2 0-35-16,-6-2-59 0,2 0-67 15,-7-1-83-15,0-3-95 0,-2-2-111 16,-5-4-129-16,3-4-217 0,-3-2 48 0,4-4 71 15,6-4-436-15,4-1-516 0</inkml:trace>
  <inkml:trace contextRef="#ctx0" brushRef="#br0" timeOffset="85028.71">12365 5382 962 0,'0'0'150'0,"-18"-2"-29"16,9 4-6-16,9-2 10 0,-18-2 1 16,18 2 5-16,-14-2 3 0,14 2 10 15,0 0 5-15,-17 0 1 0,17 0 15 0,0 0-9 16,-12-3-13-16,12 3-10 0,0 0-13 15,0 0-5-15,0 0 12 0,0 0 13 16,0 0 14-16,0 0 3 0,0 0-1 16,29 16-4-16,-4-10-8 0,16 0-1 0,4 0-10 15,20 3-11-15,3-3-9 0,7 0-7 16,2-2-11-16,7 0-10 0,-1-1-5 0,-3 0-8 16,-2 1-9-16,-2-3 15 0,-4 3-3 15,0-4-3-15,-2 2-3 0,-6 0-2 0,-3 0-2 16,-12 0 10-16,-1 0-7 15,-4-2 1-15,-2 0 2 0,-2-2-3 0,-6 0-6 16,-3 0 3-16,-3 2-10 0,13-4-9 0,-9 4 0 16,1 0-4-16,-5 0-2 15,14 0-1-15,-1-3-11 0,2 6 2 0,0-3-5 16,-2 2-2-16,4 0 2 0,2 0-1 16,0 0-8-16,3 0 1 0,0-2-6 0,14 0 0 15,4 0-3-15,4 0 4 0,1-2-4 16,1 0 2-16,-2 2-3 0,1-2-1 0,-4 0-3 15,-5 0-1-15,-14 2 4 0,-3 0-3 16,-6 0-1-16,-9 0 4 0,-7 0-3 0,-4 0-4 16,-6 0 9-16,-2 0 1 0,3 0-6 15,-3 0-7-15,-13 0 10 0,29 2-6 16,-15-2-2-16,-2 2 6 0,1-2-2 16,3 0 0-16,3 0 2 0,4 2 1 15,3-2 1-15,5 2-5 0,11-2-1 0,0 2 2 16,3 0-8-16,3 0 6 0,0 1 7 15,1 0-7-15,1 1-1 0,2-2 3 0,-3-2-2 16,1 5 2-16,-1-3 0 0,1 0-2 16,-4 2 1-16,-3 0-2 0,-1-4 7 0,0 0-7 15,-2 3-1-15,-6-3 4 0,-5 0 1 16,-1 0 5-16,-1 0-7 0,-4 0 1 0,-2 0 0 16,-2 0 0-16,1 0-2 15,-8-3 5-15,6 3-10 0,-3 0 7 0,-1 0 0 16,0 0-2-16,-14 0-4 0,25 0 4 15,-12 0-3-15,5-2 2 0,1 0 1 16,2 0-5-16,5 2 3 0,14-2 5 0,3 0-6 16,2 0 5-16,5 2-11 0,1-2 12 15,12 2-6-15,0-3 4 0,-9 3-2 0,10 0 1 16,-1 0-1-16,0 3-2 0,0-1 6 16,-13-2-3-16,-3 2 0 0,-5 0-2 0,0 0 0 15,-12-2 2-15,-3 0-1 0,-7 2 2 16,4-2-1-16,-3 0 0 0,6-2 0 15,-1 0 7-15,14-2-9 0,5 2 4 0,3-1-5 16,12-3 5-16,1 3-1 0,1 0-1 16,-1 1-1-16,-5 2-3 0,-4 0-1 15,-4 0 0-15,1 2 2 0,-8-2-3 16,0 3 3-16,-9-2 2 0,-10 1 2 0,-1-2-2 16,-3 0 2-16,2 0-1 0,0 0 4 15,1-2-2-15,8-2-3 0,9 2 3 0,-1-4 1 16,5 2-5-16,-1 2 15 0,0-3-12 15,-1 1-3-15,-1 1-2 0,-11 0 4 0,-4 1 0 16,-1-2-4-16,-5 4 1 16,-3 0 2-16,-1-2 3 0,-1 0-1 0,-4 2-1 0,-9 0 5 15,17-2-5-15,-9 2-7 0,-8 0 6 16,14-2 4-16,-14 2 0 0,11 0-3 16,-11 0-5-16,12 0 8 0,-12 0 5 0,0 0-8 15,11 0 3-15,-11 0 1 0,0 0 2 16,0 0-1-16,15-3-4 0,-15 3 1 15,0 0-2-15,0 0 3 0,0 0 3 16,14 3-4-16,-14-3 0 0,0 0 0 0,0 0 8 16,0 0 3-16,0 0-2 0,0 0 2 15,11-3 1-15,-11 3-8 0,0 0 6 0,0 0 0 16,0 0-6-16,0 0 8 0,0 0-14 16,0 0 5-16,0 0-11 0,0 0-48 15,0 0-58-15,0 0-77 0,0 0-99 16,0 0-108-16,0 0-144 0,0 0-202 0,0 0 41 0,0 0 89 15,0 0-477-15,-25-14-560 16</inkml:trace>
  <inkml:trace contextRef="#ctx0" brushRef="#br0" timeOffset="87912.28">13561 6445 989 0,'-11'2'265'0,"2"0"-90"15,9-2-33-15,-13 3-20 0,13-3 2 0,-8 0 4 16,8 0 5-16,0 0 2 0,0 0 7 16,-9 4 4-16,9-4-10 0,0 0 0 0,0 0-2 15,0 0 3-15,0 0 5 0,0 0-4 16,34 8 3-16,-9-6-8 0,13 3-6 16,6 0-7-16,15 0-11 0,4 2-10 0,4-2-6 15,6 2-10-15,2-2-4 16,8-2-9-16,0 1-3 0,6-4 13 0,28 0-1 0,1-4 0 15,-2 3 2-15,-1-1-4 16,-22 0-12-16,23-1 0 0,-22 3-6 0,20-4-4 16,-25 4-4-16,4 0-7 0,-1-1-7 15,1 1-2-15,2 1-1 0,-7-1-9 0,2 2 1 16,-2 0-4-16,-4 0-1 0,-6-1 0 16,3 1-6-16,2 0 1 0,-3-1 2 0,-1-1-7 15,0 0 6-15,1 2 8 0,0-2 7 16,2 2-1-16,0-2-3 0,1 2-5 15,-2-1-1-15,-3-1-3 0,-2 2 0 16,5 1-5-16,-4-3 3 0,0 0 3 0,-2 0-6 16,0 0 0-16,-1 2-4 0,-1-2 1 15,-3 0-4-15,1 4 2 0,-7-4-3 16,4 5 1-16,-17-5-2 0,-2 1 2 0,0 1 1 16,-2 0-5-16,-4-2 3 0,1 0-4 15,-4 1 2-15,4-1 0 0,0-1 2 0,2 1-3 16,1-2 0-16,14-1-3 0,4 0 5 15,-1 3-2-15,4-2-2 0,-2 2 0 0,3 0 1 16,-3 0 0-16,4 2 1 0,-4 1-4 16,3 0 3-16,-7 0-1 0,-1 1-4 0,-9-2 4 15,-5 1 0-15,-1 0-4 0,1 1 5 16,-2-2 1-16,-4 0 1 0,6 0-5 16,-4 0 2-16,3-2 0 0,5 2-2 15,1 0 3-15,9 1 0 0,2-1-2 0,-12 2-2 16,10-4 3-16,-7 4 1 0,3-2-1 15,-6 0 0-15,-5 0-3 0,-1 2 4 16,0-2-1-16,-6-2 0 0,-4 2 0 0,-5-4 2 16,-1 4-5-16,-1-4 1 0,3 2 1 15,-1 0 1-15,8 0 1 0,7-2-2 0,-4 0-1 16,2 2 1-16,-2-2 1 0,3 0-7 16,-2 2 5-16,2 0 0 0,-7 2-1 15,6-2 6-15,-11 2-8 0,-3 0 2 16,-2 0 0-16,-5-2 2 0,-3 0 1 0,4 0 1 15,-1 0 0-15,-4-2-1 0,3 2 3 16,4-2-4-16,1 0 0 0,6 0-1 0,5-2-1 16,7 1 1-16,0 0-3 0,3-1 5 15,3 2 0-15,4 1 0 0,9-1-3 0,-1 2 1 16,5 0 1-16,-1-2-5 0,-1 4 3 16,0-2-1-16,-1 2 2 0,-14-2-1 15,2-2 0-15,2 0 2 0,-4 2 0 0,11-2-1 16,2-2 1-16,3 0 1 0,-3 2-1 15,1-2 0-15,-1-2-1 0,2 3-2 16,-2-1 1-16,-2 3 4 0,-11-2-8 16,0 1 2-16,0 0 6 0,0 2 2 0,1-2-5 15,1 4 0-15,11-2 0 0,-1 0 1 16,7 2-1-16,2 0 2 0,3 1-3 0,4 0 1 16,4 0-1-16,0 1 2 0,4-4 1 15,1 4-3-15,5 0-5 0,-2-2 7 0,-4 2 0 16,-3 0-4-16,-7-2 2 0,-7 2 0 15,-18-3 2-15,-7 3 2 0,-12-4 21 0,-7 2 21 16,-4-2 31-16,-4 0 26 0,-1 2 7 16,-3-2 15-16,-1 0 4 0,-12 0 13 15,20 1 3-15,-20-1 8 0,19 0-1 0,-19 0-11 16,16-1-16-16,-16 1-7 16,15 0-11-16,-15 0-13 0,12-2-12 0,-12 2-23 15,9-4-80-15,-9 4-104 0,6-5-126 16,-6 5-154-16,0 0-187 0,-13-14-251 0,1 6 51 15,-7-2 95-15,-8-6-659 0,-7 1-812 16</inkml:trace>
  <inkml:trace contextRef="#ctx0" brushRef="#br0" timeOffset="103044.51">25890 5449 1476 0,'2'-7'376'0,"-2"7"-118"16,0-10-62-16,0 10-23 0,-4-11-11 0,4 4 0 15,-3 0 2-15,-6-3-6 0,4 0 3 16,-4 1-9-16,-7-3 0 0,-1-3-4 0,-4-2-6 16,-4-2-12-16,-5 2-9 0,1 2-12 15,-3-2-7-15,-4 1 1 0,-8-3-8 0,-2 1-4 16,-3 1-19-16,-4 0-16 16,-1 5 9-16,-3 0-10 0,-3 6-3 0,1-1-8 15,-3 3-4-15,-1 2-3 0,-2 2-7 16,2 2-2-16,0 2-2 0,-7-1 0 0,6 5-2 15,0 0-6-15,1 2 0 0,-4 1 2 16,5 1-10-16,-3 2 3 0,-2-3 1 16,5 5-3-16,-4-3 4 0,3 3-2 0,0-1-3 15,4 1-4-15,7 1 5 16,-4 0-9-16,6 0 7 0,-1 3-3 0,3-3-4 0,2 1 3 16,12-3-2-16,0-1 5 0,2 4-2 15,1 1-1-15,2-2 0 0,1 3-1 0,1 1-1 16,0 1-1-16,3 0 4 15,-1 2-5-15,2 0 5 0,2 0-3 0,2 1 3 16,-2 0-6-16,4-1 8 0,0 2-6 16,3 0 1-16,1 1 1 0,6-5-1 0,-1 0 5 15,-2 7-1-15,7-3 0 0,3 1 4 16,-2-4-4-16,2 0 0 0,-2 2 3 16,4 1-4-16,-2-2 2 0,2 2 1 0,-1-1 14 15,1-1 0-15,2 0 0 0,-2 0-2 16,2-2-1-16,0 0 4 0,2 1 6 15,-3-3 3-15,3 1 1 0,-1 2 0 0,6-5 6 16,2 7 4-16,4 2 9 0,3-3-12 0,3 0 5 16,12 5-7-16,3-4-4 15,6 3 0-15,-3-3-3 0,4-2 0 0,0-1-5 16,5-1-3-16,-3 0-1 0,-1-1-4 16,4-3 2-16,3-1 15 0,0-1-2 0,5-1-5 15,-3-3 1-15,2 0-7 0,3-2 2 16,-1-2-7-16,4-1-2 0,3-2 0 0,1-1 0 15,-3-3-1-15,3 0-2 0,-2-2 0 16,2-1-2-16,-3-2 1 0,-1-2-4 0,-2-3 1 16,0-1-3-16,-3-2 4 15,-3-5-3-15,-4 0 1 0,-3-3-4 0,-7 0 1 16,4-2 16-16,-6 0 7 0,-1-1 8 0,1-3 20 16,-1-1-8-16,-6-1 3 0,3 0-6 15,-3-4 0-15,-2 1 4 0,3-4 1 16,-3-1-5-16,1-4-2 0,-1-1-4 15,1-1 0-15,-5 2 3 0,1-3 9 0,-4-1-8 16,-1-3 4-16,-8-1 2 0,-3-2 6 16,-9 8 1-16,-5-14-6 0,-8 3-7 0,-11 0 0 15,-8 3-8-15,-8 2-4 0,-19-8-5 16,-8 7-4-16,-10 5-9 0,-2 8 0 0,-9 8-20 16,14 12-31-16,-7 3-26 0,-3 7-28 15,-1 3-38-15,-1 10-43 0,-1 4-59 0,-10 7-88 16,23-2-100-16,8 4-106 0,6 0-161 15,8-3-82-15,16-2 85 0,7-2-588 16,6-3-731-16</inkml:trace>
  <inkml:trace contextRef="#ctx0" brushRef="#br0" timeOffset="105045.89">28105 5325 3218 0,'0'0'-99'15,"0"0"53"-15,0 0 43 0,0 0 40 16,0 0 38-16,0 0 40 0,0 0 16 0,0 0 11 15,0 0 10-15,0-8 0 0,0 8-2 16,0 0-5-16,0 0-5 0,0 0-5 16,0 0 0-16,0 0-6 0,0 0 2 15,0 0 2-15,0 0 2 0,0 0 9 16,0 0 5-16,0 0 1 0,0 0 3 0,0 0 12 16,0 0-23-16,0 0-18 0,-6-9-14 15,6 9-5-15,-15-3-17 0,15 3-9 0,-27 0-5 16,8 0-5-16,-6 3-14 0,-7 6-2 15,-2-1-3-15,-3 1-9 0,3 3-1 0,-1 0-8 16,9 0-2-16,-3 1-11 0,12-1 2 16,4 0 4-16,1-5-2 0,5 3-11 0,3-2 10 15,3 1 9-15,2-1-5 0,5 0-4 16,1 5 6-16,9-1-3 0,1 0 3 16,9 3 10-16,3 1-2 0,3 1-7 15,3-2-7-15,-3 1 13 0,-2-1-9 16,1-1-5-16,-10-2 10 0,-4-2 4 0,-3-2 8 15,-3 1 14-15,-1 1 21 0,-5-1 16 16,1 1 26-16,-4-2 14 0,-2-1 8 0,-2 3-134 16,-4-2-8-16,-4 0 0 0,1 1 0 15,-8-3 0-15,0 4 0 0,-4-4 0 0,-2 2 0 16,0-5 0-16,-2 1 0 0,-1-2 0 16,1 0 0-16,4-2 0 0,0-2 0 15,0 2 0-15,2-4 0 0,2 2 0 16,4-1 0-16,1-1 0 0,4-1 0 0,3 0-166 15,5-3-526-15,4 0-200 0,3-5-3 16,12-9 94-16,10 3-813 0,9-6-1053 0</inkml:trace>
  <inkml:trace contextRef="#ctx0" brushRef="#br0" timeOffset="105362.06">28363 5303 4339 0,'-11'-3'-50'15,"0"-2"69"-15,3 3 59 0,1-2 47 16,7 4 27-16,-11-3 3 0,11 3-4 16,-11-2-3-16,11 2 2 0,0 0 9 0,0 0 12 15,0 0-16-15,0 0-15 0,0 0-11 16,0 0-12-16,0 0-8 0,52 7-1 16,-34-3-19-16,-4 1-1 0,4 2 7 0,-3 3 16 15,0 2-9-15,-2 4 6 0,-2 0 4 16,-2 5-6-16,-6 0-2 0,3 2-13 0,-4 1-6 15,0 1-9-15,-4-1-3 0,0 2-12 16,-2-1-1-16,2-1-17 0,1-2-29 16,-3 0-60-16,2 1-65 0,0-6-73 0,0 0-82 15,1-3-102-15,-2-2-104 0,1 0-110 0,2-5-165 16,0-1-7-16,0-6 89 0,2 8-552 16,-2-8-680-16</inkml:trace>
  <inkml:trace contextRef="#ctx0" brushRef="#br0" timeOffset="105529.06">28404 5616 3331 0,'-12'-6'12'0,"5"3"75"0,-3 1 61 16,10 2 55-16,-12-3 33 0,12 3 8 0,0 0 0 15,0 0 1-15,-11-4 7 0,11 4-13 16,0 0-42-16,0 0-20 0,0 0-22 0,0 0-33 16,56 4-56-16,-29-6-73 0,3 2-92 15,1-2-126-15,8-1-153 0,3-1-183 0,-1-3-154 16,-4 4 70-16,-1-2-487 0,0 2-600 15</inkml:trace>
  <inkml:trace contextRef="#ctx0" brushRef="#br0" timeOffset="105895.37">29608 5374 3101 0,'-15'-8'111'16,"-1"5"32"-16,5 0 17 0,2-1 43 15,9 4 47-15,-17-3 29 0,17 3 13 16,-12-4 2-16,12 4-30 0,-8-3-17 0,8 3-2 16,0 0-11-16,0 0-11 0,0 0-18 15,0 0-23-15,0 0-11 0,0 0-23 0,33-7-11 16,-33 7-14-16,28 6-18 0,-12-3-9 15,0 3-12-15,-4 3-4 0,-1 2-3 0,0 0 2 16,-4 5-10-16,-3 1-2 0,-2 6-7 16,-2-1-6-16,-2 1 0 0,-2 2-10 0,0-1-4 15,1 1-11-15,-2-2-19 0,-1-1-51 16,5-3-53-16,-1-2-60 0,2 0-58 16,0-3-68-16,2-2-89 0,-1-1-89 15,1-3-94-15,0-2-144 0,3 0-63 0,-5-6 76 16,7 2-563-16,-7-2-706 0</inkml:trace>
  <inkml:trace contextRef="#ctx0" brushRef="#br0" timeOffset="106077.58">29540 5614 3498 0,'-20'-2'70'0,"5"0"56"0,2 0 63 16,13 2 62-16,-17 2 42 0,17-2 32 15,0 0 6-15,-16 0 4 0,16 0-17 0,0 0-21 16,0 0-28-16,0 0-28 0,0 0-26 15,0 0-46-15,59-5-77 0,-18 0-115 16,2 0-122-16,15-6-143 0,-1 3-167 16,2-4-196-16,-4 2-148 0,1-2 83 0,-7-1-625 15,-7 3-796-15</inkml:trace>
  <inkml:trace contextRef="#ctx0" brushRef="#br0" timeOffset="106362.2">30155 5348 3503 0,'-19'-2'-21'0,"4"-3"65"16,2 5 71-16,1-4 61 0,12 4 52 16,-17-1 26-16,17 1 11 0,-11-2 20 0,11 2 5 15,0 0 5-15,0 0-18 0,0 0-22 16,0 0-26-16,0 0-25 0,0 0-20 16,0 0-17-16,0 0-17 0,40-2-17 0,-40 2-15 15,26 9-9-15,-13-2-11 0,-2 1-10 16,2 2-6-16,-4 4-9 0,-2 1-1 0,0 4-8 15,-6 3-4-15,-1-5-5 0,0 5-2 16,0-1-13-16,-3 2-7 0,-2 0-22 16,1-5-39-16,3 0-52 0,-1-1-62 0,2-4-70 15,0-1-72-15,-2 0-80 16,4-3-71-16,-2-1-75 0,0-8-93 0,0 7-105 0,0-7-10 16,0 0-610-16,0 0-785 15</inkml:trace>
  <inkml:trace contextRef="#ctx0" brushRef="#br0" timeOffset="106530.21">30134 5567 3454 0,'0'0'-50'0,"0"0"58"16,-13-3 41-16,13 3 56 0,0 0 58 15,0 0 35-15,0 0 15 0,0 0-5 0,0 0-18 16,0 0-21-16,19-14-15 0,-2 9-19 16,4 0-31-16,0 0-59 0,0-2-78 0,2 0-94 15,0 2-94-15,2-2-109 0,3-6-154 16,-5 9-146-16,-4-4 53 0,-2 3-356 15,-4 1-413-15</inkml:trace>
  <inkml:trace contextRef="#ctx0" brushRef="#br0" timeOffset="106877.64">29835 4988 2474 0,'-52'12'24'0,"-7"8"35"16,2 9 24-16,-15 13 36 0,2 3 33 16,7 7 31-16,6 8 39 0,3 4 34 15,14 6 27-15,15-10 13 0,8 2 26 0,13 0-2 16,11-1-3-16,15-1-16 0,10-5-43 16,24 9-19-16,6-11-27 0,12-4-11 0,8-8-15 15,6-6-24-15,6-10-14 0,4-6-17 16,-14-11-13-16,-1-6-12 0,-4-4-14 0,0-10-14 15,-11-3-7-15,-3-6-6 0,-8-4-3 16,-2-4-10-16,-7-5-5 0,-10-6-10 16,-7-4-10-16,-8-5-14 0,-10-5-14 15,-8-5-22-15,-5 0-21 0,-13-1-27 0,-10 0-23 16,-9 6-41-16,-25-1-65 0,-12 9-89 16,-11 9-102-16,-11 8-111 0,-10 13-148 15,-8 3-134-15,-7 9 80 0,2 2-598 0,-6 4-760 16</inkml:trace>
  <inkml:trace contextRef="#ctx0" brushRef="#br0" timeOffset="107378.17">27945 5018 3380 0,'-31'-8'-154'0,"3"5"23"15,-13 6 33-15,-10 9 38 0,-6 8 38 16,-4 8 37-16,-12 13 25 0,3 11 24 16,3 4 7-16,6 9 16 0,10 9 20 15,7 2 17-15,19-14 12 0,8-4-6 0,9 5 12 16,12-2-4-16,15-9-4 0,16-5-13 16,24 1-5-16,13-7-14 0,16-11-12 0,10-6-6 15,10-12-14-15,1-7-5 0,-23-6-11 16,23-11-7-16,-4-7-6 0,-9-7-14 0,-6-3-6 15,-11-5-5-15,-24 3-5 0,-1-6-10 16,-11-4 4-16,-3 0-9 0,-9-7 1 16,-6 1-6-16,-10-7-1 0,-7 2-17 0,-8 3-25 15,-8-13-19-15,-6 4-28 0,-10 4-20 16,0 8-28-16,-11 7-38 0,-5 10-37 0,-9 10-57 16,-7 9-67-16,6 12-103 0,-14 6-91 15,-5 7 51-15,5 3-165 0,3 7-151 16</inkml:trace>
  <inkml:trace contextRef="#ctx0" brushRef="#br0" timeOffset="108494.61">29116 4753 2012 0,'0'-12'101'0,"-1"2"-4"16,-5 6 4-16,6 4 22 0,0 0 32 16,-50 33 52-16,7 6 38 0,-15 25 25 15,-3 8 32-15,-12 10 2 0,-2 10 15 0,-6 5 11 16,-19 31-3-16,24-30-7 16,3-5-10-16,5-1-13 0,7-8-5 0,3-8-10 15,13-6-14-15,10-21-14 0,6 0-20 16,5-6-21-16,3-5-16 0,5-8-26 0,3-4-13 15,2-8-20-15,5-2-11 0,-2-4-90 16,3 0-37-16,-1-3 0 0,3-1 0 0,-1-1 0 16,-3-2 0-16,7-5 0 0,-7 10 0 15,3-4 0-15,4-6 0 0,-5 1 0 0,5-1-345 16,0 0-127-16,0 0-134 0,0 0-189 16,0 0-44-16,0-15 99 0,4 4-754 15,1 3-942-15</inkml:trace>
  <inkml:trace contextRef="#ctx0" brushRef="#br0" timeOffset="109477.88">27712 5991 3944 0,'0'0'-127'16,"-4"-9"43"-16,4 9 40 0,-3-7 35 0,3 7 43 15,-9-9 35-15,6 3 23 0,3 6 15 16,-9-9 12-16,3 4 8 0,6 5 1 0,-14-3 3 16,14 3 4-16,-30 10 8 0,3 11 10 15,-13 12 12-15,-1 8 28 0,-2 5 10 16,-6 14 17-16,13-11-1 0,3 3-6 0,5 0-10 16,7 1-5-16,5-2-1 0,11-10-4 15,3-3 0-15,5-2-5 0,5-3-7 16,8-4-15-16,3-4-11 0,5-4-14 15,1-5-13-15,3-1-14 0,-4-7-111 0,-1-2-3 16,-3-6 0-16,1 0 0 0,1 0 0 16,-4 0 0-16,1-4-16 0,-1 0-257 0,-1 0-108 15,-2 2-129-15,0-5-120 0,1 2-150 16,-5-2-18-16,2-1 92 0,-1 1-687 0,-1-3-847 16</inkml:trace>
  <inkml:trace contextRef="#ctx0" brushRef="#br0" timeOffset="109747.94">27718 6427 4152 0,'-8'-2'86'0,"8"2"8"0,0 0 13 0,-12 0 19 16,12 0 21-16,0 0 24 0,0 0 16 16,0 0-12-16,9 18 3 0,0-7-13 0,0 4-15 15,3 1-7-15,-3 1-15 0,2 1-1 16,0-1-5-16,-8-1-7 0,3 5 3 0,-4-5 6 15,-4 3-7-15,-4 3-12 16,1-4-4-16,-11 8-14 0,1-2-7 0,-2-2-21 16,-3-1 9-16,0-2-30 0,2-6-54 15,2-1-55-15,-2-3-61 0,3-1-81 0,3-3-117 16,1-1-130-16,-1-2-145 0,5-4-169 16,7 2 71-16,-11-5-646 0,11 5-804 0</inkml:trace>
  <inkml:trace contextRef="#ctx0" brushRef="#br0" timeOffset="117561.92">6686 4824 2364 0,'0'0'94'0,"0"0"-43"0,0 0-10 15,0 0 21-15,0 0 28 0,0 0 4 0,25-12 4 16,-14 6-17-16,3-3-15 0,6-3 5 16,5-3 0-16,0-4 0 0,4 0-2 0,-4 2-20 15,2 0 8-15,-6 5-10 16,-6 1-3-16,-4 4 13 0,-3 1 0 0,1 1-2 15,-3 2 5-15,0 1 0 0,-6 2 9 16,0 0 0-16,0 0 2 0,0 0 0 16,-10 15-2-16,3-3-1 0,-5 2-11 0,3-2-4 15,-1-2-3-15,0 0-1 0,3-3-7 16,1 2-5-16,3-2-3 0,-1-2-3 0,0-2 9 16,4-3 5-16,0 0 7 0,0 0-2 15,0 0-6-15,0 0-4 0,27-3-4 0,-16-4-4 16,9-3-1-16,-8-1-3 0,1 1-1 15,1 3-6-15,-5-3 0 0,-1 5-5 16,0-2 9-16,-4 2 2 0,1 1 9 16,-5 4 0-16,0 0-7 0,0 0-3 0,0 0 2 15,0 0-8-15,-37 16 4 0,13 1-3 16,3 2 0-16,1 0 0 0,4-6-1 16,5 1-2-16,3-6-2 0,0 1-3 0,5 0 3 15,-3-3 3-15,4-1 3 0,2-5 13 16,0 8 12-16,0-8 8 0,0 0-7 0,0 0-5 15,25-6-2-15,-12-2-6 0,5-2-4 16,7-6-3-16,-9 2-1 0,2 1-5 16,-5 1 4-16,-2 3 4 0,-3 1 4 0,0-1 5 15,-7 2 7-15,3 2 3 0,-4 0-1 16,0 5-3-16,0 0-7 0,-11-5-3 0,11 5-8 16,-21 10 4-16,6 0-6 15,-1 4-8-15,3 0 4 0,-1-1-3 0,3-1-5 16,4-1-4-16,1-3 2 0,0 2 1 15,4-2 2-15,0-4-1 0,2-4 5 0,0 0 6 16,6 11 2-16,-6-11 0 0,16-2 0 16,-16 2-7-16,20-7 3 0,-6 1-5 15,-1-2-4-15,1 0 5 0,-5 1-3 0,-2 0-3 16,3 2-1-16,-6 3-2 0,0-4-5 16,-4 6 3-16,2-6-8 0,-2 6-9 0,0 0-17 15,0 0-27-15,-18-3-32 16,18 3-48-16,0 0-66 0,-24 9-94 0,14-3-104 0,-1 3-142 15,3 1-220-15,-6 6 63 16,5-1 77-16,2 3-387 0,2-2-481 16</inkml:trace>
  <inkml:trace contextRef="#ctx0" brushRef="#br0" timeOffset="118260.91">7133 5835 2749 0,'-6'8'-10'0,"2"-1"26"0,-2-3 32 0,6-4 27 16,-6 8 18-16,6-8 3 0,-3 5-8 16,3-5-9-16,0 0 4 0,0 0 3 15,0 0-14-15,0 0 8 0,0 0 3 16,0 0-8-16,0 0-9 0,0 0-11 0,0 0-2 15,0 0 0-15,0 0 5 0,0 0 0 16,5-22 3-16,-5 22 0 0,-4-12 6 0,-1 7 1 16,5 5-7-16,-15-5-5 0,15 5-10 15,-23 2 3-15,5 1 5 0,0 6 3 16,-9 6 10-16,0 0 4 0,4 4 5 0,0 0-2 16,7-4-2-16,4 1-1 0,2-3-2 15,5 1-1-15,-1 1 3 0,6-5 10 16,2-1 16-16,4 1 17 0,3-4 12 15,5-2-1-15,2-2-24 0,7-4-10 0,13-6-6 0,0 0-13 16,1-4-4-16,-4-3-9 16,-1-1-5-16,-5 1-6 0,-1-3-1 0,-9 5 11 15,-4 1-4-15,-3 1 6 0,-4 3-6 16,0-1-5-16,-6 3 2 0,0 6-15 0,-6-14 7 16,0 7-7-16,-6 4-5 0,12 3-5 15,-22-2-7-15,22 2-1 0,-32 10 0 16,14-3-2-16,1 0-6 0,4 1-4 0,0-1 4 15,3 0-6-15,1-2 0 0,1 2-2 16,4-2 6-16,4-5-5 0,-8 9-1 16,8-9-1-16,0 0 0 0,0 8 5 15,0-8-11-15,0 0-13 0,0 0-30 0,0 0-32 16,0 0-53-16,0 0-55 0,25-12-99 16,-25 12-117-16,4-6-140 0,-4 6-210 0,-2-9 33 15,2 9 86-15,-7-10-471 0,1 3-576 16</inkml:trace>
  <inkml:trace contextRef="#ctx0" brushRef="#br0" timeOffset="120562.22">801 8040 2797 0,'0'0'-125'0,"0"0"24"15,12-4 29-15,-12 4 21 0,0 0 14 0,0 0 18 16,0 0 16-16,0 0 9 0,0 0 9 16,0 0 4-16,0 0 7 0,0 0 8 15,0 0 3-15,0 0 6 0,0 0 2 0,0 0 2 16,0 0 0-16,0 0-1 0,0 0-11 16,0 0 2-16,4 11 18 0,-8-1 9 15,3 6 11-15,-8 6 11 0,0 15 15 16,-4 13-11-16,-1 7 7 0,-1 5 14 15,0 6-6-15,0 1-22 0,-1 4-5 0,3-2-7 16,-1-1-7-16,3-5-8 0,2-7-1 16,1-5-7-16,2-13-6 0,3-2-6 0,1-2 1 15,2-9-1-15,2-6-3 0,-4-6 0 16,4-1 2-16,-1-2-16 0,-2 0-1 16,2-4 4-16,-1 1-9 0,0-1 0 0,0 1 3 15,0-9-1-15,0 12-1 16,0-12-41-16,0 10-43 0,0-10-60 0,0 5-86 15,0-5-132-15,-3 6-220 0,3-6-13 16,-2 6 65-16,2-6-161 0,-6 8-173 16</inkml:trace>
  <inkml:trace contextRef="#ctx0" brushRef="#br0" timeOffset="121243.26">451 9443 1831 0,'-7'0'35'15,"7"0"27"-15,-14 4 27 0,14-4 22 0,-13 8 25 16,8-6 14-16,5-2 11 15,-9 4-4-15,9-4-10 0,-7 6-15 16,7-6-11-16,0 0-3 0,0 0-18 0,-2 7 2 16,2-7 8-16,0 0 1 0,0 0 4 15,0 0-6-15,45-9-8 0,-25 1-18 0,1 0-5 16,-1 2-12-16,0 1 0 0,-5 3-11 16,0 2-1-16,-4 4-5 0,3 1-5 15,-1 10 6-15,-1 1-3 0,-3 14-2 0,-1-4-5 16,-2 6 0-16,-2-3-1 0,0-5-7 15,-3 2-8-15,3-1 3 0,-2-4-7 16,2 1 1-16,-3-7-2 0,1 2-6 0,0-3-3 16,2-2 2-16,0-2-11 15,-2 0-25-15,0-3-53 0,2-2-69 0,-4-5-79 16,7 9-103-16,-1-8-159 0,-6-1-155 16,0 0 64-16,0 0-247 0,23-13-312 0</inkml:trace>
  <inkml:trace contextRef="#ctx0" brushRef="#br0" timeOffset="121430.78">521 9798 2491 0,'-11'5'117'0,"1"0"18"0,5-2 29 16,5-3 12-16,-10 2 18 0,10-2-5 16,0 0-16-16,0 0-11 0,0 0-16 15,0 0-9-15,0 0-13 0,0 0-12 16,38-19-13-16,-7 2-19 0,-1-3-60 15,9-5-102-15,3-2-115 0,-1-6-144 0,0 0-225 16,-1 1-51-16,-4 3 71 0,-2 3-192 16,-11 4-230-16</inkml:trace>
  <inkml:trace contextRef="#ctx0" brushRef="#br0" timeOffset="121712.7">790 9353 2240 0,'-7'-2'97'0,"7"2"24"0,-12-7 18 0,12 7 3 16,0-9-7-16,0 9-17 0,10-16 24 16,-1 5-4-16,7 0-16 0,1 0-8 0,0 1-6 15,2 3-16-15,0 4-6 0,1 3 15 16,-6 0-1-16,6 5 6 0,-4 3-5 16,2 5-4-16,-2 2-7 0,4 4-6 0,-4-1-4 15,-3 6-9-15,-2-1-8 0,-3-4-3 16,-1-1-8-16,-1-1-2 0,-1 1-8 15,1-5-7-15,-1 3-5 0,0-4-33 0,-1-1-41 16,-1-1-82-16,1-3-77 16,2 0-79-16,-3-2-111 0,-3-5-163 0,7 6-50 15,-7-6 59-15,7 4-200 0,-7-4-238 16</inkml:trace>
  <inkml:trace contextRef="#ctx0" brushRef="#br0" timeOffset="121877.72">1043 9606 2015 0,'-7'1'128'15,"7"-1"44"-15,-9 5 42 0,9-5 19 16,0 0 13-16,-9 3 4 0,9-3-12 16,0 0-13-16,0 0-21 0,0 0-24 0,0 0-14 15,25-30-20-15,-3 11-38 0,3-3-68 16,1-1-96-16,9-4-126 0,-3 0-136 0,-5 3-219 16,1 1-85-16,-7 2 71 15,-2-3-231-15,-5 5-271 0</inkml:trace>
  <inkml:trace contextRef="#ctx0" brushRef="#br0" timeOffset="122276.64">320 9321 2097 0,'-33'18'16'0,"-3"8"8"0,-4 10 15 15,2 6 23-15,4 7 18 0,5 3 18 16,4 2 23-16,8 4-1 0,9 0 9 16,7 3 5-16,4 3 2 0,10-6 18 15,12-5 5-15,9-2 21 0,18 8-1 0,7-6 12 16,-3-19-3-16,18 2-13 0,-10-12-3 16,4-7-6-16,4-6-10 0,6-13-20 15,5-7-15-15,23-11-3 0,-2-13-11 0,0-10-9 16,-7-6-12-16,-6-10-9 0,-11-1-9 15,-6-3-5-15,-16-2-5 0,-8-2-6 0,-18 11-5 16,-10-3-3-16,-6 2-5 16,-13-3-3-16,-12 1-1 0,-10-1-7 0,-10 2-1 15,-16-12-8-15,-12 7-1 0,-13 9-19 16,-4 9-18-16,-4 12-15 0,11 15-31 16,-1 13-40-16,-2 5-37 0,-5 9-43 0,-17 16-44 15,8 10-50-15,1 2-58 0,3 4-83 16,23-9-141-16,3 2-80 0,9-3 56 0,5 1-248 15,15-8-320-15</inkml:trace>
  <inkml:trace contextRef="#ctx0" brushRef="#br0" timeOffset="123978.72">815 9426 2207 0,'-14'2'-36'0,"5"2"19"0,2 2 18 16,-1-4 26-16,8-2 23 0,-12 3 22 15,12-3 15-15,-7 4 0 0,7-4-1 0,0 0 8 16,0 0 5-16,0 0-1 0,0 0-10 15,4-19-7-15,5 5-10 0,5-1-8 16,7-3-5-16,-4 2-4 0,4-3-9 0,-6 8 2 16,0 0-11-16,-5 4 0 0,-1 2 1 15,1 5 3-15,-10 0 2 0,17 9 38 16,-9 1 17-16,1 9 27 0,-3 3-1 16,3 12 8-16,-4 3 3 0,0 0-12 15,1-2-13-15,-1 0-12 0,1 0-4 0,-1-10-14 16,2-2-7-16,-2 0-6 0,1-3-6 15,1-2-6-15,-1-1-6 0,0-4-5 0,0-3-6 16,-1 0-3-16,1 1-20 0,-1-5-29 16,2 2-63-16,-2-3-57 0,-5-5-99 15,13 1-116-15,-1-2-148 0,-12 1-153 0,15-9 53 16,-9 1-290-16,2 0-371 0</inkml:trace>
  <inkml:trace contextRef="#ctx0" brushRef="#br0" timeOffset="124145.9">1038 9685 2474 0,'-11'2'127'16,"11"-2"41"-16,-14 2 22 0,14-2 19 16,-9 2 19-16,9-2-2 0,0 0-12 15,0 0-17-15,0 0-16 0,0 0-13 0,0 0-19 16,0 0-16-16,0 0-11 0,19-23-16 16,-2 13-49-16,10-9-78 0,1 1-107 0,5 1-117 15,1 1-166-15,8-4-259 0,2 1 47 16,2 2 74-16,-10 8-234 0,0 1-272 15</inkml:trace>
  <inkml:trace contextRef="#ctx0" brushRef="#br0" timeOffset="124726.96">1920 9486 2486 0,'-11'-10'177'0,"4"3"6"16,-2-1 25-16,6 4 29 0,-3-2 14 15,6 6-2-15,-5-8-13 0,5 8-24 0,-6-3-21 16,6 3-19-16,0 0-19 16,0 0-15-16,0 0-4 0,0 0 2 0,0 0-8 15,-4 23-12-15,6-12-4 0,0 7-8 16,2-1-10-16,-1 2-6 0,-3 0-6 15,2-2-2-15,0 0 6 0,0-3 2 0,0-2 2 16,-2 0 6-16,2-2 14 0,-2-3 16 16,2 1 21-16,-2-8 23 0,0 12 20 0,0-12-3 15,-4 6-21-15,4-6-21 0,0 0-13 16,0 0-18-16,-19-19-12 0,11 5-10 16,-1-3-9-16,1-3-11 0,0-1-44 0,4 2-28 15,-1 0 0-15,1 4 0 0,2 5 0 16,-1 0 0-16,1 1 0 0,2 9 0 15,5-13 0-15,3 11 0 0,-8 2 0 16,19-2 0-16,-4 4 0 0,2 0 0 0,3 4 0 16,2-2 0-16,1-1 0 0,0 2 0 15,-4-3 0-15,0 0 0 0,-1-1 0 16,-4 1 0-16,0-2 0 0,-14 0 0 0,24-3 0 16,-12-3 0-16,-4 0 0 0,1-4 0 15,-1 3 0-15,-2-5 0 0,-1 0 0 0,-3 1 0 16,0-3 0-16,-2-1 0 0,-4-5 0 15,-1-5 0-15,-1 4 0 0,-2-1 0 0,1 2 0 16,-1-3 0-16,3 6 0 16,1 2 0-16,-1 5-258 0,3-1-181 0,-1 3-129 15,3-2-150-15,2 5-154 0,-1-1 72 16,3 0-743-16,4 0-986 0</inkml:trace>
  <inkml:trace contextRef="#ctx0" brushRef="#br0" timeOffset="124910.7">2261 9276 4327 0,'-9'9'32'16,"1"-4"46"-16,3 0 39 0,5-5 30 0,-4 5 13 15,4-5-7-15,0 0-12 0,0 0-15 16,0 0-13-16,0 0-13 0,0 0-10 16,0 0-34-16,31-19-66 0,-13 7-77 15,3 2-85-15,4-5-96 0,0-1-109 0,1-1-152 16,-3 0-138-16,-3 7 54 0,-6-5-379 15,-3 7-469-15</inkml:trace>
  <inkml:trace contextRef="#ctx0" brushRef="#br0" timeOffset="125127.34">2318 8985 2677 0,'-16'-9'56'0,"4"6"30"16,2-1 32-16,3 1 36 0,7 3 13 15,-14-5-1-15,14 5-20 0,0 0-1 0,0 0-21 16,0 0 26-16,-9 13 9 15,11-1-12-15,3 4-13 0,4 1-14 0,2 8-11 16,5 3-9-16,-2-1-11 0,4 0-8 16,-2-2 1-16,4-2-17 0,-2 2-14 0,2-5-39 15,-5-2-42-15,-2-5-55 0,-3-2-43 16,0-3-45-16,1-3-48 0,-2-3-55 16,-1-4-69-16,5-4-66 0,-2-5-70 0,1-2-56 15,0-6-297-15,1-7-319 0</inkml:trace>
  <inkml:trace contextRef="#ctx0" brushRef="#br0" timeOffset="125310.3">2572 8985 2244 0,'-3'-29'-20'0,"1"5"55"0,-3 7 58 16,3 3 41-16,-5 2 11 0,5 3 10 0,-2 3-5 16,4 1-14-16,0 5 42 15,0 0 0-15,0 0-5 0,-5 25-15 16,5-8-11-16,4 4-13 0,-3 3-14 0,5 10-12 16,1 2-10-16,2-2-7 0,2 0-16 15,-2-6-36-15,7 1-44 0,-5-2-66 0,1-4-59 16,-1-6-58-16,4 5-25 0,0-6-33 15,-5-3-113-15,-2-3-198 0,-1-3 24 0,1 5 53 16,-5-2-129-16,-3 1-107 0</inkml:trace>
  <inkml:trace contextRef="#ctx0" brushRef="#br0" timeOffset="125510.65">2099 10001 2011 0,'-21'13'249'16,"6"-3"15"-16,4-2 22 0,1 0 29 0,3-4 12 15,3 1-7-15,4-5-10 0,-5 6-10 16,5-6-11-16,0 0-16 0,0 0 1 16,24-21-40-16,16-4-20 0,9-10-21 0,20-12-46 15,7 1-68-15,6-8-25 0,4 1-73 16,-2-3-87-16,-4 2-98 0,-2 4-102 0,-9 5-111 16,-21 13-124-16,-7-1-168 0,-6 3 68 15,-14 13-446-15,-8 3-558 0</inkml:trace>
  <inkml:trace contextRef="#ctx0" brushRef="#br0" timeOffset="135359.99">986 8177 1872 0,'3'-7'423'0,"-3"7"-112"0,0 0-61 15,2-9-11-15,-2 9-3 0,0 0-3 16,0 0-13-16,0 0-15 0,0 0-5 0,4-8-7 16,-4 8-11-16,0 0-9 0,0 0-17 15,0 0-15-15,0 0-13 0,0 0-16 16,0 0-10-16,0 0-15 0,0 0 4 0,0 0 39 15,0 0 21-15,9 32 15 16,-6-11 4-16,1 13 17 0,0 2-5 0,4 3-1 0,-2 0-6 16,-1 0-12-16,3 0-8 15,0-4-5-15,3-1-10 0,0-4-6 0,3-4-1 16,-3-5 2-16,-2-5 2 0,1-3 2 16,0 0-130-16,-1-3-9 0,5-2 0 15,-3-1 0-15,6-2 0 0,-2-1 0 0,3-2 0 16,-2-2 0-16,2 0 0 0,-3-2 0 15,0 0 0-15,-2 0 0 0,1 1 0 0,-14 1 0 16,21-2 0-16,-11 2 0 0,-3-2 0 16,-7 2 0-16,14 0-282 0,-14 0-169 0,9-1-124 15,-9 1-162-15,6-6-139 0,-6 6 81 16,0 0-727-16,-2-8-967 0</inkml:trace>
  <inkml:trace contextRef="#ctx0" brushRef="#br0" timeOffset="136059.89">1143 8211 3867 0,'0'0'-129'0,"0"0"58"16,-6-7 52-16,6 7 51 0,0 0 46 16,-8-7 50-16,8 7 24 0,0 0 13 15,-5-5 6-15,5 5-5 0,0 0-11 0,0 0-13 16,0 0-15-16,0 0-11 15,0 0-10-15,0 0 0 0,0 0 15 0,0 0-5 0,-2 28-12 16,6-16-1-16,-2 1-1 16,-1-2 0-16,3 5-5 0,0-2-3 15,0-3-16-15,-4-1-1 0,4 1-7 0,-2-3 4 0,0-2 19 16,0 2 8-16,-2-8 13 16,1 10 2-16,-1-10 9 0,4 8 3 0,-4-8 1 15,0 0 2-15,0 0-16 0,0 0-15 16,0 0-7-16,0 0-11 0,0 0-3 0,-7-34-10 15,5 17-8-15,-2 0-3 0,1 1-10 16,-2 2-2-16,5 3-3 0,-2 1-13 16,2 2-30-16,-2 0 0 0,2 8 0 0,0-12 0 15,0 12 0-15,10-5 0 0,-10 5 0 16,0 0 0-16,26 5 0 0,-10 0 0 16,-3 2 0-16,4 1 0 0,-4-4 0 0,3 4 0 15,-3-4 0-15,-1 2 0 0,-3-3 0 16,-1 1 0-16,-8-4 0 0,15 4 0 15,-7 0 0-15,-8-4 0 0,9 2 0 16,-9-2 0-16,0 0 0 0,0 0 0 0,0 0 0 16,19-10 0-16,-19 1 0 0,0-2 0 15,0-1 0-15,0-5 0 0,0-4 0 0,-3 1 0 16,1-2 0-16,0 3 0 0,2 2 0 16,-2 0 0-16,0 5 0 0,0 0 0 15,1 2 0-15,-2 2 0 0,3 2-344 0,-2 1-60 16,2 5-56-16,0 0-62 15,0 0-98-15,0 0-189 0,0 0 28 0,0 0 90 16,0 0-520-16,8 23-674 0</inkml:trace>
  <inkml:trace contextRef="#ctx0" brushRef="#br0" timeOffset="136309.9">1358 7952 3242 0,'-3'-9'-35'0,"3"9"26"0,-5-6 25 16,5 6 12-16,0 0 30 16,0 0 46-16,0 0 31 0,0 0 10 0,10 31 1 15,-4-10 2-15,5 10 6 0,3-1-9 16,-3 1-12-16,3 2-8 0,-1-3-16 0,1 1-10 16,-3-2-8-16,0 0-7 0,-1-6-10 15,-3-5-8-15,1 3-17 0,-3-3-56 16,1-3-70-16,-2-1-96 0,0 0-114 0,0-5-146 15,-1 2-203-15,1-4 16 0,0-2 66 16,0-3-235-16,-4-2-278 0</inkml:trace>
  <inkml:trace contextRef="#ctx0" brushRef="#br0" timeOffset="136576.26">1608 8196 2381 0,'0'0'122'0,"0"-9"37"16,0 9 27-16,0 0 18 0,2-8 3 0,-2 8-2 15,0 0 5-15,0 0 11 0,0 0-8 16,0 0-2-16,25 18 8 0,-18-9 18 0,-1 5 22 16,-1 1 11-16,0-1-1 0,0 3-3 15,-5 0-5-15,4-1-13 0,-2-2-11 16,2-4-21-16,-3 2-22 0,1-3-11 0,2-1-12 16,-2-2-12-16,2 0-7 0,-4-6-2 15,6 9-10-15,-6-9-10 0,9 3-19 0,-9-3-111 16,20-3 0-16,-6-1 0 15,2-4 0-15,1 1 0 0,2-3-244 0,1-2-98 16,-4 3-94-16,0-3-121 0,0-2-143 16,-6 3-143-16,0 1 81 0,-3 4-703 15,-3-2-913-15</inkml:trace>
  <inkml:trace contextRef="#ctx0" brushRef="#br0" timeOffset="137110.07">1743 7767 4155 0,'-4'-12'81'16,"0"6"61"-16,4 1 58 0,0 5 55 16,-3-9 32-16,3 9 1 0,0 0-4 0,-4-9-17 15,4 9-19-15,0 0-26 0,0-8-24 16,0 8-23-16,0 0-18 0,0 0-6 0,0 0 1 15,0 0-4-15,27 26-8 0,-9-6 15 16,5 4 9-16,4 12-3 0,2 1-6 0,-1 5-149 16,1 0-6-16,0-1 0 0,-1 2 0 15,-3-1 0-15,1-6 0 0,-1 0 0 16,-4-9 0-16,-3-3 0 0,-1 0 0 0,-4-7 0 16,-3-3 0-16,-3-2 0 15,2-1 0-15,-2-3 0 0,-2-2 0 0,1-1 0 16,-2 1 0-16,-1-2 0 0,-3-4 0 15,6 6 0-15,-2-2 0 0,-4-4 0 0,0 0 0 16,6 7 0-16,-6-7 0 0,0 0 0 16,5 5 0-16,-5-5 0 0,4 5 0 0,-4-5 0 15,0 0 0-15,0 0 0 0,0 0 0 16,0 0 0-16,0 10 0 0,0-10 0 16,0 0 0-16,-5 9 0 0,-3-2 0 0,-2 0 0 15,-1 5 0-15,-5 1 0 0,-4 6 0 16,-5 0 0-16,2-2 0 0,0 0 0 15,6-2 0-15,1-2 0 0,5-5 0 16,2 0 0-16,-1 0 0 0,4 0 0 0,-1-4 0 16,2 0 0-16,-1 1 0 0,1 1 0 15,5-6 0-15,-5 3 0 0,5-3 0 0,0 0-650 16,0 0-363-16,0 0 94 0,0 0-989 16,0 0-1329-16</inkml:trace>
  <inkml:trace contextRef="#ctx0" brushRef="#br0" timeOffset="137643.94">1680 9005 5459 0,'-24'3'-94'0,"5"1"45"0,1 1 60 0,7-1 52 15,4-3 39-15,7-1 35 16,-14 4 12-16,14-4 3 0,0 0 14 0,0 0 8 16,-8-7-7-16,8 7-13 0,40-31-15 15,4 2-17-15,5-3-9 0,21-15-58 0,2-5-90 16,-2 3-86-16,1-4-80 0,-6 1-88 16,-1 5-83-16,-20 10-81 0,-4 4-118 15,-9 4-175-15,-11 7 65 0,-6 10-527 0,-5 5-671 16</inkml:trace>
  <inkml:trace contextRef="#ctx0" brushRef="#br0" timeOffset="192390.46">22576 7769 1478 0,'-15'2'619'0,"-2"0"-188"0,1-1-109 16,4-1-24-16,-1 0-3 0,13 0-9 16,-16-1-19-16,16 1-31 0,-12 0-15 0,12 0-18 15,0 0-7-15,0 0 7 0,27-9 0 16,-1 3-22-16,19 1-15 0,14-3-15 0,6 1-15 15,5-2-13-15,2 4-20 0,-3-1-15 16,-2 1-12-16,-6 1 2 0,-16 1-13 0,-4 0-20 16,-9 3-11-16,-12-3-18 0,1 3-29 15,-7-1-30-15,-1 1-32 0,-4 1-55 0,-9-1-72 16,0 0-84-16,11 3-88 16,-11-3-95-16,0 0-152 0,0 0-36 0,0 0 59 0,-33 3-440 15,21-2-512-15</inkml:trace>
  <inkml:trace contextRef="#ctx0" brushRef="#br0" timeOffset="192824.4">22521 7611 2875 0,'4'-9'35'16,"-1"-1"30"-16,-1 1 34 0,2 3 24 0,-2 1 29 15,-2 5 10-15,2-9 0 0,-2 9-7 16,0-5-6-16,0 5 11 0,0 0 27 0,0 0 21 16,-22 17 9-16,-3 0 12 0,-4 5 13 15,-11 7 9-15,0-1 12 0,-6 4 1 0,2 0 6 16,1-3-6-16,1-3 3 0,13-4-2 15,6-5-9-15,7-5-5 0,5 0-9 0,4-4 54 16,9 1-214-16,2-2-82 16,8-1 0-16,12 1 0 0,15 0 0 0,17 2 0 15,7-1 0-15,6-3 0 0,-3 1 0 16,5 0 0-16,-3 0 0 0,-3 0 0 0,-6-2 0 16,-13 1 0-16,-8-1 0 0,-10 0 0 15,-4-3 0-15,-10 0 0 0,-2 3 0 0,-1 0 0 16,-7 0 0-16,-4-4 0 0,-4 9 0 15,-3-1 0-15,-7 0 0 0,-2 2-97 0,-11 5-662 16,2-7-163-16,6 0 50 0,-2 1 89 16,5-3-835-16,2 0-1058 0</inkml:trace>
  <inkml:trace contextRef="#ctx0" brushRef="#br0" timeOffset="194824.01">20716 7995 4667 0,'-24'-5'-39'0,"3"1"32"15,-1 4 35-15,8-3 41 0,-2 2 43 0,1-1 24 16,1 2 9-16,3-2 3 0,11 2-4 16,-16-1-6-16,16 1-12 0,-5-3 5 0,5 3-3 15,0 0-1-15,39-6-13 0,4 2-7 16,16 0-7-16,8-4-6 0,3 1-18 0,1 2-9 15,-1 0-8-15,-3 1-12 16,-15 1-7-16,-7 2-13 0,-6-3-1 0,-11 4-6 16,-6-2-6-16,-6 4-10 0,-3-2-4 15,-5 4 1-15,-8-4 4 0,4 5-2 0,-4-5 0 16,-16 8 1-16,0-3-4 0,-9 2-1 16,-13 2 1-16,-6-2 2 0,-14-1 3 0,-5 3-5 15,-1-2 2-15,-3 0 4 0,-1-1 0 16,0-3-5-16,6 0 12 0,13 1 19 0,4-2 21 15,15 1 7-15,5-1 15 16,6-2 8-16,6 0 4 0,3 0-9 0,10 0 5 16,0 0 6-16,0 0 6 0,0 0-5 15,61-14-9-15,2 7-9 0,10-1-3 0,7-1-10 16,2 1-8-16,0 0-8 0,-4 2-11 16,-8 0-17-16,-9 1-13 0,-15 1-24 0,-14 4-30 15,-7-2-37-15,-6 2-37 0,-4-3-28 16,-3 6-36-16,-2-3-41 0,-10 0-57 0,0 0-76 15,3 4-80-15,-3-4-111 0,0 0-208 16,-21 7 38-16,12-4 79 0,-7 0-544 0,1-1-654 16</inkml:trace>
  <inkml:trace contextRef="#ctx0" brushRef="#br0" timeOffset="197773.99">23695 7490 3045 0,'0'-8'-65'0,"0"8"54"15,0-7 48-15,0 7 40 0,2-10 45 16,-2 3 38-16,0 7 29 0,0-9 24 0,0 9 23 15,2-9 9-15,-2 9 7 0,0 0 0 16,0-11-7-16,0 11-8 0,0 0-9 0,0-7-22 16,0 7-19-16,0 0 50 0,0 0 23 15,0 0 6-15,-2 31-6 0,-3-6 1 0,2 8-1 16,-5 2-17-16,1 2-25 0,-2 1-7 16,-1 1-91-16,0-4-120 0,-4-1 0 15,5-5 0-15,2-1 0 0,-2-6 0 16,0-3 0-16,6-3 0 0,-1-6 0 0,-2 0 0 15,5-1 0-15,-1-4 0 0,0 1 0 16,2-6 0-16,-4 7 0 0,4-7 0 0,0 0 0 16,0 0 0-16,0 0 0 0,6-25 0 15,-3 10 0-15,3-4 0 0,5-12 0 0,-3-4 0 16,3 2 0-16,0-2 0 16,2 4 0-16,-6 8 0 0,-2 3 0 0,2 3 0 0,-2 3 0 15,-1 1 0-15,0 4 0 0,1 0 0 16,-3 2 0-16,2 2 0 0,-4 5 0 15,12-1 0-15,-12 1 0 0,15 8 0 16,-3 3 0-16,3 1 0 0,-2 3 0 0,8 5 0 16,-2-1 0-16,0 2 0 0,4-1 0 15,-8-5 0-15,0-4 0 0,-3 0 0 0,-3-2 0 16,2-1 0-16,2-1 0 0,-6-2 0 16,-2 0 0-16,5-4 0 0,-2 2 0 0,-8-3 0 15,17-3 0-15,-10 1 0 0,1-4 0 16,2-4 0-16,-3-3 0 0,3-3 0 0,-1-5 0 15,2-10 0-15,1-2 0 0,0-2 0 16,-1 1 0-16,-1-3 0 0,-5 4 0 16,3 10 0-16,-3 3 0 0,0 3 0 15,-3 5 0-15,1 0 0 0,-3 2 0 0,0 3 0 16,2-1 0-16,-2 2 0 0,0 6 0 16,6-8 0-16,-6 8 0 0,0 0-155 0,0 0-867 15,13 2 100-15,-13-2 93 0,23 6-961 16,-6-4-1219-16</inkml:trace>
  <inkml:trace contextRef="#ctx0" brushRef="#br0" timeOffset="198007.14">24372 7511 4555 0,'-14'6'-58'0,"3"-2"90"15,1 0 58-15,5-2 56 0,5-2 55 16,-10 4 40-16,10-4 35 0,-8 1 6 0,8-1 19 15,0 0-9-15,0 0-19 0,0 0-34 16,33-5-26-16,-16 3-20 0,7-2-35 0,3 2-48 16,9-4-78-16,-6 3-85 0,7-3-80 15,-4 4-83-15,-8-2-84 0,-7 1-87 0,2-2-74 16,-6-1-69-16,0 3-85 0,-5 0-95 16,-1 0 58-16,-2 1-545 0,-6 2-661 15</inkml:trace>
  <inkml:trace contextRef="#ctx0" brushRef="#br0" timeOffset="198225.39">24513 7299 3198 0,'-12'-7'43'0,"3"-2"95"0,1 5 52 0,4 0 48 15,4 4 48-15,-10-8 26 0,10 8 13 16,-5-4-10-16,5 4-22 0,0 0 47 0,0 0 10 16,-8 19-13-16,8-5-19 0,2 3-22 15,-2 3-22-15,2 7-21 0,0-2-32 0,0 10-23 16,0-2-18-16,1-2-94 0,-3-7-86 15,4 0 0-15,0 0 0 0,-2-1 0 0,-1-5 0 16,-1-1-6-16,7 1-281 16,-3-3-85-16,-1-2-89 0,7-3-74 0,0-3-83 15,-1-3-129-15,4-2 5 0,1-2 64 16,0-5-596-16,13-9-733 0</inkml:trace>
  <inkml:trace contextRef="#ctx0" brushRef="#br0" timeOffset="198424.48">24867 7297 3437 0,'9'-23'10'0,"-3"3"99"0,0 5 58 15,-2 1 45-15,-3 8 21 0,1 0 17 16,-2 6 56-16,0 0 13 0,0 0 25 0,0 0-2 16,2 25-10-16,-4-9-13 0,2 5-24 15,0 6-24-15,0-1-24 0,-2 10-27 0,2-5-21 16,0-2-18-16,0-1-17 16,0 8-10-16,2-7-74 0,-2-3-80 0,0-2 0 15,2-2 0-15,-4-1 0 0,2-3-154 16,0 1-144-16,-2 0-124 0,1-2-136 0,-1 0-163 15,-6 3-100-15,-2-4 68 0,3 1-765 16,-2-3-964-16</inkml:trace>
  <inkml:trace contextRef="#ctx0" brushRef="#br0" timeOffset="198724.21">23811 7949 4349 0,'-47'5'124'0,"11"-3"70"0,9-1 61 16,7-1 51-16,4 0 18 0,4 3 7 0,12-3 9 16,0 0 15-16,0 0-6 0,50-13-27 15,12 3-30-15,21 0-19 0,28-3-33 0,4 1-103 16,1 0-137-16,-5 3 0 0,-26 2 0 16,-2 1 0-16,-3 3 0 0,-6 1 0 0,-8 0 0 15,-16 2 0-15,-6-1 0 0,-12 1 0 16,-7 1 0-16,-8-2 0 0,-2 1 0 0,-1 1 0 15,-7 1 0-15,3 0 0 0,-10-2 0 16,6 3 0-16,-6-3 0 0,0 0 0 0,0 0-127 16,0 0-561-16,0 0-231 15,0 0 43-15,-16 9 99 0,16-9-857 0,0 0-1072 16</inkml:trace>
  <inkml:trace contextRef="#ctx0" brushRef="#br0" timeOffset="200757.77">9421 8995 1259 0,'-17'2'427'0,"-2"-1"-165"15,2 1-72-15,2 0-21 0,2-2 8 16,-3 0 23-16,1 0 3 0,1-2-6 16,1 0 8-16,3 2 7 0,10 0 5 0,-16-3-4 15,8 3-7-15,8 0-11 0,-14-3-17 16,14 3-21-16,0 0-10 0,-11-2-14 0,11 2 6 16,0 0-4-16,0 0 1 0,0 0-12 15,34-5-2-15,-16 1-15 0,8 2-12 0,13-1-11 16,-2 0-7-16,3-1-7 15,1 1-10-15,2 0-5 0,2-1-3 0,5-1 0 16,11-5-5-16,0 4-2 0,4-2-11 16,-2-1 2-16,-2-1 9 0,-2 2 3 0,-4-1 9 15,-8 4-7-15,-6-2 7 0,-1 1-3 16,-10 4-5-16,-7-3-8 0,-3 4-6 0,-4-2 3 16,-2 1-3-16,-1 0 2 0,-1 1-6 15,-1-2-4-15,-1 3 2 0,-10 0-3 0,17-2-4 16,-6 0-6-16,-2 2 0 0,5-2 5 15,-1 0-5-15,3 0 5 0,2-1-4 0,2 2 3 16,7-2-2-16,-2 0-3 0,1-1-5 16,3 2 6-16,7-1-2 0,0-3-9 15,-4 4 5-15,-5 0 0 0,2 0 2 0,-2 1-8 16,-1 0 4-16,1-2-5 0,-6 3 7 16,-4-1-1-16,2-1-3 0,-4 2 0 15,0-2-4-15,1 2 11 0,-1-2 21 16,-2 2-5-16,0-2 0 0,1 1 6 0,1 1 4 15,-1-2 0-15,6 0 4 0,1 2-11 16,-1-4-3-16,5 2-3 0,-1 0 0 0,3 0-4 16,-1 0-1-16,1-1-3 0,-2 2-6 15,4-1 4-15,-2 0-6 0,-2 0 7 0,2-1-4 16,12-2-3-16,-1 1 0 0,2-1-3 16,0 0 9-16,0 0-4 0,0 0-4 0,-1 0-1 15,-2-1 2-15,-6 3-3 0,-6 0 1 16,-7 1-1-16,0 0-1 0,-5 2-1 0,1-1 0 15,-1-1 3-15,-6 2-1 16,-7 0 4-16,16-2-3 0,-16 2 3 0,13 0 5 16,-13 0-3-16,12-2 4 0,-12 2 2 15,7-1 0-15,-7 1 4 0,0 0-4 0,11-2 1 16,-11 2-3-16,0 0-16 0,0 0 0 16,14-2 0-16,-14 2 0 0,0 0 0 0,0 0 0 15,0 0 0-15,9 0 0 0,-9 0 0 16,0 0 0-16,0 0 0 0,0 0 0 0,0 0 0 15,0 0 0-15,0 0 0 16,0 0 0-16,0 0 0 0,0 0 0 0,0 0 0 0,0 0 0 16,0 0 0-16,11-2 0 15,-11 2 0-15,0 0 0 0,0 0 0 0,0 0-236 16,0 0-121-16,0 0-149 0,0 0-184 16,0 0-178-16,0 0 67 0,0 0 102 0,0 0-673 15,-39-3-826-15</inkml:trace>
  <inkml:trace contextRef="#ctx0" brushRef="#br0" timeOffset="203940.74">13597 8954 3366 0,'0'0'-199'16,"0"0"59"-16,0 0 51 0,0 0 38 0,-14 2 44 16,14-2 41-16,0 0 31 0,0 0 27 15,-15 0 29-15,15 0 22 0,0 0 25 16,-13 0 13-16,13 0 1 0,0 0-4 0,-12 0-13 15,12 0-12-15,0 0-16 0,0 0-9 16,0 0-9-16,0 0 4 0,0 0 9 16,0 0-3-16,0 0 0 0,0 0 4 0,27 10-2 15,-10-9 5-15,6 1-8 0,3 0 2 16,15 0 0-16,2-2-4 0,6-2-5 0,13-2-13 16,-13 1-10-16,16 2-6 0,2-5-6 15,0 1-14-15,-1 2 3 0,-1 1-12 0,-2-1-15 16,-11 1 0-16,-2 0 2 0,-1 0-5 15,-5 2-19-15,-1-2 12 0,-1 2-4 16,0-1-5-16,-9 1-4 0,5-3 0 0,-8 3 20 16,-1-2 7-16,-3-1-1 0,12-1 10 15,-2-1-6-15,3 2-6 0,-1-3-4 0,-2 0-7 16,0 2-3-16,-5-1-6 0,6 0 4 16,-12 2-8-16,2-1 0 0,-2 2-1 15,2-4-6-15,-6 6 2 0,3-5 0 0,-1 4-9 16,2-1 4-16,-3 1-6 0,4-3-2 15,-2 3 6-15,5-2-8 0,10-1 3 0,1 0 3 16,-3 0-1-16,8-1-4 0,-6-2 0 16,10 2-1-16,-6 1-2 0,12-4 5 15,-9 2-7-15,-6 0 0 0,4 1-4 0,-6 0 7 16,-8 2 3-16,-3-1-3 0,-2 2-2 16,-4-1 0-16,-1 0-2 0,0-1 3 0,-3 2 1 15,4 1-2-15,-4-1 2 0,0 0 7 16,0-1-9-16,1 1 8 0,-1 1 1 15,2-3 6-15,-1 2 4 0,0-3 0 16,1 2 1-16,5-2-6 0,-1 0 2 0,1-1-6 16,1 3-11-16,0-2-1 0,-2 2 0 15,12-4 0-15,4 1 0 0,-13 3 0 0,0 0 0 16,13-3 0-16,-10 3 0 0,-7 0 0 16,-3-1 0-16,2 3 0 0,-4-1 0 0,-3-2 0 15,-1 3 0-15,-1-1 0 16,-1 0 0-16,-2 1 0 0,1-1 0 0,0-2 0 0,-1 1 0 15,-2-2 0-15,3-2 0 16,0 0 0-16,-1-2 0 0,1-2 0 0,-1-1 0 16,0-6 0-16,4 1 0 0,-4-4 0 15,2-5 0-15,1-3 0 0,-3 2 0 0,0-2 0 16,0 2 0-16,-6 4 0 0,1-2 0 16,0 1 0-16,-1-10 0 0,-3 4 0 0,0 4 0 15,0 1 0-15,-1-3 0 0,-3-6 0 16,0 7 0-16,0 3 0 0,3-2 0 0,-3 2 0 15,-3-9 0-15,2 10 0 16,1 0 0-16,1 1 0 0,-1 5 0 0,0-1 0 16,-1 3 0-16,5 1 0 0,-3 2 0 15,-1 1 0-15,2 0 0 0,0 1 0 0,1 0 0 16,-3 3 0-16,0 0 0 0,2 0 0 16,1-2 0-16,-3 4 0 0,-3-2 0 0,2 2 0 15,-3-2 0-15,-1 1 0 0,-3 2 0 16,1 0 0-16,-5 0 0 0,2 0 0 0,-6 1 0 15,4-1 0-15,-6 2 0 0,-3-2 0 16,0 4 0-16,1-3 0 0,-4 3 0 0,-1 0 0 16,-1 0 0-16,-13 0 0 15,3 3 0-15,-1-3 0 0,-2 3 0 0,2 2 0 16,-5 0 0-16,0 0 0 0,-2 0 0 16,1 1 0-16,-1-1 0 0,5 2 0 0,-4-1 0 15,4 1 0-15,1-2 0 0,0 0 0 16,4 1 0-16,-3-1 0 0,5 2 0 0,8-4 0 15,-1 1 0-15,2-1 0 0,-9 2 0 16,8-2 0-16,3 1 0 0,-4-1 0 0,3 1 0 16,-1-1 0-16,-9 3 0 0,6-2 0 15,3 1 0-15,0-1 0 0,2-1 0 0,-1 3 0 16,1-1 0-16,-2-2 0 0,1 2 0 16,1-2 0-16,2 3 0 0,0-3 0 0,0 2 0 15,-1-1 0-15,-1-1 0 16,-2 2 0-16,2-1 0 0,0-1 0 0,-2 1 0 15,2 1 0-15,-13 0 0 0,8 1 0 16,-2-1 0-16,1 0 0 0,6-1 0 0,-1 0 0 16,3-1 0-16,-2 1 0 0,2 2 0 15,5-6 0-15,-2 4 0 0,1 0 0 0,1 0 0 16,-2-1 0-16,4-1 0 0,-4 0 0 16,1 2 0-16,-3-1 0 0,0 0 0 0,-3 0 0 15,0 0 0-15,-1 1 0 0,-1-2 0 16,-1 1 0-16,1 0 0 0,1-3 0 15,-1 3 0-15,-2-1 0 0,0 0 0 0,3-1 0 16,1 2 0-16,-4 0 0 0,5-2 0 16,-1 1 0-16,0 0 0 0,6 2 0 15,-2-3 0-15,0 3 0 0,2-3 0 16,-2 3 0-16,4-2 0 0,-3 1 0 0,6-1 0 16,-2 1 0-16,5-3 0 0,-2 2 0 15,3-2 0-15,10 0 0 0,-19 1 0 0,11-1 0 16,8 0 0-16,-15 2 0 0,15-2 0 15,-12-3 0-15,12 3 0 0,-9-2 0 0,9 2 0 16,-11-3 0-16,5-1 0 0,-2 1 0 16,2-2 0-16,-1 1 0 0,0-3 0 0,-3 1 0 15,0 2 0-15,1-3 0 0,1 1 0 16,-1 0 0-16,-1 0 0 0,1 0 0 16,1 0 0-16,0 1 0 0,5 1 0 15,-5-1 0-15,5 2 0 0,-4-3 0 0,7 6 0 16,-7-7 0-16,3 3 0 0,4 4 0 15,-6-4 0-15,6 4 0 0,-3-8 0 0,3 8 0 16,0 0 0-16,-7-4 0 0,7 4 0 16,0 0 0-16,-3-4 0 0,3 4 0 0,0 0 0 15,0 0 0-15,0 0 0 0,0 0 0 16,0 0 0-16,0 0 0 0,0 0 0 0,0 0 0 16,-8 23 0-16,6-12 0 0,2 4 0 15,0 2 0-15,-1 3 0 0,-1 2 0 16,-2 0 0-16,2 3 0 0,0-2 0 15,0 0 0-15,-2-1 0 0,0 0 0 0,0 0 0 16,3-2 0-16,-1-3 0 0,-2-1 0 16,0 1 0-16,1 1 0 0,-3-1 0 0,1-1 0 15,0-1 0-15,1 1 0 0,1-1 0 16,-1-1 0-16,0-1 0 0,0-2 0 0,0 1 0 16,0-1 0-16,2 0 0 0,-1-1 0 15,1 1 0-15,-2-3 0 0,0 2 0 0,3 1 0 16,-3-2 0-16,0 3 0 15,1-2 0-15,0-1 0 0,-1 3 0 0,2 0 0 16,0 1 0-16,-1 3 0 0,-1-3 0 16,0 3 0-16,2-1 0 0,-1 0 0 0,0 1 0 15,-1 1 0-15,4-2 0 0,-2 4 0 16,2-2 0-16,0 0 0 0,0-1 0 0,0 1 0 16,-2-1 0-16,2-1 0 0,2 3 0 15,-2-6 0-15,-2 8 0 0,2-6 0 0,0 2 0 16,0-3 0-16,-1 2 0 0,-1-1 0 15,0-1 0-15,0 1 0 0,0-2 0 0,2-2 0 16,-2 2 0-16,2-3 0 0,0 1 0 16,0-1 0-16,-1-3 0 0,1 3 0 15,0-2 0-15,0-7 0 0,-2 10 0 16,2-10 0-16,0 9 0 0,0-9 0 0,-2 8 0 16,2-8 0-16,-2 5 0 0,2-5 0 15,0 0 0-15,-2 7 0 0,2-7 0 0,0 0 0 16,0 0 0-16,0 7-25 0,0-7-512 15,0 0-129-15,0 0-208 0,0 0 21 16,-4 8 87-16,4-8-754 0,0 0-966 0</inkml:trace>
  <inkml:trace contextRef="#ctx0" brushRef="#br0" timeOffset="-202156.21">22998 9145 1201 0,'2'-9'583'15,"-2"-3"-161"-15,-2 2-88 0,2 0-39 16,0 5 3-16,0-3-13 0,0 8-14 0,0-12-24 16,0 6-9-16,0 6-15 0,0-8-23 15,0 8-23-15,-2-7-19 0,2 7-4 0,0 0 13 16,0 0 12-16,-7 31 9 0,2 4 19 15,-2 2 3-15,-5 17 9 0,0 4-1 16,1 4-6-16,4 2-14 0,-3-2-17 16,1 2-15-16,1-4-12 0,0-6-10 0,2-11-11 15,3-1-5-15,1-1-3 0,0-12-6 16,0-4-11-16,0-5-59 0,2-5-49 0,-2-1 0 16,2-1 0-16,0-1 0 0,0-1 0 15,0-5 0-15,0 3 0 0,0-2 0 0,0-2 0 16,0-5 0-16,0 12 0 0,0-12 0 15,-1 7 0-15,1-7 0 0,0 0 0 0,0 0-387 16,0 0-189-16,0 0-152 0,0 0-158 16,-20-21 86-16,18 13-837 0,4-6-1076 0</inkml:trace>
  <inkml:trace contextRef="#ctx0" brushRef="#br0" timeOffset="-199672.06">22967 9143 4353 0,'-10'-9'-129'0,"1"3"46"0,1 0 46 15,3 0 68-15,-2 1 61 0,2 2 42 0,5 3 18 16,-7-9 6-16,5 7 9 15,2 2 6-15,-6-6-5 0,6 6-7 0,0 0-8 0,0 0 2 16,8-12-1-16,3 10-2 16,6-3 0-16,8 1-8 0,11 0-9 0,4-2-8 15,4-1-12-15,5 2-15 0,16 2-8 16,2-4-9-16,5 0-6 0,0-1-13 0,3 4-1 16,1-3-6-16,-3 2-13 0,-3-3-2 15,7 1 0-15,-3-2-6 0,0 2-3 0,-1-1-7 16,-7-1-5-16,-3 1 9 0,-2-1-11 15,-4 1-1-15,-12 3-1 0,2-1 0 16,-6 0-6-16,2 0 0 0,-2 0 0 16,2-1 1-16,0 0-3 0,1 2-2 0,-2-3 1 15,2 1-4-15,2-1 4 0,-1 4 4 16,12-6-5-16,2 2 0 0,1 2 5 0,1 1 1 16,0-3-5-16,1-1 2 0,5 4 4 15,-2-4-5-15,4 1-2 0,1-2 5 0,-2 1-5 16,5-1 1-16,1 0-2 0,3-1 1 15,-9 1-5-15,3 0 4 0,0 1-3 0,-7 1-3 16,-3 1 4-16,-1-2-4 0,-15 4 1 16,-1 2 2-16,-4-1-1 0,-10 1-1 0,-5 1 0 15,0-2 4-15,-4 3-2 16,3-2 1-16,0-1 0 0,-1 1 1 0,1-4-2 16,10 0-1-16,3-1 1 0,4-3-4 15,7-3 1-15,5 1 0 0,-1 1 0 0,1 0 0 16,-7 3 0-16,0 3 0 0,-3-2-5 15,3 1 4-15,-8 4-2 0,2-3-5 0,-8 6 14 16,-3-3-5-16,-4 1-3 0,2 2 0 16,-2-2 0-16,2-2 4 0,-1 2 0 0,14-2-3 15,0-4 0-15,6 1 3 0,9-3 0 16,5 0 0-16,2-1-2 0,7 0-3 0,1 0 2 16,3 3-3-16,-1-1 0 0,0 2-4 15,-5 0 2-15,-4 2-4 0,-2 2-4 0,-12 1-2 16,-8 0 6-16,0 2-1 0,-3-1 7 15,-5-1-2-15,-7 0 1 0,3-1 1 16,7-2 0-16,3-2-1 0,2-2 2 0,9-4 2 16,5 4-4-16,-2-5-2 0,1 6 1 15,-2-4 7-15,-9 3-4 0,-1 1-3 0,-5 0 4 16,-9 5 1-16,-5-1-1 0,-6 4-3 16,-2-4 4-16,-3 2-2 0,1 0 7 0,-3 0 5 15,1 0 20-15,0 2 9 0,3-4 13 16,-3 2 5-16,3 0 0 0,1-3 0 0,2 1-3 15,2 0-5-15,2-2-5 0,-2 4-4 16,-2-4-2-16,1 0-5 0,-2 4-5 16,2-3-26-16,-3 2-1 0,-2 2 0 15,-1-1 0-15,-3 0 0 0,-9 2 0 0,15 0 0 16,-15 0 0-16,20 5 0 0,-15 0 0 16,5 4 0-16,-3 1 0 0,1 0 0 0,0 5 0 15,-1-1 0-15,-1-1 0 0,2 6 0 16,-2 1 0-16,-1 0 0 0,-1 5 0 0,1 9 0 15,1 0 0-15,-4 1 0 0,1 3 0 16,-3 0 0-16,-3 3 0 0,3 1 0 0,0 1 0 16,-4 0 0-16,2 1 0 15,-2 3 0-15,4 9 0 0,0-9 0 0,0-1 0 0,4-2 0 16,-2 1 0-16,5-3 0 16,-2 1 0-16,1-2 0 0,-1 0 0 0,2-2 0 15,2-1 0-15,-4-3 0 0,-1 1 0 16,0 0 0-16,-2-7 0 0,-1 0 0 0,-1-4 0 15,2-1 0-15,0 2 0 0,-2-2 0 16,0 0 0-16,0-1 0 0,0 1 0 0,0-5 0 16,0 2 0-16,0-3 0 0,0 1 0 15,0-1 0-15,0-5 0 0,0 1 0 0,2 0 0 16,-2-3 0-16,2 1 0 0,-2-4 0 16,2 1 0-16,-2-5 0 0,0 4 0 15,0-8 0-15,2 10 0 0,-2-5 0 0,0-5 0 16,0 8 0-16,0-8 0 0,0 7 0 0,0-7 0 15,0 0 0-15,-2 9 0 16,2-9 0-16,0 0 0 0,0 7 0 0,0-7 0 16,0 0 0-16,-2 5 0 0,2-5 0 15,0 0 0-15,0 0 0 0,-2 7 0 0,2-7 0 16,0 0 0-16,0 0 0 0,0 0 0 16,-11 3 0-16,11-3 0 0,-18 4 0 0,9-3 0 15,-4 3 0-15,1-1 0 0,-3 1 0 16,1-1 0-16,-2 2 0 0,0 0 0 15,1 0 0-15,2 0 0 0,0 1 0 16,2-3 0-16,-1 0 0 0,0 3 0 0,4-4 0 16,1 1 0-16,-1-2 0 0,8-1 0 0,-11 5 0 15,11-5 0-15,-10 4 0 0,10-4 0 16,-11 4 0-16,2-3 0 0,-1 2 0 16,-1-3 0-16,-3 2 0 0,1 2 0 0,-7-2 0 15,4 2 0-15,-2 1 0 0,0-3 0 16,-2 2 0-16,1-1 0 0,0 0 0 0,2 1 0 15,-3-2 0-15,0 2 0 0,1-2 0 16,0 0 0-16,-2 1 0 0,2-1 0 0,-4 0 0 16,-2 0 0-16,1 0 0 0,-3 0 0 15,0 0 0-15,-2-2 0 0,2 5 0 16,-1-4 0-16,2 1 0 0,-15 2 0 16,9-2 0-16,2-2 0 0,-10 3 0 0,6-3 0 15,1 1 0-15,5-1 0 0,-13 2 0 16,9-2 0-16,1 2 0 0,1-1 0 0,-10 1 0 15,2 2 0-15,6-2 0 0,1 1 0 16,-6 0 0-16,5-1 0 0,-6 2 0 0,4-1 0 16,-4 0 0-16,-3 3 0 0,0-3 0 15,1-1 0-15,-1 6 0 0,0-4 0 0,-3-1 0 16,2 2 0-16,-1-1 0 0,0-3 0 16,1 3 0-16,3-1 0 0,-2-2 0 15,0 1 0-15,1 0 0 0,-5 2 0 0,6-1 0 16,-6-1 0-16,4-1 0 0,-4 3 0 15,-2-2 0-15,4-1 0 0,-1 3 0 16,-2-2 0-16,4 1 0 0,-2 2 0 0,5-3 0 16,-2-1 0-16,1 3 0 0,2 1 0 15,1-2 0-15,12 1 0 0,-4-1 0 0,0-1 0 16,4 3 0-16,0-3 0 0,-1 1 0 16,-1 1 0-16,2-1 0 0,-1 0 0 0,-11 3 0 15,5 0 0-15,5-4 0 0,-11 0 0 16,4 0 0-16,-6 1 0 0,-1-1 0 0,2 1 0 15,-5 0 0-15,4 1 0 0,-4 0 0 16,5 0 0-16,-2-2 0 0,3 2 0 16,0 0 0-16,8-2 0 0,1 0 0 0,0 1 0 15,4-1 0-15,-1 0 0 0,1 0 0 16,-2 0 0-16,-1-2 0 0,3 1 0 0,-2 2 0 16,1-3 0-16,-3 2 0 0,0 0 0 15,-10 0 0-15,-6 2 0 0,6 0 0 0,-5 0 0 16,2 1 0-16,-2 1 0 0,2-2 0 15,-2 2 0-15,3 1 0 0,-2-2 0 0,4 0 0 16,3 1 0-16,3-2 0 0,6-2 0 16,2 2 0-16,1-4 0 0,-3 3 0 15,2-2 0-15,-4 1 0 0,0 0 0 0,4-2 0 16,-4 2 0-16,-12 0 0 0,3 1 0 16,2-3 0-16,-1 2 0 0,-4 1 0 15,-1 0 0-15,4-1 0 0,6 0 0 0,5 0 0 16,-1-2 0-16,1 0 0 0,4 3 0 15,0-1 0-15,2-2 0 0,0 1 0 0,2 1 0 16,-2-2 0-16,2 4 0 0,0-3 0 16,-2-1 0-16,2 2 0 0,-2 0 0 0,0-1 0 15,-2-1 0-15,4 2 0 0,-1-2 0 16,0 1 0-16,2-1 0 0,2 0 0 0,-2 2 0 16,4-2 0-16,-2 0 0 15,-1 0 0-15,3 2 0 0,-2-2 0 0,-2 0 0 0,2 2 0 16,-6-2 0-16,3 2 0 0,-1-1 0 15,-2 3 0-15,-3-3 0 0,0 3 0 16,0-1 0-16,2 1 0 0,-1-1 0 16,3 0 0-16,3-1 0 0,-2 2 0 0,5-3 0 15,2 1 0-15,0 0 0 0,1-1 0 16,2-1 0-16,-3 2 0 0,3 0 0 0,10-2 0 16,-18 2 0-16,10-2 0 0,8 0 0 15,-19 1 0-15,11 1 0 0,8-2 0 0,-15 0 0 16,15 0 0-16,-14 2 0 0,14-2 0 15,-11 0 0-15,11 0 0 0,0 0 0 0,-15 0 0 16,15 0 0-16,0 0 0 0,-15 0 0 16,15 0 0-16,-15 0 0 0,15 0 0 15,-20-4 0-15,6 3 0 0,0-3 0 16,-4-1 0-16,2 0 0 0,-6-2 0 0,-6-5 0 16,6 2 0-16,-3-5 0 0,-2-3 0 15,5-1 0-15,-1-1 0 0,9-3 0 0,0 7 0 16,5 1 0-16,1 3 0 0,3 3 0 15,1-1 0-15,-3 4 0 0,7-1 0 0,0 0-503 16,7 0-489-16,-2-1 90 0,7-3 93 16,1-1-886-16,2-13-1131 0</inkml:trace>
  <inkml:trace contextRef="#ctx0" brushRef="#br0" timeOffset="-195808.11">25229 9068 513 0,'4'-8'187'15,"-4"8"-22"-15,3-4-19 0,-3 4-19 16,4-5-16-16,-4 5-14 0,0 0-7 0,0 0-12 16,0 0 14-16,8-3 6 0,-8 3 1 15,0 0 3-15,0 0 3 0,8 14-7 16,-8-8-5-16,1-1-8 0,-1 3-7 16,2-2-8-16,2 0-6 0,-2 0-5 0,-2-6 1 15,4 7-1-15,-4-7 7 0,6 5 15 16,-6-5 10-16,7 3-6 0,-7-3-7 0,0 0-5 15,22-13-6-15,-13 6-11 0,-2-2 4 16,3-1-8-16,-2 3-7 0,-3-5 0 0,1 4 8 16,-1-1 4-16,-3 3 1 0,2 0 8 15,-4 6-14-15,5-6 1 0,-5 6-15 16,0 0 0-16,0 0-6 0,0 0-1 0,0 0-5 16,0 0 4-16,0 0-9 0,-18 17 2 15,16-11-7-15,2-6-6 0,0 12 13 0,4-6-4 16,-2 0 1-16,-2-6 11 0,9 5-1 15,-1-3-3-15,-8-2 3 0,15 0-1 16,-15 0-2-16,16-3 4 0,-9-1 2 0,1 4 7 16,-8 0 0-16,12-8 9 0,-12 8 3 15,7-4 2-15,-7 4-5 0,0-6-5 16,0 6-3-16,0 0-6 0,-12-7-3 0,12 7-3 16,-17 0-7-16,17 0 0 0,-23 3-2 15,14 1-4-15,0-3-6 0,-1 4-14 0,0 1-21 16,5 0-50-16,-3-1-81 0,4 3-98 15,0-4-164-15,4-4-231 0,0 9 72 16,0-9 57-16,8 8-248 0,4-4-256 0</inkml:trace>
  <inkml:trace contextRef="#ctx0" brushRef="#br0" timeOffset="-192124.56">12528 10746 1052 0,'-20'-2'393'0,"6"-2"-85"16,-4 3-73-16,2-1-29 0,3-2 10 15,-1 1 2-15,-6 0 12 0,4-1-11 0,-2 2 9 16,2-2-1-16,3 2-3 0,0 0-8 15,1 0-10-15,12 2-17 0,-19-3-19 0,19 3-13 16,-13-4-16-16,13 4-12 0,-11-1-11 16,11 1-10-16,0 0-7 0,0 0-10 0,0 0-6 15,0 0-4-15,0 0-6 16,0 0-6-16,49 7-2 0,-13-2-11 0,5 1-4 16,2-2-5-16,14 3-4 0,3 0-8 15,-5-2-1-15,-3 0-5 0,9 0-3 16,-3-1 0-16,-6-2-5 0,7 0 0 0,-11 0-6 15,-1-2 3-15,-5 3-2 0,-9-2-1 16,-5 0-1-16,-6 1-3 0,0-2 1 0,-1 2-6 16,-3 0 2-16,4-2 1 0,-5 0-5 15,4 1 3-15,-2-2-1 0,0 1-2 0,2 0 3 16,-2 0-4-16,2 0 2 0,0-2-2 16,-2 2-1-16,2-2 2 0,0 2-2 0,-2-2 1 15,2 2 0-15,0 0-1 16,-4 0 2-16,3 0-2 0,-4-1-2 0,4 1 2 15,-2-1 2-15,3-2-2 0,1 1 2 16,4 1-2-16,0-2 0 0,3 1-3 0,0 0 1 16,-1 2 1-16,5-2 3 0,-7 2-5 15,5-1 2-15,-3 2 1 0,-4-1 0 0,-1 0-4 16,-5 2 1-16,3 0 1 0,-3 0 0 16,-3-2-1-16,0 2 3 0,-4-2 0 15,2 1-1-15,1-1 13 0,1 0 6 0,-15 0-2 16,29 0 0-16,-14-1 1 0,-2 1-7 15,7-2 1-15,-4 0-4 0,9-2-3 0,0 3 5 16,2-1-5-16,2 0-2 16,-8 1 2-16,1 1-3 0,-1 0 1 0,-3 0-5 15,-1 0 0-15,-4 0 2 0,2 0-2 16,-1 0 3-16,-14 0 1 0,20 1 0 0,-9-1 5 16,-11 0 14-16,16 2 15 0,-16-2 11 15,18 0 4-15,-18 0 4 0,0 0 9 0,16 0-1 16,-16 0 3-16,0 0 0 0,14-2-3 15,-14 2-6-15,0 0-1 0,0 0-7 0,15 0-5 16,-15 0-8-16,0 0 0 0,0 0-14 16,0 0-43-16,9 0-49 0,-9 0-74 0,0 0-122 15,0 0-163-15,0 0-191 16,0 0-207-16,0 0 78 0,0 0 82 0,0 0-559 16,-18 14-687-16</inkml:trace>
  <inkml:trace contextRef="#ctx0" brushRef="#br0" timeOffset="-190321.14">15738 10922 3152 0,'-7'-3'-140'0,"-2"1"33"0,-1 0 37 15,10 2 37-15,-14-5 29 0,9 4 40 0,5 1 22 16,-9-4 22-16,9 4 14 0,-11-6 7 15,11 6 9-15,-9-2-9 0,9 2 2 0,0 0-4 16,-5-5-6-16,5 5-14 0,0 0-3 16,0 0-14-16,18-6 2 0,0 5 0 15,5 1-7-15,17 0-3 0,6-3-4 16,3 3-5-16,4 3-4 0,14-6-3 0,1 1-1 16,3 2-6-16,1 0-1 0,3 0-4 0,1-2-1 15,-1 2-2-15,-3-2-4 0,2 0 0 16,-3 0-12-16,-1 2 5 0,-3 0 5 15,-16-1-2-15,-1-2-4 0,-3 3 1 0,0 0-3 16,-10-3 1-16,-1 2-3 0,-9-1 4 16,0 1-6-16,0-1 1 0,0 0 1 0,-2 2 1 15,-3-2-3-15,3-2 2 0,0 4 2 16,0-2-8-16,0 0 2 0,0 0-2 0,0-1 5 16,2 0-3-16,4 3 4 0,6-3-7 15,-2 2 5-15,-7-1-1 0,13 0-2 16,-9 2-1-16,1 0 0 0,6 0 2 15,-6 0-6-15,-5 2 1 0,5-2 6 16,-5 0-3-16,3 2 0 0,-3-2 0 0,1 1 2 16,0-1-5-16,-2 3 3 0,-1-3 3 15,-4 3-3-15,0-3 1 0,-1 0 2 0,-3 1-8 16,4-1 4-16,-3 0 3 0,0 2 0 16,-2-2 0-16,1 2-1 0,-4-2-1 0,4 0 4 15,-1 0-1-15,2 0 0 0,-1 0-4 16,4 0 4-16,1 2-4 0,0-2 2 0,-1 0-1 15,7 0 0-15,-2 0 1 16,-1-2-5-16,5 2 9 0,-3 0-3 0,1 0-1 16,2 0-1-16,-5-2-2 0,1 4 5 15,-5-2-4-15,0 0 6 0,-1 0-6 0,-5 0 4 16,6 2-8-16,-5 0 5 0,0-2-2 16,-1 0 3-16,-2 0-1 0,4 2 1 0,0 0-4 15,-2 0 1-15,2 0 2 0,-2 1 1 16,2-1-3-16,-2-1 2 0,2 2-2 0,-1 0 1 15,0-2-1-15,-2 1 1 0,1 0 1 16,-3 0-3-16,1 0 1 0,-2 0 4 0,0 1-1 16,0-2-4-16,-1 1 4 15,1 2 1-15,-3-3-6 0,2 0 1 0,3 2 6 16,-1-1-2-16,2-2 1 0,7 4 0 16,-4-2-5-16,7 0 5 0,4 0-1 0,-2-1-3 15,-1 0-4-15,5 2 7 0,-4-2-3 16,-2 1 3-16,2-2-4 0,-2 2 2 15,-2-2-3-15,2 2 6 0,-3-1-2 0,0 1-3 16,-3-2 5-16,4 2 0 0,-1-2-5 16,0 2 0-16,1-2 3 0,4 0-2 0,-4 0 2 15,6-2 1-15,-2 2-1 0,0 2-2 16,0-4 1-16,-4 2 0 0,-1 0 4 0,-3 0-2 16,1 0-4-16,-4 0 2 0,0 0 1 15,-3 2-1-15,1-4-4 0,-14 2 7 0,20 0 31 16,-10 0 15-16,-10 0 18 0,17 0 18 15,-17 0 12-15,0 0 6 0,19 0 8 16,-19 0 5-16,0 0 9 0,15-2 4 16,-15 2 0-16,0 0 2 0,10-2 0 0,-10 2-3 15,0 0-8-15,0 0-13 0,0 0-15 16,0 0-21-16,13-1 5 0,-13 1-36 0,0 0-49 16,0 0-48-16,0 0-80 0,0 0-124 15,0 0-147-15,0 0-175 0,0 0-183 0,0 0 74 16,-29 13 72-16,20-9-469 15,2 1-560-15</inkml:trace>
  <inkml:trace contextRef="#ctx0" brushRef="#br0" timeOffset="-175042.14">8533 11793 1866 0,'-9'1'370'0,"-3"-1"-79"0,12 0-29 0,-19 0-3 0,9 3-10 16,10-3 3-16,-18-3-9 0,18 3-13 15,-20-1 13-15,11 1 3 0,9 0 21 16,-16-1-14-16,16 1 20 0,-11-2-10 16,11 2-11-16,0 0-18 0,-11-2-12 0,11 2-19 15,0 0-16-15,0 0-3 0,0 0 9 16,0 0 1-16,0 0-5 0,0 0-12 0,40 0-7 16,-19 2-10-16,3 1-3 0,15 2-55 15,-1 1-102-15,5 0 0 0,3 1 0 0,10-1 0 16,3 2 0-16,0-5 0 15,4 3 0-15,0-3 0 0,0-2 0 0,-10-2 0 16,8-1 0-16,0-3 0 0,-14 2 0 16,-1-1 0-16,-4-2 0 0,-4 4 0 0,-8 0 0 15,-5-2 0-15,-3 3 0 0,-4-1 0 16,1 2 0-16,-1-2 0 0,-3 1 0 0,1 1 0 16,-4-2 0-16,4 0 0 0,-1 2 0 15,3-1 0-15,-2 1 0 0,0-2 0 16,2 0 0-16,0 0 0 0,-1-2 0 0,2 3 0 15,-3 0 0-15,-2-3 0 0,-2 4 0 16,1-2 0-16,-2 1 0 0,-11 1 0 0,18-5 0 16,-18 5 0-16,17 0 0 0,-17 0 0 15,13-4 0-15,-13 4 0 0,10-1 0 0,-10 1 0 16,0 0 0-16,12-2 0 0,-12 2 0 16,0 0 0-16,0 0 0 0,0 0 0 15,13-2 0-15,-13 2 0 0,0 0 0 16,0 0 0-16,0 0 0 0,0 0 0 0,0 0 0 15,0 0 0-15,0 0 0 0,0 0-937 16,-31 9-32-16,16-1 115 0,0 2-993 0,-10 7-1273 16</inkml:trace>
  <inkml:trace contextRef="#ctx0" brushRef="#br0" timeOffset="-163974.25">23608 12245 2145 0,'-7'2'484'0,"7"-2"-145"0,0 0-30 15,-7 0 4-15,7 0 10 0,0 0-8 16,0 0-18-16,0 0-40 0,0 0-14 15,40-14-19-15,-18 4-20 0,11-3-28 16,2-3-10-16,-1 1-20 0,2-2-29 0,-2 1-43 16,0-2-36-16,-1-1-36 0,-5 2-33 15,-3 3-39-15,-1 2-46 0,-12 1-59 0,2 4-58 16,-4 3-64-16,-3-1-75 0,-3 0-82 16,-4 5-135-16,0 0-40 0,0 0 67 0,0 0-337 15,0 0-382-15</inkml:trace>
  <inkml:trace contextRef="#ctx0" brushRef="#br0" timeOffset="-163758.1">23708 12429 2560 0,'-16'7'250'0,"5"-2"54"0,2 0 51 0,2-5 63 16,7 0 69-16,-12 4 45 0,12-4 5 16,0 0-25-16,0 0-69 0,0 0-40 0,15-19-43 15,4 9-31-15,10-6-35 0,7 1-32 16,6-4-117-16,3-1-145 0,3 4 0 15,-1-1 0-15,-8 4 0 0,-3 1 0 0,-3 2 0 16,-8 3-107-16,-7 3-184 0,-2-2-57 16,-5 4-66-16,-6 2-81 0,-5 0-96 15,0 0-180-15,0 0 6 0,0 0 89 16,0 0-594-16,-20 18-729 0</inkml:trace>
  <inkml:trace contextRef="#ctx0" brushRef="#br0" timeOffset="-152676.03">11361 11780 1333 0,'-15'3'363'0,"3"0"-144"0,5-1-54 16,-1 0-17-16,8-2 0 0,-9 2 21 0,9-2 13 15,0 0-4-15,0 0-8 0,0 0-7 16,0 0-9-16,0 0-4 0,0 0-7 0,0 0-6 16,0 0-9-16,40-2-9 0,-15 2-15 15,3 0-10-15,12 2-6 0,0-2-9 16,4 1-8-16,3-1-8 0,0 0-7 0,2 0-9 15,0 1-3-15,3-1-21 0,11 3-22 16,-9-3-27-16,-4 0-29 0,2 0-23 16,-2 1-11-16,-5-1-2 0,0 4 2 0,-6-2 7 15,-8-1 5-15,-4 1 10 0,-4 1 8 16,-3-1 7-16,-1 0-1 0,-2-1 13 0,2 3 1 16,-6-2 6-16,5-1 8 0,1 0 7 15,-4-1 2-15,3 3 11 0,-4-3-8 16,4 0 3-16,0 2-1 0,2-2 3 0,1 0-2 15,-1 0 3-15,0 1 2 0,-1 1 0 16,0-2 0-16,-4 2-1 0,-2-2 4 16,1 1-3-16,-3 1 5 0,0-2 7 15,1 0 12-15,-12 0 10 0,17 4 8 0,-9-4 14 16,-8 0 10-16,11 1 9 0,-11-1 8 16,0 0 3-16,16 0-4 0,-16 0-5 0,9 2-5 15,-9-2-11-15,0 0-2 0,0 0-33 16,13 0-61-16,-13 0-101 0,0 0-102 0,0 0-153 15,9-5-187-15,-9 5 45 0,0 0 64 16,0 0-214-16,0 0-183 0</inkml:trace>
  <inkml:trace contextRef="#ctx0" brushRef="#br0" timeOffset="-142073.58">24215 12622 2030 0,'-10'-2'662'0,"7"-3"-282"0,1-2-157 0,2 7-86 16,14-15-24-16,0 4-32 0,11-5-14 16,6-3-15-16,1 2-14 0,10-3-24 15,2-3-30-15,1 5-41 0,0-1-43 0,-2 0-36 16,-9 7-32-16,-1-2-16 0,-9 4-1 16,-4 3 21-16,-5 2-9 0,-3 0 18 0,-7 3 11 15,-5 2 15-15,0 0 21 16,0 0 15-16,0 0 35 0,-28 21 27 0,-5-4 26 15,-6 7 25-15,-6 0 23 0,0 0 19 16,1-2 25-16,4-1 26 0,9-5 30 0,5-3 15 16,6-3 22-16,5-2 14 0,4-2 19 15,5-2 12-15,0-1 5 0,6-3-5 0,0 0-7 16,0 0-15-16,0 0-18 0,0 0-21 16,45-13-15-16,-23 7-16 0,10-2-13 0,0-3-14 15,5 3-34-15,-2 0-31 0,-1 0-30 16,-7 2-19-16,-6 3-14 0,-5 1-5 0,-2 0-5 15,-3 2 3-15,-11 0 4 0,11 4 8 16,-11-4 17-16,0 0 20 0,-12 12 22 16,-4-5 17-16,-11 6 15 0,-5 1 7 15,-2-2 5-15,-2 5 9 0,1-5 13 0,5-2 3 16,7-3-4-16,4 1-4 0,5-1-9 16,3-4 4-16,3 3-3 0,2-5 8 0,6-1-8 15,-9 4-10-15,9-4-11 0,0 0-7 16,0 0-11-16,0 0 0 0,0 0-10 15,36-5-24-15,-20 3-20 0,-1-2-18 0,2 1-20 16,0 0-16-16,-1-3-11 0,-3 3 2 16,-1 0 1-16,-3 1 3 0,-2 0-2 0,-7 2-8 15,14-1-1-15,-14 1-6 0,9-4-6 16,-9 4-9-16,10-2-24 0,-10 2-41 16,0 0-48-16,0 0-66 0,10-2-66 15,-10 2-91-15,0 0-134 0,0 0-74 0,3-4 62 16,-3 4-369-16,0 0-420 0</inkml:trace>
  <inkml:trace contextRef="#ctx0" brushRef="#br0" timeOffset="-137575.96">9473 13551 2353 0,'-11'1'-85'16,"11"-1"25"-16,-20 0 22 0,20 0 27 15,-15-1 17-15,7-1 33 0,8 2 31 0,-13 0 23 16,13 0 10-16,0 0 4 0,-14-3-1 15,14 3-2-15,0 0 2 0,0 0-12 0,0 0 6 16,-9-4 11-16,9 4 4 0,0 0 0 16,0 0-10-16,0 0-2 0,43-2-2 15,-23 2-13-15,7 2 0 0,1-2-9 0,16-2-7 16,7 4-3-16,1 0-9 16,13-4-7-16,-1 0-2 0,1 2-4 0,-9 0-11 15,6 0-1-15,-12 2-4 0,1 0 1 16,-1 0-4-16,-2-1-1 0,-3 3-6 0,2-3 1 15,-10 5-3-15,1-1-5 0,-7-2 3 16,-4 0 0-16,-3 1-4 0,1-1-2 0,-1 1 0 16,-2-2 1-16,3-1-2 0,1 3-3 15,-1-3-4-15,0-1 7 0,1 4-4 16,-1-2 0-16,2-2 1 0,-2 3-4 0,2 0 0 16,-4-3 2-16,-3 2-5 0,1 0 4 15,-1-1 1-15,-2 1-2 0,3 0 5 0,-1 0-4 16,-2-1 0-16,4 1-1 15,-4-2 2-15,1 0-5 0,1 0 7 0,0 2-4 16,1-2 6-16,-1-2-9 0,-2 4 2 16,4-4-3-16,-3 2 0 0,-2 0 1 0,0 0 1 15,-2 2-5-15,1-2 4 0,-2-2-3 16,0 4 2-16,-1-1 1 0,-13-1-1 0,27 0 2 16,-16 0 3-16,-11 0-7 0,23 2 3 15,-14-2 1-15,-9 0 1 0,23 0 2 16,-9-2-5-16,-3 1 2 0,2-1-6 0,1 2 0 15,-14 0-6-15,27-2 4 16,-16 1 1-16,3 1-4 0,-14 0-6 0,24 0 6 16,-10 0-2-16,-1 0-5 0,-13 0 5 15,28 0-3-15,-14 0 2 0,-1 0 0 0,3 0 9 16,2 0-6-16,4-2-1 0,-3 2 9 16,7-2-4-16,-1 0-5 0,2 1 6 0,-1-1-4 15,1 0-7-15,0 2 3 0,-7 0-6 16,3 0-7-16,-1 0-3 0,-5 0 6 15,4 0 4-15,-6 0 4 0,0 2-3 0,1 0 4 16,-1-1 0-16,0-1 2 0,6 0 0 16,-2 0 5-16,2-1-2 0,6-1 3 0,2 2-1 15,-4-2 3-15,14-2 2 16,-1 0 0-16,0 0 0 0,0 1 5 0,-5 0-11 16,3-1 1-16,-3 2 6 0,-7-1-3 15,1 1 1-15,-3 0 0 0,-1 1-4 0,0 1 2 16,-1 0 4-16,-6 0-10 0,2-2 6 15,-2 2 0-15,0 0 7 0,-1 0-11 0,6 0 8 16,0-1-3-16,5-1 7 0,-1-2-5 16,2 1 0-16,9-2-4 0,1 0-7 15,-1-1-17-15,-5 3-5 0,5-2-18 0,-6 2 3 16,10-3-5-16,-10 5-7 0,-1-3 3 16,0 3 1-16,-5 1-2 0,3-2 4 0,-4 2 9 15,0 0 0-15,0-2 5 16,-4 2 5-16,1-2 9 0,3 0-2 0,-1 1 5 0,5-2-1 15,-3 1 2-15,5 0 6 16,-1-1 1-16,11-1 3 0,-2 1 2 0,3 0-1 16,3-1 1-16,-5 0 0 0,-1 3 1 15,-6-2 0-15,-2 1 6 0,-4 0 1 16,-1 0-4-16,0 0 5 0,-6 0-1 0,1 1 1 16,0 1-2-16,0-1 4 0,-1-1 1 15,-2-1-2-15,4-1-4 0,-2 0-7 0,0 3 1 16,5-2-1-16,0 1-4 0,1-2-1 15,-3 4 3-15,3-2-4 0,-6 0-1 0,0 2 3 16,-4 0 3-16,6 2-1 16,-5 0 4-16,-2 0 1 0,3 0-1 0,3 0 5 15,-2 1-1-15,2-2 1 0,0 1 4 16,4 0-1-16,2 0 0 0,6-2 2 16,-4 0 0-16,18 2 1 0,-6-2-1 0,2 3 0 15,-7-3-1-15,-3 2-2 0,-5-2 2 16,-5 1-2-16,-2-1 3 0,1 1-3 0,-8-1-1 15,1 2 2-15,-1-2 7 0,-1 0 11 16,-11 0 15-16,20 0 4 0,-11 0-4 0,-9 0 3 16,21-2-5-16,-11 1-4 0,2 1-2 15,-1-1-4-15,0-1-8 0,-1-1-8 16,1 3-6-16,0-2-14 0,-1 0-12 16,-10 2-19-16,19-2-26 0,-11 0-26 15,-8 2-49-15,11-1-68 0,-11 1-87 0,9-3-164 16,-9 3-151-16,0 0-119 0</inkml:trace>
  <inkml:trace contextRef="#ctx0" brushRef="#br0" timeOffset="-124077.16">13477 12850 506 0,'0'0'174'0,"0"0"-51"0,0 0-32 16,-2-7-10-16,2 7-11 0,0 0-4 0,0 0 0 15,0 0-12-15,0-8 3 16,0 8-1-16,0 0 3 0,0 0 6 0,0 0 1 16,0 0 0-16,2-8 2 0,-2 8-6 15,0 0-2-15,0 0-1 0,0 0-2 0,0 0 0 16,0 0-1-16,0 0-4 0,3-3-3 15,-3 3-1-15,0 0 1 0,0 0 0 0,0 0 3 16,0 0-1-16,0 0 2 0,0 0 1 16,0 0-1-16,0 0 0 0,0 0 6 15,0 0 3-15,2-6 9 0,-2 6 5 0,0 0 8 16,0 0 4-16,0 0 9 0,0 0 5 16,0 0 2-16,0 0-4 0,0 0-1 15,0 0 0-15,0 0-1 0,0 0-12 16,0 0-6-16,0 0-7 0,0 0-2 0,2-10-9 15,-2 10-2-15,0 0-8 0,0 0 1 16,0 0-5-16,0 0 0 0,0 0-4 0,0 0-5 16,0 0 5-16,0 0-3 0,0 0-7 15,0 0-2-15,0 0 0 0,0 0-5 0,0 0-3 16,0 0-1-16,0 0-6 0,0 0 1 16,0 0-6-16,0 0 0 0,0 0 9 0,0 0 1 15,0 0 8-15,0 0-1 0,0 0 10 16,-17 17 3-16,17-17 0 0,-12 9 2 15,9-4-2-15,-3 1-3 0,6-6-1 16,-9 10-2-16,1-1-4 0,0-3 0 16,3 0-3-16,-3 2 9 0,-2-1 4 0,4-1-4 15,-5 5-3-15,1-2-3 0,1-1-3 16,3-1-2-16,-3 1-1 0,1-2-5 0,2 1 1 16,-1 1-1-16,1-3-4 0,1 2 1 15,-2-2-1-15,7-5-1 0,-9 10 3 0,7-6-3 16,2-4-2-16,-9 6 1 0,9-6 0 15,-5 7 1-15,5-7-4 0,-9 7 2 16,9-7-2-16,-7 11-3 0,3-8 5 16,4-3-6-16,-9 10 2 0,2-6 1 0,4 2-3 15,3-6-1-15,-8 8 1 0,5-4 1 16,3-4-3-16,-8 7-1 0,8-7-1 0,-8 7 4 16,8-7-2-16,-6 7 1 0,6-7-3 15,-3 8 3-15,3-8 0 0,-8 7 13 16,8-7 8-16,-3 7-1 0,3-7-2 0,-6 5-4 15,6-5-2-15,-5 8-3 0,5-8 3 16,0 0-3-16,-5 4 0 0,5-4-6 0,0 0 6 16,0 0-6-16,-6 8-1 0,6-8 2 15,0 0 1-15,0 0-1 0,0 0-3 0,0 0 2 16,-3 4 2-16,3-4 3 16,0 0-4-16,0 0-1 0,0 0 4 0,0 0-3 15,0 0 2-15,0 0-2 0,0 0 2 16,0 0 2-16,0 0 14 0,-4 9-2 0,4-9 1 15,0 0-1-15,0 0-3 0,0 0-2 16,0 0 1-16,0 0-3 0,0 0 2 0,0 0-6 16,0 0 4-16,0 0 0 0,0 0 5 15,0 0-3-15,0 0 2 0,0 0 4 16,0 0 11-16,0 0 9 0,0 0 11 0,20 2-8 16,-20-2-5-16,18-2-7 0,-18 2-1 15,19 0-2-15,-19 0-6 0,22-2-5 16,-10 2-2-16,-12 0 2 0,24-2-10 15,-11 2 5-15,-2-2-8 0,-11 2 2 0,21 0-2 16,-10 0 2-16,-11 0-2 0,19 0-4 16,-8-3 6-16,0 3-6 0,-11 0 0 0,16 0 5 15,-6-1-9-15,-10 1 1 0,15 0-2 16,-15 0 5-16,18-1-3 0,-18 1 2 0,14 0-3 16,-6-2 0-16,0 0 3 0,-8 2 4 15,15 0-9-15,-15 0 5 0,18-2-9 0,-18 2 1 16,14 0 3-16,-4 0 0 0,-10 0 5 15,15-4-3-15,-6 4 0 0,2-4 0 0,-4 2-2 16,-7 2-3-16,19 0 0 16,-9-2 4-16,-10 2-5 0,14-4 1 0,-5 2-3 15,-9 2 3-15,15 0-1 0,-15 0-2 16,12 0 10-16,-12 0-10 0,11 0 2 0,-11 0-1 16,11-3 1-16,-11 3 6 0,0 0-6 15,17-3 6-15,-17 3-5 0,11 0 0 0,-11 0 3 16,0 0-7-16,14 2 4 0,-14-2 10 15,0 0 5-15,11 0 3 0,-11 0-1 16,0 0-1-16,0 0 1 0,0 0 3 0,11 0 0 16,-11 0 3-16,0 0-3 15,0 0-4-15,0 0-1 0,0 0-3 0,0 0 5 0,0 0-3 16,0 0-3-16,0 0-20 16,12-4-46-16,-12 4-67 0,0 0-119 0,0 0-174 0,0 0-235 15,0 0-210-15,0 0 77 16,0 0 96-16,0 0-618 0,-36 14-764 0</inkml:trace>
  <inkml:trace contextRef="#ctx0" brushRef="#br0" timeOffset="-121675.71">13254 12903 3267 0,'0'0'-160'0,"-16"-2"30"0,16 2 17 0,-16 0 43 15,16 0 39-15,-14-2 53 0,14 2 47 16,0 0 39-16,-17-3 28 0,17 3 22 16,0 0 8-16,-12-3 10 0,12 3 4 15,0 0-2-15,-7-4-4 0,7 4-9 0,0 0-3 16,0 0-4-16,-11-3-7 0,11 3-5 15,0 0-9-15,0 0-12 0,0 0-3 0,0 0-11 16,-11-4-4-16,11 4-4 0,0 0-12 16,0 0-8-16,0 0-7 0,0 0-10 0,0 0-9 15,0 0-5-15,0 0 4 0,0 0 16 16,0 0-4-16,33 17-3 0,-16-8-4 0,12 3-4 16,0 2-8-16,3-1-3 0,0 1-5 15,2 0-4-15,1-2-1 0,-3-1-7 16,0 2-1-16,-3-3-7 0,-4 0 0 0,-6-3-1 15,-4-2-2-15,1 0-4 0,-3-1 3 16,-4 2-2-16,1-4-3 0,-1 1 2 16,-9-3 5-16,11 8 4 0,-11-8-4 0,12 4 8 15,-12-4 1-15,0 8 7 0,0-8 0 16,-17 10 6-16,-2-2 9 0,-9 7 11 16,-6-2 6-16,-13 5 2 0,-2 3 3 0,0 0-4 15,2-1 18-15,0 0 0 0,13-7-3 16,4 1-9-16,8-4-7 0,3-3-3 0,4 0 1 15,5-4 23-15,1 2 12 16,1-1-75-16,8-4-25 0,-14 5 0 0,9-2 0 16,5-3 0-16,0 0 0 0,-13 4 0 15,13-4 0-15,-5 1 0 0,5-1 0 0,0 0 0 16,-9 2 0-16,9-2 0 0,0 0 0 16,0 0 0-16,0 0 0 0,0 0 0 0,0 0 0 15,0 0 0-15,0 0 0 0,0 0 0 16,0 0 0-16,0 0-214 0,0 0-401 0,0 0-111 15,0 0-190-15,0 0 79 0,0 0 91 16,0 0-661-16,29-9-859 0</inkml:trace>
  <inkml:trace contextRef="#ctx0" brushRef="#br0" timeOffset="-121259.58">13317 12958 3597 0,'-9'-2'-63'15,"9"2"32"-15,-11-5 19 0,4 1 36 16,7 4 62-16,-10-3 42 0,10 3 21 0,0 0 5 16,-11-5-8-16,11 5-15 15,-6-5-13-15,6 5 11 0,0 0 15 0,0 0 6 16,0 0-11-16,33 5-13 0,-16-4-12 15,5 1-7-15,3 0-16 0,2-2-9 16,0 3-7-16,-2-1-10 0,-7 2-11 0,2-1-5 16,-8 0-6-16,2 1-3 0,-6 2 1 15,-5 3 5-15,-3 0 2 0,-3 2-3 0,-8 5 3 16,-11 6 5-16,1 0-2 0,-3 1-6 16,-3-3-5-16,2 0 0 0,-1-2-8 0,1-2-2 15,5-3-2-15,6-1-5 0,2-4 0 16,0 0-9-16,1-3 4 0,2 2-10 15,3-2-26-15,-4 0-22 0,3-1-43 16,3 1-53-16,-4-2-87 0,8-3-88 0,-9 7-83 16,5-4-101-16,4-3-125 0,-4 6-59 0,4-6 73 15,-1 7-368-15,1-7-451 0</inkml:trace>
  <inkml:trace contextRef="#ctx0" brushRef="#br0" timeOffset="-117227.2">27454 13354 3388 0,'0'0'102'0,"0"0"16"0,0 0 41 16,0 0 5-16,0 0 6 0,0 0-18 15,5 6-17-15,-5-6-16 0,7 4-18 0,-3-1 3 16,2 2-6-16,1 4-7 0,1 1 7 15,2 7 6-15,-3 1-1 0,-2 3-5 16,4 11 9-16,-4 2-4 0,-1 2-2 16,-4 3 5-16,-4 2 0 0,-6 9-8 0,-3 4-4 15,-1 1-1-15,-10 3 39 0,-1-4 16 16,-3 4-7-16,-3-6-5 0,1 0 1 0,-4-5 7 16,-1-2-4-16,-1-2 4 0,1-5 1 15,3-3-6-15,1-5-10 0,9-8-12 0,-1-1-10 16,8-5-7-16,2-4-9 0,2-3-10 15,-2 0-33-15,6 0-48 0,2-2 0 0,-6-2 0 16,8 2 0-16,-3-4 0 16,2 2 0-16,-1-1 0 0,5-4 0 0,-7 7 0 15,2-4 0-15,5-3 0 0,-9 5-214 16,3-3-154-16,6-2-131 0,-11 2-140 0,11-2-252 16,0 0 75-16,-16-7 89 0,16 7-646 15,-1-14-827-15</inkml:trace>
  <inkml:trace contextRef="#ctx0" brushRef="#br0" timeOffset="-116827">27479 13319 3693 0,'-2'-12'-106'0,"2"2"27"0,-3 3 11 0,-1 2 17 15,0 0 48-15,4 5 45 0,-15-4 34 16,4 4 30-16,-7 2 29 0,-2 3 22 16,-3 2 14-16,-12 5 13 0,1 2 10 0,2 1 10 15,0 0 0-15,-2-1-4 0,9-2-5 16,5 0-6-16,2-5-7 0,7 1-4 0,2-3-6 15,1-1-15-15,0 0-7 16,3 0-5-16,-1-2-20 0,6-2-7 0,-3 8-11 16,3-8-12-16,3 7-6 0,-3-7-25 15,8 8-43-15,-5-4-48 0,3 1-35 0,-6-5-38 16,8 7-41-16,-4-5-44 0,-4-2-59 16,6 7-35-16,-5-1-31 0,-1 1-64 0,0-7-107 15,-3 15-194-15,1-4-1 0,-5 2 80 16,-2 6-389-16,-2 10-462 0</inkml:trace>
  <inkml:trace contextRef="#ctx0" brushRef="#br0" timeOffset="-116510.35">26460 14570 2631 0,'0'0'104'0,"-8"-15"54"16,8 15 17-16,-4-6 5 0,4 6 16 0,2-6 13 15,-2 6-4-15,0 0-2 16,0 0 2-16,0 0-3 0,0 0-14 0,27 7-20 16,-20-2-19-16,5 1-12 0,-2 3-10 15,3-3-16-15,0 5-8 0,-2-5-10 0,3 2-7 16,3 0-12-16,-3-3-2 0,-1-1-13 15,-1 2-23-15,1-2-34 0,1-2-50 16,-2 1-77-16,6-3-96 0,-3 0-118 0,-1-3-136 16,2 2-189-16,0-2 4 0,-5 1 65 15,2 2-339-15,1-2-414 0</inkml:trace>
  <inkml:trace contextRef="#ctx0" brushRef="#br0" timeOffset="-113761.39">16100 17019 2585 0,'0'0'153'0,"0"0"39"0,0 0 5 16,0 0-21-16,0 0-9 0,0 0-4 15,27-32-8-15,-4 11-6 0,8-1-9 0,8-7-16 16,9-2-14-16,10-1 5 15,14-9-16-15,1-1-48 0,1 3-63 0,-15 8-104 16,15-7-114-16,-21 13-141 0,-1 2-196 16,-16 8-37-16,-15 6 72 0,-10 7-197 0,-9 4-222 15</inkml:trace>
  <inkml:trace contextRef="#ctx0" brushRef="#br0" timeOffset="-113610.21">16238 17091 2044 0,'-31'20'38'0,"10"-8"15"0,6-2 15 16,7-3 22-16,3-2 21 0,3-1 42 0,2-4 34 15,0 0 6-15,0 0 1 0,42-9-6 16,-6-6-22-16,15-2-10 0,4-4-21 16,6-7-11-16,14-10-15 0,-1 1-37 15,-15 6-68-15,0 0-89 0,-1 0-103 16,-6 4-140-16,-5 0-174 0,-5 4-71 0,-13 11 56 16,-9 0-127-16,-4 6-140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26T03:15:28.3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13254 12961 822 0,'0'0'245'0,"-7"-5"-30"15,7 5-25-15,0 0 13 0,-7-3 9 0,7 3 3 16,0 0 5-16,-4-6 6 0,4 6 15 15,0 0 10-15,0 0 6 0,0 0 3 0,-9-5-5 16,9 5-6-16,0 0-10 0,0 0-15 16,0 0-9-16,0 0-14 0,-10-3-15 0,10 3-9 15,0 0-13-15,0 0-9 0,0 0-5 16,0 0-9-16,0 0 0 0,0 0-5 0,-6-5-1 16,6 5-5-16,0 0-6 0,0 0-8 15,0 0 9-15,0 0-6 0,0 0-3 0,0 0 0 16,0 0 1-16,0 0 5 15,0 0 1-15,0 0-4 0,0 0-5 0,25-2-9 16,-25 2 0-16,18 2-5 0,-18-2-3 16,20 3-79-16,-6-1-18 0,-1-1 0 0,1 1 0 15,1 0 0-15,0-2 0 0,2 2 0 16,2-1 0-16,3-1 0 0,-4 2 0 16,5-2 0-16,-1 2 0 0,-2-2 0 0,-1 2 0 15,2-2 0-15,-4 0 0 0,1 1 0 16,-4-1 0-16,0 2 0 0,-1 0 0 0,-2-1 0 15,1-1 0-15,-12 0 0 0,23 4 0 16,-10-3 0-16,-3 1 0 0,-10-2 0 0,21 2 0 16,-10-2 0-16,-11 0 0 15,19 1 0-15,-19-1 0 0,18 0 0 0,-18 0 0 16,15 2 0-16,-15-2 0 0,14 2 0 16,-14-2 0-16,11 2 0 0,-11-2 0 0,11 1 0 15,-11-1 0-15,0 0 0 0,19 2 0 16,-19-2 0-16,11 2 0 0,-11-2 0 0,14 2 0 15,-14-2 0-15,0 0 0 0,15 1 0 16,-15-1 0-16,0 0 0 0,14 2 0 0,-14-2 0 16,0 0 0-16,0 0 0 0,0 0 0 15,13 2 0-15,-13-2 0 0,0 0 0 16,0 0 0-16,0 0 0 0,0 0 0 16,5 3 0-16,-5-3 0 0,0 0 0 0,0 0 0 15,0 0 0-15,0 0 0 0,0 0 0 16,0 0 0-16,7 7 0 0,-7-7 0 0,0 0 0 15,0 0 0-15,0 0 0 0,0 0 0 16,-5 10 0-16,5-10 0 0,-4 9 0 0,4-9 0 16,-9 12 0-16,2-6 0 0,-4 1 0 15,0 4 0-15,-6 0 0 0,-2 1 0 16,-6 2 0-16,0 1 0 0,1 2 0 0,0-5 0 16,-5 2 0-16,8-2 0 0,1-1 0 15,2-2 0-15,-2 0 0 0,3-3 0 0,2 1 0 16,-1 0 0-16,2-2 0 0,1 0 0 15,1 0 0-15,1-1 0 0,-2-1 0 16,4 1 0-16,0-1 0 0,2-1 0 0,7-2 0 16,-18 5 0-16,11-2 0 0,7-3 0 15,-18 4 0-15,13-1 0 0,5-3 0 16,-18 4 0-16,12-1 0 0,6-3 0 0,-18 3 0 16,12 1 0-16,-6-3 0 0,3 3 0 15,-3-1 0-15,1 1 0 0,0-2 0 0,-1 3 0 16,-1-2 0-16,-1 3 0 0,-1-4 0 15,2 4 0-15,-4-1 0 0,1 0 0 0,2 2 0 16,-4-2 0-16,3 0 0 16,1 2 0-16,0-2 0 0,0 2 0 0,1-2 0 15,-3 2 0-15,3-2 0 0,0 0 0 16,1 0 0-16,3 1 0 0,0-2 0 0,-2 0 0 16,4 0 0-16,2 0 0 0,-3-2 0 15,8-2 0-15,-12 3 0 0,12-3 0 0,-5 4 0 16,5-4 0-16,-10 4 0 0,10-4 0 15,-3 4 0-15,3-4 0 0,0 0 0 0,-9 2 0 16,9-2 0-16,0 0 0 0,0 0 0 16,0 0 0-16,-9 4 0 0,9-4 0 0,0 0 0 15,0 0 0-15,0 0 0 0,0 0 0 16,0 0 0-16,0 0-214 0,0 0-829 0,0 0 123 16,9-22-1125-16,-7 13-1460 15</inkml:trace>
  <inkml:trace contextRef="#ctx0" brushRef="#br0" timeOffset="931.81">13158 12911 5093 0,'0'0'-307'16,"-8"-6"59"-16,8 6 53 0,-7-2 57 15,7 2 54-15,0 0 58 0,-11-2 46 0,11 2 39 16,0 0 32-16,-12-4 30 0,12 4 29 15,0 0 20-15,-9-1 13 0,9 1 9 0,0 0 8 16,0 0 7-16,0 0 4 16,-14-3-4-16,14 3 0 0,0 0-10 0,0 0-7 15,-6-2-9-15,6 2-7 0,0 0-15 16,0 0-11-16,0 0 2 0,0 0-4 0,0 0-1 16,0 0-9-16,0 0-4 0,0 0 5 15,47 6 0-15,-35-4-91 0,10 2-46 16,-1-2 0-16,8 4 0 0,7 0 0 0,3-5 0 15,1 3 0-15,3-1 0 0,-4-2 0 16,1 3 0-16,-8 0 0 0,-5-4 0 0,-6 0 0 16,-1 3 0-16,-5-1 0 0,-2-2 0 15,-1 1 0-15,-3 1 0 0,-9-2 0 0,17 2 0 16,-7-2 0-16,-10 0 0 16,13 2 0-16,-13-2 0 0,15 1 0 0,-7 1 0 15,-2 0 0-15,-6-2 0 0,17 3 0 16,-17-3 0-16,15 4 0 0,-7-1 0 0,-8-3 0 15,15 3 0-15,-15-3 0 0,10 2 0 16,-10-2 0-16,7 3 0 0,-7-3 0 0,0 0 0 16,11 2 0-16,-11-2 0 0,0 0 0 15,0 0 0-15,12 4 0 0,-12-4 0 0,0 0 0 16,0 0 0-16,11 3 0 0,-11-3 0 16,0 0 0-16,0 0 0 0,0 0 0 0,8 2 0 15,-8-2 0-15,0 0 0 16,0 0 0-16,0 0 0 0,0 0 0 0,0 0 0 15,0 0 0-15,0 0 0 0,0 0 0 16,0 0 0-16,0 0 0 0,-19 13 0 0,7-6 0 16,-1 2 0-16,-2 3 0 0,-9 5 0 15,-5 0 0-15,-2 3 0 0,-1-1 0 0,-9 5 0 16,-2-1 0-16,0 0 0 0,-2-1 0 16,4-3 0-16,4-4 0 0,1-1 0 0,2-1 0 15,1-2 0-15,10-3 0 0,5-3 0 16,2 0 0-16,3-1 0 0,1-1 0 15,3-1 0-15,0 1 0 0,-2 1 0 0,6-2 0 16,5-2 0-16,-11 3 0 0,11-3 0 16,-11 3 0-16,11-3 0 0,-7 4 0 15,7-4 0-15,-5 3 0 0,5-3 0 0,0 0 0 16,-8 4 0-16,8-4 0 0,0 0 0 16,0 0 0-16,-5 3 0 0,5-3 0 0,0 0 0 15,0 0 0-15,0 0 0 0,0 0 0 16,0 0 0-16,0 0 0 0,0 0 0 15,0 0 0-15,0 0 0 0,0 0-54 0,0 0-998 16,0 0 106-16,0 0-1142 0,0 0-1499 16</inkml:trace>
  <inkml:trace contextRef="#ctx0" brushRef="#br0" timeOffset="1564.81">13211 12930 5233 0,'-7'-7'-248'0,"3"1"75"0,-5-2 56 15,3 4 57-15,-2-4 62 0,1 4 47 16,1 0 30-16,-2 1 20 0,8 3 6 0,-11-7 2 15,5 4-4-15,6 3-6 0,-9-6-9 16,9 6-5-16,-5-4-7 0,5 4 8 16,0 0 22-16,0 0 8 0,0 0 8 15,0 0 22-15,0 0 12 0,0 0 4 0,0 0 5 16,0 0 9-16,18 22 5 0,-5-19-1 16,3-1-7-16,0 1-8 0,9 0-11 0,2-1-16 15,11 2-14-15,4-1-10 16,-2-3-11-16,3 1-11 0,-4 3-51 0,-6-2-39 0,-5 0 0 15,-1-1 0-15,-5 1 0 0,0 1 0 16,-5-1 0-16,-2-1 0 0,-1 3 0 16,-1-2 0-16,-2 0 0 0,-1 3 0 15,-1-2 0-15,0 1 0 0,2-1 0 0,-6 1 0 16,3-1 0-16,-5 2 0 0,3 0 0 16,-2 4 0-16,-4 3 0 0,-1-1 0 0,-8 10 0 15,-7 6 0-15,-13 6 0 0,-3 2 0 16,-9-2 0-16,-4 4 0 0,-3-1 0 0,-7-2 0 15,3 2 0-15,1-5 0 0,-3 0 0 16,11-4 0-16,1-5 0 0,12-2 0 0,1-6 0 16,8-2 0-16,5 0 0 15,3-6 0-15,2-1 0 0,3 1 0 0,0-3 0 0,3 2 0 16,5-5 0-16,-9 5 0 16,9-5 0-16,-9 5 0 0,9-5 0 0,0 0 0 15,-5 4 0-15,5-4 0 0,0 0 0 16,0 0 0-16,0 0 0 0,0 0 0 0,0 0 0 15,32-12 0-15,-20 8 0 0,-3-2-357 16,2 2-664-16,0-3 95 0,-8 4-1076 16,-3 3-1419-16</inkml:trace>
  <inkml:trace contextRef="#ctx0" brushRef="#br0" timeOffset="6050.65">16147 13600 5061 0,'-14'2'-311'0,"1"-2"44"0,2-2 29 16,11 2 43-16,-20 2 49 0,20-2 50 15,-13 0 48-15,13 0 45 0,0 0 26 0,0 0 24 16,-17-2 15-16,17 2 7 0,0 0-12 15,0 0 13-15,0 0 7 0,0 0 2 0,48-12-5 16,-10 7-7-16,9 0-6 16,12-4-3-16,4 1-7 0,-1-2-9 0,4 1-5 0,-7 1-6 15,2-4-24-15,-2 3-8 0,-13 1-16 16,-5 3-15-16,-6-2-13 0,-9 2 2 16,-5 1-4-16,-5 2-11 0,-5 0-7 15,-2 1-10-15,-9 1-22 0,14 0-19 0,-14 0-33 16,0 0-34-16,0 0-51 0,0 0-55 15,0 0-83-15,-28 12-148 0,10-9 25 16,-2 3-128-16,-5-1-121 0</inkml:trace>
  <inkml:trace contextRef="#ctx0" brushRef="#br0" timeOffset="6114.2">16147 13664 1647 0</inkml:trace>
  <inkml:trace contextRef="#ctx0" brushRef="#br0" timeOffset="6231.03">16109 13672 1744 0,'-12'0'108'0,"2"0"28"0,10 0 20 16,0 0 4-16,-9-4-14 0,9 4 1 15,0 0 20-15,20-18-11 0,2 9-18 16,6-3-7-16,10-1-11 0,12-3-21 16,7 3-15-16,3-1-47 0,1 2-65 0,-1 0-78 15,1 2-91-15,-3 1-113 0,-13 2-215 16,-5 2 39-16,-12 2-153 0,-6 1-135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26T02:55:58.0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8589 2807 1002 0,'0'0'275'16,"-4"-7"-42"-16,4 7-20 0,0 0-14 0,-6-9-18 15,6 9-5-15,0 0-19 0,-4-9-11 16,4 9 3-16,0 0-1 0,-4-5-7 0,4 5-9 16,0 0-12-16,0 0-16 0,0 0-26 15,0 0 3-15,0 0 25 0,0 0 8 16,-22 23 18-16,12-6 21 0,-3 10 17 0,-5 4 0 16,3 4 4-16,-4 9 2 0,1 1-22 15,0-1-12-15,5-8-12 0,1 1-9 0,6-6-10 16,-1 2-8-16,3-7-5 0,4-5 0 15,-1-4-1-15,1-2 0 16,1 1-9-16,1-3-8 0,2 0-2 0,0-1-10 16,1-2 1-16,4 0-10 0,2-1-4 15,0-1-9-15,-2-3-7 0,3 0-38 0,1-3-44 16,3 3-58-16,0-5-63 0,0 0-83 16,2 3-90-16,0-6-94 0,-1 2-120 0,0-3-181 15,-3 1 64-15,-1 1-417 0,-6-3-556 16</inkml:trace>
  <inkml:trace contextRef="#ctx0" brushRef="#br0" timeOffset="318.52">8560 3194 2961 0,'-8'-6'-23'0,"8"6"14"0,0 0 9 16,0-8 12-16,0 8 11 0,0 0 12 0,0 0 2 15,0 0-4-15,0 0 9 0,42 18 10 16,-24-4 21-16,0 4 22 0,1 0 34 16,-4 2-1-16,1 4 28 0,-7-3 16 0,1-3 14 15,-4 1 11-15,-2-3 13 0,-3 2 7 16,-2-1 11-16,-1 0-9 0,-4 4-1 0,-2-1-12 16,-5 6-16-16,-5-1-25 0,2-1-10 15,-2-2-19-15,-2-1-13 0,2-5-5 16,5-2-26-16,0 0-53 0,1-4-48 15,0 1-54-15,1-3-67 0,2-1-67 16,-1-2-85-16,3-1-89 0,-1 0-97 0,8-4-123 16,-12 0-132-16,12 0 65 0,0 0-404 15,-11-6-535-15</inkml:trace>
  <inkml:trace contextRef="#ctx0" brushRef="#br0" timeOffset="3298.98">6019 4364 2849 0,'10'-4'-52'16,"-10"4"30"-16,8-5 31 0,-8 5 41 15,5-5 40-15,-5 5 40 0,0 0 19 0,6-8 14 16,-6 8 14-16,0-10 3 0,0 10 4 16,0 0-3-16,2-9-4 0,-2 9-11 0,-2-10-8 15,2 10-5-15,0 0-9 0,-4-10-7 16,4 10-5-16,-7-7-15 16,1 3-13-16,6 4-8 0,-15-8-8 0,4 4-9 15,-3 0-10-15,-3 0-4 0,-1 2-4 16,0-2-8-16,-1 1-5 0,-6-1-6 0,0 2 2 15,-2 2-7-15,1-2-6 0,-3 4 0 16,1-2-7-16,1 0 0 0,-2 2-3 0,3 0 11 16,-3 0 2-16,2-1-12 0,0 2-1 15,0 0-1-15,4-1 3 0,-2 2-6 16,1 0-2-16,1 0-4 0,-2 4-2 0,3-4-1 16,-1 3 4-16,0 1-7 15,0 0 2-15,-8 1-2 0,4 2 2 0,0 2-2 16,-2 0 0-16,3 1 1 0,-3 2-2 15,2-3 0-15,-2 3 0 0,-1-1-3 0,1 0 1 16,-1 2 6-16,-1-1-6 0,3 1 4 16,-1 0-2-16,2 0-1 0,0 0 1 15,2 2-3-15,0-1 0 0,0 1-3 0,3-2-1 16,4-3 0-16,2 1 5 0,3-1-3 16,1 3 3-16,-1 0 1 0,-2 9 0 0,2-6-2 15,5-1 2-15,0 0 0 0,3-1-3 16,-3 1-1-16,4 2 2 0,1-3 2 15,1 1 1-15,0 3-1 0,2-3-1 16,0 6 5-16,2 2-4 0,0-1-3 0,1 0 9 16,-1-1-4-16,2 10 1 0,0 0 6 15,1-4 7-15,-1-2 9 0,4 3 5 16,0 0-10-16,-3-1 4 0,4 0-7 0,3-4 3 16,0 2-2-16,1 0 3 0,2-4 2 15,5 1-3-15,1-2 3 0,3 0-3 0,4-2-2 16,8 4 3-16,5-2-3 0,3-2 14 15,0-3 2-15,3-2 0 0,3-4-3 0,2 1-15 16,-9-5 19-16,5-3 5 0,1-4 14 16,1-2 18-16,-1-2 8 0,10-1-3 15,-2-6 6-15,-1 0 1 0,-1-7 10 16,-1 1 8-16,-3-4-9 0,0-3-2 16,-1 1 3-16,-1-3-47 0,-3-2-50 0,-2 1 0 15,-4-2 0-15,-4-2 0 0,1 3 0 16,-7-8 0-16,-3 0 0 0,0 0 0 0,-4-5 0 15,-9 6 0-15,6-10 0 0,-11 3 0 16,0 1 0-16,-5-4 0 0,-4-3 0 0,-4-12 0 16,-5 0 0-16,-4-2 0 0,-8-1 0 15,-6 3 0-15,-2 5 0 0,-7 4 0 0,-6 8 0 16,-1 7 0-16,-9 5 0 16,1 11 0-16,-8 5 0 0,-4 10 0 0,-3 10 0 15,2 7 0-15,-3 6 0 0,4 7 0 16,-9 12 0-16,15-8-460 0,5 1-101 15,7-3-107-15,4-1-165 0,5-1-7 0,10-8 90 16,2-1-637-16,8-6-841 0</inkml:trace>
  <inkml:trace contextRef="#ctx0" brushRef="#br0" timeOffset="8834.21">12015 4393 3503 0,'0'0'-163'0,"0"0"55"15,0 0 51-15,7 3 50 0,-7-3 34 16,0 0 33-16,0 0 26 0,0 0 11 0,0 0 12 15,0 0 9-15,0 0-3 0,0 0-2 16,0 0-4-16,0 0-3 0,0 0-5 0,0 0-12 16,-14-17-4-16,14 17-6 0,-12-2-12 15,2 0-4-15,10 2-8 0,-21-1 2 16,6 1 2-16,-4 1 3 0,0-1-1 0,-4 2 0 16,-2 0-4-16,-1 0-4 15,-3 0-2-15,-11 1-2 0,1 0 4 0,0 3 1 16,1-1-5-16,2 0-4 0,2 0-2 15,3-1-3-15,-4 0-3 0,9 2-5 0,3-1 1 16,0 0-6-16,2 0 1 0,0 2-1 16,0 0-1-16,0 0 0 0,1-1 4 0,-2 5-1 15,3-3 3-15,2 2-3 0,0-1 0 16,2 1-4-16,-1 2 2 0,2-2 2 16,-2 4 2-16,1 1 1 0,1-2 7 15,3 2 5-15,-3 1-4 0,1 0 3 16,2 1-2-16,1-2 2 0,3 3 6 0,-3 0 4 0,0-1 2 15,7 0 0-15,-3-1 3 16,4 2-20-16,0 1 17 0,2-2 2 0,0 4 1 16,0-1 5-16,2 3 7 0,2 0-7 15,1 9-4-15,6 2 6 0,-2-1 19 0,-2-3-9 16,2 1-4-16,2-1 1 0,-2 0-11 16,5-2-9-16,-3-1-2 0,0 0 1 0,5 0-4 15,-2-3 12-15,0-7 11 0,7 5-2 16,0-2-5-16,2-3 1 0,2 1-1 15,2-1-2-15,1 1 5 0,0-6-9 0,2 2-18 16,4-2-39-16,-4 2 0 0,1 0 0 16,-1-2 0-16,1 1 0 0,1 1 0 15,0-3 0-15,1 1 0 0,-1-2 0 16,2-1 0-16,2-3 0 0,2 0 0 0,5-3 0 16,0-2 0-16,3-2 0 0,-1-2 0 15,4-1 0-15,-4-3 0 0,7-3 0 0,-9 0 0 16,-1 0 0-16,-2-3 0 0,6-5 0 15,-10 3 0-15,-1 1 0 0,-3-1 0 0,-2-7 0 16,1 1 0-16,1-6 0 0,2-2 0 16,-5-3 0-16,2-4 0 0,-5-6 0 0,3-1 0 15,-6-2 0-15,-3 1 0 0,2-6 0 16,-8 1 0-16,-3-3 0 0,-10 7 0 0,-1-1 0 16,-5-7 0-16,-9 4 0 0,-3 2 0 15,-9 5 0-15,-9 3 0 0,-2 6 0 16,-10 2 0-16,-3 5 0 0,-6 7 0 15,-5 5 0-15,-3 4 0 0,-2 7 0 0,-1 3 0 16,-1 3 0-16,3 5 0 0,3 4 0 16,-4 5 0-16,5 8-547 0,3 0-89 0,0 1-102 15,-2 1-140-15,0 5 66 0,1 0-746 16,-14 11-1000-16</inkml:trace>
  <inkml:trace contextRef="#ctx0" brushRef="#br0" timeOffset="10097.95">11432 6087 3928 0,'0'0'-190'0,"9"-5"55"0,-5 2 54 15,-4 3 50-15,6-6 59 0,-6 6 60 16,3-6 37-16,-3 6 25 0,7-4 27 0,-7 4 19 16,0 0 19-16,3-9 12 0,-3 9 26 15,4-4 1-15,-4 4 7 0,0 0 2 16,2-12-2-16,-2 12-11 0,0-8-9 0,0 8-17 16,0 0-12-16,-6-13-14 0,0 5-12 15,0 3-18-15,-3 0-10 0,-4-2-17 16,-1 1-9-16,0-2-14 0,-8 2-10 0,1 0-42 15,-4-2-66-15,1 3 0 0,-11-3 0 16,-1 2 0-16,7 1 0 0,1 3 0 16,-1 1 0-16,0-1 0 0,2 2 0 0,-2 0 0 15,0 2 0-15,-8 1 0 0,3 0 0 16,-2 1 0-16,2 4 0 0,-2-1 0 0,0 3 0 16,2-1 0-16,-1 2 0 0,1 0 0 15,-1-1 0-15,-1 7 0 0,2-5 0 0,2 6 0 16,0-1 0-16,1 1 0 0,2-1 0 15,3 2 0-15,-1-1 0 0,2 3 0 0,4-4 0 16,0 4 0-16,4-6 0 0,2 0 0 16,3 2 0-16,-1-3 0 0,-1 1 0 15,-1 10 0-15,1-7 0 0,5 2 0 16,2-1 0-16,0 0 0 0,-6 10 0 0,2-2 0 16,2 2 0-16,3-5 0 0,-2-2 0 15,1 9 0-15,1-6 0 0,1-1 0 16,0 1 0-16,2-2 0 0,1 1 0 0,-2-1 0 15,2 1 0-15,2-3 0 0,0 1 0 16,2 3 0-16,0-3 0 0,3-1 0 0,-1 2 0 16,6 8 0-16,1-3 0 0,3 1 0 15,1-4 0-15,4 3 0 0,3-3 0 0,2 1 0 16,1-2 0-16,3-2 0 16,3 0 0-16,7 1 0 0,-6-6 0 0,12 1 0 0,-8-1 0 15,12-3 0-15,-8-3 0 16,3-1 0-16,2-2 0 0,-2-4 0 0,2 0 0 15,-6-1 0-15,1 1 0 0,-10-4 0 16,-1 0 0-16,0-2 0 0,-1 0 0 0,-3 1 0 16,2-3 0-16,-2-2 0 0,-1 2 0 15,1-3 0-15,-2 0 0 0,8-4 0 0,-5 0 0 16,3-1 0-16,-4-4 0 0,-3 4 0 16,5-5 0-16,-2 0 0 0,5 0 0 0,-3-1 0 15,-2-2 0-15,2 1 0 16,2-3 0-16,-5 3 0 0,1-2 0 0,-2 0 0 0,-2 5 0 15,-3 1 0-15,-4 0 0 0,-3 1 0 16,3 2 0-16,-5-1 0 0,1 0 0 16,0-2 0-16,-3 2 0 0,2-3 0 15,1-2 0-15,-4-1 0 0,2-2 0 0,-1-9 0 16,0-3 0-16,2-1 0 0,-6-4 0 16,1-3 0-16,-2-2 0 0,-4-3 0 0,-2-8 0 15,-4 2 0-15,-3 1 0 0,0 14 0 16,-9-8 0-16,-1 7 0 0,-7 6 0 0,2 8 0 15,-13-3 0-15,-1 6 0 0,2 8 0 16,-2 1 0-16,-4 6 0 0,3 3 0 0,-4 4 0 16,-2 3 0-16,1 0 0 15,-6 9 0-15,3 1 0 0,10-4 0 0,2 2-638 16,-1 2-344-16,4-2 80 0,-2-2-1026 16,3 0-1349-16</inkml:trace>
  <inkml:trace contextRef="#ctx0" brushRef="#br0" timeOffset="18696.74">12284 5560 4800 0,'0'0'-234'0,"0"0"69"0,0 0 58 16,0 0 64-16,0 0 63 0,0 0 44 15,0 0 45-15,0 0 29 0,0 0 24 0,0 0 8 16,0 0 12-16,0 0-1 0,0 0-7 16,0 0 2-16,0 0-26 0,0 0-16 15,0 0-16-15,0 0-14 0,0 0-16 16,0 0-7-16,0 0-11 0,0 0-5 16,0 0-4-16,0 0 4 0,0 0-15 0,0 0-1 15,0 0-9-15,0 0-4 0,0 0-26 16,0 0-29-16,27 2-38 0,-27-2-48 0,7 7-51 15,-3-2-49-15,-1 2-58 0,1-2-67 16,0 4-62-16,0-2-76 0,-3 1-109 0,2 0-78 16,-1-1 50-16,4 2-387 0,-3 0-468 15</inkml:trace>
  <inkml:trace contextRef="#ctx0" brushRef="#br0" timeOffset="18896.56">12404 5799 2658 0,'0'9'7'0,"0"-9"41"15,-2 6 32-15,2-6 38 0,0 0 35 0,-3 9 27 16,3-9 7-16,0 0-4 0,0 0-8 16,5 5-11-16,-5-5-16 0,0 0-21 0,0 0-9 15,0 0-11-15,0 0-10 0,4 5-9 16,-4-5-11-16,0 0-29 0,7 5-43 0,-7-5-48 16,7 5-57-16,-7-5-66 0,4 9-55 15,3-7-63-15,-4 4-65 0,1 1-74 16,-2-2-96-16,2 2 6 0,-3 0-218 0,-1 0-224 15</inkml:trace>
  <inkml:trace contextRef="#ctx0" brushRef="#br0" timeOffset="19047.24">12471 5984 1997 0,'0'0'20'16,"0"0"34"-16,1 7 23 0,-1-7 15 16,0 0 11-16,0 0-7 0,0 0-6 0,0 4-16 15,0-4-20-15,0 0-27 0,0 0-31 16,6 6-30-16,-6-6-41 0,7 6-37 15,-7-6-33-15,9 4-32 0,-9-4-13 0,7 8-13 16,-3-6-390-16,-1 3-94 0</inkml:trace>
  <inkml:trace contextRef="#ctx0" brushRef="#br0" timeOffset="19196.5">12539 6082 1478 0,'4'5'-61'0,"-3"-1"43"16,-1-4 36-16,0 0 37 0,0 0 35 0,2 5 30 16,-2-5 30-16,0 0 17 0,0 0 21 15,0 0 8-15,0 0 10 0,0 0-10 0,0 0-19 16,0 0-12-16,0 0-14 0,0 0-24 15,0 0-19-15,0 0-36 0,9 4-55 16,-9-4-72-16,0 0-62 0,0 0-81 0,1 8-105 16,-1-8-177-16,0 8-7 0,0-8-181 15,-3 12-162-15</inkml:trace>
  <inkml:trace contextRef="#ctx0" brushRef="#br0" timeOffset="19947.27">12524 6450 1773 0,'0'0'-19'0,"0"0"28"0,0 0 35 16,0 0 29-16,0 0 26 0,0 0 20 16,0 0 17-16,0 0 24 0,0 0 14 15,24-10 12-15,-24 10 9 0,0 0-1 0,0 0-6 16,7-5-4-16,-7 5-12 0,0 0-20 16,0 0-14-16,0 0-20 0,0 0-9 0,-31 0-8 15,31 0-12-15,-23 5-9 0,9-2-7 16,1 1-9-16,-3-1-10 0,5 3-1 15,-3-1-5-15,-2 0-8 0,1 0-3 0,1 2-4 16,1-2-4-16,-1 2-4 0,3-2-6 16,2 0-1-16,-1 2-7 0,4 0-1 0,-1-1 2 15,3 0-8-15,3 0 7 0,-1 3-3 16,2-9-4-16,3 14-7 0,3-8 0 0,3 3-8 16,0-1 2-16,5-2-8 15,1 0-3-15,1 0 4 0,-2-1-4 0,4 1-3 16,-3-2 3-16,1 2 0 0,-4 1 3 15,2 0 5-15,-3-2-1 0,0 1 1 0,-4 1 4 16,-1 2 7-16,-5-2 5 0,3 1 4 16,-4 1 6-16,-2 0 8 0,0 2 2 0,-5 1 7 15,0 2 4-15,-4 0-4 0,-1 0 0 16,-12 4-2-16,7-2 9 0,2-4-3 16,-3 0 7-16,7-4 2 0,-3-1 5 0,-2 0-2 15,5-2 0-15,1-1-11 0,0-3-4 16,10-1-8-16,-14 3-14 0,14-3-18 0,-20 0-22 15,20 0-29-15,0 0-48 16,-17-4-72-16,17 4-69 0,-10-4-85 0,10 4-110 16,-5-5-188-16,5 5 54 0,2-8 53 15,-2 8-257-15,9-11-270 0</inkml:trace>
  <inkml:trace contextRef="#ctx0" brushRef="#br0" timeOffset="20333.31">12749 6549 2240 0,'-4'-4'68'0,"4"4"0"0,-6-4 6 16,6 4 17-16,0 0 23 0,0 0 18 15,-19 10-6-15,13 0 6 0,-1 1-11 0,1 1 4 16,0 2-8-16,2-1-8 0,2 1-9 15,2-1-5-15,0 2-5 0,2-3-5 16,2 2 1-16,2-2-1 0,2-4 4 0,-1-1-5 16,2 0-6-16,5-4-4 0,-3-1-5 15,2 1-4-15,-1-4 2 0,1-1 3 0,-1 0 1 16,1-1 0-16,-4-1-3 0,4-3-4 16,-8 1-1-16,2-3-10 0,-1 1-1 0,0 0-5 15,-4-1-8-15,0-3-8 16,-2-2-1-16,0 3-10 0,0 1-15 0,-4-2-19 15,-2 1-27-15,-1 3-18 0,-4-1-44 16,-3 2-51-16,-1 5-56 0,-5 2-55 0,0 2-76 16,-5 2-104-16,0 2-139 0,2-2 27 15,-2 2-292-15,9-4-333 0</inkml:trace>
  <inkml:trace contextRef="#ctx0" brushRef="#br0" timeOffset="20746.4">12288 6266 2315 0,'-33'18'-35'0,"-6"7"26"15,2 8 33-15,-5 7 35 0,4 3 29 16,1 6 31-16,7 5 35 0,-1 2 24 0,9 4 9 15,-1 2 7-15,9 3-3 0,5-2-10 16,5 3-4-16,10-6-11 0,6-4-9 0,12-2-14 16,6-9-10-16,15-5-8 15,3-9-17-15,13-7-5 0,5-7-17 0,6-5-23 16,4-9-22-16,-3-3-22 0,-3-10-17 16,-2-3-17-16,-2-8-15 0,-5-3 3 0,-7-4-3 15,-2-3 9-15,-6-1 12 0,-10-2 22 16,-1-4 20-16,-9 0 10 0,-7-2 11 0,-2-3 12 15,-11 2 8-15,0-17-1 0,-6-1-4 16,-8-3-11-16,-5-4-6 0,-4 1-8 0,-5 2-9 16,-5 7-4-16,-7 3-11 0,-2 13-11 15,-11 10-26-15,-8 11-32 0,-6 13-49 16,-6 9-63-16,-2 8-78 0,-1 7-66 0,-18 10-102 16,23-2-104-16,1 0-93 15,5 3 37-15,3-4-302 0,11-2-351 0</inkml:trace>
  <inkml:trace contextRef="#ctx0" brushRef="#br0" timeOffset="26594.45">12731 5284 1622 0,'0'0'428'0,"-11"-1"-136"15,11 1-49-15,0 0-14 0,0 0-7 0,0 0 4 16,-9-5-19-16,9 5-15 16,0 0-2-16,0 0-2 0,0 0-2 0,-6-7-13 0,6 7-15 15,0 0-15-15,0 0-15 16,0 0-10-16,0 0-9 0,0 0-11 0,0 0-7 15,0 0-9-15,0 0-8 0,33 2 4 16,-33-2 2-16,18 3 2 0,-8 0-2 16,1 2-6-16,2 0-5 0,-1 2-12 0,3 0 2 15,3 3-3-15,-4 2-2 0,6 2-4 16,-1 5-3-16,0 1 0 0,0 5-1 0,-1-4 1 16,4 8 5-16,-7-3-2 0,2-1-1 15,-3 2 0-15,-3 2-4 0,-2 0 16 0,1 0 8 16,-4-1 4-16,-2-2-1 15,-3 9 12-15,-2-4 17 0,-3 4-14 0,-2 3 6 16,-4 0 3-16,-1-1-1 0,-5 11-5 16,-2-4-5-16,0-1-6 0,2-10 9 0,-2-3-2 15,5-1-11-15,-2-4-7 0,3-6 0 16,5-5-6-16,1 0 4 0,-2-6-43 0,5 2-23 16,-3-1 0-16,2-1 0 0,2-3 0 15,-2 1 0-15,4-6 0 0,-4 6 0 16,4-6 0-16,-4 8 0 0,4-8 0 0,0 0 0 15,-1 4 0-15,1-4 0 0,0 0 0 16,0 0 0-16,0 0-4 0,0 0-333 0,0 0-100 16,0 0-100-16,0 0-104 0,0 0-142 15,0 0-6-15,-11-13 76 0,11 13-630 16,0 0-800-16</inkml:trace>
  <inkml:trace contextRef="#ctx0" brushRef="#br0" timeOffset="26944.25">12786 6125 3555 0,'2'-5'-71'0,"-2"5"40"0,0-11 44 16,0 11 55-16,4-10 46 0,-4 10 19 0,0 0 5 16,0-8-6-16,0 8 11 0,0 0 41 15,0 0 27-15,0 0 19 0,0 0 22 0,-7 34 8 16,-1-21 14-16,5 3 5 15,-5 2-3-15,2 1-7 0,-2 2-12 0,5-6-20 16,-3 3-13-16,4-4-8 0,0-3-8 16,2 1-13-16,2 1-5 0,4-4-7 0,3 0-131 15,3-1-52-15,3-1 0 0,2-3 0 16,7 0 0-16,1-4 0 0,2 2 0 0,-4-4 0 16,-2 2 0-16,2 0 0 0,-6 0 0 15,1 0 0-15,-5 0 0 0,0-2 0 16,-5 2 0-16,-8 0 0 0,16-2 0 15,-16 2-227-15,13 0-206 0,-13 0-89 0,0 0-96 16,0 0-164-16,3-4-14 0,-3 4 71 16,0 0-665-16,-17-7-844 0</inkml:trace>
  <inkml:trace contextRef="#ctx0" brushRef="#br0" timeOffset="27544.33">12890 5238 3524 0,'0'-7'-175'0,"0"1"42"16,0 6 44-16,2-12 38 0,-2 12 28 16,0-7 31-16,0 7 11 0,-2-7-1 0,2 7 1 15,0 0 7-15,0-7-4 0,0 7 3 16,0 0-1-16,0 0 19 0,0 0 23 0,0 0 31 16,-25 17 20-16,13-9 10 0,-3 4 6 15,-8 5 0-15,0 1-13 0,-6 1-11 16,5 0-11-16,-4-4-5 0,-1 0-11 0,12-2 22 15,0-7 16-15,1 1 5 0,5-4-9 16,6 2-11-16,-4-1 0 0,6 0 4 16,3-4-12-16,-6 4-7 0,6-4-9 0,0 0-11 15,0 0-7-15,0 0-7 0,0 0-3 16,21 4-9-16,-12-4-3 0,3 0-5 16,1 1-6-16,0-1 4 0,3 2-20 0,-5 0-51 15,3 2-53-15,-3 0-59 0,0-2-62 16,-1 2-75-16,-4-1-76 0,-1 2-97 0,-5-5-199 15,8 5 46-15,-8-5 62 0,0 10-304 16,0-10-339-16</inkml:trace>
  <inkml:trace contextRef="#ctx0" brushRef="#br0" timeOffset="33693.1">19901 5991 2228 0,'0'0'-6'0,"0"0"56"0,0 0 37 0,0 0 39 15,0 0 41-15,0 0 30 0,0 0 10 16,-5-9 3-16,5 9 2 0,0 0-3 0,-3-4-5 16,3 4-6-16,0 0-12 0,0 0-16 15,-6-4-15-15,6 4-17 0,0 0-13 16,0 0-12-16,0 0-6 0,0 0-4 16,0 0-8-16,0 0 4 0,0 0 2 0,-4-6 7 15,4 6 9-15,0 0 6 0,0 0 1 16,0 0 11-16,0 0 7 0,0 0 4 15,0 0-7-15,0 0-6 0,0 0-5 0,0 0-18 16,0 0-15-16,0 0-6 0,0 0-10 16,0 0-7-16,0 0-10 0,0 0-2 0,0 0-10 15,0 0-7-15,0 0-5 16,0 0-3-16,0 0-4 0,0 0-1 0,-11 21-17 16,11-13 3-16,-3 4-3 0,-2 3 4 15,0 7-2-15,1-1 31 0,-4 3-11 0,5-2-8 16,-6 8 3-16,0-4-2 0,5-4-6 15,1-3 3-15,-3-2-7 0,4 1-1 0,1-2-8 16,-1-2 7-16,-1-1-2 0,6-4-4 16,-3 1-2-16,2 0 3 0,-1-2 2 0,3-1-2 15,2-1 2-15,-1 0-1 0,4 0 1 16,3-3-1-16,1-2-6 0,1 1 6 0,1-2-2 16,1 0-8-16,-2-2 1 0,4-2 0 15,-1 2 2-15,-2-4-1 0,-2 0 1 16,5-2-3-16,-2-1 0 0,-2-3-2 15,1 0-2-15,1-1 7 0,-3-3-8 0,-1-1-2 16,-1 4 6-16,-2-3-1 0,-1-2 2 16,0 4 0-16,-3-2-6 0,1 4 7 0,-2 1-7 15,-3-1 4-15,4 0-7 0,-1 7 7 16,-4-2 10-16,2 0-7 0,-1 0 0 0,-1 7-2 16,0-8 1-16,0 8-2 0,2-6 2 15,-2 6 1-15,0 0 7 0,0 0 6 0,0 0 1 16,-12 33 9-16,9-13-4 0,-3 14-22 15,-1 2 0-15,1 5 0 0,1 1 0 0,-4 3 0 16,6 8 0-16,-3-11 0 0,0-1 0 16,3-1 0-16,-1-3 0 0,-1-2 0 0,4-8 0 15,-1-4 0-15,2-7 0 16,-2-1 0-16,2-1 0 0,-2-2 0 0,0-4 0 16,2 1 0-16,0-3 0 0,0-6 0 15,0 0 0-15,0 11 0 0,0-11 0 0,0 0 0 16,0 0 0-16,0 0 0 0,0 0 0 15,0 0 0-15,4-26 0 0,-6 18-382 0,0-1-212 16,-1-2-129-16,-7 0-156 0,-2-3 75 16,-1 0-832-16,1-1-1073 0</inkml:trace>
  <inkml:trace contextRef="#ctx0" brushRef="#br0" timeOffset="33863.68">19955 6019 4328 0</inkml:trace>
  <inkml:trace contextRef="#ctx0" brushRef="#br0" timeOffset="34410.05">19955 6003 3816 0,'0'-8'-143'0,"0"8"59"0,0-11 51 16,0 5 44-16,2-2 33 0,-2 8 28 15,0-10 26-15,3 5 12 0,-3 5 14 16,2-10 9-16,-2 4-8 0,0 6-8 0,0 0-7 16,2-7-11-16,-2 7-7 0,0 0 1 15,0 0-8-15,0 0-2 0,0 0 22 16,0 0 25-16,0 0 16 0,0 0 14 0,-20 28 12 16,11-10 11-16,-3 8-13 0,1 4 1 15,-5-1 8-15,3 2-17 0,2-2-8 0,-2 2-15 16,1-2-14-16,2-5-5 0,5-4-10 15,-1 2-6-15,2-5-8 0,3-3-7 0,-1 1-7 16,-2-3-11-16,6 0-5 0,-2-3-5 16,4 1-5-16,-3 0-3 0,5-2-8 0,1-1 0 15,4-3-9-15,-2-1 0 16,7-2-6-16,-4 1-5 0,10-4-6 0,0 1 0 16,5-3-5-16,7-4-3 0,-6 3-3 15,-3-2 2-15,6-3-5 0,-1-1 0 0,-3-1 4 16,-6 0-3-16,6-5-2 0,-5-1 3 15,-6 1-6-15,-1 2-1 0,-3-2 0 0,1-2 0 16,-6 4 0-16,3-2 0 0,0 3 0 16,-7 0 0-16,3 4 0 0,0 0 0 0,-4 3 0 15,2 0 0-15,-4 2 0 0,4-2 0 16,-4 7 0-16,1-7 0 0,-1 7 0 16,0 0 0-16,0 0 0 0,0 0 0 15,0 0 0-15,-25 31 0 0,18-12 0 0,-7 8 0 16,3 4 0-16,0 3 0 0,-3 2 0 15,3 4 0-15,2-2 0 0,-1 0 0 0,-1 3 0 16,1-4 0-16,4-1 0 0,-1-3 0 16,3-6 0-16,-2-6 0 0,3-5 0 0,1 1 0 15,-2-4 0-15,1-1 0 0,3-4 0 16,-2 1 0-16,2-2 0 0,0-7 0 0,0 9 0 16,0-9 0-16,0 0 0 0,0 0 0 15,0 0 0-15,0 0 0 0,0 0 0 0,12-17-371 16,-12 9-310-16,0 2-174 0,0 6-12 15,-12-14 84-15,3 7-793 0,-4 1-1018 16</inkml:trace>
  <inkml:trace contextRef="#ctx0" brushRef="#br0" timeOffset="35477.53">19396 5980 3956 0,'0'-5'-166'0,"-2"-2"52"16,2 7 44-16,-4-10 47 0,2 7 41 0,2 3 36 15,0-10 27-15,0 10 21 0,0-11 3 16,0 11 12-16,0-7 3 0,0 7-5 0,0 0-1 15,-2-7-12-15,2 7-8 16,0 0-8-16,0 0 15 0,0 0 17 0,0 0 8 16,0 0 10-16,-12 29 8 0,7-18 6 15,-2 9 3-15,-4-1-2 0,2 1-13 0,4-3 5 16,-5 3-9-16,5 1-11 0,-4-4-6 16,2-2-12-16,2-1-8 0,1 0-10 0,-3-2-8 15,5-4-4-15,1 2 3 0,-3-3-9 16,2 0-5-16,0 0-4 0,2-7 10 0,-2 8 8 15,2-8 2-15,0 0 1 0,-1 9-1 16,1-9-9-16,0 0-6 0,0 0-8 0,0 0-1 16,0 0-12-16,0 0-3 0,9 5-6 15,-9-5 1-15,0 0-9 0,0 0-1 16,0 0-4-16,16 0-6 0,-16 0-1 16,0 0 3-16,21-2 0 0,-21 2-1 0,16-1-5 15,-16 1 0-15,20-2-1 0,-9-1 0 16,0-1-2-16,3 1 3 0,-3-1-3 0,1-4 2 15,1-1-7-15,-2-1-12 0,3-4-8 16,1 2 12-16,-2-1-1 0,-1-3-3 16,0 1 0-16,-3 3 1 0,2 0 1 0,-6-1 0 15,4 2 5-15,-4 1-3 0,1 0 1 16,-3 1 4-16,1 1-2 0,3 2 10 0,-5-2 1 16,-1 4 2-16,-1 4 1 0,2-9 1 15,-2 9-2-15,4-8-2 0,-4 8-6 16,0-6-4-16,0 6 0 0,0 0 0 15,0 0 0-15,0 0 0 0,-7 24 0 0,-2-9 0 16,5 8 0-16,-5 6 0 0,4 4 0 16,-4 3 0-16,4-2 0 0,-3 2 0 0,5-2 0 15,-3 2 0-15,3-3 0 0,1-4 0 16,-3-6 0-16,3-1 0 0,0-3 0 0,1-2 0 16,1-3 0-16,-2-2 0 0,2 0 0 15,-2-4 0-15,0 1 0 0,2-3 0 0,-2 3 0 16,2-9 0-16,-2 10 0 0,2-10 0 15,0 7 0-15,0-7 0 0,0 0 0 16,-2 10 0-16,2-10 0 0,0 0 0 16,0 7 0-16,0-7 0 0,0 0 0 0,-3 5 0 15,3-5 0-15,0 0 0 0,0 0 0 16,0 0-379-16,0 0-611 0,-14 2 62 0,14-2 105 16,0 0-902-16,-15 4-1157 0</inkml:trace>
  <inkml:trace contextRef="#ctx0" brushRef="#br0" timeOffset="44810.71">14848 3613 4660 0,'-23'-1'-62'16,"5"-2"44"-16,2 1 38 0,5 2 48 15,11 0 38-15,-16-1 13 0,16 1-4 0,0 0-5 16,0 0-9-16,0 0-9 0,0 0-8 16,0 0-12-16,0 0-5 0,63-5-4 15,-17 5-9-15,3 0-6 0,1 0-5 0,2-2-5 16,2 0-3-16,-4 2 13 0,-2-2-9 16,1 2-1-16,-6 0-8 0,-13 0 0 15,-3-2-1-15,-6 2-4 0,-6 0-3 0,3-1 1 16,-5 1-6-16,2-3-14 0,-15 3-29 15,17-1-41-15,-17 1-59 0,18-1-93 16,-18 1-118-16,11-3-146 0,-8-1-206 0,-3 4 16 16,0 0 56-16,0 0-363 0,0 0-458 15</inkml:trace>
  <inkml:trace contextRef="#ctx0" brushRef="#br0" timeOffset="50041.74">24600 6709 1555 0,'0'0'408'0,"0"0"-76"15,0 0-70-15,0 0-28 0,0 0-27 16,0 0-34-16,0 0-29 0,0 0-27 16,0 0-18-16,0 0-12 0,-15 2 1 0,15-2-13 15,2 10-4-15,-2-10-4 0,3 17-5 16,3-6-7-16,-2-1-8 0,0 0 3 16,0 2-10-16,2-2-5 0,-3 1-7 0,3-1 3 15,-1-2-10-15,2 1-31 0,-3-1-69 16,-1 0-61-16,5 0-71 0,-5 0-84 0,3-4-93 15,0 3-126-15,2-1 20 0,-3 2-240 16,1 1-225-16</inkml:trace>
  <inkml:trace contextRef="#ctx0" brushRef="#br0" timeOffset="50257.14">24787 7115 2058 0,'0'0'86'0,"-3"11"29"0,3-11 17 0,0 0 10 15,-5 6-2-15,5-6-13 0,0 0-5 16,-4 6-8-16,4-6-12 0,0 0-10 16,0 0-11-16,2 11-7 0,-2-11-9 0,6 6-3 15,-6-6-13-15,4 8-33 0,-4-8-51 16,9 10-52-16,-7-5-61 0,4-1-66 0,-1 4-54 16,-1-2-67-16,1 2-109 0,-2 3 5 15,-1-1-108-15,-2 4-49 0</inkml:trace>
  <inkml:trace contextRef="#ctx0" brushRef="#br0" timeOffset="50590.03">24795 7490 1467 0,'-2'8'70'0,"2"-8"36"15,0 0 25-15,0 0 24 0,0 0 20 16,0 0 7-16,0 0-6 0,0 0-22 16,0 0-11-16,0 0-17 0,0 0-15 0,3 9-11 15,-3-9-13-15,0 0-7 0,6 6-14 16,-6-6-34-16,6 8-24 0,-6-8-8 0,5 11-30 15,2-5-45-15,-6 1-37 16,5-3-33-16,-2 1-15 0,-1 1-3 0,1-1-4 16,2-2-8-16,-5 4 26 0,6-3 8 15,-7-4 20-15,5 10 18 0,-1-7 28 0,-4-3 34 16,4 10 26-16,-2-8 23 0,-2-2 24 16,3 7 18-16,-3-7 19 0,2 5 16 0,-2-5 20 15,0 0 10-15,4 7 18 0,-4-7 6 16,0 0 1-16,0 0-8 0,6 5-9 0,-6-5-11 15,0 0-15-15,0 0-7 0,0 0-7 16,0 0-16-16,0 0-7 0,8 4-48 16,-8-4-39-16,0 0-63 0,3 3-75 0,-3-3-92 15,0 0-117-15,6 8-81 16,-6-8-219-16,0 11-169 0</inkml:trace>
  <inkml:trace contextRef="#ctx0" brushRef="#br0" timeOffset="51206.79">25010 7927 1932 0,'5'-8'56'16,"-1"4"31"-16,2-1 30 0,-5-1 18 16,-1 6 35-16,7-7 29 0,-7 7 4 0,4-5 10 15,-4 5 4-15,3-7 1 0,-3 7-2 16,0 0-7-16,2-6-3 0,-2 6-2 0,0 0-2 16,4-5-4-16,-4 5-4 0,0 0 0 15,0 0-9-15,0 0-11 0,0 0-7 0,0 0-6 16,-9-7-12-16,9 7-19 0,0 0-6 15,-14-2-2-15,14 2-4 0,-17 5 1 16,5-1-12-16,-3 1-1 0,-6 3 4 16,1-1-3-16,-12 7-5 0,2 1-1 0,-2 1 7 15,-3 11-14-15,9-4-11 0,2-1-7 16,1 2-1-16,1 2-15 0,8-1-3 0,3-7-8 16,6 2-2-16,-1-3-7 0,4-4 4 15,4 1-9-15,-2 0 0 0,6 0-5 0,-1 0-3 16,4-4 0-16,0 2-4 0,2-5-2 15,3-1-13-15,2-2-8 0,0-4 0 0,-1 0 0 16,2-4 0-16,5 4 0 0,-6-5 0 16,0 0 0-16,-1 1 0 0,-4-1 0 0,1 1 0 15,-5-3 0-15,1 0 0 16,-5 2 0-16,4-2 0 0,-5 1 0 0,1 1 0 16,-3-3 0-16,0 8 0 0,-1-9 0 15,-3 4 0-15,4 5 0 0,-7-5 0 0,7 5 0 16,-11-4-91-16,11 4-42 0,-11-1-25 15,11 1-28-15,0 0-35 0,-14 1-38 0,14-1-61 16,0 0-57-16,0 0-62 0,-16 0-69 16,16 0-95-16,-9 6-91 0,9-6 50 0,-1 7-566 15,1-7-674-15</inkml:trace>
  <inkml:trace contextRef="#ctx0" brushRef="#br0" timeOffset="52023.16">25307 8006 3016 0,'0'0'-175'0,"4"-6"45"15,-4 6 36-15,0 0 26 0,0 0 24 16,0 0 19-16,4-7 15 0,-4 7 12 0,0 0 8 16,0 0 6-16,0 0 7 0,0 0 11 15,2-4 8-15,-2 4 13 0,0 0 11 0,0 0 16 16,0 0 0-16,0 0 5 0,0 0 4 16,-8-7 4-16,8 7 20 0,0 0-3 15,-10-4-2-15,10 4 3 0,-11-1-5 0,11 1-3 16,-19 1-7-16,7 1-8 0,1 4-5 15,-1-3-8-15,-2 3 2 0,-8 2 5 0,-3 9 3 16,3-1 0-16,-1 3 4 0,0 4-3 16,2-1-10-16,2 2 3 0,4-2-7 15,5 0-6-15,-1-3-7 0,7-2-5 0,-2 1-3 16,2-3-5-16,4 1-1 0,2-1-2 16,2 0-1-16,1-1-4 0,6-2 1 0,0-1-6 15,3-5-7-15,2 0-3 16,4-3 1-16,0-3-6 0,5-3 0 0,2-1-2 0,5-4-2 15,-1-5-3-15,-3 1 3 16,-5 0-1-16,-6 1-2 0,-1-4-4 0,-3 3 5 16,-3-5-1-16,-5-5 0 0,3 2-2 15,-7 1-1-15,-1 0-5 0,0-2 0 0,-1 2-8 16,-7 1-10-16,5 2-22 0,-8 3-33 16,-2 1-52-16,-6 1-57 0,1 5-59 0,-4 2-55 15,3 0-70-15,-3 4-75 0,-3 4-134 16,0 0 3-16,0-4 53 0,3 4-287 0,2 2-288 15</inkml:trace>
  <inkml:trace contextRef="#ctx0" brushRef="#br0" timeOffset="52455.93">24784 7695 2205 0,'-39'8'27'0,"-10"4"9"0,-5 8 19 16,2 3 23-16,1 5 37 0,2 5 25 16,1 2 22-16,2 8 15 0,-7 14 7 0,19-8 7 15,3 1 2-15,12 4-4 0,8-1 12 16,9 3-10-16,7-2-16 0,12-1-13 15,8-3-12-15,11-2-13 0,8-4-16 16,25 2-11-16,4-6-8 0,-9-17-17 0,5-5-18 16,1-4-23-16,3-7-37 0,-1-9-38 15,-2-6-23-15,1-5-14 0,-4-5 10 0,-2-5 5 16,-6-2 8-16,-8-3 3 0,-2-5 9 16,-2-3 20-16,-10-3 19 0,-2-2 21 15,-9-3 5-15,-2-6 11 0,-8-2-3 16,-2-1-4-16,-8-2-4 0,-6 9-2 0,-6-8-3 15,-6 6-9-15,-6 6-7 0,-9 7-4 16,-7 6-23-16,-6 9-41 0,-10 5-63 0,4 9-74 16,-3 6-83-16,-14 2-111 0,2 2-181 15,4 4-16-15,-1 0 61 0,17-3-322 16,-2 1-330-16</inkml:trace>
  <inkml:trace contextRef="#ctx0" brushRef="#br0" timeOffset="53106.09">25098 6607 2316 0,'2'-4'3'0,"-2"4"37"0,0-7 38 15,0 7 36-15,0-8 41 0,0 8 27 16,0-8 15-16,0 8 2 0,0 0-4 15,1-8-15-15,-1 8-18 0,0 0-6 16,6-6-19-16,-6 6-14 0,0 0-12 0,16 0-9 16,-5 6-13-16,2 0-5 0,4 6-8 15,4 7-5-15,2 6-1 0,-2 3 0 16,0 9-6-16,-2 7-3 0,0 8-3 0,-6 2-8 16,-3 4 1-16,-3 2-8 0,1-2 1 15,-3-2-7-15,0-13-1 0,-5 0-4 0,4-3 3 16,-2-5 15-16,-2-5-7 0,0-8-2 15,0-2-4-15,0-2-2 0,0-5-4 0,0 2-3 16,0-5 2-16,0-2-4 16,0-1-2-16,-2-1-5 0,2 2-5 0,0-8-10 0,-4 8-50 15,4-8-63-15,-6 3-96 16,6-3-92-16,-12 4-94 0,12-4-101 0,-11 1-140 16,11-1 39-16,0 0-440 0,-14-1-508 15</inkml:trace>
  <inkml:trace contextRef="#ctx0" brushRef="#br0" timeOffset="53472.53">25231 7357 2644 0,'-2'-8'-20'0,"2"8"42"16,-4-7 30-16,4 7 24 0,-4-5 18 16,4 5 7-16,0 0-1 0,0 0-14 15,0 0-3-15,0 0-5 0,0 0 13 0,0 0 26 16,0 0 7-16,-12 17 4 0,11-5 7 16,-1 0 2-16,0 3-10 0,0 2 1 0,0-1-3 15,2 2-6-15,2-1-8 0,0 0-9 16,0 0-8-16,1-1-6 0,6-2-6 0,2 2-3 15,0-3-12-15,5 0-4 0,-5-5-9 16,4-1-9-16,2 0-46 0,1-4-61 16,1-1-83-16,-4 0-83 0,2-2-86 15,2-2-93-15,-2 2-153 0,0 0-25 0,-3 0 53 16,-1 0-318-16,-3 2-334 0</inkml:trace>
  <inkml:trace contextRef="#ctx0" brushRef="#br0" timeOffset="53955.22">25212 6598 2227 0,'-10'-8'-54'0,"-3"2"21"0,-1 2 13 15,3 2 11-15,-2 2 27 0,1 0 19 0,-1 0 10 16,-1 2 3-16,2 0-4 0,-2 0 1 16,3 2-3-16,-1-4-3 0,4 2 3 0,8-2 3 15,-11 0-2-15,11 0-2 0,0 0 3 16,-7 5 0-16,7-5 1 0,0 0-8 0,0 0-7 15,0 0 0-15,28 0-4 16,-15 1-4-16,3 2-4 0,-1-1-5 0,0 4-25 16,-2-2-51-16,-2 4-74 0,1-2-102 15,-2 3-144-15,-7-1-58 0,-1 3-135 0,-2-2-74 16</inkml:trace>
  <inkml:trace contextRef="#ctx0" brushRef="#br0" timeOffset="58622.29">27813 5496 2078 0,'-31'-4'369'0,"11"4"-13"16,1 0 15-16,3-2 23 0,7 2 4 0,9 0-14 15,-15-4-39-15,15 4-21 0,0 0-39 16,0 0-30-16,0 0-23 0,53-2-30 0,-7 2-18 16,6 2-19-16,12 2-19 15,1-2-28-15,-4 2-103 0,-9-4-88 0,-4 0-101 16,-1 0-117-16,-2 3-122 0,-15-3-137 0,8-3-169 16,-7-3 31-16,-8 2 91 0,-2 0-463 15,-6 1-532-15</inkml:trace>
  <inkml:trace contextRef="#ctx0" brushRef="#br0" timeOffset="58873.55">28320 5354 3277 0,'0'0'155'0,"0"0"-9"16,0 0-16-16,0 0 35 15,0 0 31-15,0 0 2 0,11 20-4 0,-3-11-21 16,13 11-17-16,-4 1-11 0,2 4-15 15,-2-1-9-15,-1 2-10 0,-9-6-3 0,3 1-3 16,-7-2 18-16,-3 0-9 0,0-1-9 16,-5 2-2-16,-3 0-6 0,-4-3-18 15,-1 0-6-15,-10 4-7 0,-2-5-8 0,0 1-27 16,-4-3-53-16,6-2-72 0,3-7-96 16,2 1-121-16,0-2-144 0,7-4-193 0,-3-2-52 15,9-4 69-15,-1-1-494 0,3-5-594 16</inkml:trace>
  <inkml:trace contextRef="#ctx0" brushRef="#br0" timeOffset="59871.31">30222 3981 2971 0,'0'0'-56'0,"8"-7"47"0,-8 7 44 0,5-7 32 15,-5 7 30-15,4-8 37 16,-4 8 26-16,2-6 21 0,-2 6 7 0,2-10-5 0,-2 10-5 15,-6-10-11-15,0 5-6 0,6 5-20 16,-15-10-17-16,4 6-12 0,-2-1-12 16,-1 2-11-16,-1 1-9 0,-2 2-7 0,2-2-7 15,-1 4-8-15,-2-2-9 16,4 0-2-16,1 2-6 0,-1-1-7 0,1 1-3 16,1 2-2-16,12-4-4 0,-22 3-3 15,10 1 3-15,-1 0-7 0,-3 2 1 0,1 1-2 16,3-2-4-16,-1 6 2 0,2-4-4 15,-3 4-3-15,7 2-1 0,0-2 0 16,-2-1-1-16,8 6-2 0,-1-3 0 0,5 1 3 16,1 0-2-16,8 3 3 0,3 4 0 15,8 4-1-15,-2-4-2 0,6 3 2 0,2-3-1 16,-1-1-1-16,1 2 0 0,-1 0 1 16,-2-1 2-16,-1-1-1 0,-3 0 12 0,-6-6 8 15,-2 1 21-15,-5-5 20 16,1 0 14-16,-4-1 12 0,0 0 22 0,-5-3 12 15,3 0 12-15,-4-6-5 0,0 11-2 16,0-11-12-16,-5 8-14 0,1-2-12 16,4-6-9-16,-14 5-12 0,14-5 0 0,-13 4-14 15,13-4-23-15,-16-2-71 0,16 2-77 16,-16-9-78-16,6 4-89 0,2-2-88 0,3 1-107 16,-1-3-134-16,2 1-162 15,4-1 41-15,0-1-600 0,6 0-785 0</inkml:trace>
  <inkml:trace contextRef="#ctx0" brushRef="#br0" timeOffset="60204.32">30678 4106 3549 0,'0'0'-27'0,"-9"-12"29"16,6 9 43-16,3 3 59 0,-11-3 17 0,11 3 22 15,0 0 25-15,-31 12 8 0,15 1 12 16,3 1-1-16,0 1-8 0,0 3-6 15,3 0-9-15,5 1-4 0,-2-2-14 0,7 0-11 16,2 1-15-16,5-1-10 0,0 1-10 16,6-2-9-16,6 1-11 0,10-2-6 0,0-2-6 15,3-3-3-15,-5-5-5 16,-5-3-3-16,-1-2-8 0,1-2-7 0,-1-1 12 16,-5-2 17-16,4-5 3 0,-7-2 4 15,-1-2-11-15,-3-6-6 0,-3 0-12 0,-3-3 7 16,-3-4-11-16,-2 1-11 0,-3 3-26 15,-6-5-28-15,-1 8-36 0,-10-1-39 0,-3 7-37 16,-6 4-60-16,-4 5-71 0,3 3-84 16,-10 8-77-16,-10 5-122 0,-2 8-205 15,-2 2 61-15,3 3 80 0,-3 1-410 0,5 5-496 16</inkml:trace>
  <inkml:trace contextRef="#ctx0" brushRef="#br0" timeOffset="60654.16">30165 4806 2746 0,'15'-10'-23'0,"-1"1"43"16,-5 2 40-16,-2 0 42 0,1 2 41 0,-2 3 29 16,0-6 18-16,-6 8 22 0,7-7-1 15,-7 7-14-15,0 0-19 0,0 0-15 0,0 0-5 16,0 0 6-16,0 0 3 0,-47 31 8 15,15-10 14-15,-5 4 16 0,-5 2-9 0,1 2-6 16,-4 3-35-16,2-2-13 0,-2 3-19 16,7-4-9-16,1-5-9 0,10-2-13 15,2-1-5-15,0-1-10 0,8-6-6 16,3-2-8-16,3-3-8 0,1-1-9 0,1-1-7 16,2 1-24-16,-1-6-58 0,2 2-61 15,0 0-87-15,6-4-100 0,-11 0-98 16,11 0-94-16,0 0-95 0,-16 2-134 0,16-2 44 15,0 0-536-15,-13 0-668 0</inkml:trace>
  <inkml:trace contextRef="#ctx0" brushRef="#br0" timeOffset="61071.58">29540 5271 3133 0,'0'0'-2'0,"12"2"46"0,-12-2 31 16,0 0 40-16,0 0 33 0,0 0 24 16,0 0 9-16,0 0 0 0,-18 11 6 0,4-2 1 15,-1 6 6-15,-10 6 10 0,0 3-5 16,-7 6-3-16,-2 5 1 0,3 0-8 0,-1 2-7 16,5-2 2-16,9-6-7 0,-2 1-13 15,8-2-18-15,5-6-15 0,1-3-7 0,6-4-17 16,0-1-2-16,8-1-2 0,2-1-9 15,1-2-8-15,7-3-9 0,2-1-8 0,-1-2-12 16,5-4 2-16,-4 0-9 16,1-4-2-16,2-2-7 0,-2 2-6 0,2-5 2 15,-6-1-5-15,-2-2-6 0,-1-3 0 16,-3-1-2-16,-4 3-5 0,0-1 1 0,-5 1-1 16,-4 2 0-16,0-1-5 0,-3 1-5 15,0 3 0-15,-6-1 4 0,-3 2-6 16,-1 4-5-16,-3-2-1 0,4 5-6 0,-8 2-34 15,6-2-56-15,-5 5-59 0,1 0-54 16,4 2-55-16,0-4-73 0,5 4-81 0,-1-4-87 16,4 2-100-16,5 1-135 0,3-6 40 15,0 0-612-15,0 0-768 0</inkml:trace>
  <inkml:trace contextRef="#ctx0" brushRef="#br0" timeOffset="61407.44">29826 5457 3653 0,'-3'-7'12'0,"3"7"33"0,-9-6 45 0,3 3 34 15,6 3 29-15,-13-3 11 0,13 3-6 16,-19 8-1-16,10-4-11 0,-3 5-5 0,1 2-8 16,-3 3-10-16,5-2-4 15,-1 5-9-15,3-2-2 0,0-1-14 0,6-2-11 0,1 3-6 16,0-3-6-16,1 0-3 15,6 0 1-15,0 0-2 0,1-4-8 0,1 1-6 16,3-2-5-16,-3-2-7 0,2-2 0 16,1 1-8-16,-1-4 5 0,-1 0-10 15,-10 0-2-15,17-4-5 0,-9 1-1 0,0-2-4 16,-3-2-4-16,-1-2-4 0,0 2-2 16,-2-1-16-16,-2 0-18 0,-2-3-23 0,0 3-28 15,-4-2-46-15,3 1-49 0,-6-1-62 16,0 3-75-16,-2-2-93 0,-3 6-120 0,-2 1-148 15,-6 2 48-15,1 2-457 0,-4 1-551 16</inkml:trace>
  <inkml:trace contextRef="#ctx0" brushRef="#br0" timeOffset="61872.31">29480 4984 2813 0,'-41'9'-42'0,"-15"8"21"16,-1 9 20-16,0 4 43 0,0 5 37 15,6 2 26-15,1 4 35 0,8 5 17 16,5 3 19-16,9 4 19 0,7 3 1 0,7 3-8 15,13-2 5-15,11-2 2 0,12 3-12 16,8-4-15-16,24 8-15 0,9-8-14 0,3-3-13 16,9-8-27-16,5-7-8 0,-11-12-12 15,-3-7-12-15,1-4-21 0,-1-4-36 0,-1-6-34 16,-1-6-22-16,-3-4-9 0,-7-3 5 16,0-5 4-16,-4-4 2 0,-5-5 8 0,-6-2 4 15,-7-5 6-15,-6-4 12 0,-6-8 6 16,-1-2 5-16,-8-7 3 0,-4 0-2 15,-7-7-5-15,-3-2 2 0,-8 7-6 16,-7-1 3-16,-2 5-1 0,-7 8-7 0,-5 7-1 16,-9 13 3-16,7 7-10 0,-6 8-37 15,-4 2-51-15,0 7-53 0,5 2-63 16,0 4-75-16,3 2-107 0,3 0-176 0,10-3 18 16,7 0 64-16,7 0-225 0,0-2-220 15</inkml:trace>
  <inkml:trace contextRef="#ctx0" brushRef="#br0" timeOffset="62222.25">30373 4906 2380 0,'-18'-14'150'0,"5"2"-6"16,3 2 36-16,3 1 34 0,-1 3 13 15,7 1-17-15,1 5-26 0,-4-5-15 0,4 5-16 16,0 0-14-16,0 0-12 16,28 22-10-16,-4-3-14 0,19 6-7 0,4 2-9 15,5 6-8-15,7-1-7 0,11 7-6 16,-13-6-5-16,3 1-6 0,-3-5-9 0,-2 0-5 15,-6 0-3-15,-3-4-3 0,-13-6-6 16,-5 0-2-16,-6-7-4 0,-8 0-5 0,0-6-3 16,-3 3-16-16,-1-4-39 0,-3 0-49 15,0 0-76-15,-2 0-85 0,-5-5-108 0,2 7-143 16,-2-7-123-16,-6 11 50 0,-2-4-339 16,-3 1-393-16</inkml:trace>
  <inkml:trace contextRef="#ctx0" brushRef="#br0" timeOffset="62687.3">30856 5557 2811 0,'-2'-10'152'0,"2"0"16"0,-2 1 43 16,0 2 45-16,2 7 30 0,0-15 18 15,0 9-8-15,0 6-32 0,-1-10-24 16,1 10-27-16,0 0-21 0,0 0-19 16,0 0-17-16,0 0-7 0,0 0-15 0,-10 33-3 15,10-16-14-15,0 2-18 0,2 0-2 16,2 3-10-16,0 0-11 0,-1-3-7 0,6 0-2 16,-2-1-11-16,0-1 8 0,4-5-16 15,1-1-4-15,0-3-4 0,1 0-3 0,-1-4-3 16,0 0 0-16,2-4-6 0,-14 0-10 15,33-6 7-15,-16 2-8 0,0-4 4 16,-3 2 1-16,0 1-8 0,-2-1-1 16,0 2 4-16,-7 2 3 0,-5 2 9 0,13-6-13 15,-13 6 5-15,0 0-1 0,0 0 16 16,8 12 4-16,-8-2 4 0,0-3-5 16,-1 7-4-16,1-2 0 0,-2 1-2 0,2 1-3 15,0-1-5-15,0 3-4 0,2-2-4 16,-1-1-1-16,3-1-9 0,0 0-59 0,-1-3-85 15,3-1-87-15,-2-1-108 0,4 0-132 16,-1-4-145-16,6 1-175 0,-1-3 12 0,-2 1 98 16,1-2-590-16,3-3-724 0</inkml:trace>
  <inkml:trace contextRef="#ctx0" brushRef="#br0" timeOffset="63004.17">31434 5649 3362 0,'-8'-4'29'0,"2"-2"36"0,6 6 19 0,-12-3 43 16,12 3 42-16,0 0 29 0,-24 7 6 16,15-1-9-16,1 6-12 0,-1 1-18 0,1-2-18 15,5 5-12-15,-4 0-11 0,3-1-14 16,3-1-10-16,1-1-10 0,1-1-6 0,3 3-8 16,3-2-9-16,0-1-2 0,2-2-8 15,0-3-3-15,3-2-3 0,-1 0-12 0,3-3-5 16,-1 0-7-16,-13-2-12 0,27-4-10 15,-16 3 3-15,3-5-1 0,-3 0-7 16,-4-1-1-16,2-5 0 0,-4 0-4 16,-5-3 3-16,2-1-2 0,-2-3-1 15,-3-1-4-15,-5 0-10 0,-8-6-23 0,0 4-40 16,-7 3-52-16,-4 2-52 0,-7 4-76 16,0 1-86-16,-5 1-123 0,-1 5-198 0,4 1 37 15,-2-1 70-15,8 3-337 0,7 1-380 16</inkml:trace>
  <inkml:trace contextRef="#ctx0" brushRef="#br0" timeOffset="63387.18">31028 5235 2524 0,'-40'11'37'16,"-15"10"38"-16,1 5 40 0,0 6 43 15,6 9 40-15,1 2 21 0,-2 15 6 0,21-2 2 16,5-1-3-16,8 1-11 0,8 5 5 16,11-3-16-16,12-2-16 0,9 1-19 15,9-3-31-15,6-8-11 0,6-3-10 0,1-6-16 16,7-10-12-16,1-4-4 0,4-10-15 16,2-6-10-16,2-9-1 0,2-4-11 0,-3-6-5 15,1-5-4-15,0-6-6 0,-2-5-1 16,-7-1 6-16,-4-7-12 0,-5-3 3 15,-6-6 0-15,-2-5 9 0,-8-4 0 16,-5-4-2-16,-6-3 1 0,-13 1-9 0,-3 2 0 16,-11 4-4-16,-11 2-8 0,-10 11 3 15,-8 4-6-15,-12 10-1 0,-9 7-6 0,-6 8-27 16,-5 5-50-16,0 8-66 0,-1 6-99 16,1 4-129-16,-1 4-159 0,7 4-198 0,1 3 43 15,-1-3 82-15,10 3-427 0,4-2-500 16</inkml:trace>
  <inkml:trace contextRef="#ctx0" brushRef="#br0" timeOffset="64454.22">29540 5910 2713 0,'1'-7'-10'16,"3"4"42"-16,-2-2 35 0,-2 5 24 0,0-7 31 15,0 7 25-15,0 0 4 0,0 0 0 16,0 0 4-16,-31 7 7 0,13 3 7 0,-11 10 13 16,-5 6 6-16,-7 9 10 0,-2 3-1 15,-3 5 1-15,-15 11-14 0,2 3 10 0,1-4-10 16,13-9 4-16,4-2-7 0,0-1-7 16,3-4-16-16,4 1-12 0,3-2-15 0,8-10-12 15,3-1-9-15,2-2-9 0,6-5-14 16,0-4-11-16,4-1-15 0,-1-3-2 0,2-1-15 15,2-3-36-15,-1 1-64 16,3-2-71-16,1-1-72 0,2-4-99 0,0 0-119 16,-8 5-126-16,8-5-152 0,0 0-15 15,0 0 75-15,0 0-534 0,0 0-636 0</inkml:trace>
  <inkml:trace contextRef="#ctx0" brushRef="#br0" timeOffset="64921.45">28060 6958 3312 0,'0'-14'9'0,"0"6"15"16,0 8 21-16,5-11 18 0,-1 6 26 15,1 0 15-15,5-3-9 0,-1 4-6 0,3-3-7 16,3 1-4-16,-2 6-7 0,2-2-7 16,1 2-7-16,2 2-1 0,-2 0-6 0,4 6-8 15,-4 1 2-15,-2 6-2 0,-1 1 23 16,-8 6 35-16,-5 1 29 0,-1 1 30 15,-9 12 19-15,-7-3 14 0,-12 9 28 16,1-1 2-16,-3-2 6 0,1-3 15 16,1-4 9-16,9-6-6 0,-2-4-8 0,8-5-24 15,3-3-16-15,4-4-13 0,0-1-24 16,5-1-20-16,2-3-13 0,0-5-13 0,9 11-15 16,2-10-39-16,8 1-61 0,5-2 0 15,2-2-36-15,16-3-152 0,-2-2-92 0,-1-1-94 16,-2 1-95-16,-1-3-84 0,-3 1-75 15,-3-1-112-15,-5 0 15 0,4-4 78 0,-8 5-561 16,-4-2-671-16</inkml:trace>
  <inkml:trace contextRef="#ctx0" brushRef="#br0" timeOffset="65169.89">28591 7120 3090 0,'0'-6'-22'0,"0"6"49"0,0-11 35 15,0 11 34-15,2-10 34 0,-2 10-3 0,1-10-7 16,-1 10-14-16,4-5-10 0,-4 5-15 15,0 0 14-15,0 0 13 0,0 0 20 0,27 12 15 16,-22-2 24-16,-1 2 17 0,-2 4 21 16,-2-3 26-16,0 5 31 0,-6 1 19 15,-5 10 11-15,4-7 3 0,-1-3-7 16,0-4-10-16,5 0-34 0,1-2-14 0,-2-2-18 16,6-2-17-16,0 0-21 0,5-1-23 15,7-3-36-15,6-3-115 0,7 0 0 16,4-2 0-16,15-4 0 0,-3 2-139 0,3-2-166 15,-2-3-142-15,-5 0-151 0,0 0-185 16,-1-2-40-16,-11 4 84 0,-9-2-743 0,4 0-929 16</inkml:trace>
  <inkml:trace contextRef="#ctx0" brushRef="#br0" timeOffset="66770.28">29674 6007 3858 0,'-5'-12'-125'16,"1"3"33"-16,0 1 37 0,4-2 39 0,-1 3 50 15,-1 2 21-15,2-2 26 0,0 7 23 16,-4-8 10-16,2 3 1 0,2 5-4 16,-2-9 5-16,2 9-10 0,0-7-5 0,0 7-8 15,-1-6-7-15,1 6-9 0,0 0-7 16,0 0-2-16,0 0 28 0,12 29 12 16,4-2 8-16,3 16 15 0,2 5-18 0,4 5-12 15,2 4-6-15,-1 4-7 0,10 11-6 16,-7-13-6-16,-2-1-9 0,1 0-3 15,-3-3 9-15,-1-5 6 0,-2-2 7 0,-4-9-11 16,-2-8 15-16,-7-8 9 0,0-5 5 16,-4-4 0-16,2 0-12 0,-3-4-6 0,2-1-11 15,-1 0-4-15,0-3-8 0,-1-1-5 16,-4-5-14-16,7 4-17 0,-7-4-54 0,0 0-75 16,13-2-81-16,-13 2-116 15,0 0-121-15,10-7-128 0,-10 7-205 0,0 0 16 16,0-6 78-16,0 6-544 0,0 0-666 15</inkml:trace>
  <inkml:trace contextRef="#ctx0" brushRef="#br0" timeOffset="67220.17">29936 6924 3215 0,'-8'-5'38'0,"3"-1"22"0,-1 0 1 15,6 1 15-15,0 5 5 16,2-12 4-16,4 4-3 0,-1 1-8 0,5 2-6 16,0-2-8-16,1 3-2 0,0 0-7 15,3 2-4-15,-3 1-3 0,1 1-7 0,-1 0 2 16,0 1-5-16,-1 1 20 0,-2 2 25 16,-1 0 27-16,-2 1 19 0,-1 2 20 0,-1 0 9 15,-3 1 17-15,-3 5 10 0,-2-3 2 16,-3 4-2-16,-1 3-16 0,-3-1-6 0,1 1 8 15,0-2-1-15,-1 1-19 0,4 1-10 16,1-4-9-16,-1 1-10 0,2 0-11 16,2-3-4-16,3-2-8 0,-3 4-10 0,4-4-7 15,0 3-10-15,0-4-4 0,0 2-3 16,2 1-7-16,0-1-4 0,-2 0-10 16,1-1-2-16,1 3-2 0,0-2-6 0,-2-3 4 15,0 5 10-15,-2-2 6 0,0-1 6 16,1 1 6-16,-3 0-7 0,-2 0-6 15,1-1-4-15,-2-1-2 0,2-1-7 0,-3-2-4 16,1 0-32-16,-1-1 0 0,8-4 0 16,-17 2-23-16,17-2-99 0,-19-2-84 0,19 2-94 15,-19-4-122-15,11-1-125 0,1 0-141 16,1 0-116-16,0 0 55 0,3-2-724 0,3 7-920 16</inkml:trace>
  <inkml:trace contextRef="#ctx0" brushRef="#br0" timeOffset="67603.47">30267 7018 3885 0,'-3'-2'-19'0,"3"2"38"15,0 0 42-15,0 0 38 0,-29 7 38 0,14 2 35 16,0 2 18-16,-7 10 13 0,2 0-11 15,1 2-7-15,4 1-17 0,1 1-1 16,5-4-16-16,0-3-4 0,8-3-12 16,-1 1-13-16,4-3-2 0,2 1-29 15,4 0-2-15,5 0-11 0,0-5-1 0,8-3-12 16,2-1-4-16,0-5-15 0,2-3 1 16,11-4-1-16,0-3-12 0,-6-2-2 0,1 0-3 15,-4-2-5-15,-6-5 4 0,-3-2-2 16,-5-1 0-16,-4 3-7 0,-4-1-3 0,-1-3-6 15,0 0 13-15,-6-2-20 0,0 3-28 16,-4 4-21-16,-3 0-33 0,-5 6-34 0,0 1-33 16,-6 2-44-16,-3 4-62 0,-1 3-76 15,1 2-82-15,-4 3-97 0,0 1-174 16,2-1 15-16,1 4 71 0,3-2-414 16,0 2-484-16</inkml:trace>
  <inkml:trace contextRef="#ctx0" brushRef="#br0" timeOffset="68037.25">30157 6638 2840 0,'-35'-2'10'15,"7"2"11"-15,-12 8 33 0,0 2 45 0,-8 7 38 16,-1 8 28-16,-1 4 18 0,2 3 0 16,5 10 13-16,0 8 17 0,7 1 1 0,2 22 9 15,16-13-11-15,4 2-6 0,7 4-14 16,8-3-23-16,9 2-11 0,9-5-16 0,10-2-17 16,5-4-12-16,7-7-7 0,8-7-17 15,4-9-7-15,4-4-11 0,3-8-5 0,1-9-11 16,-2-2-11-16,2-14-9 0,1-4-3 15,-1-6-3-15,-4-6-7 0,-4-6-2 16,-1-4 1-16,-2-5-3 0,-8-3-2 16,-5-5 2-16,-2-5-5 0,-11-3 5 0,0-7-3 15,-11 2-5-15,-3-6 3 0,-10 1-4 16,-9 0-6-16,-4 1 3 0,-10 6-8 16,-9 10 1-16,-10 4-9 0,-9 14-35 0,-14 4-46 15,-8 11-57-15,-3 6-74 0,0 5-101 16,2 9-86-16,0 3-131 0,3 6-168 0,8 4 45 15,2-3 87-15,4 4-420 0,6 1-472 16</inkml:trace>
  <inkml:trace contextRef="#ctx0" brushRef="#br0" timeOffset="68686.42">28019 6817 2817 0,'-38'15'-22'0,"-10"8"10"15,1 8 23-15,-3 4 48 0,-7 21 41 16,5 0 42-16,3 4 32 0,3 8 17 16,13-14 1-16,15 8-4 0,8-2-9 0,8 2-10 15,9-3-13-15,16-2-12 0,10-4-12 16,22 4-10-16,17-8-15 0,10-3-9 0,12-14-10 15,1-10-10-15,10-8-11 0,3-7-5 16,-13-9-7-16,16-7-9 0,-2-8-18 16,-4-6-34-16,-12-12-19 0,-13 0-6 15,-9-7 7-15,-21 4 6 0,-9-3 4 0,-9-5 14 16,-7-6 10-16,-5-3 11 0,-11-5-2 16,-13-3-1-16,-7-3-1 0,-8-2-1 0,-19-13-3 15,-10 3-4-15,-6 7-5 0,-7 10 4 16,-7 9-4-16,5 23-1 0,-5 10-7 0,-5 10-46 15,-7 9-65-15,-6 9-109 0,-10 13-79 16,-4 4-121-16,15 6-178 0,2 3-7 0,28-6 75 16,1 4-327-16,9-2-344 0</inkml:trace>
  <inkml:trace contextRef="#ctx0" brushRef="#br0" timeOffset="72035.92">29466 4931 2362 0,'-7'2'-6'0,"7"-2"33"0,0 0 24 15,0 0 30-15,-18-3 23 0,18 3 23 0,-10-9 1 16,4 4 10-16,0 0-4 0,1-4 4 16,-1 1-5-16,3-2-7 0,-6-3 2 15,4-1-12-15,-3-5-11 0,3-1-14 0,-1-2 0 16,-2-13-14-16,2-1-11 0,5-3-6 15,-1-1-9-15,4-5 1 0,-1-1-10 16,7-12-8-16,2 2-5 0,3-1-5 16,4 1-1-16,8 0-7 0,-1 8-2 0,5-3 4 15,2 7-4-15,1 3-2 0,-2 5 0 16,6 3-7-16,-4 4 1 0,-8 9 0 0,3 3 0 16,-1 1-4-16,-2 5-2 0,-5 5-16 15,-1 0-39-15,0 4-48 0,-3-1-47 0,0 6-45 16,-2-3-62-16,-1 1-69 0,1 2-104 15,-3 2-137-15,-2-1 38 0,-4 1-157 16,-1 2-179-16</inkml:trace>
  <inkml:trace contextRef="#ctx0" brushRef="#br0" timeOffset="72301.46">29757 3930 1896 0,'-2'-5'24'0,"2"-2"1"16,0 7 4-16,2-11-1 0,-1 4 6 16,8 4 8-16,-2-2 1 0,2 2-4 0,3 1 0 15,1 2-3-15,-2 4 10 0,5-2 8 16,-3 5 14-16,1 6 1 0,-3-2 7 0,-4 3 0 16,-3 1-2-16,1 2-2 0,-7 1-6 15,-3 4-3-15,0 2-3 0,-5 5-10 16,-3 1 0-16,0-5-7 0,-5 0-24 15,2 0-43-15,-2-1-49 0,-1-3-68 16,2-8-102-16,4-1-158 0,-5-3-95 0,4-1-97 16,-2-2-93-16</inkml:trace>
  <inkml:trace contextRef="#ctx0" brushRef="#br0" timeOffset="72518.84">29138 4826 1805 0,'-6'6'92'0,"1"0"-10"0,0-3-5 16,3 3-5-16,2-6-1 0,-4 12-6 0,8-6-6 16,-2 0-5-16,4 3-4 0,4-1-7 15,1 0-8-15,4 0-12 0,4-1-71 16,-2-5-110-16,8 2-165 0,-6-2-357 0,0 0-175 15</inkml:trace>
  <inkml:trace contextRef="#ctx0" brushRef="#br0" timeOffset="74301.48">5139 14529 3689 0,'-6'10'221'0,"3"-2"-117"0,-3 3-18 16,2-5 28-16,-2 2 3 0,4 0 1 15,2-8-8-15,-4 11-8 0,4-11 4 16,9 10 1-16,2-6 7 0,5-4-3 0,20-6-12 16,12-10-11-16,8-6-5 0,5-6-11 15,16-11-3-15,-4-3-10 0,-17 12-2 0,1 2-9 16,-6 3-6-16,-5 3-4 0,-13 5-5 16,-7 3-1-16,-4 7-3 0,-8-1 1 0,-3 6-9 15,1 0-2-15,-12 2-4 16,12-2-19-16,-12 2-36 0,0 0-46 0,0 0-72 15,0 0-79-15,15 5-111 0,-15-5-139 16,0 0-203-16,0 0 54 0,0 0 61 16,0 0-334-16,0 0-390 0</inkml:trace>
  <inkml:trace contextRef="#ctx0" brushRef="#br0" timeOffset="75617.64">16661 3417 2559 0,'-17'1'19'0,"2"1"17"16,-1 0 20-16,3-2 24 0,13 0 44 0,-23 0 38 15,23 0 25-15,-17 0 12 0,17 0 6 16,-13 0-10-16,13 0-13 0,0 0-11 0,-20 0-15 16,20 0-14-16,0 0-18 0,-5 3-9 15,5-3-11-15,0 0-11 0,0 0-9 0,48 2-9 16,-20 1-5-16,19-8-9 0,14 2-5 15,-9 1-4-15,13-1-7 0,-17-1-12 16,3 1-7-16,-16 3-18 0,-7-1-20 0,-2 1-33 16,-3-4-25-16,-5 2-1 15,-3 0-20-15,-3 1-16 0,-12 1 0 0,14 0-23 16,-14 0-35-16,0 0-32 0,11 1-56 0,-11-1-66 16,0 0-87-16,0 0-174 0,0 0 24 15,0 0-230-15,-22 15-274 0</inkml:trace>
  <inkml:trace contextRef="#ctx0" brushRef="#br0" timeOffset="76218.05">17785 3496 2451 0,'-26'-4'146'0,"2"0"16"0,4 4 11 0,3-3 36 16,4 2 38-16,-5 0 27 0,7-1 12 0,11 2-5 16,-19-2-9-16,19 2-24 0,-11-4-29 15,11 4-20-15,0 0-15 0,0 0-21 16,0 0-12-16,37-8-17 0,3 4-15 0,21 0-14 16,10-2-16-16,3 3-3 0,2-1-10 15,-1 0-17-15,-9 4-22 0,-3-3-17 16,-15 2-21-16,-6-1-31 0,-12 2-26 0,-7 0-18 15,-3 0-11-15,-6 0-4 0,-1 0-16 16,-1 0-12-16,-12 0-31 0,15 0-44 16,-15 0-52-16,0 0-59 0,10-2-90 0,-10 2-110 15,0 0-166-15,0 0 70 0,0 0-335 16,0 0-416-16</inkml:trace>
  <inkml:trace contextRef="#ctx0" brushRef="#br0" timeOffset="78301.3">9305 12090 2546 0,'0'-5'-18'16,"0"5"21"-16,0-7 16 0,0 7 19 16,0 0 15-16,0 0 13 0,-2-10-2 15,2 10 16-15,0 0 29 0,0 0 5 0,0 0 6 16,0 0 0-16,-6 26-6 16,4-16-15-16,0 1-6 0,2 3-4 0,-1 0-14 0,-3 0-3 15,0 4-12-15,2-6-8 0,-1 5-49 16,-1-6-60-16,-1 4-55 0,3-2-58 15,-1 0-72-15,-5-1-68 0,5 0-64 16,-3-1-119-16,0-3 23 0,-2 4-123 0,3-1-93 16</inkml:trace>
  <inkml:trace contextRef="#ctx0" brushRef="#br0" timeOffset="78416.98">9166 12450 1578 0,'-4'8'-52'0,"4"-8"-3"0,-2 5 17 0,2-5-11 15,-1 8-29-15,1-8-33 0,-4 8-79 0,4-2-152 16,-2 0 143-16</inkml:trace>
  <inkml:trace contextRef="#ctx0" brushRef="#br0" timeOffset="78617.16">9038 12889 1120 0,'0'0'142'0,"-1"8"13"0,1-8 18 0,-4 8 19 15,4-8 10-15,0 0 5 0,-5 4-13 16,5-4-13-16,0 0-21 0,0 0-10 16,-7 9-15-16,7-9-19 0,-8 8-21 15,7-2-43-15,-3 1-60 0,-2 1-40 0,0 1-60 16,0 1-59-16,3 0-49 0,-3 1-34 16,2-3-25-16,-1 1-40 0,-2-1-327 15,6-1-139-15</inkml:trace>
  <inkml:trace contextRef="#ctx0" brushRef="#br0" timeOffset="78734.47">8937 13101 1708 0,'-4'9'-14'0,"0"-1"34"0,3 0 26 16,-3-1 23-16,-2-1 11 0,1 2 16 16,0-2 6-16,0 0-6 0,5-6-6 0,-8 11-7 15,8-11-9-15,-3 9-11 0,3-9-27 16,-4 5-22-16,4-5-45 0,0 0-71 16,0 0-82-16,0 0-104 0,0 0-378 0,0 0-162 15</inkml:trace>
  <inkml:trace contextRef="#ctx0" brushRef="#br0" timeOffset="79184.52">8492 13518 1962 0,'-13'0'212'0,"2"2"17"15,11-2-1-15,-21 2 16 0,21-2 35 16,-15 3 27-16,15-3 10 0,-14 0-12 0,14 0-24 16,0 0-23-16,0 0-25 0,-16-2-29 15,16 2-18-15,0 0-20 0,0 0-15 0,0 0-3 16,23-14-31-16,-10 10-6 0,0 0-13 15,3 3-7-15,-4-1-19 0,-12 2-12 16,24 3-6-16,-11 4-2 0,-1 3-6 0,-5 2-5 16,0 4-7-16,0 4 1 0,-4 2-3 15,1 2-5-15,-4 2-2 0,2-2-1 16,-2 3-4-16,0-2 0 0,2-5-6 16,-2 1 0-16,4-4-13 0,-3-1-31 0,1-1-27 15,0-3-30-15,0 0-35 0,2-2-32 16,-2-1-41-16,0-3-55 0,2-2-66 0,-4-4-66 15,7 2-78-15,-7-2-120 0,0 0-69 16,0 0 68-16,0 0-367 0,13-12-428 0</inkml:trace>
  <inkml:trace contextRef="#ctx0" brushRef="#br0" timeOffset="79383.81">8483 13818 2967 0,'-15'4'198'0,"4"3"19"0,-3-6 31 0,5 1 34 16,9-2 15-16,-12 5-7 0,12-5-18 16,-9 2-32-16,9-2-13 0,0 0-29 0,0 0-18 15,0 0-20-15,0 0-26 0,0 0-55 16,43 3-73-16,-21-9-83 0,8-5-97 16,6-1-115-16,1-3-102 0,7-7-129 0,-7 1-159 15,-1 3 49-15,-9 2-470 0,0-1-571 16</inkml:trace>
  <inkml:trace contextRef="#ctx0" brushRef="#br0" timeOffset="79667.56">8865 13494 3068 0,'0'0'41'0,"0"0"21"0,-8-10 17 0,8 10 11 16,-5-5 1-16,5 5-8 0,0 0-6 15,0 0-7-15,0 0-7 0,0 0 9 0,0 0-4 16,15-9-1-16,-15 9-4 0,0 0 12 16,17 14 6-16,-9-7 0 0,-3 3 4 0,2 2 0 15,0 2-1-15,-2 1-6 16,-1 1-3-16,-2 2-6 0,4 0-8 0,-5-1-7 16,1 3-5-16,-2-5-5 0,4 3-22 15,-4-1-31-15,4-3-57 0,-4-3-65 0,2-1-70 16,0 0-70-16,0-2-91 0,0-3-125 15,2 1-93-15,-4-6 52 0,5 5-255 16,-5-5-272-16</inkml:trace>
  <inkml:trace contextRef="#ctx0" brushRef="#br0" timeOffset="79867.16">8884 13721 2240 0,'-12'0'217'0,"12"0"29"0,-15 3 12 15,15-3 16-15,0 0 19 0,0 0 3 16,-15-2-18-16,15 2-30 0,0 0-22 16,0 0-24-16,0 0-23 0,0 0-20 0,36-16-50 15,-15 11-63-15,11-7-70 0,1 2-79 16,-3-1-89-16,2-2-81 0,-3 4-93 0,-6-1-84 16,-2 5-138-16,-8 0 16 0,1 2-348 15,-5 1-399-15</inkml:trace>
  <inkml:trace contextRef="#ctx0" brushRef="#br0" timeOffset="80749.82">8600 13124 2395 0,'-15'-2'-43'16,"15"2"17"-16,0 0 4 0,-20 2 17 15,20-2 36-15,-13 2 40 0,13-2 19 16,-15-4 25-16,6 0 8 0,-3 0 0 0,2 0 0 15,-3-5-9-15,1-1-11 0,-1-4-1 16,-10-5 0-16,5-3-22 0,-2-2-7 0,3-1-6 16,0-3 0-16,0-3-7 0,0-1-9 15,0-11-10-15,-2-4 2 0,5-4-10 0,3-9-5 16,6-1-11-16,-2-5-15 16,7-1-21-16,7-1-4 0,2 3 2 0,7-2-7 15,4 5-3-15,3 7 1 0,0 5 0 16,3 8 0-16,-3 1-3 0,6 9 1 0,-4 6-2 15,-4 5 3-15,3 1 4 0,-7 5 1 16,1 5 3-16,-5-2 2 0,2 3-1 0,-5 1 7 16,-1 3-2-16,-2-2 0 0,0 1 2 15,-2 3-1-15,1 1-3 0,-6 2-14 16,7-6-17-16,-7 6-29 0,0 0-36 0,0 0-48 16,0 0-52-16,0 0-55 15,0 0-102-15,0 0-83 0,0 0-105 0,0 0-62 16</inkml:trace>
  <inkml:trace contextRef="#ctx0" brushRef="#br0" timeOffset="81083.73">8457 11809 1728 0,'-4'-5'99'16,"-2"-1"0"-16,2 2 15 0,4 4 11 0,-5-9 14 16,1 2 15-16,2 2-15 0,2 5-9 15,2-12-6-15,2 6-18 0,1 2-1 0,3-2-4 16,4 4-4-16,3 2-12 0,2 4 4 16,6 3-11-16,3 7-4 0,5 1-2 0,-5 4 1 15,-2 1 0-15,-5 4 6 0,-2 1-2 16,-5 2 2-16,-5-3-5 0,-2-2-8 0,-5 0-5 15,2-1-5-15,-4-3-6 0,-1 3-21 16,-1 0-43-16,0-4-52 0,3-1-68 16,-6-3-68-16,3 1-90 0,1-4-104 0,-3 1-164 15,2-3 50-15,-3 2-239 0,3-3-239 16</inkml:trace>
  <inkml:trace contextRef="#ctx0" brushRef="#br0" timeOffset="81434.49">8257 13058 2032 0,'4'-3'67'16,"-4"3"16"-16,0 0 19 0,0 0 30 15,0 0 23-15,0 0 24 0,5 16 11 0,-3-10-4 16,3 1-8-16,-4 0-11 0,3 2-13 16,3 1-12-16,-1-2-12 0,3 2-13 0,1-3-7 15,3 3-12-15,3-5-11 0,-1-2-12 16,4 1-11-16,0-4-39 0,-4 0-58 15,5-2-74-15,-2 0-70 0,0-1-84 16,-3 0-95-16,-3 1-163 0,-3-2-30 0,-9 4 61 16,13-2-187-16,-13 2-169 0</inkml:trace>
  <inkml:trace contextRef="#ctx0" brushRef="#br0" timeOffset="82249.75">8575 9912 1844 0,'-15'-10'66'16,"2"1"20"-16,-1 2 16 0,3 2 29 16,-1-3 42-16,1-1 21 0,0 2 21 0,1-1 15 15,0 3 17-15,1 0-4 16,1-2-15-16,2 2-24 0,3 1-25 0,3 4-18 16,0 0-17-16,0 0-15 0,0 0-10 15,41 23-12-15,-8-3-8 0,15 9-13 0,3 7-5 16,19 14-9-16,-1 1-1 0,0-1-10 15,-4 1-6-15,-2-1-5 0,-16-7-4 0,-1-1-4 16,-3 5-7-16,-6-7-4 0,-1 4-1 16,-7-3-1-16,-2-3-6 0,-7-11 1 0,-4 1-12 15,-5-8-16-15,-4-3-34 0,2-2-31 16,-4-3-32-16,-1-2-62 0,0 0-68 16,-3-1-74-16,-4-3-95 0,-1 1-124 15,-2 0-97-15,-2 2 65 0,-1-1-341 0,-2 1-379 16</inkml:trace>
  <inkml:trace contextRef="#ctx0" brushRef="#br0" timeOffset="82567.36">8941 10549 2475 0,'4'-6'11'0,"-2"2"12"16,-2 4 7-16,2-8 6 0,-2 8 7 0,0 0 7 15,0 0-3-15,0-9-5 0,0 9-6 16,0 0-3-16,0 0-11 0,0 0-17 0,0 0-20 15,0 0-13-15,0 0-26 0,0 0-39 16,0 0-52-16,0 0-61 0,0 0-81 0,15 14-135 16,-15-14-124-16,10 7-47 15</inkml:trace>
  <inkml:trace contextRef="#ctx0" brushRef="#br0" timeOffset="83000.09">9220 10704 1555 0,'0'0'103'15,"0"0"6"-15,0 0-8 16,-6-8-2-16,6 8 5 0,0 0 10 0,0 0 4 16,13-10-11-16,-9 5-7 0,1 1-11 15,3-1-12-15,0-2-4 0,-1 2-16 16,4-3-24-16,1 0-38 0,-1 0-40 0,1-2-50 16,0-1-69-16,-7 1-77 0,2-2-144 15,-3 1-263-15,-1-1-144 0</inkml:trace>
  <inkml:trace contextRef="#ctx0" brushRef="#br0" timeOffset="90933.65">18976 3268 1749 0,'-27'2'60'0,"7"0"11"0,3-2 9 16,4 1-3-16,13-1 7 0,-22-1 18 0,22 1 8 15,-14 1 18-15,14-1 22 0,0 0 10 16,0 0-4-16,0 0-7 0,0 0-8 16,0 0-21-16,86 0-7 0,-36-1-15 0,11-1-9 15,4 0-13-15,1-2-5 0,1 3-3 16,0-2-45-16,-16 3-34 0,-3-2-43 15,-1 0-33-15,-13 0-33 0,-7 4-43 0,-5 0-50 16,-3-4-61-16,-4 2-50 0,-1-2-126 16,-7 0-43-16,-7 2-81 0,0 0-74 15</inkml:trace>
  <inkml:trace contextRef="#ctx0" brushRef="#br0" timeOffset="92281.45">25948 14365 5196 0,'1'-10'-6'16,"5"2"-101"-16,3 3-98 0,7-1-45 16,7 0 2-16,17 2-3 0,19-2-1 0,7 0-3 15,6 1-20-15,3-4-52 16,6 2-94-16,-4 1-92 0,2 3 50 0,-7-2-89 15,-7 5-55-15</inkml:trace>
  <inkml:trace contextRef="#ctx0" brushRef="#br0" timeOffset="92549.87">26570 14412 1595 0,'-45'5'75'0,"-3"0"18"0,-1-4 4 0,1 1 17 16,5 0 24-16,7 0 35 15,11-2 33-15,3 1 30 0,7-1 7 0,4 0-15 16,11 0-22-16,0 0-24 0,0 0-22 0,0 0-13 15,41-13-34-15,2 6-38 0,2 2-44 16,10-6-52-16,4 5-37 0,-12 2-8 16,-4-1-5-16,-11 3 3 0,-9 1 4 0,-4 1 5 15,-7 1 10-15,-7 2 27 0,-5-3 29 16,-1 9 22-16,1-9 23 0,-22 14 18 16,6-5 5-16,-5-1-7 0,-1 1 3 0,7-2-11 15,0-2-3-15,2 2-4 0,1-4-13 16,3 3-16-16,1-4-48 0,3 2-67 0,1 1-72 15,4-5-96-15,-2 9-110 0,2-9-166 16,6 11 3-16,-3-5 55 0,3 0-132 0,-2-2-108 16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26T03:12:25.69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6001 6437 1205 0,'4'-8'554'0,"-3"2"-150"16,-1-3-68-16,0 9-25 0,-1-18-26 15,1 11-28-15,0-3 10 0,-2 1 4 0,2 9 18 16,-2-14-3-16,2 8-12 0,0 6-33 16,-2-9-20-16,2 9-29 0,0 0 54 0,0 0 16 15,-7 26 10-15,0 11 0 0,-4 16 1 16,-3 10 13-16,1-1 3 0,-3 6-8 15,5 5-8-15,-1-3 3 0,3 2-208 16,4-1-68-16,5-5 0 0,3-6 0 16,9-2 0-16,-1-5 0 0,5-7 0 0,4-2 0 15,7-8 0-15,0-3 0 0,2-9 0 16,3-3 0-16,2-7 0 0,6-2 0 0,2-3 0 16,0-4 0-16,2-2 0 0,2-3 0 15,-4-3 0-15,2 0 0 0,-7-1 0 0,-8 3 0 16,-6-1 0-16,-2-2 0 15,-8 4 0-15,0 0 0 0,-1-3 0 0,-3 3 0 0,-9 0 0 16,14 0 0-16,-14 0 0 16,6 3 0-16,-6-3 0 0,0 0 0 0,0 0-220 15,-16 12-641-15,7-7-97 0,0 1 107 16,-1 0-952-16,-2-6-1231 0</inkml:trace>
  <inkml:trace contextRef="#ctx0" brushRef="#br0" timeOffset="2016.69">6525 6515 4654 0,'0'0'-190'15,"-4"-8"52"-15,2 3 48 0,2 5 42 0,-5-11 40 16,5 11 33-16,-7-10 28 16,5 7 21-16,2 3 15 0,-3-9 7 0,3 9 3 15,-4-7 4-15,4 7 2 0,0 0 7 16,-4-8 8-16,4 8 6 0,0 0 1 0,-4-7 2 15,4 7 4-15,0 0 2 0,0 0 2 16,-3-9-3-16,3 9-3 0,0 0 0 0,0 0 2 16,0 0 1-16,-4-5-9 0,4 5-7 15,0 0-11-15,0 0-12 0,0 0-11 0,0 0-7 16,0 0-13-16,0 0-5 0,0 0 14 16,2 28 2-16,0-11-5 0,1 5-6 15,1 12 13-15,-2 4 9 0,0-3-1 16,0-6 0-16,-2-2-6 0,2-3 1 0,-1-3-15 15,-1-2 0-15,2-3-13 0,0-3-52 16,-2 0 0-16,2-3 0 0,-2-1 0 16,5 0 0-16,-5-3 0 0,0-6 0 0,0 9 0 15,0-9 0-15,0 0 0 0,0 0 0 16,0 0 0-16,-9-21 0 0,6 7 0 0,-1-9 0 16,2-1 0-16,0-12 0 0,0-2 0 15,4 9 0-15,-2 3 0 0,2 7 0 16,-2 0 0-16,2 2 0 0,0 3 0 15,1 4 0-15,1 0 0 0,4 1 0 0,3 2 0 16,1 4 0-16,0 0 0 0,2 3 0 16,2 0 0-16,3 0 0 0,0 1 0 0,0 3 0 15,-2-3 0-15,1 3 0 0,-6-2 0 16,2 1 0-16,-3-1 0 0,0-1 0 0,-2-1 0 16,-9 0 0-16,16 2 0 0,-16-2 0 15,11 2 0-15,-11-2 0 0,7-7 0 0,-3 2 0 16,-2-4 0-16,-1 1 0 15,-1-4 0-15,0-3 0 0,0-6 0 0,-3-5 0 0,-1-13 0 16,0 3 0-16,1-1 0 16,-2 12 0-16,3 4 0 0,0 4 0 0,0 3 0 15,2 6 0-15,0 4 0 0,0 4-463 16,0 0-166-16,0 0-117 0,6 24-128 0,-1-7 78 16,0 2-797-16,8 10-1033 0</inkml:trace>
  <inkml:trace contextRef="#ctx0" brushRef="#br0" timeOffset="2981.63">7025 6382 4165 0,'-13'0'-116'0,"1"0"50"0,12 0 32 16,-22-3 39-16,22 3 33 0,-17 0 25 0,17 0 17 15,-13 0 5-15,13 0 1 0,0 0-4 16,-18-2-13-16,18 2-7 0,-9-2-7 0,9 2-5 15,0 0-9-15,0 0-1 16,0 0-11-16,0 0 4 0,0 0-3 0,0 0-6 16,0 0-3-16,0 0-1 0,36-4 2 15,-36 4-5-15,19 4 4 0,-19-4 16 0,19 2 15 16,-7-2 9-16,-12 0 10 0,25-4 7 16,-9 1-2-16,2-2-10 0,0-2-5 0,4-1-6 15,-3 0-4-15,1 0-10 0,0-1-15 16,-1 1-23-16,-6 2-33 0,1 2-38 15,-3 0-38-15,-2 0-63 0,-3 2-57 0,-6 2-45 16,0 0-47-16,14 0-70 16,-14 0-113-16,0 0-95 0,0 0 62 0,-2 12-280 15,2-12-301-15</inkml:trace>
  <inkml:trace contextRef="#ctx0" brushRef="#br0" timeOffset="3216.77">7060 6212 2484 0,'-17'-14'172'0,"4"2"46"15,-1 2 43-15,5 3 39 0,3 0 22 16,-4 1 26-16,3 0-13 0,1 3-29 0,6 3-28 16,-9-5-33-16,9 5-12 0,0 0 0 15,-6 15-16-15,7-1-17 0,-1 3-23 0,2 7-13 16,7 9-16-16,-4 0-12 0,2 4-11 16,1-2-17-16,0-1-28 0,1 0-37 15,2-2-48-15,-4-1-47 0,0-5-49 16,-1-5-53-16,1-3-65 0,-1-1-81 0,-2-2-88 15,4-1-90-15,-3-3-89 0,3-5-131 16,0-2 33-16,1-4-528 0,-9 0-656 16</inkml:trace>
  <inkml:trace contextRef="#ctx0" brushRef="#br0" timeOffset="3399.03">7364 6091 3080 0,'3'-24'2'0,"-1"10"83"0,0-1 57 15,-2 7 30-15,0 2 23 0,0 6 26 0,0 0 26 16,0 0 11-16,0 0-11 15,-7 30-19-15,2-9-16 0,3 3-15 0,2 2-26 16,-2 9-12-16,2-4-15 0,0-5-22 16,4 0-52-16,1 9-56 0,-2-4-68 15,3-4-77-15,-3-2-101 0,1-2-112 0,0-1-136 16,-1-5-202-16,-1 2 31 0,0-2 76 16,3 2-383-16,-5-2-437 0</inkml:trace>
  <inkml:trace contextRef="#ctx0" brushRef="#br0" timeOffset="3600.02">6835 6991 2712 0,'-29'11'272'0,"6"-2"29"16,5-2 26-16,0-4 63 0,7 1 29 0,2-2 18 16,9-2-5-16,-14 4-27 0,14-4-43 15,0 0-31-15,0 0-38 0,0 0-33 0,44-34-65 16,4 14-94-16,1-4-113 0,12 0-129 15,2 2-132-15,0-3-154 0,-4 2-163 0,2 3-178 16,-5 3 26-16,-17 7 91 0,-12 6-585 16,-6 4-697-16</inkml:trace>
  <inkml:trace contextRef="#ctx0" brushRef="#br0" timeOffset="3849.12">7077 7095 3288 0,'-34'20'7'16,"5"-3"74"-16,4-6 53 15,5-2 53-15,4-2 48 0,5-3 42 0,1 0 16 16,3-2 40-16,7-2-10 0,-11 4-20 15,11-4-26-15,0 0-22 0,0 0-22 16,0 0-22-16,11-24-21 0,1 16-15 0,4 1-19 16,6-1-20-16,-6 4-12 0,2 2-12 15,-4 2-15-15,2 4-7 0,-1 4-4 0,-1-1 8 16,-7 7 8-16,2 4 8 0,-7-1 8 16,1 2 7-16,-1-2-86 0,-2-2-39 0,2-1 0 15,-2-4 0-15,2 2 0 16,0-2 0-16,1-1 0 0,3 0 0 0,1-8 0 15,5 1 0-15,-12-2 0 0,31-7 0 16,-1-7 0-16,1-4-191 0,5-10-394 0,1-7-156 16,0 0-160-16,0-8 83 0,-1-2-867 15,0-3-1121-15</inkml:trace>
  <inkml:trace contextRef="#ctx0" brushRef="#br0" timeOffset="4350.92">7654 5978 4228 0,'-3'-12'-180'15,"1"2"76"-15,2 3 49 0,-2-1 49 16,4 1 49-16,-2 7 22 0,0-12 31 0,0 7 29 16,2-2 12-16,-2 7 15 0,3-8 13 15,-1 2 10-15,-2 6 8 0,0 0 12 0,12-5 6 16,-12 5 16-16,0 0 7 0,22 14 4 15,-8 1-7-15,1 10 1 0,1 8 7 16,4 13 7-16,1 9-9 0,1 1-17 0,-4 9-14 16,3 19-16-16,1 3-18 0,-6 4-15 15,6-2-75-15,-7 0-72 0,6 1 0 0,-2-3 0 16,-4-16 0-16,0-6 0 16,-2-4 0-16,1-4 0 0,-3-6 0 0,0-12 0 15,-4-5 0-15,-2-8 0 0,-1-5 0 16,0-5 0-16,-1-2 0 0,-1-4 0 0,0 0 0 15,1 0 0-15,-3-4 0 0,0-6 0 16,0 8 0-16,0-8 0 0,-7 7 0 0,7-7 0 16,-12 4 0-16,2-3 0 0,-4 3 0 15,-7-1 0-15,-3 2 0 0,-10 4 0 0,-5 2 0 16,1 0 0-16,-12 3 0 0,14-4 0 16,2 1 0-16,2-2 0 0,9-2 0 0,6-1 0 15,1-2 0-15,5-1 0 16,4 0 0-16,-1-1 0 0,8-2 0 0,-13 2 0 0,13-2 0 15,-8 2 0-15,8-2 0 16,0 0 0-16,0 0 0 0,0 0-342 0,0 0-679 16,17-24 114-16,-10 14-1107 0,4 0-1429 15</inkml:trace>
  <inkml:trace contextRef="#ctx0" brushRef="#br0" timeOffset="7031.94">5002 5559 1361 0,'8'-7'334'0,"-5"2"-66"15,-3 5-15-15,6-10 3 0,-3 2 3 16,-3 8 10-16,0-6-25 0,0 6-26 0,0 0-13 16,0 0-20-16,-20-4-6 0,-1 13 6 15,-17 17 11-15,-6 8 13 0,-19 14 28 0,0 8 6 16,-4 2-1-16,-3 3-28 0,4 2-12 16,-2 0-7-16,5 3-5 0,6-2-14 0,6-3-14 15,9-13-12-15,6-4-9 16,5-1-22-16,3-2-5 0,1-4-18 0,10-11-7 15,2 1-6-15,4-8-11 0,1-4-7 16,0-1-2-16,6-4-8 0,-3-1-8 0,3-1-3 16,-1 1 2-16,0-4-16 0,1 0-33 15,-1-2-56-15,5-3-73 0,-7 7-61 16,7-7-70-16,-8 5-100 0,8-5-119 0,-6 4-157 16,6-4-175-16,-4 5 81 0,4-5-633 15,-6 8-819-15</inkml:trace>
  <inkml:trace contextRef="#ctx0" brushRef="#br0" timeOffset="7281.99">3444 7003 3279 0,'0'0'-326'16,"-7"-4"10"-16,7 4 2 0,0 0 13 15,-7-3-387-15,7 3-182 0</inkml:trace>
  <inkml:trace contextRef="#ctx0" brushRef="#br0" timeOffset="8232.5">3422 6992 1688 0,'0'0'-99'0,"0"0"53"0,0 0 39 16,0 0 51-16,0 0 42 0,0 0 45 16,0 0 36-16,0 0 30 0,0 0 31 15,-15-1 13-15,15 1 1 0,0 0-1 0,0 0-7 16,0 0-4-16,0 0-5 0,0 0-17 16,0 0-14-16,0 0-20 0,0 0-20 0,0 0-13 15,-4-7-16-15,4 7-26 0,0 0-42 16,0 0-44-16,0 0-42 0,0 0-44 0,0 0-31 15,16-9-14-15,-16 9-9 16,0 0-12-16,0 0 6 0,0 0 11 0,0 0 10 16,0 0 16-16,0 0 9 0,0 0 6 15,0 0 13-15,0 0 32 0,0 0 26 16,0 0 28-16,0 0 31 0,0 0 32 0,0 0 27 16,0 0 16-16,0 0 11 0,0 0 17 15,0 0 12-15,0 0 10 0,0 0 7 0,0 0-1 16,0 0-8-16,0 0-9 0,0 0-6 15,0 0-17-15,0 0-6 0,0 0-14 16,0 0-12-16,0 0-10 0,0 0-6 0,0 0-10 16,0 0-5-16,0 0-11 0,0 0-2 15,0 0-1-15,-31 3-12 0,31-3-10 0,0 0-1 16,0 0-6-16,0 0-1 16,0 0-6-16,0 0-4 0,0 0 3 0,0 0-6 0,0 0-1 15,0 0-4-15,9-15-1 16,-9 15 2-16,0 0-5 0,0 0 3 0,0 0 3 15,0 0 0-15,0 0 4 0,0 0 2 16,0 0 4-16,0 0-11 0,0 0-3 16,0 0-3-16,0 0 27 0,0 0 14 0,0 0 13 15,8 34-11-15,-6-15-5 0,-1 5 11 16,3 13 1-16,1-4 4 0,0 2-13 0,-1-7-8 16,0-5 3-16,-1 1-5 0,-1 0-6 15,2-1-2-15,-2-7-4 0,1 3-1 0,0-5-1 16,-1 1-4-16,0-6 0 15,0 1 5-15,0-3 14 0,-2 0 28 0,0-7 19 16,2 13-4-16,-2-13-85 0,1 4 0 16,-1-4 0-16,0 0 0 0,0 0 0 15,0 0 0-15,-11-31 0 0,8 14 0 0,0-8 0 16,-1-8 0-16,0-3 0 0,3 7 0 16,1 3 0-16,-2 3 0 0,0 5 0 0,2 1 0 15,-2 3 0-15,2 1 0 0,0 2 0 16,0 2 0-16,0 1 0 0,-2-1 0 0,2 9 0 15,0-12 0-15,0 12 0 0,0-10 0 16,0 10 0-16,-2-8 0 0,2 8 0 16,0-9 0-16,0 9 0 0,0 0 0 15,0-9 0-15,0 9 0 0,0 0 0 0,0 0 0 16,2-8 0-16,-2 8 0 0,0 0 0 16,0 0 0-16,0 0 0 0,0 0 0 15,29 17 0-15,-16-7 0 0,3 4 0 0,6 5 0 16,3 3 0-16,1-2 0 0,3 1 0 15,2-1 0-15,-3 0 0 0,1-1 0 0,-4-4 0 16,0 1 0-16,-5-4 0 0,-4-4 0 16,-5-1 0-16,-2 0 0 0,1-4 0 15,-1 3 0-15,-5-3 0 0,-4-3 0 16,0 0 0-16,0 0 0 0,0 0 0 0,21-11 0 16,-21 1 0-16,0-2 0 0,-5-10 0 15,1 0 0-15,-4-13 0 0,-1-3 0 0,-1 0 0 16,-4-11 0-16,3 10 0 0,2 0 0 15,-1 6 0-15,4 8 0 0,1 7 0 16,-1 3 0-16,3 2 0 0,1 3 0 0,-3 6-138 16,5 4-690-16,-5-3-151 0,5 3 96 15,0 0-941-15,0 0-1251 0</inkml:trace>
  <inkml:trace contextRef="#ctx0" brushRef="#br0" timeOffset="8565.33">3473 6771 4646 0,'-18'-12'-150'0,"0"5"52"16,2 2 29-16,0 5 38 0,-1 5 51 0,-2 5 36 15,-8 11 31-15,-5 11 27 0,1 14 12 16,4 6 8-16,1 8 9 0,2 4 4 16,4 2 4-16,6 4-4 0,5-4-7 0,7 1-4 15,4-7-11-15,12-4-4 0,4-3 19 16,9-8 6-16,7-7 3 0,9-7 1 15,8-6-2-15,6-8-9 0,11-13-8 16,7-6-13-16,6-8-10 0,17-11-11 0,-10-11-9 16,-5 0-6-16,-24 2-5 0,-5-4-6 15,-8 0-19-15,-10-3-12 0,-11 4-2 0,-12 2-8 16,-11 0-26-16,-8-2-34 0,-15-6-37 16,-11-1-36-16,-10 5-38 0,-9 2-41 0,-22-9-41 15,14 12-48-15,-2 2-46 0,2 3-53 16,2 4-63-16,5 4-92 0,5 2-183 15,10 5-2-15,3 1 88 0,12-1-416 0,4 2-511 16</inkml:trace>
  <inkml:trace contextRef="#ctx0" brushRef="#br0" timeOffset="9182.61">3502 6423 3126 0,'-27'0'82'15,"7"-2"23"-15,-2-1 6 0,6-2 20 0,-4-4 14 16,-1-1 13-16,6-2-10 0,3-5-16 16,-1-14-11-16,2-6-16 0,13-1 8 0,7-13-10 15,13-3-14-15,10-1-9 0,15-10-9 16,10-1-6-16,6 8-10 0,7 2-7 15,3 2 0-15,-2 7-5 0,-14 15-5 16,-2 3-4-16,1 5-6 0,-13 5-4 16,-9 6-3-16,-5 1-5 0,-6 5-2 0,-5 2-2 15,-7 3 0-15,0 0 1 0,-11 2-2 16,17 0 2-16,-17 0-4 0,8 6 2 0,-8-6-4 16,0 0-2-16,7 6 2 0,-7-6-1 15,0 0 0-15,10 4-5 0,-10-4-8 0,0 0-8 16,0 0 0-16,6 3 0 0,-6-3 0 15,0 0 4-15,0 0-1 0,0 0 4 16,0 0-3-16,0 0 5 0,0 0 1 16,0 0-5-16,0 0 5 0,-16-19-5 15,3 14 6-15,0 2 2 0,-6-1 3 0,1 3 11 16,5-1 6-16,-4 0 4 0,2 2 9 16,3-2 4-16,-1 1 2 0,13 1-1 0,-16-4-4 15,9 3-4-15,7 1-5 0,-7-2 1 16,7 2-3-16,0 0 1 0,0 0-2 15,26-15-2-15,-4 6-5 0,-2 2-1 0,3 2 0 16,0 0-2-16,0 3-1 0,-6 1-1 16,1 1-3-16,-4 3 0 0,2 0 4 0,-5 4 1 15,-2 3 13-15,1 3 1 0,-6 0 0 16,-4 1 0-16,-4 3-5 0,-2 3 1 0,-1 1-3 16,-6 5-26-16,-3-1-41 15,-1 2-75-15,-4-4-103 0,0-3-126 0,-3 1-176 16,-1-3-179-16,-4-3 63 0,-1 1-439 15,-3-3-555-15</inkml:trace>
  <inkml:trace contextRef="#ctx0" brushRef="#br0" timeOffset="9465.7">3220 6336 3131 0,'0'0'87'0,"-21"-2"35"0,21 2 6 0,0 0 9 0,-11 0 0 16,11 0 27-16,-6 8 46 16,4 4 22-16,0 5 5 0,-1 6-12 0,-2 12-6 15,1 3-2-15,1 0-23 0,1 0-17 16,0-3-13-16,4-4-19 0,2-6-14 0,-1-1-5 16,7-3-11-16,3 4-8 0,5-4-12 15,4-4-4-15,1-7-12 0,2-5-4 16,4-5-55-16,10-7-85 0,13-6-99 15,-2-4-129-15,-3-4-146 0,-1-1-166 0,-2 1-167 16,-15 3 80-16,-6 4-578 0,-9 1-731 16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26T03:14:48.2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13335 13575 1510 0,'0'0'283'0,"0"0"-39"16,0 0-17-16,0 0 2 0,0 0 1 0,0 0-10 15,0 0-11-15,0 0-24 0,0 0 0 16,0 0-5-16,0 0-9 0,0 0-6 0,0 0-6 16,0 0-6-16,0 0-12 0,0 0-8 15,0 0-11-15,0 0-9 0,0 0-10 0,0 0-10 16,0 0-8-16,0 0-1 0,-3 13 7 16,-3-4-3-16,-1 3 10 0,-5 4 8 0,-7 7 12 15,0 6-9-15,-12 10 5 0,1 0 13 16,-3 6 5-16,-3 1 20 0,0 2 4 15,2 1-4-15,-1-1-1 0,3 1 4 16,1-5-10-16,4 1 2 0,3-4-15 16,5-11-12-16,1 1-4 0,6-4-10 0,0-6-3 15,2-3 6-15,5-4-2 0,-3-3 6 16,3 0-93-16,-2-2-20 0,5-4 0 0,-3 3 0 16,3-1 0-16,-2-2 0 0,4-5 0 15,-3 9 0-15,-1-5 0 0,4-4 0 0,-4 8 0 16,4-8 0-16,-1 5 0 0,1-5 0 15,-7 5 0-15,7-5 0 0,0 0 0 0,-4 5 0 16,4-5 0-16,0 0 0 0,-2 5 0 16,2-5-353-16,0 0-373 0,0 0-219 15,0 0 70-15,0 0 95 0,0 0-755 16,0 0-978-16</inkml:trace>
  <inkml:trace contextRef="#ctx0" brushRef="#br0" timeOffset="1147.63">12478 14687 3916 0,'0'0'-186'0,"7"-4"61"0,-7 4 65 0,10-7 58 16,-10 7 50-16,4-7 50 0,-4 7 22 16,6-5 28-16,-6 5 11 0,0 0 2 15,0 0 3-15,5-9-5 0,-5 9 1 16,0 0 4-16,0 0-1 0,0 0-8 0,0 0 4 16,0 0 6-16,0 0 1 0,0 0-12 15,0 0-11-15,0 0-2 0,-32 3-17 0,11 3-14 16,-1-1-12-16,-14 5-5 0,2 0-16 15,-4 1-4-15,4 0-24 0,-2-3-9 0,0 3-5 16,6 0-6-16,5-4 0 0,3-1-5 16,3-1-3-16,2-1 1 0,3 1-5 0,2-2 0 15,1 1-5-15,-2-2 3 0,13-2 1 16,-14 3-5-16,14-3-1 0,-12 3 3 16,12-3-6-16,-11 3 2 0,11-3 1 15,0 0 1-15,-11 2-2 0,11-2 1 16,0 0-4-16,-13 2 1 0,13-2-1 0,0 0 0 15,0 0 0-15,0 0 4 0,0 0-11 16,0 0 22-16,-11 2-23 0,11-2 2 0,0 0 3 16,0 0 13-16,0 0-18 0,0 0 8 15,0 0-7-15,0 0-2 0,0 0 6 0,0 0-2 16,0 0 0-16,0 0-5 0,0 0-1 16,0 0 3-16,0 0 2 0,0 0-1 15,0 0-5-15,0 0 5 0,0 0 1 16,-12-6 2-16,12 6-1 0,0 0-1 0,0 0 12 15,0 0-14-15,0 0 4 0,0 0-12 16,0 0 7-16,0 0-12 0,0 0 4 16,0 0 2-16,-1 14-5 0,1-14 5 0,1 16 5 15,4-6-4-15,-1 5-1 0,-1-2 7 16,3 1-1-16,-1 0 5 0,6-1 0 0,-6 1-5 16,4-2 4-16,-3 0-8 0,4 0 5 15,-1-2-4-15,2 0 6 0,0-1 11 0,-2 1-14 16,6-1 1-16,-3-1 3 0,1-1 1 15,0 0-4-15,4 0 2 0,-1 0-4 0,0-2 0 16,-2 2 5-16,-1 0-1 16,-1-1 1-16,-1-1-2 0,-1 1 3 0,0-1 3 15,-3 2 14-15,-1-1 19 0,-3 2 35 16,-1-2 35-16,0 1 7 0,-2 1 7 16,-4 2 1-16,-3 1-6 0,0 1-8 0,-7 1-6 15,-3-1-12-15,1 1-55 0,-3-1-36 16,2-2 0-16,-2 1 0 0,0-4 0 0,6-2 0 15,-4 0 0-15,3-2 0 0,1-1 0 16,-1 0 0-16,3-1 0 0,2 1 0 0,9-2 0 16,-18 0-90-16,18 0-177 0,-11 2-89 15,11-2-107-15,-10 2-132 0,10-2-183 0,0 0-55 16,0 0 100-16,0 0-653 16,0 0-840-16</inkml:trace>
  <inkml:trace contextRef="#ctx0" brushRef="#br0" timeOffset="1631.46">12724 14768 3529 0,'0'-9'-87'0,"0"9"57"0,-4-7 57 15,4 7 49-15,0 0 38 16,-4-8 16-16,4 8 18 0,-9-7-1 0,3 6 1 16,6 1-4-16,-21 0-4 0,9 3-5 15,-3 0-3-15,-4 3-11 0,1 0-12 0,-11 8-8 16,4-2-14-16,-2 5-11 0,2-2-5 16,2 5-8-16,7-5-6 0,-4 6-7 0,5-6-4 15,5-1-7-15,1-4-5 0,3 2-3 16,1-2-1-16,3-1-5 0,2 0 0 15,4-1-3-15,-1 2-2 0,8-1-2 0,2-1-1 16,3-2-1-16,5 2-5 16,2 1-2-16,-2-2-4 0,2 0-2 0,-6-3 2 15,0 2 1-15,-1-1 6 0,-3 1 11 16,1 0 34-16,-7-1 38 0,2 2 37 0,-1 0 41 16,-4-1 12-16,-4 3-2 0,0-9-8 15,0 14-10-15,-4-6-18 0,-2 2-19 0,-1-2-13 16,-3-2-10-16,-2 3-13 0,1-3-25 15,-3 2-40-15,2-2-53 0,-6-3-63 0,3 3-69 16,-1 0-81-16,4-4-100 0,-1 2-110 16,-1-2-122-16,3 0-143 0,-3 1-59 15,5-3 82-15,-1 1-561 0,10-1-714 16</inkml:trace>
  <inkml:trace contextRef="#ctx0" brushRef="#br0" timeOffset="2200.17">12162 14470 3135 0,'-31'-4'-179'0,"-1"6"37"0,-9 3 38 16,4 5 36-16,-11 7 33 0,2 8 35 15,0 4 29-15,6 8 32 0,1 6 22 0,3 6 16 16,5 7 17-16,1 25 20 0,12-11 4 16,7-1-9-16,6 8 2 0,12 2-5 15,9 11-10-15,9-4-16 0,15-7-3 0,8-11-8 16,11-4-11-16,12-11-5 0,7-12-4 16,10-8-8-16,5-10-7 0,10-9-11 0,-16-11-10 15,1-6-18-15,18-15-18 0,-6-7-32 16,-8-10-26-16,-6-3-4 0,-11-8 15 15,-8-3 6-15,-8-2 8 0,-15 7 10 0,-8-8 3 16,-3-1 24-16,-12-7 31 16,-6-3 20-16,-10-3 11 0,-7-7 6 0,-16-21 1 15,-11-5-5-15,-11 0-7 0,-9 3-3 16,-14 3-10-16,-6 8-5 0,-11 11-4 0,-4 18-6 16,-4 17-4-16,14 22-9 0,-6 15-10 15,-19 17-24-15,-1 15-35 0,3 14-60 0,6 12-90 16,12 8-119-16,5 2-162 0,12 4-153 15,6-3 74-15,20-13-297 0,8-2-341 16</inkml:trace>
  <inkml:trace contextRef="#ctx0" brushRef="#br0" timeOffset="6983.43">12327 14420 2256 0,'-3'10'-39'0,"-5"-3"31"16,5-2 40-16,-2 1 33 0,5-6 34 0,-6 4 29 0,6-4 14 15,0 0 17-15,0 0 19 16,0 0-19-16,0 0-15 0,0 0-11 0,0 0-9 15,-25-11-4-15,20 2-13 0,-3 0-5 16,1-4-9-16,3-3-13 0,-8-2-6 0,5-3-6 16,1-10-6-16,-6-2-10 0,7-3-6 15,-2-3-4-15,-3-12-1 0,8 8-7 16,1 0-6-16,2-2-1 0,5-8 4 0,3 3-8 16,5 2-5-16,6 1 4 0,3 0-5 15,4 3-6-15,6 3 2 0,1-1-1 0,2 3 2 16,5 3-8-16,-2 1 0 15,1 5 3-15,-1 1 0 0,-3 1 0 0,-8 10-6 16,-1 1 8-16,-6 3 10 0,-6 2 10 16,-2 3 28-16,-1 1 19 0,-3 2 18 0,1 0 13 15,-5 2 3-15,4-2 0 0,-9 6 0 16,11-7-3-16,-6 3-5 0,-5 4-11 16,7-8-7-16,-7 8-8 0,7-5-14 0,-7 5-2 15,0 0-11-15,7-5-14 0,-7 5-28 16,0 0-40-16,0 0-54 0,0 0-74 15,6-3-111-15,-6 3-113 0,0 0-132 0,0 0-208 16,0 0 56-16,0 0 80 0,0 0-354 16,0 0-419-16</inkml:trace>
  <inkml:trace contextRef="#ctx0" brushRef="#br0" timeOffset="7298.68">12526 13164 2601 0,'-7'-5'-3'0,"7"-4"34"15,0 2 26-15,0 7 19 0,5-17 9 16,2 9 9-16,1-2 6 0,1 2 9 16,5 1-10-16,3 1 5 0,-4 3-11 15,2 2-1-15,1 5 4 0,2 0 3 16,0 5 18-16,0 5 11 0,-6 1 8 0,6 7 13 15,-5 6 6-15,-4-4-6 0,-2 0-11 16,-5 0-11-16,-1 1-13 0,-1 3-12 0,0 8-11 16,-1-5-8-16,-1-5-8 0,-3-1-31 15,1 0-41-15,2 0-50 0,-3-3-69 0,-1-1-90 16,3-2-90-16,-3-1-118 0,2-2-148 16,-4-1-69-16,1-1 61 0,-1 0-281 15,-2 4-336-15</inkml:trace>
  <inkml:trace contextRef="#ctx0" brushRef="#br0" timeOffset="7680.89">12154 14139 2223 0,'0'-10'2'16,"0"1"41"-16,-2 0 37 0,2 5 32 15,0 4 28-15,-4-11 5 0,4 11-2 0,-2-7-19 16,2 7 22-16,0 0 18 0,0 0 10 16,-9 33 10-16,3-11-2 0,-2 14 3 0,3 1-1 15,-5 4-7-15,5 2-9 0,-2-2-5 16,5-3-17-16,2-5-12 0,2-7-9 0,3-2 6 15,2-2 5-15,4-5 24 0,1-2-7 16,5-3 2-16,6-4-8 0,2-8-14 0,13-5-9 16,10-10-16-16,5-5-9 15,4-6-23-15,0-1-35 0,1-2-39 0,-7 2-44 16,-2 4-47-16,-4 5-56 0,-15 4-60 16,-7 3-78-16,-4 5-60 0,-5 6-54 0,-7 0-72 15,-7 0-126-15,11 6-72 0,-7 0 64 16,-3 0-340-16,-1-6-421 0</inkml:trace>
  <inkml:trace contextRef="#ctx0" brushRef="#br0" timeOffset="8564.7">14113 12783 2448 0,'0'0'-63'0,"7"-8"40"16,-3 2 36-16,0 0 30 0,2 1 32 0,-4 1 25 15,2-4 34-15,-4 8 3 0,5-10 17 16,-5 10 1-16,4-10 5 0,-2 5-2 0,-2 5-1 16,2-10-5-16,-2 10-3 0,-2-9-10 15,2 9-10-15,-6-7-14 0,6 7-14 16,-7-5-9-16,7 5-13 0,-12 0-12 15,12 0-3-15,-15 5-5 0,6 0-4 16,-1 0-9-16,1 2-6 0,1 0-3 0,5 0-9 16,-6 1-1-16,7-1 1 0,-1 2-2 15,3-4-6-15,0-5 3 0,3 14-5 0,3-8 2 16,4-2-11-16,1 1 9 0,0 0-1 16,5-2-4-16,2 3-1 0,-4 0 0 0,4-4-2 15,-2 4-3-15,0 0 4 0,-1-2-2 16,1 1 3-16,-7 1 6 0,0-2 19 0,-1 4 22 15,0-3 11-15,-4 2 12 0,-3 0 9 16,-1 1-1-16,0-8 6 0,0 16-17 16,-3-8 16-16,-3 4-17 0,1-3-8 15,-6 0-5-15,2 2-11 0,2-2 0 0,-2-2-5 16,0-1-23-16,4 1-26 0,-4-2-35 16,0 0-45-16,9-5-66 0,-13 4-101 15,13-4-122-15,-12-2-138 0,12 2-194 0,-5-10 10 16,5 3 80-16,3-3-416 0,8-7-500 15</inkml:trace>
  <inkml:trace contextRef="#ctx0" brushRef="#br0" timeOffset="8881.57">14497 12518 2703 0,'-20'0'-51'16,"20"0"42"-16,-17 3 34 0,7 5 31 0,-3-2 28 15,1 4 17-15,-2 1 18 0,0 5 9 16,-1-2 3-16,5 1 6 0,-1 1-10 0,3-3-12 16,1 1-6-16,5-3-7 0,-1 2-1 15,8-1 7-15,0-2 3 0,1 2 3 0,3-2-5 16,5-1 7-16,-1-1-4 0,6 1-7 16,-4 1-9-16,1-3-2 0,1 3-5 0,-4 0-4 15,0-2 0-15,-1 1 13 0,-2 3 13 16,-3 0 0-16,-1-1-9 0,-3 1-6 15,0 0-17-15,-6 3-5 0,0 3-6 16,-1-1-11-16,-4 2-38 0,-1 1-53 16,-5 6-61-16,-2-2-80 0,-4-2-120 0,-3 0-120 15,3-1-166-15,-5-1-111 0,-2-2 70 16,0-1-435-16,4 2-530 0</inkml:trace>
  <inkml:trace contextRef="#ctx0" brushRef="#br0" timeOffset="9798.32">13566 14832 3017 0,'0'0'84'15,"0"0"58"-15,0 0 39 0,0 0 36 16,0 0 25-16,0 0 12 0,-19-11 3 0,19 11-14 16,3-12-14-16,-3 12-12 0,14-15-20 15,-6 8-18-15,-1 0-25 0,3 2-10 16,0 1-15-16,-10 4-16 0,19-1-2 16,-19 1-12-16,18 13 1 0,-10-2 24 0,-4 4 17 15,-2 5-1-15,-4 6 11 0,-6 10 5 16,3 3-1-16,-5 0-2 0,3-3-5 0,-1-1-4 15,2-9-4-15,2-5-7 0,3-4-12 16,-1-3-12-16,0-3-42 0,0-2-67 16,2 0 0-16,4-2 0 0,-4-7 0 0,7 4 0 15,-7-4 0-15,23-9 0 0,-6-2 0 16,8-5 0-16,0-6 0 0,1 2-277 0,1-2-179 16,0 0-122-16,0-2-150 0,-3 0-143 15,1 1 87-15,-2-1-745 0,-2 4-975 16</inkml:trace>
  <inkml:trace contextRef="#ctx0" brushRef="#br0" timeOffset="10081.29">13987 14826 4425 0,'0'0'-18'0,"-21"-6"41"0,21 6 36 0,-5-5 24 16,5 5 10-16,-4-9-2 0,4 9-7 16,4-16-10-16,-1 9-6 0,5-1-8 0,-3-1-7 15,5 4-6-15,-2 1 0 0,-8 4-7 16,16-3 0-16,-16 3 10 0,12 9 23 0,-8-1 23 15,-2 8 22-15,0 3 20 16,-4 1 35-16,-2 5 2 0,1 7 18 0,-3-6 18 16,2-5 3-16,3-4 1 0,-4-5-13 15,5 0-11-15,2-6-5 0,2 1 2 16,-4-7-15-16,17-1-20 0,4-6-18 0,13-10-97 16,6-4-38-16,1-4 0 0,-1 2-171 15,-1 1-111-15,-6 1-121 0,-5 3-130 0,5 1-129 16,-8-1-203-16,-6 7 80 0,-4 3 86 15,-3 1-590-15,-5 2-749 0</inkml:trace>
  <inkml:trace contextRef="#ctx0" brushRef="#br0" timeOffset="13633.21">13652 12564 3300 0,'0'0'-103'0,"-8"4"44"16,8-4 42-16,-8 4 38 0,8-4 43 15,0 0 32-15,-11 2 18 0,11-2 8 16,0 0-10-16,0 0-2 0,0 0 1 0,0 0-10 16,-25-10-6-16,22 8-10 0,-7-6-5 15,2 1-5-15,1-3-5 0,-2-2-6 0,-4-1-4 16,1-3-12-16,-6-11 0 0,3 1-2 16,-1-3-8-16,2-2-9 0,-4-12 5 0,3-1-8 15,0-5-6-15,0-6-4 0,6 4-1 16,0-2-8-16,7 9 6 0,2-1-3 15,4 0-3-15,6-5 3 0,7-3-2 0,6 0-2 16,8 2-2-16,5 1-2 16,15-8 5-16,7 5-4 0,-11 13 0 0,4 3 0 15,-1 2 1-15,1 3-6 0,-5 6 4 16,-4 6 0-16,-12 4-5 0,-3 3 4 0,-6 4-6 16,-6 1 6-16,-1 2-5 0,-5 1 0 15,2 1 5-15,-4 1 1 0,-7 3-1 0,15-5 4 16,-15 5-8-16,11-5 7 0,-11 5-4 15,8-5 1-15,-8 5-24 0,7-2-13 0,-7 2-34 16,0 0-37-16,10-5-51 0,-10 5-68 16,0 0-108-16,0 0-154 0,0 0-98 15,0 0 53-15,0 0-265 0,0 0-286 16</inkml:trace>
  <inkml:trace contextRef="#ctx0" brushRef="#br0" timeOffset="13947.46">13927 11168 2179 0,'0'0'60'16,"-6"-9"27"-16,4 3 23 0,2 6 21 16,-3-5 13-16,3 5 7 0,3-9-7 15,-3 9 3-15,9-9-8 0,-1 5-12 0,1 0-4 16,3 4-6-16,-1 0-9 15,-11 0-11-15,29 6 1 0,-12 5-7 0,0 1 3 16,4 9 5-16,-4 4 4 0,-2 1 9 16,-3 4-4-16,-2 3 2 0,-7 2-11 0,1-9-4 15,0 10-8-15,-4-7-10 0,0-2-10 16,-2-2-6-16,-2-1-5 0,2 2-10 0,1-4-24 16,-5 2-40-16,1-4-39 0,0 1-74 15,-3-1-97-15,5-6-100 0,-5 1-139 0,2-3-181 16,-1-1 59-16,-3-1-371 0,-2 0-439 15</inkml:trace>
  <inkml:trace contextRef="#ctx0" brushRef="#br0" timeOffset="14380.88">13475 12527 2556 0,'2'-6'17'16,"-2"6"36"-16,-2-7 24 0,2 7 26 0,0-9 19 15,0 9 2-15,0 0 5 0,0 0 13 16,0 0 10-16,0 0 1 0,-4 28 6 0,2-14-2 16,2 5 8-16,2 2 5 0,-2 3-2 15,0-1 3-15,4 2-3 0,-2-2-2 16,1-5-2-16,5 1 3 0,-2-4 7 0,2-3 20 16,3-1 28-16,2-5 11 0,2-2 1 15,7-6-19-15,12-8-12 0,7-11-24 0,5-4-22 16,-2-6-15-16,0-3-14 15,-2-1-39-15,-4 5-52 0,-8 1-60 0,-5 8-61 16,-5 8-65-16,-8 2-70 0,-1 4-69 16,-6 3-96-16,1 6-87 0,-6-2-121 0,0 0-165 15,-4 16 58-15,0-7-602 0,1 0-758 16</inkml:trace>
  <inkml:trace contextRef="#ctx0" brushRef="#br0" timeOffset="15597.82">14241 10249 3308 0,'1'-10'-122'16,"-1"2"51"-16,0 1 46 0,0 7 40 0,-1-12 36 15,-5 6 30-15,2-2 22 0,1 2 13 16,-8 0 3-16,4 1 6 0,0-3-5 0,-4 3-9 15,0 1-6-15,-1 2-10 16,-2 2-8-16,-3 4-8 0,-2 3-8 0,-3 3-4 16,-2 7-8-16,-2 4-3 0,2 1-9 15,1 3 1-15,5 0-10 0,2-1-3 0,5-3-4 16,6-6-4-16,-2-1 1 0,5-2 1 16,6-1 10-16,1-2 15 0,4 0 8 0,4 0-2 15,2-3 3-15,6-1 0 0,-2 0-8 16,4 1-1-16,0-1-6 0,-4 0 0 0,0 0-4 15,-4 0 0-15,-3 0 17 16,-1 2 25-16,0 2 28 0,-4 0 21 0,-5 0 14 16,-1 3-1-16,-4 2 10 0,-6 1-12 15,0 2-7-15,0 3-7 0,-5-3-19 0,-3 5-12 16,-2-1-10-16,4-4-11 0,1-3 5 16,0 0-18-16,0-1-7 0,3-4-25 0,0-1-21 15,0 2-49-15,2-6-35 0,0 1-55 16,2-2-74-16,0-1-94 0,7-2-105 15,0 0-112-15,-5-12-133 0,6 2-110 0,7-4 73 16,7-13-570-16,10-13-711 0</inkml:trace>
  <inkml:trace contextRef="#ctx0" brushRef="#br0" timeOffset="15931.07">14534 10069 3356 0,'-1'-9'-41'0,"-1"2"46"0,-5 0 36 16,7 7 41-16,-7-8 22 0,7 8 7 15,-8-4-6-15,8 4-16 0,0 0-10 0,0 0-6 16,-23 10-2-16,14 1 3 0,0 3 8 16,-3 3 4-16,3 1 7 0,-1 1 4 15,0 0-8-15,5 0-9 0,-1-4-5 0,4-1-5 16,0 0-2-16,4 0 5 0,2-3 12 16,2 3 7-16,-1-1-2 0,3-1-3 0,3 2 0 15,-1 1-4-15,2-1-5 0,-7 1 5 16,4-1 10-16,-1 1 9 0,0 4 7 0,-2-4 14 15,-3 4 6-15,-3-2 5 16,0-2 5-16,-1 4-8 0,-3-2-12 0,-2 2-8 16,-4 2-14-16,-5 2-8 0,0 0-7 15,-4-3-10-15,2 1-18 0,-6-1-42 0,-1-5-50 16,-5 2-61-16,8-5-87 0,-10-2-128 16,6-1-151-16,4-1-159 0,1-3-165 0,2-1 75 15,2-1-651-15,-6 4-820 0</inkml:trace>
  <inkml:trace contextRef="#ctx0" brushRef="#br0" timeOffset="16714.41">12705 12476 3493 0,'2'-5'-136'16,"-2"-3"54"-16,0 8 47 0,0-8 49 0,0 8 45 15,0 0 29-15,-10-12 14 0,4 9 0 16,6 3 1-16,-13 0-6 0,13 0-2 15,-23 6 4-15,9-1 3 0,-4 6 2 0,-7 6-1 16,0 0-1-16,2 5 1 0,1-1-8 16,1 0-8-16,-1-1-9 0,9-3-7 15,-1-1-8-15,5-4-9 0,2 0-4 0,1-3-7 16,3-1-2-16,-2 1 3 0,5-9 3 16,5 12 6-16,-2-7 5 0,8 0-2 15,0 0-7-15,7 0-3 0,3 2-6 0,1-4-3 16,2 4-3-16,-3 0-4 0,0 0-2 15,-1 1-4-15,2 1 0 0,-8 2 6 0,0-2 15 16,-3 3 19-16,0 2 16 0,-8 1 13 16,-1-1 7-16,-4-2-20 0,0 9-9 0,-6-2-1 15,1 0 4-15,-3 0-21 16,-2-2-6-16,1 0-4 0,0-3-4 0,1-4 10 16,3 0-33-16,-1-3-27 0,-1-3-34 15,3-1-42-15,6-3-63 0,0 0-67 0,-19-7-78 16,17 0-72-16,2-5-66 0,6-8-74 15,3-11-111-15,5-3-25 0,6-10-461 16,5 0-574-16</inkml:trace>
  <inkml:trace contextRef="#ctx0" brushRef="#br0" timeOffset="17015">12876 12390 2944 0,'6'-15'-25'0,"-5"4"55"0,-1 1 45 16,0 3 39-16,0 7 18 0,2-10 9 15,-2 10-5-15,0 0-14 0,-2-7-4 16,2 7 10-16,0 0-1 0,0 0-2 15,5 29-12-15,-5-10-7 0,2 3-16 0,2 4-7 16,-1-2-6-16,1 1-10 0,3-4-6 16,2 1-4-16,0-5-6 0,2-1 1 0,3-3 0 15,3-3 7-15,-2-8 3 0,-2 1 3 16,7-6-3-16,-2-5 3 0,1-2 1 0,-1-1 5 16,-3-1 9-16,-4-5-2 0,-3 5 2 15,-4-2-5-15,-2 1-4 0,-8-1-5 0,3-1-8 16,-10-1-7-16,-3-6-7 0,-4 2-3 15,-5 1-7-15,7 5-14 0,0 3-12 16,-3 3-26-16,5 3-33 0,-2 4-39 16,3 2-46-16,0 1-77 0,0 1-95 15,3 3-101-15,3-1-144 0,-1-1-132 0,2 0 68 16,8-4-421-16,0 0-512 0</inkml:trace>
  <inkml:trace contextRef="#ctx0" brushRef="#br0" timeOffset="17897.21">14361 9833 2834 0,'-10'4'21'0,"5"-1"33"0,5-3 37 16,-14 2 38-16,14-2 30 0,0 0 22 16,-21-7 11-16,13 2-2 0,-1 0 3 15,2-2-5-15,-2 0-7 0,-2-3-7 0,4-2-11 16,-3 0-10-16,2-4-12 0,-1-1-4 16,2-3-7-16,-3-10-12 0,4 4-9 15,2 1-11-15,1-8-2 0,1 4-8 16,2 4-10-16,5-8-6 0,3 0-9 0,6 3-6 15,4-2-6-15,14-5-6 0,7-3-2 16,10 3-9-16,26-8-4 0,11 1 0 0,7 3-5 16,8 0-6-16,2 2-17 0,0 3-13 15,-2 6 0-15,-1 4 2 0,-12 2 3 0,-21 9 1 16,-12 1-3-16,-11 4 1 16,-9 3-3-16,-9 1 14 0,-5 2 17 0,-6 4 17 0,-3-4 19 15,0 3 21-15,-5-1 11 16,-7 2 11-16,18-4-10 0,-18 4-8 0,12-3 0 0,-12 3-14 15,12-3-5-15,-12 3-10 16,0 0-15-16,12-2-36 0,-12 2-43 0,5-2-61 16,-5 2-92-16,0 0-114 0,0 0-114 15,0 0-128-15,0 0-184 0,0 0 17 0,0 0 70 16,-16-17-527-16,9 12-640 0</inkml:trace>
  <inkml:trace contextRef="#ctx0" brushRef="#br0" timeOffset="18148.18">15433 8756 3475 0,'0'-10'74'16,"0"10"14"-16,0-5 10 0,0 5 22 0,9-3 19 16,-9 3 5-16,0 0-4 0,26 6-3 15,-11 1 3-15,3 5-3 0,4 6-8 0,1 2 0 16,0 5 4-16,-3-2-9 0,-8 2 0 15,1 4 4-15,-2 0-9 0,-10 0-13 0,1-4-10 16,-4 1-12-16,-3 10-13 0,-5 1-49 16,-3-4-52-16,-5 2-67 0,-9 4-118 0,2-4-128 15,-11-1-144-15,0-5-219 0,-3 2 59 16,-6-6 69-16,2 2-393 0,-9-3-448 16</inkml:trace>
  <inkml:trace contextRef="#ctx0" brushRef="#br0" timeOffset="18482.45">13984 9716 2660 0,'-2'-7'73'15,"2"1"27"-15,0 6 24 0,-5-9 7 16,5 9 3-16,-2-7 6 0,2 7-15 15,0 0 29-15,0 0 19 0,-7 18 11 16,5-7 5-16,0 9 6 0,1 1 0 0,-5 4 3 16,4 1 0-16,2 1-4 0,4 7-10 15,0-6-2-15,1-10 13 0,7 14-1 0,3-14 0 16,6 2-8-16,4-6-16 0,-1-4-13 16,5-8-18-16,11 1-11 0,6-8-11 0,7-5-19 15,3-2-48-15,-6-3-38 16,4-1-59-16,-4 1-72 0,-10 5-67 0,-8 0-96 15,-7 3-97-15,-7 3-102 0,-7 0-139 16,-6 2-121-16,-5 2 71 0,0 0-571 0,0 0-702 16</inkml:trace>
  <inkml:trace contextRef="#ctx0" brushRef="#br0" timeOffset="19597.38">14633 8791 3270 0,'0'-14'-74'15,"2"4"56"-15,-2-1 52 0,0 3 57 0,0 1 62 16,0 7 34-16,-2-12 19 0,2 12 7 16,-2-8-8-16,2 8-22 0,0 0-6 0,0 0 41 15,0 0 27-15,-7 42 23 0,5 1 7 16,0 19 18-16,0 6-11 0,1 6 1 0,-2 5-11 15,1 1-12-15,4 3-16 0,2-2-18 16,-2-4-15-16,6-3-11 0,-3-6-11 16,3-8-91-16,-3-2-98 0,4-14 0 15,-4-1 0-15,2-6 0 0,-3-3 0 0,0-10 0 16,0-3 0-16,0-6 0 0,-2 1 0 16,0-5 0-16,0 0 0 0,0-2 0 0,-1-1 0 15,-1-3 0-15,0-5 0 0,0 0 0 16,0 0 0-16,0 0-144 0,0 0-410 0,-17-27-97 15,8 8-139-15,-8-12-54 0,-6-10 81 16,0-3-749-16,0 1-957 0</inkml:trace>
  <inkml:trace contextRef="#ctx0" brushRef="#br0" timeOffset="19883.75">14339 9225 4291 0,'-9'-18'-88'15,"0"3"69"-15,3-1 78 0,0 3 59 0,0 3 56 16,3 1 34-16,-5 1-3 0,7 0-12 15,1 8-23-15,-6-8-12 0,6 8 50 0,0 0 33 16,0 0 3-16,43 24 7 0,-14-5 2 16,14 8 2-16,5 4-4 0,8 4-8 0,20 6-9 15,0 1-5-15,7-6-15 0,-6 3-115 16,2-8-99-16,-18-4 0 0,-2-5 0 16,-5-1 0-16,-2-1 0 0,-12-6 0 15,-7-1 0-15,-2-2 0 0,-15-1 0 0,2-3 0 0,-5-2 0 16,-4 0 0-16,1-1 0 15,-3-1 0-15,1 0 0 0,-8-3 0 0,3 4 0 16,-3-4 0-16,0 0 0 0,0 0 0 16,0 0 0-16,0 0 0 0,0 0-369 0,0 0-475 15,-34 0-94-15,21 3 96 0,-2 4-926 16,-6 4-1198-16</inkml:trace>
  <inkml:trace contextRef="#ctx0" brushRef="#br0" timeOffset="20764.53">14409 9924 4447 0,'-12'-9'-288'0,"1"1"35"0,-3 1 49 15,-1 2 37-15,-1-2 40 0,-4 2 32 16,1 0 26-16,-6 0 19 0,1 3 16 0,-5 2 5 16,-10 5 9-16,-1 4 22 15,1 3 11-15,-9 6 13 0,-2 6 8 0,3 7 10 16,-1 6 27-16,1 2-3 0,-9 16 13 16,18-5 24-16,4 5 10 0,5 3 3 0,6 4-7 15,9 4 8-15,5 1-4 0,9-4-5 16,8 0-7-16,7-4-5 0,10-5-4 0,9-5-5 15,6-7-4-15,10-7 1 0,7-8-7 16,6-13-4-16,15-8-6 0,4-12-9 0,27-12-3 16,-1-11-4-16,5-9-5 15,-5-10-7-15,-5-9-4 0,-11-3-4 0,-13-4-4 16,-6 0-3-16,-14-2-1 0,-13 0-1 16,-21 12 0-16,-10-2-3 0,-11 1 5 0,-10 0-3 15,-13 2-1-15,-11 2-3 0,-28-8-7 16,-8 9 0-16,-15 6-3 0,-5 8-8 15,-9 9-14-15,-4 11-11 0,21 13-23 0,-2 6-25 16,4 13-44-16,-16 11-59 0,6 12-81 16,11 6-85-16,-2 9-105 0,14-3-194 0,20-8 52 15,5 0 66-15,7-3-289 0,5 0-297 16</inkml:trace>
  <inkml:trace contextRef="#ctx0" brushRef="#br0" timeOffset="23516.05">26396 10810 2035 0,'-9'-10'-108'0,"-2"-3"17"15,-4-1 20-15,-8-5 25 0,-3 2 13 16,-5-2 19-16,-1 4 24 0,-4 1 18 0,-5 2 11 16,-2 2 17-16,-4 4 7 0,-3 5 8 15,-16 6 10-15,1 5 13 0,1 7 16 16,-5 2 1-16,-9 14 7 0,2 6 5 0,3 5 5 16,8 9-3-16,4 7 3 0,11 8 2 15,5-1-3-15,15-12-8 0,9 3 4 0,9 4 5 16,12-1-12-16,10-1-3 15,11 1 6-15,8-7-7 0,8-4-8 0,24 7-9 16,12-11-4-16,12-5-12 0,10-11-8 16,4-6-4-16,5-7-7 0,7-13-7 0,-20-5-1 15,20-10-6-15,-7-6-5 0,-7-6-4 16,-7-7-3-16,-10-6-5 0,-6-7-3 0,-9-3-3 16,-21 2-4-16,-6-5-2 0,-5-3 5 15,-12-4-6-15,-10-4-3 0,-15-4-4 0,-7 2 2 16,-10-3-6-16,-17-10-1 0,-12 4-5 15,-7 6-10-15,-10 9-7 0,-7 12-7 16,-6 10-9-16,8 18-10 0,-7 11-20 16,-6 8-32-16,-30 16-41 0,3 10-56 0,5 14-52 15,3 7-79-15,10 14-135 0,8-3-132 16,10 4 59-16,9-4-248 0,12 4-270 0</inkml:trace>
  <inkml:trace contextRef="#ctx0" brushRef="#br0" timeOffset="24164.41">24587 12492 2066 0,'-34'-5'-72'0,"-6"3"4"16,-6 3 19-16,-13 4 24 0,-6 8 31 0,-2 1 20 16,5 7 20-16,-21 10 24 0,5 4 20 15,0 9 11-15,1 7 12 0,2 9 12 0,6 5-2 16,2 13 4-16,11-1-1 0,13 1-4 15,13-1 3-15,15-13-5 0,6 0 7 16,20-4 8-16,9-4-2 0,10-2-15 16,15-8-3-16,19 0-8 0,12-10-11 0,12-10-9 15,14-11-2-15,-9-13-13 0,33-9-2 16,3-10-21-16,4-12-26 0,-1-5-19 0,-8-7-8 16,-6-7-6-16,-10-9-19 0,-8-2-2 15,-15-4-7-15,-12-2 3 0,-16-5 1 16,-12-1 4-16,-21 11 3 0,-10-3-3 0,-11-6-2 15,-13-3-12-15,-15-15-11 0,-11 0-12 16,-11 9-8-16,-7 4 8 0,-8 13 2 0,-9 8 3 16,-4 17-1-16,5 16 5 0,-5 10-4 15,0 13-5-15,-6 12-13 0,-16 12-22 0,6 10-33 16,5 12-46-16,10 2-69 16,15 0-138-16,22-7-91 0,11-3-131 0,15-7-109 15</inkml:trace>
  <inkml:trace contextRef="#ctx0" brushRef="#br0" timeOffset="24714.65">26640 12191 1775 0,'-22'-4'28'0,"1"3"-1"16,-2 6 16-16,-11 5 23 15,-11 7 28-15,-4 8 34 0,4 5 25 0,-5 8 30 16,-5 19 23-16,-1 3 8 0,6 1 4 16,3 3-2-16,13-12-6 0,7-2-11 0,4 0-14 15,10 0-13-15,8-9-13 0,5 0-4 16,9-2-14-16,12 5-10 0,10-8-10 0,9-5-14 15,11-7-12-15,8-7-10 0,8-7-12 16,5-8-28-16,3-6-32 0,1-7-27 0,15-10-24 16,-22-1-9-16,-4-2-4 15,-8-4 2-15,-6-3 8 0,-8-2 0 0,-9 0 7 0,-13-8-3 16,-10 4 5-16,-9-2 9 16,-9-13-7-16,-15 1-13 0,-14-4-28 0,-17-9-32 15,-10 3-35-15,-11 6-26 0,-8 9-29 16,-6 7-27-16,-2 16-47 0,15 11-62 0,-8 12-122 15,-17 12-83-15,-4 7 67 0,5 9-154 16,2 10-119-16</inkml:trace>
  <inkml:trace contextRef="#ctx0" brushRef="#br0" timeOffset="25415.6">23299 14795 1823 0,'-21'-5'26'15,"-4"3"-7"-15,-2 8 7 0,-15 4 10 16,-8 11 15-16,-1 5 22 0,0 6 24 0,-1 6 20 15,-9 15 22-15,6 3 8 0,17-6 7 16,2 5 0-16,9 0-8 0,8-2-3 0,8 2-19 16,9-12-2-16,5-1-5 0,17 4-15 15,9-5-5-15,10-12-6 0,19-10-7 16,10-7-7-16,14-12-9 0,30-14-7 0,4-10-26 16,4-13-15-16,2-6 3 0,0-6-18 15,-2-9-10-15,-5-4-12 0,-14-3-29 16,-17-5-3-16,-14 4-3 0,-17 1 6 15,-26 12 11-15,-12-1-3 0,-12 7 4 0,-21-8 3 16,-10-1 2-16,-30-13 8 0,-10 10 0 16,-22 8 0-16,-8 6 0 0,-10 11-2 0,-3 12-17 15,2 8-18-15,21 16-24 0,-19 12-36 16,10 10-56-16,5 8-87 0,16 10-133 0,7 1-122 16,24-4 54-16,5 4-77 0,10 1-41 15</inkml:trace>
  <inkml:trace contextRef="#ctx0" brushRef="#br0" timeOffset="54048.88">15164 10728 1700 0,'-3'-10'184'0,"3"10"-26"0,-6-7-8 0,6 7 0 16,-7-7-3-16,1 4 2 0,1 0-9 15,5 3-5-15,-16-6 7 0,10 3-7 0,-5 0 3 16,1-1-12-16,-1 3 4 16,-3-1-8-16,1 0-6 0,0 0-3 0,-4 2 0 15,-3-1-6-15,2 1-10 0,-3 0-1 16,-1 1-11-16,0-1-3 0,-4 2-6 0,-1 2 0 16,-9 1-4-16,2 1 1 0,-2 0 0 15,2 0 0-15,0 5-1 0,2-1-3 0,-2-2-2 16,-1 5-6-16,3 1-3 0,0-1-4 15,-1 1 1-15,5 1-4 0,-3 1 1 0,4 2-3 16,1-1-2-16,-3 1-3 16,6 4 7-16,-2-1 7 0,7 3-5 0,-4 0 3 15,3 0 7-15,2 3-5 0,0 2-3 0,4 2-4 16,-3-2 2-16,5 4-5 0,4 0-1 0,-2 2-2 16,4 1 2-16,-1 2 1 15,2 2-3-15,4-1-1 0,2 1-7 0,2-1 1 16,3-2-2-16,4 1 2 0,-2-2 1 15,7-3 0-15,0-1 4 0,5-3 7 0,8 4 19 16,3-5 7-16,4-3 12 0,-1-6 2 16,4 1 1-16,7 0-4 0,4-5-6 15,-3-3-6-15,0-3-4 0,0-4-5 0,-1 2-6 16,-1-2 8-16,1-3 11 0,-4-2 5 16,2-4 6-16,-4-1 5 0,0-3-1 15,-4 0-46-15,-1-2-48 0,3-3 0 16,5-6 0-16,2-3 0 0,-8-1 0 0,3 0 0 15,-1-3 0-15,-1-1 0 0,-9 5 0 16,-3-2 0-16,-4 0 0 0,3-1 0 0,-3-1 0 16,-4 0 0-16,0 1 0 0,-4-4 0 15,-2 3 0-15,-6 0 0 0,1-6 0 0,-7 5 0 16,0 2 0-16,0-1 0 0,-3-12 0 16,-5 2 0-16,1 1 0 0,-5-2 0 0,1 4 0 15,-5-1 0-15,1 2 0 0,-10-8 0 16,0 5 0-16,-3 2 0 0,-6 2 0 0,-4 4 0 15,-2 0 0-15,-6 5 0 0,-5 5 0 16,-4 3 0-16,-8 6 0 0,-5 1 0 16,-2 9 0-16,-4 3 0 0,-1 2 0 15,2 6 0-15,-2 1 0 0,4 4 0 0,3 4 0 16,5 4 0-16,4-1-213 0,6 3-366 16,3 3-118-16,6-1-207 0,10-2 74 0,11-6 93 15,5-1-702-15,7 0-889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D4160-A831-13A3-F98D-CA56A01475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1B6E67-4ED4-325D-0B77-1D0CCD67EE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B77FD1-E7D9-F2AA-A018-AB7225BF8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69E2BB-F51F-9F11-5F3A-BF031C242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FD587-2983-773A-9076-62C9A1F3A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496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AC482-33E5-7551-CF34-F2369A2E8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ABEC8-EA17-FB07-09A2-10A46F0AD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3603B-D0EC-CFDB-075F-BDD89B9EF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B8C70-B100-8826-DE08-AC0A48E35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1227BE-4D1D-C5FD-0287-BD09A7426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9424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F3874-A132-C147-FE04-0DB820352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FD521F-AB16-E7AC-0DCB-E20BA90DEF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49675C-F0E8-7F97-5569-8C77F5B85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42B0F8-D415-BFDD-8143-C7DA5AAB8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3FC38F-E0AE-C59C-E3E9-D9F2C88D8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3153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3B71E-5B23-46C1-4DD2-368D4791F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A4077-C9D9-CB3F-5CFD-097AFE0F4D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CBC54A-BA25-D553-7F35-6C76327D36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44E35B-8FB4-FE6E-8E3B-6DB01DFE0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62D637-B64D-0B71-E121-F43CED78C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D6FA3A-6BBC-A1B2-3A39-22A7E3CA1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5415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236A4-76CA-5958-0469-F71D257A0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0B9E4A-A0B1-BF20-5784-B36C68A122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219D47-D566-E65D-A4FD-823C3FB69D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1EA1CA-FC11-D865-83AF-1B3B781D4F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4D2046-96FF-DB0C-7361-F518E49D70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598822-7764-92E0-8627-39A978AD9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25CDC5-1E08-B25B-286F-920F24F5C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C3A1DE-638F-2354-ADEF-9E16D1F3D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1961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0F58B-7733-91CB-5F2E-6A293B87A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77EE8B-533C-04CD-833A-C76C79B6B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2AD946-AC69-FD3F-54A1-526479CB6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12FB49-9319-798D-955F-9FE6C8258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1055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0B8AC8-1E71-6B42-051E-B72C3A400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380300-83BF-32AC-2A89-A0C0089CF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63DB06-D25D-D5CE-2284-EE2B6ECC4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5608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443B1-FC57-3267-74C0-4326D8C8D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3A9A9-E1FB-BA8F-5375-827374174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0D2490-EE11-F1E8-9B44-06429A196C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D3B7F2-4FF2-3217-4C5B-D759EB806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AF9F02-97D4-33BD-ED1B-B315A482F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17AA60-932F-8E34-FE0F-FA513CC60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8596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B12E7-2DF5-6D91-ACFB-CCB38D2E6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43B560-074A-5557-702B-42D2D1D1C3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00DB99-CFE1-E46E-78CE-F98E7D4E68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647956-3DB8-0C6A-7351-9C136CB4B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37CEED-781F-747D-F0AC-C01EBFEB8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D4B60E-C28A-E092-05AC-55074FE2F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413138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86AF0-DB33-5693-1549-ED111B6F0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B113C9-EFE9-4F0E-165C-416A22C07B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243A4-4DA4-D6B1-C02A-DEA93C98C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C290A-2546-AE04-A07F-78DAE2275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E04EAD-C91E-E8BD-8404-85B96E6A6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8419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43B330-843E-312A-3BAC-E7CE5DE3FE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257D3A-DBBE-26CC-1A4A-FA307D53B5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55140-151A-83A0-414A-32100D821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1940A-B8DD-D050-44A9-8A940BFF7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8467E-AC6D-EFAB-630C-FD153527F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2782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4FBA5D-C013-A12C-8A24-ED9748BA0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459A4-52AB-D3AF-3EB2-BCFD4A9471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72DA92-C26C-4C88-803A-F4E4A782CA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798E78-8985-A9C5-3529-44DFFE3C7A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5CCB7B-953B-EA87-B8E2-2A9EE466CB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6668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customXml" Target="../ink/ink3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customXml" Target="../ink/ink6.xml"/><Relationship Id="rId7" Type="http://schemas.openxmlformats.org/officeDocument/2006/relationships/customXml" Target="../ink/ink8.xm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customXml" Target="../ink/ink7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customXml" Target="../ink/ink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customXml" Target="../ink/ink15.xml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customXml" Target="../ink/ink19.xml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customXml" Target="../ink/ink20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1.xml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ustomXml" Target="../ink/ink22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customXml" Target="../ink/ink23.xml"/><Relationship Id="rId7" Type="http://schemas.openxmlformats.org/officeDocument/2006/relationships/customXml" Target="../ink/ink25.xml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customXml" Target="../ink/ink24.xml"/><Relationship Id="rId4" Type="http://schemas.openxmlformats.org/officeDocument/2006/relationships/image" Target="../media/image3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customXml" Target="../ink/ink2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ustomXml" Target="../ink/ink27.xml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customXml" Target="../ink/ink28.xml"/><Relationship Id="rId4" Type="http://schemas.openxmlformats.org/officeDocument/2006/relationships/image" Target="../media/image30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customXml" Target="../ink/ink29.xml"/><Relationship Id="rId7" Type="http://schemas.openxmlformats.org/officeDocument/2006/relationships/customXml" Target="../ink/ink31.xml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customXml" Target="../ink/ink30.xml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9933" y="995318"/>
            <a:ext cx="9872134" cy="1193968"/>
          </a:xfrm>
          <a:solidFill>
            <a:srgbClr val="FFFFFF"/>
          </a:solidFill>
          <a:ln w="38100">
            <a:solidFill>
              <a:srgbClr val="7F7F7F"/>
            </a:solidFill>
            <a:miter lim="800000"/>
          </a:ln>
        </p:spPr>
        <p:txBody>
          <a:bodyPr vert="horz" lIns="91440" tIns="45720" rIns="91440" bIns="45720" rtlCol="0" anchor="ctr"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3600" kern="1200">
                <a:solidFill>
                  <a:srgbClr val="3F3F3F"/>
                </a:solidFill>
                <a:latin typeface="+mj-lt"/>
                <a:ea typeface="+mj-ea"/>
                <a:cs typeface="+mj-cs"/>
              </a:rPr>
              <a:t>Designing and Analysis of Algorithms</a:t>
            </a:r>
            <a:br>
              <a:rPr lang="en-US" sz="3600" kern="1200">
                <a:solidFill>
                  <a:srgbClr val="3F3F3F"/>
                </a:solidFill>
                <a:latin typeface="+mj-lt"/>
                <a:ea typeface="+mj-ea"/>
                <a:cs typeface="+mj-cs"/>
              </a:rPr>
            </a:br>
            <a:r>
              <a:rPr lang="en-US" sz="3600" kern="1200">
                <a:solidFill>
                  <a:srgbClr val="3F3F3F"/>
                </a:solidFill>
                <a:latin typeface="+mj-lt"/>
                <a:ea typeface="+mj-ea"/>
                <a:cs typeface="+mj-cs"/>
              </a:rPr>
              <a:t>Course Code: ECS 5101/CS514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6915" y="2888250"/>
            <a:ext cx="4297351" cy="2959777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/>
              <a:t>Dr Rahul Mishra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/>
              <a:t>IIT Patna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A95BC3-E4B0-FB16-BB70-D128FA5BDC2D}"/>
              </a:ext>
            </a:extLst>
          </p:cNvPr>
          <p:cNvSpPr txBox="1"/>
          <p:nvPr/>
        </p:nvSpPr>
        <p:spPr>
          <a:xfrm>
            <a:off x="6417731" y="2888250"/>
            <a:ext cx="4292594" cy="295977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/>
              <a:t>Lecture 18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6A5B886-DBA5-53E9-22FF-08FB8D8045E6}"/>
                  </a:ext>
                </a:extLst>
              </p14:cNvPr>
              <p14:cNvContentPartPr/>
              <p14:nvPr/>
            </p14:nvContentPartPr>
            <p14:xfrm>
              <a:off x="2231280" y="3476880"/>
              <a:ext cx="8150760" cy="25196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6A5B886-DBA5-53E9-22FF-08FB8D8045E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21920" y="3467520"/>
                <a:ext cx="8169480" cy="2538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45609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4840" y="408431"/>
            <a:ext cx="11033759" cy="63124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0"/>
              </a:lnSpc>
            </a:pPr>
            <a:fld id="{81D60167-4931-47E6-BA6A-407CBD079E47}" type="slidenum">
              <a:rPr dirty="0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25865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1252" y="350520"/>
            <a:ext cx="11748516" cy="62925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0"/>
              </a:lnSpc>
            </a:pPr>
            <a:fld id="{81D60167-4931-47E6-BA6A-407CBD079E47}" type="slidenum">
              <a:rPr dirty="0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04702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1252" y="350520"/>
            <a:ext cx="11748516" cy="62925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0"/>
              </a:lnSpc>
            </a:pPr>
            <a:fld id="{81D60167-4931-47E6-BA6A-407CBD079E47}" type="slidenum">
              <a:rPr dirty="0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42237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8052" y="307848"/>
            <a:ext cx="11354263" cy="62895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0"/>
              </a:lnSpc>
            </a:pPr>
            <a:fld id="{81D60167-4931-47E6-BA6A-407CBD079E47}" type="slidenum">
              <a:rPr dirty="0"/>
              <a:t>5</a:t>
            </a:fld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DAEA75A-0502-5181-5F80-C2F0CA07AB0F}"/>
                  </a:ext>
                </a:extLst>
              </p14:cNvPr>
              <p14:cNvContentPartPr/>
              <p14:nvPr/>
            </p14:nvContentPartPr>
            <p14:xfrm>
              <a:off x="1143000" y="4151160"/>
              <a:ext cx="267120" cy="1479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DAEA75A-0502-5181-5F80-C2F0CA07AB0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33640" y="4141800"/>
                <a:ext cx="285840" cy="16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BFF8478-A709-891A-A51D-C3C835393BC2}"/>
                  </a:ext>
                </a:extLst>
              </p14:cNvPr>
              <p14:cNvContentPartPr/>
              <p14:nvPr/>
            </p14:nvContentPartPr>
            <p14:xfrm>
              <a:off x="431280" y="2586240"/>
              <a:ext cx="11358720" cy="34992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BFF8478-A709-891A-A51D-C3C835393BC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21920" y="2576880"/>
                <a:ext cx="11377440" cy="3517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63119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1752" y="124968"/>
            <a:ext cx="11397995" cy="65958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0"/>
              </a:lnSpc>
            </a:pPr>
            <a:fld id="{81D60167-4931-47E6-BA6A-407CBD079E47}" type="slidenum">
              <a:rPr dirty="0"/>
              <a:t>6</a:t>
            </a:fld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5800574-0F7B-4D9D-D19D-41865A9F90A3}"/>
                  </a:ext>
                </a:extLst>
              </p14:cNvPr>
              <p14:cNvContentPartPr/>
              <p14:nvPr/>
            </p14:nvContentPartPr>
            <p14:xfrm>
              <a:off x="278280" y="1041120"/>
              <a:ext cx="10603440" cy="36331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5800574-0F7B-4D9D-D19D-41865A9F90A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8920" y="1031760"/>
                <a:ext cx="10622160" cy="3651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68568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A1769F-320B-7773-0555-3CB08BB16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84173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8764" y="115824"/>
            <a:ext cx="10972383" cy="64815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0"/>
              </a:lnSpc>
            </a:pPr>
            <a:fld id="{81D60167-4931-47E6-BA6A-407CBD079E47}" type="slidenum">
              <a:rPr dirty="0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987152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0B3E22C-CA38-B6C3-D891-358950BA8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65161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9819" y="0"/>
            <a:ext cx="10982223" cy="67591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0"/>
              </a:lnSpc>
            </a:pPr>
            <a:fld id="{81D60167-4931-47E6-BA6A-407CBD079E47}" type="slidenum">
              <a:rPr dirty="0"/>
              <a:t>10</a:t>
            </a:fld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978A8CD-DF62-78EB-EA7C-855A98C5FCD2}"/>
                  </a:ext>
                </a:extLst>
              </p14:cNvPr>
              <p14:cNvContentPartPr/>
              <p14:nvPr/>
            </p14:nvContentPartPr>
            <p14:xfrm>
              <a:off x="4734000" y="344880"/>
              <a:ext cx="6470640" cy="52707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978A8CD-DF62-78EB-EA7C-855A98C5FCD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24640" y="335520"/>
                <a:ext cx="6489360" cy="5289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930416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19683" y="224028"/>
            <a:ext cx="11253216" cy="64968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0"/>
              </a:lnSpc>
            </a:pPr>
            <a:fld id="{81D60167-4931-47E6-BA6A-407CBD079E47}" type="slidenum">
              <a:rPr dirty="0"/>
              <a:t>11</a:t>
            </a:fld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96611A6-898F-355B-7FD1-4817E2543699}"/>
                  </a:ext>
                </a:extLst>
              </p14:cNvPr>
              <p14:cNvContentPartPr/>
              <p14:nvPr/>
            </p14:nvContentPartPr>
            <p14:xfrm>
              <a:off x="2514240" y="1313640"/>
              <a:ext cx="2421000" cy="29631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96611A6-898F-355B-7FD1-4817E254369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04880" y="1304280"/>
                <a:ext cx="2439720" cy="298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3686D3C-562D-B47D-11D5-E3A4DFC4336E}"/>
                  </a:ext>
                </a:extLst>
              </p14:cNvPr>
              <p14:cNvContentPartPr/>
              <p14:nvPr/>
            </p14:nvContentPartPr>
            <p14:xfrm>
              <a:off x="2262960" y="321840"/>
              <a:ext cx="9559800" cy="40636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3686D3C-562D-B47D-11D5-E3A4DFC4336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253600" y="312480"/>
                <a:ext cx="9578520" cy="408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D12559B-8890-11C1-4B37-44E8B32954AA}"/>
                  </a:ext>
                </a:extLst>
              </p14:cNvPr>
              <p14:cNvContentPartPr/>
              <p14:nvPr/>
            </p14:nvContentPartPr>
            <p14:xfrm>
              <a:off x="1868760" y="3495960"/>
              <a:ext cx="7443000" cy="29487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D12559B-8890-11C1-4B37-44E8B32954A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859400" y="3486600"/>
                <a:ext cx="7461720" cy="2967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239498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3068" y="220980"/>
            <a:ext cx="11191240" cy="6499860"/>
            <a:chOff x="163068" y="220980"/>
            <a:chExt cx="11191240" cy="6499860"/>
          </a:xfrm>
        </p:grpSpPr>
        <p:sp>
          <p:nvSpPr>
            <p:cNvPr id="3" name="object 3"/>
            <p:cNvSpPr/>
            <p:nvPr/>
          </p:nvSpPr>
          <p:spPr>
            <a:xfrm>
              <a:off x="163068" y="220980"/>
              <a:ext cx="5437632" cy="215950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69435" y="2403348"/>
              <a:ext cx="7484363" cy="431749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10634471" y="2391155"/>
            <a:ext cx="466725" cy="4343400"/>
            <a:chOff x="10634471" y="2391155"/>
            <a:chExt cx="466725" cy="4343400"/>
          </a:xfrm>
        </p:grpSpPr>
        <p:sp>
          <p:nvSpPr>
            <p:cNvPr id="6" name="object 6"/>
            <p:cNvSpPr/>
            <p:nvPr/>
          </p:nvSpPr>
          <p:spPr>
            <a:xfrm>
              <a:off x="10647425" y="2404109"/>
              <a:ext cx="440690" cy="4318000"/>
            </a:xfrm>
            <a:custGeom>
              <a:avLst/>
              <a:gdLst/>
              <a:ahLst/>
              <a:cxnLst/>
              <a:rect l="l" t="t" r="r" b="b"/>
              <a:pathLst>
                <a:path w="440690" h="4318000">
                  <a:moveTo>
                    <a:pt x="440435" y="0"/>
                  </a:moveTo>
                  <a:lnTo>
                    <a:pt x="0" y="0"/>
                  </a:lnTo>
                  <a:lnTo>
                    <a:pt x="0" y="4317492"/>
                  </a:lnTo>
                  <a:lnTo>
                    <a:pt x="440435" y="4317492"/>
                  </a:lnTo>
                  <a:lnTo>
                    <a:pt x="4404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647425" y="2404109"/>
              <a:ext cx="440690" cy="4318000"/>
            </a:xfrm>
            <a:custGeom>
              <a:avLst/>
              <a:gdLst/>
              <a:ahLst/>
              <a:cxnLst/>
              <a:rect l="l" t="t" r="r" b="b"/>
              <a:pathLst>
                <a:path w="440690" h="4318000">
                  <a:moveTo>
                    <a:pt x="0" y="4317492"/>
                  </a:moveTo>
                  <a:lnTo>
                    <a:pt x="440435" y="4317492"/>
                  </a:lnTo>
                  <a:lnTo>
                    <a:pt x="440435" y="0"/>
                  </a:lnTo>
                  <a:lnTo>
                    <a:pt x="0" y="0"/>
                  </a:lnTo>
                  <a:lnTo>
                    <a:pt x="0" y="4317492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0"/>
              </a:lnSpc>
            </a:pPr>
            <a:fld id="{81D60167-4931-47E6-BA6A-407CBD079E47}" type="slidenum">
              <a:rPr dirty="0"/>
              <a:t>12</a:t>
            </a:fld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ACB6242-F521-5B41-E6B7-DF82582B97AB}"/>
                  </a:ext>
                </a:extLst>
              </p14:cNvPr>
              <p14:cNvContentPartPr/>
              <p14:nvPr/>
            </p14:nvContentPartPr>
            <p14:xfrm>
              <a:off x="189000" y="226440"/>
              <a:ext cx="11225520" cy="49640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ACB6242-F521-5B41-E6B7-DF82582B97A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9640" y="217080"/>
                <a:ext cx="11244240" cy="4982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984611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D42D5E-A8A8-AA5D-28C7-1134ABB3C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13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43E688D-8CCB-CBDA-C92B-DE4952F76A10}"/>
                  </a:ext>
                </a:extLst>
              </p14:cNvPr>
              <p14:cNvContentPartPr/>
              <p14:nvPr/>
            </p14:nvContentPartPr>
            <p14:xfrm>
              <a:off x="54720" y="516960"/>
              <a:ext cx="11718720" cy="60307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43E688D-8CCB-CBDA-C92B-DE4952F76A1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360" y="507600"/>
                <a:ext cx="11737440" cy="6049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309616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E29EA-DE64-A984-A4AC-E4252B8BF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FB04B83-C324-18B8-3A3D-AA29BC5A4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14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D63AD39-B1AF-3F10-74D3-990D79C08177}"/>
                  </a:ext>
                </a:extLst>
              </p14:cNvPr>
              <p14:cNvContentPartPr/>
              <p14:nvPr/>
            </p14:nvContentPartPr>
            <p14:xfrm>
              <a:off x="185760" y="238320"/>
              <a:ext cx="11630880" cy="50446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D63AD39-B1AF-3F10-74D3-990D79C0817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6400" y="228960"/>
                <a:ext cx="11649600" cy="5063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035444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E3D1AB-2D22-1D03-B26C-B03B568D9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15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FEC6D5B-5029-58D9-E1D7-4E052EF49258}"/>
                  </a:ext>
                </a:extLst>
              </p14:cNvPr>
              <p14:cNvContentPartPr/>
              <p14:nvPr/>
            </p14:nvContentPartPr>
            <p14:xfrm>
              <a:off x="29520" y="582480"/>
              <a:ext cx="11653200" cy="61380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FEC6D5B-5029-58D9-E1D7-4E052EF4925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160" y="573120"/>
                <a:ext cx="11671920" cy="6156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58372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16</a:t>
            </a:fld>
            <a:endParaRPr lang="en-IN"/>
          </a:p>
        </p:txBody>
      </p:sp>
      <p:pic>
        <p:nvPicPr>
          <p:cNvPr id="4" name="Picture 3" descr="A close-up of a diagram&#10;&#10;Description automatically generated">
            <a:extLst>
              <a:ext uri="{FF2B5EF4-FFF2-40B4-BE49-F238E27FC236}">
                <a16:creationId xmlns:a16="http://schemas.microsoft.com/office/drawing/2014/main" id="{FAE08BC8-AB54-88FE-777E-5AC86CF26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851075" y="-1889896"/>
            <a:ext cx="6302815" cy="1070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5617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FF95FD-A553-494E-60DE-1D0EE014C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17</a:t>
            </a:fld>
            <a:endParaRPr lang="en-IN"/>
          </a:p>
        </p:txBody>
      </p:sp>
      <p:pic>
        <p:nvPicPr>
          <p:cNvPr id="4" name="Picture 3" descr="A close-up of a paper&#10;&#10;Description automatically generated">
            <a:extLst>
              <a:ext uri="{FF2B5EF4-FFF2-40B4-BE49-F238E27FC236}">
                <a16:creationId xmlns:a16="http://schemas.microsoft.com/office/drawing/2014/main" id="{E81AD927-D3A1-D79C-0BEE-5ED9C1E5A9B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798" b="2378"/>
          <a:stretch/>
        </p:blipFill>
        <p:spPr>
          <a:xfrm rot="16200000">
            <a:off x="2706602" y="-2435820"/>
            <a:ext cx="6467475" cy="11612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2235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FE4AAE-5036-B14D-4C36-D77E7DA4A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18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27BD47C-FCF2-9394-D258-EDA6CE12F93F}"/>
                  </a:ext>
                </a:extLst>
              </p14:cNvPr>
              <p14:cNvContentPartPr/>
              <p14:nvPr/>
            </p14:nvContentPartPr>
            <p14:xfrm>
              <a:off x="901080" y="402840"/>
              <a:ext cx="10703160" cy="57956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27BD47C-FCF2-9394-D258-EDA6CE12F93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91720" y="393480"/>
                <a:ext cx="10721880" cy="5814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378023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11936" y="265175"/>
            <a:ext cx="9958070" cy="6407150"/>
            <a:chOff x="1011936" y="265175"/>
            <a:chExt cx="9958070" cy="6407150"/>
          </a:xfrm>
        </p:grpSpPr>
        <p:sp>
          <p:nvSpPr>
            <p:cNvPr id="3" name="object 3"/>
            <p:cNvSpPr/>
            <p:nvPr/>
          </p:nvSpPr>
          <p:spPr>
            <a:xfrm>
              <a:off x="1011936" y="265175"/>
              <a:ext cx="9944100" cy="640689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727197" y="2035302"/>
              <a:ext cx="8229600" cy="939165"/>
            </a:xfrm>
            <a:custGeom>
              <a:avLst/>
              <a:gdLst/>
              <a:ahLst/>
              <a:cxnLst/>
              <a:rect l="l" t="t" r="r" b="b"/>
              <a:pathLst>
                <a:path w="8229600" h="939164">
                  <a:moveTo>
                    <a:pt x="8229600" y="0"/>
                  </a:moveTo>
                  <a:lnTo>
                    <a:pt x="0" y="0"/>
                  </a:lnTo>
                  <a:lnTo>
                    <a:pt x="0" y="938784"/>
                  </a:lnTo>
                  <a:lnTo>
                    <a:pt x="312927" y="903097"/>
                  </a:lnTo>
                  <a:lnTo>
                    <a:pt x="312927" y="312927"/>
                  </a:lnTo>
                  <a:lnTo>
                    <a:pt x="5486400" y="312927"/>
                  </a:lnTo>
                  <a:lnTo>
                    <a:pt x="8229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727197" y="2035302"/>
              <a:ext cx="8229600" cy="939165"/>
            </a:xfrm>
            <a:custGeom>
              <a:avLst/>
              <a:gdLst/>
              <a:ahLst/>
              <a:cxnLst/>
              <a:rect l="l" t="t" r="r" b="b"/>
              <a:pathLst>
                <a:path w="8229600" h="939164">
                  <a:moveTo>
                    <a:pt x="0" y="0"/>
                  </a:moveTo>
                  <a:lnTo>
                    <a:pt x="8229600" y="0"/>
                  </a:lnTo>
                  <a:lnTo>
                    <a:pt x="5486400" y="312927"/>
                  </a:lnTo>
                  <a:lnTo>
                    <a:pt x="312927" y="312927"/>
                  </a:lnTo>
                  <a:lnTo>
                    <a:pt x="312927" y="903097"/>
                  </a:lnTo>
                  <a:lnTo>
                    <a:pt x="0" y="938784"/>
                  </a:lnTo>
                  <a:lnTo>
                    <a:pt x="0" y="0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0"/>
              </a:lnSpc>
            </a:pPr>
            <a:fld id="{81D60167-4931-47E6-BA6A-407CBD079E47}" type="slidenum">
              <a:rPr dirty="0"/>
              <a:t>19</a:t>
            </a:fld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FB340CA-A475-C464-FD72-1F2D0DA70E60}"/>
                  </a:ext>
                </a:extLst>
              </p14:cNvPr>
              <p14:cNvContentPartPr/>
              <p14:nvPr/>
            </p14:nvContentPartPr>
            <p14:xfrm>
              <a:off x="565200" y="190080"/>
              <a:ext cx="10518120" cy="45738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FB340CA-A475-C464-FD72-1F2D0DA70E6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5840" y="180720"/>
                <a:ext cx="10536840" cy="459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5C6D6F5-1574-E881-2764-B5CB16E3EF62}"/>
                  </a:ext>
                </a:extLst>
              </p14:cNvPr>
              <p14:cNvContentPartPr/>
              <p14:nvPr/>
            </p14:nvContentPartPr>
            <p14:xfrm>
              <a:off x="1330200" y="4434480"/>
              <a:ext cx="3646440" cy="15454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5C6D6F5-1574-E881-2764-B5CB16E3EF6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20840" y="4425120"/>
                <a:ext cx="3665160" cy="1564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224889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DE3D02-E376-0C06-0CE7-22D159EB4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20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3907B43-28E2-5C88-0E5F-0D02E5DEE272}"/>
                  </a:ext>
                </a:extLst>
              </p14:cNvPr>
              <p14:cNvContentPartPr/>
              <p14:nvPr/>
            </p14:nvContentPartPr>
            <p14:xfrm>
              <a:off x="82800" y="737280"/>
              <a:ext cx="9752760" cy="47602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3907B43-28E2-5C88-0E5F-0D02E5DEE27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3440" y="727920"/>
                <a:ext cx="9771480" cy="4779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248618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593066" y="1583936"/>
            <a:ext cx="9760734" cy="3690127"/>
          </a:xfrm>
          <a:prstGeom prst="rect">
            <a:avLst/>
          </a:prstGeom>
          <a:blipFill>
            <a:blip r:embed="rId2" cstate="print"/>
            <a:stretch>
              <a:fillRect l="-3504" t="-131026" b="-1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10634471" y="2391155"/>
            <a:ext cx="466725" cy="4343400"/>
            <a:chOff x="10634471" y="2391155"/>
            <a:chExt cx="466725" cy="4343400"/>
          </a:xfrm>
        </p:grpSpPr>
        <p:sp>
          <p:nvSpPr>
            <p:cNvPr id="6" name="object 6"/>
            <p:cNvSpPr/>
            <p:nvPr/>
          </p:nvSpPr>
          <p:spPr>
            <a:xfrm>
              <a:off x="10647425" y="2404109"/>
              <a:ext cx="440690" cy="4318000"/>
            </a:xfrm>
            <a:custGeom>
              <a:avLst/>
              <a:gdLst/>
              <a:ahLst/>
              <a:cxnLst/>
              <a:rect l="l" t="t" r="r" b="b"/>
              <a:pathLst>
                <a:path w="440690" h="4318000">
                  <a:moveTo>
                    <a:pt x="440435" y="0"/>
                  </a:moveTo>
                  <a:lnTo>
                    <a:pt x="0" y="0"/>
                  </a:lnTo>
                  <a:lnTo>
                    <a:pt x="0" y="4317492"/>
                  </a:lnTo>
                  <a:lnTo>
                    <a:pt x="440435" y="4317492"/>
                  </a:lnTo>
                  <a:lnTo>
                    <a:pt x="4404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647425" y="2404109"/>
              <a:ext cx="440690" cy="4318000"/>
            </a:xfrm>
            <a:custGeom>
              <a:avLst/>
              <a:gdLst/>
              <a:ahLst/>
              <a:cxnLst/>
              <a:rect l="l" t="t" r="r" b="b"/>
              <a:pathLst>
                <a:path w="440690" h="4318000">
                  <a:moveTo>
                    <a:pt x="0" y="4317492"/>
                  </a:moveTo>
                  <a:lnTo>
                    <a:pt x="440435" y="4317492"/>
                  </a:lnTo>
                  <a:lnTo>
                    <a:pt x="440435" y="0"/>
                  </a:lnTo>
                  <a:lnTo>
                    <a:pt x="0" y="0"/>
                  </a:lnTo>
                  <a:lnTo>
                    <a:pt x="0" y="4317492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0"/>
              </a:lnSpc>
            </a:pPr>
            <a:fld id="{81D60167-4931-47E6-BA6A-407CBD079E47}" type="slidenum">
              <a:rPr dirty="0"/>
              <a:t>21</a:t>
            </a:fld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C6C66A-417A-05B7-87A8-F4CA2924D73C}"/>
              </a:ext>
            </a:extLst>
          </p:cNvPr>
          <p:cNvSpPr/>
          <p:nvPr/>
        </p:nvSpPr>
        <p:spPr>
          <a:xfrm>
            <a:off x="983673" y="1316182"/>
            <a:ext cx="2992709" cy="4849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/>
              <a:t>Initial Tree</a:t>
            </a:r>
            <a:endParaRPr lang="en-IN" sz="280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940A8BC-B90F-C51F-F2C6-A196EDCE096C}"/>
                  </a:ext>
                </a:extLst>
              </p14:cNvPr>
              <p14:cNvContentPartPr/>
              <p14:nvPr/>
            </p14:nvContentPartPr>
            <p14:xfrm>
              <a:off x="677520" y="1362600"/>
              <a:ext cx="7743240" cy="38300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940A8BC-B90F-C51F-F2C6-A196EDCE096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8160" y="1353240"/>
                <a:ext cx="7761960" cy="3848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670098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4131" y="277368"/>
            <a:ext cx="11402568" cy="63200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5286755" y="6070091"/>
            <a:ext cx="1201420" cy="344805"/>
            <a:chOff x="5286755" y="6070091"/>
            <a:chExt cx="1201420" cy="344805"/>
          </a:xfrm>
        </p:grpSpPr>
        <p:sp>
          <p:nvSpPr>
            <p:cNvPr id="4" name="object 4"/>
            <p:cNvSpPr/>
            <p:nvPr/>
          </p:nvSpPr>
          <p:spPr>
            <a:xfrm>
              <a:off x="5299709" y="6083045"/>
              <a:ext cx="1175385" cy="318770"/>
            </a:xfrm>
            <a:custGeom>
              <a:avLst/>
              <a:gdLst/>
              <a:ahLst/>
              <a:cxnLst/>
              <a:rect l="l" t="t" r="r" b="b"/>
              <a:pathLst>
                <a:path w="1175385" h="318770">
                  <a:moveTo>
                    <a:pt x="1175003" y="0"/>
                  </a:moveTo>
                  <a:lnTo>
                    <a:pt x="0" y="0"/>
                  </a:lnTo>
                  <a:lnTo>
                    <a:pt x="0" y="318515"/>
                  </a:lnTo>
                  <a:lnTo>
                    <a:pt x="1175003" y="318515"/>
                  </a:lnTo>
                  <a:lnTo>
                    <a:pt x="11750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299709" y="6083045"/>
              <a:ext cx="1175385" cy="318770"/>
            </a:xfrm>
            <a:custGeom>
              <a:avLst/>
              <a:gdLst/>
              <a:ahLst/>
              <a:cxnLst/>
              <a:rect l="l" t="t" r="r" b="b"/>
              <a:pathLst>
                <a:path w="1175385" h="318770">
                  <a:moveTo>
                    <a:pt x="0" y="318515"/>
                  </a:moveTo>
                  <a:lnTo>
                    <a:pt x="1175003" y="318515"/>
                  </a:lnTo>
                  <a:lnTo>
                    <a:pt x="1175003" y="0"/>
                  </a:lnTo>
                  <a:lnTo>
                    <a:pt x="0" y="0"/>
                  </a:lnTo>
                  <a:lnTo>
                    <a:pt x="0" y="318515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0576559" y="355091"/>
            <a:ext cx="1210310" cy="6015355"/>
            <a:chOff x="10576559" y="355091"/>
            <a:chExt cx="1210310" cy="6015355"/>
          </a:xfrm>
        </p:grpSpPr>
        <p:sp>
          <p:nvSpPr>
            <p:cNvPr id="7" name="object 7"/>
            <p:cNvSpPr/>
            <p:nvPr/>
          </p:nvSpPr>
          <p:spPr>
            <a:xfrm>
              <a:off x="10589513" y="368045"/>
              <a:ext cx="1184275" cy="5989320"/>
            </a:xfrm>
            <a:custGeom>
              <a:avLst/>
              <a:gdLst/>
              <a:ahLst/>
              <a:cxnLst/>
              <a:rect l="l" t="t" r="r" b="b"/>
              <a:pathLst>
                <a:path w="1184275" h="5989320">
                  <a:moveTo>
                    <a:pt x="1184148" y="0"/>
                  </a:moveTo>
                  <a:lnTo>
                    <a:pt x="0" y="0"/>
                  </a:lnTo>
                  <a:lnTo>
                    <a:pt x="0" y="5989320"/>
                  </a:lnTo>
                  <a:lnTo>
                    <a:pt x="1184148" y="5989320"/>
                  </a:lnTo>
                  <a:lnTo>
                    <a:pt x="11841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589513" y="368045"/>
              <a:ext cx="1184275" cy="5989320"/>
            </a:xfrm>
            <a:custGeom>
              <a:avLst/>
              <a:gdLst/>
              <a:ahLst/>
              <a:cxnLst/>
              <a:rect l="l" t="t" r="r" b="b"/>
              <a:pathLst>
                <a:path w="1184275" h="5989320">
                  <a:moveTo>
                    <a:pt x="0" y="5989320"/>
                  </a:moveTo>
                  <a:lnTo>
                    <a:pt x="1184148" y="5989320"/>
                  </a:lnTo>
                  <a:lnTo>
                    <a:pt x="1184148" y="0"/>
                  </a:lnTo>
                  <a:lnTo>
                    <a:pt x="0" y="0"/>
                  </a:lnTo>
                  <a:lnTo>
                    <a:pt x="0" y="5989320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99060" y="140207"/>
            <a:ext cx="990600" cy="6383020"/>
            <a:chOff x="99060" y="140207"/>
            <a:chExt cx="990600" cy="6383020"/>
          </a:xfrm>
        </p:grpSpPr>
        <p:sp>
          <p:nvSpPr>
            <p:cNvPr id="10" name="object 10"/>
            <p:cNvSpPr/>
            <p:nvPr/>
          </p:nvSpPr>
          <p:spPr>
            <a:xfrm>
              <a:off x="112014" y="153161"/>
              <a:ext cx="965200" cy="6356985"/>
            </a:xfrm>
            <a:custGeom>
              <a:avLst/>
              <a:gdLst/>
              <a:ahLst/>
              <a:cxnLst/>
              <a:rect l="l" t="t" r="r" b="b"/>
              <a:pathLst>
                <a:path w="965200" h="6356984">
                  <a:moveTo>
                    <a:pt x="964692" y="0"/>
                  </a:moveTo>
                  <a:lnTo>
                    <a:pt x="0" y="0"/>
                  </a:lnTo>
                  <a:lnTo>
                    <a:pt x="0" y="6356603"/>
                  </a:lnTo>
                  <a:lnTo>
                    <a:pt x="964692" y="6356603"/>
                  </a:lnTo>
                  <a:lnTo>
                    <a:pt x="9646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2014" y="153161"/>
              <a:ext cx="965200" cy="6356985"/>
            </a:xfrm>
            <a:custGeom>
              <a:avLst/>
              <a:gdLst/>
              <a:ahLst/>
              <a:cxnLst/>
              <a:rect l="l" t="t" r="r" b="b"/>
              <a:pathLst>
                <a:path w="965200" h="6356984">
                  <a:moveTo>
                    <a:pt x="0" y="6356603"/>
                  </a:moveTo>
                  <a:lnTo>
                    <a:pt x="964692" y="6356603"/>
                  </a:lnTo>
                  <a:lnTo>
                    <a:pt x="964692" y="0"/>
                  </a:lnTo>
                  <a:lnTo>
                    <a:pt x="0" y="0"/>
                  </a:lnTo>
                  <a:lnTo>
                    <a:pt x="0" y="6356603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0"/>
              </a:lnSpc>
            </a:pPr>
            <a:fld id="{81D60167-4931-47E6-BA6A-407CBD079E47}" type="slidenum">
              <a:rPr dirty="0"/>
              <a:t>22</a:t>
            </a:fld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FD72E6DF-5A27-FF5C-07FD-5A522D642BE9}"/>
                  </a:ext>
                </a:extLst>
              </p14:cNvPr>
              <p14:cNvContentPartPr/>
              <p14:nvPr/>
            </p14:nvContentPartPr>
            <p14:xfrm>
              <a:off x="1236600" y="650160"/>
              <a:ext cx="10265040" cy="46094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FD72E6DF-5A27-FF5C-07FD-5A522D642BE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27240" y="640800"/>
                <a:ext cx="10283760" cy="462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69B85BCB-FF03-B294-3706-13F995C48E1D}"/>
                  </a:ext>
                </a:extLst>
              </p14:cNvPr>
              <p14:cNvContentPartPr/>
              <p14:nvPr/>
            </p14:nvContentPartPr>
            <p14:xfrm>
              <a:off x="6471360" y="309240"/>
              <a:ext cx="3999240" cy="58165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69B85BCB-FF03-B294-3706-13F995C48E1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462000" y="299880"/>
                <a:ext cx="4017960" cy="5835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928563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C59BB5-1331-1C93-F27E-9C93A856C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23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B2643A1-819F-2DA1-3C7F-A6FDA16417E7}"/>
                  </a:ext>
                </a:extLst>
              </p14:cNvPr>
              <p14:cNvContentPartPr/>
              <p14:nvPr/>
            </p14:nvContentPartPr>
            <p14:xfrm>
              <a:off x="745560" y="564120"/>
              <a:ext cx="8977320" cy="22780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B2643A1-819F-2DA1-3C7F-A6FDA16417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36200" y="554760"/>
                <a:ext cx="8996040" cy="2296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428545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5286755" y="6070091"/>
            <a:ext cx="1201420" cy="344805"/>
            <a:chOff x="5286755" y="6070091"/>
            <a:chExt cx="1201420" cy="344805"/>
          </a:xfrm>
        </p:grpSpPr>
        <p:sp>
          <p:nvSpPr>
            <p:cNvPr id="4" name="object 4"/>
            <p:cNvSpPr/>
            <p:nvPr/>
          </p:nvSpPr>
          <p:spPr>
            <a:xfrm>
              <a:off x="5299709" y="6083045"/>
              <a:ext cx="1175385" cy="318770"/>
            </a:xfrm>
            <a:custGeom>
              <a:avLst/>
              <a:gdLst/>
              <a:ahLst/>
              <a:cxnLst/>
              <a:rect l="l" t="t" r="r" b="b"/>
              <a:pathLst>
                <a:path w="1175385" h="318770">
                  <a:moveTo>
                    <a:pt x="1175003" y="0"/>
                  </a:moveTo>
                  <a:lnTo>
                    <a:pt x="0" y="0"/>
                  </a:lnTo>
                  <a:lnTo>
                    <a:pt x="0" y="318515"/>
                  </a:lnTo>
                  <a:lnTo>
                    <a:pt x="1175003" y="318515"/>
                  </a:lnTo>
                  <a:lnTo>
                    <a:pt x="11750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299709" y="6083045"/>
              <a:ext cx="1175385" cy="318770"/>
            </a:xfrm>
            <a:custGeom>
              <a:avLst/>
              <a:gdLst/>
              <a:ahLst/>
              <a:cxnLst/>
              <a:rect l="l" t="t" r="r" b="b"/>
              <a:pathLst>
                <a:path w="1175385" h="318770">
                  <a:moveTo>
                    <a:pt x="0" y="318515"/>
                  </a:moveTo>
                  <a:lnTo>
                    <a:pt x="1175003" y="318515"/>
                  </a:lnTo>
                  <a:lnTo>
                    <a:pt x="1175003" y="0"/>
                  </a:lnTo>
                  <a:lnTo>
                    <a:pt x="0" y="0"/>
                  </a:lnTo>
                  <a:lnTo>
                    <a:pt x="0" y="318515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0576559" y="355091"/>
            <a:ext cx="1210310" cy="6015355"/>
            <a:chOff x="10576559" y="355091"/>
            <a:chExt cx="1210310" cy="6015355"/>
          </a:xfrm>
        </p:grpSpPr>
        <p:sp>
          <p:nvSpPr>
            <p:cNvPr id="7" name="object 7"/>
            <p:cNvSpPr/>
            <p:nvPr/>
          </p:nvSpPr>
          <p:spPr>
            <a:xfrm>
              <a:off x="10589513" y="368045"/>
              <a:ext cx="1184275" cy="5989320"/>
            </a:xfrm>
            <a:custGeom>
              <a:avLst/>
              <a:gdLst/>
              <a:ahLst/>
              <a:cxnLst/>
              <a:rect l="l" t="t" r="r" b="b"/>
              <a:pathLst>
                <a:path w="1184275" h="5989320">
                  <a:moveTo>
                    <a:pt x="1184148" y="0"/>
                  </a:moveTo>
                  <a:lnTo>
                    <a:pt x="0" y="0"/>
                  </a:lnTo>
                  <a:lnTo>
                    <a:pt x="0" y="5989320"/>
                  </a:lnTo>
                  <a:lnTo>
                    <a:pt x="1184148" y="5989320"/>
                  </a:lnTo>
                  <a:lnTo>
                    <a:pt x="11841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589513" y="368045"/>
              <a:ext cx="1184275" cy="5989320"/>
            </a:xfrm>
            <a:custGeom>
              <a:avLst/>
              <a:gdLst/>
              <a:ahLst/>
              <a:cxnLst/>
              <a:rect l="l" t="t" r="r" b="b"/>
              <a:pathLst>
                <a:path w="1184275" h="5989320">
                  <a:moveTo>
                    <a:pt x="0" y="5989320"/>
                  </a:moveTo>
                  <a:lnTo>
                    <a:pt x="1184148" y="5989320"/>
                  </a:lnTo>
                  <a:lnTo>
                    <a:pt x="1184148" y="0"/>
                  </a:lnTo>
                  <a:lnTo>
                    <a:pt x="0" y="0"/>
                  </a:lnTo>
                  <a:lnTo>
                    <a:pt x="0" y="5989320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99060" y="140207"/>
            <a:ext cx="990600" cy="6383020"/>
            <a:chOff x="99060" y="140207"/>
            <a:chExt cx="990600" cy="6383020"/>
          </a:xfrm>
        </p:grpSpPr>
        <p:sp>
          <p:nvSpPr>
            <p:cNvPr id="10" name="object 10"/>
            <p:cNvSpPr/>
            <p:nvPr/>
          </p:nvSpPr>
          <p:spPr>
            <a:xfrm>
              <a:off x="112014" y="153161"/>
              <a:ext cx="965200" cy="6356985"/>
            </a:xfrm>
            <a:custGeom>
              <a:avLst/>
              <a:gdLst/>
              <a:ahLst/>
              <a:cxnLst/>
              <a:rect l="l" t="t" r="r" b="b"/>
              <a:pathLst>
                <a:path w="965200" h="6356984">
                  <a:moveTo>
                    <a:pt x="964692" y="0"/>
                  </a:moveTo>
                  <a:lnTo>
                    <a:pt x="0" y="0"/>
                  </a:lnTo>
                  <a:lnTo>
                    <a:pt x="0" y="6356603"/>
                  </a:lnTo>
                  <a:lnTo>
                    <a:pt x="964692" y="6356603"/>
                  </a:lnTo>
                  <a:lnTo>
                    <a:pt x="9646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2014" y="153161"/>
              <a:ext cx="965200" cy="6356985"/>
            </a:xfrm>
            <a:custGeom>
              <a:avLst/>
              <a:gdLst/>
              <a:ahLst/>
              <a:cxnLst/>
              <a:rect l="l" t="t" r="r" b="b"/>
              <a:pathLst>
                <a:path w="965200" h="6356984">
                  <a:moveTo>
                    <a:pt x="0" y="6356603"/>
                  </a:moveTo>
                  <a:lnTo>
                    <a:pt x="964692" y="6356603"/>
                  </a:lnTo>
                  <a:lnTo>
                    <a:pt x="964692" y="0"/>
                  </a:lnTo>
                  <a:lnTo>
                    <a:pt x="0" y="0"/>
                  </a:lnTo>
                  <a:lnTo>
                    <a:pt x="0" y="6356603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0"/>
              </a:lnSpc>
            </a:pPr>
            <a:fld id="{81D60167-4931-47E6-BA6A-407CBD079E47}" type="slidenum">
              <a:rPr dirty="0"/>
              <a:t>24</a:t>
            </a:fld>
            <a:endParaRPr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27" b="2541"/>
          <a:stretch/>
        </p:blipFill>
        <p:spPr>
          <a:xfrm rot="16200000">
            <a:off x="2822209" y="-2487800"/>
            <a:ext cx="6556197" cy="1170100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0F62A62-FD78-93F1-0DFE-153A02450B8D}"/>
                  </a:ext>
                </a:extLst>
              </p14:cNvPr>
              <p14:cNvContentPartPr/>
              <p14:nvPr/>
            </p14:nvContentPartPr>
            <p14:xfrm>
              <a:off x="4276440" y="704160"/>
              <a:ext cx="12600" cy="1123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0F62A62-FD78-93F1-0DFE-153A02450B8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67080" y="694800"/>
                <a:ext cx="31320" cy="131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107116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9D4B8E-623F-7803-2ECA-0D9E21440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25</a:t>
            </a:fld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B09C145-085B-6D03-15C8-D7B47CF04136}"/>
                  </a:ext>
                </a:extLst>
              </p14:cNvPr>
              <p14:cNvContentPartPr/>
              <p14:nvPr/>
            </p14:nvContentPartPr>
            <p14:xfrm>
              <a:off x="1016640" y="381960"/>
              <a:ext cx="9995400" cy="60163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B09C145-085B-6D03-15C8-D7B47CF0413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07280" y="372600"/>
                <a:ext cx="10014120" cy="6035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186946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5286755" y="6070091"/>
            <a:ext cx="1201420" cy="344805"/>
            <a:chOff x="5286755" y="6070091"/>
            <a:chExt cx="1201420" cy="344805"/>
          </a:xfrm>
        </p:grpSpPr>
        <p:sp>
          <p:nvSpPr>
            <p:cNvPr id="4" name="object 4"/>
            <p:cNvSpPr/>
            <p:nvPr/>
          </p:nvSpPr>
          <p:spPr>
            <a:xfrm>
              <a:off x="5299709" y="6083045"/>
              <a:ext cx="1175385" cy="318770"/>
            </a:xfrm>
            <a:custGeom>
              <a:avLst/>
              <a:gdLst/>
              <a:ahLst/>
              <a:cxnLst/>
              <a:rect l="l" t="t" r="r" b="b"/>
              <a:pathLst>
                <a:path w="1175385" h="318770">
                  <a:moveTo>
                    <a:pt x="1175003" y="0"/>
                  </a:moveTo>
                  <a:lnTo>
                    <a:pt x="0" y="0"/>
                  </a:lnTo>
                  <a:lnTo>
                    <a:pt x="0" y="318515"/>
                  </a:lnTo>
                  <a:lnTo>
                    <a:pt x="1175003" y="318515"/>
                  </a:lnTo>
                  <a:lnTo>
                    <a:pt x="11750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299709" y="6083045"/>
              <a:ext cx="1175385" cy="318770"/>
            </a:xfrm>
            <a:custGeom>
              <a:avLst/>
              <a:gdLst/>
              <a:ahLst/>
              <a:cxnLst/>
              <a:rect l="l" t="t" r="r" b="b"/>
              <a:pathLst>
                <a:path w="1175385" h="318770">
                  <a:moveTo>
                    <a:pt x="0" y="318515"/>
                  </a:moveTo>
                  <a:lnTo>
                    <a:pt x="1175003" y="318515"/>
                  </a:lnTo>
                  <a:lnTo>
                    <a:pt x="1175003" y="0"/>
                  </a:lnTo>
                  <a:lnTo>
                    <a:pt x="0" y="0"/>
                  </a:lnTo>
                  <a:lnTo>
                    <a:pt x="0" y="318515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0576559" y="355091"/>
            <a:ext cx="1210310" cy="6015355"/>
            <a:chOff x="10576559" y="355091"/>
            <a:chExt cx="1210310" cy="6015355"/>
          </a:xfrm>
        </p:grpSpPr>
        <p:sp>
          <p:nvSpPr>
            <p:cNvPr id="7" name="object 7"/>
            <p:cNvSpPr/>
            <p:nvPr/>
          </p:nvSpPr>
          <p:spPr>
            <a:xfrm>
              <a:off x="10589513" y="368045"/>
              <a:ext cx="1184275" cy="5989320"/>
            </a:xfrm>
            <a:custGeom>
              <a:avLst/>
              <a:gdLst/>
              <a:ahLst/>
              <a:cxnLst/>
              <a:rect l="l" t="t" r="r" b="b"/>
              <a:pathLst>
                <a:path w="1184275" h="5989320">
                  <a:moveTo>
                    <a:pt x="1184148" y="0"/>
                  </a:moveTo>
                  <a:lnTo>
                    <a:pt x="0" y="0"/>
                  </a:lnTo>
                  <a:lnTo>
                    <a:pt x="0" y="5989320"/>
                  </a:lnTo>
                  <a:lnTo>
                    <a:pt x="1184148" y="5989320"/>
                  </a:lnTo>
                  <a:lnTo>
                    <a:pt x="11841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589513" y="368045"/>
              <a:ext cx="1184275" cy="5989320"/>
            </a:xfrm>
            <a:custGeom>
              <a:avLst/>
              <a:gdLst/>
              <a:ahLst/>
              <a:cxnLst/>
              <a:rect l="l" t="t" r="r" b="b"/>
              <a:pathLst>
                <a:path w="1184275" h="5989320">
                  <a:moveTo>
                    <a:pt x="0" y="5989320"/>
                  </a:moveTo>
                  <a:lnTo>
                    <a:pt x="1184148" y="5989320"/>
                  </a:lnTo>
                  <a:lnTo>
                    <a:pt x="1184148" y="0"/>
                  </a:lnTo>
                  <a:lnTo>
                    <a:pt x="0" y="0"/>
                  </a:lnTo>
                  <a:lnTo>
                    <a:pt x="0" y="5989320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99060" y="140207"/>
            <a:ext cx="990600" cy="6383020"/>
            <a:chOff x="99060" y="140207"/>
            <a:chExt cx="990600" cy="6383020"/>
          </a:xfrm>
        </p:grpSpPr>
        <p:sp>
          <p:nvSpPr>
            <p:cNvPr id="10" name="object 10"/>
            <p:cNvSpPr/>
            <p:nvPr/>
          </p:nvSpPr>
          <p:spPr>
            <a:xfrm>
              <a:off x="112014" y="153161"/>
              <a:ext cx="965200" cy="6356985"/>
            </a:xfrm>
            <a:custGeom>
              <a:avLst/>
              <a:gdLst/>
              <a:ahLst/>
              <a:cxnLst/>
              <a:rect l="l" t="t" r="r" b="b"/>
              <a:pathLst>
                <a:path w="965200" h="6356984">
                  <a:moveTo>
                    <a:pt x="964692" y="0"/>
                  </a:moveTo>
                  <a:lnTo>
                    <a:pt x="0" y="0"/>
                  </a:lnTo>
                  <a:lnTo>
                    <a:pt x="0" y="6356603"/>
                  </a:lnTo>
                  <a:lnTo>
                    <a:pt x="964692" y="6356603"/>
                  </a:lnTo>
                  <a:lnTo>
                    <a:pt x="9646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2014" y="153161"/>
              <a:ext cx="965200" cy="6356985"/>
            </a:xfrm>
            <a:custGeom>
              <a:avLst/>
              <a:gdLst/>
              <a:ahLst/>
              <a:cxnLst/>
              <a:rect l="l" t="t" r="r" b="b"/>
              <a:pathLst>
                <a:path w="965200" h="6356984">
                  <a:moveTo>
                    <a:pt x="0" y="6356603"/>
                  </a:moveTo>
                  <a:lnTo>
                    <a:pt x="964692" y="6356603"/>
                  </a:lnTo>
                  <a:lnTo>
                    <a:pt x="964692" y="0"/>
                  </a:lnTo>
                  <a:lnTo>
                    <a:pt x="0" y="0"/>
                  </a:lnTo>
                  <a:lnTo>
                    <a:pt x="0" y="6356603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0"/>
              </a:lnSpc>
            </a:pPr>
            <a:fld id="{81D60167-4931-47E6-BA6A-407CBD079E47}" type="slidenum">
              <a:rPr dirty="0"/>
              <a:t>26</a:t>
            </a:fld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5"/>
          <a:stretch/>
        </p:blipFill>
        <p:spPr>
          <a:xfrm rot="16200000">
            <a:off x="2969484" y="-2496465"/>
            <a:ext cx="6397880" cy="11615341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2951018" y="2028305"/>
            <a:ext cx="374073" cy="3408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/>
              <a:t>38</a:t>
            </a:r>
            <a:endParaRPr lang="en-IN" sz="1200" b="1"/>
          </a:p>
        </p:txBody>
      </p:sp>
      <p:sp>
        <p:nvSpPr>
          <p:cNvPr id="14" name="Rectangle 13"/>
          <p:cNvSpPr/>
          <p:nvPr/>
        </p:nvSpPr>
        <p:spPr>
          <a:xfrm>
            <a:off x="9077499" y="3021376"/>
            <a:ext cx="423948" cy="3369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/>
              <a:t>38</a:t>
            </a:r>
            <a:endParaRPr lang="en-IN" sz="1200" b="1"/>
          </a:p>
        </p:txBody>
      </p:sp>
      <p:sp>
        <p:nvSpPr>
          <p:cNvPr id="15" name="Rectangle 14"/>
          <p:cNvSpPr/>
          <p:nvPr/>
        </p:nvSpPr>
        <p:spPr>
          <a:xfrm>
            <a:off x="10277303" y="2959331"/>
            <a:ext cx="423948" cy="3269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/>
              <a:t>62</a:t>
            </a:r>
            <a:endParaRPr lang="en-IN" sz="1200" b="1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71325189-2602-B41E-6842-171EE6723913}"/>
                  </a:ext>
                </a:extLst>
              </p14:cNvPr>
              <p14:cNvContentPartPr/>
              <p14:nvPr/>
            </p14:nvContentPartPr>
            <p14:xfrm>
              <a:off x="5555880" y="592560"/>
              <a:ext cx="3893400" cy="10800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71325189-2602-B41E-6842-171EE672391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46520" y="583200"/>
                <a:ext cx="3912120" cy="109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8703C80F-B25B-0108-F9EA-22F1A3E6B055}"/>
                  </a:ext>
                </a:extLst>
              </p14:cNvPr>
              <p14:cNvContentPartPr/>
              <p14:nvPr/>
            </p14:nvContentPartPr>
            <p14:xfrm>
              <a:off x="313560" y="340920"/>
              <a:ext cx="10773000" cy="608940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8703C80F-B25B-0108-F9EA-22F1A3E6B05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04200" y="331560"/>
                <a:ext cx="10791720" cy="610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0C9E7FD9-3C24-E1C6-DE91-0D41C9FFEAC5}"/>
                  </a:ext>
                </a:extLst>
              </p14:cNvPr>
              <p14:cNvContentPartPr/>
              <p14:nvPr/>
            </p14:nvContentPartPr>
            <p14:xfrm>
              <a:off x="3882600" y="1924200"/>
              <a:ext cx="7143840" cy="209484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0C9E7FD9-3C24-E1C6-DE91-0D41C9FFEAC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873240" y="1914840"/>
                <a:ext cx="7162560" cy="2113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429699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E070F5-767E-0D64-2F5B-201C35F0A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27</a:t>
            </a:fld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EA92FA9-C9BA-FB3D-195C-CD344F794640}"/>
                  </a:ext>
                </a:extLst>
              </p14:cNvPr>
              <p14:cNvContentPartPr/>
              <p14:nvPr/>
            </p14:nvContentPartPr>
            <p14:xfrm>
              <a:off x="444600" y="537840"/>
              <a:ext cx="10460880" cy="53258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EA92FA9-C9BA-FB3D-195C-CD344F79464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5240" y="528480"/>
                <a:ext cx="10479600" cy="5344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621844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5286755" y="6070091"/>
            <a:ext cx="1201420" cy="344805"/>
            <a:chOff x="5286755" y="6070091"/>
            <a:chExt cx="1201420" cy="344805"/>
          </a:xfrm>
        </p:grpSpPr>
        <p:sp>
          <p:nvSpPr>
            <p:cNvPr id="4" name="object 4"/>
            <p:cNvSpPr/>
            <p:nvPr/>
          </p:nvSpPr>
          <p:spPr>
            <a:xfrm>
              <a:off x="5299709" y="6083045"/>
              <a:ext cx="1175385" cy="318770"/>
            </a:xfrm>
            <a:custGeom>
              <a:avLst/>
              <a:gdLst/>
              <a:ahLst/>
              <a:cxnLst/>
              <a:rect l="l" t="t" r="r" b="b"/>
              <a:pathLst>
                <a:path w="1175385" h="318770">
                  <a:moveTo>
                    <a:pt x="1175003" y="0"/>
                  </a:moveTo>
                  <a:lnTo>
                    <a:pt x="0" y="0"/>
                  </a:lnTo>
                  <a:lnTo>
                    <a:pt x="0" y="318515"/>
                  </a:lnTo>
                  <a:lnTo>
                    <a:pt x="1175003" y="318515"/>
                  </a:lnTo>
                  <a:lnTo>
                    <a:pt x="11750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299709" y="6083045"/>
              <a:ext cx="1175385" cy="318770"/>
            </a:xfrm>
            <a:custGeom>
              <a:avLst/>
              <a:gdLst/>
              <a:ahLst/>
              <a:cxnLst/>
              <a:rect l="l" t="t" r="r" b="b"/>
              <a:pathLst>
                <a:path w="1175385" h="318770">
                  <a:moveTo>
                    <a:pt x="0" y="318515"/>
                  </a:moveTo>
                  <a:lnTo>
                    <a:pt x="1175003" y="318515"/>
                  </a:lnTo>
                  <a:lnTo>
                    <a:pt x="1175003" y="0"/>
                  </a:lnTo>
                  <a:lnTo>
                    <a:pt x="0" y="0"/>
                  </a:lnTo>
                  <a:lnTo>
                    <a:pt x="0" y="318515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0576559" y="355091"/>
            <a:ext cx="1210310" cy="6015355"/>
            <a:chOff x="10576559" y="355091"/>
            <a:chExt cx="1210310" cy="6015355"/>
          </a:xfrm>
        </p:grpSpPr>
        <p:sp>
          <p:nvSpPr>
            <p:cNvPr id="7" name="object 7"/>
            <p:cNvSpPr/>
            <p:nvPr/>
          </p:nvSpPr>
          <p:spPr>
            <a:xfrm>
              <a:off x="10589513" y="368045"/>
              <a:ext cx="1184275" cy="5989320"/>
            </a:xfrm>
            <a:custGeom>
              <a:avLst/>
              <a:gdLst/>
              <a:ahLst/>
              <a:cxnLst/>
              <a:rect l="l" t="t" r="r" b="b"/>
              <a:pathLst>
                <a:path w="1184275" h="5989320">
                  <a:moveTo>
                    <a:pt x="1184148" y="0"/>
                  </a:moveTo>
                  <a:lnTo>
                    <a:pt x="0" y="0"/>
                  </a:lnTo>
                  <a:lnTo>
                    <a:pt x="0" y="5989320"/>
                  </a:lnTo>
                  <a:lnTo>
                    <a:pt x="1184148" y="5989320"/>
                  </a:lnTo>
                  <a:lnTo>
                    <a:pt x="11841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589513" y="368045"/>
              <a:ext cx="1184275" cy="5989320"/>
            </a:xfrm>
            <a:custGeom>
              <a:avLst/>
              <a:gdLst/>
              <a:ahLst/>
              <a:cxnLst/>
              <a:rect l="l" t="t" r="r" b="b"/>
              <a:pathLst>
                <a:path w="1184275" h="5989320">
                  <a:moveTo>
                    <a:pt x="0" y="5989320"/>
                  </a:moveTo>
                  <a:lnTo>
                    <a:pt x="1184148" y="5989320"/>
                  </a:lnTo>
                  <a:lnTo>
                    <a:pt x="1184148" y="0"/>
                  </a:lnTo>
                  <a:lnTo>
                    <a:pt x="0" y="0"/>
                  </a:lnTo>
                  <a:lnTo>
                    <a:pt x="0" y="5989320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99060" y="140207"/>
            <a:ext cx="990600" cy="6383020"/>
            <a:chOff x="99060" y="140207"/>
            <a:chExt cx="990600" cy="6383020"/>
          </a:xfrm>
        </p:grpSpPr>
        <p:sp>
          <p:nvSpPr>
            <p:cNvPr id="10" name="object 10"/>
            <p:cNvSpPr/>
            <p:nvPr/>
          </p:nvSpPr>
          <p:spPr>
            <a:xfrm>
              <a:off x="112014" y="153161"/>
              <a:ext cx="965200" cy="6356985"/>
            </a:xfrm>
            <a:custGeom>
              <a:avLst/>
              <a:gdLst/>
              <a:ahLst/>
              <a:cxnLst/>
              <a:rect l="l" t="t" r="r" b="b"/>
              <a:pathLst>
                <a:path w="965200" h="6356984">
                  <a:moveTo>
                    <a:pt x="964692" y="0"/>
                  </a:moveTo>
                  <a:lnTo>
                    <a:pt x="0" y="0"/>
                  </a:lnTo>
                  <a:lnTo>
                    <a:pt x="0" y="6356603"/>
                  </a:lnTo>
                  <a:lnTo>
                    <a:pt x="964692" y="6356603"/>
                  </a:lnTo>
                  <a:lnTo>
                    <a:pt x="9646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2014" y="153161"/>
              <a:ext cx="965200" cy="6356985"/>
            </a:xfrm>
            <a:custGeom>
              <a:avLst/>
              <a:gdLst/>
              <a:ahLst/>
              <a:cxnLst/>
              <a:rect l="l" t="t" r="r" b="b"/>
              <a:pathLst>
                <a:path w="965200" h="6356984">
                  <a:moveTo>
                    <a:pt x="0" y="6356603"/>
                  </a:moveTo>
                  <a:lnTo>
                    <a:pt x="964692" y="6356603"/>
                  </a:lnTo>
                  <a:lnTo>
                    <a:pt x="964692" y="0"/>
                  </a:lnTo>
                  <a:lnTo>
                    <a:pt x="0" y="0"/>
                  </a:lnTo>
                  <a:lnTo>
                    <a:pt x="0" y="6356603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0"/>
              </a:lnSpc>
            </a:pPr>
            <a:fld id="{81D60167-4931-47E6-BA6A-407CBD079E47}" type="slidenum">
              <a:rPr dirty="0"/>
              <a:t>28</a:t>
            </a:fld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44" b="5366"/>
          <a:stretch/>
        </p:blipFill>
        <p:spPr>
          <a:xfrm rot="16200000">
            <a:off x="2879706" y="-2592765"/>
            <a:ext cx="6446537" cy="1175928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1A2E50C9-392C-278E-151F-1D74CE70D15C}"/>
                  </a:ext>
                </a:extLst>
              </p14:cNvPr>
              <p14:cNvContentPartPr/>
              <p14:nvPr/>
            </p14:nvContentPartPr>
            <p14:xfrm>
              <a:off x="21240" y="548280"/>
              <a:ext cx="11561400" cy="562572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1A2E50C9-392C-278E-151F-1D74CE70D15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880" y="538920"/>
                <a:ext cx="11580120" cy="564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30D74DE-22B7-10A9-44EA-479C9E74A52E}"/>
                  </a:ext>
                </a:extLst>
              </p14:cNvPr>
              <p14:cNvContentPartPr/>
              <p14:nvPr/>
            </p14:nvContentPartPr>
            <p14:xfrm>
              <a:off x="4665600" y="4631760"/>
              <a:ext cx="1397160" cy="29052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30D74DE-22B7-10A9-44EA-479C9E74A52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656240" y="4622400"/>
                <a:ext cx="1415880" cy="309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805399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5286755" y="6070091"/>
            <a:ext cx="1201420" cy="344805"/>
            <a:chOff x="5286755" y="6070091"/>
            <a:chExt cx="1201420" cy="344805"/>
          </a:xfrm>
        </p:grpSpPr>
        <p:sp>
          <p:nvSpPr>
            <p:cNvPr id="4" name="object 4"/>
            <p:cNvSpPr/>
            <p:nvPr/>
          </p:nvSpPr>
          <p:spPr>
            <a:xfrm>
              <a:off x="5299709" y="6083045"/>
              <a:ext cx="1175385" cy="318770"/>
            </a:xfrm>
            <a:custGeom>
              <a:avLst/>
              <a:gdLst/>
              <a:ahLst/>
              <a:cxnLst/>
              <a:rect l="l" t="t" r="r" b="b"/>
              <a:pathLst>
                <a:path w="1175385" h="318770">
                  <a:moveTo>
                    <a:pt x="1175003" y="0"/>
                  </a:moveTo>
                  <a:lnTo>
                    <a:pt x="0" y="0"/>
                  </a:lnTo>
                  <a:lnTo>
                    <a:pt x="0" y="318515"/>
                  </a:lnTo>
                  <a:lnTo>
                    <a:pt x="1175003" y="318515"/>
                  </a:lnTo>
                  <a:lnTo>
                    <a:pt x="11750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299709" y="6083045"/>
              <a:ext cx="1175385" cy="318770"/>
            </a:xfrm>
            <a:custGeom>
              <a:avLst/>
              <a:gdLst/>
              <a:ahLst/>
              <a:cxnLst/>
              <a:rect l="l" t="t" r="r" b="b"/>
              <a:pathLst>
                <a:path w="1175385" h="318770">
                  <a:moveTo>
                    <a:pt x="0" y="318515"/>
                  </a:moveTo>
                  <a:lnTo>
                    <a:pt x="1175003" y="318515"/>
                  </a:lnTo>
                  <a:lnTo>
                    <a:pt x="1175003" y="0"/>
                  </a:lnTo>
                  <a:lnTo>
                    <a:pt x="0" y="0"/>
                  </a:lnTo>
                  <a:lnTo>
                    <a:pt x="0" y="318515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0576559" y="355091"/>
            <a:ext cx="1210310" cy="6015355"/>
            <a:chOff x="10576559" y="355091"/>
            <a:chExt cx="1210310" cy="6015355"/>
          </a:xfrm>
        </p:grpSpPr>
        <p:sp>
          <p:nvSpPr>
            <p:cNvPr id="7" name="object 7"/>
            <p:cNvSpPr/>
            <p:nvPr/>
          </p:nvSpPr>
          <p:spPr>
            <a:xfrm>
              <a:off x="10589513" y="368045"/>
              <a:ext cx="1184275" cy="5989320"/>
            </a:xfrm>
            <a:custGeom>
              <a:avLst/>
              <a:gdLst/>
              <a:ahLst/>
              <a:cxnLst/>
              <a:rect l="l" t="t" r="r" b="b"/>
              <a:pathLst>
                <a:path w="1184275" h="5989320">
                  <a:moveTo>
                    <a:pt x="1184148" y="0"/>
                  </a:moveTo>
                  <a:lnTo>
                    <a:pt x="0" y="0"/>
                  </a:lnTo>
                  <a:lnTo>
                    <a:pt x="0" y="5989320"/>
                  </a:lnTo>
                  <a:lnTo>
                    <a:pt x="1184148" y="5989320"/>
                  </a:lnTo>
                  <a:lnTo>
                    <a:pt x="11841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589513" y="368045"/>
              <a:ext cx="1184275" cy="5989320"/>
            </a:xfrm>
            <a:custGeom>
              <a:avLst/>
              <a:gdLst/>
              <a:ahLst/>
              <a:cxnLst/>
              <a:rect l="l" t="t" r="r" b="b"/>
              <a:pathLst>
                <a:path w="1184275" h="5989320">
                  <a:moveTo>
                    <a:pt x="0" y="5989320"/>
                  </a:moveTo>
                  <a:lnTo>
                    <a:pt x="1184148" y="5989320"/>
                  </a:lnTo>
                  <a:lnTo>
                    <a:pt x="1184148" y="0"/>
                  </a:lnTo>
                  <a:lnTo>
                    <a:pt x="0" y="0"/>
                  </a:lnTo>
                  <a:lnTo>
                    <a:pt x="0" y="5989320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99060" y="140207"/>
            <a:ext cx="990600" cy="6383020"/>
            <a:chOff x="99060" y="140207"/>
            <a:chExt cx="990600" cy="6383020"/>
          </a:xfrm>
        </p:grpSpPr>
        <p:sp>
          <p:nvSpPr>
            <p:cNvPr id="10" name="object 10"/>
            <p:cNvSpPr/>
            <p:nvPr/>
          </p:nvSpPr>
          <p:spPr>
            <a:xfrm>
              <a:off x="112014" y="153161"/>
              <a:ext cx="965200" cy="6356985"/>
            </a:xfrm>
            <a:custGeom>
              <a:avLst/>
              <a:gdLst/>
              <a:ahLst/>
              <a:cxnLst/>
              <a:rect l="l" t="t" r="r" b="b"/>
              <a:pathLst>
                <a:path w="965200" h="6356984">
                  <a:moveTo>
                    <a:pt x="964692" y="0"/>
                  </a:moveTo>
                  <a:lnTo>
                    <a:pt x="0" y="0"/>
                  </a:lnTo>
                  <a:lnTo>
                    <a:pt x="0" y="6356603"/>
                  </a:lnTo>
                  <a:lnTo>
                    <a:pt x="964692" y="6356603"/>
                  </a:lnTo>
                  <a:lnTo>
                    <a:pt x="9646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2014" y="153161"/>
              <a:ext cx="965200" cy="6356985"/>
            </a:xfrm>
            <a:custGeom>
              <a:avLst/>
              <a:gdLst/>
              <a:ahLst/>
              <a:cxnLst/>
              <a:rect l="l" t="t" r="r" b="b"/>
              <a:pathLst>
                <a:path w="965200" h="6356984">
                  <a:moveTo>
                    <a:pt x="0" y="6356603"/>
                  </a:moveTo>
                  <a:lnTo>
                    <a:pt x="964692" y="6356603"/>
                  </a:lnTo>
                  <a:lnTo>
                    <a:pt x="964692" y="0"/>
                  </a:lnTo>
                  <a:lnTo>
                    <a:pt x="0" y="0"/>
                  </a:lnTo>
                  <a:lnTo>
                    <a:pt x="0" y="6356603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0"/>
              </a:lnSpc>
            </a:pPr>
            <a:fld id="{81D60167-4931-47E6-BA6A-407CBD079E47}" type="slidenum">
              <a:rPr dirty="0"/>
              <a:t>29</a:t>
            </a:fld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81"/>
          <a:stretch/>
        </p:blipFill>
        <p:spPr>
          <a:xfrm rot="16200000">
            <a:off x="2846834" y="-2208002"/>
            <a:ext cx="6465094" cy="1138881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36CEB753-1591-7D92-AF59-C925C394EF4F}"/>
                  </a:ext>
                </a:extLst>
              </p14:cNvPr>
              <p14:cNvContentPartPr/>
              <p14:nvPr/>
            </p14:nvContentPartPr>
            <p14:xfrm>
              <a:off x="1678680" y="999720"/>
              <a:ext cx="9744120" cy="425844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36CEB753-1591-7D92-AF59-C925C394EF4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69320" y="990360"/>
                <a:ext cx="9762840" cy="427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56597E3-F2F3-5BE8-D47C-562D8EA95CE2}"/>
                  </a:ext>
                </a:extLst>
              </p14:cNvPr>
              <p14:cNvContentPartPr/>
              <p14:nvPr/>
            </p14:nvContentPartPr>
            <p14:xfrm>
              <a:off x="1136520" y="1986840"/>
              <a:ext cx="1765800" cy="76212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56597E3-F2F3-5BE8-D47C-562D8EA95CE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27160" y="1977480"/>
                <a:ext cx="1784520" cy="78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13C0DE88-72E1-A5A5-8763-36BB612B67CA}"/>
                  </a:ext>
                </a:extLst>
              </p14:cNvPr>
              <p14:cNvContentPartPr/>
              <p14:nvPr/>
            </p14:nvContentPartPr>
            <p14:xfrm>
              <a:off x="4201560" y="3139560"/>
              <a:ext cx="5513760" cy="250164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13C0DE88-72E1-A5A5-8763-36BB612B67C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192200" y="3130200"/>
                <a:ext cx="5532480" cy="2520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93239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53</Words>
  <Application>Microsoft Office PowerPoint</Application>
  <PresentationFormat>Widescreen</PresentationFormat>
  <Paragraphs>36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Calibri</vt:lpstr>
      <vt:lpstr>Aptos</vt:lpstr>
      <vt:lpstr>Arial</vt:lpstr>
      <vt:lpstr>Aptos Display</vt:lpstr>
      <vt:lpstr>Office Theme</vt:lpstr>
      <vt:lpstr>Designing and Analysis of Algorithms Course Code: ECS 5101/CS514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Rahul Mishra</cp:lastModifiedBy>
  <cp:revision>1</cp:revision>
  <dcterms:created xsi:type="dcterms:W3CDTF">2023-01-02T04:30:03Z</dcterms:created>
  <dcterms:modified xsi:type="dcterms:W3CDTF">2025-10-26T03:15:57Z</dcterms:modified>
</cp:coreProperties>
</file>