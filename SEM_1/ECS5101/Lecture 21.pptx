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16"/>
  </p:notesMasterIdLst>
  <p:sldIdLst>
    <p:sldId id="405" r:id="rId2"/>
    <p:sldId id="465" r:id="rId3"/>
    <p:sldId id="466" r:id="rId4"/>
    <p:sldId id="473" r:id="rId5"/>
    <p:sldId id="474" r:id="rId6"/>
    <p:sldId id="467" r:id="rId7"/>
    <p:sldId id="468" r:id="rId8"/>
    <p:sldId id="477" r:id="rId9"/>
    <p:sldId id="469" r:id="rId10"/>
    <p:sldId id="475" r:id="rId11"/>
    <p:sldId id="470" r:id="rId12"/>
    <p:sldId id="471" r:id="rId13"/>
    <p:sldId id="476" r:id="rId14"/>
    <p:sldId id="4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2CC49-51F2-4FDB-AB32-F4388F0FDBE7}" v="5" dt="2025-11-02T03:43:56.740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77054C20-5B73-411C-AF9F-27685B677E1A}"/>
    <pc:docChg chg="custSel modSld">
      <pc:chgData name="Rahul Mishra" userId="57c6469e-ac64-4888-811b-35f0aabddbad" providerId="ADAL" clId="{77054C20-5B73-411C-AF9F-27685B677E1A}" dt="2025-10-18T15:48:47.761" v="16" actId="478"/>
      <pc:docMkLst>
        <pc:docMk/>
      </pc:docMkLst>
      <pc:sldChg chg="delSp mod">
        <pc:chgData name="Rahul Mishra" userId="57c6469e-ac64-4888-811b-35f0aabddbad" providerId="ADAL" clId="{77054C20-5B73-411C-AF9F-27685B677E1A}" dt="2025-10-18T15:48:06.946" v="1" actId="478"/>
        <pc:sldMkLst>
          <pc:docMk/>
          <pc:sldMk cId="545609971" sldId="405"/>
        </pc:sldMkLst>
      </pc:sldChg>
      <pc:sldChg chg="delSp mod">
        <pc:chgData name="Rahul Mishra" userId="57c6469e-ac64-4888-811b-35f0aabddbad" providerId="ADAL" clId="{77054C20-5B73-411C-AF9F-27685B677E1A}" dt="2025-10-18T15:48:09.627" v="2" actId="478"/>
        <pc:sldMkLst>
          <pc:docMk/>
          <pc:sldMk cId="216476901" sldId="465"/>
        </pc:sldMkLst>
      </pc:sldChg>
      <pc:sldChg chg="delSp mod">
        <pc:chgData name="Rahul Mishra" userId="57c6469e-ac64-4888-811b-35f0aabddbad" providerId="ADAL" clId="{77054C20-5B73-411C-AF9F-27685B677E1A}" dt="2025-10-18T15:48:12.531" v="3" actId="478"/>
        <pc:sldMkLst>
          <pc:docMk/>
          <pc:sldMk cId="407698636" sldId="466"/>
        </pc:sldMkLst>
      </pc:sldChg>
      <pc:sldChg chg="delSp mod">
        <pc:chgData name="Rahul Mishra" userId="57c6469e-ac64-4888-811b-35f0aabddbad" providerId="ADAL" clId="{77054C20-5B73-411C-AF9F-27685B677E1A}" dt="2025-10-18T15:48:20.404" v="6" actId="478"/>
        <pc:sldMkLst>
          <pc:docMk/>
          <pc:sldMk cId="3803075321" sldId="467"/>
        </pc:sldMkLst>
      </pc:sldChg>
      <pc:sldChg chg="delSp mod">
        <pc:chgData name="Rahul Mishra" userId="57c6469e-ac64-4888-811b-35f0aabddbad" providerId="ADAL" clId="{77054C20-5B73-411C-AF9F-27685B677E1A}" dt="2025-10-18T15:48:22.845" v="7" actId="478"/>
        <pc:sldMkLst>
          <pc:docMk/>
          <pc:sldMk cId="3994029264" sldId="468"/>
        </pc:sldMkLst>
      </pc:sldChg>
      <pc:sldChg chg="delSp mod">
        <pc:chgData name="Rahul Mishra" userId="57c6469e-ac64-4888-811b-35f0aabddbad" providerId="ADAL" clId="{77054C20-5B73-411C-AF9F-27685B677E1A}" dt="2025-10-18T15:48:25.811" v="8" actId="478"/>
        <pc:sldMkLst>
          <pc:docMk/>
          <pc:sldMk cId="531540611" sldId="469"/>
        </pc:sldMkLst>
      </pc:sldChg>
      <pc:sldChg chg="delSp mod">
        <pc:chgData name="Rahul Mishra" userId="57c6469e-ac64-4888-811b-35f0aabddbad" providerId="ADAL" clId="{77054C20-5B73-411C-AF9F-27685B677E1A}" dt="2025-10-18T15:48:30.929" v="10" actId="478"/>
        <pc:sldMkLst>
          <pc:docMk/>
          <pc:sldMk cId="4158004702" sldId="470"/>
        </pc:sldMkLst>
      </pc:sldChg>
      <pc:sldChg chg="delSp mod">
        <pc:chgData name="Rahul Mishra" userId="57c6469e-ac64-4888-811b-35f0aabddbad" providerId="ADAL" clId="{77054C20-5B73-411C-AF9F-27685B677E1A}" dt="2025-10-18T15:48:35.406" v="11" actId="478"/>
        <pc:sldMkLst>
          <pc:docMk/>
          <pc:sldMk cId="3569549052" sldId="471"/>
        </pc:sldMkLst>
      </pc:sldChg>
      <pc:sldChg chg="delSp mod">
        <pc:chgData name="Rahul Mishra" userId="57c6469e-ac64-4888-811b-35f0aabddbad" providerId="ADAL" clId="{77054C20-5B73-411C-AF9F-27685B677E1A}" dt="2025-10-18T15:48:14.679" v="4" actId="478"/>
        <pc:sldMkLst>
          <pc:docMk/>
          <pc:sldMk cId="712713695" sldId="473"/>
        </pc:sldMkLst>
      </pc:sldChg>
      <pc:sldChg chg="delSp mod">
        <pc:chgData name="Rahul Mishra" userId="57c6469e-ac64-4888-811b-35f0aabddbad" providerId="ADAL" clId="{77054C20-5B73-411C-AF9F-27685B677E1A}" dt="2025-10-18T15:48:17.346" v="5" actId="478"/>
        <pc:sldMkLst>
          <pc:docMk/>
          <pc:sldMk cId="3814356830" sldId="474"/>
        </pc:sldMkLst>
      </pc:sldChg>
      <pc:sldChg chg="delSp mod">
        <pc:chgData name="Rahul Mishra" userId="57c6469e-ac64-4888-811b-35f0aabddbad" providerId="ADAL" clId="{77054C20-5B73-411C-AF9F-27685B677E1A}" dt="2025-10-18T15:48:28.227" v="9" actId="478"/>
        <pc:sldMkLst>
          <pc:docMk/>
          <pc:sldMk cId="1608400707" sldId="475"/>
        </pc:sldMkLst>
      </pc:sldChg>
      <pc:sldChg chg="delSp mod">
        <pc:chgData name="Rahul Mishra" userId="57c6469e-ac64-4888-811b-35f0aabddbad" providerId="ADAL" clId="{77054C20-5B73-411C-AF9F-27685B677E1A}" dt="2025-10-18T15:48:47.761" v="16" actId="478"/>
        <pc:sldMkLst>
          <pc:docMk/>
          <pc:sldMk cId="3931227612" sldId="476"/>
        </pc:sldMkLst>
      </pc:sldChg>
    </pc:docChg>
  </pc:docChgLst>
  <pc:docChgLst>
    <pc:chgData name="Rahul Mishra" userId="57c6469e-ac64-4888-811b-35f0aabddbad" providerId="ADAL" clId="{312D1C11-0546-479D-80D7-0B12BB5A28A7}"/>
    <pc:docChg chg="addSld modSld">
      <pc:chgData name="Rahul Mishra" userId="57c6469e-ac64-4888-811b-35f0aabddbad" providerId="ADAL" clId="{312D1C11-0546-479D-80D7-0B12BB5A28A7}" dt="2024-10-18T17:19:47.026" v="2"/>
      <pc:docMkLst>
        <pc:docMk/>
      </pc:docMkLst>
      <pc:sldChg chg="modSp mod">
        <pc:chgData name="Rahul Mishra" userId="57c6469e-ac64-4888-811b-35f0aabddbad" providerId="ADAL" clId="{312D1C11-0546-479D-80D7-0B12BB5A28A7}" dt="2024-10-18T17:15:42.793" v="1" actId="20577"/>
        <pc:sldMkLst>
          <pc:docMk/>
          <pc:sldMk cId="545609971" sldId="405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2113216562" sldId="719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848781093" sldId="720"/>
        </pc:sldMkLst>
      </pc:sldChg>
      <pc:sldChg chg="add">
        <pc:chgData name="Rahul Mishra" userId="57c6469e-ac64-4888-811b-35f0aabddbad" providerId="ADAL" clId="{312D1C11-0546-479D-80D7-0B12BB5A28A7}" dt="2024-10-18T17:19:47.026" v="2"/>
        <pc:sldMkLst>
          <pc:docMk/>
          <pc:sldMk cId="3230534890" sldId="721"/>
        </pc:sldMkLst>
      </pc:sldChg>
    </pc:docChg>
  </pc:docChgLst>
  <pc:docChgLst>
    <pc:chgData name="Rahul Mishra" userId="57c6469e-ac64-4888-811b-35f0aabddbad" providerId="ADAL" clId="{E2361D09-C398-4E88-8F26-17B8531156BA}"/>
    <pc:docChg chg="custSel addSld delSld modSld">
      <pc:chgData name="Rahul Mishra" userId="57c6469e-ac64-4888-811b-35f0aabddbad" providerId="ADAL" clId="{E2361D09-C398-4E88-8F26-17B8531156BA}" dt="2024-10-31T09:40:49.457" v="28" actId="47"/>
      <pc:docMkLst>
        <pc:docMk/>
      </pc:docMkLst>
      <pc:sldChg chg="add del">
        <pc:chgData name="Rahul Mishra" userId="57c6469e-ac64-4888-811b-35f0aabddbad" providerId="ADAL" clId="{E2361D09-C398-4E88-8F26-17B8531156BA}" dt="2024-10-31T09:40:49.457" v="28" actId="47"/>
        <pc:sldMkLst>
          <pc:docMk/>
          <pc:sldMk cId="109857222" sldId="25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16476901" sldId="46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7698636" sldId="46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803075321" sldId="46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94029264" sldId="46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531540611" sldId="46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58004702" sldId="47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69549052" sldId="47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896839646" sldId="47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33255452" sldId="47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92849745" sldId="47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017760832" sldId="47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70611197" sldId="50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67788290" sldId="50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57103988" sldId="50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6212894" sldId="50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38237840" sldId="50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997723239" sldId="51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71170173" sldId="51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655869495" sldId="51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859892768" sldId="51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468048628" sldId="51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94425593" sldId="51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581252862" sldId="51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007030644" sldId="51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7345619" sldId="51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573141201" sldId="51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465564828" sldId="52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522011976" sldId="52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37994810" sldId="52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241773854" sldId="52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540199148" sldId="52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55136574" sldId="52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99969012" sldId="52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38027510" sldId="52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752951647" sldId="52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132676974" sldId="529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4121937089" sldId="530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075802525" sldId="531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957905329" sldId="53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281464922" sldId="53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951664994" sldId="534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61901111" sldId="535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759315865" sldId="536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3617652102" sldId="537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1573523818" sldId="538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72190030" sldId="552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952253871" sldId="553"/>
        </pc:sldMkLst>
      </pc:sldChg>
      <pc:sldChg chg="add">
        <pc:chgData name="Rahul Mishra" userId="57c6469e-ac64-4888-811b-35f0aabddbad" providerId="ADAL" clId="{E2361D09-C398-4E88-8F26-17B8531156BA}" dt="2024-10-31T09:40:47.589" v="27"/>
        <pc:sldMkLst>
          <pc:docMk/>
          <pc:sldMk cId="2273670382" sldId="554"/>
        </pc:sldMkLst>
      </pc:sldChg>
      <pc:sldChg chg="delSp del mod">
        <pc:chgData name="Rahul Mishra" userId="57c6469e-ac64-4888-811b-35f0aabddbad" providerId="ADAL" clId="{E2361D09-C398-4E88-8F26-17B8531156BA}" dt="2024-10-31T09:39:26.609" v="2" actId="47"/>
        <pc:sldMkLst>
          <pc:docMk/>
          <pc:sldMk cId="2194219352" sldId="745"/>
        </pc:sldMkLst>
      </pc:sldChg>
      <pc:sldChg chg="delSp del mod">
        <pc:chgData name="Rahul Mishra" userId="57c6469e-ac64-4888-811b-35f0aabddbad" providerId="ADAL" clId="{E2361D09-C398-4E88-8F26-17B8531156BA}" dt="2024-10-31T09:39:27.629" v="3" actId="47"/>
        <pc:sldMkLst>
          <pc:docMk/>
          <pc:sldMk cId="3377793554" sldId="748"/>
        </pc:sldMkLst>
      </pc:sldChg>
      <pc:sldChg chg="delSp mod">
        <pc:chgData name="Rahul Mishra" userId="57c6469e-ac64-4888-811b-35f0aabddbad" providerId="ADAL" clId="{E2361D09-C398-4E88-8F26-17B8531156BA}" dt="2024-10-31T09:39:32.534" v="4" actId="478"/>
        <pc:sldMkLst>
          <pc:docMk/>
          <pc:sldMk cId="1475525639" sldId="753"/>
        </pc:sldMkLst>
      </pc:sldChg>
      <pc:sldChg chg="delSp mod">
        <pc:chgData name="Rahul Mishra" userId="57c6469e-ac64-4888-811b-35f0aabddbad" providerId="ADAL" clId="{E2361D09-C398-4E88-8F26-17B8531156BA}" dt="2024-10-31T09:39:35.065" v="5" actId="478"/>
        <pc:sldMkLst>
          <pc:docMk/>
          <pc:sldMk cId="2615085894" sldId="754"/>
        </pc:sldMkLst>
      </pc:sldChg>
      <pc:sldChg chg="del">
        <pc:chgData name="Rahul Mishra" userId="57c6469e-ac64-4888-811b-35f0aabddbad" providerId="ADAL" clId="{E2361D09-C398-4E88-8F26-17B8531156BA}" dt="2024-10-31T09:39:43.033" v="6" actId="47"/>
        <pc:sldMkLst>
          <pc:docMk/>
          <pc:sldMk cId="2326947280" sldId="755"/>
        </pc:sldMkLst>
      </pc:sldChg>
      <pc:sldChg chg="del">
        <pc:chgData name="Rahul Mishra" userId="57c6469e-ac64-4888-811b-35f0aabddbad" providerId="ADAL" clId="{E2361D09-C398-4E88-8F26-17B8531156BA}" dt="2024-10-31T09:39:44.117" v="7" actId="47"/>
        <pc:sldMkLst>
          <pc:docMk/>
          <pc:sldMk cId="2294533003" sldId="756"/>
        </pc:sldMkLst>
      </pc:sldChg>
      <pc:sldChg chg="del">
        <pc:chgData name="Rahul Mishra" userId="57c6469e-ac64-4888-811b-35f0aabddbad" providerId="ADAL" clId="{E2361D09-C398-4E88-8F26-17B8531156BA}" dt="2024-10-31T09:39:44.887" v="8" actId="47"/>
        <pc:sldMkLst>
          <pc:docMk/>
          <pc:sldMk cId="2011259894" sldId="757"/>
        </pc:sldMkLst>
      </pc:sldChg>
      <pc:sldChg chg="del">
        <pc:chgData name="Rahul Mishra" userId="57c6469e-ac64-4888-811b-35f0aabddbad" providerId="ADAL" clId="{E2361D09-C398-4E88-8F26-17B8531156BA}" dt="2024-10-31T09:39:45.546" v="9" actId="47"/>
        <pc:sldMkLst>
          <pc:docMk/>
          <pc:sldMk cId="3262598722" sldId="758"/>
        </pc:sldMkLst>
      </pc:sldChg>
      <pc:sldChg chg="del">
        <pc:chgData name="Rahul Mishra" userId="57c6469e-ac64-4888-811b-35f0aabddbad" providerId="ADAL" clId="{E2361D09-C398-4E88-8F26-17B8531156BA}" dt="2024-10-31T09:39:46.193" v="10" actId="47"/>
        <pc:sldMkLst>
          <pc:docMk/>
          <pc:sldMk cId="2836416788" sldId="759"/>
        </pc:sldMkLst>
      </pc:sldChg>
      <pc:sldChg chg="del">
        <pc:chgData name="Rahul Mishra" userId="57c6469e-ac64-4888-811b-35f0aabddbad" providerId="ADAL" clId="{E2361D09-C398-4E88-8F26-17B8531156BA}" dt="2024-10-31T09:39:46.711" v="11" actId="47"/>
        <pc:sldMkLst>
          <pc:docMk/>
          <pc:sldMk cId="3910719898" sldId="760"/>
        </pc:sldMkLst>
      </pc:sldChg>
      <pc:sldChg chg="del">
        <pc:chgData name="Rahul Mishra" userId="57c6469e-ac64-4888-811b-35f0aabddbad" providerId="ADAL" clId="{E2361D09-C398-4E88-8F26-17B8531156BA}" dt="2024-10-31T09:39:47.184" v="12" actId="47"/>
        <pc:sldMkLst>
          <pc:docMk/>
          <pc:sldMk cId="1773177265" sldId="761"/>
        </pc:sldMkLst>
      </pc:sldChg>
      <pc:sldChg chg="del">
        <pc:chgData name="Rahul Mishra" userId="57c6469e-ac64-4888-811b-35f0aabddbad" providerId="ADAL" clId="{E2361D09-C398-4E88-8F26-17B8531156BA}" dt="2024-10-31T09:39:47.734" v="13" actId="47"/>
        <pc:sldMkLst>
          <pc:docMk/>
          <pc:sldMk cId="2882708876" sldId="762"/>
        </pc:sldMkLst>
      </pc:sldChg>
      <pc:sldChg chg="del">
        <pc:chgData name="Rahul Mishra" userId="57c6469e-ac64-4888-811b-35f0aabddbad" providerId="ADAL" clId="{E2361D09-C398-4E88-8F26-17B8531156BA}" dt="2024-10-31T09:39:48.269" v="14" actId="47"/>
        <pc:sldMkLst>
          <pc:docMk/>
          <pc:sldMk cId="2013161462" sldId="763"/>
        </pc:sldMkLst>
      </pc:sldChg>
      <pc:sldChg chg="del">
        <pc:chgData name="Rahul Mishra" userId="57c6469e-ac64-4888-811b-35f0aabddbad" providerId="ADAL" clId="{E2361D09-C398-4E88-8F26-17B8531156BA}" dt="2024-10-31T09:39:49.979" v="15" actId="47"/>
        <pc:sldMkLst>
          <pc:docMk/>
          <pc:sldMk cId="1039760754" sldId="764"/>
        </pc:sldMkLst>
      </pc:sldChg>
      <pc:sldChg chg="del">
        <pc:chgData name="Rahul Mishra" userId="57c6469e-ac64-4888-811b-35f0aabddbad" providerId="ADAL" clId="{E2361D09-C398-4E88-8F26-17B8531156BA}" dt="2024-10-31T09:39:51.112" v="16" actId="47"/>
        <pc:sldMkLst>
          <pc:docMk/>
          <pc:sldMk cId="3814915801" sldId="765"/>
        </pc:sldMkLst>
      </pc:sldChg>
      <pc:sldChg chg="del">
        <pc:chgData name="Rahul Mishra" userId="57c6469e-ac64-4888-811b-35f0aabddbad" providerId="ADAL" clId="{E2361D09-C398-4E88-8F26-17B8531156BA}" dt="2024-10-31T09:39:51.693" v="17" actId="47"/>
        <pc:sldMkLst>
          <pc:docMk/>
          <pc:sldMk cId="1365623728" sldId="766"/>
        </pc:sldMkLst>
      </pc:sldChg>
      <pc:sldChg chg="del">
        <pc:chgData name="Rahul Mishra" userId="57c6469e-ac64-4888-811b-35f0aabddbad" providerId="ADAL" clId="{E2361D09-C398-4E88-8F26-17B8531156BA}" dt="2024-10-31T09:39:52.337" v="18" actId="47"/>
        <pc:sldMkLst>
          <pc:docMk/>
          <pc:sldMk cId="2242920848" sldId="767"/>
        </pc:sldMkLst>
      </pc:sldChg>
      <pc:sldChg chg="del">
        <pc:chgData name="Rahul Mishra" userId="57c6469e-ac64-4888-811b-35f0aabddbad" providerId="ADAL" clId="{E2361D09-C398-4E88-8F26-17B8531156BA}" dt="2024-10-31T09:39:52.949" v="19" actId="47"/>
        <pc:sldMkLst>
          <pc:docMk/>
          <pc:sldMk cId="3122015358" sldId="768"/>
        </pc:sldMkLst>
      </pc:sldChg>
      <pc:sldChg chg="del">
        <pc:chgData name="Rahul Mishra" userId="57c6469e-ac64-4888-811b-35f0aabddbad" providerId="ADAL" clId="{E2361D09-C398-4E88-8F26-17B8531156BA}" dt="2024-10-31T09:40:38.278" v="20" actId="47"/>
        <pc:sldMkLst>
          <pc:docMk/>
          <pc:sldMk cId="3259106881" sldId="769"/>
        </pc:sldMkLst>
      </pc:sldChg>
      <pc:sldChg chg="del">
        <pc:chgData name="Rahul Mishra" userId="57c6469e-ac64-4888-811b-35f0aabddbad" providerId="ADAL" clId="{E2361D09-C398-4E88-8F26-17B8531156BA}" dt="2024-10-31T09:40:39.330" v="21" actId="47"/>
        <pc:sldMkLst>
          <pc:docMk/>
          <pc:sldMk cId="3354458900" sldId="770"/>
        </pc:sldMkLst>
      </pc:sldChg>
      <pc:sldChg chg="del">
        <pc:chgData name="Rahul Mishra" userId="57c6469e-ac64-4888-811b-35f0aabddbad" providerId="ADAL" clId="{E2361D09-C398-4E88-8F26-17B8531156BA}" dt="2024-10-31T09:40:42.155" v="22" actId="47"/>
        <pc:sldMkLst>
          <pc:docMk/>
          <pc:sldMk cId="2972418310" sldId="771"/>
        </pc:sldMkLst>
      </pc:sldChg>
      <pc:sldChg chg="del">
        <pc:chgData name="Rahul Mishra" userId="57c6469e-ac64-4888-811b-35f0aabddbad" providerId="ADAL" clId="{E2361D09-C398-4E88-8F26-17B8531156BA}" dt="2024-10-31T09:40:43.067" v="23" actId="47"/>
        <pc:sldMkLst>
          <pc:docMk/>
          <pc:sldMk cId="2487306710" sldId="772"/>
        </pc:sldMkLst>
      </pc:sldChg>
      <pc:sldChg chg="del">
        <pc:chgData name="Rahul Mishra" userId="57c6469e-ac64-4888-811b-35f0aabddbad" providerId="ADAL" clId="{E2361D09-C398-4E88-8F26-17B8531156BA}" dt="2024-10-31T09:40:44.054" v="24" actId="47"/>
        <pc:sldMkLst>
          <pc:docMk/>
          <pc:sldMk cId="3155447598" sldId="773"/>
        </pc:sldMkLst>
      </pc:sldChg>
      <pc:sldChg chg="del">
        <pc:chgData name="Rahul Mishra" userId="57c6469e-ac64-4888-811b-35f0aabddbad" providerId="ADAL" clId="{E2361D09-C398-4E88-8F26-17B8531156BA}" dt="2024-10-31T09:40:44.871" v="25" actId="47"/>
        <pc:sldMkLst>
          <pc:docMk/>
          <pc:sldMk cId="461008102" sldId="774"/>
        </pc:sldMkLst>
      </pc:sldChg>
      <pc:sldChg chg="del">
        <pc:chgData name="Rahul Mishra" userId="57c6469e-ac64-4888-811b-35f0aabddbad" providerId="ADAL" clId="{E2361D09-C398-4E88-8F26-17B8531156BA}" dt="2024-10-31T09:40:45.592" v="26" actId="47"/>
        <pc:sldMkLst>
          <pc:docMk/>
          <pc:sldMk cId="2829493214" sldId="775"/>
        </pc:sldMkLst>
      </pc:sldChg>
    </pc:docChg>
  </pc:docChgLst>
  <pc:docChgLst>
    <pc:chgData name="Rahul Mishra" userId="57c6469e-ac64-4888-811b-35f0aabddbad" providerId="ADAL" clId="{2587B58E-4F3B-47AB-B3EB-62407C9160B0}"/>
    <pc:docChg chg="addSld modSld">
      <pc:chgData name="Rahul Mishra" userId="57c6469e-ac64-4888-811b-35f0aabddbad" providerId="ADAL" clId="{2587B58E-4F3B-47AB-B3EB-62407C9160B0}" dt="2025-11-02T03:43:56.740" v="5"/>
      <pc:docMkLst>
        <pc:docMk/>
      </pc:docMkLst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216476901" sldId="465"/>
        </pc:sldMkLst>
        <pc:inkChg chg="add">
          <ac:chgData name="Rahul Mishra" userId="57c6469e-ac64-4888-811b-35f0aabddbad" providerId="ADAL" clId="{2587B58E-4F3B-47AB-B3EB-62407C9160B0}" dt="2025-10-26T03:45:35.277" v="0"/>
          <ac:inkMkLst>
            <pc:docMk/>
            <pc:sldMk cId="216476901" sldId="465"/>
            <ac:inkMk id="2" creationId="{DE6E24DB-9558-AA98-6182-DC41E531C664}"/>
          </ac:inkMkLst>
        </pc:inkChg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216476901" sldId="465"/>
            <ac:inkMk id="7" creationId="{487DC3E6-95C8-277A-1B43-89AF030A639E}"/>
          </ac:inkMkLst>
        </pc:inkChg>
      </pc:sldChg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407698636" sldId="466"/>
        </pc:sldMkLst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407698636" sldId="466"/>
            <ac:inkMk id="6" creationId="{1B01AF84-84FA-D1AB-8AB1-2D54E2113BDE}"/>
          </ac:inkMkLst>
        </pc:inkChg>
      </pc:sldChg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3803075321" sldId="467"/>
        </pc:sldMkLst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3803075321" sldId="467"/>
            <ac:inkMk id="6" creationId="{A75C4254-9712-B074-CB78-88CE243593BE}"/>
          </ac:inkMkLst>
        </pc:inkChg>
      </pc:sldChg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3994029264" sldId="468"/>
        </pc:sldMkLst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3994029264" sldId="468"/>
            <ac:inkMk id="2" creationId="{F8B31965-F721-3225-1C52-260DDACF650F}"/>
          </ac:inkMkLst>
        </pc:inkChg>
      </pc:sldChg>
      <pc:sldChg chg="addSp">
        <pc:chgData name="Rahul Mishra" userId="57c6469e-ac64-4888-811b-35f0aabddbad" providerId="ADAL" clId="{2587B58E-4F3B-47AB-B3EB-62407C9160B0}" dt="2025-11-02T03:20:11.935" v="3"/>
        <pc:sldMkLst>
          <pc:docMk/>
          <pc:sldMk cId="531540611" sldId="469"/>
        </pc:sldMkLst>
        <pc:inkChg chg="add">
          <ac:chgData name="Rahul Mishra" userId="57c6469e-ac64-4888-811b-35f0aabddbad" providerId="ADAL" clId="{2587B58E-4F3B-47AB-B3EB-62407C9160B0}" dt="2025-11-02T03:20:11.935" v="3"/>
          <ac:inkMkLst>
            <pc:docMk/>
            <pc:sldMk cId="531540611" sldId="469"/>
            <ac:inkMk id="6" creationId="{E698AD32-4DC6-E0FC-B71E-8E9ED7DC4DFA}"/>
          </ac:inkMkLst>
        </pc:inkChg>
      </pc:sldChg>
      <pc:sldChg chg="addSp">
        <pc:chgData name="Rahul Mishra" userId="57c6469e-ac64-4888-811b-35f0aabddbad" providerId="ADAL" clId="{2587B58E-4F3B-47AB-B3EB-62407C9160B0}" dt="2025-11-02T03:37:28.439" v="4"/>
        <pc:sldMkLst>
          <pc:docMk/>
          <pc:sldMk cId="4158004702" sldId="470"/>
        </pc:sldMkLst>
        <pc:inkChg chg="add">
          <ac:chgData name="Rahul Mishra" userId="57c6469e-ac64-4888-811b-35f0aabddbad" providerId="ADAL" clId="{2587B58E-4F3B-47AB-B3EB-62407C9160B0}" dt="2025-11-02T03:37:28.439" v="4"/>
          <ac:inkMkLst>
            <pc:docMk/>
            <pc:sldMk cId="4158004702" sldId="470"/>
            <ac:inkMk id="8" creationId="{656BC1EB-2EBD-1A34-40DA-DE4C7CBD2160}"/>
          </ac:inkMkLst>
        </pc:inkChg>
      </pc:sldChg>
      <pc:sldChg chg="addSp">
        <pc:chgData name="Rahul Mishra" userId="57c6469e-ac64-4888-811b-35f0aabddbad" providerId="ADAL" clId="{2587B58E-4F3B-47AB-B3EB-62407C9160B0}" dt="2025-11-02T03:37:28.439" v="4"/>
        <pc:sldMkLst>
          <pc:docMk/>
          <pc:sldMk cId="3569549052" sldId="471"/>
        </pc:sldMkLst>
        <pc:inkChg chg="add">
          <ac:chgData name="Rahul Mishra" userId="57c6469e-ac64-4888-811b-35f0aabddbad" providerId="ADAL" clId="{2587B58E-4F3B-47AB-B3EB-62407C9160B0}" dt="2025-11-02T03:37:28.439" v="4"/>
          <ac:inkMkLst>
            <pc:docMk/>
            <pc:sldMk cId="3569549052" sldId="471"/>
            <ac:inkMk id="6" creationId="{BD8F2676-E3EC-0C52-95DF-E89E5DDBCA35}"/>
          </ac:inkMkLst>
        </pc:inkChg>
      </pc:sldChg>
      <pc:sldChg chg="addSp">
        <pc:chgData name="Rahul Mishra" userId="57c6469e-ac64-4888-811b-35f0aabddbad" providerId="ADAL" clId="{2587B58E-4F3B-47AB-B3EB-62407C9160B0}" dt="2025-11-02T03:43:56.740" v="5"/>
        <pc:sldMkLst>
          <pc:docMk/>
          <pc:sldMk cId="1896839646" sldId="472"/>
        </pc:sldMkLst>
        <pc:inkChg chg="add">
          <ac:chgData name="Rahul Mishra" userId="57c6469e-ac64-4888-811b-35f0aabddbad" providerId="ADAL" clId="{2587B58E-4F3B-47AB-B3EB-62407C9160B0}" dt="2025-11-02T03:37:28.439" v="4"/>
          <ac:inkMkLst>
            <pc:docMk/>
            <pc:sldMk cId="1896839646" sldId="472"/>
            <ac:inkMk id="2" creationId="{9007A896-83D7-B487-FF00-E2071C73616D}"/>
          </ac:inkMkLst>
        </pc:inkChg>
        <pc:inkChg chg="add">
          <ac:chgData name="Rahul Mishra" userId="57c6469e-ac64-4888-811b-35f0aabddbad" providerId="ADAL" clId="{2587B58E-4F3B-47AB-B3EB-62407C9160B0}" dt="2025-11-02T03:43:56.740" v="5"/>
          <ac:inkMkLst>
            <pc:docMk/>
            <pc:sldMk cId="1896839646" sldId="472"/>
            <ac:inkMk id="7" creationId="{56AA3E29-22A0-66B3-C7AC-5E2B7910A124}"/>
          </ac:inkMkLst>
        </pc:inkChg>
      </pc:sldChg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712713695" sldId="473"/>
        </pc:sldMkLst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712713695" sldId="473"/>
            <ac:inkMk id="3" creationId="{31F7CBCE-382E-31BC-F9AA-EE6882FC31BF}"/>
          </ac:inkMkLst>
        </pc:inkChg>
      </pc:sldChg>
      <pc:sldChg chg="addSp">
        <pc:chgData name="Rahul Mishra" userId="57c6469e-ac64-4888-811b-35f0aabddbad" providerId="ADAL" clId="{2587B58E-4F3B-47AB-B3EB-62407C9160B0}" dt="2025-11-02T03:13:48.542" v="1"/>
        <pc:sldMkLst>
          <pc:docMk/>
          <pc:sldMk cId="3814356830" sldId="474"/>
        </pc:sldMkLst>
        <pc:inkChg chg="add">
          <ac:chgData name="Rahul Mishra" userId="57c6469e-ac64-4888-811b-35f0aabddbad" providerId="ADAL" clId="{2587B58E-4F3B-47AB-B3EB-62407C9160B0}" dt="2025-11-02T03:13:48.542" v="1"/>
          <ac:inkMkLst>
            <pc:docMk/>
            <pc:sldMk cId="3814356830" sldId="474"/>
            <ac:inkMk id="3" creationId="{C16904CB-EE7E-CC08-D731-1BC8E19833F2}"/>
          </ac:inkMkLst>
        </pc:inkChg>
      </pc:sldChg>
      <pc:sldChg chg="addSp">
        <pc:chgData name="Rahul Mishra" userId="57c6469e-ac64-4888-811b-35f0aabddbad" providerId="ADAL" clId="{2587B58E-4F3B-47AB-B3EB-62407C9160B0}" dt="2025-11-02T03:43:56.740" v="5"/>
        <pc:sldMkLst>
          <pc:docMk/>
          <pc:sldMk cId="1608400707" sldId="475"/>
        </pc:sldMkLst>
        <pc:inkChg chg="add">
          <ac:chgData name="Rahul Mishra" userId="57c6469e-ac64-4888-811b-35f0aabddbad" providerId="ADAL" clId="{2587B58E-4F3B-47AB-B3EB-62407C9160B0}" dt="2025-11-02T03:43:56.740" v="5"/>
          <ac:inkMkLst>
            <pc:docMk/>
            <pc:sldMk cId="1608400707" sldId="475"/>
            <ac:inkMk id="3" creationId="{53EB4E00-5CED-71F0-BB19-4A86E3130625}"/>
          </ac:inkMkLst>
        </pc:inkChg>
      </pc:sldChg>
      <pc:sldChg chg="addSp new">
        <pc:chgData name="Rahul Mishra" userId="57c6469e-ac64-4888-811b-35f0aabddbad" providerId="ADAL" clId="{2587B58E-4F3B-47AB-B3EB-62407C9160B0}" dt="2025-11-02T03:20:11.935" v="3"/>
        <pc:sldMkLst>
          <pc:docMk/>
          <pc:sldMk cId="474299185" sldId="477"/>
        </pc:sldMkLst>
        <pc:inkChg chg="add">
          <ac:chgData name="Rahul Mishra" userId="57c6469e-ac64-4888-811b-35f0aabddbad" providerId="ADAL" clId="{2587B58E-4F3B-47AB-B3EB-62407C9160B0}" dt="2025-11-02T03:20:11.935" v="3"/>
          <ac:inkMkLst>
            <pc:docMk/>
            <pc:sldMk cId="474299185" sldId="477"/>
            <ac:inkMk id="3" creationId="{E873E320-E4F9-E3E4-E4A3-E6C6B325FDAC}"/>
          </ac:inkMkLst>
        </pc:inkChg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5718296F-A882-412E-B332-B064A88B1E01}"/>
    <pc:docChg chg="custSel addSld delSld modSld">
      <pc:chgData name="Rahul Mishra" userId="57c6469e-ac64-4888-811b-35f0aabddbad" providerId="ADAL" clId="{5718296F-A882-412E-B332-B064A88B1E01}" dt="2025-04-20T05:24:17.165" v="43" actId="9405"/>
      <pc:docMkLst>
        <pc:docMk/>
      </pc:docMkLst>
      <pc:sldChg chg="addSp">
        <pc:chgData name="Rahul Mishra" userId="57c6469e-ac64-4888-811b-35f0aabddbad" providerId="ADAL" clId="{5718296F-A882-412E-B332-B064A88B1E01}" dt="2025-04-20T05:17:27.318" v="24"/>
        <pc:sldMkLst>
          <pc:docMk/>
          <pc:sldMk cId="545609971" sldId="405"/>
        </pc:sldMkLst>
      </pc:sldChg>
      <pc:sldChg chg="addSp delSp mod">
        <pc:chgData name="Rahul Mishra" userId="57c6469e-ac64-4888-811b-35f0aabddbad" providerId="ADAL" clId="{5718296F-A882-412E-B332-B064A88B1E01}" dt="2025-04-20T04:45:11.736" v="16"/>
        <pc:sldMkLst>
          <pc:docMk/>
          <pc:sldMk cId="216476901" sldId="465"/>
        </pc:sldMkLst>
      </pc:sldChg>
      <pc:sldChg chg="addSp delSp mod">
        <pc:chgData name="Rahul Mishra" userId="57c6469e-ac64-4888-811b-35f0aabddbad" providerId="ADAL" clId="{5718296F-A882-412E-B332-B064A88B1E01}" dt="2025-04-20T04:46:58.563" v="18"/>
        <pc:sldMkLst>
          <pc:docMk/>
          <pc:sldMk cId="407698636" sldId="466"/>
        </pc:sldMkLst>
      </pc:sldChg>
      <pc:sldChg chg="addSp delSp mod">
        <pc:chgData name="Rahul Mishra" userId="57c6469e-ac64-4888-811b-35f0aabddbad" providerId="ADAL" clId="{5718296F-A882-412E-B332-B064A88B1E01}" dt="2025-04-20T05:05:17.828" v="20"/>
        <pc:sldMkLst>
          <pc:docMk/>
          <pc:sldMk cId="3803075321" sldId="467"/>
        </pc:sldMkLst>
      </pc:sldChg>
      <pc:sldChg chg="addSp delSp mod">
        <pc:chgData name="Rahul Mishra" userId="57c6469e-ac64-4888-811b-35f0aabddbad" providerId="ADAL" clId="{5718296F-A882-412E-B332-B064A88B1E01}" dt="2025-04-20T05:05:17.828" v="20"/>
        <pc:sldMkLst>
          <pc:docMk/>
          <pc:sldMk cId="3994029264" sldId="468"/>
        </pc:sldMkLst>
      </pc:sldChg>
      <pc:sldChg chg="addSp">
        <pc:chgData name="Rahul Mishra" userId="57c6469e-ac64-4888-811b-35f0aabddbad" providerId="ADAL" clId="{5718296F-A882-412E-B332-B064A88B1E01}" dt="2025-04-20T05:07:52.469" v="22"/>
        <pc:sldMkLst>
          <pc:docMk/>
          <pc:sldMk cId="531540611" sldId="469"/>
        </pc:sldMkLst>
      </pc:sldChg>
      <pc:sldChg chg="addSp delSp mod">
        <pc:chgData name="Rahul Mishra" userId="57c6469e-ac64-4888-811b-35f0aabddbad" providerId="ADAL" clId="{5718296F-A882-412E-B332-B064A88B1E01}" dt="2025-04-20T05:16:22.222" v="23"/>
        <pc:sldMkLst>
          <pc:docMk/>
          <pc:sldMk cId="4158004702" sldId="470"/>
        </pc:sldMkLst>
      </pc:sldChg>
      <pc:sldChg chg="addSp">
        <pc:chgData name="Rahul Mishra" userId="57c6469e-ac64-4888-811b-35f0aabddbad" providerId="ADAL" clId="{5718296F-A882-412E-B332-B064A88B1E01}" dt="2025-04-20T05:16:22.222" v="23"/>
        <pc:sldMkLst>
          <pc:docMk/>
          <pc:sldMk cId="3569549052" sldId="471"/>
        </pc:sldMkLst>
      </pc:sldChg>
      <pc:sldChg chg="addSp new">
        <pc:chgData name="Rahul Mishra" userId="57c6469e-ac64-4888-811b-35f0aabddbad" providerId="ADAL" clId="{5718296F-A882-412E-B332-B064A88B1E01}" dt="2025-04-20T04:46:58.563" v="18"/>
        <pc:sldMkLst>
          <pc:docMk/>
          <pc:sldMk cId="712713695" sldId="473"/>
        </pc:sldMkLst>
      </pc:sldChg>
      <pc:sldChg chg="addSp new">
        <pc:chgData name="Rahul Mishra" userId="57c6469e-ac64-4888-811b-35f0aabddbad" providerId="ADAL" clId="{5718296F-A882-412E-B332-B064A88B1E01}" dt="2025-04-20T05:05:17.828" v="20"/>
        <pc:sldMkLst>
          <pc:docMk/>
          <pc:sldMk cId="3814356830" sldId="474"/>
        </pc:sldMkLst>
      </pc:sldChg>
      <pc:sldChg chg="addSp new">
        <pc:chgData name="Rahul Mishra" userId="57c6469e-ac64-4888-811b-35f0aabddbad" providerId="ADAL" clId="{5718296F-A882-412E-B332-B064A88B1E01}" dt="2025-04-20T05:07:52.469" v="22"/>
        <pc:sldMkLst>
          <pc:docMk/>
          <pc:sldMk cId="1608400707" sldId="475"/>
        </pc:sldMkLst>
      </pc:sldChg>
      <pc:sldChg chg="addSp modSp new mod">
        <pc:chgData name="Rahul Mishra" userId="57c6469e-ac64-4888-811b-35f0aabddbad" providerId="ADAL" clId="{5718296F-A882-412E-B332-B064A88B1E01}" dt="2025-04-20T05:24:17.165" v="43" actId="9405"/>
        <pc:sldMkLst>
          <pc:docMk/>
          <pc:sldMk cId="3931227612" sldId="476"/>
        </pc:sldMkLst>
      </pc:sldChg>
      <pc:sldChg chg="delSp del mod">
        <pc:chgData name="Rahul Mishra" userId="57c6469e-ac64-4888-811b-35f0aabddbad" providerId="ADAL" clId="{5718296F-A882-412E-B332-B064A88B1E01}" dt="2025-04-18T17:43:32.947" v="3" actId="47"/>
        <pc:sldMkLst>
          <pc:docMk/>
          <pc:sldMk cId="1475525639" sldId="753"/>
        </pc:sldMkLst>
      </pc:sldChg>
      <pc:sldChg chg="delSp del mod">
        <pc:chgData name="Rahul Mishra" userId="57c6469e-ac64-4888-811b-35f0aabddbad" providerId="ADAL" clId="{5718296F-A882-412E-B332-B064A88B1E01}" dt="2025-04-18T17:43:34.730" v="4" actId="47"/>
        <pc:sldMkLst>
          <pc:docMk/>
          <pc:sldMk cId="2615085894" sldId="754"/>
        </pc:sldMkLst>
      </pc:sldChg>
      <pc:sldChg chg="del">
        <pc:chgData name="Rahul Mishra" userId="57c6469e-ac64-4888-811b-35f0aabddbad" providerId="ADAL" clId="{5718296F-A882-412E-B332-B064A88B1E01}" dt="2025-04-18T17:50:25.499" v="9" actId="47"/>
        <pc:sldMkLst>
          <pc:docMk/>
          <pc:sldMk cId="1741661940" sldId="755"/>
        </pc:sldMkLst>
      </pc:sldChg>
      <pc:sldChg chg="del">
        <pc:chgData name="Rahul Mishra" userId="57c6469e-ac64-4888-811b-35f0aabddbad" providerId="ADAL" clId="{5718296F-A882-412E-B332-B064A88B1E01}" dt="2025-04-18T17:50:26.407" v="10" actId="47"/>
        <pc:sldMkLst>
          <pc:docMk/>
          <pc:sldMk cId="3312269996" sldId="756"/>
        </pc:sldMkLst>
      </pc:sldChg>
      <pc:sldChg chg="del">
        <pc:chgData name="Rahul Mishra" userId="57c6469e-ac64-4888-811b-35f0aabddbad" providerId="ADAL" clId="{5718296F-A882-412E-B332-B064A88B1E01}" dt="2025-04-18T17:50:39.309" v="15" actId="47"/>
        <pc:sldMkLst>
          <pc:docMk/>
          <pc:sldMk cId="2099764238" sldId="757"/>
        </pc:sldMkLst>
      </pc:sldChg>
      <pc:sldChg chg="del">
        <pc:chgData name="Rahul Mishra" userId="57c6469e-ac64-4888-811b-35f0aabddbad" providerId="ADAL" clId="{5718296F-A882-412E-B332-B064A88B1E01}" dt="2025-04-18T17:50:36.049" v="11" actId="47"/>
        <pc:sldMkLst>
          <pc:docMk/>
          <pc:sldMk cId="4240219500" sldId="758"/>
        </pc:sldMkLst>
      </pc:sldChg>
      <pc:sldChg chg="del">
        <pc:chgData name="Rahul Mishra" userId="57c6469e-ac64-4888-811b-35f0aabddbad" providerId="ADAL" clId="{5718296F-A882-412E-B332-B064A88B1E01}" dt="2025-04-18T17:50:36.714" v="12" actId="47"/>
        <pc:sldMkLst>
          <pc:docMk/>
          <pc:sldMk cId="2929776947" sldId="759"/>
        </pc:sldMkLst>
      </pc:sldChg>
      <pc:sldChg chg="del">
        <pc:chgData name="Rahul Mishra" userId="57c6469e-ac64-4888-811b-35f0aabddbad" providerId="ADAL" clId="{5718296F-A882-412E-B332-B064A88B1E01}" dt="2025-04-18T17:50:37.593" v="13" actId="47"/>
        <pc:sldMkLst>
          <pc:docMk/>
          <pc:sldMk cId="179727952" sldId="760"/>
        </pc:sldMkLst>
      </pc:sldChg>
      <pc:sldChg chg="del">
        <pc:chgData name="Rahul Mishra" userId="57c6469e-ac64-4888-811b-35f0aabddbad" providerId="ADAL" clId="{5718296F-A882-412E-B332-B064A88B1E01}" dt="2025-04-18T17:50:38.302" v="14" actId="47"/>
        <pc:sldMkLst>
          <pc:docMk/>
          <pc:sldMk cId="3868980096" sldId="761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26T03:45:03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19340 3566 2077 0,'18'0'368'0,"-18"0"-67"0,0 0-28 15,0 0-15-15,0 0 18 0,11-2-17 0,-11 2-12 16,0 0-23-16,0 0 6 0,2-6-8 15,-2 6-5-15,0 0-4 0,2-9-2 16,-2 9-11-16,0 0-3 0,-2-14 0 0,2 14-18 16,-6-12-10-16,3 6-8 0,-1-1-17 15,-5-3-12-15,0 1-16 0,0-1-17 0,-7-3-1 16,-9-2-13-16,7 1-8 16,-11 0-15-16,1 2-9 0,-3 2 4 0,2 3-18 15,5 4-1-15,-5 1-2 0,-2 2-5 16,-14 4-4-16,3 4-8 0,-11 5-2 0,-1 3-1 15,4 5-1-15,0 1-3 0,-2 5 0 16,2 5-4-16,5 0 0 0,-1 1 6 16,2 3-2-16,4 1 12 0,0 4 4 0,6 0 5 15,3 1 2-15,4 3 4 0,6-2-2 16,6 1-2-16,8-2-10 0,3-2 11 0,8 2 2 16,9 6 5-16,8-5-3 15,10 1-5-15,6-3 2 0,13-3-37 0,3-3 0 16,6-2 0-16,0-5 0 0,2-4 0 15,-2-5 0-15,-1-4 0 0,-16-6 0 0,0-3 0 16,-6 0 0-16,-8-6 0 0,-4-4 0 16,-8 1 0-16,4-6 0 0,-9-2 0 0,1-3 0 15,-9-2 0-15,-1-8 0 0,-6-11 0 16,-3-6 0-16,-7-5 0 0,-1 3 0 16,-6-1 0-16,4 13 0 0,-2 4 0 0,0 5 0 15,-4 3 0-15,4 6 0 0,0 4 0 16,2 4 0-16,0 3 0 0,-3 0 0 0,7 0 0 15,2 0 0-15,11 2 0 0,-17-1 0 16,17 1 0-16,0 0 0 0,0 0 0 16,0 0 0-16,0 0 0 0,48 9 0 15,-9-4 0-15,5 4 0 0,0 0 0 0,7 6 0 16,-3-1 0-16,-14 0 0 0,0 1 0 16,-7 1 0-16,0 1 0 0,-6 2 0 0,-1 0 0 15,-4-1 0-15,-5-4 0 0,1 2 0 16,-4-3 0-16,-3 2 0 0,3-4 0 0,-5 1 0 15,6 0 0-15,-6-1 0 0,3-1 0 16,-2-2 0-16,-1-2 0 0,4 1-10 16,-4-1-326-16,3 0-101 0,1-6-148 15,-7 0-184-15,24-6-99 0,-10 0 89 0,15-11-720 16,7-8-945-16</inkml:trace>
  <inkml:trace contextRef="#ctx0" brushRef="#br0" timeOffset="166.16">19857 3990 4329 0,'0'0'137'0,"0"0"64"0,0 0 44 16,-8-6 27-16,8 6 5 0,0 0-21 15,0 0-26-15,0 0-31 0,-2-10-15 0,2 10-52 16,0 0-83-16,19-4-80 0,-5 1-99 16,1 3-124-16,2-1-126 0,1 1-134 15,0 0-144-15,5 1-64 0,-3 2 86 0,-4-2-448 16,-2 2-554-16</inkml:trace>
  <inkml:trace contextRef="#ctx0" brushRef="#br0" timeOffset="332.72">19943 4122 2968 0,'-13'10'33'0,"-5"-3"75"15,7 3 67-15,-1-3 44 0,5-1 31 16,-3-2 6-16,4 3-10 0,0-3-16 0,6-4-11 16,-7 6-22-16,7-6-18 0,0 0-16 15,0 0-20-15,0 0-57 0,16 9-86 0,-16-9-108 16,34-9-161-16,-16 3-189 0,16-7-180 15,15-5-28-15,4-1 73 0,8 0-339 0,0-5-412 16</inkml:trace>
  <inkml:trace contextRef="#ctx0" brushRef="#br0" timeOffset="617.66">20911 3272 2419 0,'-18'-16'27'0,"2"6"25"0,-4 5 28 16,5 1 27-16,-6 6 42 0,-11 5 16 0,-2 6 20 15,-9 11 18-15,3 7 16 16,-1 7 16-16,-2 8 20 0,7 6 13 0,-5 18 14 16,10-12 21-16,8 5 10 0,6 1-12 15,6-1-20-15,9 3-19 0,5 2-30 0,8-4-22 16,11 0-16-16,12 6-11 0,0-14-23 15,20 6-13-15,5-6-18 0,2-5-29 0,-9-16-66 16,-4-2-74-16,2-4-99 0,-2-5-113 16,-12-10-151-16,-5-4-181 0,-6-5-196 0,-5-3-12 15,-2-4 89-15,-5 0-590 0,2-5-752 16</inkml:trace>
  <inkml:trace contextRef="#ctx0" brushRef="#br0" timeOffset="1400.1">21309 3768 3854 0,'2'-18'110'0,"1"0"62"0,-1 7 56 16,0 0 74-16,2 4 35 0,-2 0-9 15,1 0-27-15,-3 7-39 0,0 0-23 16,0 0 3-16,0 0-1 0,12 18-13 0,-2 0-22 16,0 12-5-16,-1 0-7 0,2 7-12 15,1-3-12-15,-3 2-20 0,2-2-12 0,3-3-32 16,-4-1-106-16,-1-7 0 0,-3-3 0 16,2-5 0-16,-5-1 0 0,3-2 0 15,-1-4 0-15,-1-2 0 0,1 0 0 0,-5-6 0 16,0 0 0-16,0 0 0 0,27-16 0 15,-16 3 0-15,0-4 0 0,6-12 0 0,0-3 0 16,0-2 0-16,1-9 0 16,1 2 0-16,-6 9 0 0,0 0 0 0,-2 4 0 15,-2 8 0-15,-6 5 0 0,5 6 0 16,-5 1 0-16,-3 5-614 0,0 3-162 0,0 0-166 16,0 0 91-16,0 0-852 0,0 0-1138 15</inkml:trace>
  <inkml:trace contextRef="#ctx0" brushRef="#br0" timeOffset="1649.81">21774 4081 5036 0,'0'0'82'0,"0"0"44"16,0 0 37-16,0 0 43 0,0 0 4 16,0 0-13-16,25 0 1 0,-24 4 30 15,3 5 4-15,2 5-12 0,-2 0-15 16,2 3-12-16,-4 2-15 0,0 3-11 0,-4 2-13 15,-2-2-8-15,-2 2-19 0,2-2-12 16,-9 6-107-16,2 0-8 0,-3-8 0 0,3-4 0 16,1-5 0-16,-1 2 0 0,-2-5 0 15,-1-1-211-15,3-2-135 0,-1-1-130 0,-1-6-164 16,2-2-226-16,-1-6 38 0,1-5 88 16,1-2-649-16,4-5-842 0</inkml:trace>
  <inkml:trace contextRef="#ctx0" brushRef="#br0" timeOffset="2065.94">22481 3551 3626 0,'10'-10'31'0,"-5"-1"76"16,1 2 67-16,-3 5 72 0,-3 4 50 0,7-9 42 15,-7 9 2-15,2-8-21 0,-2 8-24 16,0 0-20-16,0 0-17 0,0 0-15 0,0 0-7 15,0 0-17-15,0 0-13 0,-41 8-24 16,10 4-18-16,-1 3-17 0,0 3-13 16,-2-3-13-16,-1 2-15 0,3-3-7 15,5 0-70-15,8-4-29 0,4-3 0 0,1-4 0 16,5 2 0-16,2 0 0 0,-1-1 0 16,8-4 0-16,-14 5 0 0,14-5 0 15,-9 7 0-15,9-7 0 0,-7 8 0 0,5-1 0 16,-1 3 0-16,1 2 0 0,0 2 0 15,2 6 0-15,-1 4 0 0,1-1 0 0,0 2 0 16,0 2 0-16,1 0 0 0,3-3 0 16,1 0 0-16,-1-3 0 0,-1-1 0 0,3 1 0 15,-1-3 0-15,5-3 0 0,-4-4 0 16,3 0 0-16,2-2 0 0,3-3 0 0,-1-3 0 16,3 0 0-16,0-3 0 15,0 0 0-15,5 0 0 0,-2-3 0 0,4-2-412 16,-2 1-350-16,0-3-189 0,0 0 80 15,-4-2 93-15,-4 1-724 0,0 1-949 16</inkml:trace>
  <inkml:trace contextRef="#ctx0" brushRef="#br0" timeOffset="2249.53">22153 3960 4577 0,'0'0'211'0,"0"0"44"16,-19-5 10-16,19 5 9 0,-4-6-23 15,4 6-27-15,0 0-22 0,11-14-25 16,1 7-20-16,3-1-21 0,6 0-62 0,10-7-75 16,1 2-83-16,6-1-114 0,8-3-149 15,0-1-182-15,3-3-254 0,0 1 31 16,-8 0 88-16,-7 2-508 0,4-6-637 0</inkml:trace>
  <inkml:trace contextRef="#ctx0" brushRef="#br0" timeOffset="2766.06">22761 3177 3088 0,'0'0'-15'0,"-7"-12"65"0,2 6 66 16,3 0 49-16,2 6 45 0,-3-15 15 0,1 7 7 16,2-2-3-16,2 3-4 0,1-6-17 15,4 2-13-15,0 1-23 0,2 0-8 16,5 0-21-16,-1 1-15 0,0 6-4 0,3 1-21 16,-1 4-4-16,0 3 13 0,9 14 23 15,-2 6 11-15,1 13-3 0,0 5 15 16,-4 7 8-16,2 3 5 0,0 4-5 0,2 7 8 15,4 19 20-15,-1-3 6 0,0 5-3 16,7-4-11-16,-5-3-4 0,6 3-182 16,-2-3 0-16,-3 0 0 0,-4-18 0 0,-1-1 0 15,-5-3 0-15,-4-4 0 0,-1-1 0 16,-11-14 0-16,-1 1 0 0,-7-2 0 0,-9-2 0 16,-9 4 0-16,-10-3 0 0,-5-5 0 15,-7-1 0-15,-7-4 0 0,-3 0 0 16,1-7 0-16,5 0 0 0,11-6 0 15,3-2 0-15,9-3 0 0,5 0 0 0,7-4 0 16,2-1 0-16,-2 0 0 0,3-4 0 16,11 2 0-16,-17-3 0 0,9-1 0 0,2-1 0 15,2 0 0-15,1 0 0 0,1-2-111 16,2 0-821-16,2-1-45 0,-2 0 112 0,3-1-940 16,-3 9-1232-16</inkml:trace>
  <inkml:trace contextRef="#ctx0" brushRef="#br0" timeOffset="4466.29">24884 3768 4715 0,'2'-12'-183'0,"-2"12"50"0,-2-11 49 16,0 4 56-16,1-1 60 0,-8 0 24 0,4 2 6 15,-5 0 1-15,-7 1-1 0,-2 5-3 16,-6 5-2-16,-12 6-2 0,-10 7 10 16,0 6 0-16,3 4-4 0,2 3-8 15,8 0-1-15,9-6-6 0,4 1-2 16,6 1-3-16,7-8-3 0,2 2 11 0,5-2-2 16,2-4-4-16,7 5 0 0,0-3-4 15,5 1-7-15,10 1-2 0,4-5-29 0,3 5-42 16,5-7-67-16,1-4-78 0,1-1-93 15,2-5-117-15,3-2-133 0,-4-6-121 0,1-2 53 16,-2-1-320-16,-6-6-398 0</inkml:trace>
  <inkml:trace contextRef="#ctx0" brushRef="#br0" timeOffset="4699.14">25173 3376 2818 0,'-5'-21'202'0,"-3"7"51"0,5 3 26 0,-1 2 6 15,-1 4-26-15,5 5-28 0,0 0-5 16,0 0 7-16,-16 25-9 0,7 4-9 16,-3 8-8-16,1 12-5 0,1 3-15 0,2 4-17 15,1 3-23-15,3-1-11 0,2 0-14 16,0 3-6-16,4-6-29 0,2-10-37 16,-1 8-47-16,7-14-43 0,0-3-51 15,-3-5-60-15,1-6-73 0,-5-9-57 0,6-2-40 0,-2-4-49 16,0-5-65-16,1-4-55 15,6-2-73-15,-3-4-58 0,4-7-422 0,8-9-515 0</inkml:trace>
  <inkml:trace contextRef="#ctx0" brushRef="#br0" timeOffset="4966.5">25347 3921 2778 0,'6'-9'-5'0,"-3"3"46"0,-1 0 32 16,-2 6 32-16,0 0 44 0,0 0 25 16,0 0 16-16,0 0-3 0,0 0-8 0,0 0-7 15,-16 26-15-15,14-19-14 0,2 2-12 16,0-1-9-16,2 2-10 0,-1 0-10 0,5 0-4 15,-1-3-10-15,4 1-5 0,0-3-7 16,0-2-5-16,2-1-7 0,-11-2-7 0,27-4-3 16,-11 2-2-16,-5-5 7 15,3-1 8-15,-5-4 9 0,0 0-1 0,1-1-4 16,-4-4-5-16,0-1-5 0,-5-2-5 16,3 1-6-16,-4 1-4 0,-2 0-3 15,0 1-10-15,1 3-9 0,-1 2-8 0,-2 2-22 16,-2 1-33-16,0 5-40 0,6 4-58 15,-13 0-82-15,13 0-94 0,-15 4-93 0,15-4-117 16,-12 10-165-16,12-4 37 0,0-6-415 16,22 14-539-16</inkml:trace>
  <inkml:trace contextRef="#ctx0" brushRef="#br0" timeOffset="5266.26">25961 3750 2917 0,'0'-8'-11'16,"-2"-2"44"-16,2 10 33 0,-10-13 58 0,7 7 33 15,-6 0 5-15,9 6-16 0,-13-4-12 16,13 4 4-16,-21 2-17 0,8 2-3 0,-1 3-9 16,2 2-8-16,0 2-7 0,2-1-11 15,5 3-8-15,1-1-2 0,2-2-6 16,4 1 3-16,4 2 18 0,1 0 1 0,5-2 15 16,-5 1 18-16,4-2 16 0,0 2 20 15,-4-4 15-15,-1 1 10 0,-1 2 2 0,2-3 2 16,-6 0 7-16,3 1 2 15,-4 0-9-15,0-1-10 0,-4 2-17 0,1 2-16 16,-6-1-15-16,0-1-10 0,0 1-17 16,-3-3-34-16,1-2-49 0,0 0-71 0,-1-3-85 15,3 0-92-15,9-3-113 0,-22-10-117 16,17 3-136-16,1-5-174 0,0-5-14 16,8-1 85-16,5-10-538 0,9-1-699 0</inkml:trace>
  <inkml:trace contextRef="#ctx0" brushRef="#br0" timeOffset="5650.09">26484 3687 3235 0,'9'1'18'0,"-9"-1"71"15,0 0 54-15,0 0 34 0,14 0 25 16,-14 0 11-16,0 0-7 0,0 0-4 0,8 5-7 16,-8-5-14-16,0 0-13 0,0 0-17 15,4 8-18-15,-4-8-7 0,0 0-11 0,6 6-12 16,-6-6-5-16,0 0-7 0,6 6-7 15,-6-6-5-15,0 0-6 0,0 0-6 16,0 0-8-16,9-14 2 0,-9 14-8 0,2-11-3 16,-2 11-8-16,-6-12-11 15,6 12-6-15,-17-6-1 0,2 3-4 0,-7 6-7 16,-14 3 4-16,0 5-8 0,-1 2 5 16,2 3-4-16,3-2 1 0,3 4 2 0,4-1-6 15,10-1-4-15,2-3 3 0,5-1 4 16,5 0 5-16,0 0 5 0,8-1 4 0,4-1-2 15,6-1-1-15,8 1-1 0,9-3-8 16,9-6-37-16,-2-1-47 0,8-5-56 16,9-4-70-16,-1-2-79 0,6-7-68 0,-3-3-57 15,-5-2-44-15,0-5-36 0,-5-5 0 16,0-2-18-16,-3-8 26 0,14-20-523 0,-3-1-472 16</inkml:trace>
  <inkml:trace contextRef="#ctx0" brushRef="#br0" timeOffset="5982.83">27280 3066 2557 0,'7'-47'-72'0,"-5"9"55"16,-6 5 56-16,-3 2 55 0,-3-1 43 15,-1 3 61-15,-5 5 39 0,3 7 19 16,0 5 2-16,-3 7 1 0,4 5 20 16,-12 7 14-16,-6 10 10 0,-6 10 6 15,-1 12 4-15,6 4-15 0,6 9-4 0,1 7-13 16,9 2-27-16,6 1-27 0,5 2-22 16,4-5-21-16,2 0-16 0,1-5-16 0,5-10-15 15,-5-5-17-15,6-5-9 0,-4-6-12 16,1-8-16-16,-2-4-20 0,-3-3-8 0,3-2-38 15,-4-3-17-15,2-1 0 16,-2-7 0-16,0 0 0 0,-6 9 0 0,6-9 0 16,-18 1 0-16,0 3-26 0,-1-2-3 15,-5 3-4-15,-8 3 4 0,7 1-2 16,2-2 8-16,1 1 1 0,6 2 11 0,2-5 12 16,1 5 9-16,6-4 16 0,-4 2 9 15,9-4 2-15,2-4 6 0,-3 10 0 0,3-10-34 16,5 7-9-16,-5-7 0 0,20 4 0 15,-7-4 0-15,-13 0-48 0,37-4-166 0,-17 0-105 16,-1 1-112-16,-2 0-131 0,1-2-169 16,-7-4-116-16,-1 0 80 0,-7 1-686 15,-3-1-902-15</inkml:trace>
  <inkml:trace contextRef="#ctx0" brushRef="#br0" timeOffset="7581.86">24242 5403 3886 0,'0'0'-43'0,"0"0"60"15,13-8 53-15,-9 4 42 0,-4 4 32 16,5-9 35-16,-5 9 20 0,4-8 4 0,-4 8 2 15,5-8 5-15,-5 8 7 0,2-10-3 16,-2 10-9-16,1-7-6 0,-1 7-11 0,0 0-10 16,0 0-11-16,2-10-15 0,-2 10-13 15,0 0-17-15,0 0-12 0,-7-10-11 16,-2 6-10-16,9 4-10 0,-14-8-6 0,2 4-8 16,1-1-5-16,-7 0 3 0,1 0-7 15,0 0-6-15,-3 0-5 0,-5 0-4 16,0 1-5-16,-2 1-4 0,-2 0-4 0,2 1-4 15,-1 2-2-15,-14 0-3 0,4 2-1 16,0 1-1-16,2 0-5 0,-2 4-1 16,2 2-2-16,1 1-2 0,3 2 1 0,-2 3-2 15,-7 7 0-15,5 4 8 0,2 5 4 16,2 2 1-16,-2 7 0 0,5-1 5 0,0 4 1 16,4-1-1-16,6 1-24 0,2 3 0 15,10-7 0-15,0-2 0 0,7 3 0 0,9-1 0 16,4 5 0-16,10-1 0 15,7-4 0-15,10-2 0 0,4-4 0 0,5-4 0 16,5-6 0-16,-1-2 0 0,-4-5 0 16,-10-6 0-16,-3-3 0 0,-5-4 0 0,-4-4 0 15,-3-1 0-15,-1-3 0 0,0-4 0 16,-6-3 0-16,0 2 0 0,-1-4 0 0,-7-3 0 16,-2 0 0-16,-3 0 0 0,-2-2 0 15,-6-4 0-15,0 3 0 0,-7-10 0 0,-3 5 0 16,0 1 0-16,-6 3 0 0,-1 2 0 15,3 7 0-15,-4 2 0 0,4 3 0 0,-2 2 0 16,3 2 0-16,-2-1 0 16,4 2 0-16,2 2 0 0,-1-1 0 0,5 1 0 15,9 0 0-15,-13 0 0 0,13 0 0 16,0 0 0-16,0 0 0 0,0 0 0 0,38-3 0 16,1-1 0-16,6-1 0 0,2 2 0 15,3 1 0-15,-5-1 0 0,-3 3 0 0,-7 1 0 16,-9 1 0-16,-2 1 0 0,1 3 0 15,-3-1 0-15,-5 5 0 0,0 2 0 0,-3 0 0 16,-5 1 0-16,-2 0 0 16,-1 0 0-16,0 3 0 0,-2-3 0 0,-2 3 0 0,0-3 0 15,0-1 0-15,-2 2 0 0,1-4 0 16,-1 1 0-16,2-3 0 0,-2 2 0 0,2-5 0 16,-2 3 0-16,0-8 0 15,2 10 0-15,0-4 0 0,-2-6 0 0,2 7 0 16,-2-7 0-16,7 6-276 0,-7-6-506 15,14-4-170-15,-14 4 91 0,23-11 85 0,-6-1-769 16,9-5-990-16</inkml:trace>
  <inkml:trace contextRef="#ctx0" brushRef="#br0" timeOffset="9698.54">22817 5513 3992 0,'0'-9'-167'15,"0"1"39"-15,-2 0 45 0,2-1 47 0,-5 1 40 16,3 0 34-16,-1-2 32 16,-1 1 10-16,-5-1 5 0,0 0 9 0,-4-1-1 0,-1 7-12 15,-8-2-3-15,-4 6 5 0,-16 6 7 16,-11 6 11-16,-8 11 11 0,-20 17 0 0,0 5 16 16,-9 5 21-16,2 2 9 15,8-3 16-15,6 1 5 0,22-13-6 0,13-2 14 16,6-2-8-16,12-8 13 0,14-2 7 15,5-3 9-15,4-3-1 0,9 0-8 0,12 4-22 16,9-1-14-16,17-6-18 0,8 1-14 16,6-5-11-16,7-3-10 0,-4-1-13 0,-1-2-10 15,-13-2-11-15,-7-2-22 0,-3 0-54 16,-11 0 0-16,-7 0 0 0,-7 0 0 16,1 0-44-16,-5-2-78 0,-2 0-65 0,-1 2-65 15,-2-4-71-15,-8 4-88 0,9-4-89 16,-9 4-117-16,0 0-151 0,0 0 28 15,0 0 77-15,0 0-549 0,-36 2-676 0</inkml:trace>
  <inkml:trace contextRef="#ctx0" brushRef="#br0" timeOffset="9915.62">22157 6210 3150 0,'-19'10'-3'0,"4"-3"45"0,-3 2 49 15,5-2 53-15,-1-1 47 0,5 2 34 16,4-5 24-16,-3 3 16 0,4 0 26 0,4-6 24 15,0 8 6-15,6-2-11 0,3-1-20 16,11-1-27-16,6-2-24 0,14 0-28 16,7-2-21-16,16-4-28 0,3 0-44 15,-5-3-59-15,-14 3-76 0,-3 2-95 0,-2-1-100 16,-13 2-117-16,-6-1-105 0,-10 4-87 16,-6-1-147-16,-7-1-58 0,0 0 81 0,0 0-532 15,-24 11-641-15</inkml:trace>
  <inkml:trace contextRef="#ctx0" brushRef="#br0" timeOffset="10567.02">21008 5699 3441 0,'0'-14'74'0,"-2"3"32"16,2 0 26-16,-2 1 36 0,0 2 42 0,2-1 43 16,0 9 25-16,-2-12 8 0,2 12-30 15,-1-8-28-15,1 8 5 0,0 0 42 0,0 0 7 16,-11 44-1-16,8-7-9 0,-3 4-2 15,-3 13-5-15,2 3-25 0,-2 2-12 0,4-1-14 16,-3 0-21-16,3-5-187 0,1-10-6 16,-1-3 0-16,2 0 0 0,-3-6 0 0,2-7 0 15,3-4 0-15,-1-6 0 16,-2 1 0-16,2-7 0 0,0 1 0 0,2-4 0 16,-1 0 0-16,-4-3 0 0,5-5 0 15,-4 3 0-15,4-3 0 0,0 0 0 0,0 0-456 16,-13-24-268-16,8 10-217 0,-4-10 84 15,4-8 95-15,-1-3-752 0,5-2-959 0</inkml:trace>
  <inkml:trace contextRef="#ctx0" brushRef="#br0" timeOffset="10814.71">20705 5502 4465 0,'-31'-6'61'0,"4"2"49"0,1 2 65 0,4-2 77 0,0 2 77 15,7 0 25-15,0-1-6 16,3 3-22-16,3 0-32 0,9 0-26 0,-12-2-23 16,12 2-22-16,0 0-21 0,0 0-17 15,46-2-22-15,-4 0-12 0,21-4-111 0,4 4-40 16,3 0 0-16,-4-2 0 0,2 4-6 16,-16 0-230-16,-4 0-96 0,-8 0-114 0,-9 2-90 15,-12 0-58-15,-4 2-79 0,-9-1-106 16,-2 2 69-16,-2-1-609 0,-2-4-777 15</inkml:trace>
  <inkml:trace contextRef="#ctx0" brushRef="#br0" timeOffset="16030.93">19654 5404 988 0,'5'-7'357'0,"-3"1"-120"0,0 2-48 16,-2 4-23-16,2-7 2 15,-2 7 15-15,0 0 5 0,0 0-4 0,-2-10 11 16,2 10-12-16,0 0-12 0,0 0 0 15,0 0 13-15,-12 15 5 0,2 3 5 0,-2 9-13 16,-4 6-2-16,-1 0-6 0,-2 11-4 16,-1-1-16-16,4-1-13 0,4-6-14 0,-1-2-10 15,2-3-13-15,-1-2-7 0,4 1-12 16,3-9-8-16,-4-6-10 0,8-1-8 16,-3-4 1-16,2-3-5 0,0 0-3 0,0-2 4 15,2-5-6-15,0 0-3 0,0 0-6 16,0 0-7-16,0 0 1 0,-3-27-7 0,3 6-6 15,0-3 0-15,-2-13-4 0,2 6-4 16,0 6 0-16,0 4-2 0,0 3-4 16,-2 4-2-16,0 0-1 0,0 4-2 15,2 0-7-15,0 1 1 0,0 9-2 0,0-7 3 16,0 7 3-16,0 0 3 0,0 0-6 16,0 0 2-16,21 21 3 0,-13-13 1 0,1 3-5 15,0-1 6-15,3 2-5 0,-2-2 4 16,-1 2-6-16,1-1 3 0,-3-1 7 0,1-2-5 15,-5 0-3-15,5-4 1 16,-2 3 8-16,-4-1 3 0,2-2 2 0,-4-4-3 16,0 0 7-16,0 0-6 0,0 0-5 15,0 0 5-15,-9-20 6 0,2 13 13 16,3 0 4-16,3 2-4 0,1 5 4 0,-8-8-13 16,8 8-6-16,0 0 3 0,0 0-8 15,0 0 6-15,0 0 1 0,-7 20-7 0,7-11 6 16,2 3-3-16,1-2 1 0,-1 1-5 15,4 1 15-15,-1 0-13 0,4-4-3 0,-6 1 12 16,3-3-18-16,-1 2 4 0,-1-3 7 16,-4-5-7-16,7 10-11 0,-7-10-15 15,7 5-25-15,-7-5-46 0,6 3-58 16,-6-3-71-16,0 0-89 0,0 0-84 0,0 0-110 16,0 0-164-16,0 0-2 0,0 0 65 15,0 0-427-15,0 0-504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43:27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28971 2851 831 0,'9'-5'181'0,"-9"5"-14"15,2-7 2-15,-2 7-6 0,0 0 8 16,0 0 3-16,1-12 4 0,-1 12 12 16,0-7 8-16,0 7 20 0,0 0 14 0,0-10 9 15,0 10 9-15,0 0-3 0,4-9-2 16,-4 9-5-16,0 0-8 0,0 0-6 16,2-6-22-16,-2 6-25 0,0 0-19 0,0 0-16 15,0 0 16-15,0 0-4 0,0 0-12 16,-7 37-15-16,1-16-8 0,-2-1-12 0,2 3-2 15,-5 6-10-15,-1 0-24 0,3 0-4 16,1-5-6-16,-4 6-9 0,3-3-6 16,0-3-5-16,2-3-6 0,-2-3 3 0,4-3-44 15,-1-1-43-15,1 1-61 16,-1-4-65-16,0-1-64 0,0-2-76 0,0-3-107 16,1-4-168-16,5-1-153 0,0 0 65 15,-16-10-475-15,14-1-617 0</inkml:trace>
  <inkml:trace contextRef="#ctx0" brushRef="#br0" timeOffset="250.81">28815 2646 3297 0,'-11'-4'48'0,"4"-3"43"15,0 3 46-15,7 4 49 0,-7-6 36 16,7 6 7-16,-4-6-8 0,4 6-23 0,0 0-18 15,8-10-20-15,4 6-16 0,2-1-14 16,8-3-10-16,10 1-16 0,4 0-9 16,4 2-23-16,-1 1-56 0,-2 0-62 0,-1-2-72 15,-9 3-67-15,-6 2-45 0,-4-1-38 16,-5 2-28-16,-3-2-47 0,-9 2-53 0,11 2-104 16,-11-2-100-16,0 0 50 0,0 8-171 15,0-8-212-15</inkml:trace>
  <inkml:trace contextRef="#ctx0" brushRef="#br0" timeOffset="798.6">29054 3151 2096 0,'-4'11'69'0,"0"-4"29"16,2-3 36-16,2-4 76 0,0 0 37 15,0 9 22-15,0-9 13 0,6 9-5 16,-6-9-5-16,15 5-23 0,-5-1-19 0,3-4-24 16,1 2-19-16,0 1-19 15,6-2-17-15,-5 1-11 0,-2-4-18 0,4 2-11 16,-1-4-9-16,-1 2-10 0,-2-2-9 16,0-4-6-16,-1 0-1 0,-1-1-4 0,-1-3-6 15,-2-3-3-15,-1-4-5 0,-1 4-2 16,-2 0-3-16,-4-2 0 0,1 3-11 15,-1 2-4-15,0 0-7 0,-3 0-3 0,-1 3-6 16,0 2 5-16,-3 2-10 0,7 5-1 16,-19-5-3-16,9 4 3 0,10 1-2 0,-17 0-4 15,17 0-5-15,-13-2 1 0,13 2 2 16,0 0 4-16,0 0-2 0,-14-2 1 0,14 2 3 16,0 0-3-16,25-10-5 15,-6 3 5-15,3 0-5 0,9-2-2 0,-4-1 7 16,-6 2-7-16,-4 6-1 0,-2-3 1 15,-4 1-1-15,1 3-6 0,-12 1 1 16,21 1 11-16,-11 3-1 0,-3 3 13 0,1 3-3 16,-1 2 11-16,-2 1-22 0,-2 5 2 15,1-1 6-15,0 4 2 0,0 1-3 0,-3-3 0 16,3 1-3-16,0 2 2 0,0 0-2 16,-2-5 0-16,0 1-1 0,0-3-5 15,0-2-26-15,0-1-48 0,-1 0-64 0,-1-2-74 16,2-1-85-16,0-3-104 15,0-1-147-15,-2-5-249 0,4 5 65 0,-4-5 85 0,0 0-435 16,0 0-549-16</inkml:trace>
  <inkml:trace contextRef="#ctx0" brushRef="#br0" timeOffset="1199.52">29772 3105 2846 0,'-5'0'8'0,"5"0"43"0,0 0 36 0,0 0 37 0,0 0 18 16,-20-2 1-16,20 2-5 0,0 0-2 16,0 0 17-16,0 0-3 0,0 0-6 0,0 0-11 15,0 0-13-15,0 0-8 16,44 0-9-16,-32-2-13 0,-3 1-4 0,2-1-6 16,-3 0 8-16,4-1 4 0,-3-1 1 15,-1-1 6-15,-1 0 4 0,1-2-5 0,-4 2-10 16,-1-2-6-16,-1 0-6 0,-2 1-12 15,0 6-4-15,-4-14-9 0,-3 5-5 0,-2 4-6 16,-3 0-4-16,-1 0-5 0,0 3-3 16,-3 1-1-16,16 1 1 0,-30 1 7 15,12 4 1-15,3 1 0 0,0-1-2 0,-2 5 0 16,6-1 1-16,1 2-15 16,1 2 8-16,3-1 3 0,2 1 9 0,4-1-4 15,2 2 1-15,6-1 0 0,3 3-5 16,4-3-7-16,2-1 0 0,2-4 1 0,4-2-6 15,-2 0-47-15,0-3-51 0,2-3-61 16,-2 0-76-16,3-3-77 0,-1-3-96 16,2-2-115-16,6-4-168 0,-2-2-41 0,-1 1 73 15,1-1-374-15,0-1-489 0</inkml:trace>
  <inkml:trace contextRef="#ctx0" brushRef="#br0" timeOffset="1617">30431 2983 2738 0,'0'0'6'0,"0"0"40"0,0 0 31 16,0 0 40-16,0 0 30 0,0 0 23 15,0 0 5-15,0 0 32 0,0 0 21 0,-6 18 5 16,6-18-5-16,13 3-4 0,-13-3-2 16,18 3-1-16,-8-1-15 0,-10-2-3 0,20-2 5 15,-8 2-1-15,-12 0 6 0,21-1-3 16,-21 1 3-16,17-4 2 0,-9 3 6 15,-8 1-2-15,14-9-13 0,-13 5-22 16,-1 4-20-16,6-13-16 0,-6 6-20 16,0 7-14-16,-6-14-21 0,-4 6-93 0,-3 3 0 15,-2 1 0-15,-6 1 0 0,2 3 0 16,-6 1 0-16,-2 3 0 0,5 1 0 0,-1 1 0 16,0 2 0-16,6 0 0 0,1 1 0 15,5-1 0-15,-1 1 0 0,5 0 0 0,1-3 0 16,3 5 0-16,1-5 0 0,4 3 0 15,1 0 0-15,9 1 0 0,1-2 0 16,4 3 0-16,4-3 0 0,2 2 0 0,-2-3 0 16,2 0 0-16,-6 0 0 0,-2-1 0 15,3-2-266-15,-7 0-142 0,-1 2-81 0,-6 0-89 16,-3 0-160-16,-4 3-102 16,-9 7 81-16,-13 8-640 0,-19 2-851 0</inkml:trace>
  <inkml:trace contextRef="#ctx0" brushRef="#br0" timeOffset="2016.31">29272 3767 3853 0,'7'-11'-10'0,"-5"3"42"0,2-2 59 0,1-1 62 0,-1 0 51 15,3-2 34-15,-1 1 13 0,2 1 4 16,-2 1 9-16,-3-1 3 0,3 2-15 0,-3 2-21 16,-1 2-25-16,5 0-25 0,-7 5-23 15,0 0-11-15,0 0-4 0,0 0-5 0,11 22-15 16,-9-3-7-16,-4 6-11 0,2-2-9 15,-4 14-8-15,2 0-6 0,1-2-7 16,-3 2-4-16,-3 1-6 0,5-2-9 16,-3-2-5-16,1-7-2 0,1-2-6 0,-1-1-2 15,-2-5-5-15,2-2-22 0,0-5-39 0,-2 1-55 16,5-2-65-16,-3-5-88 16,-2-1-130-16,5-1-130 0,1-4-127 0,0 0-163 15,0 0-28-15,0 0 82 0,-24-12-592 16,21 3-777-16</inkml:trace>
  <inkml:trace contextRef="#ctx0" brushRef="#br0" timeOffset="2214.71">29019 3957 3920 0,'-13'-4'81'0,"5"0"55"0,1 0 56 0,7 4 49 16,0 0 31-16,-13-3-7 15,13 3-22-15,0 0 6 0,0 0 27 0,0 0-2 16,0 0-18-16,4 18-18 0,3-8-26 15,4-2-21-15,3 4-18 0,2-1-14 0,2 1-20 16,-1 0-53-16,2-3-73 0,0 2-108 16,5 4-104-16,-2-4-104 0,-3-1-121 15,1-3-126-15,-2-4-132 0,1 0-110 0,2-3 66 16,-2-1-582-16,2-1-765 0</inkml:trace>
  <inkml:trace contextRef="#ctx0" brushRef="#br0" timeOffset="2451.3">29606 3935 3389 0,'4'-7'-1'0,"-1"3"65"0,-3 4 72 16,1-11 39-16,-1 11 36 16,0 0 23-16,0 0 23 0,0 0 21 0,0 0 9 15,-37 17 6-15,13 0-4 0,-1 6-4 16,-1 0-11-16,-9 9-19 0,5 2-17 0,-1-2-14 16,8-6-20-16,0-2-15 0,3 1-20 15,1 1-5-15,1-4-15 0,5-5-14 0,4-3-14 16,0-2-11-16,4-3-48 15,-1-1-62-15,3-2 0 0,-1-2 0 0,4-4 0 16,0 0-30-16,0 0-201 0,0 0-75 16,0 0-111-16,0 0-121 0,0 0-136 15,-8-17-176-15,6 11 76 0,0 0-713 0,-2 0-933 16</inkml:trace>
  <inkml:trace contextRef="#ctx0" brushRef="#br0" timeOffset="3114.9">28436 5010 3793 0,'0'-7'-134'0,"2"0"61"0,-2 7 61 15,4-10 63-15,-4 10 51 0,2-9 45 0,-2 9 21 16,0-6 9-16,0 6-10 16,0 0-2-16,0 0 41 0,0 0 27 0,0 0 3 15,0 0-24-15,0 32 10 0,-9-1-1 16,3 1-21-16,-4-1-11 0,2 2-21 0,1 2-15 15,-3-4-16-15,1 1-17 0,1-3-9 16,5-5-13-16,1-5-25 0,-3-4-42 16,3-3-61-16,0 0-63 0,2-2-45 0,-1-1-40 15,1-4-52-15,0-5-109 0,0 0-101 16,0 0-105-16,0 0-150 0,0 0-6 0,15-27 64 16,-11 9-429-16,0 0-539 15</inkml:trace>
  <inkml:trace contextRef="#ctx0" brushRef="#br0" timeOffset="3314.98">28316 4984 3182 0,'-10'-5'91'16,"3"1"52"-16,-1 0 49 0,8 4 42 15,-11-5 22-15,11 5 4 0,0 0-17 0,-8-6-14 16,8 6-27-16,0 0-18 0,0 0-9 16,0 0-6-16,19-6-18 0,-4 2-16 0,6 2-15 15,4-1-13-15,15 0-10 0,-1-2-32 16,-1 1-71-16,-4 2-70 0,-7 2-80 0,0 0-104 15,-2 2-103-15,-7 0-81 0,0 3-80 16,-6 0-83-16,-6 4-32 0,-4-1-436 16,-4 4-546-16</inkml:trace>
  <inkml:trace contextRef="#ctx0" brushRef="#br0" timeOffset="3465.15">28423 5213 2814 0,'-17'18'-79'16,"1"-1"57"-16,1-1 60 0,-2 4 43 15,4-4 36-15,1-3 17 0,3-1 12 0,1-1 5 16,3-1 3-16,3-2-3 0,-3 4-8 15,3-4-11-15,2 1-10 0,7 0-10 0,-1 0-14 16,1-1-13-16,6-1-27 16,3 1-64-16,0-6-85 0,5 0-95 0,1 0-97 15,3-6-121-15,0 2-153 0,9-8 5 16,-4-1-250-16,3-5-288 0</inkml:trace>
  <inkml:trace contextRef="#ctx0" brushRef="#br0" timeOffset="3698.62">28953 4917 2472 0,'4'-18'172'16,"-4"3"53"-16,1 3 55 0,-1 5 54 0,2-3 35 16,0 4 3-16,-2 6-26 0,0-11-45 15,0 11-28-15,0 0 8 0,0 0-7 16,0 0-19-16,-4 27-24 0,3-8-23 16,-5 14-17-16,2 4-18 0,-2 0-16 15,-2 4-17-15,3-1-16 0,-1-1-27 0,1-1-53 16,-4-3-59-16,2-2-85 0,2-2-71 15,-1-5-63-15,2-5-66 0,3-4-73 0,-4 0-60 16,-1-5-75-16,3-4-114 0,-1-1-79 16,-2-2 55-16,6-5-448 0,-5 5-564 15</inkml:trace>
  <inkml:trace contextRef="#ctx0" brushRef="#br0" timeOffset="3850.01">28764 5302 2878 0,'-12'-9'83'0,"5"2"58"15,-2 0 60-15,0 4 59 0,9 3 60 16,-11-7 41-16,11 7-18 0,-7-5-15 15,7 5-38-15,-7-5-31 0,7 5-23 16,0 0-26-16,0 0-27 0,0 0-35 0,0 0-76 16,25-7-87-16,0 7-88 0,4-2-113 15,15 0-129-15,2 0-139 0,11-4-210 0,-7 3-6 16,-3-3 80-16,3 0-447 0,5 0-538 16</inkml:trace>
  <inkml:trace contextRef="#ctx0" brushRef="#br0" timeOffset="4248.16">29667 5099 2814 0,'4'-8'-27'0,"-1"-3"46"15,-2 5 44-15,1-5 40 0,0 4 43 16,-2 7 17-16,0-14 12 0,0 14 11 16,0-10-3-16,0 10-6 0,-4-8-11 0,4 8-12 15,-6-6-7-15,6 6-7 0,-17 0 0 16,17 0 0-16,-32 9-4 0,12-2-5 0,1 0-5 15,1 3-14-15,0-1-10 0,1 3-11 16,5-1-9-16,1 1-11 0,4 0-3 0,1-3-7 16,6 3-4-16,2-2-6 0,2 2-4 15,1 1-2-15,8-3 4 0,-1 1 29 16,1 1 26-16,7 0 21 0,-5-1-2 0,-3-2 8 16,-1 0 9-16,0-1 5 0,-3-1 0 15,-1 0 1-15,1 0 1 0,-3 0 5 16,-1-2 15-16,1 1 6 0,-5 1-3 15,0-7-43-15,-9 16-127 0,2-10 0 0,-4 3 0 16,-1 0 0-16,-1-1 0 0,-5-1 0 16,5 1 0-16,-2-2 0 0,0 0 0 0,-1-6 0 15,1 2 0-15,2 0 0 0,0-4 0 16,2 0-120-16,-3-4-356 0,5-1-118 0,3-7-145 16,4 0-135-16,6-3 78 0,5-12-766 15,9-2-1004-15</inkml:trace>
  <inkml:trace contextRef="#ctx0" brushRef="#br0" timeOffset="4914.97">29955 4731 4577 0,'6'-23'52'0,"-4"6"74"15,-1 3 78-15,1 1 56 0,0 4 39 0,-2 0-1 16,2 3-30-16,-2 6-25 0,2-9-27 16,-2 9-15-16,0 0 18 0,0 0-12 0,0 37-9 15,-4-2-5-15,-1 3-7 0,-1 4-16 16,-3 13-19-16,-1-1-28 0,0 2-123 15,5-1 0-15,-1-12 0 0,-2-2 0 0,2-2 0 16,1-2 0-16,-2-4 0 16,0-8 0-16,3-6 0 0,4-5 0 0,-1-1 0 0,-1-1 0 15,0-3 0-15,2-9 0 0,4 8 0 16,-4-8 0-16,0 0 0 0,0 0 0 16,38-22 0-16,-15 5 0 0,-4 3 0 15,-1 0 0-15,-6 1 0 0,-1 3 0 0,0 0 0 16,-4 4 0-16,0 0 0 0,1 4 0 15,-8 2 0-15,0 0 0 0,0 0 0 0,16 14 0 16,-13-6 0-16,1 1 0 0,0 3 0 16,1 3 0-16,0-1 0 0,0-2 0 15,1 0 0-15,-1-2 0 0,1 0 0 0,2-3 0 16,2-2 0-16,1 0 0 0,2-3 0 16,0-2 0-16,-13 0 0 0,33-7 0 0,-12 2 0 15,-2-4 0-15,0 2 0 16,-2-3 0-16,0 0 0 0,1 0 0 0,-7 1 0 15,-1 4 0-15,-1-2 0 0,-2 2 0 16,-1 0 0-16,-6 5 0 0,12-5 0 0,-12 5 0 16,0 0 0-16,0 0 0 0,0 0 0 15,0 0 0-15,17 10 0 0,-17-10 0 0,1 12 0 16,3-7 0-16,-4-5 0 0,7 12 0 16,-4-7 0-16,1 1 0 0,2-1 0 15,-6-5 0-15,15 5 0 0,-4-4 0 16,-11-1 0-16,24-1 0 0,-12-3 0 15,-1 1 0-15,2-2 0 0,-2-2 0 0,1-3 0 16,-1 1 0-16,-4-1 0 0,0 0 0 16,0-2 0-16,-3-1 0 0,-2-3 0 0,-1 3 0 15,-1-3 0-15,-1 4 0 0,-1-1 0 16,-2 1 0-16,-3 3 0 0,2-3 0 0,-2 4 0 16,-5 4 0-16,2-1 0 0,-1 3 0 15,4 1 0-15,7 1 0 0,-20 0 0 0,20 0-193 16,-14 1-474-16,14-1-155 0,-12 2-90 15,12-2 102-15,0 0-818 0,0 0-1067 16</inkml:trace>
  <inkml:trace contextRef="#ctx0" brushRef="#br0" timeOffset="5231.93">30813 5089 4778 0,'0'0'68'0,"0"0"67"0,0 0 58 0,0 0 47 16,0 0 8-16,0 0-7 0,0 0-5 15,0 0-13-15,-20 8-6 0,16 2-22 0,3-1-17 16,1 3-14-16,-2 1-13 0,2 0-16 16,2 0-12-16,-1 4-9 0,3-5-7 0,1 3-11 15,0-1-5-15,3-1-4 0,-1-1-3 16,3-2 0-16,1-1-81 0,0 0-3 0,5-6 0 16,-1 2 0-16,1-5 0 15,-2 0 0-15,-14 0 0 0,27-3 0 0,-13-1 0 16,-1-2 0-16,-2-1 0 0,-3-5 0 15,2 1 0-15,-3-3 0 0,-1-2 0 0,0-3 0 16,0-5 0-16,-5 1 0 0,3 1 0 16,-2 6 0-16,-2-4-206 0,0 6-108 15,-4-1-90-15,1 4-102 0,-1 1-113 0,-4 2-171 16,2 1-4-16,-1 3 88 0,1 1-604 16,6 3-768-16</inkml:trace>
  <inkml:trace contextRef="#ctx0" brushRef="#br0" timeOffset="5466.21">31228 4766 3445 0,'8'-29'12'0,"-5"5"43"15,1 2 61-15,0-1 63 0,-1 5 57 16,2 3 45-16,-3 3 2 0,0 0-21 0,0 0-24 16,-1 5-34-16,-1 7-20 0,0 0 1 15,0 0 4-15,0 0-12 0,0 39-8 16,-3-2-14-16,-9 15-5 0,3 5-27 0,-3 4-12 15,0-3-6-15,1 3-10 16,2-1-27-16,-3-7-71 0,-1-5-68 0,3-9-54 0,1-6-63 16,0-2-70-16,3-7-78 0,-1-5-84 15,6-5-106-15,-1-4-137 0,4-3-33 0,-1-2 71 16,-1-5-433-16,14-2-531 16</inkml:trace>
  <inkml:trace contextRef="#ctx0" brushRef="#br0" timeOffset="5914.58">31973 4414 3020 0,'0'-14'125'0,"0"7"61"0,0-2 65 15,0 2 61-15,0 7 50 0,-2-9 4 16,2 9-9-16,0 0-28 16,0 0 8-16,0 0 32 0,0 0 12 0,-32 40-3 15,15-7 18-15,-4 13-18 0,-2 3-29 16,0 7-54-16,1-2-295 0,0 5 0 0,3-4 0 15,-3-1 0-15,0 2 0 0,1-3 0 16,0-9 0-16,6-1 0 0,2-11 0 0,3-8 0 16,5-7 0-16,-1-3 0 0,0 0 0 15,3-4 0-15,-2-3 0 0,3-1 0 0,2-6 0 16,0 0 0-16,0 0 0 0,0 0 0 16,0 0 0-16,0 0 0 0,2-31 0 0,-2 19 0 15,-4-2 0-15,1 0 0 0,-3 2 0 16,-5 0 0-16,-5 2 0 0,-5 3 0 15,-1 2 0-15,-7 5 0 0,-11 3 0 16,0 6 0-16,4 4 0 0,2 3 0 16,5 1 0-16,4 3 0 0,6 1 0 0,6-3 0 15,5-3 0-15,2-3 0 0,4-2 0 16,4-2 0-16,4 1 0 0,2-1 0 0,5-2 0 16,2-2 0-16,0-1 0 0,3-1 0 15,-3-2 0-15,-2 0 0 0,2 0 0 0,-5 2 0 16,1-2-547-16,-11 0-152 0,10 3-163 15,-10-3 0-15,-6 9 85 0,-5-1-734 16,-18 11-958-16</inkml:trace>
  <inkml:trace contextRef="#ctx0" brushRef="#br0" timeOffset="6632.44">28749 6186 4505 0,'-10'-7'94'0,"5"-1"45"0,2 1 64 0,-1 0 49 0,4 7 18 0,-1-8-10 0,1 8-29 16,0 0-18-16,0 0-12 16,8-7-3-16,-8 7-14 0,15 3-13 0,-15-3-13 15,21 9-16-15,-10-6-11 0,-4 2-13 16,5-1-9-16,0 1-15 0,-5 0-9 0,-1-2-9 15,4-1-3-15,-5 2-6 0,-5-4-4 16,11 3-3-16,-2 0 0 0,-9-3-26 16,0 0-34-16,18-6 0 0,-6-1 0 0,3-4 0 15,1-2 0-15,-2 1 0 0,-2 3 0 16,3 1 0-16,-6-3 0 0,3 3 0 16,-2 2 0-16,-5 2 0 0,3-1 0 15,-2 3 0-15,-6 2 0 0,15 0 0 0,-15 0 0 16,19 7 0-16,-6-1 0 0,-1 3 0 15,1 0 0-15,-2-1 0 0,3 1 0 0,1-1 0 16,-1-1 0-16,-1-2 0 0,-1-2 0 16,1 1-92-16,-1-2-254 0,0-2-50 0,1-2-33 15,3-3-23-15,1-4-11 0,-2-1-3 16,3-1 8-16,-1 0 20 0,-2-1 45 0,-4 2 67 16,0-2 70-16,2 3 77 0,-6 1 78 15,-2-2 79-15,3 3 70 0,-4 3 65 16,2-4 41-16,-2 6 23 0,-1-4 10 0,-3 6-1 15,4-6-1-15,-4 6 8 0,0 0-8 16,0 0-18-16,0 0-12 0,0 0-18 16,16 12-5-16,-13-7-3 0,5 2-16 0,1-1-12 15,7 7-13-15,-1-7-2 0,2 0-8 16,4-1-11-16,3 0-10 0,3-5-1 16,0 0-2-16,-8-2-6 0,2 0-4 0,-6-4-2 15,2 2-4-15,-1-1 1 0,-7-2 3 16,-1 0-13-16,-2 1 5 0,-4-3 0 0,-4 0 13 15,-2-2-20-15,-4-3-1 0,-3-4-8 16,0 4 3-16,-5-1-6 0,-1 4 3 0,2-1-9 16,-3 4 0-16,1 1-5 0,0 5-26 15,2 2-30-15,-1 0-37 0,2 2-46 0,-2 3-37 16,5-1-53-16,2 1-44 0,2-2-41 16,7-3-53-16,0 0-91 0,0 0-115 15,0 0-75-15,37 2 49 0,-10-7-380 16,14-4-453-16</inkml:trace>
  <inkml:trace contextRef="#ctx0" brushRef="#br0" timeOffset="6866.09">30214 5636 3046 0,'8'-18'246'0,"-2"7"72"0,-3-1 91 0,1 1 54 16,-2 5 18-16,0-1-13 0,-2 7-36 16,0-9-41-16,0 9-34 0,0 0-4 0,0 0-21 15,-15 33-26-15,1 1-25 0,1 3-31 16,-2 10-192-16,2 3-58 0,-1 0 0 15,1 3 0-15,2 1 0 0,1-14 0 16,4-3 0-16,1 0 0 0,-1-10 0 0,4-6 0 16,-3-4 0-16,4-5 0 0,-1 2 0 15,2-6 0-15,0-1-99 0,0-2-266 0,0-5-53 16,0 0-39-16,0 0-34 0,0 0-25 16,0 0-14-16,0 0 11 0,-2-29 15 0,-5 13 49 15,-4 1 63-15</inkml:trace>
  <inkml:trace contextRef="#ctx0" brushRef="#br0" timeOffset="7014.02">30024 6034 3001 0,'-24'-15'-100'0,"6"0"58"0,-1 6 61 0,1 0 59 15,0-2 61-15,2 4 40 0,3 0 28 16,2 2 14-16,1 2-8 0,0-1-16 16,10 4-19-16,-11-6-18 0,11 6-14 15,0 0-13-15,0 0-11 0,0 0-14 16,0 0-12-16,0 0-46 0,38 8-67 0,-17-6-99 16,5 0-110-16,7-2-120 0,7-4-155 15,2 2-130-15,2-4 52 0,3-1-336 0,13-4-395 16</inkml:trace>
  <inkml:trace contextRef="#ctx0" brushRef="#br0" timeOffset="7430.97">30789 5554 2831 0,'4'-23'181'0,"-2"5"49"16,-2 4 59-16,3 1 64 16,-3 4 39-16,2-1-4 0,-2 2-29 0,2 2-40 15,-2 6-34-15,0 0-18 0,0 0 18 16,0 0-4-16,-4 24-18 0,-1 1-15 0,-2 11-10 15,-4 14-9-15,-3-1-23 0,-1 3-19 16,-4 0-23-16,4-1-13 0,-3-1-106 0,2-1-45 16,0-3 0-16,5-11 0 0,-1-3 0 15,4-8 0-15,1-4 0 0,2-5 0 16,1-1 0-16,-1-2 0 0,3-2 0 0,-1-3 0 16,3-2 0-16,0-5 0 0,0 0 0 15,0 0 0-15,0 0 0 0,0 0 0 0,26-32 0 16,-12 18 0-16,7-10 0 15,0 4 0-15,-2-2 0 0,3 1 0 0,-4 6 0 16,-3 3 0-16,1 4 0 0,-4-1 0 16,2 4 0-16,-3 1 0 0,0 3 0 0,2 2 0 15,-2 5 0-15,-4 0 0 0,3 2 0 16,-4 0 0-16,-1 5 0 0,-1-1 0 0,0 2 0 16,-3 1 0-16,2 2 0 0,-1-3 0 15,-2 1 0-15,0-3 0 0,0-4 0 0,-2 3 0 16,4-3 0-16,-2 0-109 15,0 0-321-15,2-2-87 0,0 0-61 0,-2-6-101 0,0 0-148 16,3 5 71-16,-3-5-705 16,8 0-909-16</inkml:trace>
  <inkml:trace contextRef="#ctx0" brushRef="#br0" timeOffset="8048.24">31128 5960 3833 0,'7'-7'3'0,"-5"0"84"0,-2 7 53 0,4-7 55 16,-4 7 52-16,0 0 42 0,1-7 17 0,-1 7-12 15,0 0-27-15,0 0-27 0,0 0-4 16,0 0 9-16,0 0-4 0,0 0-15 0,0 0-14 16,0 0-17-16,-3 26-15 0,1-18-16 15,0 0-14-15,-5 0-8 0,4 2-11 0,-5-1-13 16,1 1-68-16,0 0-50 16,0-3 0-16,0 1 0 0,-1-3 0 0,3 0 0 15,5-5 0-15,-14 4 0 0,14-4 0 16,0 0 0-16,0 0 0 0,-18-12 0 0,18 4 0 15,1-1 0-15,5-8 0 0,1 1 0 16,3 0 0-16,0 2 0 0,-3 1 0 16,0 2 0-16,2 2 0 0,-4 4 0 0,-5 5 0 15,11-3 0-15,-11 3 0 0,0 0 0 16,18 14 0-16,-14-6 0 0,-1 2 0 0,1 2 0 16,-2 2 0-16,2-3 0 0,-3 0 0 15,3-1 0-15,-2 0 0 0,1-3 0 0,-1 1 0 16,0-2 0-16,-2-6 0 0,5 12 0 15,-5-12 0-15,7 3 0 0,-7-3 0 16,0 0 0-16,25-9 0 0,-10 1 0 16,-1 0 0-16,3-3 0 0,0-2 0 0,4-3 0 15,0 2 0-15,-7 3 0 0,-1 3 0 16,-3 2 0-16,-1 0 0 0,-4 2 0 0,-5 4 0 16,13-2 0-16,-13 2 0 0,0 0 0 15,25 12 0-15,-16-5 0 0,-2 3 0 0,0-1 0 16,1 0 0-16,0-1 0 0,0 1 0 15,-1-1 0-15,-2-2 0 0,6 0 0 0,-2-3 0 16,0-1 0-16,-9-2 0 0,21 2 0 16,-21-2 0-16,25-4 0 0,-14 1 0 15,3-3 0-15,-1-2 0 0,2-2 0 0,-1 2 0 16,-3-3 0-16,3-1 0 0,1-1 0 16,-5 1 0-16,1 2 0 0,-2-1 0 15,-3 3 0-15,0-2 0 0,0 3 0 16,-5 0 0-16,1 0 0 0,-2 7 0 0,-2-10 0 15,2 10 0-15,-5-5-425 0,5 5-586 16,0 0 83-16,-14 0 101 0,14 0-873 0,0 0-1136 16</inkml:trace>
  <inkml:trace contextRef="#ctx0" brushRef="#br0" timeOffset="8414.89">31686 5879 4601 0,'0'0'42'0,"0"0"71"0,0 0 59 15,0 0 74-15,0 0 57 16,0 0 25-16,0 0-1 0,0 0-14 0,0 0-19 15,0 0-24-15,0 0-19 0,0 0-15 16,25-3-12-16,-25 3-16 0,0 0-16 16,16 2-121-16,-8-1-71 0,-8-1 0 0,19 0 0 15,-10 2 0-15,-9-2 0 0,21 0 0 16,-21 0 0-16,22-2 0 0,-13 1 0 0,0-3 0 16,-9 4 0-16,18-5 0 15,-11 2 0-15,-7 3 0 0,7-6 0 0,-7 6 0 0,0 0 0 16,0 0 0-16,0 0 0 15,0 0 0-15,0 0 0 0,0 0 0 0,-47 11 0 16,35-4 0-16,-1 1 0 0,8 1 0 16,-4-2 0-16,2 1 0 0,2-1 0 0,-1 1 0 15,4-1 0-15,2-7 0 0,-2 14 0 16,2-14 0-16,4 10 0 0,-4-10 0 0,6 5 0 16,-6-5 0-16,7 7 0 0,-7-7 0 15,7 6 0-15,-7-6 0 0,1 4-496 16,-1-4-192-16,-1 11-187 0,-6-5 4 0,-2 6 101 15,-12 7-757-15,-8 3-973 0</inkml:trace>
  <inkml:trace contextRef="#ctx0" brushRef="#br0" timeOffset="9064.01">28665 6764 4532 0,'-8'-5'92'0,"8"5"39"0,-5-9 30 0,5 9 29 0,-4-5 9 0,4 5-13 15,0 0-16-15,0 0-8 0,0 0 9 16,0 0 12-16,0 0-22 0,0 0-18 15,18 22-13-15,-11-15-9 0,-3 0-2 0,-1 0 4 16,-3 0-3-16,2 1 6 0,-2 1-1 16,-2-1-11-16,-1 4-12 0,-1-3-8 0,-3-1-10 15,0 0-5-15,0-2-5 0,-3 1-13 16,4-2-4-16,-5 0 1 0,2-1-9 0,9-4-9 16,-18 0-10-16,18 0-26 0,-16-6-4 15,3-5 0-15,8 1 0 0,3-1 0 0,0-1 0 16,0 2 0-16,2 0 0 15,0 1 0-15,2 1 0 0,0 1 0 0,-2 7 0 16,7-12 0-16,1 8 0 0,-8 4 0 16,17-3 0-16,-6 1 0 0,3 4 0 0,-3-1 0 15,9 1 0-15,-2 1 0 0,5 1 0 16,2 0 0-16,-2-1 0 0,1-1 0 16,-8-1 0-16,4 1 0 0,-7 0 0 0,0 0 0 15,-2 0 0-15,-1-2 0 0,-10 0 0 16,19 0 0-16,-19 0 0 0,15 1 0 0,-15-1 0 15,12-1 0-15,-12 1 0 0,11-2 0 16,-11 2 0-16,14 0 0 0,-14 0 0 0,11-2 0 16,-11 2 0-16,11 0 0 0,-11 0 0 15,12 2 0-15,-12-2 0 0,13 0 0 16,-13 0 0-16,12 2 0 0,-12-2 0 16,15 0 0-16,-15 0 0 0,23-2 0 0,-10 0 0 15,3 0 0-15,2-1 0 0,3-2 0 16,2 1-171-16,2 0-179 0,-3-2-78 0,3-1-69 15,-3 0-49-15,1 2-71 0,-3-4-93 16,1 1-7-16,1 0 70 0,-2-3-546 0,-1 1-658 16</inkml:trace>
  <inkml:trace contextRef="#ctx0" brushRef="#br0" timeOffset="9267.33">29480 6619 3147 0,'18'-15'64'0,"-5"3"80"0,-6 2 57 0,2 3 58 0,-4 0 40 16,-1 2 31-16,-4 5-1 15,5-4-29-15,-5 4-3 0,0 0 6 0,0 0-9 16,4 31-20-16,-11 0-27 0,-6 18-24 15,-1 4-22-15,-1 10-21 0,-4 25-13 0,-3 1-17 16,6 0-14-16,-4-2-15 0,7-16-12 16,-2-3-26-16,2-3-35 0,-1-5-51 0,3-2-44 15,-2-11-45-15,1-12-36 0,5-6-34 16,-1-9-34-16,2-6-40 0,2-6-50 0,-2-6-56 16,6-2-45-16,0 0-48 0,0 0-55 15,-1-33-98-15,-3 8-82 0,2-13 48 0,0-1-474 16,0-6-566-16</inkml:trace>
  <inkml:trace contextRef="#ctx0" brushRef="#br0" timeOffset="9414.87">29279 6931 2949 0,'0'-27'43'0,"-3"9"54"0,1 2 52 15,0 5 45-15,2 1 30 0,-1 2 22 0,1-1-7 16,0 9-21-16,-2-6-4 0,2 6-18 16,0 0-8-16,0 0-25 0,0 0-10 0,0 0-19 15,0 0-11-15,5 23-52 0,0-15-67 16,1 2-83-16,-5-2-107 0,5 3-111 0,-2-2-143 15,3-1-210-15,1-2 18 16,3 0 70-16,0-4-377 0,3 1-417 0</inkml:trace>
  <inkml:trace contextRef="#ctx0" brushRef="#br0" timeOffset="9782.1">30269 6607 2869 0,'-2'-11'124'0,"2"1"8"0,-1-1 34 16,-1 2 30-16,0 2 22 0,2 7-1 15,-6-13-14-15,3 8-14 0,-6 0-17 0,4 0-14 16,-6 3-13-16,11 2-11 0,-34 2-10 15,1 8 2-15,1 4-2 0,-3 5 10 0,-3 5 12 16,2 3 7-16,5 2 15 0,6-1-25 16,6-1 1-16,2 4-18 0,2-4-4 0,5 3-9 15,5-7-17-15,5-2-7 0,2-1-5 16,1-1-7-16,7 1-22 0,0-5-43 16,5-1-52-16,0-5-46 0,10 1-65 0,-3-4-70 15,5-4-91-15,4-4-89 16,8-2-111-16,4-2-145 0,0-4-38 0,9-5 66 0,-4-2-478 15,1-3-577-15</inkml:trace>
  <inkml:trace contextRef="#ctx0" brushRef="#br0" timeOffset="9998.43">30839 6611 3131 0,'8'-10'105'16,"-6"-1"73"-16,-1 7 39 0,-1 4 36 16,2-8 26-16,-2 8 19 0,0 0 11 15,0 0-7-15,0 0-9 0,-36 26-10 0,18 1-18 16,-9 7-21-16,-2 7-23 0,1 5-21 15,-5 7-19-15,-5 17-26 0,-4 8-19 16,4-4-10-16,-3 2-16 0,5-4-13 16,6-15-22-16,3-2-35 0,1-3-45 0,1-6-52 15,4-5-48-15,6-10-45 0,1-6-48 16,3-5-40-16,3-9-58 0,4-4-62 0,1-6-52 16,3-1-94-16,0 0-98 0,0 0-83 15,0-31 57-15,3 12-482 0,1-7-578 16</inkml:trace>
  <inkml:trace contextRef="#ctx0" brushRef="#br0" timeOffset="10181.29">30495 6769 3218 0,'3'-22'130'0,"-3"3"43"0,4 7 57 15,-4 0 43-15,0 5 38 0,0 1 0 0,0 6-27 16,2-9-25-16,-2 9-30 16,0 0-20-16,0 0-17 0,0 0-11 0,0 0-29 15,0 0-13-15,2 29-25 0,0-19-56 16,1 1-68-16,1-1-68 0,2-2-78 0,-2 3-90 15,6-3-109-15,-5 0-115 0,2-2-173 16,4 1-54-16,-2-2 82 0,2-1-471 16,3-3-557-16</inkml:trace>
  <inkml:trace contextRef="#ctx0" brushRef="#br0" timeOffset="10815.05">31003 6716 3006 0,'-4'-12'35'0,"-1"4"26"0,1 1 27 16,-3 0 44-16,-2 4 33 0,9 3 29 16,-18 0 3-16,18 0 0 0,-33 10-5 15,8 5-2-15,-1 1-1 0,1 1-15 0,2 3 1 16,2 1-15-16,0 1-14 0,6 2-16 16,1-5-7-16,9-1-12 0,-1-4-6 0,5-1-15 15,1 1-5-15,0-3-5 0,5 0-11 16,2-2-16-16,4-6-25 0,3 5-34 0,3-8-37 15,2 0-40-15,6-6-36 16,11-3-29-16,4-3-31 0,8-7-23 0,-3-5 0 16,2-5 12-16,3-4 20 0,2-5 24 15,11-15 25-15,3-5 25 0,-7-9 24 0,2-3 21 16,-2-6 27-16,-7-3 27 0,6 0 25 16,-8 7 25-16,-9 4 23 0,-10 20 19 0,-10 7 22 15,-6 14 14-15,-5 4 12 0,-6 7 7 16,-4 5 3-16,-4 5 12 0,4 6 24 15,0 0 26-15,-37 15 13 0,13 7 10 0,-7 17-6 16,1 7-13-16,-1 6-11 0,5 6-22 16,-5 21-15-16,8-14-20 0,2 2-13 0,2-5-11 15,5-1-16-15,3 0-11 0,6-5-10 16,1-13-11-16,2-4-7 0,2-12-72 0,2-2 0 16,2-5 0-16,1-1 0 15,6-9 0-15,3-3 0 0,3-3 0 0,2-4 0 16,8-4 0-16,9-4 0 0,0-5 0 15,10-9 0-15,-6-2 0 0,-4 0 0 0,-5 4 0 16,-6-1 0-16,-2 2 0 0,-9 8 0 16,0-1 0-16,-3 4 0 0,-5 2 0 0,-2 4 0 15,-4 2 0-15,0 0 0 0,0 0 0 16,0 0 0-16,-15 34 0 0,6-18 0 0,0-2 0 16,4 1 0-16,1-1 0 0,0-3 0 15,3 3 0-15,-1-4 0 0,4 1 0 16,-1-3 0-16,7-3 0 0,-5 0 0 0,10-1 0 15,-2-2 0-15,0 0-278 0,3-4-265 16,-3-2-113-16,6 2-146 0,8-6-33 16,7-2 77-16,4-1-711 0,6 5-917 15</inkml:trace>
  <inkml:trace contextRef="#ctx0" brushRef="#br0" timeOffset="11080.49">32498 6797 3996 0,'0'0'54'0,"-22"10"81"0,1-5 66 0,-13 5 68 0,-21 4 68 15,-6-1 41-15,-10 3 24 0,-26 5 9 16,-6 0-10-16,-11 5 1 0,-9 1-14 0,-13 2-23 16,-11-2-24-16,-8 6-230 0,-45 4-111 0,49-8 0 15,5-1 0-15,9 2 0 16,17-3 0-16,21-2 0 0,29-4 0 0,12-2 0 16,10-2 0-16,14-5 0 0,5 2 0 15,6-8 0-15,9 3 0 0,0-5 0 0,5 1 0 16,3-4 0-16,0 3 0 0,6-4 0 15,0 0 0-15,0 0 0 0,0 0 0 0,0 0-47 16,0 0-590-16,0 0-112 0,0 0-150 16,0 0 76-16,13-19 87 0,-13 19-726 0,8-4-912 15</inkml:trace>
  <inkml:trace contextRef="#ctx0" brushRef="#br0" timeOffset="17130.53">23512 1305 1191 0,'-6'5'312'0,"6"-5"-60"15,-9 5-40-15,9-5-9 0,-4 3-17 16,4-3-17-16,0 0-22 0,0 0-22 0,0 0-4 16,-7 7 1-16,7-7 0 15,0 0-8-15,0 0 10 0,0 0 5 0,0 0 13 16,0 0 19-16,0 0 19 0,-4 5 22 15,4-5 14-15,0 0 17 0,0 0 0 16,0 0-3-16,0 0-22 0,0 0 2 0,0 0-22 16,4-25-14-16,-1 13-14 0,5 0-15 15,-1-2-17-15,3-3-7 0,1 0-15 0,2 2-12 16,3-1-14-16,-1 2 0 0,-1 1-10 16,0 1-9-16,0 0-9 0,-1 7-8 15,3-3-1-15,-3 5-4 0,1 3-9 0,-1 5 3 16,-1 3-14-16,4 4 6 15,4 11-1-15,-6 0 0 0,-4 2 0 0,-2 4 1 0,-3-2 2 16,-3-1 3-16,-2 0 2 16,0-1 3-16,-2 3 3 0,1-3 8 0,-3-4-4 15,0 1-1-15,2-5 3 0,2-2-7 16,-2-3 9-16,0-2 25 0,2-1 25 16,0-3 25-16,0-6 2 0,0 0-94 0,0 0-29 15,0 0 0-15,0 0 0 0,25-19 0 16,-10-4 0-16,4-5 0 0,2-1 0 0,4-6 0 15,2-2 0-15,0 2 0 16,-7 10 0-16,3-1 0 0,0 1 0 16,-3 4 0-16,0 7 0 0,-4 2 0 0,-3 6 0 15,-2 0 0-15,1 7 0 0,-12-1 0 16,25 13 0-16,-14 1 0 0,-2 3 0 0,-4 2 0 16,2 5 0-16,-3-1 0 0,-3 5 0 15,-1-1 0-15,0 1 0 0,0-1 0 0,-1 8 0 16,-3-8 0-16,4-4 0 0,-4-3 0 15,4-3 0-15,0-3 0 0,0-4 0 16,0 2 0-16,0-3 0 0,0-1 0 0,-3-1 0 16,3-7 0-16,0 12 0 0,0-12 0 15,0 0 0-15,0 7 0 0,0-7 0 16,0 0 0-16,0 0 0 0,0 0-21 0,0 0-526 16,0 0-134-16,0 0-166 0,11-24-53 15,-11 24 102-15,1-7-697 0,-1 7-943 16</inkml:trace>
  <inkml:trace contextRef="#ctx0" brushRef="#br0" timeOffset="17530.84">24754 1541 4267 0,'-13'0'-82'0,"4"-2"46"0,9 2 71 0,-20-1 69 0,20 1 50 15,-12-3 22-15,12 3 8 0,-11-2 9 16,11 2-3-16,0 0 9 0,0 0 7 16,-7-4 3-16,7 4-25 0,0 0-21 0,29-8-12 15,-8 3-11-15,6 1-16 0,10-2-18 16,1 0-9-16,4-2-12 0,0 3-14 15,-6 1-5-15,-3 1-9 0,-10 0-8 0,-4-1-8 16,0 0 1-16,-4 2-4 16,-3-1-6-16,-1 2 3 0,-11 1-7 0,15-4-9 15,-15 4-5-15,15-2-4 0,-15 2-14 16,12-2-12-16,-12 2-39 0,0 0-29 0,0 0-42 16,0 0-58-16,0 0-61 0,0 0-73 15,9 4-75-15,-9-4-89 0,0 0-160 16,0 0-114-16,2 6 76 0,-2-6-465 0,0 0-612 15</inkml:trace>
  <inkml:trace contextRef="#ctx0" brushRef="#br0" timeOffset="17996.12">25631 1361 3437 0,'-2'-8'158'0,"2"8"34"0,0 0 35 16,-2-9 38-16,2 9 0 0,0 0-11 0,0 0 16 16,0 0 29-16,0 0 3 0,0 0-5 15,0 0-14-15,0 0-12 0,2 34-20 16,-2-22-16-16,0 0-19 0,-2 0-14 0,0-2-16 16,0 0-10-16,0 2-19 0,2-4-16 15,-1 1-34-15,1-3-107 0,0-6 0 16,-2 12 0-16,2-12 0 0,0 8 0 0,0-8 0 15,0 0 0-15,0 0 0 0,0 0 0 16,0 0 0-16,13-26 0 0,2-1 0 16,4 2 0-16,4-4 0 0,2 3 0 15,0-2 0-15,5-1 0 0,-5 7 0 0,-3 3 0 16,3 4 0-16,-5 5 0 0,-5 4 0 16,0 2 0-16,-2 4 0 0,-13 0 0 0,27 10 0 15,-13-2 0-15,-3 3 0 0,0 1 0 16,-1 5 0-16,-1 0 0 0,-1-2 0 15,-3 2 0-15,2 2 0 0,-2-2 0 16,-3-1 0-16,4-1 0 0,-3-1 0 16,-1-3 0-16,2 1 0 0,1 0 0 0,-3-4 0 0,-1-2 0 15,-1 1 0-15,4 1-207 16,0-2-362-16,-1-2-104 0,3 0-112 0,-6-4-81 16,16 0 58-16,-5 0-649 0,6-2-905 15</inkml:trace>
  <inkml:trace contextRef="#ctx0" brushRef="#br0" timeOffset="18312.27">26401 1264 3947 0,'4'-4'-28'16,"-4"4"60"-16,0-8 48 0,0 8 38 0,0 0 22 15,0 0 10-15,0 0 7 0,0 0 9 16,0 0-1-16,0 0 14 0,0 0 8 0,0 0-5 16,-21 24-20-16,17-16-11 15,-2 4-14-15,1 0-13 0,1 0-5 0,1 0-5 16,3 0-11-16,3 0-10 0,1 0-3 15,1-4-4-15,3 4-9 0,1-5-16 16,3 0-9-16,-3-4 0 0,5 1-6 0,-3-4-5 16,0 2 4-16,-11-2-7 0,23-2-13 15,-12-2 18-15,-2 0 16 0,-2-4 14 0,-1 0 9 16,-3-1 8-16,-1-4-3 0,0 1-10 16,-4-4-1-16,0-1-11 0,-1-3-8 15,-5-1-8-15,3 8-6 0,-4-3-10 0,2 6-25 16,-4-1-40-16,-1 3-47 15,-3 3-68-15,-1 3-71 0,7-1-97 0,-4 4-85 16,-1 1-92-16,2 2-137 0,0-1-205 16,2 1 69-16,5 0-603 0,5-4-822 15</inkml:trace>
  <inkml:trace contextRef="#ctx0" brushRef="#br0" timeOffset="18762.73">27066 912 3724 0,'0'-22'27'16,"2"5"114"-16,0-1 84 16,-2 7 56-16,0-2 35 0,0 3 6 0,0 3-18 15,0 7-35-15,0-12-34 0,0 12-18 16,0 0-4-16,0 0-12 0,-12 34-37 16,3-3-6-16,-2 5-18 0,-1 11-11 0,-1 1 10 15,-1 5-9-15,1 1-15 0,0-4-9 16,-1 1-11-16,5-2-12 0,-1-11-6 15,-1-1-3-15,1-4-10 0,0-3-5 0,5-9-8 16,1-4-2-16,0-2-4 0,3-6-7 16,-1 0-38-16,0-4 0 0,2-5 0 15,0 0 0-15,0 0 0 0,0 0 0 0,0 0 0 16,0 0-8-16,0 0-22 0,-18-33-5 16,13 16 0-16,-4 0 4 0,-4 3 2 15,4-3-1-15,-2 2 6 0,1 5 1 16,-3 1-2-16,2 4 2 0,-1 1 2 0,1 3 2 15,11 1 3-15,-23 5 2 0,12-2 2 16,-1 3 7-16,2-1 2 0,1 3-2 0,6-1 9 16,-4 0 1-16,3 1-7 0,4 0 6 15,0-8 0-15,2 15-3 0,5-7-21 16,-2-2-63-16,6 0-96 0,5-1-117 0,2 2-124 16,2-4-130-16,-2-1-196 15,5-2-100-15,-1-2 93 0,-1 2-582 0,-3-3-792 16</inkml:trace>
  <inkml:trace contextRef="#ctx0" brushRef="#br0" timeOffset="19429.47">27318 1388 3612 0,'0'0'11'0,"0"0"64"0,0 0 55 0,-22-12 25 0,22 12 2 0,0 0-6 0,6-10-14 15,0 3-13-15,0 2-13 0,1-2-12 16,4-1-10-16,1-3-8 0,0 3-7 16,1-2-10-16,0-1-4 0,-2 1-4 15,0 2 12-15,-2-3 6 0,-4 3 16 0,1-2 11 16,-1 5-3-16,-2-3-10 0,-3 8-2 16,0-10-17-16,0 10-10 0,0 0 0 15,-17-3 0-15,17 3 2 0,-27 7 0 0,8 1 7 16,-6 7 5-16,2 1-4 0,-2 5 0 15,5 3 1-15,3 0-4 0,-1-1-1 0,3 3-6 16,8-5-1-16,-2-4-10 0,6 1 5 16,3-7-13-16,-2 1 1 0,4 0 5 15,1-1 2-15,4-3-8 0,0-2 0 16,4-2-4-16,5-2-7 0,3-2-5 16,6-3 1-16,0-4 1 0,7-6-10 0,2-1 4 15,-4-2-8-15,8-9-2 0,-1-2-5 16,-1-4-5-16,0-4 0 0,-1-1 1 0,-1 0-4 15,-6-2 5-15,5 1-13 0,-12 8 0 16,-2 2-1-16,-6 8 4 0,-2 5 3 16,0-1-11-16,-6 7 0 0,-1 2-4 0,-1 1 4 15,-3 5 0-15,0 0-5 0,0 0 3 16,0 0 0-16,0 0-3 0,0 0 1 0,-14 21-4 16,14-12 7-16,0-1 1 0,2 4 6 15,1 1-4-15,1 1 7 0,1-2 37 16,5 5 30-16,0 0 9 0,-3 1 16 0,3-4 17 15,-4 1 20-15,0-1 22 16,-5 3 12-16,3-4 12 0,-2 1 12 0,-4 0-103 16,-2 0-77-16,1 1 0 0,-6 1 0 15,-2-1 0-15,2 0 0 0,-5-1 0 16,-1 1 0-16,2-6 0 0,-6 1 0 0,3-2 0 16,0-1 0-16,0-3 0 0,-1 0 0 15,5-3 0-15,-1 2 0 0,13-3 0 0,-21-8 0 16,10 1 0-16,3 1 0 0,0-5 0 15,5 2-485-15,1 0-295 0,4-3-188 16,0 1 80-16,3 1-836 0,7-4-1158 16</inkml:trace>
  <inkml:trace contextRef="#ctx0" brushRef="#br0" timeOffset="19895.16">29091 1322 4721 0,'0'0'-15'0,"-11"3"53"16,11-3 63-16,0 0 48 0,-11 2 22 16,11-2 6-16,0 0-9 0,0 0-27 15,0 0-4-15,0 0 1 0,0 0-12 16,0 0-17-16,47-7-7 0,-35 5-15 0,1-1-12 15,5 0-2-15,-3-3-16 0,0-1 1 16,-2 1 1-16,-2 0 16 0,1 2 13 16,-1-5-10-16,-3 2 14 0,-2-4-11 0,0 5-5 15,-4-3-10-15,0 1-9 0,-2 8-7 16,-8-17-3-16,0 10-10 0,-5 2-5 0,-5-1-5 16,-2 2-2-16,-3 4-2 0,-4 0-10 15,-7 8 3-15,4 4 2 0,-1 0-1 16,4 5 5-16,4 2 2 0,1 0 16 0,8-1 2 15,5 0 9-15,2 0 6 16,2-2-3-16,7 3-2 0,1-4-2 0,2 5-6 16,6-4-4-16,9 5-2 0,4-3-2 15,2-1-14-15,7 0-41 0,0-7-60 16,1-4-75-16,2 2-75 0,-5-5-61 0,-5-3-73 16,1-2-56-16,2 1-47 0,7-7-68 15,0-2-100-15,0-5-143 0,-6-3 64 0,10-5-472 16,-1-8-651-16</inkml:trace>
  <inkml:trace contextRef="#ctx0" brushRef="#br0" timeOffset="20329.14">29915 705 3199 0,'2'-21'8'0,"0"6"91"16,-2 1 83-16,-2 3 39 0,2 5 22 16,0 6 1-16,0-12-23 0,0 12-27 15,0 0-13-15,0 0 21 0,0 0 45 0,-15 29-9 16,2 3 7-16,-9 15-8 0,3 2-18 15,-8 4-7-15,7 7-15 0,1-4 5 16,-1 2-14-16,4-4-12 0,-4-1-16 0,4-5-12 16,3-9-14-16,2-4-12 0,-1-4-14 15,-1-2-9-15,8-6-8 0,-1-8-6 0,3-1-11 16,-2-4-59-16,1-1-15 0,2-1 0 16,1-2 0-16,1-6 0 15,-2 6 0-15,2-6 0 0,0 0 0 0,0 0 0 16,0 0 0-16,0 0 0 0,5-27 0 15,-1 15 0-15,-6-2 0 0,-2-1 0 0,3 1 0 16,-5 2 0-16,-1-1 0 0,-7-1 0 16,1 7 0-16,-5 1 0 0,2 5 0 15,-5 1 0-15,-3 5 0 0,4 2 0 0,-10 7 0 16,3-2 0-16,2 7 0 0,5-4 0 16,9 0 0-16,-2 1 0 0,5 2 0 0,1-6 0 15,3 1 0-15,4-1 0 0,4-3 0 16,3 3 0-16,5-2 0 0,5 0 0 15,2-4 0-15,4 1 0 0,-1-3-45 16,3-2-285-16,2-2-76 0,2 0-65 16,-1-2-45-16,8-5-60 0,0-2-53 0,-3 2-46 15,-5-7-21-15,3 2-612 0,-8 3-767 16</inkml:trace>
  <inkml:trace contextRef="#ctx0" brushRef="#br0" timeOffset="20762.98">29860 1349 3304 0,'4'-3'-135'0,"-4"3"70"0,0 0 63 16,0 0 53-16,0 0 50 0,0 0 37 0,0 0 25 0,0 0 22 15,0 0 1-15,0 0 1 0,0 0-1 16,0 0-12-16,0 0-12 16,-20 17-15-16,20-17-6 0,0 0-9 0,-3 8-9 15,3-8-12-15,0 0-4 0,0 0-8 16,0 0-10-16,5 9-7 0,-5-9-8 0,0 0-7 16,18 0-7-16,-18 0-10 0,0 0-7 15,27-7-6-15,-18 4-1 0,-2-1-1 16,3 1-4-16,-10 3 10 0,11-7 9 0,-11 7 2 15,10-5 1-15,-10 5-14 0,0 0-2 16,10-2-3-16,-10 2 3 0,0 0 3 16,0 0-1-16,-12 27 15 0,4-13 11 0,-7 13 37 15,0 2 64-15,1 5 42 16,-3 9 27-16,6-6-2 0,-1-4-22 0,1-1-13 0,-3 1 0 16,3-3-198-16,-4-4 0 15,4-6 0-15,1-3 0 0,5-5 0 0,-7 2 0 16,3-2 0-16,-1-1 0 0,0-2 0 15,-1-2 0-15,0-2 0 0,-1-2 0 16,1 0 0-16,-5-1 0 0,5-2 0 0,11 0 0 16,-25-2 0-16,12-1 0 0,1-2 0 15,1-2 0-15,-1-3 0 0,1 0 0 0,2-2 0 16,1-5 0-16,4 5 0 0,0-5 0 16,0 0 0-16,4-3 0 0,2 3-331 0,7-4-528 15,3-6-117-15,5 5 79 0,2 1-847 16,10 2-1176-16</inkml:trace>
  <inkml:trace contextRef="#ctx0" brushRef="#br0" timeOffset="21398.1">30134 1411 4491 0,'0'0'-99'0,"0"0"90"0,0 0 89 0,0 0 61 0,0 0 45 15,0 0 25-15,0 0 13 0,0 0-5 16,0 0-8-16,0 0-4 0,0 0-18 15,0 0-14-15,0 0-20 0,0 0-11 16,6-9-20-16,1 8-10 0,4-3-8 16,3-1-27-16,1 1 6 0,-1-2-2 0,1 0-14 15,-3-2-1-15,-1 1-11 0,1-1-4 0,-1-1-7 16,-4-1 0-16,3-1-1 0,-4 3-2 16,0-1-1-16,-5 2-10 0,5 2 3 15,-6 5-14-15,2-9-2 0,-2 9 2 16,0 0-7-16,-29 0-2 0,14 8 3 0,-4 2-13 15,-8 5 17-15,2 6-8 0,3 1 9 16,1 1-8-16,1-2 0 0,8-2 1 16,-1-1 0-16,8-1-2 0,-1-3 3 0,5 0-6 15,1-3 9-15,1 1 10 16,3-3-3-16,3-1-1 0,6 0-3 0,-1-2 3 16,8-2-2-16,1-2-6 0,-1-4 2 15,5-2-5-15,11-2 2 0,-9 0-13 0,7-5 7 16,-1-1-3-16,-3-5 3 0,-1 1-5 15,-1-3-2-15,-3-1 1 16,0 3 15-16,-2-7 1 0,-8 11-4 0,1-1-2 0,-9 6-12 16,1-1 0-16,-1 2 0 0,0 2 0 15,-7 5-9-15,7-5 2 0,-7 5-3 16,0 0 1-16,0 0-1 0,0 0 1 0,4 17 0 16,-2-8 3-16,-1-1 3 0,-1 2 4 15,4 2 22-15,0 1 25 0,-2 3-48 0,0-2 0 16,2 3 0-16,-2-1 0 0,2 1 0 15,-4-4 0-15,0 2 0 0,0-1 0 16,0-2 0-16,-2 0 0 0,0-1 0 16,-4 1 0-16,0 1 0 0,-3-2 0 15,-1 0 0-15,-3-3 0 0,-2 1 0 0,1-3 0 16,-1 0 0-16,-1-1 0 0,5-2 0 16,-4-3 0-16,0 0 0 0,1 0 0 0,-3-1-337 15,2-3-475-15,-6 2-174 0,2 1 94 16,-4 1-864-16,-8 3-1188 0</inkml:trace>
  <inkml:trace contextRef="#ctx0" brushRef="#br0" timeOffset="22078.25">25803 1767 4548 0,'-27'4'-219'0,"5"-4"27"0,6 2 38 16,0-2 50-16,16 0 50 0,-18 2 42 0,18-2 30 15,-10 0 6-15,10 0 1 0,0 0 2 16,0 0 1-16,60-2 3 0,1-2-3 16,12-2-8-16,13-1 4 0,36-3-18 15,15-2-3-15,10 3 0 0,9-3 4 16,4-2-7-16,3 3 1 0,-7-4 10 0,-9 3-19 16,-13 0 8-16,-12 2-6 0,-16 1 4 15,-34 1 6-15,-11 3 4 0,-20 0 20 16,-10 1 6-16,-8 1 7 0,-6-1-3 0,-4 2-2 15,-2 1 4-15,-11 1-27 0,9-2-19 16,-9 2-39-16,0 0-47 0,0 0-65 0,0 0-76 16,0 0-113-16,-38 14-196 0,15-7-25 15,-10 6 46-15,-4-1-87 0,-17 5-106 16</inkml:trace>
  <inkml:trace contextRef="#ctx0" brushRef="#br0" timeOffset="22494.9">25379 2094 2092 0,'0'-19'286'0,"0"4"13"0,2 1 33 0,2 2 41 15,0 1 33-15,-3 2-17 0,1 0-43 16,3 5-35-16,-5 4-22 0,9-4-6 0,-9 4-7 15,18 10-16-15,-11 2-16 16,2 5-17-16,1 12-13 0,2 4-16 0,-3 2-22 16,-2-1-12-16,2-2-14 0,0-1-17 15,-4-5-4-15,3-4-18 0,-2-2-10 16,2-5-8-16,-5 1-10 0,5-5-1 0,-1 1-3 16,1-4-14-16,3 0-65 0,2-5 0 15,-1-1 0-15,7-6 0 0,-2 1 0 0,7-3 0 16,-4-2 0-16,7-6 0 0,-2-1 0 15,0-3 0-15,-2 1 0 0,-3-4 0 16,-1-2 0-16,-1-1 0 0,-1 0 0 0,-5 4 0 16,-3 3 0-16,-4 3 0 15,3 0 0-15,-5 4 0 0,4-1-24 0,-3 5-300 16,-3-1-76-16,3 2-84 0,-4 5-83 16,0 0-137-16,0 0-139 0,0-7 79 0,0 7-624 15,0 0-841-15</inkml:trace>
  <inkml:trace contextRef="#ctx0" brushRef="#br0" timeOffset="23179.5">26029 2131 4055 0,'0'0'26'16,"0"0"41"-16,0 0 33 0,0 0 26 15,0 0 4-15,12-13-6 0,-12 13-6 16,13-9-14-16,-8 6-9 0,6-3-9 0,-4 1-7 15,0 2-9-15,4 0-6 0,-11 3-4 16,11-9-2-16,-11 9 7 0,9-5-1 0,-9 5 9 16,3-6-1-16,-3 6-4 0,0 0-2 15,2-9-9-15,-2 9-2 0,0 0-3 16,0 0-2-16,-24-2-6 0,24 2 1 0,-30 7 1 16,9 1-5-16,-6 8 3 15,-2 1 3-15,-3 12 0 0,-1 5 12 0,12-5-5 0,3 3-6 16,4-3 1-16,5 2 2 0,5-4-3 15,4-4-3-15,4-3 4 0,-1 1-5 16,8-1-1-16,1-3 8 0,1-2 4 16,5-5-6-16,-3-3 17 0,2-2 4 15,5-3 4-15,-4-4-3 0,5-1-12 0,2-2-3 16,6-7 0-16,-8 3 4 0,-3-1-12 16,-2-2 0-16,5-5-6 0,-7 1 2 0,0 1-1 15,-5-3-6-15,2-9-3 0,-5 4 2 16,0 3-15-16,-5-2 5 0,3 2-9 15,-4 0 0-15,0 3-3 0,-1 5-7 16,-2-1-2-16,-1 6-3 0,-2-2-6 16,-1 4 0-16,5 5-2 0,-12-5-7 0,12 5-3 15,-13 0 5-15,13 0-3 0,0 0-4 16,-17 0 3-16,17 0-1 0,0 0 0 0,0 0 2 16,0 0 7-16,0 0 0 0,24-15-2 15,-6 8 4-15,3-3-3 0,6-1 3 0,-5 1 4 16,-1 2 5-16,-5 4 5 0,-2-2 9 15,-1 2 7-15,-1 4 7 0,-12 0 11 16,19 0 12-16,-9 4-4 0,-3 2 6 0,1 2-1 16,-3 3-1-16,0 1-3 0,-1 2-25 15,-2 3-27-15,-1 0 0 0,1 0 0 0,-2-4 0 16,2 4 0-16,-4-4 0 16,0 1 0-16,2-3 0 0,2 1 0 0,-2-2 0 15,0-2 0-15,0-2-165 0,0 1-76 16,0 1-57-16,0-8-58 0,0 8-65 0,0-8-70 15,2 5-87-15,-2-5-103 0,0 0-69 16,0 0 46-16,0 0-489 0,18-19-656 16</inkml:trace>
  <inkml:trace contextRef="#ctx0" brushRef="#br0" timeOffset="23679.03">26807 1781 3133 0,'17'-37'-50'0,"-7"4"52"0,-1 4 60 0,-1 6 70 15,-2 5 67-15,-3 2 43 0,1 6 17 16,-2 0-6-16,0 1-19 0,0 1-10 0,-1 3-20 15,-1 5 20-15,0 0 15 16,0 0 13-16,0 0-10 0,-26 45-2 0,11-12 4 16,-6 11-12-16,-3 2-16 0,6-1-12 15,-3 4-27-15,1-1-10 0,2-2-18 16,0 0-13-16,4 3-9 0,-2-6-8 0,5-6-15 16,2-3-6-16,-3-5-12 0,6-7-45 15,-1-4-41-15,3-5 0 0,-1-1 0 0,3-1 0 16,-1-5 0-16,1 0-23 0,2-6-83 15,-6 11-35-15,3-9-20 0,3-2-9 16,0 0 3-16,0 0 14 0,0 0 16 16,-18-11 11-16,14 3 15 0,1 0 5 15,1-1 12-15,0-3 9 0,2 4 10 0,0 1 1 16,0 0 14-16,0 7 2 0,2-10 6 16,0 5 4-16,-2 5 7 0,9-7 10 0,-3 2 9 15,4 0 13-15,-1-2 11 0,3 0 15 16,1-2 8-16,4 1 15 0,0-4 13 0,2 2 27 15,-2-3 23-15,1 3 26 0,-5 2 19 16,-1 1 12-16,-3 2 0 0,0 2-11 16,-2-1-10-16,-7 4 13 0,0 0 3 0,12 10-7 15,-10 1-14-15,0 1-13 16,-2 1-10-16,-2 3-87 0,0 6-24 0,2-3 0 16,-3 0 0-16,-1 1 0 0,2-3 0 15,0 0 0-15,-1-3 0 0,0-1 0 0,-1-1 0 16,2-4-155-16,0 1-137 0,1-3-66 15,-1 0-56-15,2-6-58 0,0 6-58 16,0-6-69-16,0 0-87 0,0 0-54 0,0 0-602 16,0 0-797-16</inkml:trace>
  <inkml:trace contextRef="#ctx0" brushRef="#br0" timeOffset="23829.08">26821 2095 3370 0,'3'-18'-94'0,"-1"4"63"0,0 2 52 0,2-1 49 15,-4 4 61-15,2-3 44 0,-1 4 18 0,-1 0-5 16,2-1-7-16,2 2-19 15,-4 7-16-15,2-12-21 0,0 7-38 0,-2 5-55 16,1-7-61-16,-1 7-81 0,0 0-75 16,9-2-81-16,-9 2-109 0,0 0-120 0,20 7-91 15,-6-2 44-15,1 0-196 0,2 7-228 16</inkml:trace>
  <inkml:trace contextRef="#ctx0" brushRef="#br0" timeOffset="24178.3">27209 2077 2377 0,'0'0'200'0,"0"0"41"16,0 0 45-16,-13-17 46 16,13 17 30-16,0 0 0 0,0 0-17 0,-25 3-18 0,25-3-16 15,-22 12-19-15,13-4-23 16,0 3-22-16,2-3-23 0,-4 4-21 0,6 2-19 16,-1-1-12-16,3 1-17 0,-1-5-14 15,4 1-10-15,0-2-6 0,2 1-9 16,2-2-12-16,-3 0-10 0,7-2-14 0,1-2 3 15,-9-3-7-15,21 2-8 0,-7-2-3 16,-14 0 1-16,24-3 0 0,-14-1 4 0,-10 4-53 16,19 0-17-16,-9-2 0 0,-10 2 0 15,15-3 0-15,-15 3 0 0,15-2 0 0,-15 2 0 16,13 2 0-16,-13-2 0 0,18 2 0 16,-18-2 0-16,15 5 0 0,-8-2 0 15,-7-3 0-15,10 2 0 0,-10-2 0 16,10 3 0-16,-10-3-16 0,0 0-258 15,12 4-66-15,-12-4-72 0,9 0-83 0,-9 0-114 16,0 0-130-16,18-4-61 0,-9 1 90 16,-9 3-581-16,12-5-750 0</inkml:trace>
  <inkml:trace contextRef="#ctx0" brushRef="#br0" timeOffset="24930.74">30746 1473 3302 0,'-9'2'-36'16,"-3"-2"48"-16,12 0 23 0,0 0 29 0,-11 2 58 16,11-2 33-16,0 0 8 0,0 0-16 15,0 0-14-15,0 0-11 0,0 0-25 16,32-10-47-16,-7 7-55 0,7-6-62 0,10 5-63 15,-1-1-82-15,6-1-132 0,8-4-202 16,-11 1-50-16,2 2 77 0,-5 2-143 16,-5-2-159-16</inkml:trace>
  <inkml:trace contextRef="#ctx0" brushRef="#br0" timeOffset="25727.99">31533 1342 1961 0,'0'0'73'0,"-12"-5"16"0,12 5 24 0,-5-3 8 0,5 3 23 0,0 0 7 16,0 0 14-16,-6-7-12 0,6 7-19 0,0 0-9 15,6-12 2-15,-6 12 7 0,10-9 28 16,-5 4 30-16,-5 5 31 0,11-8 26 0,-7 4 22 15,-4 4 11-15,7-6-9 16,-7 6-4-16,7-7-17 0,-7 7-20 0,0 0-27 16,6-6-31-16,-6 6-15 0,0 0-1 15,0 0-7-15,12 15-19 0,-3-6-6 16,-4 5-11-16,1 0-13 0,-1 1-6 0,1 1-4 16,-2 1-12-16,2-2-9 0,-4 1-10 15,0-3 8-15,-2 1-4 0,0-4-5 16,2 3-6-16,-2-4-1 0,1 0 0 0,-1-1-4 15,0-8-2-15,2 12 13 0,-2-12 4 16,2 9-64-16,-2-9 0 0,4 6 0 0,-4-6 0 16,0 0 0-16,17-15 0 0,-2 3 0 15,5-10 0-15,3 1 0 0,1 4 0 16,-3-1 0-16,-2 4 0 0,-6 2 0 16,-2 3 0-16,0 3 0 0,-4 1 0 15,2-1 0-15,-2 5 0 0,-7 1 0 0,0 0 0 16,20 5 0-16,-12 0 0 0,2 3 0 15,-5 1 0-15,1 2 0 0,1-2 0 16,-1 3 0-16,0 2 0 0,1-2 0 0,-1 1 0 16,-2-3 0-16,0 0 0 0,0-3-286 15,0 3-249-15,1 1-93 0,-1-5-150 0,0 2-104 16,1-2 105-16,5 0-687 0,1-1-913 16</inkml:trace>
  <inkml:trace contextRef="#ctx0" brushRef="#br0" timeOffset="25897.32">32209 1436 4039 0,'0'-12'106'16,"0"12"74"-16,-1-7 63 0,1 7 34 15,-2-10 15-15,2 10-14 0,0 0-28 0,0 0-25 16,3-8-45-16,-3 8-71 0,10-4-86 16,0 1-95-16,1 1-92 0,3-3-90 15,1 2-64-15,2-1-46 0,-2 2-23 0,2-4-32 16,2-3-13-16,0 1 9 0,4-10 39 15,1 3-631-15</inkml:trace>
  <inkml:trace contextRef="#ctx0" brushRef="#br0" timeOffset="26094.12">32459 1262 2575 0,'17'-23'-90'0,"0"0"59"0,1-1 60 16,-7 7 52-16,1 2 65 0,-5 3 65 15,-1 2 34-15,-1 2 15 0,2 0-13 0,-4 3-26 0,-3 5-19 16,0 0 17-16,0 0 15 16,0 0-5-16,-3 31 0 0,-4-10-23 15,-2 10-18-15,0 2-17 0,-1-2-16 0,2 4-17 16,1 0-7-16,-1-1-15 0,2-1-14 15,0-6-14-15,3-3-22 0,1-5-41 0,-2-1-41 16,2-1-59-16,0-2-61 0,1-3-77 16,-1-2-69-16,0 2-53 0,2-3-57 15,-2 1-68-15,0-1-146 0,-2-1-55 0,-2 0 53 16,-3-1-280-16,-2 0-369 0</inkml:trace>
  <inkml:trace contextRef="#ctx0" brushRef="#br0" timeOffset="26328.41">31359 1812 2915 0,'-14'4'331'0,"5"-1"2"0,9-3-4 0,0 0 47 16,0 0 20-16,0 0 19 0,52 0-27 16,-8 0-36-16,7 0-30 0,14-1-37 15,8 1-8-15,1 0-30 0,-4-2-28 0,1 2-49 16,-1 2-52-16,-5-4-61 15,-13 2-103-15,-7-2-107 0,-2 0-84 0,-11 0-82 16,-5 1-66-16,-7 1-53 0,-2-3-58 16,-6 3-94-16,-1-4-159 0,-4 2 61 0,-7 2-478 15,11-6-633-15</inkml:trace>
  <inkml:trace contextRef="#ctx0" brushRef="#br0" timeOffset="72535">15431 10551 940 0,'0'0'102'0,"0"0"16"0,0 0 21 16,0 0 6-16,0-16 10 0,0 16 7 15,2-11 8-15,0 5-3 0,-2 0 25 0,0-2 10 16,3 1 12-16,-1-3 6 0,-4 1 4 15,-1 0-3-15,3 1-7 0,0 1-7 16,-2-1-5-16,2 1-13 0,0 7-20 16,-2-11-16-16,2 11-18 0,0-8-18 0,0 8-13 15,0 0-9-15,0 0-9 0,0 0-11 16,0 0-4-16,-16 34-7 0,6-3 15 16,-1 3 9-16,-6 12 13 0,3 3 9 15,-1 4 2-15,0 5-11 0,-2 4-1 0,3 2-7 16,1 0-2-16,1 2-13 0,3-1-4 0,-2-1-9 15,1-6-8-15,0 0-2 16,-1-2-1-16,-1-6 3 0,5-13 14 0,1-2-7 16,-4-4-2-16,5-7-2 0,-3-3 4 15,6-4-8-15,-1-5-5 0,-3-2-8 0,4 0 3 0,1-3-12 16,-4 1-3-16,3-2-1 16,0 1 0-16,2-7-10 0,-2 8-38 0,2-8-69 15,-1 4-88-15,1-4-104 0,0 0-110 16,0 0-97-16,0 0-135 0,1-30-155 0,3 14 82 15,4-2-566-15,7-11-720 0</inkml:trace>
  <inkml:trace contextRef="#ctx0" brushRef="#br0" timeOffset="74201.11">15553 10498 3214 0,'-3'-13'-146'0,"-3"-1"41"0,2 4 32 0,-1 0 30 0,1 1 26 15,2 0 33-15,-2 3 31 0,0 0 17 16,0 0 3-16,4 6-6 0,-3-11-7 0,3 8-3 16,0 3-10-16,0 0-2 0,7-11-4 15,1 10 1-15,7-1-5 0,6 1-2 0,6-1-5 16,17-1-2-16,7 1-7 0,16 0 1 15,3 2 0-15,10-2 0 0,-1 4-4 16,10-2-1-16,7 0-1 0,17 2 0 16,6 1 0-16,3-1 3 0,1 0-7 15,1-1 0-15,3 1 3 0,-12-4-4 0,3 4-1 16,-3-4 0-16,-24 1 3 0,-1-1-1 16,0-1 1-16,-3-1-3 0,-2-1-3 0,-4 2 2 15,-3-1 4-15,-4 0-2 0,-6 3 11 16,-7-4 15-16,-14 5 4 0,-6-3 7 0,-7 1 0 15,-9 0 4-15,2 2 2 16,-4-2 2-16,1 0 1 0,-3 1-3 0,-1 1 2 0,1 0-7 16,8-3-8-16,1 3 2 0,10 0-10 15,8 0 0-15,-1 0-1 0,3 0-4 16,0 0-1-16,13 3-3 0,0 0 2 16,0 1 1-16,1-1-3 0,6 1-3 0,0 2-5 15,-2 0 0-15,4-1 0 0,1-2-2 16,-1 2-4-16,2-1-1 0,3-1 2 0,-3 0-2 15,-1-1 1-15,-3 0 4 0,-2 0-3 16,3-2 3-16,-6 0-7 0,2-2 2 0,-5 2 0 16,-10-2 2-16,-5-2-5 0,1 1 0 15,-2-2 3-15,-4 2 1 0,-2-2-2 16,-2 0-1-16,-8-1-1 0,-3 4 3 16,-2-4-1-16,0 6-8 0,-7-3 6 15,4-1 2-15,-5 2-2 0,2-1-2 0,0 0-4 16,-1 1 8-16,-4 0-5 0,-1 2 3 15,1-2 4-15,-5 0-4 0,3 2 1 0,-12 0-1 16,17-2 0-16,-17 2-3 0,14-2-6 16,-14 2 6-16,11 0-4 0,-11 0 2 0,9 2 1 15,-9-2 4-15,9 10 3 0,-8-4-4 16,3 3 16-16,-2 8 13 0,-2 1 10 0,0 10 14 16,-4 13 21-16,-1 12 1 0,-6 5 20 15,4 6 13-15,-2 6 24 0,1 6 5 0,-4 22 10 16,1 1-5-16,1-1 4 15,3 1 11-15,-2-4-5 0,0-14 1 0,6-6-3 16,-5-3 7-16,3-7-7 0,-3-5-11 16,2-1-18-16,0-14 15 0,3-6-15 0,-3-6-13 15,2-5-7-15,2-8-12 0,1-4-6 16,-1-3 9-16,2-2 16 0,-4-3 4 0,4 3 6 16,-3-5-1-16,3 4-1 0,0-4-71 15,-2 2-44-15,2-8 0 0,0 9 0 0,0-9 0 16,-1 8 0-16,1-8 0 0,-2 6 0 15,2-6 0-15,0 0 0 0,-2 6 0 0,2-6 0 16,-2 8 0-16,2-8 0 16,0 0 0-16,-4 4 0 0,4-4 0 0,0 0 0 15,0 0 0-15,-11 0 0 0,11 0 0 16,-15 0 0-16,2-3 0 0,-1 2 0 0,-5-3 0 16,-2 2 0-16,-6 0 0 0,0 0 0 15,-10-4 0-15,-3 1 0 0,-3 1 0 16,4 0 0-16,-6 0 0 0,4 0 0 0,-3-1 0 15,-4 2 0-15,-2-1 0 0,-11-1 0 16,0 2 0-16,-5-1 0 0,-2 1 0 0,-3 1 0 16,-4 0 0-16,0-1 0 0,-4 2 0 15,3-1 0-15,-2 0 0 0,-1 0 0 0,4 1 0 16,-6-1 0-16,6 0 0 16,0 0 0-16,-3 2 0 0,1-1 0 0,0 2 0 15,-4-2 0-15,-1 1 0 0,3 0 0 16,-3 0 0-16,6 1 0 0,3 1 0 0,4 0 0 15,1 0 0-15,5-1 0 0,2 5 0 16,11-5 0-16,0 3 0 0,3 1 0 0,-1-2 0 16,3 2 0-16,1-1 0 0,-2 1 0 15,2 1 0-15,4-4 0 0,1 4 0 0,-4-1 0 16,5-1 0-16,0-2 0 0,-2 4 0 16,-4-2 0-16,3-2 0 0,-4 2 0 0,6-2 0 15,-6 0 0-15,4-1 0 16,-3-1 0-16,2 3 0 0,-3-3 0 0,-2 3 0 0,0-2 0 15,-1-1 0-15,-2 0 0 16,3 0 0-16,-3 0 0 0,1 0 0 0,-2-1 0 16,-3-2 0-16,-7 3 0 0,9-3 0 15,2 2 0-15,-4-1 0 0,0 0 0 0,5 0 0 16,-2 0 0-16,1 2 0 0,3 0 0 16,-1-2 0-16,1 2 0 0,2 0 0 0,5-2 0 15,4 2 0-15,8 0 0 0,-5 0 0 16,3 0 0-16,1 0 0 0,-3 0 0 0,3 2 0 15,1-2 0-15,1 2 0 0,-2-2 0 16,2 0 0-16,4 2 0 0,0-2 0 16,3 0 0-16,1 2 0 0,-5 0 0 15,2-2 0-15,1 0 0 0,0 0 0 0,1 0 0 16,-4 2 0-16,3-2 0 0,5 1 0 16,-6-1 0-16,8 0 0 0,0 0 0 15,4 0 0-15,10 0 0 0,-21 0 0 0,21 0 0 16,-16-1 0-16,16 1 0 0,-11 0 0 15,11 0 0-15,-11-2 0 0,11 2 0 0,0 0 0 16,-12-2 0-16,12 2 0 0,0 0 0 16,-7-4 0-16,7 4 0 0,0 0 0 0,0 0 0 15,0 0 0-15,-11 0 0 0,11 0 0 16,0 0 0-16,0 0 0 0,0 0 0 16,0 0 0-16,0 0 0 0,-9-4 0 15,9 4 0-15,0 0 0 0,0 0 0 0,0 0 0 16,0 0 0-16,0 0 0 0,0 0 0 15,-7-4 0-15,7 4 0 0,0 0 0 0,-4-5 0 16,4 5 0-16,-7-4-328 0,7 4-301 16,-6-6-209-16,6 0-61 0,-1-4 105 0,1 0-806 15,1-1-1039-15</inkml:trace>
  <inkml:trace contextRef="#ctx0" brushRef="#br0" timeOffset="75251.48">21569 10737 4022 0,'1'-19'-150'0,"1"2"70"0,0-2 61 0,2 2 36 0,-1 0 51 15,1-5 40-15,4 3 35 16,-5 3 23-16,2 1 15 0,-1 3 1 0,-3-1-16 16,3 4-20-16,-2 2-15 0,-2 7-15 15,0 0 27-15,0 0 9 0,0 0-7 0,15 33 27 16,-11-10-7-16,6 12-11 0,-5 0-3 15,4 3-8-15,0 2-13 0,0-3-12 0,2 11-23 16,-1-10-4-16,1-3-11 0,0-4-6 16,-2-4-17-16,-2-8 3 0,-1-4 2 0,-3-1 7 15,3-2 32-15,-4-2 38 0,2-3 27 16,2-2-15-16,-6-5-16 0,0 0-11 16,25-8-7-16,-14-4-117 0,4-4 0 0,6-8 0 15,0-3 0-15,4-13 0 0,-1 1 0 16,-1-6 0-16,0-5 0 0,0-3 0 15,-2 2 0-15,-4 2 0 0,3 2 0 0,-6 4 0 16,0 8 0-16,-3 5 0 0,-1 1 0 16,-5 8 0-16,4 4 0 0,-6 5 0 15,1 2 0-15,0 3 0 0,-3 2-298 0,-1 5-51 16,0 0-73-16,0 0-81 0,0 0-97 16,0 0-227-16,0 0 45 0,0 0 96 0,0 23-581 15,2-12-726-15</inkml:trace>
  <inkml:trace contextRef="#ctx0" brushRef="#br0" timeOffset="75534.84">22270 10679 3721 0,'-12'0'47'0,"12"0"43"0,0 0 46 0,0 0 38 0,0 0 21 16,0 0 6-16,0 0-3 0,0 0-2 16,28-7-12-16,-5 3-18 0,14-1-19 15,2 0-8-15,6 2-21 0,-6 0-8 16,4 1-13-16,-3-2-12 0,-6 2-8 0,-7 1-30 0,-4 1-55 16,-3 0-59-16,-4 0-67 15,-2 0-74-15,-2 0-76 0,-12 0-56 0,15 0-76 16,-15 0-130-16,0 0-119 0,0 0 67 15,0 0-376-15,0 0-450 0</inkml:trace>
  <inkml:trace contextRef="#ctx0" brushRef="#br0" timeOffset="75834.83">22686 10492 2660 0,'-3'-9'57'16,"-1"2"47"-16,2 2 15 0,2 5 14 15,0-9 29-15,0 9 20 0,9-1 13 16,-9 1 8-16,23 3-3 0,-5 4-11 0,2 2-10 16,5 8-8-16,4 0-18 0,-2 2-9 15,-2 1-15-15,0 1-13 0,-5-1-11 0,-2 3-8 16,-7-6-5-16,-1-1 14 0,-7-1 6 16,-1-3 10-16,-2 3 10 0,-2-4-9 0,-1 3-10 15,-6-1-4-15,4 1-10 0,-4-2-12 16,-1 0-8-16,-3 0-4 0,0-2-10 0,1-2-11 15,-5 4-2-15,3-4-37 0,-1-2-54 16,1-1-67-16,0 1-83 0,0-2-100 16,3-1-109-16,0-2-142 0,2-1-221 15,9 0 61-15,0 0 84 0,0 0-437 0,0 0-525 16</inkml:trace>
  <inkml:trace contextRef="#ctx0" brushRef="#br0" timeOffset="76234.85">23510 10655 2676 0,'2'-15'-68'0,"-2"3"48"0,2 3 40 16,-2 0 48-16,0 0 39 0,-2 2 17 0,0 3 5 16,2 4-10-16,-8-10 3 15,1 10 12-15,7 0 0 0,-23 0 8 0,8 2-6 16,-3 4-5-16,0 3-6 0,-3 3-13 15,3 0-7-15,1 1-12 0,4 1-9 0,2-1-7 16,3 1-4-16,4-2-6 0,6 2-4 16,4 2-6-16,3 0 0 0,5 0-4 0,3 4-5 15,2 1-2-15,-4-4-3 0,-1-2-5 16,-5-4-7-16,-2-1 0 0,3 2-2 16,-4-2 6-16,-2-1 16 0,-3-1 20 15,-1 2 17-15,0-3 4 0,-1 3 4 16,-5-2-1-16,0 1-7 0,-4-1-10 0,-1 1-4 15,-1-2-6-15,-1 0-8 0,0-2-6 16,0-2-1-16,0 0-2 0,-1-2-8 0,1-1-3 16,13 0-9-16,-23-2-39 0,12-3-59 15,0-2-75-15,4-4-115 0,3 1-117 0,-1 0-122 16,3-3-231-16,4 3 38 0,0-1 77 16,3-1-402-16,6 2-490 0</inkml:trace>
  <inkml:trace contextRef="#ctx0" brushRef="#br0" timeOffset="76768.05">23811 10781 2905 0,'12'-1'58'15,"-12"1"47"-15,0 0 33 0,3-4 32 16,-3 4 13-16,0 0-2 0,6-5-13 0,-6 5-19 16,7-4-12-16,0-1-15 0,-2 1-12 15,5-2-13-15,-3 3-5 0,3-4-15 0,-1 2-4 16,1 0-7-16,0-2-4 0,-3 0-5 15,1 0 3-15,-3 2 10 0,1 0 1 0,-5 0-10 16,-1 5-5-16,3-9-6 16,-3 9-3-16,-8-6-8 0,8 6-3 0,-18-2-4 0,4 2-3 15,-3 3-4-15,-1 2-1 16,-5 2 1-16,-5 5 3 0,4-1 10 0,-1 4 2 16,2 4 0-16,1 1 3 0,9-1 21 15,6-2 2-15,2-2 17 0,5 5 11 0,3-3-3 16,6 4 2-16,11 4-7 0,2 0-6 15,5 0-6-15,9 1-7 0,-6-10-11 0,9-2-1 16,-5-2-14-16,2-5-5 0,-3-4 1 16,-5 1-3-16,1-6-7 0,-2-1 1 15,7-4-8-15,-4-1-4 0,-3-1 4 0,-6 0 3 16,5-4-3-16,-1-1-5 0,-3 0 1 16,1-4-9-16,-9 4 3 0,0-1-1 15,-1 1-2-15,0-3-2 0,-1 5-1 16,-3-1 3-16,-1 3 0 0,-2 1 0 0,0 4-2 15,-1-2-9-15,-3 2-1 0,4 0-6 16,-6 5 3-16,2-7 3 0,-2 7 2 0,0 0-2 16,5-3 1-16,-5 3 1 0,0 0-2 15,0 0-1-15,0 0-19 0,0 0-22 0,0 0-28 16,10 14-36-16,-10-14-38 0,6 4-54 16,-6-4-55-16,4 5-71 0,-4-5-72 0,3 8-87 15,-3-8-209-15,8 1 17 16,-8-1 69-16,0 0-389 0,0 0-477 0</inkml:trace>
  <inkml:trace contextRef="#ctx0" brushRef="#br0" timeOffset="77101.99">24691 10193 2802 0,'0'-10'20'0,"0"3"32"0,0 0 18 0,0 7 14 16,0 0-1-16,-2-8-1 0,2 8 17 0,0 0 26 15,0 0 13-15,-14 27 23 16,6-8 16-16,-2 13 14 0,-1 7 10 0,-5 9 19 16,1 7-3-16,0-3-10 0,2 4 1 15,0-2-11-15,-1 0-22 0,3-5-17 0,1-1-13 16,2-9-16-16,3-1-4 0,-1-2-16 15,4-8-9-15,1-1-11 0,1-9-3 0,-2 1-11 16,2-3-14-16,-2-3-19 0,2-1-39 16,0 1-49-16,0-3-46 0,2-1-76 15,0-4-100-15,-2-5-75 0,3 4-81 16,-3-4-89-16,0 0-148 0,0 0-5 0,17-16 65 16,-13 6-368-16,0-2-447 0</inkml:trace>
  <inkml:trace contextRef="#ctx0" brushRef="#br0" timeOffset="77284.94">24393 10769 2648 0,'-25'-8'35'0,"5"1"61"16,1 0 70-16,2 0 57 0,3 2 58 0,3 0 33 16,0 2 19-16,-1-2 0 0,12 5-11 15,-11-7-27-15,11 7-29 0,0-7-19 0,0 7-26 16,22-7-24-16,-6 4-23 0,11 1-17 16,13 0-13-16,8 0-15 0,2 2-83 0,-1-3-102 15,0 3-120-15,-5-2-149 0,0-1-155 16,-6 1-194-16,-6-1-74 0,-8 1 80 15,-8-1-522-15,-2-2-656 0</inkml:trace>
  <inkml:trace contextRef="#ctx0" brushRef="#br0" timeOffset="78550.41">25415 10708 2953 0,'0'0'-179'0,"0"0"44"16,-1-9 43-16,1 9 36 0,-2-7 42 15,0 2 34-15,2 5 27 0,-4-8 32 0,4 8 17 16,-2-7 4-16,2 7-1 16,0 0 9-16,-7-5 36 0,7 5 22 0,0 0 3 15,-29 17 6-15,14-3 0 0,-7 6-7 16,0 2-3-16,3 0-7 0,-1 5-9 0,6-6-12 16,4 2-13-16,4-5-9 0,0 2-5 15,6-3-7-15,4-2-2 0,3-1 0 0,2 1 5 16,6-1-2-16,4-3-6 0,2-5-8 15,6-1-9-15,0-4-10 0,0-2-6 0,10-4-7 16,1-3-5-16,-5-1-8 16,-1-3-4-16,-5-1 1 0,-2-5-7 0,-9 5-3 15,-2-3-4-15,-3 1-2 0,-1-2-8 16,-6-1-1-16,-2-1 2 0,-2 1-4 0,-5-7 1 16,4 5-3-16,-5 0-3 0,0 2-4 15,1 6-7-15,-4-3-25 0,-1 5-29 16,-2 3-39-16,0 2-38 0,-1 2-49 0,2 4-60 15,11-1-66-15,-25 5-75 0,16 0-136 16,-1 1-176-16,5 0 69 0,3-2-436 0,2-4-533 16</inkml:trace>
  <inkml:trace contextRef="#ctx0" brushRef="#br0" timeOffset="78883.85">26035 10565 3178 0,'4'-14'131'0,"-2"2"37"0,0 2 42 0,-2 3 28 15,2 1-13-15,-2 6-27 0,0 0-17 16,0 0 5-16,0 0 4 0,0 0-8 0,-10 44-7 16,9-19-10-16,-10 9-6 0,4 0-21 15,0 0-13-15,1 1-14 0,-4-5-9 16,4-4-9-16,1-6-12 0,-1-2-3 0,3-3-6 16,-2-1 13-16,3-2 30 0,-2-1 38 15,3-5 27-15,-1 0 28 0,2-6 0 16,-4 8-22-16,4-8-19 0,0 0-18 0,0 0-16 15,0 0-12-15,7-35-21 0,4 15-100 16,0-13 0-16,8-9 0 0,-1-10 0 16,9-2 0-16,-4-7 0 0,6 1 0 0,7-10 0 15,-7 19 0-15,-1 2 0 0,-3 7-33 16,4 5-199-16,-7 11-52 0,-3 5-68 0,1 7-65 16,-5 5-44-16,-3 7-42 0,-3 2-50 15,-2 0-141-15,-7 0-34 0,11 12 81 0,-8 1-471 16,-6 3-587-16</inkml:trace>
  <inkml:trace contextRef="#ctx0" brushRef="#br0" timeOffset="79033.78">26118 10539 3032 0,'-16'12'-29'0,"-2"-5"47"0,5 3 52 15,4-6 48-15,1 0 31 0,0 0 7 0,1-2-5 16,7-2-16-16,-10 6-16 0,10-6-11 16,-2 9-14-16,2-9-15 0,12 10-52 15,-5-3-90-15,6 2-107 0,5-2-131 16,3 2-232-16,-1 2-37 0,11-1 64 0,1 2-203 15,9-3-202-15</inkml:trace>
  <inkml:trace contextRef="#ctx0" brushRef="#br0" timeOffset="79334.73">26606 10626 2222 0,'-3'-9'193'0,"-1"1"40"15,0 0 21-15,2 4 18 0,2 4-15 16,-3-7-26-16,3 7-26 0,0 0-20 0,0 0 30 15,0 0-3-15,2 21-12 0,-1-8-10 16,1 2-12-16,2 3-12 0,0-1-12 16,-1 1-18-16,2-2-14 0,0 1-8 0,-3-2-15 15,4-1 0-15,-2-1-19 0,-1-4-4 16,1 2 2-16,-1-5 15 0,-1 3 37 0,-2-9 31 16,5 10 11-16,-1-6-15 0,-4-4-14 15,0 0-13-15,21 0-15 0,-21 0-13 0,20-9-10 16,-6 0-9-16,1-4-11 15,6-5-10-15,1-5-35 0,0-4-58 0,-1-4-57 16,4-7-62-16,0 1-60 0,-9 8-71 16,4 0-88-16,-4 3-89 0,-2 3-115 0,5 0-211 15,-3 6 48-15,-4 5 86 0,0 4-500 16,1 3-616-16</inkml:trace>
  <inkml:trace contextRef="#ctx0" brushRef="#br0" timeOffset="80002.78">27148 10630 3008 0,'-10'6'-11'16,"3"-3"26"-16,0 1 20 0,7-4 18 0,-9 3 20 15,9-3 4-15,-5 4-4 0,5-4 0 0,0 0 22 16,-4 8 26-16,4-8 13 16,0 0-1-16,7 7-6 0,-7-7-5 0,11 3-8 15,-11-3-10-15,13 0-17 0,-13 0 1 16,21-1-9-16,-10-3-10 0,0 2-13 0,-3-2 4 15,3 0-7-15,-3-3-1 0,-3 0-2 16,4 0 1-16,-6-1 2 0,1 1-5 0,-4-1-3 16,-2 0-2-16,-1 1-2 0,-3 4-5 15,-4 0 2-15,-3 1 3 0,-3 2 4 16,-2 4 12-16,-5 3 5 0,-6 5 2 0,0 0-2 16,6 5-1-16,7-2-2 15,2 0-5-15,3 1 3 0,5-1-3 0,2 1 4 16,4-3 0-16,6 3 5 0,-1-2-13 15,8 1-2-15,3-1-5 0,4-3-2 0,-2 1 1 16,3-6-8-16,2 0-5 0,1-4-1 16,-1-2 3-16,2-2-4 0,-1-2-5 0,-1-2 14 15,-1-1-19-15,-3-1 8 0,-2-2 8 16,-1-1 17-16,-4-3-24 0,0 1-1 0,-2-3-1 16,-3-2-11-16,-3 1 1 15,0 0-3-15,-2 1 2 0,0 3 2 0,0-1-7 0,-2 2-6 16,0 3 2-16,-2 1-2 15,2 8-4-15,-4-12 0 0,4 12 1 0,-4-4-2 16,4 4-3-16,0 0 6 0,0 0 4 16,0 0 2-16,0 0 0 0,19-3-1 0,-1 3 1 15,0-2-7-15,11 0 7 0,-2 1-1 16,1-2 2-16,-1 3-5 0,-6 0-1 16,0 0 0-16,-2 3-8 0,-1 0 2 0,-5 2 0 15,-1 3 2-15,-1 1-8 0,-4 4 13 16,-1 0 1-16,-5 3 1 0,-1-3-2 0,0 4-2 15,-1 0 0-15,-1 2-6 0,-2 0 10 16,0-2-2-16,2 2-4 0,-1-2 1 16,-4-2 5-16,5 2 0 0,1 0-1 0,-1-5-43 15,0-1-49-15,2-1-48 0,0 0-66 16,2 0-57-16,0-3-90 0,6 3-50 16,-1-5-96-16,8-2-199 0,-1-1 23 0,4-4 79 15,7-4-390-15,6-4-460 0</inkml:trace>
  <inkml:trace contextRef="#ctx0" brushRef="#br0" timeOffset="80500.27">28175 10028 2870 0,'0'-19'34'0,"-2"3"47"0,0 4 47 0,2 1 21 16,-2 3-8-16,2 2-13 0,0 6-4 15,0 0 41-15,0 0 20 0,-17 26 8 0,2 6 7 16,-4 9-1-16,-2 7-5 0,6 6-9 15,-2 3-14-15,1 7-14 0,2 1-18 0,2 0-11 16,-1-2-8-16,1 1-16 0,-1-6-11 16,-1-1-4-16,1-6-10 0,0-1 5 0,1-14-24 15,-1-4-1-15,1-2-23 0,3-8-25 16,1-5-11-16,3-6-11 0,-2 0-4 0,4-4-15 16,-1-2-27-16,4-5-15 0,-9 4-4 15,9-4-7-15,0 0-6 0,-14-19-3 16,6 5-12-16,1-3 21 0,0-6-1 15,-5-6 11-15,1 1 4 0,1 3 6 16,0 8 5-16,5 3 12 0,-3 1 13 0,5 3 14 16,-3 1 1-16,1 0 9 0,4 2 12 15,-1 2 20-15,2 5 34 0,2-8 21 0,-2 8 10 16,13-10 0-16,0 4-4 0,9 0-2 16,3-1-8-16,9-3-10 0,5 2-11 0,-3 0-1 15,3-1-6-15,-5 4-6 0,-3 2-1 16,-8 1-10-16,-4 2-4 0,0 2-3 0,-4 2-1 15,0 2-3-15,-4 3 4 16,2 3 0-16,-6 2 1 0,-2-1-1 0,-3 4-2 16,2-1-2-16,-2 1-1 0,-2 1-6 15,-2 0 4-15,-2 0 1 0,2 0-8 0,-1-1-55 16,-5 1-63-16,4-1-77 0,-4-3-94 16,5 1-91-16,-3-5-105 0,2-2-177 0,1 0-21 15,1-3 65-15,0 1-373 0,2-6-459 16</inkml:trace>
  <inkml:trace contextRef="#ctx0" brushRef="#br0" timeOffset="80666.84">28266 10539 2807 0,'0'-27'58'0,"2"7"54"0,-2 3 50 16,-2 1 34-16,2 3-2 0,0 0 6 0,0 5-21 0,-1 0-24 16,1 1-15-16,0 7-12 15,0 0-27-15,0 0-68 0,0 0-103 0,0 0-113 16,0 0-138-16,1 22-248 0,3-7-16 15,0 6 61-15,2 1-229 0,5 10-243 0</inkml:trace>
  <inkml:trace contextRef="#ctx0" brushRef="#br0" timeOffset="81250.96">28634 10560 2033 0,'-13'-9'106'0,"-1"5"32"0,1 2 27 15,-2 2 26-15,-2 2 26 16,-4 6 13-16,-8 5-9 0,1 7-3 0,-7 6 0 16,3 3-8-16,2 3-10 0,1 3-10 15,6-8-14-15,3 0-18 0,0 2-8 16,5 0-18-16,1 0-10 0,7-8-12 0,2 0-10 16,1-5-9-16,2-3-4 0,-1 1-12 15,6-2-4-15,1-2-7 0,3-1-1 0,0-4-4 16,7-2-9-16,3-1-9 0,2-4-8 15,4-1-3-15,13-6-12 0,-1-4-15 0,-1-1 0 16,-2-5 1-16,8-8-4 16,-1-4 0-16,-3-6 0 0,-2-4-1 0,-4-3-1 15,3-6-1-15,-5 1 0 0,-5 2 1 16,1 3 0-16,-12 11 1 0,0 4 0 0,-4 8 1 16,-4 4-1-16,-4 5 1 0,-2 4 1 15,-3 4 7-15,0 1 5 0,5 3 3 0,-19 3 6 16,5 4 8-16,-1 5-2 0,2 2 1 15,3 3 5-15,1 2 16 0,5-1 19 0,3-1 23 16,2 3 16-16,11-2 15 0,7 7 4 16,7-4 6-16,2 0 10 0,15 2 3 15,0-1-8-15,2-3-10 0,-9-2-2 0,-4-2-15 16,-3 3-4-16,-4-4-19 16,-9-1-7-16,-2-1-4 0,-5 0 3 0,-5 1 12 15,-2-1-62-15,-4 1-30 0,-5 3 0 16,-5-2 0-16,-3 1 0 0,-8 2 0 0,0 1 0 15,-3-3 0-15,-1-1 0 0,-2 0 0 16,6-4 0-16,2-1 0 0,1-2 0 0,-5-2 0 16,2 2 0-16,-2-4 0 0,4-1 0 15,2 1 0-15,0-1 0 0,4-2 0 0,-1 2 0 16,1-2 0-16,3-2 0 0,5 0-487 16,7 2-361-16,-11-7-102 0,11 7 110 0,-8-5-883 15,8 5-1156-15</inkml:trace>
  <inkml:trace contextRef="#ctx0" brushRef="#br0" timeOffset="82016.39">30472 9876 4503 0,'11'-19'-161'0,"-1"6"64"16,-5 1 26-16,-1 1 10 0,0 5 6 16,-4 6 19-16,0 0 78 0,0 0 34 15,-21 22 26-15,-8 10 18 0,-7 13 23 0,-20 19 22 16,1 4 12-16,-8 7 23 0,0 8 8 16,1 2 3-16,-5 1-19 0,1 1 18 0,1-2-6 15,4-6 2-15,0-4 0 0,6-3 4 16,1-9-13-16,16-13-19 0,2-2-10 0,2-3 20 15,2-7-19-15,0-4-20 0,12-10-12 16,0-2-16-16,6-7-6 0,2-2-40 16,2-2-75-16,3-4 0 0,1 1 0 15,0-4 0-15,0 0 0 0,6-4 0 0,0 0 0 16,0 0-4-16,0 0-238 0,6-23-73 16,2 6-73-16,9-9-64 0,2 1-44 0,4-3-47 15,8-6-25-15,1 0-50 0,2 1-38 16,2 3 9-16,0 1-463 0,0 0-578 15</inkml:trace>
  <inkml:trace contextRef="#ctx0" brushRef="#br0" timeOffset="82621.75">29846 10746 2777 0,'27'-19'-112'16,"-6"5"60"-16,0 2 52 0,-6 3 45 16,3-4 42-16,-5 3 48 0,0 4 37 0,-1 0 13 15,-3 2-4-15,2 1-14 0,-3-1 12 16,-8 4 22-16,15 2 10 0,-6 3 11 0,-4 2-8 16,2 2-5-16,-3 3-9 15,2 1-13-15,-5 1-18 0,6 1-12 0,-5 1-8 16,-2-3-14-16,2 2-14 0,-4-1-4 15,2 1-18-15,0-1-13 0,0-2-3 0,0-1-9 16,0-1-23-16,-2-2-8 0,4 0 5 16,-2-8-3-16,2 12 13 0,-2-12-12 15,5 3-8-15,-5-3-7 0,19-3 1 0,-19 3 0 16,30-9-7-16,-12 2-8 0,-4 3 3 16,2 0-2-16,-5 0-2 0,-1 0-3 0,2 1-11 15,-12 3 2-15,13-1-1 16,-13 1-2-16,0 0 3 0,23 7-6 0,-18-2 2 0,3 1 0 15,-2 2 3-15,-1-1-4 0,3 1 2 16,-2 1 2-16,2-1-1 0,-1-2 0 16,1 2 4-16,0-1 4 0,1-2-4 15,2-2 1-15,3 1-3 0,-1-4 2 0,3 0-5 16,-2 0 1-16,6-4-14 0,0-3-1 16,0 1-8-16,3-4 4 0,-5 1 14 0,-2 1-11 15,-1 2 3-15,-1-2-13 0,-2 2 14 16,-1 1-1-16,-2 1-3 0,-2 2-4 15,-7 2-1-15,14-4 1 0,-14 4 2 16,0 0 3-16,0 0 3 0,15 10-5 16,-13-3 5-16,1 0 5 0,-3 0-4 0,4 1 2 15,1 0 3-15,-2 1 2 0,-3-9 1 0,6 14 6 16,-1-7 2-16,3-1 2 0,2-2-9 16,1 1 7-16,-2-4-2 0,5 2 6 15,-1-3-8-15,-13 0 5 0,23-3-2 0,-10 1 1 16,-3-2 7-16,0-2 2 0,-1-1 2 15,-3 0-7-15,2-2 15 0,-5-2-19 0,1-1-1 16,-2 1-2-16,0-1 1 0,-2 0-4 16,-2 0-2-16,-2-1-29 0,-1 1-35 0,-6 4-33 15,0-1-38-15,-1 1-47 16,-8 1-58-16,3 4-69 0,0-1-78 0,-1 4-117 16,5 0-240-16,2 0 58 0,1 2 76 15,10-2-367-15,0 0-454 0</inkml:trace>
  <inkml:trace contextRef="#ctx0" brushRef="#br0" timeOffset="83049.2">31666 10077 2908 0,'2'-21'130'0,"0"8"38"0,0 1 17 15,0 3 6-15,-4 5-8 0,2 4 58 0,0 0 32 16,-24 31 16-16,-1 6 12 15,-6 9 7-15,-1 8-5 0,-9 20-2 0,2 6-13 0,-3-2-23 16,-1-1-25-16,4-2-18 16,3-2-23-16,7-15-18 0,0-5-19 0,3-2-16 15,3-5-14-15,-1-3-24 0,8-11-11 16,0-5-9-16,5-6-2 0,4-6-9 0,-4-3-6 16,10-2-23-16,-5 0-48 0,2-4 0 15,1-1 0-15,3-5 0 0,0 0 0 0,0 0 0 16,0 0 0-16,0 0 0 0,-9-19 0 15,7 7 0-15,-3-3 0 0,-1-2 0 16,1 0 0-16,-4 1 0 0,-1-1 0 16,-3 3 0-16,0 2 0 0,-3 1 0 15,-2 5 0-15,5 2 0 0,2 3 0 0,-4 2 0 16,0 1 0-16,-3 4 0 0,5 0 0 16,1 5 0-16,1-3 0 0,2 4 0 0,3-1 0 15,2 0 0-15,0 0 0 0,4-1-192 16,2-1-92-16,4 3-66 0,4-4-83 0,3-1-70 15,2-2-81-15,8-2-141 0,3-1-48 16,1-2 80-16,2 0-550 0,-1-3-704 0</inkml:trace>
  <inkml:trace contextRef="#ctx0" brushRef="#br0" timeOffset="83602.3">31323 10940 3177 0,'6'-4'-23'0,"-6"4"60"0,7-4 44 16,-7 4 57-16,0 0 32 0,0 0 25 15,2-6 2-15,-2 6-9 0,0 0-11 16,0 0-7-16,0 0 11 0,0 0-5 15,0 0-13-15,0 0-12 0,0 0-2 0,0 0-4 16,0 0 2-16,0 0 5 0,21 8-29 16,-21-8-2-16,18 4-9 0,-18-4-13 0,24 0-8 15,-10-2-8-15,-1 2-7 0,3-4-11 16,0 2-6-16,-4 0-7 0,1 0 0 16,-1-2-9-16,-3 3-1 0,-9 1-11 0,15-7-10 15,-15 7-2-15,0 0-2 0,0 0-2 16,0 0-3-16,0 0 0 0,0 0 4 0,-40 10-1 15,29-4-7-15,-3 0 0 0,2 1-3 16,2 0-4-16,0-2 2 0,5 2 1 16,1-2 6-16,4-5 1 0,-4 10 7 15,4-10 8-15,13 7 15 0,1-5-3 0,1-1 8 16,8-1-12-16,4-1-9 0,11-6-2 16,-1-3 0-16,4 1-2 0,-1-3-2 15,-2-2-5-15,10-5 0 0,-3-2 1 0,-2-1 2 16,-4 1-9-16,-6 1 2 0,-5 3 2 15,-7 3-1-15,-6 7 8 0,-1-3-2 0,-5 5-3 16,-3 2-17-16,-2 1 13 16,-4 2 0-16,0 0 4 0,0 0 6 0,-15 17 8 15,5-7 0-15,2 4-1 0,1 1 9 16,-1 3 3-16,0 0 17 0,3 3 1 0,1 0-1 16,0 0 43-16,1 3-10 0,-3-4-6 15,-1 1-7-15,4-1-72 0,-6-1-4 0,-4 7 0 16,-9-6 0-16,-1 0 0 0,-4 1 0 15,1-1 0-15,-9-4 0 0,3 0 0 0,0-1 0 16,-4-3 0-16,2-1 0 0,-1-3 0 16,1 1 0-16,6-4 0 0,3-2 0 15,-2-1 0-15,6-2 0 0,0 0-119 0,-4-2-630 16,0-4-225-16,4 0 80 16,1 1 92-16,-3-2-781 0,2 0-1023 0</inkml:trace>
  <inkml:trace contextRef="#ctx0" brushRef="#br0" timeOffset="84582.53">22041 11300 4172 0,'5'-6'-127'0,"-5"6"51"16,6-7 50-16,-6 7 58 0,-2-10 47 15,2 10 24-15,-8-9 2 0,3 3-4 0,-4-1-3 16,-5 2 10-16,-5-2 6 15,-4 0 2-15,0 2 3 0,-2 0-8 0,-9-2-2 16,5 3-10-16,6-1 0 0,-1 2 2 0,7-1 0 16,-3 1 4-16,7 1 1 0,1 1-3 15,-1-2-2-15,13 3-2 0,-16-2 1 16,16 2-9-16,-18-4-8 0,18 4-11 0,-11-2-13 16,11 2-6-16,0 0-11 0,0 0-4 15,-17 11 1-15,9 1-3 0,1 5 22 0,-7 12 10 16,-1 5 22-16,-4 7-4 0,-4 4 9 15,-2-1 4-15,3 1 0 0,-5-2 3 0,4-4 0 16,1-6 3-16,6-4 2 16,-2-2 8-16,7-10-12 0,2-1-1 0,1-4 1 15,4-2-11-15,-2-1-92 0,3 0 0 16,-1-3 0-16,2-1 0 0,2-5 0 0,8 11 0 16,-3-7 0-16,4 1 0 0,3-2 0 15,-1 0 0-15,3 0 0 0,3 3 0 16,-1-3 0-16,-2 1 0 0,0-1 0 0,-1-2 0 15,5 2 0-15,-3-2 0 0,0 1 0 16,2-2 0-16,0 2 0 0,-4-4 0 0,-1 2 0 16,1-2-34-16,-2 1-586 0,1-3-177 15,-1 3-132-15,-1-3 98 0,-10 4-863 16,12-4-1128-16</inkml:trace>
  <inkml:trace contextRef="#ctx0" brushRef="#br0" timeOffset="84748.98">21637 11627 4331 0,'-10'-9'-122'0,"2"0"54"0,1 5 40 0,1-1 33 15,5-1 10-15,1 6-4 0,-2-8 2 16,2 8-2-16,11-6-19 0,0 5-63 0,6-3-84 16,7 4-118-16,2-3-178 0,12 2-125 15,6-1 62-15,2 2-207 0,6 2-214 0</inkml:trace>
  <inkml:trace contextRef="#ctx0" brushRef="#br0" timeOffset="84965.53">22544 11490 2030 0,'-25'-10'123'0,"4"2"36"15,3 4 42-15,2-1 25 0,5-1 25 16,0 3 2-16,2 0-26 0,4 0-21 0,5 3-19 15,0 0-20-15,0 0-15 0,0 0-11 16,34 3-16-16,-7 1-42 0,9 4-72 16,2-3-104-16,0 1-114 0,-5-4-144 15,-5 0-242-15,-2 0 12 0,3 1 68 0,-8-3-237 0,0-3-240 16</inkml:trace>
  <inkml:trace contextRef="#ctx0" brushRef="#br0" timeOffset="85232.38">22862 11367 2379 0,'-4'-6'187'0,"4"6"22"0,-3-9 8 16,3 9 8-16,0 0 0 0,0 0 4 0,0 0 3 15,0 0-10-15,0 0-12 0,34 12-13 16,-21-1-18-16,1 3-12 0,-3 1-13 16,1 3-14-16,-3-1-11 0,-4 1-8 15,1-1-16-15,-6-3 8 0,0 2 0 0,-6 1 0 16,1 0-10-16,-4 0-6 0,-5 0-7 15,1-2-15-15,-10 4-4 0,-2-2-3 0,0-1-9 16,-1-3-5-16,3-1-13 0,2-4-63 16,1-1-51-16,5-3-70 0,3 0-89 0,-2-2-110 15,3-1-134-15,0 2-231 0,11-3-3 16,0 0 85-16,0 0-461 0,0 0-558 0</inkml:trace>
  <inkml:trace contextRef="#ctx0" brushRef="#br0" timeOffset="85616.17">23778 11393 3116 0,'-1'-14'-36'0,"-3"4"38"16,-2 2 31-16,3 1 34 0,-5 4 17 0,2-1 11 15,-5 1 4-15,-7 3 17 0,0 2 10 16,-7 3 12-16,-9 4 6 0,-1 0 4 15,3 3-4-15,2 0-7 0,3 5-14 0,0-5-11 16,9 2-12-16,5 1-3 0,2-5-7 16,7 1 6-16,2 0 5 0,2 0 4 15,4 4-6-15,4-2 2 0,3 3 2 16,0-1-14-16,5 1-5 0,-3-3-8 0,2 1-8 16,-4-1-7-16,3 1-3 0,-4-2-9 15,-1 0-2-15,-3-1 1 0,0-1 4 0,-4 1 9 16,-2-1 11-16,-6 2 3 0,0-3-3 15,-5 3-8-15,0 1-10 0,-5-1-1 0,-1-2-8 16,1-2 0-16,-3 2 13 0,1-2-3 16,2-3-7-16,-3 0-13 0,7-1-24 0,-1-1-47 15,4-1-73-15,9-2-103 16,-15-4-118-16,15 4-112 0,-2-10-150 0,7 2-184 16,7-4 78-16,5-1-569 0,0 1-727 15</inkml:trace>
  <inkml:trace contextRef="#ctx0" brushRef="#br0" timeOffset="86214.82">23900 11673 3710 0,'4'-5'35'15,"-1"1"56"-15,-3 4 34 0,2-13 28 0,0 6 12 16,-1 2-9-16,1-1-15 0,4 0-15 16,-3 1-12-16,5-4-13 0,0 1-8 0,1 1-9 15,2 1-12-15,2-4-4 0,-1 3-6 16,-2-1-5-16,0-1-2 0,-3 2 0 0,1 0 9 15,-1 1 2-15,-1-3-6 16,0 1-1-16,-4-2-6 0,0 1-10 0,-2-1-4 16,-2 1-3-16,-4 0-7 0,3 0-5 15,-8 3 2-15,-1 1-4 0,-6-1-1 0,-2 5-1 16,-2 1 1-16,-4 4 15 0,-10 4 15 16,1 4 4-16,1 3 5 0,4 4-1 15,1 4 8-15,6-1 10 0,5 3 11 0,5 1 13 16,8-4 0-16,5-1 9 0,2-1-14 15,5-1-2-15,9 8-11 0,2-3 8 0,5-3-9 16,2-1-4-16,6-5-11 16,1-3-2-16,4-4-8 0,6-3-5 0,0-1-7 15,-2-4-2-15,3-4-4 0,-4-2-4 0,3-3-4 16,-4-3-1-16,2-1-8 0,6-8-4 16,-6-3-8-16,-2-5-7 0,0-5-8 15,-4-4-7-15,-1-5-1 0,-5-5-7 0,-1-2-4 16,-2-3-3-16,-8-2-1 0,-2 2 2 15,-6-1 1-15,-3 17 7 0,-6-1 0 0,3 8-2 16,-6 5 5-16,3 8 15 0,-4 1 3 16,1 6 0-16,-1 3 15 0,4 7 18 0,-19 5-5 15,6 9 18-15,-9 10 13 0,6 8 16 16,-4 15 14-16,1 5 1 0,2 4-8 0,3 4-85 16,3-1 0-16,0-1 0 0,8-5 0 15,-4-10 0-15,5-4 0 0,6-1 0 16,-1-6 0-16,0-11 0 0,3 1 0 15,0-1 0-15,-3-5 0 0,6-3 0 0,2-2 0 16,2-1 0-16,-1-3 0 0,1-2-225 16,-1-2-172-16,0-3-110 0,-2 0-120 0,-10 0-127 15,15-6-61-15,-11 0 74 0,0-2-662 16,-4-1-855-16</inkml:trace>
  <inkml:trace contextRef="#ctx0" brushRef="#br0" timeOffset="86383.66">24291 11613 4071 0,'-13'-7'14'0,"3"2"61"0,3 0 49 16,-1 2 38-16,8 3 19 0,-7-6-6 0,7 6-16 16,0 0-21-16,0 0-13 0,0 0-12 15,16-12-13-15,0 10-33 0,4 0-74 0,5 0-71 16,4 0-99-16,14 2-81 0,4 4-65 16,16-3-61-16,6 0-140 0,1 3-100 0,-2 1 65 15,1 0-315-15,-5 1-358 16</inkml:trace>
  <inkml:trace contextRef="#ctx0" brushRef="#br0" timeOffset="86698.92">25185 11567 2452 0,'-12'-5'22'0,"1"1"30"0,0-1 30 0,1 3 40 16,1 1 32-16,9 1 13 0,-18 0-4 16,18 0 6-16,-14 5-4 0,6-2-5 15,0 4-3-15,0 0-4 0,5 1-9 0,1 1-12 16,2 2-13-16,0-2-6 0,2 3-8 15,1-3-11-15,5 3-8 0,2 0-8 0,1-2-6 16,2-1-7-16,3-1-4 0,-2 1-8 16,4-3-6-16,0 1-2 0,-4-5-3 0,-3 1-2 15,1-1-5-15,0-2 22 0,-12 0 4 16,15-2-1-16,-15 2-8 0,9-5-4 16,-9 5-2-16,6-13-8 0,-8 4-1 15,-2 0-3-15,-1-5-3 0,-1 0-4 0,-4-5-1 16,1 2-6-16,0 1 0 0,0 1-14 15,2 2-29-15,0 2-57 0,-3 4-80 16,2 1-69-16,1 5-77 0,7 1-98 0,0 0-123 16,0 0-137-16,-13 7 57 0,13-7-384 15,18 12-466-15</inkml:trace>
  <inkml:trace contextRef="#ctx0" brushRef="#br0" timeOffset="87165.31">25726 11580 2866 0,'10'-8'95'0,"-4"5"43"0,-5-4 32 0,1 3 26 15,-2 4 9-15,0 0-2 0,0 0 5 16,0 0 7-16,0 0 5 0,0 0-3 0,-27 22-14 16,16-8-1-16,-1 3 0 0,3 1-21 15,0 0-16-15,-3 2-16 0,3-2-15 16,-1-2-7-16,5-1-13 0,-3-3-9 0,2 2-10 16,0-5-2-16,1-1 16 0,1-2 26 15,1 0 17-15,3-6 21 0,-5 9 18 0,5-9-6 16,0 0-19-16,0 0-20 15,0 0-12-15,0 0-16 0,0 0-15 0,14-29-27 0,-5 12-76 16,7-7 0-16,2-6 0 16,7-6 0-16,4-2 0 0,-1 1 0 0,3-3 0 15,-1-1 0-15,1 1 0 0,-2 4 0 16,-3 3-151-16,-6 10-69 0,-6 6-35 0,-1 5-55 16,-2 3-60-16,-4 2-23 0,-1 4 5 15,-1-1-5-15,-5 4-10 0,0 0-20 0,0 0-1 16,0 0 7-16,14 9 34 0,-14-9 37 15,-4 10 39-15,4-10 78 0,-8 14 70 16,1-5 57-16,-5 3 59 0,-3-2 46 0,-2 3 43 16,-8 3 34-16,2 1 34 0,5-5 15 15,2 1 20-15,5-4 3 0,1 2 0 0,0-1 16 16,5 1-1-16,1-1-3 16,4-2-11-16,4 3-14 0,3 1-10 0,7 0-17 15,3-1-12-15,8 5-78 0,-2-5-106 16,4 0-128-16,-3-1-148 0,-3-6-260 0,2 4 48 15,2-4 71-15,-1 1-215 0,3 0-209 16</inkml:trace>
  <inkml:trace contextRef="#ctx0" brushRef="#br0" timeOffset="88183.03">26824 11658 2175 0,'4'6'96'0,"-4"-6"4"0,0 0 18 0,13 0 22 16,-13 0 22-16,16 0 1 0,-16 0-6 0,16-2-14 15,-4-2-9-15,1 2-18 16,-2-2-9-16,5 2-5 0,-5-1-16 0,3 0-3 0,-3-2-9 16,1-1-6-16,-3 2-7 0,2-3 1 15,-2 0 3-15,-4-2-6 0,1 1-16 0,-4-3 5 16,-2 3-3-16,-2-2-13 0,-4-1 7 15,-4 1-1-15,-3 2 0 0,-3 3 16 16,-6 1 6-16,1 4 11 0,-8 2 16 0,-8 4 4 16,1 6 4-16,0 2 7 0,4 1-3 15,2 6 0-15,4 1-10 0,4 1-5 16,3 3-4-16,4 3-8 0,10-4-5 16,2-3-6-16,3 3-3 0,6 7-7 0,4-3-7 15,4-3 1-15,2 1-6 0,5-4 0 16,2-4-2-16,-2-5-7 0,-2-5 3 0,1-1-3 15,0-4-3-15,-1-4-1 0,2 0-3 16,0-4-2-16,2-4 1 0,7-3-6 0,1-3 1 16,-2-3-5-16,-3-4 0 15,3-1 5-15,3-9-8 0,3 2-3 0,1-3 0 16,-2 0-2-16,0 3 2 0,2 2 10 16,-7 4 8-16,1 5 13 0,-1 1 6 0,-1 3 14 15,-5 4 1-15,-3 5-3 0,-4 1-2 16,4 4 10-16,-2 4 6 0,4 2-6 0,3 9 5 15,0 1-5-15,-2 5 9 0,-7 0-7 16,0-3-2-16,-7 3 1 0,-1-2 14 0,-1-1 8 16,-2-2 11-16,-5-1 21 0,-7 1 16 15,0 1 6-15,-4-2 2 0,-3 1-74 16,-8 1-68-16,-3 0 0 0,-2-3 0 16,4-6 0-16,2-1 0 0,-2 1 0 0,-2-6 0 15,0 4 0-15,6-5 0 0,1 2 0 16,0-1 0-16,1-2 0 0,0 0 0 15,4-2 0-15,-1-2-164 0,3-2-344 0,5-2-99 16,2-2-108-16,7-4-149 0,6-5 75 16,7-12-756-16,13-3-990 0</inkml:trace>
  <inkml:trace contextRef="#ctx0" brushRef="#br0" timeOffset="88433.94">27710 11194 4325 0,'6'-26'-145'0,"-2"3"73"0,-3 4 56 0,3 3 61 0,-2 3 23 16,0 1 22-16,1 3-8 0,-2 1-12 16,-1 8-12-16,0 0-6 0,0 0 26 15,0 0 0-15,4 28 23 0,-4-2 0 0,-4 13 0 16,4 7-1-16,-1 11-7 0,-2 1-1 16,3 0-9-16,0 1-12 0,-2-13-2 0,2 0-8 15,0 0-5-15,0-2-5 16,0-3-3-16,-2-2-8 0,2-1-17 0,0-1-60 0,0-8-51 15,0-6-54-15,0-3-89 16,0-1-85-16,0-4-85 0,2 3-95 0,3-2-155 0,0-2 56 16,1 2-373-16,3-2-446 15</inkml:trace>
  <inkml:trace contextRef="#ctx0" brushRef="#br0" timeOffset="89098.36">28078 11836 2612 0,'4'-21'23'16,"-2"6"48"-16,-2 3 42 0,-2 2 39 15,2 1 41-15,-2 3 15 0,2 6 5 0,-2-12-16 16,2 4-16-16,0 8-15 0,0 0-16 16,0-11-15-16,0 11-13 0,0 0-13 0,0-10-12 15,0 10-5-15,2-4-10 0,-2 4-5 16,0 0-3-16,0-8-9 0,0 8 4 16,0 0-3-16,4-7-8 0,-4 7-6 15,7-10-5-15,-2 6-2 0,-5 4-5 0,9-14-5 16,-6 7-1-16,1-1-3 0,-2 0-1 15,-2 0-4-15,0 1-5 0,-4 0-2 16,4 7-2-16,-13-5-2 0,0 3 0 0,-2 4 3 16,-8 2-4-16,1 2-1 0,2 5 1 15,-7 3 0-15,10-1 0 0,2 1-4 0,1 0 4 16,7-3-5-16,-1 3 3 0,5-1 1 16,0-1-2-16,3-2 6 0,3 0-1 0,-2-1 1 15,9-1 0-15,1-2 0 16,5 0-5-16,0-1 3 0,2-1-4 0,1-3 0 15,0 3 0-15,-4-3-2 0,2 1-5 16,-1 2-1-16,-3 1-3 0,0 2 4 0,-2 1 12 16,1 6 11-16,-2 3 9 0,-3 4 11 15,-1 11 21-15,-3 5 17 0,-3-6 1 16,0 6-12-16,-2-1 32 0,-3-4-11 0,-4 1-2 16,-3-1-14-16,-1-3 10 15,-7 0-7-15,6-3-3 0,-6-5-1 0,-1-2 2 0,-5-1-1 16,5-6-8-16,0-3-7 0,-3-1-5 15,2-2-7-15,1-2-3 0,-4-1 4 0,7-2-11 16,2-1-1-16,0-1-4 16,3-2-2-16,6-4-7 0,1-2-5 0,5-2-15 0,6-5-8 15,12-12-6-15,11-4-20 16,6 3-13-16,9-2-17 0,-1 0-3 0,2 3 12 16,-1-1-3-16,1 4 6 0,0-1 6 15,-4 2-1-15,-2-1 8 0,-5 8 1 0,-4-3 6 16,-5 3 3-16,-1 1 1 0,-6 1 0 15,-2 1-3-15,-4 0-11 0,-3 3-16 16,2-3-8-16,-7 0-27 0,1 1-26 0,0 0-46 16,-1 2-54-16,-2-1-57 0,-1 0-94 15,4 0-101-15,0-5-158 0,-2 6-131 0,-1-3 84 16,-1-2-529-16,0-1-662 16</inkml:trace>
  <inkml:trace contextRef="#ctx0" brushRef="#br0" timeOffset="90548.27">23934 780 471 0,'-7'-19'48'0,"-2"0"-4"0,0 2 22 0,-2-2-15 0,-3-6-10 16,-6 2 18-16,4 0 1 0,-6 3-16 15,-4 1 2-15,-7 4 3 16,-1 8 0-16,-8 4 10 0,-5 8 8 0,-14 11 10 16,-6 7-4-16,-15 18 16 0,-2 9 6 15,1 10 25-15,0 8-11 0,3 4-4 0,0 6 16 16,4 4 18-16,6 3-12 0,12 2-13 16,8 0 17-16,14 2-8 0,21-16 7 15,9-5 18-15,18 1-22 0,21 9-5 0,17-3-1 16,16-5 14-16,10-7 13 0,10-2 0 15,1-9-13-15,5-6-7 0,-4-6-12 16,-7-10-8-16,-20-9-15 0,-9-4-9 0,-16-5 0 16,-4-2-5-16,-9-1 21 0,-3-4 6 15,-6 0 1-15,0 3-4 0,-5-7-11 16,2 2-7-16,-11-3-10 0,12 0-6 16,-12 0-7-16,0 0-11 0,15 2-7 0,-15-2-23 15,0 0-48-15,0 0-75 0,18 0-81 16,-18 0-109-16,3 3-128 0,-3-3-196 15,0 0-46-15,0 0 74 0,0 0-253 0,0 0-326 16</inkml:trace>
  <inkml:trace contextRef="#ctx0" brushRef="#br0" timeOffset="92450.76">32774 1252 2013 0,'-7'-14'-178'0,"0"-1"40"0,0 2 16 0,-1-1 20 16,-2-1 24-16,1-2 19 0,0-1 25 15,-3-2 16-15,2 3 13 0,3-2 15 16,0 0 11-16,-4 2-2 0,6-2-6 15,1 6 28-15,-1-1-3 0,1 2-2 0,2 0-8 16,-3 4 11-16,4-3-4 0,-1 2-3 16,2 9-1-16,2-13-3 0,-2 5-4 15,0 8-5-15,10-9 2 0,-3 6-1 0,2 1-4 16,-9 2-8-16,24 0 0 0,-12 2 6 16,6 4-7-16,-2 0 1 0,10 9-2 0,0 0 17 15,3 5-6-15,-6 3 3 16,6 10-2-16,-4 2 0 0,-3 8 11 15,-5 5 25-15,-6 6 1 0,0 6-3 0,-8 5-4 0,-6 3 22 16,-11 5 3-16,-6 14 5 16,-9-5 12-16,-5-4-4 0,-3-8-5 15,4-14 7-15,1-1 19 0,-2-4-3 0,2 0 1 16,-1-5-7-16,5-3-9 0,-1-4 9 16,8-10 1-16,-1-2-14 0,2-2-9 0,3-4-1 15,4-3-10-15,2-5-7 0,-2-1 2 16,6-1-13-16,0-1-1 15,1-2-2-15,-2 2 1 0,0-5-5 0,3 5-24 0,-1-3-46 16,0 0-62-16,0-1-76 0,-1 1-107 16,1-3-162-16,1 1-165 0,5-5 60 15,-12 5-109-15,12-5-146 0</inkml:trace>
  <inkml:trace contextRef="#ctx0" brushRef="#br0" timeOffset="93746.99">25012 2460 1589 0,'-20'0'-123'0,"6"0"11"0,0 0 13 15,4 0 15-15,10 0 25 0,0 0 22 0,-21 0 30 16,21 0 17-16,0 0-1 0,0 0 10 15,0 0 0-15,0 0 3 0,0 0 0 16,0 0 16-16,0 0 3 0,50-10-1 16,-19 8 5-16,12-3 3 0,5 1-5 15,15 0 1-15,3-1-7 0,7-1 0 0,9 1-5 16,25-5-3-16,4 2-3 0,2-1 0 16,7 2-7-16,8-3 2 0,6 1-3 15,-3-1-1-15,3 0-3 0,-1 0 2 0,-4 1-4 16,-3 1 4-16,-8 2 5 0,-5-2 12 15,-4-1 1-15,-26 1 0 0,-4 2-3 0,-5 0 8 16,-5 1 4-16,-6-3 1 0,-2 1 2 16,-16 0 2-16,-1 0 0 0,-2-1-2 15,-2 0-2-15,-2 0-7 0,-2 2 1 0,-1-1-2 16,-9 0-4-16,-1 0-1 16,8-2-6-16,-7 4-3 0,0 0-1 0,11-3-3 15,7 4-2-15,2 1-4 0,17-2 2 16,9 3-3-16,12 0 2 0,29 4-6 0,10 0 3 15,14 3-4-15,4 0-1 0,6 2 0 16,-3 1-4-16,-2 6 4 0,-5-2-2 16,-9-2 3-16,-6 1-3 0,-9 0-3 0,-7-2-6 15,-28-4-13-15,-9 1-18 0,-6-2-16 16,-20 0-16-16,-9-2-16 0,-9-2-39 0,-5-2-65 16,-8-2-69-16,0 0-367 0,-2-2-122 15</inkml:trace>
  <inkml:trace contextRef="#ctx0" brushRef="#br0" timeOffset="94630.77">20926 1944 961 0,'0'-10'127'0,"0"0"4"0,0 1-14 0,-2 0-12 0,0 1 15 16,0-1 10-16,0 3 6 16,2 6 4-16,-4-14-1 0,4 9-8 0,0 5-12 15,-3-9-17-15,3 9-11 0,0 0-12 16,0 0-9-16,0 0-6 0,0 0 6 15,0 0-1-15,-18 31 5 0,11-12-19 0,-6 8-3 16,1 0-8-16,-3 2 1 0,3-3 13 16,-3 4-2-16,1-3-1 0,2-1-9 0,-1 0-9 15,1-6-2-15,2-1-2 16,1-4-5-16,3-1-24 0,-2 0-47 16,3-2-61-16,-1-2-76 0,2-3-108 0,3-6-218 15,1-1-33-15,0 0-95 0,0 0-131 16</inkml:trace>
  <inkml:trace contextRef="#ctx0" brushRef="#br0" timeOffset="94815.63">20597 1827 1892 0,'-9'-4'50'16,"7"-3"13"-16,1 0 0 0,1 7-9 15,3-13-3-15,3 6 4 0,2 1 4 16,7-4-7-16,4 0-9 0,14 1-3 15,-3 1-4-15,8 0-25 0,2 4-47 16,0 1-60-16,0 0-84 0,-6 1-121 0,-7 2-331 16,2 2-128-16</inkml:trace>
  <inkml:trace contextRef="#ctx0" brushRef="#br0" timeOffset="95315.47">20983 2249 2005 0,'-2'6'154'0,"2"-6"4"15,0 0 11-15,0 0-11 0,0 0-3 16,0 0-15-16,0 0-19 0,0 0-14 16,0 0-6-16,36-14-11 0,-20 7-7 15,0-1-9-15,6-1-10 0,-3 2-7 0,-1-2 0 16,2-1-5-16,-3-2-3 0,-2 0-8 15,1 0-3-15,-5-2-3 0,-2-1-6 0,0-1-5 16,-6 1-3-16,-1 1-5 0,-2 0-3 16,-2 1 2-16,-1-3-8 0,-6 5 5 15,2-3-4-15,-2 3-7 0,-2 1 10 0,0 3-8 16,2 0-4-16,-1 2 9 0,1 2-2 16,0-1 0-16,-2 2-10 0,11 2 14 15,-13 0-8-15,13 0-4 0,0 0-3 16,-11 0 11-16,11 0-4 0,0 0 7 0,0 0-1 15,0 0 4-15,33-3 0 0,-17 1-7 16,11-1-2-16,0 0 6 0,0-3-3 16,-1 5-5-16,-5-1-2 0,-2 2-6 0,2 2 6 15,-6 1 1-15,1 3-4 0,-3 0 10 16,-1 1-1-16,-5 3 8 0,1 0 1 0,-3 4 3 16,1-2-8-16,0 3 1 15,-2-2 2-15,1 3 1 0,-3-3-2 16,2 5-1-16,1-5-4 0,-3-1 1 0,3 4-5 15,-1-7-47-15,-1 4-54 0,-1-3-61 16,4 0-60-16,-3-1-74 0,1-4-92 0,3-2-211 16,-7-3 44-16,11 2-103 0,-11-2-153 15</inkml:trace>
  <inkml:trace contextRef="#ctx0" brushRef="#br0" timeOffset="95698.09">21603 2031 1959 0,'0'0'36'0,"0"0"11"0,0 0 16 0,-22-2 21 0,22 2 12 16,0 0-7-16,0 0-5 0,0 0-13 15,0 0-4-15,0 0-5 0,0 0-9 0,0 0-4 16,0 0-3-16,22-6-5 0,-22 6-5 16,18-4 1-16,-8 2-5 0,-10 2 0 15,19-3-9-15,-12 2 5 0,-7 1-3 0,16-6-5 16,-11 4-3-16,-5 2-1 0,4-9-6 15,-4 9-2-15,0 0 8 0,-2-11-2 0,2 11-5 16,0 0-4-16,-25-5 6 0,11 7-10 16,14-2 5-16,-33 6 7 0,14 2-7 15,-1 1 5-15,-2 0-1 0,8 2 3 16,3-2 12-16,0 3 6 0,3-2 8 16,2-1-4-16,5 3 5 0,1-2 4 0,1-2 3 15,3 1 1-15,4-1 21 0,-2-1 8 16,1-2-22-16,4 2 7 0,3 0-12 15,-3-4-33-15,1 1-51 0,-1-1-57 0,2-3-76 16,1-1-92-16,-3-1-120 0,1-2-206 16,1-2 49-16,-2-3-88 0,1-1-122 0</inkml:trace>
  <inkml:trace contextRef="#ctx0" brushRef="#br0" timeOffset="96049.4">22019 1927 1832 0,'11'1'72'15,"-11"-1"-3"-15,0 0 8 0,0 0 14 16,0 0 12-16,0 0 7 0,7 6-5 16,-7-6-12-16,0 0-8 0,0 0 0 0,0 0-11 15,18 1-16-15,-18-1 13 0,20-1-9 16,-6-1-4-16,-1 0-8 0,2 0-4 0,2 0-4 16,-1-4-2-16,-2 1-3 0,2 0-4 15,-1 0-3-15,-3-1 0 0,-5 2 15 16,3-2-11-16,-5 1-4 0,-5 5-7 15,0 0-5-15,0 0 1 0,0 0 3 16,0 0-7-16,0 0 5 0,-53 12-5 0,25 0 1 16,-3 2 4-16,1 1 0 0,1 1 15 15,4 1 25-15,8-3 0 0,6 1 6 0,1-3 13 16,9 0 0-16,1-1-7 0,3-1-2 16,6 2-9-16,4 1-4 0,5-2-8 15,9 4-3-15,0-4-14 0,1 4-45 0,5-6-54 16,1-1-66-16,0 1-60 0,-4-6-70 15,-3 2-95-15,2-1-114 0,-4-1-106 16,-5-1 49-16,-1 3-87 0,3-4-114 0</inkml:trace>
  <inkml:trace contextRef="#ctx0" brushRef="#br0" timeOffset="96314.54">22686 2172 1740 0,'0'0'60'0,"0"0"13"0,-34-3 25 16,9 6 25-16,-13 2 35 15,-11 0 24-15,-16 4 30 0,-11 3-3 0,-29 7 4 16,-11 0-4-16,-4-1-18 0,-17 8 2 16,-18-2-10-16,-53 9-13 0,1 1-15 15,1-4-2-15,42-3-7 0,-46 2-13 0,58-5-8 16,5-2-14-16,8 0-10 0,17-3-12 16,17-1-9-16,35-9-4 0,9 0-14 0,19-2-6 15,5 1-5-15,12-3-20 16,1-3-35-16,11 2-58 0,0-2-71 0,3-1-67 15,0 2-59-15,10-3-60 0,0 0-80 16,0 0-176-16,0 0-71 0,0 0 76 16,-7-8-184-16,7 8-244 0</inkml:trace>
  <inkml:trace contextRef="#ctx0" brushRef="#br0" timeOffset="102814.87">21544 10433 1391 0,'1'-15'86'0,"1"1"-3"0,0 2 6 0,-2 4 0 16,2-1 1-16,-2 3-7 15,0 6 4-15,0-14-3 0,-2 11-6 0,2 3-10 16,0 0 19-16,0 0 36 0,-19 17 28 15,0 12 15-15,-6 15 20 0,-5 11 7 0,-11 18 15 16,3 9-5-16,-1 6-3 0,1 7 1 16,-1 2-15-16,5 1-11 0,0 0-17 0,1 0-7 15,6-6 3-15,2-7-11 0,5-23-17 16,1 1-14-16,1-7-8 0,3-7-10 16,4-14-10-16,1-2-8 0,3-2-9 15,-1-12-6-15,5-1-4 0,-4-4-4 16,5-4-8-16,-1-1-1 0,1-1-9 0,-2-1-6 0,4-7-31 15,-2 11-60-15,2-11-89 16,-5 1-101-16,5-1-95 0,0 0-108 0,-14-17-161 16,12 3-37-16,0-4 71 0,4-5-364 15,5-15-424-15</inkml:trace>
  <inkml:trace contextRef="#ctx0" brushRef="#br0" timeOffset="105546.09">21627 10154 2390 0,'-6'-8'-147'0,"4"2"14"15,2 6 30-15,-5-12 27 0,5 7 17 0,0 5 16 16,2-12 12-16,1 5 9 0,8 2 15 16,0 0 9-16,3 0 2 0,9 2 3 0,2-2 6 15,15 3-6-15,8 0 5 0,1 2-5 16,17 2 6-16,0 0 0 0,10 1-2 0,4-1-2 16,4 1 1-16,2-2-6 15,4 1-1-15,-1 2 0 0,-2-2 2 0,5-1-3 16,-1-1 2-16,1 0 2 0,-3-1-5 15,3-1 6-15,-1-2-3 0,-1 1 3 0,-2-4-5 16,-2 2-1-16,-4-3-2 0,-5 0 6 16,-2 0-3-16,-3 1-2 0,1-5 3 0,-4 4 10 15,-3-2 6-15,1 5 1 0,-4-3-2 16,-1 2-3-16,-1-2-1 0,0 4-2 0,4 0-2 16,1 3 0-16,-2-1 0 0,5 2-2 15,-5-2 1-15,5 0-2 0,-4 4 0 16,2 0-4-16,-15-2 1 0,9 2 1 0,-7-2 0 15,0 0 0-15,8 0-2 0,-8-2-1 16,-5 2 1-16,1 0 0 0,0-2-1 16,-1 0-3-16,-1 0 2 0,0-2 0 0,-1 4 0 15,3 0 1-15,-1-3-2 0,-1 2 2 16,2-3 5-16,8 0-7 0,-10 1-2 16,2 1 2-16,-5 1-1 0,5 1 4 0,-5 0-5 15,3 0 0-15,-2 0 1 0,-2 1 1 16,-3-1 0-16,4 0-1 0,-11 0 2 0,-5 2-2 15,-1-4 1-15,1 2 0 16,1-1-2-16,1 1 4 0,10-2-3 0,1-1 2 16,4-1-1-16,15 2-1 0,4 2-1 15,1 0 0-15,7 0 0 0,-2 2-2 0,2 0-1 16,0 2 2-16,1 2 4 0,3-3-3 16,1 5 0-16,-3-2 1 0,-2 4 1 0,4-5-4 15,1 3 3-15,2-2 0 0,0 4-1 16,5-4-1-16,1 3-2 0,2-5 2 0,19 4 4 15,-19-4-3-15,1 2-2 0,18 3 2 16,-21-1-1-16,0-2 3 0,-3 0-5 0,-3 1 4 16,1-3 1-16,-6 4-3 0,-2-1 2 15,-2-4 1-15,-7 3-4 0,-1-3 1 16,-13 1 1-16,-1 0 2 0,-3 2-2 0,-2-3 0 16,-2-1 2-16,-2 1 0 0,-6-3 3 15,-5 2-6-15,1 0-3 0,-1-2 5 16,-1 0 0-16,1 0-15 0,0 0-9 15,1 1-11-15,-1-2-10 0,-1 1-6 0,-3 1-2 16,-3-1-6-16,7 0 3 0,-8 0 0 16,3 2 5-16,-1 0 8 0,4 1 5 0,0 1 3 15,9-1-7-15,1 2 4 0,3 2 4 16,1-2 21-16,6 2-1 0,-2-4 1 0,14 6 4 16,-2-2-6-16,2 0 11 0,0-1-7 15,1 0 2-15,-1-1-4 0,0 0 10 0,-9-2-2 16,1 1 4-16,-3-1-2 0,-1 0 0 15,-1-3-3-15,-5 2 9 0,2 0-8 16,-1 0 2-16,-1 0 8 0,3 0-7 16,2 0-2-16,2 0-9 0,0 1-1 0,1-3 3 15,1 4-2-15,0-2 2 0,14 0-4 16,-11-2 5-16,12 0-3 0,0 1 1 16,-12 2 4-16,11-3 9 0,-10 0-11 0,-4-3 0 15,2 2 3-15,-7-1 3 0,-5-2-3 16,-1-1 11-16,-9 1-6 0,-6 0-3 15,-1-2-3-15,0 2 16 0,-2-2-14 0,2 3 6 16,0-2-7-16,-2 0 4 0,2-1 1 16,-3 0 2-16,3 0-3 0,2 1-2 15,-3 0 0-15,-2-2-2 0,-1 2 3 0,-2 0 6 16,-1 0-4-16,-3 1 6 0,-1-1-5 16,-3 2 4-16,2 0 0 0,-3-1 4 0,0 3-6 15,-1-3 7-15,-7 4-2 0,14-5 3 16,-10 3 14-16,-4 2 0 0,9-3-1 15,-9 3 1-15,0 0-2 0,11-2-1 0,-11 2-7 16,0 0 2-16,0 0 0 16,10 12-2-16,-10-3 1 0,-2 2 18 0,0 8 15 0,-1 4 2 15,-6 14 10-15,-2 11-2 0,0 6-6 16,-3 2 5-16,1 4 8 0,-2-1-2 0,0 1 7 16,-3 0 18-16,-3 3-4 15,1 3 12-15,-3-2 17 0,1 2 1 0,4 0-6 16,-1 1-8-16,1-4 14 0,1 3-9 15,4-6-6-15,-4 0-6 0,3-4 7 16,1-6-8-16,0 0-7 0,-1-5 19 0,3-4-4 16,-1-4-21-16,1-1-2 0,-2 3-11 15,-1 4-1-15,5-5 13 0,2-1-6 0,-3-2-7 16,0 2-13-16,3-2-4 0,-1 0 1 16,0-5-7-16,3-3 0 0,-1-7-7 0,1-1-4 15,-4 0-1-15,4-5 5 0,1-1-11 16,0-2 3-16,1-2-9 0,-1 2 8 15,-1-4-12-15,4 0 4 0,1-7-11 16,-6 10 9-16,2-6-6 0,4-4 5 0,-7 8-4 16,7-8 2-16,-16 5 4 0,7-3 2 15,9-2-14-15,-21 0 5 0,6 0 6 16,-3 0-9-16,0-2 2 0,-7 0-2 0,-2 1 7 16,0-3-23-16,-3 4 14 0,-1 0 2 15,-10 0-2-15,-4 0-3 0,2 2 10 0,-3 1-4 16,-1-1-4-16,-1 2 6 0,-1-1-4 15,-5-3-4-15,-7 3 5 0,9 1-4 0,-12-4 4 16,-5 1 21-16,5 0-6 16,-6 2 0-16,4-1-4 0,-1-1-1 0,-1-1 3 0,1 2-4 15,-4 1-3-15,3-1-2 0,0-2 1 16,2 2-4-16,1 1 2 0,3-1-3 16,1 2 3-16,7-3-2 0,5 2-2 15,-14 1-1-15,0-1 6 0,-3-1-2 16,-2 1-1-16,2 1 1 0,-2 0-2 0,-3 0-1 15,-2 0-1-15,0-2 1 0,-1 1-3 16,6 2 2-16,2-2 1 0,3-1 0 0,13 4-2 16,3-2 1-16,-1-2-1 0,3 4 4 15,2-2 0-15,5 2-8 0,-2-1 5 16,2 1-4-16,2 0 1 0,-2 0 3 0,0 1-1 16,-1 1 1-16,1-2-2 0,-2 0 0 15,3 1 1-15,-4-1-4 0,-1 2 2 16,0-4 2-16,0 2-2 0,-1-4-1 15,-5 1 1-15,3 0 2 0,-4-3 1 0,1 0 2 16,1 0-4-16,1-1 1 0,-1-4-7 16,-1 3 2-16,1-4 4 0,-10 0 2 0,-1-3-3 15,-3 0 4-15,4 0 1 0,-2-1-6 16,0 6 5-16,0-7-4 0,-2-1 3 0,0 1-5 16,-4 1 0-16,0 0 1 15,-1 0 5-15,-2 1-4 0,6-1-1 0,-1 1 2 16,4 1 0-16,12 4-1 0,-2-2 1 15,4 0-5-15,1 3 3 0,0-2 0 16,-2 1 0-16,3-1-1 0,-2 3-1 0,2-1 2 16,0 0 0-16,-2-1 2 0,4 3 0 15,-4-1-1-15,6 0-3 0,-6 0-2 0,4 1 1 16,-3-2 3-16,2 3 3 0,-2 0 0 16,0-1-4-16,1 2 1 0,-4-2 3 0,6 1 1 15,-1-1-2-15,2-1-3 0,-2-2-2 16,8 4 5-16,-4-3-2 0,-4 0-2 0,7 3 3 15,-4 0 3-15,-2-2-3 0,-1 0 2 16,3 1-5-16,-2-1 8 0,-2 0-5 16,1-1 0-16,-2 1-2 0,0 0 4 15,2 2-1-15,-3-3-2 0,-2-1-7 0,4 2 2 16,-3-2 4-16,0 0 2 0,-3 1-5 16,-9-6 7-16,13 6-3 0,-3-3 2 15,3-1-5-15,-5 0 3 0,-6 0-4 0,2-1 4 16,-2 0 3-16,8-1-10 0,-7 1 7 15,-2 0-3-15,-2-4 2 0,0 3 3 0,0 1-3 16,2 0-1-16,0 2 0 0,-1-4 6 16,1 4 1-16,12 1-6 0,-3-1-2 0,2 3 1 15,0-1 6-15,0 3-5 0,3-5 4 16,-1 5 1-16,5-1-6 0,3 2 4 16,8-1 1-16,-14 0 1 0,10 1-2 15,1 0-2-15,-11-3 0 0,8 3-2 0,-8-1 4 16,0 1-5-16,-2 1 4 0,3-1 2 15,-4-1-5-15,4 2 1 0,-4-1 4 0,4 3 0 16,-1-3-4-16,7 0 3 0,-5-3 0 16,6 3 2-16,6-1-4 0,-12-1 1 0,8 0 1 15,3 0-2-15,-2 2-3 0,1-2 3 16,-11 1 4-16,9-1-2 0,3-1-2 16,-9-1 3-16,8 1 0 0,-1 1-6 15,5-2 3-15,-3 3 1 0,0-1 0 16,1 1 1-16,-1-1-1 0,1 0-6 0,2 0 6 0,-5-1 4 15,4 3-6-15,-1-2 6 16,1 1 0-16,-2 1-8 0,2 0 6 0,3-2-2 16,1 2 0-16,-2 0 0 0,2 0 1 15,0 0-2-15,3 0 4 0,-1 0-3 0,-2 2 1 16,1-2-4-16,2 1 2 0,-1 1-4 16,-1-2 3-16,6 2 0 0,-4-1-1 0,2-1 3 15,0 4 1-15,-3-2-6 0,3-2 3 16,-4 1 6-16,3 2-5 0,-3-1 0 0,-5 0-1 15,0 1 0-15,2-1 4 16,-1 2-3-16,-1-3 2 0,-2 1-2 0,4 0 2 16,5-1 1-16,-1-1-1 0,-1 2-2 15,6 0 3-15,-2-2-3 0,5 2 1 16,1-2 2-16,3 2-2 0,9-2 4 0,-17 0-4 16,7 0-1-16,10 0 0 0,-11 1 0 15,11-1 1-15,-11 0 4 0,11 0-28 0,0 0-31 16,-16 0-65-16,16 0-73 0,0 0-90 15,-13 0-131-15,13 0-195 0,0 0 62 0,-15-1-282 16,9-5-316-16</inkml:trace>
  <inkml:trace contextRef="#ctx0" brushRef="#br0" timeOffset="132374.84">14075 3820 2692 0,'-2'-8'298'0,"1"1"-38"15,-4 0-3-15,5 7 3 0,-4-10 7 0,4 10-13 16,-2-7-6-16,2 7-13 0,0 0 8 16,-3-10-13-16,3 10-11 0,0 0-24 0,0 0-18 15,0 0-10-15,0 0-5 0,0 0 29 16,0 0-6-16,-8 21-8 0,6-5 10 0,1 7 4 16,-3 12 3-16,-3 5 3 0,4 11-11 15,-7 1-1-15,1 1-5 0,-5-1-26 0,5 2-154 16,-2-4 0-16,-1-1 0 15,5-13 0-15,-3 0 0 0,-2-1 0 0,3-4 0 16,0-2 0-16,2-7 0 0,2-5 0 16,-1-3 0-16,5-4 0 0,-3 0 0 15,0-1 0-15,2-4 0 0,2-5 0 0,-6 5 0 16,6-5 0-16,0 0 0 0,0 0-176 16,-8-17-337-16,8 7-99 0,0-4-108 0,0-5-152 15,4-4 74-15,3 2-732 0,-4-15-976 16</inkml:trace>
  <inkml:trace contextRef="#ctx0" brushRef="#br0" timeOffset="132708.07">13866 3800 4085 0,'-20'-8'-76'15,"5"1"75"-15,0 1 64 0,-2 2 57 0,3 0 55 16,-1 0 41-16,3 0 31 0,1 0 13 15,2 1-4-15,9 3-22 0,-14-4-15 16,14 4-14-16,0 0-23 0,-2-6-14 0,2 6-19 16,25-7-17-16,2 4-11 0,13-3-14 15,4 1-6-15,3 1-12 0,14-4-13 0,-2 0 4 16,-1 2-24-16,-11-2-18 0,-7 4-5 16,-2-2-9-16,-7 3-2 0,-10-1-5 15,-4 1 3-15,-3 2-2 0,-2-2-8 16,-1 2 2-16,-11 1-4 0,16-4-26 15,-16 4-24-15,9-2-33 0,-9 2-30 0,0 0-35 16,0 0-30-16,0 0-44 0,0 0-48 16,0 0-70-16,0 0-59 0,0 0-74 0,-18 21-112 15,12-14-149-15,5 1 58 0,-4-1-448 16,1 3-585-16</inkml:trace>
  <inkml:trace contextRef="#ctx0" brushRef="#br0" timeOffset="133539.22">15074 3827 2794 0,'0'0'-95'0,"0"0"59"15,0 0 47-15,5-7 48 0,-5 7 53 0,0 0 35 16,0 0 32-16,0 0 32 0,0 0 19 16,0 0 10-16,0 0 7 0,4-7 4 0,-4 7-5 15,0 0 4-15,0 0-7 0,0 0-4 16,0 0-6-16,0 0-17 0,0 0-4 16,0 0-8-16,0 0-8 0,0-8-6 0,0 8-8 15,0 0-13-15,0 0-16 16,0 0-21-16,-7-9-12 0,7 9-14 0,-12-7-14 15,4 6-10-15,-5-3-6 0,1 3-12 0,-2 1-5 16,-8 0-6-16,-3 1-7 0,0 4-3 16,-11 4-6-16,0 1 1 0,0 2-9 15,0 3 1-15,1 3-6 0,-3 6 4 0,2 3 8 16,6 2-23-16,1 4-13 0,2 1 0 16,13-2 0-16,2-1 0 0,4 2 0 15,6-5 0-15,4-4 0 0,9 5 0 0,9 1 0 16,8 4 0-16,10-8 0 15,5-3 0-15,0-4 0 0,-5-5 0 0,3-5 0 16,-3 1 0-16,-2-7 0 0,-8-2 0 16,-3-1 0-16,-4-1 0 0,0-2 0 0,-5 3 0 15,-2-3 0-15,0 2 0 0,-3-1 0 0,-11 2 0 16,21-2 0-16,-11 0 0 0,-10 2 0 16,14-2 0-16,-14 2 0 0,9-2 0 15,-9 2 0-15,0 0 0 0,0 0 0 0,0 0 0 16,0 0-582-16,0 0-167 0,-2 10-169 15,2-10 62-15,-16 14 94 0,5-6-709 16,-1 0-918-16</inkml:trace>
  <inkml:trace contextRef="#ctx0" brushRef="#br0" timeOffset="133991.47">14580 4631 3653 0,'0'0'-154'0,"-17"0"59"0,17 0 48 0,0 0 50 0,-18-3 54 0,18 3 57 16,-11 0 31-16,11 0 27 0,0 0 13 15,-13-3 13-15,13 3 8 0,0 0 14 16,0 0 1-16,0 0 10 0,0 0-3 16,0 0 9-16,0 0 12 0,0 0-11 15,0 0-11-15,0 0-21 0,46 0-20 0,-7 0-18 16,11 0-17-16,-1 3-13 0,5-3-16 16,-1 2-16-16,-1-2-9 0,-5 0-9 0,-6-2-10 15,-7 2-6-15,-10 0-5 0,-3-3-8 16,-5 3-2-16,-1 0 1 0,-1 0 15 0,-14 0 15 15,20 0 1-15,-20 0-89 0,16-2 0 16,-16 2 0-16,13 0 0 0,-13 0 0 16,0 0 0-16,15 0 0 0,-15 0 0 15,0 0 0-15,0 0 0 0,13-2 0 0,-13 2-232 16,0 0-142-16,8-2-122 0,-8 2-144 16,0 0-209-16,8-8 30 0,-2 2 87 15,-1 0-645-15,1 0-831 0</inkml:trace>
  <inkml:trace contextRef="#ctx0" brushRef="#br0" timeOffset="135041.17">16156 3892 3601 0,'5'-5'-78'0,"-5"5"73"0,0 0 66 16,10-5 54-16,-10 5 43 0,0 0 29 0,4-7 22 15,-4 7 7-15,0 0 6 0,4-7 7 16,-4 7 10-16,0 0 2 0,4-9 2 0,-4 9-4 16,1-6-10-16,-1 6-9 0,2-10-8 15,-2 10-17-15,-2-12-16 0,1 4-21 16,-3 2-12-16,-2-3-11 0,3 1-11 0,-4-1-6 16,3-1-11-16,-5 0-12 0,2-2-8 15,-3 3-9-15,0-3-6 0,-1 1-10 0,-3 0-6 16,3 0-15-16,-2 1-41 0,0 3 0 15,-2-1 0-15,-1 0 0 0,1 3 0 0,-2 2 0 16,-5-1 0-16,4 3 0 16,-1 1 0-16,-3 1 0 0,-2 3 0 0,-1-1 0 15,-7 6 0-15,0 2 0 0,-1 2 0 16,0 3 0-16,1 2 0 0,-6 7 0 16,4 1 0-16,-6 1 0 0,4 3 0 0,-1-1 0 15,3 4 0-15,2 0 0 0,-1 1 0 16,5 2 0-16,3 2 0 0,6-6 0 0,3-1 0 15,4 2 0-15,-1 1 0 0,4-2 0 16,4 3 0-16,1-7 0 0,4-2 0 0,0-1 0 16,4-1 0-16,1 6 0 0,4 3 0 15,7-6 0-15,3 1 0 0,0-2 0 0,4-4 0 16,4-1 0-16,2-3 0 16,1-1 0-16,2-6 0 0,4 1 0 0,-1-3 0 0,-9-5 0 15,-1 2 0-15,-1-2 0 16,-8-4 0-16,4 3 0 0,-6-3 0 0,0 0 0 0,-1-3 0 15,1 1 0-15,-5-2 0 16,0-2 0-16,1 1 0 0,-4-3 0 0,0 0 0 16,-3-5 0-16,-3 1 0 0,2 0 0 15,-2-1 0-15,-2-3 0 0,2 1 0 0,-5-1 0 16,-1-1 0-16,0 0 0 0,-2 2 0 16,-1 3 0-16,2-2 0 0,-3 4 0 15,0 0 0-15,1 1 0 0,3 1 0 16,-4 2 0-16,5 0 0 0,-1 2 0 0,3-1 0 15,3 5 0-15,-11-8 0 0,11 8 0 16,-3-6 0-16,3 6 0 0,0 0 0 16,12-6 0-16,1 6 0 0,2-5 0 0,6 1 0 15,4 0 0-15,0 0 0 0,0-2 0 16,-1 2 0-16,-1 0 0 0,-4 1 0 0,-2 3 0 16,-2-3 0-16,-2 3 0 0,-1 0 0 15,-1 0 0-15,3 3 0 0,-3 2 0 0,0 5 0 16,-2 0 0-16,-2-1 0 0,1 6 0 15,-5-1 0-15,3 1 0 0,-1 2 0 0,-4 0 0 16,1 2 0-16,0-3 0 16,2 2 0-16,-1-1 0 0,-3 0 0 0,2-5 0 15,0 1 0-15,0-3 0 0,0-2 0 16,0 1 0-16,-1-1 0 0,-1 0 0 0,2-4 0 16,0 1 0-16,-2-5 0 0,5 8 0 15,-5-8 0-15,0 0 0 0,11 0 0 0,-11 0 0 16,0 0 0-16,13-13 0 0,-9 1-973 15,-2 6-2-15,-4-7-1148 0,-2 2-1533 16</inkml:trace>
  <inkml:trace contextRef="#ctx0" brushRef="#br0" timeOffset="136507.25">13880 3551 5341 0,'-13'0'-352'0,"-1"2"56"0,14-2 60 0,-18-2 64 15,18 2 56-15,-16 0 48 0,16 0 32 16,0 0 24-16,-14 0 12 0,14 0 16 0,0 0 10 16,-14-2 0-16,14 2 1 0,0 0-10 15,0 0 10-15,0 0-12 0,0 0-2 16,0 0 16-16,0 0-11 0,42-7-2 0,-4 2 10 15,19-1 0-15,6 2-6 0,11-2 11 16,1-1-5-16,27-1-9 0,13 0 1 0,11-2-2 16,-1 5-1-16,11-7-4 15,4 3 5-15,7-3 3 0,2 0-6 0,7 1-3 16,2 1-4-16,-5 2 3 0,-6 0 0 16,-12 0-13-16,-13 3 10 0,-7-2 5 0,-28 4-6 15,-11-4-4-15,-7 2 7 0,-19 1 12 16,-9 1 42-16,-7 1 42 0,-9 0 38 15,-3 0 23-15,-6 1 20 0,0-1-7 0,-1 1-12 16,-1-1-3-16,-14 2-20 0,16-2-17 16,-16 2-24-16,20 0-14 0,-20 0-11 0,13 4-4 15,-5 2-6-15,1 6-2 16,0 5-14-16,3 12 5 0,-1 4-3 0,0 15 35 16,0 7 15-16,0 3 38 0,1 6 7 0,1 10 14 15,4 20 11-15,4-3-8 16,-2 0-15-16,-1-4-10 0,4 0 7 0,-8-18-57 15,0-3-90-15,-2 0 0 0,-4-4 0 16,-5-6 0-16,-3-11 0 0,-1-4 0 0,-5-5 0 16,0-4 0-16,-2-7 0 0,3-5 0 15,-5-1 0-15,2-3 0 0,3-4 0 0,-3-1 0 16,-1 0 0-16,1-4 0 0,-2 0 0 16,1 0 0-16,2-4 0 0,-3 2 0 15,0-2 0-15,1 3 0 0,-5-2 0 16,3-3 0-16,-6 2 0 0,-2 1 0 0,0-2 0 15,-8 2 0-15,-11-1 0 0,-2 1 0 16,-6 0 0-16,3 2 0 0,-3-2 0 0,-4 2 0 16,-10-1 0-16,1 3 0 0,-9-2 0 15,0 2 0-15,-4 0 0 0,-3-1 0 16,1 3 0-16,-3-2 0 0,1 2 0 0,0 0 0 16,-4 2 0-16,-2-2 0 0,2 0 0 15,-17 4 0-15,16-3 0 0,4 0 0 0,-4 0 0 16,6-1 0-16,2-2 0 15,2 1 0-15,5-2 0 0,3 1 0 0,2-2 0 0,13-3 0 16,1 0 0-16,3-1 0 16,-2 0 0-16,6-1 0 0,-6-1 0 0,4 2 0 15,0-2 0-15,-1 2 0 0,0 0 0 16,0 0 0-16,-1-1 0 0,-2 2 0 0,-2-1 0 16,1 0 0-16,-3 0 0 0,0 0 0 15,2-1 0-15,-4 4 0 0,-7-3 0 0,7-2 0 16,3 0 0-16,-1 0 0 0,-2 0 0 15,3 0 0-15,-1 0 0 0,2-2 0 0,-2 2 0 16,2 0 0-16,-1 0 0 0,2-2 0 16,2-1 0-16,3 2 0 0,0-1 0 0,13 2 0 15,4 0 0-15,5-2 0 0,4 0 0 16,2 2 0-16,-2 0 0 0,7 0 0 0,9 0 0 16,-20-2 0-16,20 2 0 15,-14 0 0-15,14 0 0 0,-12 0 0 0,12 0 0 0,0 0 0 16,-17 0 0-16,17 0 0 15,0 0 0-15,-10-3 0 0,10 3 0 0,-8-3 0 16,8 3 0-16,-1-7 0 0,1 7 0 16,0-12 0-16,1 3 0 0,3-3 0 0,3-1 0 15,5-6 0-15,3-9 0 0,5-2 0 16,5-13 0-16,0-6 0 0,-1-6 0 0,0-4 0 16,11-20 0-16,-7-3 0 15,1-6 0-15,0-3 0 0,-6 1 0 0,-7 2 0 16,-2 17 0-16,-1 5 0 0,-5 0 0 0,2 5 0 15,-7 6 0-15,-3 10 0 0,0 4 0 16,0 2 0-16,0 7 0 0,0 7 0 16,-1 4 0-16,-1 1 0 0,0 3 0 0,0 1 0 15,2 3 0-15,-2 1 0 0,2 1 0 16,-2 3 0-16,2-1 0 0,0 1 0 0,0 8 0 16,0-11 0-16,-2 5 0 0,2 6 0 15,0-9 0-15,0 9 0 0,-1-7 0 16,1 7 0-16,0 0 0 0,0-8 0 0,0 8 0 15,0 0 0-15,0 0 0 0,1-9 0 16,-1 9 0-16,10-3 0 0,3 0 0 0,12-3 0 16,14-2 0-16,20-3 0 15,9 5 0-15,2-6 0 0,9 4 0 0,0-3 0 0,1 1 0 16,4 1 0-16,-2 2 0 16,-7 0-452-16,-5 1-306 0,-6 0-205 0,-6-3 102 15,-17 0 99-15,-2-2-733 0,3 0-941 16</inkml:trace>
  <inkml:trace contextRef="#ctx0" brushRef="#br0" timeOffset="162585.09">2094 12806 1823 0,'0'0'194'15,"0"0"-44"-15,0 0-17 0,0 0 5 0,0 0-1 16,0 0-1-16,0 0-5 0,0 0 0 16,0 0-9-16,0 0 2 0,0 0-11 15,0 0-2-15,0 0-6 0,0 0 4 0,0 0-2 16,0 0-8-16,0 0-2 0,-16-6-3 16,16 6-4-16,0 0 2 0,0 0-6 0,0 0-6 15,0 0-5-15,0 0-11 0,0 0 7 16,0 0-8-16,0 0 1 0,48 1-7 0,-35-1-6 15,3 3-6-15,3-3-3 16,0 0-4-16,0 2-3 0,2-2-1 16,0 2-5-16,2 0-7 0,4-2 6 0,-1 2-4 15,-4 0-2-15,2-2-1 0,-5 2-1 16,0-2-2-16,0 2-2 0,-3-2-1 0,-2 0-4 16,2 0 3-16,-1 3-6 0,-1-3 4 15,-1 0 1-15,0 1-3 0,0-1 1 0,-13 0 1 16,29 3 6-16,-16-1 14 0,5-2 3 15,0 2 1-15,3-2-3 0,1 0-3 16,-1 1-2-16,-1-1-1 0,1 0-5 16,1 3-2-16,-2-6 0 0,1 3-7 15,0 3 3-15,-2-3-3 0,-2 0 2 0,3 0-3 16,-5 1-1-16,0-1-3 0,0 1 0 16,1 1 0-16,0 0 0 0,0-2-4 0,-1 4 4 15,3-4-4-15,-2 2 0 0,4 0 0 16,-2-2 1-16,3 3 0 0,-1-2-2 15,-4 1 3-15,4 0-3 0,-1 0 1 0,-2-2-1 16,-2 0 0-16,0 1 0 0,-1-1 3 16,-1 1-4-16,-13-1 3 0,25 3 0 0,-14-3-7 15,3 0 5-15,-14 0-1 16,25 0 1-16,-10 0-2 0,4 0 1 0,-4 0-1 16,6-3 3-16,0 3-1 0,-2 0-2 15,2 0 7-15,-3 0-8 0,4 0 0 16,-5 0-1-16,-2 0 2 0,1 3-1 0,0-3-1 15,-16 0 2-15,27 0 0 0,-13 2-2 16,-1-2 1-16,5 0 3 0,-2 0-2 0,5 0 2 16,-1 0-3-16,2 0 1 0,5 0 1 15,0 0-3-15,-1 0 1 0,-4 0 0 0,0-2 2 16,1 2-2-16,-4 0 0 0,3 0 4 16,-6 0-3-16,5 2 1 15,-6-2-1-15,1-2 2 0,-1 2-2 0,2 0-1 16,0 0 0-16,0-3 0 0,3 3 1 15,-2-1 0-15,2 0 0 0,0-1 1 0,-1 0 0 16,3 2-4-16,-2-2 1 0,-1 1 15 16,1 1 0-16,-4-3-1 0,4 3-4 0,-5 0 1 15,0 0-1-15,0 0 0 0,5 0 0 16,-1 0-1-16,-1 0-6 0,4 0 2 16,-3-2 1-16,1 2 0 0,3 0 1 0,-3 0-4 15,2 0 2-15,1 0-3 0,0-2 2 16,0 2 1-16,-1 0-1 0,-2 0-2 0,1 0 0 15,-1 0 0-15,-6 0-2 16,3 0 0-16,-3 0 0 0,1 0 2 0,-15 0-1 0,26 0-1 16,-12 2 2-16,-1-2 0 15,3 0-2-15,1 0 7 0,0 0-7 0,3 2 2 16,0-2 1-16,1 0-2 0,-2 0 0 16,0 3-2-16,0-3 0 0,-4 1 4 15,-1-1-5-15,-1 0 4 0,-13 0-2 0,25 0 2 16,-14 0-3-16,-11 0 4 0,19 0-3 15,-19 0 1-15,20 0 1 0,-20 0-3 0,16-1 2 16,-16 1-1-16,23 0 1 0,-11 0 1 16,1 0-1-16,-13 0-1 0,24 0 0 0,-10 0 0 15,-1 1 2-15,-13-1-3 0,27-1 2 16,-15 1-1-16,-12 0 1 0,24 0 0 16,-10 0-1-16,-1 0 0 0,-13 0 2 15,27-3 1-15,-15 3 0 0,-12 0-1 16,20 0-2-16,-10 0 3 0,-10 0-2 0,20-2 0 15,-20 2-2-15,25 0 2 0,-14 0 0 16,-11 0 2-16,25-2-2 0,-13 2 1 0,3 2 0 16,1-2-1-16,-1 0 0 0,0 0 0 15,-15 0-1-15,31 0 0 0,-18 0 2 0,3 0-1 16,-4 0-1-16,-12 0-1 0,27 0 2 16,-16 0-1-16,-11 0 0 0,22 0-2 15,-11 0 4-15,-11 0-1 0,21 0-1 0,-10 0 0 16,-11 0 0-16,21 0 0 15,-12 2 1-15,-9-2 1 0,25 0-2 0,-13 0 2 0,-12 0 0 16,23 0 1-16,-10 0-1 16,-13 0 0-16,27 0 0 0,-16 0-2 0,3 0-1 15,1 0 6-15,3 0-4 0,-4 0 0 16,4 0 4-16,-1 3-3 0,2-3-2 0,-1 1 1 16,0 1 1-16,-2-2-4 0,-2 2 3 15,-3-2-2-15,-11 0-1 0,22 2 2 16,-11-1-3-16,-11-1 3 0,17 0 0 0,-17 0 2 15,18 0 0-15,-18 0 0 16,13 0-1-16,-13 0-1 0,16 0 1 0,-16 0 1 16,14 0-2-16,-14 0-1 0,18 1 1 0,-18-1 0 15,20 0 3-15,-10 0-3 0,-10 0-2 16,21 5 2-16,-21-5 1 0,17 0 1 16,-17 0-3-16,17 0 3 0,-17 0 0 0,16 0-2 15,-16 0 0-15,17 2 2 0,-17-2 2 16,20-2-4-16,-7 2-2 0,-13 0 2 15,20 0 2-15,-20 0-2 0,21 2 0 0,-21-2 1 16,20 0-2-16,-20 0-1 0,14 0-1 16,-14 0 0-16,14 0-1 0,-14 0-2 0,0 0 2 15,13 0 3-15,-13 0-2 0,0 0 3 16,13 2-3-16,-13-2 1 0,0 0 2 16,14 0 1-16,-14 0 0 0,0 0-2 15,13 4 1-15,-13-4 0 0,0 0-1 0,17 0 0 16,-17 0-1-16,0 0 2 0,13 2-3 15,-13-2 3-15,12 2-3 0,-12-2 2 16,17 3-3-16,-10-2 0 0,9 1-8 0,3 0 5 16,0 0-1-16,6 0 0 0,3-1-2 15,1 3-1-15,9-1 0 0,-6-2 1 0,4 3-2 16,-1-2 6-16,-9 0-4 0,-1-2 2 16,-3 3 1-16,-3-3 2 0,-2 0-3 0,-4 1 4 15,0-1 0-15,-2 2-2 0,-11-2 4 16,18 4-4-16,-18-4 5 0,13 0-1 15,-13 0 2-15,12 2-4 0,-12-2 2 16,0 0 2-16,13 0-1 0,-13 0 0 16,0 0-1-16,0 0 1 0,19 1 2 0,-19-1-6 15,13 0 4-15,-13 0 0 0,0 0 0 16,18 2-4-16,-18-2-6 0,11 2-6 0,-11-2-7 16,12 0 5-16,-12 0-4 0,16 1 1 15,-16-1 6-15,24 3-2 0,-5-1 4 0,5 0-2 16,15 2 6-16,2-4-2 0,3 0 1 15,0 5 1-15,6-4-8 0,8 5-4 16,3-3-7-16,-9-1-4 0,-4 0-2 16,1 1 5-16,-5-1 2 0,-4-1 0 0,-8 1 2 15,-7-2 3-15,-3 2 2 0,-10-1 5 0,4-1 1 16,-3 0 4-16,-2 2-3 16,-11-2 8-16,21 2 6 0,-21-2 3 0,14 3 11 15,-14-3 6-15,11 0 8 0,-11 0 1 16,0 0-4-16,0 0-8 0,20-2 7 0,-20 2-4 15,0 0 0-15,0 0-6 16,0 0-14-16,15 0-43 0,-15 0-74 0,0 0-116 0,0 0-108 16,0 0-170-16,0 0-147 0,0 0 69 15,0 0-365-15,0 0-432 0</inkml:trace>
  <inkml:trace contextRef="#ctx0" brushRef="#br0" timeOffset="165067.14">6656 11797 2484 0,'-8'-7'-81'0,"8"7"40"0,-7-5 25 15,5 0 33-15,2 5 27 0,-3-7 26 16,3 7 17-16,-5-9 16 0,5 9 14 15,-4-7 19-15,4 7 9 0,-4-6 8 16,4 6-2-16,0-9 9 0,0 9 6 0,-3-7-7 16,3 7-7-16,0 0-6 0,-2-10-11 15,2 10-9-15,0 0-10 0,0-9-6 0,0 9-13 16,0 0-11-16,0 0-7 0,0 0-8 16,-2-6-8-16,2 6-7 0,0 0-6 0,0 0-5 15,0 0-3-15,0 0-5 0,7 25-2 16,1-9 2-16,-2 2 3 0,4 11-3 0,-1 6-1 15,3 1-3-15,1 8 0 16,1-6-3-16,-3-4-3 0,-2 3-3 0,1-5-1 16,-1-1-3-16,-1-7-2 0,-3-4 21 15,-1-3 10-15,-2-3-3 0,2 1-6 16,-2-4-3-16,0-1-2 0,0-1 2 0,-2-2-4 16,2-1 2-16,-2-6-3 0,4 12-4 15,-4-12-3-15,0 11 1 0,0-11-6 0,1 6-2 16,-1-6-9-16,0 7-34 0,0-7-52 15,0 0-80-15,0 0-106 0,-5 8-106 0,5-8-117 16,-8 2-195-16,8-2 13 0,-12 4 76 16,12-4-377-16,-9 2-447 0</inkml:trace>
  <inkml:trace contextRef="#ctx0" brushRef="#br0" timeOffset="165502.25">6568 12172 2707 0,'-6'-7'4'0,"1"2"26"0,-1 0 23 0,6 5 51 16,-3-9 44-16,3 9 12 0,-4-12 17 15,4 12-1-15,-3-6-4 0,3 6-8 0,0-9-11 16,0 9-12-16,0 0-8 0,0 0-14 15,0 0-10-15,9-7-15 0,-9 7-3 16,0 0-10-16,20 14 0 0,-10-4-11 16,3 4-4-16,6 5-8 0,0 3-3 0,0-1-8 15,3 0-2-15,-6 0-5 0,2-3-4 16,-5-7 2-16,1 2-5 0,-3-4 12 0,-2-1 15 16,-1 1 16-16,0-5 20 0,-5 2 16 15,5-3 4-15,-8-3-9 0,10 4 0 0,-10-4-23 16,0 0-5-16,0 0-12 0,20-11-9 15,-12 5 0-15,0-3-13 0,-3-3-1 16,5 0-12-16,-2-5 0 0,1-3-4 16,0 3-1-16,5-10-11 0,-3 0-8 15,-1 6-17-15,-4 4-7 0,1 3-22 0,-3 2-18 16,0 2-37-16,-1 1-54 0,-1 1-70 16,0 3-72-16,-2 5-69 0,0 0-96 0,0 0-170 15,-7-5-72-15,7 5 73 0,0 0-419 16,0 0-514-16</inkml:trace>
  <inkml:trace contextRef="#ctx0" brushRef="#br0" timeOffset="166599.06">7586 11652 2647 0,'0'0'-106'0,"-2"-8"36"16,2 8 37-16,0 0 37 0,0-9 36 0,0 9 23 15,0-8 27-15,0 8 14 0,0 0 15 16,-2-10 20-16,2 10 6 0,0 0-1 0,0 0-2 15,-1-9-11-15,1 9-10 16,0 0-17-16,0 0-7 0,0 0-7 0,0 0 0 16,0 0 15-16,0 0 3 0,-14 25 8 15,6-8 3-15,3 3 11 0,-3 11 1 0,-4 0 4 16,5 1-1-16,-2 4-3 0,0 0-1 16,2-1-6-16,2-1-8 0,-5-4-4 0,4-3 0 15,0-6-1-15,3 1-20 0,-3-5-4 16,4 0-8-16,-1-2-10 0,-1-1 10 15,2-2-22-15,0 0-8 0,-1-4-3 0,1 1-4 16,1-1-8-16,-3-2-22 0,2 2-44 16,-2-1-56-16,4-2-84 0,0-5-107 0,-9 8-132 15,5-4-176-15,4-4-162 16,-8 2 77-16,8-2-529 0,0 0-664 0</inkml:trace>
  <inkml:trace contextRef="#ctx0" brushRef="#br0" timeOffset="166920.26">7409 12005 3132 0,'0'0'-17'0,"0"-9"28"0,0 9 14 0,2-5 6 16,-2 5 17-16,0 0 67 0,0 0 39 16,0 0 12-16,0 0 2 0,5 23-10 0,-1-12 15 15,0 6-11-15,0-4-10 0,0 5-9 16,1-3-16-16,-1 1-9 0,3-1-15 0,-2-1-5 15,-1 0-11-15,1-3-6 16,-1 0-9-16,2-3-4 0,-5 1 9 0,3-3 5 16,0 2 1-16,2-3 3 0,-6-5-9 15,10 7-9-15,-10-7-8 0,12 3-2 16,-12-3-11-16,16-1-8 0,-16 1 1 0,20-8-23 16,-13 2-22-16,2-2-34 0,0 0-31 15,2-1-40-15,-6-1-56 0,3 3-69 0,-5 0-66 16,1 3-81-16,1-2-81 0,-5 6-133 15,0-7-40-15,0 7 74 0,0 0-303 16,0 0-350-16</inkml:trace>
  <inkml:trace contextRef="#ctx0" brushRef="#br0" timeOffset="167350.79">7845 11891 2571 0,'-2'-7'39'0,"2"7"3"0,-2-8 4 0,2 8 5 16,0 0-1-16,0 0 16 0,0 0 24 0,0 0 1 15,0 0-5-15,0 0 23 0,0 0-3 16,7 29-9-16,-6-21 1 0,1 4-5 0,0-2 11 16,0 2-9-16,2-1-6 0,-1-1-8 15,-3-2-3-15,4 1 3 0,-2-1 5 0,2 0-2 16,-1-4 0-16,2 2 6 16,0-3-1-16,-1 2-6 0,4-2-6 0,-8-3-8 0,15 3-4 15,-15-3-6-15,17-3-10 0,-7-3-2 16,-1 1-5-16,4-3-3 0,-1-2-6 15,1-4-5-15,-2-1 1 0,3-2-4 16,-3 0-6-16,1 0-4 0,-1 2-3 16,-2-1-23-16,0 3-34 0,-2 1-54 0,-1 1-78 15,-3 3-100-15,1-1-134 16,2 2-200-16,-2 2-11 0,0 2 72 0,-4 3-295 0,0 0-330 16</inkml:trace>
  <inkml:trace contextRef="#ctx0" brushRef="#br0" timeOffset="168034.83">8212 11968 2276 0,'0'0'-24'0,"0"0"12"0,0 0 6 15,0 0 6-15,0 0 18 0,0 0 4 16,0 0-4-16,0 0-3 0,0 0 0 0,16-14-3 15,-8 11-2-15,-8 3 1 0,8-5-3 16,-3 2 0-16,-5 3 0 0,10-8 2 0,-7 6-1 16,-1-4 0-16,-2 6 7 15,2-9 3-15,-2 9 1 0,0-8 1 0,0 8 5 16,-7-5 13-16,7 5 5 0,-13-4 14 0,13 4 15 16,-20 3 13-16,7-1 14 0,0 3 19 15,-4 2 4-15,-1 2 3 0,3-1-5 16,2 1-6-16,0 3-5 0,3 0 8 15,2-1-4-15,-1 3-9 0,5-4-4 0,3 1 5 16,-2-3-7-16,3 2-2 0,4 0-7 16,0-1-10-16,3-3-6 0,3 1-6 0,0 0-7 15,-1-3-6-15,4 1-6 0,-1-5-6 16,1 3-3-16,1-1-3 0,1-2-7 0,-3-5-3 16,1 5 1-16,-4-5-3 0,1-1-4 15,1 0 0-15,-2-6-3 0,0 1 1 16,-4-3-4-16,2-1-4 0,-5 0-2 15,2-1 1-15,2 0 3 0,-5 4 3 0,-1 3 9 0,0 1-4 16,2-2-1-16,-2 3-4 16,0 7-3-16,-2-8-4 0,2 8 1 0,-1-6 1 15,1 6-1-15,0 0-4 0,-4-6 8 16,4 6 1-16,0 0 5 0,0 0 8 16,16-5-5-16,-7 3-1 0,2 0-2 0,5 0-5 15,-2-1-1-15,4 1 3 0,-5 0-5 16,4 1 1-16,-6 1-3 0,3-2 0 0,-3 1-1 15,2 0 0-15,-13 1-6 16,18 0 0-16,-18 0 3 0,18 2 4 0,-13 1 5 16,1 1 1-16,-1 1 1 0,-1 2 6 15,0 1 5-15,0-1-1 0,0 4-4 0,0 2-2 16,-3-4-1-16,1 1-2 0,-2 2-1 16,2 1-5-16,0-1 1 0,2 0-1 0,-3-1-9 15,1 1-14-15,0-1-34 0,-2 0-48 16,3 0-86-16,1-1-113 0,-3-1-125 0,5 1-161 15,0-5-110-15,-1 4 81 0,3-4-411 16,-2 0-492-16</inkml:trace>
  <inkml:trace contextRef="#ctx0" brushRef="#br0" timeOffset="168617.13">8834 11521 2618 0,'8'-12'-50'0,"-7"1"31"0,-1 5 8 16,2-1 2-16,-2 7 9 0,0 0 64 15,0 0 31-15,0 0 22 0,-2 22 3 0,-3-6 7 16,-1 7 15-16,-1 6-3 0,-1 4-10 16,0-1-7-16,5 3-11 0,-5-2-14 15,5-2-7-15,-3-5-11 0,1-1-6 0,3 0-8 16,1 0-5-16,-1-3-1 0,0-4-9 15,2 2-6-15,-2-4-10 0,2-2 2 16,-2-1-4-16,0-2-6 0,2-1-9 0,-1-2-6 16,1-8-28-16,-4 8-32 0,4-8-12 15,0 0-13-15,-7 1-4 0,7-1-8 0,0 0-8 16,-20-13 6-16,9 5 7 0,-3-5 9 16,-1 1 6-16,3 4 6 0,-1-3 10 0,1 3 11 15,-1 0 17-15,2 1 27 0,1 1 29 16,1-1 23-16,3 4 5 0,-2-2 7 15,4 4 11-15,4 1 14 0,-7-8 16 16,7 8 8-16,-2-5 1 0,2 5-9 0,11-7-10 16,-1 4-9-16,3-1-9 0,5 0-10 15,4-3-2-15,-1 0-9 0,2 0-9 16,-1 2-3-16,-2-2-7 0,-2 4-1 0,-4-3-8 16,-2 2-1-16,-1 3-9 0,2 1 2 15,-13 0 9-15,14 1-1 0,-5 3 15 0,-2 3-3 16,0 0 9-16,-3 2 4 0,3 1-5 15,-3 3-4-15,2 3-4 0,-2-1-6 0,0-1-4 16,0 3-1-16,-2 0-6 0,1-1-1 16,1-1-4-16,0 1-4 0,-3-5-15 0,-1 1-46 15,2 0-61-15,0-3-97 0,-2-1-103 16,3 0-109-16,-1-3-162 0,-2-5-99 16,3 5 81-16,-3-5-391 0,0 0-461 15</inkml:trace>
  <inkml:trace contextRef="#ctx0" brushRef="#br0" timeOffset="168767.22">8983 11722 2644 0,'-2'-8'-24'0,"0"-1"36"0,2 5 23 0,0 4 18 16,-2-8 12-16,2 8-13 0,0 0-4 16,0-8-6-16,0 8-7 0,0 0-10 0,0 0-61 15,0 0-97-15,0 0-156 0,0 0-207 16,12 20 45-16,-11-11-87 0,1 2-42 15</inkml:trace>
  <inkml:trace contextRef="#ctx0" brushRef="#br0" timeOffset="169467.42">9214 11751 1480 0,'-7'-3'77'0,"2"0"26"15,5 3 33-15,-11-2 21 0,11 2 26 16,0 0 20-16,-25 8 5 0,14-4 2 16,-1 5-1-16,3 2 4 0,-7 2-12 15,5 1-14-15,0-1-12 0,2 1-17 0,2 0-10 0,1 0-12 16,1 1-9-16,3 0-13 16,2-2-10-16,0-2-6 0,2 0-4 0,3 0-9 15,-3-1-6-15,4-3-5 0,1-1-10 16,3-2-7-16,0 0-5 0,1-4-2 0,-11 0-13 15,25 0-3-15,-11-2 1 0,-3-2-6 16,1-2-3-16,2 0-5 0,-3-3-1 0,3-1-1 16,-4-1-2-16,-3 1 2 15,3 0-4-15,-2 3-1 0,-5 0 0 0,3 1 2 16,-3 1-4-16,-3 5 3 0,4-9-6 16,-4 9 1-16,0 0-4 0,0 0 3 15,0 0-1-15,0 0-1 0,0 0-2 0,0 0 3 16,0 0-2-16,0 0 2 0,0 0 4 15,-22 15 0-15,22-15 8 0,0 0 2 0,0 0-4 16,13 14 2-16,-13-14-5 0,25 2 5 16,-8-4-6-16,2 0 0 0,4-3-4 0,9-3-2 15,-1-3-2-15,1-1 0 0,-1-1 2 16,-8 2-6-16,4-3 2 0,-9 3-3 0,1 0 2 16,-8 3 3-16,3-1-5 0,-3 4 0 15,-3-2-3-15,0 2 0 0,0 1-2 16,-8 4-2-16,0 0-1 0,0 0 5 15,0 0 0-15,0 0-2 0,0 0 0 16,11 14-1-16,-11-14-5 0,-4 14 6 0,2-5 0 16,2-9 3-16,-2 15 1 0,2-8 1 15,-2 1-1-15,2 1 0 0,-1 1 8 0,1 0 7 16,-6 1 8-16,2-2-2 0,0 2 13 16,-4-2-1-16,1 4 6 0,0-4 0 0,-4 1-5 15,4 2 1-15,0-6-8 0,-1 3 0 16,0-5-3-16,0 2 2 0,-1-2-1 0,-1 0-4 15,10-4-12-15,-17 4 6 0,8-4-17 16,9 0-42-16,-21 0-56 0,7-2-99 16,3-2-137-16,-2 2-172 0,1 0-223 15,5-2 53-15,-3 0 66 0,10 4-413 16,-8-7-499-16</inkml:trace>
  <inkml:trace contextRef="#ctx0" brushRef="#br0" timeOffset="169767.48">10005 11321 2932 0,'0'-8'32'0,"0"3"4"0,0 5-4 0,0 0 30 0,0 0 57 16,0 0 25-16,-14 31 9 0,7 1 11 15,-6 4 2-15,2 12-13 0,-1 2-9 0,-1 2-10 16,1-3-12-16,-1 1-9 0,1 2-10 16,1-3-12-16,-2-1-9 0,2-10-6 0,4 1-10 15,-3-5-5-15,2 0-7 0,-1-5-14 16,4-5-32-16,-2-5-32 0,4-6-55 16,-1-1-66-16,0-2-51 0,0 1-65 0,3-6-93 15,-3-2-87-15,4-3-102 0,0 0-19 16,0 0-282-16,0 0-330 0</inkml:trace>
  <inkml:trace contextRef="#ctx0" brushRef="#br0" timeOffset="169982.33">9869 11792 2328 0,'7'-9'17'0,"0"1"53"0,-2 2 27 16,3 1 29-16,-3 2 24 0,3-1 14 16,-8 4-2-16,14-2-6 0,-14 2-6 0,12 2-13 15,-12-2-16-15,14 6-7 0,-6-5-11 16,-8-1-6-16,11 7-12 0,-8-3 3 0,-3-4-2 15,7 5-3-15,-7 1-7 0,0-6-5 16,0 8-6-16,0-8-8 0,-4 10-6 16,4-10-16-16,-3 8-37 0,3-8-58 15,-1 5-54-15,1-5-79 0,0 0-102 0,0 0-105 16,0 0-156-16,0 0-11 0,0 0 66 16,0 0-180-16,26-13-175 0</inkml:trace>
  <inkml:trace contextRef="#ctx0" brushRef="#br0" timeOffset="170283.8">10122 11788 1996 0,'0'0'81'16,"0"0"29"-16,0 0 34 0,0 0 30 16,0 0 5-16,0 0-4 0,0 0-16 0,3 6-15 15,-3-6-8-15,0 0-2 0,-3 11-6 16,3-11-14-16,0 9-6 0,0-9-14 16,0 9-8-16,0-3-5 0,0-6-13 15,3 11-4-15,-3-7-3 0,4 2-5 0,-4-6-2 16,9 8-8-16,-4-4-3 0,3-1-8 15,-8-3-1-15,15 4-6 0,-11-2-2 16,-4-2-1-16,0 0-5 0,0 0 1 0,13-8-2 16,-13 8 1-16,-2-12-8 0,0 5 0 15,-1-1 0-15,-3-2-4 0,2 1 0 0,-1-1-1 16,1 0 0-16,0-1-3 0,0 5 1 16,0-1-13-16,0 2-8 0,-3 1-50 0,7 4-62 15,-7-5-67-15,7 5-49 16,-9-4-59-16,9 4-47 0,0 0-70 0,0 0-85 0,0 0-2 15,0 0-172-15,0 0-174 16</inkml:trace>
  <inkml:trace contextRef="#ctx0" brushRef="#br0" timeOffset="170599.38">10237 11780 1800 0,'5'0'1'0,"4"5"43"0,-9-5 38 16,7 5 33-16,-2-2 38 0,-5-3 23 0,8 5 5 16,-8-5 13-16,12 7-5 0,-7-3-14 15,-5-4-8-15,13 6-12 0,-4-2-12 0,-2-1-17 16,-7-3-7-16,17 6-15 0,-7-3-7 15,-10-3-9-15,16 2-10 0,-5-1-11 0,-11-1-1 16,16 0-10-16,-16 0-8 16,16-1-3-16,-16 1-7 0,13-2-4 0,-13 2 7 15,12-2 7-15,-12 2 17 0,11-3 17 16,-11 3 7-16,0 0-10 0,13-4-6 0,-13 4 3 16,0 0-7-16,0 0-6 0,14-1-9 15,-14 1 0-15,0 0 0 0,0 0-8 16,0 0-5-16,16 2-1 0,-16-2-3 0,12 5-7 15,-12-5 0-15,13 5-5 0,-5-4 3 16,-8-1-5-16,15 6 0 0,-5-5-1 0,-10-1-5 16,15 3-7-16,-7-1-34 0,-8-2-53 15,13 2-62-15,-13-2-109 0,10 0-131 0,-10 0-184 16,0 0-116-16,13 0 68 16,-13 0-423-16,0 0-508 0</inkml:trace>
  <inkml:trace contextRef="#ctx0" brushRef="#br0" timeOffset="171598.86">6656 12866 2692 0,'0'0'-55'15,"0"0"39"-15,0 0 36 0,-27-11 41 0,27 11 43 16,0 0 44-16,-9-2 22 0,9 2 10 16,0 0 5-16,-8-3-4 0,8 3 4 0,0 0-3 15,0 0 1-15,0 0-10 0,0 0-15 16,19-7-11-16,0 3-16 0,6-1-10 16,11 1-15-16,6-1-9 0,2 1-9 0,1-1-11 15,0-1-4-15,-4 0-12 16,0 2-6-16,-10 0-4 0,-8 0-4 0,-3 3-4 15,-7-1-4-15,3 2-7 0,-7-2 0 16,1-2-3-16,-10 4-4 0,9-2-3 0,-9 2-2 16,0 0-1-16,0 0-3 0,0 0-1 15,-27-6-4-15,10 6 2 0,2 0-3 0,-3 0 1 16,0 0-3-16,-1 0 1 0,2 0 1 16,1 0-3-16,2 0 3 0,0 0 5 0,14 0 4 15,-22 0 10-15,13 0 5 0,9 0 9 16,-13 0 6-16,13 0 6 0,0 0 1 15,0 0-12-15,0 0-7 0,0 0-9 0,0 0 3 16,0 0-4-16,0 0-18 0,0 0-35 16,0 0-46-16,33-6-67 0,-33 6-101 0,7-2-117 15,-7 2-156-15,9-2-238 0,-9 2 52 16,10-3 84-16,-10 3-422 0,0 0-512 0</inkml:trace>
  <inkml:trace contextRef="#ctx0" brushRef="#br0" timeOffset="173731.96">7430 12792 3078 0,'-6'-3'59'0,"-2"-2"10"0,8 5 14 0,-9-5 26 16,9 5 14-16,-4-4 24 0,4 4-2 15,0 0-16-15,0 0-14 0,13-10-13 0,-3 7-6 16,7-1-13-16,2 3-5 0,-4-1-14 16,5 1-4-16,-1-1-6 0,-1 2-16 0,0 0-35 15,-3 0-56-15,-1-2-95 0,-1 2-92 16,-13 0-105-16,15 4-161 0,-15-4-77 16,6 1 57-16,-6-1-234 0,0 0-250 0</inkml:trace>
  <inkml:trace contextRef="#ctx0" brushRef="#br0" timeOffset="177664.98">18877 13677 2009 0,'0'-7'-38'15,"-1"-1"40"-15,-1 0 43 0,2 0 35 0,-4 2 28 16,4 6 36-16,-7-14 19 0,7 9 11 15,0 5-16-15,-3-7-15 0,3 7-6 16,0 0 19-16,0 0 11 0,-17 15-2 0,9-3 17 16,0 9-15-16,-1 0-5 15,0 10-7-15,4-4 4 0,5-1 3 0,-1 1-8 16,2 9-14-16,4-1-9 0,2-3-8 16,4-3-4-16,2 0-10 0,1-3 1 0,4-2-11 15,-3-5-11-15,-1-5-3 0,-2-5-2 16,-1 3 2-16,3-6 0 0,-3-2-8 0,3-1-5 15,-1-4-9-15,-13 1-8 0,29-6-1 16,-13 0-3-16,-2-6-11 0,2-1 1 0,4-7-8 16,0-3-3-16,-4 0-2 0,4-4 0 15,-3-2-4-15,2-1-5 0,-2-1-2 0,-2 2-8 16,-1 3 1-16,-3 6 3 0,-4 3-13 16,0 5-23-16,-1 4-31 0,-3 2-38 15,-1 3-28-15,-2 3-51 0,0 0-95 16,0 0-104-16,0 0-129 0,-21 17-262 15,13-5 64-15,1 5 83 0,3-2-409 0,-2-1-498 16</inkml:trace>
  <inkml:trace contextRef="#ctx0" brushRef="#br0" timeOffset="178280.65">19830 13941 2671 0,'-4'-6'-51'0,"0"0"21"0,-3 2 9 0,3-2 18 0,1 1 28 0,-6 0 19 0,9 5 19 0,-9-7 0 16,5 5-4-16,4 2 0 16,0 0 1-16,0 0 5 0,0 0 11 0,22-6-3 15,4 4-5-15,18 2-8 0,22 0-4 16,13 0-7-16,14-2-3 0,31 6-14 0,9-2 3 15,7 2-2-15,-2 2 0 0,4 2-5 16,-6-1-7-16,-4 1 3 0,-10-2-1 0,-12 0-4 16,-28-1 4-16,-10-5-6 0,-22 2-2 15,-7 0-1-15,-13-2 16 0,-6 0 5 16,-4 0-1-16,-7-2 5 0,-1 2-6 0,-7-2-1 16,-5 2 2-16,11 0-12 0,-11 0-12 15,0 0-42-15,0 0-56 0,0 0-63 16,0 0-79-16,0 0-116 0,0 0-221 15,0 0 45-15,0 0 63 0,0 0-93 0,-16-13-55 0</inkml:trace>
  <inkml:trace contextRef="#ctx0" brushRef="#br0" timeOffset="178565.06">21612 13823 1646 0,'0'0'76'16,"2"-10"17"-16,2 6 16 0,-4 4 16 15,1-4 18-15,-1 4 12 0,0 0 15 0,0 0-7 16,0 0 2-16,29 15-10 0,-22-1-13 16,4 3-12-16,-2 0-3 0,-4 2-9 15,3 5-11-15,-4-2-6 0,-2 0-12 0,-2-2 0 16,-2 5 5-16,-2-3 0 0,-6-1 1 16,-1 5-2-16,-6-4-10 0,-3-2-4 0,-2-1-7 15,-3-2-13-15,2-1-6 0,3-4-3 16,-1-2-7-16,1-3-7 0,2 1-33 15,-2 1-52-15,6-4-78 0,0 0-91 0,1-1-131 16,3-2-228-16,10-2-31 0,-11-2 64 16,11 2-233-16,0 0-267 0</inkml:trace>
  <inkml:trace contextRef="#ctx0" brushRef="#br0" timeOffset="178963.86">21978 13937 2319 0,'7'-14'82'0,"2"3"24"0,-6 1 43 16,5 4 22-16,-5-3 32 0,5 4 9 0,-5 1-16 15,-3 4-12-15,11-2 3 0,-11 2 2 16,12 11-9-16,-6 2-9 0,4 1-11 15,-2 7-2-15,3 4 3 0,1 2-12 16,-3-2-8-16,-2-4-10 0,4-3-14 0,-6 2-12 16,2-2 2-16,-1-2 11 0,-1-4-2 15,2 1-3-15,-1-2 16 0,-5-5 23 0,5 3 18 16,-4-4 22-16,1 0 9 0,-3-5-24 16,14 5-18-16,-14-5-18 0,21-3-15 0,-8-4-10 15,4-2-9-15,6-6-17 16,0-4-10-16,0-3-6 0,0-3-10 0,2-3-14 15,1-3-38-15,-1 3-44 0,-2 2-48 0,-2 5-58 16,-7 3-52-16,-5 6-74 0,-4 2-99 16,-1 3-90-16,-4 4-92 0,0 3-134 15,0 0-102-15,-15-4 74 0,15 4-563 16,-17 9-729-16</inkml:trace>
  <inkml:trace contextRef="#ctx0" brushRef="#br0" timeOffset="179352.63">22268 13687 3418 0,'-21'-3'-99'0,"-1"6"37"15,-3 1 36-15,-11 9 51 0,0-1 59 0,-12 9 49 16,5 4 24-16,3 6 7 0,8 3 17 15,0 4 4-15,8 4-17 0,1 3 9 16,10 2-3-16,7-8 3 0,6-1-9 0,8 4-7 16,9 5-14-16,8-4-9 0,3-5-19 15,9-3-6-15,2-3-10 0,7-7-12 0,4-6-10 16,3-5-3-16,4-8-15 16,-7-4-6-16,9-7-4 0,2-2-3 0,-2-7-7 15,-8-3-3-15,1-5-4 0,-6-5-5 0,-4-2-4 16,-4-6 1-16,-8-3-8 0,-3-3 0 15,-8-5-3-15,-6-1-2 0,-4 4-5 16,-8-1 0-16,-9-11-6 0,-7 5-5 16,-4 4-19-16,-14 4-32 0,-4 7-32 0,-10 5-45 15,-5 11-72-15,-7 3-102 0,-2 5-108 16,-2 6-182-16,-5 4-149 0,-2 5 77 0,-2 4-484 16,-3 1-616-16</inkml:trace>
  <inkml:trace contextRef="#ctx0" brushRef="#br0" timeOffset="180097.07">19125 13317 2830 0,'-27'-6'-199'0,"0"0"37"0,-3 8 36 0,-12 7 47 0,-8 4 44 0,0 10 49 0,-8 6 43 16,5 8 40-16,-16 15 30 0,7 7 20 0,1 4 9 16,3 3 22-16,10-3-4 0,7 5 7 15,16-13 0-15,2 1 8 0,10 2-4 0,4 0 1 16,9-2-2-16,12-3-1 0,10 0-6 15,4-2-15-15,16-5-11 0,19 1-13 16,7-4-14-16,13-8-14 0,-11-15-10 16,23-1-8-16,-10-10-11 0,-1-8-7 15,3-4-10-15,16-11-4 0,-5-8-5 0,-11-4-8 16,-1-8-1-16,-13-5-9 0,-21 0-5 16,8-14-4-16,-24 2-2 0,-2-4 1 0,-5-7-5 15,-7-2-6-15,-11-9-5 0,-6-2-10 16,-10-2-22-16,-2 2-9 0,-16-8-3 0,-11 13-7 15,5 20 0-15,-15 11-3 0,-5 8-5 16,-2 10-24-16,-12 7-6 0,0 10-25 0,1 8-38 16,-2 8-52-16,7 11-63 0,3 4-86 15,4 4-138-15,2 2-199 0,9 4 66 16,4-1-386-16,5-2-475 0</inkml:trace>
  <inkml:trace contextRef="#ctx0" brushRef="#br0" timeOffset="182764.01">19869 14400 2546 0,'2'-11'-94'0,"-1"1"41"16,3 2 41-16,-4 1 43 0,0 7 45 16,6-13 38-16,-6 9 23 0,0 4 0 0,0 0-11 15,0-13-13-15,0 13-8 0,0 0 24 16,0 0-3-16,0 0-5 0,-33 28-14 0,19-13 10 16,-4 6 10-16,0 1-12 0,2-1-15 15,0-3-2-15,1-2-14 0,3 1-5 16,3-3-7-16,0-1-9 0,-1 0-6 0,2-4-2 15,1 2-8-15,1-2-4 0,3-4-6 16,-4 1 1-16,3 0 17 0,4-6 17 0,-5 9 12 16,5-9-1-16,0 0-6 15,0 0-10-15,0 0-4 0,0 0-9 0,0 0-5 16,7-38-6-16,3 21-5 0,2-11-2 16,0 4-5-16,4-2-3 0,-5 8-3 0,-1 0-2 15,0 7-3-15,-3-2-1 0,0 3-2 16,2 3-2-16,-6-1-3 0,3 1 0 15,0 2-3-15,-6 5-1 0,13-6-2 0,-13 6-1 16,21 4 1-16,-7-2 0 0,0 0-2 16,4 4 0-16,0 1 0 0,4-2 0 0,-7 2-1 15,4-2 0-15,-5 0 0 16,-1 1 0-16,-1-3-4 0,-5 1 3 0,-7-4-3 0,15 5 1 16,-12-2 0-16,-3-3 6 15,11 3-1-15,-11-3 1 0,0 0-2 0,0 0 3 16,0 0-3-16,-14 12 2 0,14-12 0 15,-19 4-2-15,7-4 1 0,1 2-3 0,11-2 3 16,-19 1-1-16,19-1-1 0,-19 2 3 16,19-2-2-16,-15 0-3 0,15 0 0 15,-13 0-1-15,13 0-3 0,0 0-6 0,-18 0-18 16,18 0-30-16,0 0-38 0,0 0-59 16,-13 2-79-16,13-2-61 0,0 0-88 0,-2 5-86 15,2-5-181-15,0 0 22 0,0 0-364 16,27 2-467-16</inkml:trace>
  <inkml:trace contextRef="#ctx0" brushRef="#br0" timeOffset="183182.43">20380 14301 2596 0,'11'-14'0'0,"-8"5"40"0,3 1 51 16,-2 0 40-16,-3 4 39 0,-1 4 11 15,4-10-4-15,-4 10-20 0,0 0-20 0,4-7-9 16,-4 7-13-16,0 0 10 0,0 0-5 15,0 0-9-15,0 0-9 0,-2 27-8 16,0-17-9-16,0 1-9 0,0 1-6 16,1 0-6-16,-1-1-7 0,0 1-5 15,0-1-3-15,0-1-6 0,2 0-7 0,-2-1-1 16,2-3-4-16,0 1-3 0,-1 0-3 16,1-7-4-16,-2 12 1 0,2-8-4 0,0-4-2 15,-2 8-1-15,2-8-3 0,-7 5 0 16,7-5-1-16,0 0-2 0,-13 0-2 0,13 0-2 15,-17-2-1-15,17 2 2 0,-24-3-5 16,8 5-1-16,0-1 4 0,-4 3-1 0,3-1 1 16,-2 4-1-16,3-2 1 0,3 4-6 15,1-2 6-15,-1 1-5 0,6-1 1 16,0 2 3-16,0-4 2 0,5 2 2 0,2-1 1 16,0-6-3-16,9 8-1 15,-9-8-26-15,18 6-39 0,-4-6-66 0,1 0-61 16,2-2-58-16,4 2-41 0,-4-4-33 15,5 0-26-15,-8 2-29 0,4-3-27 0,-7 2-8 16,0-1-458-16,-1 2-352 0</inkml:trace>
  <inkml:trace contextRef="#ctx0" brushRef="#br0" timeOffset="183379.7">20416 14471 2199 0,'0'0'-82'15,"9"-3"27"-15,-9 3 24 0,5-2 18 16,-5 2 18-16,0 0 21 0,0 0 10 16,0 0 51-16,0 0 27 0,13 7 18 0,-10-1 14 15,-3-6 13-15,6 13 8 16,-5-5 3-16,1 1 6 0,2-1 4 0,0 4-2 0,-1-2-12 15,3 3-11-15,-1-3-9 16,-2 0-9-16,3 0-13 0,-2-3-13 0,-3 3-12 16,3-4-8-16,-2 2-11 0,2-3-9 15,-4-5-7-15,1 15-5 0,-1-8-14 0,0-2-16 16,0-5-43-16,-3 13-75 0,-5-4-102 16,-1 1-109-16,-1-1-143 0,-1-2-214 15,-4 0 63-15,1 0-319 0,3-3-393 16</inkml:trace>
  <inkml:trace contextRef="#ctx0" brushRef="#br0" timeOffset="183546.33">20583 14235 2660 0,'0'-10'-13'0,"0"2"12"15,2 3 1-15,-2 5 1 0,0-10-2 16,0 10 1-16,0 0-8 0,3-2-43 0,-3 2-67 15,0 0-99-15,0 0-165 0,0 0-254 16,14 16-134-16</inkml:trace>
  <inkml:trace contextRef="#ctx0" brushRef="#br0" timeOffset="184262.52">20688 14459 1998 0,'19'-1'139'0,"-19"1"8"15,0 0 11-15,0 0 20 0,0 0 2 0,0 0-4 16,0 0-15-16,13 0-3 0,-13 0-14 16,8 8-9-16,-3-3-11 0,-1 3-10 0,0-2-11 15,-2 1-2-15,-1 1-5 0,-1-8-9 16,0 14 2-16,-1-5 0 0,-1-3-8 16,-2 2-4-16,0-4-7 0,4-4-6 0,-5 11-3 15,5-11-4-15,-8 6-2 0,8-6-3 16,0 0-5-16,0 0-3 0,0 0 0 0,0 0-4 15,-15-15-3-15,15 15-2 16,0-11 0-16,0 11 2 0,0-11 1 0,0 11 0 16,0-9 0-16,0 9-7 0,0 0-5 15,3-6 1-15,-3 6 6 0,0 0 2 0,0 0 1 16,0 0-1-16,0 0-1 0,25 19-4 16,-15-15 2-16,0 2-1 0,1 0-1 15,-2-2-1-15,3 0-1 0,-1-1 0 0,0 0-3 16,3 0 1-16,-14-3-1 0,21 0-4 15,-21 0 0-15,23-6-5 0,-11 3 1 16,-1-1 0-16,-2 0-2 0,-9 4-3 16,16-6 1-16,-11 4 0 0,-5 2-1 0,14-4 1 15,-14 4-1-15,9-3-2 0,-9 3-4 16,0 0 1-16,0 0 7 0,17 7 3 0,-17-7 1 16,6 8 0-16,-2 0-2 0,2-2 4 15,-3 1 1-15,3 1-5 0,-1-2 1 0,2 1 0 16,-2-1 1-16,5 0-2 0,-3-1-3 15,1-1-1-15,2-1 0 0,1 1-2 16,-11-4-1-16,17 0-11 0,-17 0-4 16,23-2-10-16,-12-2-3 0,4-1 0 15,-1-2 2-15,-1-2 4 0,1 1-1 0,-1 2 3 16,-1-3 7-16,-5 3-4 0,2 1 2 16,-1 0-1-16,-2 1 3 0,-6 4-1 0,9-8 0 15,-5 7-2-15,-4 1 5 0,0 0-5 16,0 0 3-16,16-3 5 0,-16 3 6 0,0 0 5 15,0 0 5-15,17 8 4 0,-10-4 9 16,3 2 19-16,1 1-3 0,7 0-7 0,-2 0-2 16,4 1-2-16,-4 3-7 0,6-3 2 15,-5 2-12-15,-2-2-43 0,1-3-50 16,-3 3-51-16,0-1-50 0,-3-2-49 0,-1-1-54 16,-2 1-51-16,2-2-59 0,-6 0-71 15,-3-3-115-15,10 2-73 0,-10-2 63 0,0 0-312 16,0 0-380-16</inkml:trace>
  <inkml:trace contextRef="#ctx0" brushRef="#br0" timeOffset="185412.75">19883 13987 2365 0,'0'0'-30'0,"-7"-3"26"16,7 3 15-16,0 0 23 0,0 0 28 0,0 0 21 15,0 0 13-15,-5-3-1 16,5 3-5-16,0 0-3 0,0 0-11 0,0 0-5 16,9-11 9-16,-9 11-3 0,13-4 3 15,-3 2 1-15,3-2 15 0,1 4 3 0,2-2-6 16,7 2 5-16,4 0-2 0,4 0-5 16,10 2-8-16,5 0 2 0,0 0-6 0,4-2-6 15,-5 0-5-15,3 0-6 0,-5 0-1 16,2 0-9-16,-4-2-6 0,-7 2-3 0,-7-2-2 15,2 2-5-15,-4-2 13 0,-4-1 4 16,-1 3-3-16,0-3-2 0,-4 1-3 16,4 2-3-16,-3-2-1 0,-4 2-1 0,3-2-10 15,-3 2-2-15,0 0-2 0,-13 0-4 16,23 0-2-16,-13 0-2 0,-10 0 0 16,20 2-1-16,-9 0-11 0,-11-2 11 15,16 2-6-15,-7 0 2 0,-9-2-1 0,24 1-1 16,-12-1 1-16,1 3-4 0,-1-3 0 15,2 2-2-15,3 0-1 0,0 2 2 0,3-2-2 16,0 0 2-16,1-1-2 0,3-1 1 16,2 1-3-16,0-1 1 0,1 3-1 0,3-3 0 15,-3 0 0-15,4 0-1 0,-3 0 1 16,3 0-2-16,-1 0-4 0,8-4 3 0,5 3 1 16,-4-3 1-16,-3 0 2 15,5 0-9-15,-8 4 8 0,-9 0 0 0,0 0-4 16,0-3 0-16,0 3 1 0,0 0 1 15,-4 0 2-15,-3 0-2 0,3 0-1 0,-5 3 0 16,-1-3-4-16,-2 0 2 0,1 0 4 16,-13 0-1-16,22 2 1 0,-22-2 8 15,15 0 5-15,-15 0-1 0,0 0-1 0,17-2 0 16,-17 2-2-16,0 0-1 0,0 0-4 16,16 0 2-16,-16 0-6 0,0 0-3 0,0 0-36 15,0 0-52-15,13 0-83 0,-13 0-105 16,0 0-105-16,0 0-159 0,0 0-113 15,0 0 65-15,0 0-340 0,-36 6-409 16</inkml:trace>
  <inkml:trace contextRef="#ctx0" brushRef="#br0" timeOffset="186046.29">20640 13573 2641 0,'0'0'19'0,"0"0"19"0,-2-5 21 0,2 5 19 0,0 0 16 0,0 0 11 0,0 0-16 16,8-14 4-16,-8 14-8 0,5-7-17 15,-5 7-6-15,12-7-2 0,-4 6-6 0,-8 1-7 16,11-5-2-16,-11 5-10 15,15-5 5-15,-15 5-3 0,11-4-3 0,-11 4-9 16,14-5 5-16,-14 5-6 0,10-5-7 16,-10 5-1-16,7-7-9 0,-7 7-4 0,2-8 6 15,-2 8 0-15,0-12 1 0,0 12-4 16,-6-12 3-16,3 4-3 0,-5 2-5 16,3 3 4-16,-6-3 1 0,2 3-4 0,9 3 2 15,-19-3 2-15,6 3 2 0,13 0 18 16,-31 8 11-16,14 1 1 0,-2 1 15 15,2 2 6-15,4 2 4 0,-3 1 14 16,5 2 8-16,3-2 7 0,2 3 1 0,4-3 9 16,2 1 3-16,8-1 0 0,0 3-4 15,3-4-9-15,5 1-7 0,2 2-8 0,4-5-9 16,-6 0-2-16,4-7-6 0,-5-1-10 16,2 2 2-16,1-4-11 0,-6 0-8 0,0 1-7 15,0 0-26-15,-3-1-34 0,-1 2-41 16,-8-4-59-16,11 3-75 0,-11-3-87 0,0 0-92 15,17 1-122-15,-17-1-147 0,0 0 57 16,12-4-342-16,-12 4-421 0</inkml:trace>
  <inkml:trace contextRef="#ctx0" brushRef="#br0" timeOffset="186896.42">21267 13168 2753 0,'8'-11'41'0,"-5"1"21"16,-1 2 3-16,2 4 5 0,-4 4 33 16,0 0 61-16,0 0 14 0,0 0-4 15,-6 37 4-15,1-16-4 0,-7 13 3 0,3 0 4 16,-1 5-8-16,0 1-18 0,-1 7-9 16,2-10-16-16,2-2-17 0,-5 0-8 15,0-4-7-15,5-7-12 0,2-4-5 16,0-4-9-16,-1-1-7 0,1-1-6 0,1-3-6 15,0-1-7-15,0-2-1 0,2 1-3 16,-2-3-1-16,2 0-8 0,2-6 3 0,-1 11-5 16,1-11-1-16,0 0-11 0,-8 2 2 15,8-2-6-15,0 0-2 0,0 0-7 0,-14-17-10 16,11 9 2-16,-5-1-4 0,1-1 2 16,-1 0-1-16,-4-1-3 0,0 4 2 15,-4-1-1-15,-1 3 0 0,-2 3 3 0,-4 0 0 16,2 4 1-16,0 2 0 0,0-1 2 15,1 4 2-15,0 0 0 0,4 1-3 16,2 2 3-16,3-3-1 0,-1 3 3 16,4-2 5-16,4 0-1 0,3 0 10 0,1-1-2 15,0-7-3-15,9 16-1 0,-4-8 2 16,7-5 1-16,1 5-5 0,0-4 0 0,5 2-18 16,-1-2-36-16,2-2-44 0,2 0-39 15,0-2-49-15,2-2-23 0,-2 0-21 0,-2 0-7 16,3-1-2-16,1-2 0 0,-1-1 12 15,-4 0 19-15,2-3 20 0,-7 1 18 16,0 0 21-16,-2 0 25 0,1-1 35 0,-2 2 34 16,-3-2 31-16,1 4 25 0,-4 0 19 15,2 2 6-15,-6 3 8 0,9-7-3 0,-9 7 10 16,0 0 12-16,7-7 8 16,-7 7 19-16,0 0 0 0,0 0-1 0,14-2-9 0,-14 2 3 15,0 0 0-15,0 0-6 16,0 0 7-16,17 6 0 0,-17-6 0 0,12 2-3 15,-12-2-12-15,16 0-6 0,-4-2-5 16,-1 0-7-16,2 0-1 0,-2 0-6 0,0 1-4 16,-1-1-2-16,-10 2-4 0,13-3-8 15,-13 3 14-15,11-4-6 0,-11 4-2 16,10-2-7-16,-10 2 3 0,0 0 12 0,2 9 11 16,-2-9 0-16,-7 15 0 15,-2-3 12-15,2 2 2 0,-4 2-6 0,1 0 9 0,-2 1 0 16,3 0-7-16,1-4-7 15,-1 0-5-15,-1-1-2 0,3 1-1 0,-1-3 0 16,0-1 4-16,3 0-1 0,-3-1 1 16,2-1 11-16,-3-2-14 0,-1-2-5 0,10-3-2 15,-15 6 2-15,5-6-12 0,10 0-4 16,-15 1-4-16,15-1-6 0,0 0-22 0,-22-3-35 16,22 3-52-16,-14-2-76 0,6 0-127 15,8 2-142-15,0 0-210 0,-19 2-89 16,10-2 79-16,9 0-505 0,-22 5-629 0</inkml:trace>
  <inkml:trace contextRef="#ctx0" brushRef="#br0" timeOffset="213508.45">7678 13993 891 0,'-16'-4'383'0,"3"2"-145"0,2-2-40 16,-3 2-24-16,5-2 4 0,0 2 12 16,-2 2 17-16,11 0 10 0,-16-5 4 15,7 3-9-15,9 2-13 0,-11-4-17 0,11 4-21 16,-9-4-13-16,9 4-16 0,0 0-13 16,-10-2-11-16,10 2-9 0,0 0-6 0,0 0 1 15,0 0 2-15,0 0-5 16,44 4-4-16,-15 0-10 0,11-2-7 0,6 1-7 15,3 1-3-15,14 2-6 0,-1 0-9 16,4 0-3-16,-1 0-2 0,-2-1-6 0,-1-1-1 16,-3 2-8-16,-10-6 2 0,-1 2-4 15,-2-2-2-15,-2 2-1 0,-1 1 0 0,-2-6-5 16,-7 1 2-16,-5 2-1 0,-2-2-1 16,1-2-4-16,-5 2 0 0,-4 1-1 0,2-1 1 15,-4 1-2-15,0-2 1 16,-6 2-1-16,5 0-3 0,-3-1-2 0,-2 0-1 15,3 0 0-15,-1 0 2 0,3 0 0 16,0 0-2-16,7 2 2 0,6-3-3 0,13 0 2 16,4 1-3-16,6-2 0 0,10 1 4 15,7 1-4-15,-1-2-2 0,3-2-1 0,-2 4 1 16,-1 2 2-16,-1-3 1 0,-3 0-4 16,-12 3 2-16,0-4 4 0,-9 4-4 15,-7 0 1-15,-9 0-3 0,-4 0 6 0,-2-2-4 16,-6 2 0-16,3 0 1 0,-4 0 3 15,0 0-1-15,1 0 1 0,1-3-2 0,-2 3 1 16,0-2-1-16,5 2-2 16,0-2 2-16,4 0 0 0,4 0-4 0,11-2 5 15,4 2-1-15,-4 2-4 0,6 0 2 16,-1 0-2-16,3 0 3 0,0 2-4 0,0 0 3 16,1 0-3-16,-1-2 4 0,2 2 1 15,-1-4-2-15,1 2 0 0,-2 0-1 0,-4-2 2 16,3 2 2-16,0-2-1 0,-4 0 1 15,-3 2 0-15,-5-3-3 0,-9 3 2 0,0 0-1 16,-3-1-1-16,-1 1 0 0,1 0-2 16,-6-2 2-16,6 2 0 0,-3-2 2 15,2 2 0-15,3-2-3 0,4 2 1 16,4 0 0-16,8 4 0 0,2-4 1 0,2 2-3 16,2-2 0-16,2 4 4 0,-3-4-4 0,3 0 2 15,0 0 1-15,0 2-3 16,-3 0 0-16,-1 0 2 0,-1-2-1 0,1 0 5 15,-9 0-1-15,-4 0-3 0,8 4-1 16,-4-4 1-16,-5 0 1 0,1 0 0 0,3 0 0 16,7-2 1-16,-5 2-3 0,6 2 1 15,-9-2-1-15,-1 0 1 0,1 2-1 0,9-2 1 16,-1 2-2-16,-1-2 2 0,4 3 1 16,-2-3-1-16,8 2-1 0,-4 0 0 15,3-2 1-15,-1 2 0 0,1 0-1 16,-1-2 0-16,-1 1 1 0,1 2 0 0,0-1 0 0,-6-2 1 15,4 6-3-15,-4-2 3 16,3-2-4-16,-6 1-2 0,2 1 2 0,-4 1 3 16,-4-2-4-16,-5-1 0 0,-2 4 3 15,0-2 0-15,0-2 0 0,0 2-3 0,-3-1 2 16,3 1-3-16,0-2 5 0,2 0-2 16,0 0 3-16,-1 1 2 0,12 2-5 15,0-1 1-15,2-1-1 0,2 2 0 0,-2 0 2 16,4-2-3-16,-2 2 5 0,1 3-6 15,-2-3-2-15,-1 2-7 0,1-2-4 0,-2 3-2 16,-3-1 2-16,2 0 1 0,-9-4 0 16,-2 3-2-16,-3-4 6 0,1 2 2 15,-1 0-4-15,-2-3 2 0,-5 1 3 16,4 0 1-16,0-1 1 0,0 1 1 0,-1-2 1 16,2 2 0-16,1 0-1 0,-5-1-2 15,5 1 5-15,2 0 1 0,2 1 0 0,0-1-1 16,9 3-1-16,-4-2 1 0,4 1 2 15,0 1 1-15,3 2-6 0,-3-4 5 0,0 2 0 16,0 1-3-16,0-1 1 0,-3-2 3 16,2 4-4-16,-5-4 2 0,-1 2-2 0,-2-3 2 15,9 2-1-15,-8-1 2 0,-1 0-4 16,1-1 2-16,-2 0 0 0,3 1 1 16,0 1-4-16,7-1 0 0,-6 0-1 15,-3-3 1-15,4 4 0 0,-5-2 4 16,12 2 2-16,-4-2-6 0,-7-2-3 0,0 4 6 15,12-1-4-15,-7 1-4 0,6-2-3 16,-2 2-6-16,4 0-6 0,-1 2-5 0,-2-4-6 16,5 4 1-16,1-3 5 0,-2 1 2 15,1 0 0-15,2-2 1 0,-1 2-1 0,2 0 3 16,-4-1-1-16,4 1 1 0,-4-1 4 16,3-1-1-16,-2 0-1 0,0 0 5 15,-2-1-4-15,-5 1-11 0,2-2-15 16,-2 2 8-16,-7-2-12 0,5 2 2 0,6-2-3 15,-5 2-5-15,7 0-3 0,-7 0-2 16,4 0 8-16,-4-1 3 0,5 0 5 0,-6-1 7 16,-5 3 2-16,-2-3 1 0,7 1 8 15,-7-1 4-15,3 0-1 0,-1 0 2 0,-1-1 4 16,0 1 2-16,0-3 2 0,-4 3 2 16,2-2-2-16,-3 2 3 0,5-2 1 15,-2 0-5-15,-4 2-8 0,1-2 1 0,-1 0-1 16,3 0-2-16,-6 2 8 0,3-2-1 15,1 2 3-15,-6-2-2 0,5 1 6 16,1-1 2-16,-2 0 0 0,-1 2-2 16,4-2 4-16,-3 2 0 0,0-2 0 0,1 2 6 15,1 0-3-15,-2 0 0 0,1 2 2 16,2-2-1-16,-2 0 1 0,-2 2 2 0,2-2-2 16,-4 2-1-16,1-2 2 0,-6 0 3 15,6 0 12-15,-3 2 14 0,1-2 0 0,-2 0 7 16,4-2 3-16,-3 0-4 0,2-2 5 15,3 0-1-15,-4 0 1 0,2 0-1 16,-2-2 2-16,0 3-10 0,1-3 6 0,-2 0-3 16,-2 0-14-16,1-2 7 0,-1 2-8 15,-1-1 3-15,-1 1-6 0,0-4 4 16,1 0-5-16,-1 0-5 0,-1-2 2 0,0 0-2 16,-1-5 1-16,2 0-3 0,5-11 5 15,-1 1 0-15,0-4-5 0,-2 0-2 16,3-3 2-16,2-8-4 0,-2 0 6 0,2 6-12 15,-3-7 8-15,-3 9-3 0,-1 0 4 16,-4 2 5-16,-1-1-11 0,-1 8 5 0,-3 4 1 16,1 1 17-16,-1 3 4 0,-2 0-5 15,0 1-1-15,0 4-2 0,0-1 2 16,0 1 0-16,0 0-2 0,0 2-8 0,-2 1 8 16,2 0-11-16,-5 3 3 15,3-3 0-15,0 4-2 0,1-2 2 0,-3 2-8 0,0 0 0 16,0-1 0-16,-3 2 2 0,2-1 5 15,5 5-7-15,-12-6 0 0,4 3 5 16,3 0 1-16,-6 1-3 0,0-2-6 16,0 2-1-16,-1 0 10 0,-1-2-6 0,-1 4 7 15,-4 0-7-15,-1-3 2 0,-6 1-2 16,0 0 3-16,-1 0-3 0,-3 0-1 0,1 1 4 16,-17-2-3-16,5-1 1 0,-4-2 0 15,4 2 0-15,-1 0 2 0,0-1-4 16,1-1 2-16,4 1 0 0,-1 0-5 15,0 1 4-15,-1 0 4 0,0-2-9 16,-4 5 0-16,3-5 12 0,-4 3-10 0,3 0 5 16,-2-1-3-16,2 2 4 0,0-3-1 15,2 2 2-15,3 1-6 0,-3 0 4 0,2-1 2 16,2 1-4-16,8-1 4 0,-13 0 0 16,6-1-4-16,7 2 8 0,-2 1-7 0,-11-3 3 15,9 3-2-15,-1-3-9 0,2 4 10 16,-7-5-2-16,-3 3-4 0,1 0 16 0,-3 0 2 15,9 0-1-15,3 0 0 0,1 0-1 16,-3 0-5-16,4 2 5 0,-1-1-3 16,2-1 0-16,-5 2-4 0,4-2 3 0,-3 2-8 15,3 0 4-15,0 0 2 0,4 0 3 16,-2 2-4-16,3-2 0 0,-1 2-2 0,2-2 1 16,1 1-7-16,-2 1 8 15,1 0-9-15,0-2 9 0,0 2-1 0,2-2-1 16,0 2 1-16,-2-2-6 0,0 1 5 15,0-1-3-15,-1 0-4 0,-1 0 7 0,-1 0-3 16,-4 0-3-16,-1 0 5 0,1 0-5 16,-3 0 6-16,1 0-6 0,-1 0 1 0,1-1 2 15,-12 1 2-15,8 0 1 0,5-2-2 16,2 2-3-16,-1-2-1 0,-3 2 6 0,4-2-6 16,-1 2 6-16,-1-2-1 15,2 1-6-15,2-1 0 0,-2 2 6 0,-2-2-3 16,2 2-1-16,-3-1 0 0,1-1-4 0,1 0 5 15,-3 0-1-15,1 1 5 16,-10 1-4-16,5-2-4 0,4 0 1 0,1 2 2 16,-1 0 1-16,-8-2 5 0,-5 2-6 15,10-1 1-15,5 1 0 0,1 0-3 0,-5 0 2 16,5 0 5-16,-3 0 0 0,1 0-4 16,-1-2-4-16,1 2 4 0,-1 0 1 0,1-2-2 15,-1 1 3-15,3-1-4 0,-3 2 1 16,3 0-3-16,1-2 3 0,-6 2 4 0,3-1-8 15,-11-1 6-15,7 2 2 16,-6-2 0-16,1 2-2 0,4 0 1 0,5 0-2 16,1 0 2-16,-3 0-8 0,2 0 4 15,-4 0 4-15,7 0-4 0,-4 0 4 0,2 0 0 16,-3 0-9-16,3 0 5 0,-1 0 5 16,1 0-3-16,1-1 3 0,-3 1-7 15,3 0 7-15,-1-2-4 0,-2 2 0 0,3-2-1 16,-3 2 6-16,3 0-7 0,-1-2-2 15,0 2 11-15,1-1-6 0,-3 1 5 0,4-2-5 16,1 0-2-16,-1 2 1 0,1-2 1 16,-1 1-2-16,0 1 3 0,2 0 5 0,1-2-8 15,-3 2 4-15,0 0-6 0,5 0 4 16,-1 0 0-16,-6-3-5 0,2 3 5 16,0 0 0-16,1 0 3 0,-3 0-4 15,3 0-1-15,-1 3 6 0,-1-3-4 0,-1 0 3 16,0 0-5-16,1 0 1 0,-1 0 0 15,1 0-2-15,-3-3 9 0,2 3-11 16,-1 0 4-16,-1 0 4 0,-8-2 1 0,5 2-5 16,-9-2-2-16,3 2 3 0,-1 0 0 15,0-1 3-15,7-1-3 0,3 2-2 0,1-2 3 16,-1 2 0-16,3-2 0 16,-3 1-2-16,1 1 1 0,-1-2 2 0,3 2-2 0,-5-2 3 15,5 2-3-15,-3 0 1 16,4-1 1-16,-3-1-7 0,1 2 7 0,3-2-3 15,-5 2-1-15,2-2-2 0,2 2 0 16,-2 0 4-16,2-2 0 0,0 2 2 0,1 0-2 16,-3-1-1-16,2 1 4 0,0 0-3 15,5-3-1-15,-4 3 2 0,-1 0-1 0,5 0 4 16,-1 0-2-16,1 0-3 0,-1-2 2 16,4 0-2-16,-3 2 6 0,0-2-3 15,3 0-1-15,-2 2-5 0,0 0 1 0,-4-1 3 16,2 1-1-16,0-2 0 0,3 2 1 15,-7 0 4-15,-2-1-4 0,6 1 0 0,-4 0 0 16,3-2 0-16,1 4-3 16,-2-4 6-16,1 2-6 0,-1 0 4 0,1-2-6 15,-1 1 9-15,0 1 1 0,2-2-5 16,-4 2-2-16,0-2 3 0,0 0-3 0,3 0 2 16,-3 2-7-16,2-1 7 0,0-2-4 15,2 3 2-15,1 0 8 0,1 0-4 0,2 0 0 16,-2 0 0-16,2 0-4 0,-1-2 2 15,8 2 0-15,-6 0 1 0,3 2 4 0,-1-4-1 16,0 2-12-16,2 0 10 0,-1 0-2 16,-1 2 0-16,2-2 2 0,-2 0-4 15,-1 0 0-15,2 3 1 0,-6-3 2 0,2 0-2 16,0 0 3-16,0 0 2 16,2 0-6-16,0 1 8 0,1-1-3 0,0 0-1 15,-4 0-1-15,4-1-4 0,0 1 1 16,0-3 3-16,0 3 0 0,0 0-2 0,-1-2 5 15,0 0-8-15,-5 2 6 0,2-2-1 16,-3 0-3-16,2 2 5 0,-6-2-4 0,0 0 1 16,5 2-1-16,-5 0 0 0,0 0 3 15,1 0-2-15,-1-5 0 0,2 5 0 0,3 0 3 16,-5-2-3-16,2 0-4 0,0 0-2 16,2 0 3-16,3 2 6 0,-2-1-3 15,-5-2 2-15,4 1-5 0,-3-2 7 16,0 2-4-16,-1-2 2 0,2 2 0 0,-2 2-5 15,2-4 2-15,-2 1 1 0,2 1-1 16,2-1 4-16,-1 0-2 0,3 1-6 16,1-2 4-16,0 0 7 0,1 0-5 0,-1 0-1 15,0 0 0-15,3 1 1 0,-2-1 0 16,4-1-2-16,-4 2 2 0,2-1 1 0,0 2-3 16,-1-2 4-16,1 0-9 0,-2 2 3 15,-2 2 2-15,0-2 1 0,2 1 3 0,0-1 0 16,2 0-4-16,0 2 5 0,2 0-7 15,-1-3 5-15,3 3-2 0,-4 3-1 0,1-3-4 16,1 0 3-16,2 0-4 0,0 0 11 16,1 0-4-16,0 2 4 0,1-2-12 15,-2 2 5-15,1-2 2 0,-1 1-1 16,3 1-1-16,10-2 5 0,-20 2-1 0,10 0-6 16,10-2 3-16,-19 2 6 0,9-2-7 15,1 1-1-15,9-1 0 0,-18 3 3 16,4-3 0-16,1 4 4 0,-3-4-5 0,3 2 4 15,-1 0 1-15,-1-1-4 0,3 2 1 16,-1-3 2-16,-2 0 1 0,0 2 1 0,-1-2 5 16,0 0-1-16,-4 0-10 0,5 0 10 15,-2 0 2-15,-2 0 5 0,-2 0-6 0,-2 0-2 16,-4 2 1-16,2 0 1 0,1-2-8 16,-1 0 4-16,0 1-3 0,-3 1 5 15,7-2 2-15,-8 0-5 0,0 0-3 16,5 2 0-16,1-2-1 0,2 0 2 0,2 0 3 15,-2 0-1-15,4 0-5 0,0 0 5 16,3-2-1-16,14 2-7 0,-29 0 3 0,18 0-2 16,0 0 3-16,11 0 3 0,-25 0-4 15,15 2 2-15,10-2-1 0,-20-2 1 16,6 4 2-16,1-4-7 0,13 2 7 0,-23 0-4 16,10-2 0-16,1 2 4 0,-1-1-2 15,4-1-1-15,-3 2-1 0,12 0 5 16,-20-2-3-16,9 2-5 0,11 0-3 15,-18-5 10-15,8 5-11 0,10 0 9 0,-17-1-1 16,17 1 0-16,-16 0 1 0,16 0-1 16,-11-2 0-16,11 2 1 0,-14-2-1 0,14 2 0 15,0 0 0-15,-11-2 10 0,11 2 7 16,0 0 8-16,-9-2 7 0,9 2 3 0,0 0-3 16,-8-3 0-16,8 3-1 0,0 0-1 15,-4-7 6-15,4 7-4 0,0 0 6 16,-5-5 0-16,5 5 5 0,0 0-2 0,-4-5-1 15,4 5-5-15,0 0-2 0,-4-5 2 16,4 5 0-16,0 0-2 0,-2-7-4 16,2 7-1-16,0 0 0 0,0-9 3 15,0 9-2-15,-1-6 4 0,1 6-1 0,0 0-5 16,0 0-3-16,-2-7-4 0,2 7-7 16,0 0-2-16,0 0 0 0,0 0-5 0,0 0-1 15,0 0 0-15,0 0-1 0,0 0-2 16,-14 19 2-16,10-9-2 0,2 0 3 0,0 5-4 15,-3 1 3-15,3 1 0 0,-2 1-2 16,3-1 1-16,-4 2 1 0,3-1 0 0,-2 3 5 16,2 1-6-16,1-3 1 0,-3 0-1 15,4-2-1-15,-2 2 0 0,0 0 3 16,0-1 1-16,1 0-1 0,-3-1-2 0,2-2 1 16,-3 2-2-16,4 0-3 15,-1-2 3-15,-2-3 1 0,2 2-3 0,0-1-1 16,0-1 3-16,-1 4-1 0,-1-5-2 15,2 1 2-15,0 2 3 0,-2-2-3 0,0-2-2 16,0 2 0-16,1 0 1 0,-1-1-2 16,0 0 1-16,2 0 3 0,-3-1 0 0,0 0 0 15,3 0-2-15,-1 2 5 16,1-2-1-16,-2 1 1 0,2-1-2 0,0 2 1 0,-1-1 0 16,1 1-3-16,0 0 1 15,0-1 3-15,0 1-2 0,-4 1 0 0,4-1 0 16,-2 0 1-16,3 0 15 0,-5-2 4 15,4 1-5-15,-2 0 4 0,1-2-4 0,1 1 0 16,0-3 0-16,-3 2 0 0,5-4-5 16,-1 2-1-16,1 0 4 0,0-7-4 15,-4 10 0-15,4-5-4 0,0-5 3 0,2 10 0 16,0-4 2-16,-1 0 4 0,4 2-7 16,-1-4-1-16,1 3 4 0,3 1-2 0,-1-4 8 15,5 2 8-15,-1-2 9 0,0-1 13 16,3-1-16-16,-1 2 6 0,3-2-4 0,-3-2-7 15,1 1-2-15,-14-1-3 16,18 3 3-16,-10-3-7 0,-8 0 0 0,13 2-1 0,-13-2-6 16,0 0 7-16,18 0-4 15,-18 0-6-15,11 0-4 0,-11 0-36 0,0 0-56 16,11-2-56-16,-11 2-84 0,10-3-103 16,-10 3-130-16,13-9-169 0,-4 6-108 0,2-1 70 15,-2-4-508-15,-2 2-640 0</inkml:trace>
  <inkml:trace contextRef="#ctx0" brushRef="#br0" timeOffset="-213706.65">24686 13638 970 0,'0'0'478'15,"0"0"-166"-15,0 0-89 0,0 0-27 0,0 0 15 16,0 0 19-16,0 0-6 0,0 0-4 16,14 22 8-16,-14-22-11 0,11 6-9 0,-4-2-7 15,-7-4-6-15,18 5-2 0,-7-1-7 16,1 0-7-16,-1 0-15 0,2-4-16 0,0 2-13 15,2-2-11-15,3 0-14 0,-18 0-4 16,27-2-12-16,-13 2-7 0,-2-3-7 16,-1 0-3-16,2-1-9 0,-1-1-7 15,-2 1-2-15,-3-2-10 0,1-1-6 16,0 0-7-16,-3 0 1 0,1-1-4 0,-2 1-5 16,-3-2-3-16,-1 1-6 0,0-1-2 15,0 1-1-15,-1-2 1 0,-5 1-7 0,0 1 0 16,-5-3 3-16,-3 3-6 0,2 1 3 15,-4 0-6-15,-1 4 0 0,0-1-1 0,-5 4 1 16,0 0-6-16,-5 5 4 0,-7 2 6 16,-2 3-5-16,3 6 6 0,1 1 6 0,-4 7 6 15,-2 3 7-15,13-3 16 0,0 2 22 16,5 3 9-16,4 0 8 0,5 1 10 16,5-5 16-16,3 1 5 0,10-2 8 15,4 10-4-15,7-1 0 0,7-1-7 16,11 0-8-16,-2-7-8 0,-4-7-2 0,3-2 15 15,-1-4 2-15,-2-1 7 0,-1-4-58 16,-8-2-59-16,0-2 0 0,-6-1 0 0,2-2 0 16,-1 2 0-16,-3-4 0 0,-13 2 0 15,21 0 0-15,-21 0 0 0,16 0 0 0,-16 0 0 16,16 0 0-16,-16 0 0 0,0 0 0 16,18 0 0-16,-18 0 0 0,7 0 0 15,-7 0 0-15,0 0 0 0,9-3 0 16,-9 3 0-16,0 0-40 0,0 0-416 0,0 0-141 15,0 0-157-15,0 0-130 0,0 0 83 16,0 0-784-16,0 0-1025 0</inkml:trace>
  <inkml:trace contextRef="#ctx0" brushRef="#br0" timeOffset="-213406.13">25351 13852 4647 0,'-6'-5'39'0,"4"0"45"0,2 5 45 0,0 0 39 0,-1-10 18 0,1 10 12 15,3-10-3-15,-3 10-10 0,15-9-18 0,-1 5-18 16,1 0-11-16,0 2-10 0,5-1-23 15,-2 1-9-15,2 0-13 0,-6 2-60 0,4-2-64 16,-5 1-62-16,1 1-68 0,-3 0-82 16,-11 0-89-16,17 0-80 0,-17 0-99 0,13 1-201 15,-13-1 60-15,10 4 67 0,-10-4-387 16,1 7-460-16</inkml:trace>
  <inkml:trace contextRef="#ctx0" brushRef="#br0" timeOffset="-213190.31">25412 13914 2794 0,'-13'3'89'0,"3"-3"38"0,10 0 33 0,-15 2 38 16,15-2 27-16,0 0 20 0,-16 2-2 15,16-2 7-15,0 0 9 0,0 0 6 0,0 0 7 16,0 0-22-16,29 10-26 0,-15-8-24 16,0 2-17-16,4-2-22 0,0 0-22 15,-2-2-30-15,2 2-60 0,-5 1-54 16,0-3-59-16,-1 0-53 0,-5 2-70 0,-7-2-85 15,13 2-111-15,-13-2-112 0,0 0-171 16,6 2-8-16,-6-2 64 0,0 0-400 0,0 0-485 16</inkml:trace>
  <inkml:trace contextRef="#ctx0" brushRef="#br0" timeOffset="-209940.65">26353 13798 2605 0,'0'0'-80'0,"0"0"33"0,0 0 31 0,0 0 29 16,0 0 30-16,0 0 24 0,0 0 17 15,0 0 12-15,0 0 3 0,0 0 6 0,0 0 8 16,0 0 4-16,0 0 5 0,0 0 9 15,0 0-1-15,0 0 1 0,0 0 1 0,0 0-1 16,-9-10 5-16,9 10-5 16,0 0 2-16,0 0 1 0,0 0 1 0,0 0-1 15,0 0 5-15,0 0 0 0,0 0-3 16,0 0-5-16,0 0-4 0,0 0-9 16,0 0-9-16,0 0-11 0,0 0-14 0,0 0-3 15,0 0-4-15,0 0-19 0,0 0-5 16,0 0-5-16,0 0-2 0,0 0-8 0,0 0-2 15,0 0-5-15,0 0-3 0,0 0-7 16,0 0 5-16,0 0-3 0,0 0 0 0,-14 10 13 16,14-10 12-16,-4 7 10 0,1 1-10 15,3-8 3-15,-8 12 1 0,6-5 16 0,-3 1 0 16,1 3-3-16,0-3 3 0,0 4-11 16,-2-3 0-16,4 1-7 0,-1 0-3 15,-3 1-3-15,4-1-3 0,-1 0-4 16,0 0-2-16,1 4-3 0,0-1-1 0,0-2-2 15,1 1-2-15,1 2-1 0,-2-3-3 16,2 3-2-16,0-2 0 0,0-3-8 0,0 2 3 16,0 1 2-16,2-2-2 0,-1-1-4 15,-1-1 3-15,4 2-2 0,-2-1-1 16,1-2 0-16,0 2 2 0,1-1-1 0,2-1-2 16,1 0 0-16,0-2-1 0,2 2 0 15,0-2-4-15,2 0-6 0,-1 0 6 16,1 0-2-16,0 0 5 0,1 0-4 15,-1-3 1-15,0 2-1 0,-2-2 0 0,-2 2 0 16,2-4 1-16,2 2-5 0,-11-2 6 16,14 3-3-16,-3-3 0 0,-11 0 3 0,14 2-2 15,-14-2-2-15,13 0 0 0,-13 0 1 16,16-2-4-16,-16 2 5 0,13-1 0 0,-13 1 1 16,18-4-4-16,-11 1 2 0,-2 0 3 15,6-3 1-15,-2 1 16 0,-4-2 11 0,7-3-13 16,-2-2 2-16,-1-3-2 0,1-4-2 15,1-8-2-15,0 1-3 0,-1 2 1 0,-2 3 0 16,-3 3-6-16,3-3 6 16,-5 3 4-16,2 3-4 0,1-1-16 0,-5 5 0 0,1-1 0 15,-2 3 0-15,4-1 0 16,-2 0 0-16,-2 3 0 0,2 0 0 0,-2 0 0 16,2 2 0-16,-2 5 0 15,1-9 0-15,-1 9-16 0,2-10-103 0,-2 10-63 0,2-5-66 16,-2 5-60-16,0 0-94 0,0 0-95 15,0 0-116-15,0 0-202 0,0 0 63 0,0 0 82 16,0 0-544-16,10 24-677 0</inkml:trace>
  <inkml:trace contextRef="#ctx0" brushRef="#br0" timeOffset="-209257.35">27754 13888 3222 0,'2'-10'-78'16,"-1"3"42"-16,4-3 43 0,-3 3 41 0,-2 7 43 15,4-12 43-15,-3 7 33 0,-1 5 11 16,2-10 12-16,-2 10 2 0,4-9-5 0,-4 9-16 16,2-5-13-16,-2 5-18 0,0 0-13 15,0 0 24-15,0 0 9 0,0 0 3 16,25 21 3-16,-22-6-17 0,5 7-9 0,-3 11-3 15,4 2 3-15,-2 1-4 0,0-3 2 16,1 2-11-16,-2-2-9 0,4-1-15 0,-5-6-4 16,1-6-4-16,-3-3-11 15,4-1-3-15,-3-3 6 0,-3-1 7 0,5-3 11 0,-2-1 13 16,-3 0 15-16,3-2 18 0,0-3-8 16,-4-3-13-16,16 2-15 0,-16-2-85 0,19-7-30 15,-4 1 0-15,8-12 0 16,2 1 0-16,-1-8 0 0,9-9 0 0,-2-6 0 15,1-2 0-15,2-1 0 0,-3 2 0 16,-5 5 0-16,-4 8 0 0,0 2 0 0,-8 9 0 16,-5 1 0-16,-2 6 0 0,1 2 0 15,-7 3-250-15,-1 5-102 0,0 0-80 0,0 0-89 16,0 0-106-16,0 0-212 0,-24 22 66 16,14-10 78-16,-3 5-564 0,-1 9-720 15</inkml:trace>
  <inkml:trace contextRef="#ctx0" brushRef="#br0" timeOffset="-208321.91">26643 13655 3132 0,'-8'-9'-217'0,"-1"-2"41"0,-2 2 34 16,-1 2 33-16,-1-1 33 0,-1 1 25 0,-5-1 17 0,2 0 15 16,-2 2 11-16,2 2 15 0,-5 1 15 15,-1 1 12-15,-4 4 19 0,-12 3 31 16,3 5 13-16,-2 4 22 0,-7 11 25 0,0 1 11 15,0 8 9-15,1 10 10 16,-10 12-7-16,7 4-9 0,6-9-5 0,9 4-12 0,3-2-12 16,9 3 2-16,4-5-9 15,11-8-5-15,3 1-10 0,8-1-2 0,6 3-5 16,6-1-4-16,7-5-7 0,5-4-7 16,6-4-7-16,9-3-10 0,4-5-2 0,3-4-8 15,7-2-3-15,2-6-5 0,3-5-4 16,3-6-5-16,-4-6-3 0,6-4-1 0,-3-11-5 15,1-1-2-15,-4-9-2 0,-10-3-2 16,-4-3-7-16,-2-6 3 0,-10-1-3 16,-2-9-1-16,-9 0-2 0,-3-6-5 0,-8-2-12 15,-3 0-18-15,-8-2-11 16,-4-1-12-16,-7-2-14 0,-5 1-3 0,-5 6-6 0,-6 6 0 16,-8 3 5-16,1 13 1 15,-8 5-10-15,-5 11-8 0,6 6-17 0,-5 9-14 16,0 7-23-16,2 4-30 0,-10 8-30 15,3 3-44-15,2 5-55 0,4 2-92 0,3 1-187 16,11-2 29-16,6 0 50 0,4-1-149 16,7 1-138-16</inkml:trace>
  <inkml:trace contextRef="#ctx0" brushRef="#br0" timeOffset="-207506.05">28019 13466 1657 0,'-27'-7'-62'16,"4"3"26"-16,-1 2 28 0,3 4 27 0,-6 0 22 15,-7 6 29-15,0 3 22 0,-9 11 23 16,1 7 18-16,3 3 19 0,0 9 14 0,1 2 10 16,0 7 13-16,-2 19 13 0,2 3-2 15,14-14-5-15,2 4-9 0,5 0-10 0,8 1-12 16,9-1-13-16,3-3-4 0,8 1 4 15,11-4-11-15,4-5-3 0,9-3-11 16,4-5-10-16,9-6-10 0,6-3-10 16,3-9-6-16,10-4-16 0,-3-9-5 0,3-4-4 15,-1-8-4-15,6-6-9 0,1-5-2 16,-2-6-1-16,-4-5 13 0,11-13-2 16,-21 2 3-16,10-13 0 0,-7-5-6 0,-6-7-7 15,-4-3-9-15,-14 8 0 0,6-17-4 16,-10-3-6-16,-11 9-5 0,-3-2-1 0,-7-7-2 15,-11 1-21-15,-2 2-14 16,-9 4-9-16,-14 8-7 0,-7 7-9 0,-13 6-12 0,-6 8-16 16,-8 10-12-16,-6 7-21 15,-4 9-25-15,-5 3-35 0,0 10-52 0,-2 9-52 0,3 6-66 16,1 1-91-16,3 7-169 16,7 2-25-16,4 5 54 0,7-1-271 0,4 2-317 15</inkml:trace>
  <inkml:trace contextRef="#ctx0" brushRef="#br0" timeOffset="-207024.12">26984 14163 2274 0,'-9'-5'10'0,"1"1"24"0,2 1 13 0,6 3 14 0,-7-5 20 15,7 5 24-15,0 0 18 0,0 0 27 16,0 0 6-16,16-10 9 0,4 8-10 15,6-2-11-15,12 1-12 0,7-2-12 0,2 3-14 16,-1-1-12-16,-1 1-14 0,1 2-42 16,-8-2-64-16,-5 2-73 0,-8 0-77 0,-9 0-77 15,-2 2-74-15,-3-2-124 16,-11 0-80-16,9 2 52 0,-9-2-111 0,0 0-89 16</inkml:trace>
  <inkml:trace contextRef="#ctx0" brushRef="#br0" timeOffset="-204021.63">26361 14558 1643 0,'0'0'55'0,"0"0"10"0,0 0 0 0,0 0-3 16,0 0-9-16,0 0 0 0,0 0 13 15,0 0 32-15,0 0 10 0,0 0 6 16,0 0-6-16,0 0-9 0,-12 18-2 0,9-11 2 15,1-1-6-15,-4 2 4 0,3-1 5 16,-2 2-4-16,1-4-15 0,4-5-4 0,-7 12-8 16,3-6-2-16,2 1 12 0,-1 0-6 15,3-7-7-15,-9 12-1 0,8-5-5 0,-3-2-9 16,4-5 0-16,-6 13-4 0,4-7-10 16,2-6-2-16,-3 8-6 0,3-8 2 15,-2 10-5-15,2-10 8 0,4 6 5 16,-4-6-4-16,21 10 0 0,-6-7-1 0,6 3-6 15,13 2-2-15,4 2 0 0,6-1-1 16,11 1-10-16,6 0 2 0,1 2 2 16,1 1-2-16,-1-3-5 0,3 1-5 0,-2-1 4 15,0-4 3-15,-4 0-8 0,-12-3 4 16,-1 1 0-16,-3-4-2 0,0 0-2 0,-11 0 1 16,-5 0 1-16,0-3-4 15,-5 3 1-15,-1-1-4 0,1 0 6 0,-6 1-8 16,2 0 6-16,-3-2-8 0,0 2-1 0,2 0 5 15,-3 0-1-15,1 0 0 0,-2 0 0 16,0 0 0-16,3 0 1 0,-5 0-4 16,-11 0 1-16,21 2 2 0,-10-2 1 0,-11 0 1 15,20 0 1-15,-9 0 2 0,1-2-4 16,-1 0 1-16,0-2-3 0,3 0 7 0,1 0 0 16,-1-1 16-16,-1-1 7 0,0 0 9 15,0-2 11-15,-2-4 3 0,3 0 2 16,1-3-3-16,1-7-3 0,-1-4-5 0,-2 2-7 15,0-3-2-15,-1 1-7 16,-1 4-2-16,-1 5-2 0,-5 1-3 0,2 5-9 0,-4-1-37 16,1 3-53-16,-2 2-51 15,-2 2-53-15,0 5-42 0,0 0-58 0,0 0-70 16,0 0-98-16,0 0-165 0,-31 9 51 16,20-1-267-16,3 2-317 0</inkml:trace>
  <inkml:trace contextRef="#ctx0" brushRef="#br0" timeOffset="-203573.95">27632 14870 2410 0,'-4'-4'60'0,"4"4"0"0,-4-5-5 0,4 5-3 0,0 0 5 0,0 0 7 0,-7-6 19 16,7 6 17-16,0 0 2 0,0 0-1 15,0 0-15-15,-4 17-2 0,4-17-9 0,6 15 10 16,-4-5 4-16,1-2-3 0,3 3 10 16,1-1 0-16,5 0-2 0,7 1-12 0,6 1-9 15,9 1-3-15,7-2-8 16,18-1-5-16,11 2 14 0,8-2-7 0,31 5-9 0,3-1-5 15,8-1-1-15,0-1-9 0,2-2-6 16,0 0-3-16,-2 1-4 0,-12-2 1 16,-22-3-6-16,-9 1-4 0,-7-3 1 15,-7 2 0-15,-18-5 0 0,-13-2-3 16,-8 2 5-16,-5-2-5 0,-3 1 2 0,-3-3-5 16,-2 3-2-16,-5-3-1 0,2 1-1 15,-8 2 4-15,11-6-9 0,-11 6 0 0,4-3-24 16,-4 3-41-16,0 0-62 0,1-6-78 15,-1 6-88-15,0 0-111 0,0 0-173 0,0 0-17 16,-7-12 63-16,7 12-213 0,0 0-232 16</inkml:trace>
  <inkml:trace contextRef="#ctx0" brushRef="#br0" timeOffset="-203275.5">29406 14934 1958 0,'0'0'50'0,"0"-6"26"0,0 6-3 16,0 0 1-16,0 0 21 0,10-4 28 0,-10 4 0 15,0 0 3-15,15 12-6 0,-7-1-14 16,-3 0-2-16,3 2-10 0,-5 2-10 0,4 2-17 16,-3 0-1-16,-3 0-9 15,-1 0 5-15,0 0-3 0,-5 1 1 0,-3-1 12 16,-3 1-5-16,-3-4-8 0,-7 6-3 15,-4-3-8-15,0-2-7 0,0-1-2 0,-1-2-1 16,2-3-10-16,2-4-23 0,-1 1-34 16,7-2-41-16,2-1-50 0,3-3-73 15,-1 0-105-15,12 0-152 0,-15-3-89 0,15 3 47 16,-7-6-134-16,7 6-123 0</inkml:trace>
  <inkml:trace contextRef="#ctx0" brushRef="#br0" timeOffset="-193524.41">13955 15818 1611 0,'0'0'-21'0,"-23"-2"26"0,12 2 19 16,11 0 19-16,-16-3 25 0,16 3 23 0,0 0 24 15,-15-1 15-15,15 1 9 0,0 0 0 16,-15 0 7-16,15 0-17 0,0 0-4 0,0 0-1 16,0 0-6-16,-15-1-2 0,15 1-11 15,0 0-10-15,0 0-13 0,0 0-3 16,0 0-9-16,0 0 3 0,0 0-8 0,0 0 3 16,49 8-4-16,-28-6-10 0,8 0-2 15,12 1-6-15,2 1-7 0,4 2-1 0,5-4-6 16,9 1 5-16,3 1-7 15,-1 1-6-15,6-2-1 0,-2-1 7 0,0 2-8 0,-5-2-3 16,1-1-19-16,-16 2 23 16,-1-2-12-16,-6 0 5 0,-6-1-8 0,-11 2 8 15,-1-2-8-15,-6 0-2 0,0 0 3 16,-5 0 23-16,-11 0 0 0,21 0 6 16,-21 0-8-16,18 0-5 0,-18 0-2 0,17 1 1 15,-17-1-1-15,15-1 4 0,-15 1-7 16,22 1-13-16,-9-1 19 0,1 0-14 0,8 0 4 15,2 0-4-15,7 0-3 0,12 0 4 16,4 2-2-16,0 0-11 0,-3-2 12 0,1 0-8 16,-4 2 0-16,-11-1 0 15,-4-2-2-15,-4 1 3 0,-3 0-2 0,-2 0-1 16,-4 0 6-16,-13 0-5 0,21 1 6 16,-21-1-3-16,17-1 4 0,-17 1 1 15,13 1-4-15,-13-1 6 0,0 0-9 0,18 0-1 16,-18 0-5-16,0 0 0 15,0 0 0-15,0 0 1 0,0 0 0 0,0 0-1 0,0 0 0 16,0 0-1-16,0 0 10 0,-48 11-18 16,24-8 5-16,-1 0-2 0,-20-2-3 15,8 2-3-15,-7 1 2 0,-4-4 9 16,3 1-7-16,-5 1 5 0,-4-1-4 16,1-1 4-16,-12 0-2 0,-1 0 1 0,12 0 0 15,-11 0-4-15,1 2 1 0,-5-2 9 16,5 0-6-16,-8 0-1 0,6 0 7 0,12 0-2 15,-10 0 0-15,11 0 2 0,3 0 2 16,6 3-2-16,-1-3-1 0,3 1 10 0,9 0-4 16,7 1-10-16,5-2 21 0,-1 4-7 15,4-4-6-15,2 1 5 0,5-1-5 16,-3 3 0-16,14-3-7 0,-16 0 7 0,16 0-5 16,-14 2 8-16,14-2 1 0,0 0-3 15,-11 0 2-15,11 0 3 0,0 0-14 0,0 0 9 16,0 0 2-16,0 0 2 15,62 2-8-15,-13 0 9 0,13-4-6 0,10 2 5 16,13-2-8-16,4 2 5 0,31 4-3 16,2-2 2-16,2 0-8 0,2 2 4 0,-3-4 8 15,-3 3 2-15,-5-1-15 0,-23-2 12 16,-7 2-4-16,-7-2-1 0,-8 0 0 16,-16 0 2-16,-10 0 2 0,-10 0 2 0,-11-2-8 15,-2 2 24-15,-6-1 23 0,-2 0 0 16,-13 1 0-16,18-3-7 0,-11 3-2 15,-7 0-4-15,0 0-4 0,18-4-5 0,-18 4-4 16,9-2-6-16,-9 2-12 16,0 0-32-16,13 0-38 0,-13 0-61 0,0 0-59 15,0 0-48-15,0 0-74 0,0 0-128 16,0 0-194-16,0 0 43 0,0 0-298 0,0 0-369 16</inkml:trace>
  <inkml:trace contextRef="#ctx0" brushRef="#br0" timeOffset="-191277.22">25240 16211 2568 0,'-31'-3'-8'0,"6"-1"18"16,0 0 17-16,-2-1 15 0,2 1 20 16,0-1 24-16,3 1 14 0,4 1 21 15,1-2 2-15,6 4-8 0,0-3-2 0,-2 2-10 16,13 2-10-16,0 0-12 15,-12-1-9-15,12 1-3 0,0 0-11 0,0 0-4 0,82-1-3 16,-14 1-9-16,13 0-5 16,30 2 1-16,17 0-6 0,4 2-4 0,8 2 1 15,4 1-10-15,2 1 5 0,7 0-6 16,-3 1-1-16,-4-1-1 0,-12 4-7 0,-12-3 0 16,-7-1 1-16,-33-4-18 0,-8 0 11 15,-9 0 9-15,-19-2-1 0,-6 0 2 16,-14 0 4-16,-1-2-6 0,-6-2-3 0,-5 2 0 15,-1-2 1-15,-4-2-5 16,-9 4 5-16,14-4-8 0,-14 4-4 0,3-6 0 16,-3 6-8-16,0 0-24 0,0 0-27 15,-23-11-32-15,10 11-26 0,-6 0-33 0,-12 0-31 16,-10-2-33-16,-7 4-29 0,-6-2-7 16,-10 0 15-16,-5 3 17 0,3-2 26 0,-4 0 21 15,2-1 24-15,2 0 35 0,-1 0 40 16,1-1 25-16,1 1 36 0,2-1 26 15,0-2 20-15,1-1 23 0,-1 0 18 0,-1 0 16 16,1-1 8-16,14 4 14 0,1-5 13 16,6 4 10-16,10 2 11 0,9-3 8 0,5 3-3 15,11 0-13-15,7 0-16 0,0 0-13 16,0 0-11-16,68-8-9 0,2 6-20 16,13 0 4-16,31 1-6 0,5 2 0 0,4 3-13 15,-4-2-2-15,-5 2-11 16,-24-2 4-16,-13-2-12 0,-8 0-12 0,-19 3-13 15,-11-3 13-15,-5 0 3 0,-14-3-11 16,-2 3-8-16,-6-2 1 0,-6 0-13 0,-6 2-5 16,0 0-23-16,2-9-31 0,-2 9-47 15,0 0-64-15,-20-11-92 0,11 8-126 0,2 1-164 16,7 2 36-16,-13-3-121 16,13 3-142-16</inkml:trace>
  <inkml:trace contextRef="#ctx0" brushRef="#br0" timeOffset="-183461.47">31492 13972 724 0,'14'-4'332'0,"-14"4"-59"0,0 0-47 15,4-8-29-15,-4 8-4 0,0 0-6 16,4-6-4-16,-4 6 3 0,0 0 8 0,3-8 10 16,-3 8 2-16,0 0-7 15,0 0 1-15,2-5-7 0,-2 5-2 0,0 0-4 16,0 0-3-16,0 0-7 0,0 0-6 15,0 0-6-15,0 0-9 0,0 0-9 16,-2-12-8-16,2 12-11 0,0 0-15 0,0 0-12 16,-7-6-11-16,7 6-8 0,-13-7-8 15,1 3-11-15,1 1-2 0,-1 1-11 0,-5-1-4 16,2 1-2-16,-2 0-6 0,-2 2-2 16,-3-3-2-16,6 3-5 0,-4-1 8 0,4 1-13 15,-4 0-7-15,4 0 4 0,0 0-7 16,-2 1-1-16,2 2-3 0,-2-3 2 15,2 4-2-15,-2-1-2 0,2 1 2 0,-2-1 2 16,-2 2-6-16,4 2 0 16,-4 0 0-16,4 1-1 0,-4 1 2 0,1 1 16 0,2 2-3 15,-6 3 0-15,7 2-4 16,0-5-1-16,-2 2-2 0,4 1 4 0,1-1-2 16,-3 3 0-16,3-2-3 0,-1 1 2 15,3 0 0-15,-5 0-1 0,5 1-1 0,0-2 0 16,-1 2 3-16,3 1-4 0,0-1 3 15,0 1-1-15,2-1 7 0,0 1 3 16,3-1 3-16,-3 1 5 0,4-1 1 0,-5 2 6 16,7 1 3-16,-1-1-5 0,-2 0 8 15,4-1-6-15,-2 1 6 0,4 2 19 0,-2-2 7 16,2 3-1-16,3 0-10 16,-1 1 4-16,3-2-2 0,4 8 17 0,2-4 1 15,2 1-4-15,0-2-9 0,5-2-1 16,1 1-2-16,-5-1-1 0,7-4-6 0,1 2-6 15,0-2-2-15,2-3-3 0,1 2-4 16,2-5-41-16,-2 1 0 0,3-3 0 16,1 2 0-16,-3-6 0 0,-1-1 0 0,9-2 0 15,2 2 0-15,-6-1 0 0,9-2 0 16,-11-2 0-16,1 3 0 0,-2-6 0 0,1 3 0 16,1 0 0-16,-5 0 0 0,2-1 0 15,-3-2 0-15,2-1 0 0,-4 1 0 0,2-3 0 16,-5 4 0-16,1-5 0 0,1 0 0 15,-6 1 0-15,4-2 0 0,-1-3 0 0,3-6 0 16,-4 3 0-16,-2 2 0 16,0-1 0-16,0-3 0 0,0-4 0 0,0 3 0 15,-3 2 0-15,-2-3 0 0,-1 3 0 16,0-2 0-16,-3-2 0 0,3 2 0 16,-4 0 0-16,-1-2 0 0,1-2 0 0,-3 0 0 15,3 1 0-15,-1-3 0 0,-4 1 0 16,5-2 0-16,-2-1 0 0,-1-8 0 0,1 4 0 15,-2 3 0-15,0 1 0 16,-2-3 0-16,-2 3 0 0,-4-7 0 0,-1-2 0 16,-5 3 0-16,-1 0 0 0,-2 4 0 15,-6 3 0-15,-2 2 0 0,-6 1 0 0,1 4 0 0,-7 3 0 16,-2 4 0-16,-1 3 0 16,-7 2 0-16,2 2 0 0,-3 5 0 0,1 3 0 15,-4-1-232-15,-4 9-320 0,2 2-70 16,3 0-94-16,3 3-153 0,10-3 76 15,0 2-706-15,3 0-945 0</inkml:trace>
  <inkml:trace contextRef="#ctx0" brushRef="#br0" timeOffset="-182612.6">31159 14350 3826 0,'5'-7'-196'0,"-5"7"47"0,5-10 51 16,-1 5 48-16,-4 5 33 0,5-12 29 0,-5 12 25 16,4-7 13-16,-4 7 5 0,6-9 18 0,-5 4 7 15,-1 5 10-15,5-8 9 0,-5 8 3 16,0 0-10-16,6-6 3 0,-6 6-3 15,0 0-13-15,0 0-5 0,0 0-7 0,0 0-5 16,0 0 13-16,0 0 14 16,0 0 9-16,0 0-6 0,0 0-1 0,0 0 5 15,0 0-2-15,-14 30-2 0,10-21 1 16,0 0 0-16,3 2-5 0,-3 0-4 0,2 0-3 16,-2 1 3-16,3-2-2 0,-1 2-5 15,-3-1 4-15,3 0-18 0,0 0-7 16,0 1-3-16,2-2-8 0,-1-2 0 0,1 3-8 15,0-2 0-15,0-1 3 0,0 0-4 16,0-8 6-16,1 14-3 0,-1-7 2 0,0-7 4 16,0 9-4-16,0-9 6 0,4 10 10 15,-4-10-4-15,5 8 9 0,-3-4-4 0,-2-4-2 16,7 8 4-16,-7-8 0 16,7 7 0-16,-3-3 3 0,3 0-7 0,-7-4-5 15,14 6 0-15,-4-4-2 0,2 2-6 16,-3-2-4-16,2 1-6 0,1-1 1 15,-1 0-5-15,0 0 2 0,-11-2-6 0,20 4 5 16,-11-2 11-16,-9-2 1 0,15 1 2 16,-15-1 0-16,15 1-5 0,-15-1-2 0,16 3 0 15,-16-3-8-15,0 0 4 0,23-3-7 16,-23 3 2-16,15-2-1 0,-6 0-6 16,-1-4 0-16,3 2 1 0,-1-1 4 15,0-5 4-15,1 0-18 0,3-3-12 16,-3-4 0-16,5-7 0 0,-2-2 0 0,3 1 0 15,-3-2 0-15,1 0 0 0,-1 1 0 16,-3 8 0-16,-4 1 0 0,-1 3 0 0,0 2 0 16,-2 3 0-16,-1 1 0 0,-1-2 0 15,2 4 0-15,0 1 0 0,-4 5-14 0,0-10-200 16,0 10-70-16,0 0-74 0,-10-8-90 16,10 8-101-16,0 0-162 0,0 0-110 15,-28 15 64-15,15-9-615 0,-1 6-827 0</inkml:trace>
  <inkml:trace contextRef="#ctx0" brushRef="#br0" timeOffset="-181745.47">32044 14042 3420 0,'0'0'-189'0,"0"0"44"16,-16-4 32-16,16 4 17 0,0-8 22 15,0 8 29-15,8-12 27 0,4 4 17 16,3-2 16-16,11-6 11 0,7 3 16 0,6-10 12 15,0 10 6-15,6-6-4 0,2 0 7 16,-6-2-4-16,-7 6-12 0,9-7-2 0,-13 5-2 16,1-4-7-16,-2 4-1 0,-5-3-6 15,-3 2-1-15,-4 2-8 0,-4 7-19 16,-4 0-19-16,2 1-25 0,-6 1-41 0,-1 1-49 16,-2 2-45-16,-2 4-59 15,0 0-89-15,0 0-180 0,0 0-131 0,-17 0-135 0</inkml:trace>
  <inkml:trace contextRef="#ctx0" brushRef="#br0" timeOffset="-181277.56">31356 15001 1788 0,'-8'-10'37'0,"5"2"26"0,1 1 32 0,2 7 25 16,-3-13 7-16,3 13 14 0,3-9 0 15,-3 9-4-15,9-7 4 0,-9 7 2 0,20 0 2 16,-2 3 3-16,7 4-1 0,5 5-5 16,3 5-7-16,6 5-7 0,0 4-11 15,-5 3-17-15,4-3-2 0,-2 3-17 16,-1 0-5-16,-11-6-9 0,0 2-10 15,-1-2-5-15,-9-8-8 0,2 0-10 0,-8-1-29 16,1-2-35-16,-2-2-29 0,0 2-41 16,-4-1-38-16,1-3-38 0,-2 0-50 0,-2-4-71 15,0-4-101-15,0 0-150 0,0 0 20 16,0 0-156-16,0 0-177 0</inkml:trace>
  <inkml:trace contextRef="#ctx0" brushRef="#br0" timeOffset="-180862.45">30866 14525 1768 0,'-16'-6'-31'0,"-4"1"22"0,-3 3 28 0,-6-1 16 16,-15-2 25-16,-5 1 29 0,-16 1 33 15,-1-2 21-15,-3-4 5 0,-2 6-3 0,7-2 7 16,3 1-5-16,15 1 0 0,2-4-12 16,2 4-32-16,11-1-6 0,2 2-12 15,7-1-8-15,1 2-10 0,6 1-2 0,0-2-30 16,0 2-33-16,1 0-46 0,14 0-54 16,-25 3-54-16,14 0-69 0,4-1-90 15,0 2-200-15,7-4 20 0,0 0-112 16,0 0-103-16</inkml:trace>
  <inkml:trace contextRef="#ctx0" brushRef="#br0" timeOffset="-180495.95">31481 13096 1793 0,'0'0'16'0,"0"0"0"0,-21 10 7 16,10 6 1-16,-4 9 13 0,0 4 15 16,0 3 5-16,-3 11-2 0,9-7-4 15,-1 3-5-15,2 2 0 0,7 0-4 0,-1-2-7 16,4 3-5-16,1-4-7 0,1-2-58 16,0 1-81-16,-2-8-121 0,-2-6-429 0,-4 0-162 15</inkml:trace>
  <inkml:trace contextRef="#ctx0" brushRef="#br0" timeOffset="-178579.33">31453 15741 1747 0,'-9'-11'14'0,"-3"-1"20"0,0 2 11 16,1 2 17-16,-1-3 20 0,-1 2 19 0,-4-1 18 15,2 3 9-15,-1-2 7 0,0 3-1 16,-4 0 2-16,4 1 1 0,-6 4 10 15,-4 1 14-15,-1 1 2 0,-11 2 12 0,0 3 3 16,-1 4-1-16,1 3-6 0,2 1-6 16,-8 3-8-16,1 8-6 0,5-1-6 0,-1 2 1 15,5 4-7-15,1 1 3 0,7 7-4 16,4 0 7-16,6-4-7 0,-1 9-8 16,7-5-4-16,6 0-8 0,4 3-10 15,6 0 4-15,8 10-4 0,4-1-12 16,9-3-10-16,3 2-4 0,6-3-7 0,5 0-5 0,4-3-6 15,3-5-10-15,1-3-9 16,7-4-2-16,-3-2 2 0,3-4-7 0,-6-4-1 16,2-4-8-16,0-4 2 0,-10-2-5 15,-2-8 22-15,4-1 15 0,-5-2 14 0,6-3 9 16,-4-6 4-16,2 0 5 0,6-6-1 16,-1-4-7-16,-1-1 3 0,-3-6 1 0,0-5 1 15,-4-1 0-15,0-6-1 0,-4-7-31 16,-2-1-60-16,-1-6 0 0,-5 0 0 15,1-5 0-15,-8 2 0 0,-1-2 0 16,-7 4 0-16,-6 0 0 0,-5 10 0 16,-6-2 0-16,-7-3 0 0,-8 2 0 0,-8 3 0 15,-7 4 0-15,-6 0 0 0,-10 5 0 16,-7 5 0-16,-2 3 0 0,-4 5 0 0,0 3 0 16,2 7-38-16,4 3-186 0,8 3-52 15,3 5-37-15,0 2-44 0,4 3-39 0,2 5-40 16,6 3-42-16,2-1-63 0,5 3-112 15,4 3-60-15,8-1 59 0,3-3-405 16,3 3-530-16</inkml:trace>
  <inkml:trace contextRef="#ctx0" brushRef="#br0" timeOffset="-177845.26">31310 16047 2743 0,'0'0'-71'0,"0"0"34"0,-4-9 26 16,4 9 29-16,0 0 35 0,-2-8 33 0,2 8 27 15,0 0 34-15,0-8 20 0,0 8 5 16,0 0 9-16,0 0 4 0,0 0 0 16,2-10 6-16,-2 10 0 0,0 0-4 0,0 0-2 15,2-6-8-15,-2 6-7 0,0 0-8 16,0 0-5-16,0 0-14 0,0 0-17 16,2-8-13-16,-2 8-14 0,0 0-13 15,0 0-6-15,0 0-6 0,0 0-10 0,0 0 6 0,0 0 12 16,0 0 4-16,-13 27 3 15,9-18-1-15,-2 1 11 0,3 2 0 0,-2 2 0 16,1-1-11-16,-1 3-7 0,3-2 0 16,-4 1-11-16,5 0-3 0,-3 1-4 15,2-1-6-15,0-1-1 0,2 0-8 0,-3-3-2 16,3 1-2-16,0 0 0 0,3 1 5 16,1-1 8-16,1-2 8 0,-1 1 2 0,2-3 3 15,1 1 2-15,1-2-1 0,2-2 4 16,1 3-3-16,1-4-72 0,-1-1 0 15,1 0 0-15,1-1 0 0,0-2 0 0,2 0 0 16,-15 0 0-16,29-2 0 16,-14 1 0-16,2-1 0 0,0-1 0 0,-1-1 0 15,-3 2 0-15,1-1 0 0,-3 0 0 0,3 1 0 16,-5 0 0-16,-9 2 0 0,21-5 0 16,-12 2 0-16,-1-2 0 0,2 3 0 15,-1-4 0-15,-2 2 0 0,3-4 0 0,2-1 0 16,-5-3 0-16,4-2 0 0,1-3 0 15,5-11 0-15,-3 0 0 0,2 2 0 16,-4 6 0-16,1-6 0 0,1 1 0 0,-1 6 0 16,-8 0 0-16,4 3 0 0,-4 3 0 15,3 1 0-15,-5 2 0 0,1 0 0 0,0 2 0 16,0 1 0-16,-3 3 0 0,-1 4 0 16,3-11 0-16,-3 11 0 0,0 0 0 15,-8-4 0-15,8 4-412 0,0 0-302 16,-24 17-259-16,14-8 85 0,0 3 106 0,-2 2-722 15,-6 7-950-15</inkml:trace>
  <inkml:trace contextRef="#ctx0" brushRef="#br0" timeOffset="-175194.7">30456 15013 3798 0,'-2'-17'-148'0,"-2"4"59"0,3 1 35 16,-1 3 46-16,0 1 34 0,2 8 31 15,0-11 7-15,0 11-8 0,-4-7-3 16,4 7 4-16,0 0 38 0,0 0 8 0,-27 27 0 16,10-2-2-16,-2 6-1 0,2 0 3 15,-2 2-3-15,4 0 0 0,-3 0-5 16,1 1-6-16,4-1-13 0,0-2-1 0,0-4-8 15,3-5-6-15,2-3-4 0,1-4-5 16,1-3-4-16,2 0-5 0,-2-3-3 0,2-1-4 16,3 0-1-16,-3-1 3 15,2-2-3-15,2-5 2 0,-2 7-4 0,2-7-5 0,0 0-2 16,0 0 2-16,0 0-11 16,0 0-3-16,2-23 1 0,-2 11-11 0,0-1-5 15,-2-3-3-15,-2 1-5 0,1-3 4 16,-6 5 0-16,2-1-3 0,-4 2-1 15,-3-2-1-15,-3 7 1 0,2 0 2 0,-2 6-1 16,-4-2 3-16,1 7-3 0,-2 2 1 16,5 1 0-16,-3 1 4 0,7 4 0 0,1 0 1 15,-1 0 4-15,6 2 0 0,2 0 3 16,-2-1 0-16,3 1 1 0,4-2 0 0,0 1 0 16,2 2 3-16,3-3-2 0,-1 2 0 15,3-2 4-15,-2 1-8 0,8-3 0 16,-4 2-49-16,0-1-63 0,2-3-65 0,1-2-86 15,3 2-100-15,2-5-168 0,-2-1-152 16,3 0 55-16,-5-4-343 0,8-1-446 16</inkml:trace>
  <inkml:trace contextRef="#ctx0" brushRef="#br0" timeOffset="-174546.93">30493 15305 2621 0,'0'0'-56'0,"0"0"5"0,0 0 15 0,0 0 40 0,0 0 31 15,0 0 18-15,0 0-1 0,17 0-2 0,-17 0-6 16,0 0 0-16,23 3-4 0,-23-3-2 0,18-1-3 16,-18 1-1-16,20-2-2 0,-13 0 1 15,-7 2 9-15,14-7 0 0,-11 5-3 16,-3 2 5-16,12-11 8 0,-11 7 3 15,-1 4-5-15,0-12-5 0,0 12-2 0,-3-10 7 16,3 10-13-16,-11-7-1 0,1 4 0 16,10 3 2-16,-17 1 8 0,17-1 5 0,-25 6-6 15,14-1 0-15,-1 1 1 16,1 1-1-16,1 4 0 0,2-4-1 0,1 3-1 16,3 1 0-16,0-2-4 0,4 0 6 15,0-2 10-15,4 1 7 0,0 2-2 16,3-6-11-16,1 3-4 0,4-3 4 0,-1-2-4 15,-11-2-8-15,23 0-5 0,-9-1-3 16,-3-3 2-16,4 1-5 0,-2-2 1 0,-2 1-5 16,1-4-2-16,-1 3 8 0,-1 0 10 15,-2-1 8-15,-1 1 5 0,-7 5-2 0,10-6-12 16,-10 6-4-16,7-4-7 0,-7 4-2 16,0 0 3-16,0 0 0 0,-5 25 3 15,-1-11 12-15,2 7 9 0,-1 2 7 0,-3 8 0 16,0 4-1-16,-1 0 0 0,1-1-1 15,3-2-4-15,-2-3 3 0,4-8 18 16,-3 0 14-16,1-1 11 0,-1-1 19 16,-2-1 12-16,0-5 23 0,1 1 4 0,-7-2 5 15,3-3-2-15,-4 1-8 0,-2-3-13 16,-3-2-14-16,2-2-11 0,-3-1-11 16,-3-2-9-16,-1 0-7 0,2-3-11 0,-2-3-9 15,0 0-4-15,2-2-9 0,0 0-11 16,6 0-14-16,-3-1-25 0,7 1-46 0,0 0-51 15,2 2-50-15,-1 1-46 16,4 1-55-16,1-2-72 0,-1 3-78 0,8 3-77 16,-9-3-90-16,9 3-116 0,0 0-60 15,0 0 60-15,0 0-452 0,0 0-597 16</inkml:trace>
  <inkml:trace contextRef="#ctx0" brushRef="#br0" timeOffset="-174164.26">31081 15061 2996 0,'-1'-10'-23'0,"1"10"13"0,-12-5 10 0,12 5 33 15,-19 4 42-15,5 3 31 0,-2 2 23 0,-9 8 10 16,0 2 2-16,3 5-5 0,2 1-6 16,3 2-4-16,2 0-7 0,3 4-8 0,3 0-8 15,1-4-8-15,-4-1-9 0,8 0-12 16,3-6-2-16,-1 0-7 0,2-2-9 0,0-2-2 15,2-1-18-15,-1-3-57 16,-1 0-75-16,2-1-73 0,2-1-85 0,-1-3-121 16,0-2-179-16,-3-5-62 0,8 2 69 15,-8-2-207-15,0 0-245 0</inkml:trace>
  <inkml:trace contextRef="#ctx0" brushRef="#br0" timeOffset="-173831.17">31198 15190 2079 0,'0'0'-1'0,"0"0"28"0,0 0 26 0,0 0 21 16,0 0 10-16,0 0 25 0,-14 31 6 16,10-22 0-16,1 6-11 0,1-1-1 15,0 1-13-15,2-1 15 0,2-1 7 0,0 1 0 16,3 0 4-16,1-2-2 0,2 1 7 15,-1-4 7-15,4-2-5 0,1-2-4 0,1-1-15 16,1-4-9-16,1 0-10 0,-15 0-13 16,31-6-1-16,-16 2-10 0,0-3-5 15,3-1-6-15,-4-5-3 0,2-1-8 16,-3 2-4-16,-2-5-6 0,7-7-6 16,-7 4-16-16,-1 0-11 0,-1 2-9 0,-2 1-12 15,-1 5-25-15,-1-3-29 0,-2 7-52 16,-1 2-43-16,-2 6-45 0,0 0-73 0,-2-9-110 15,2 9-202-15,0 0 40 0,0 0-191 16,0 0-245-16</inkml:trace>
  <inkml:trace contextRef="#ctx0" brushRef="#br0" timeOffset="-173547.06">31788 15023 2316 0,'0'-11'134'15,"4"2"22"-15,-2 4 20 0,-2 5-3 16,0-10-19-16,0 10-1 0,0 0 32 0,0 0 24 16,2 25-8-16,-4-6 1 0,0 7-1 15,-4 10-10-15,1 3-13 0,-3 3-17 16,-6 8-7-16,3-3-5 0,-2 0-13 0,-6-3-11 16,3-12-8-16,2 2-16 0,-2-5-6 15,-1 0-12-15,0-5-9 0,0-2-7 0,1-5-8 16,3-2-22-16,5-4-50 0,-3-1-59 15,2-1-70-15,-1-5-83 0,4 0-102 16,1-2-111-16,5-2-140 0,0 0-99 16,0 0 48-16,-2-19-353 0,9 5-458 15</inkml:trace>
  <inkml:trace contextRef="#ctx0" brushRef="#br0" timeOffset="-173364.3">31890 15252 2799 0,'3'-9'66'0,"-3"9"22"0,4-9 25 0,-4 9 17 16,8-8 10-16,-1 3 15 16,3 0-4-16,-1 1-17 0,6-1-12 0,3 2-14 0,1-1-13 15,1 3-8-15,2-1-37 0,-1 0-72 16,-1 2-73-16,1 0-80 0,3 2-97 16,-4 0-146-16,-3 0-171 0,-5 2 46 15,-4 3-180-15,-6 0-214 0</inkml:trace>
  <inkml:trace contextRef="#ctx0" brushRef="#br0" timeOffset="-172947.87">31964 15400 2213 0,'-10'0'136'0,"10"0"19"0,-15 0 29 16,15 0 17-16,0 0 12 0,0 0-5 0,0 0-14 16,0 0-25-16,0 0-15 15,0 0-20-15,0 0-22 0,0 0-56 0,32 8-77 16,-13-10-44-16,3 2-43 0,5-2-39 15,14-2-28-15,2 2-28 0,4-3-9 0,10-5-17 16,-3 0-4-16,-11 3 27 0,-1 3 32 16,-6-1 42-16,-10-1 34 0,-6 5 40 15,-5-3 26-15,-2 4 26 0,-5-2 39 16,-8 2 45-16,0 0 29 0,11 7 28 0,-11-7 18 16,-4 14 9-16,0-6 27 0,1 2-9 15,-3 0 4-15,3 1-8 0,-1 0-5 0,2 0 3 16,2 1 1-16,0-1 7 0,2-1 8 15,2 1 5-15,1-1-1 0,2 0-10 16,7-1-14-16,-1-3-17 0,5 0-18 0,-2-5-12 16,6 0-10-16,-3-1-11 15,1-2 6-15,2-4 16 0,-1-2-2 0,-4-1 11 16,2-3 7-16,-6-1-6 0,-1-3-21 16,-3-2-7-16,-3-5-10 0,-4 0-18 0,-1 0 0 15,-4-1-34-15,-3 3-42 0,-10-4-64 16,0 2-77-16,-11 6-108 0,-3 1-104 15,-3 7-124-15,-3 0-231 0,-3 5-64 0,9 3 81 16,4 3-511-16,-9 4-663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20T04:46:50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13864 12436 3230 0,'-22'-2'419'0,"1"1"-195"0,6-1-61 0,3 0-24 0,1 1-13 0,2-1 26 15,9 2 36-15,-16-2 9 0,16 2 32 16,0 0 7-16,0 0-25 0,0 0-5 0,36 12-11 16,20 0-20-16,15 2-12 0,26 1-21 15,19 2-9-15,16 3-11 0,13 1-16 0,11-3-10 16,9 1-10-16,48 6-3 0,-52-5-18 16,1-3-3-16,-10 2-6 0,-8-6-6 0,-24-1-8 15,-37-3-4-15,-12-3-3 0,-14-1-5 16,-13 1 0-16,-16-3-5 0,-3 1-1 0,-6-3-8 15,-5-1 4-15,-5 0-7 0,-9 0 1 16,0 0 5-16,0 0-9 0,0 0-2 16,-23-15 1-16,1 8-6 0,-13-3 2 0,-5 1 6 15,-14-3-14-15,0 2-7 0,-9 1 2 16,-5 1 0-16,-2 1 4 0,-6 0-6 16,-6 6 4-16,-7-3 4 0,-30 2-3 15,-3 2 0-15,0 2 5 0,-3 0 1 0,-5 0 5 16,10 1-5-16,0-1 3 0,29-2 6 15,-3 0 29-15,10 3 18 0,11-3 21 0,21 1 25 16,9-1 40-16,13 0 41 16,5-1-164-16,10 1-20 0,9 1 0 0,6-1 0 15,0 0 0-15,76 2 0 0,10 0 0 16,43 2 0-16,18 2 0 0,9-2 0 0,7 1 0 0,8 0 0 16,-1 0 0-16,-3 0 0 15,-4-1 0-15,-14-1 0 0,-22 1 0 0,-35-4 0 16,-19 1 0-16,-21-1 0 0,-6 0 0 15,-15-1 0-15,-13-5 0 0,-7 3 0 0,-11-2 0 16,0 5 0-16,-36-15 0 0,-13 3 0 16,-20 0 0-16,-7-1 0 0,-26 1 0 0,-2-1 0 15,30 5 0-15,12 2 0 0,15 0 0 16,11 2 0-16,10 0 0 0,9 4 0 0,9 0 0 16,8 0 0-16,0 0 0 0,0 0 0 15,87 2 0-15,-22 2 0 0,8-2 0 16,3-4 0-16,-5-2-447 0,-6-3-574 15,-13-1 122-15,-7-2-1082 0,-9-2-1398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48:00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22094 13472 1927 0,'0'0'218'0,"0"0"-49"0,0 0-5 15,0 0 13-15,0 0 24 0,-2-8 11 0,2 8-8 16,0 0-1-16,0 0 8 0,0 0 3 16,-1-9 1-16,1 9 8 0,0 0 3 0,0 0 1 15,0 0 3-15,0 0 2 0,0 0-22 16,0 0-12-16,-9-5-11 0,9 5 6 15,0 0-28-15,0 0-9 0,0 0-6 0,0 0-12 16,0 0-9-16,0 0-7 0,0 0-8 0,0 0-7 16,-11-3-13-16,11 3-8 15,0 0-7-15,-9-8-15 0,9 8-8 0,-10-6-2 16,0 3-8-16,10 3-7 0,-14-4 5 16,2-1-9-16,1 2-5 0,-3 3-5 0,3-2 4 15,-4 0-4-15,-1 2-10 0,1 0 0 16,-2 2 2-16,-3 0-3 0,-2 1 1 15,-1 4-3-15,-7 2-2 0,-1 5 2 0,3 3-3 16,-5 4 13-16,6 1 3 0,-9 6 4 16,8 4 2-16,-3 2 8 0,8 2 1 0,7-2 2 15,0-3-26-15,5 8-16 16,2-5 0-16,8 5 0 0,1-1 0 0,3 2 0 0,7-1 0 16,5 7 0-16,5-5 0 15,1-1 0-15,-1-11 0 0,1-2 0 0,4-3 0 16,0-3 0-16,-1-2 0 0,1-4 0 15,0-6 0-15,-2-3 0 0,-4-2 0 0,0-3 0 16,3-2 0-16,1-3 0 0,-1-4 0 16,6-4 0-16,-6 0 0 0,-6 0 0 0,6-7 0 15,-7 0 0-15,0-4 0 0,-1-5 0 16,-9 4 0-16,1 3 0 0,-4-3 0 0,-2 3 0 16,0 0 0-16,-6-1 0 15,3 2 0-15,-8 3 0 0,6 4 0 0,-4 0 0 0,-2 3 0 16,-3 3 0-16,3 4 0 15,-3-1 0-15,1 4 0 0,13 0 0 0,-23 2 0 0,12 2 0 16,0-1 0-16,4 0 0 16,2 1 0-16,-3 1 0 0,8-5 0 0,-4 5 0 15,4-5 0-15,0 0 0 0,0 0 0 16,31 2 0-16,-13-6 0 0,5 1 0 0,1-2 0 16,1 1 0-16,-3-1 0 0,-1 4 0 15,-3-1 0-15,-4 2 0 0,6 2 0 16,-6 1 0-16,2 2 0 0,-1 2 0 15,1 0 0-15,-2 3 0 0,0 4 0 0,-3-2 0 16,2 4 0-16,-3-1 0 0,2 1 0 16,-3-3 0-16,-3 3 0 0,4-3 0 0,-5-1 0 15,2 2 0-15,0-1 0 0,-2-2 0 16,-1-1 0-16,2-2 0 0,-3 1 0 0,-1-2 0 16,4-2 0-16,-2 2 0 0,-2-2 0 15,-2-5 0-15,8 9 0 0,-7-4-78 16,3-2-564-16,-4-3-138 0,11 6-135 0,-4-5 90 15,-7-1-859-15,15 4-1119 0</inkml:trace>
  <inkml:trace contextRef="#ctx0" brushRef="#br0" timeOffset="501.37">22523 14165 4840 0,'0'0'-58'0,"0"0"45"0,-31 8 56 0,31-8 52 15,0 0 42-15,0 0 21 0,0 0 9 0,0 0-18 16,0 0-14-16,0 0-7 0,0 0-15 16,0 0-16-16,22-15-9 0,-22 15-8 0,13-6-12 15,-6 1-1-15,-1 2-7 0,-6 3-16 16,13-7-10-16,-5 2 1 0,-5 0 2 0,-3 5-5 16,9-10 5-16,-6 1 5 0,-1 1-11 15,-2-3-3-15,-2-2-5 0,1 2 2 0,-6-4-2 16,2-5-4-16,-5 4 3 0,1-3 8 15,-1 3 9-15,3 5 1 0,-3-2 1 16,0 4-5-16,5 0-4 0,-5 3-4 16,3 0 2-16,7 6-6 0,-16-4 3 15,7 2 14-15,9 2-10 0,0 0 3 0,-19 2 5 16,19-2 6-16,0 0 13 0,0 0 27 16,0 0 19-16,0 0 6 0,0 0-7 0,0 0-3 15,48-2-5-15,-25-1-2 0,-5-1 1 16,2 1-48-16,-4 1-46 0,0 1 0 0,-1 1 0 15,1 0 0-15,-4 3 0 0,2 0 0 16,-1 2 0-16,1 4 0 0,-3 4 0 16,0-2 0-16,1 7 0 0,-1-5 0 15,0 5 0-15,-4-1 0 0,-2-3 0 0,3 1 0 16,-3-1 0-16,2 1 0 0,-3-3 0 16,-1 0 0-16,1-2 0 0,-2 0 0 0,1-3 0 15,-1 2 0-15,0-1-304 0,2 1-229 16,-4-2-163-16,0-7-208 0,5 8 79 0,-5-8 90 15,0 0-691-15,12 2-878 0</inkml:trace>
  <inkml:trace contextRef="#ctx0" brushRef="#br0" timeOffset="899.52">23111 13859 4030 0,'2'-12'28'0,"-2"5"47"0,0 1 35 0,0 6 28 16,2-9 17-16,-2 9 3 0,0 0-11 15,3-7-5-15,-3 7 5 0,0 0 0 0,0 0-11 16,0 0-11-16,16 22-10 0,-12-11 0 16,2-1-3-16,-6 2 5 0,3 0 6 0,-2-1 24 15,-5 5 0-15,2-2-5 0,-6 3-11 16,5-2-12-16,-5-1-7 0,-2 5-15 16,1-3-7-16,0-7-8 0,1 3-7 15,4-4-3-15,-6-2-6 0,10-6 0 0,-11 0-11 16,11 0 1-16,-10-12-9 0,8-2-4 15,2-1-5-15,2-2-2 0,5-3-2 16,-4 2-7-16,3 1-4 0,-2 4 0 0,-3 1 1 16,3 2-3-16,4 1-6 0,-4 2-1 15,4 4 3-15,-8 3-4 0,16-4-4 0,-16 4-1 16,21 2 0-16,-8 1 0 0,-1 3 0 16,1 0-3-16,1 2 4 0,1-2-6 0,3 4-17 15,-6-3-38-15,-1-1-46 0,0 2-47 16,0-2-55-16,1 1-69 0,-5-1-86 0,2 0-96 15,0-4-108-15,-4 0-164 16,-5-2-43-16,17 0 87 0,-17 0-579 0,16-8-719 16</inkml:trace>
  <inkml:trace contextRef="#ctx0" brushRef="#br0" timeOffset="1401.68">23512 13122 3589 0,'-14'-29'21'0,"0"3"46"0,2 5 45 15,1 6 65-15,3 1 29 0,0 4 8 0,0 0-17 16,3 5-22-16,5 5 39 0,0 0 39 16,-11 25 9-16,6 13 4 0,3 7-8 0,1 19-13 15,1 6-14-15,-2 8-15 16,4 7-19-16,-1 18-15 0,-1 4-24 0,9 0-9 16,0-3-17-16,0-5-8 0,9-4-17 15,-5-25-11-15,-1-3-13 0,-3-4-5 0,0-5-10 16,-1-15-7-16,-4-6-11 0,0-10-47 15,0-6-3-15,-3-4 0 0,-1-5 0 0,2-3 0 16,-2-6-48-16,0-3-76 0,0 0-33 16,0 0-23-16,6-31-27 0,-3 7-35 0,1-13-25 15,5-15-22-15,-2-6 1 0,-3-6 19 16,1-1 21-16,2 2 29 0,0 2 24 16,0 6 26-16,-5 9 31 0,4 7 44 0,-4 8 51 15,-1 7 49-15,1 2 36 0,2 5 24 16,-1 3 11-16,1 0-4 0,-3 2-5 15,5 3 3-15,-1 3 6 0,5 4-1 16,-2-2-7-16,-8 4-4 0,18 6 0 0,-6 0-5 16,1-1-3-16,-2 5 1 0,1 0 4 15,0 1 7-15,-4 2 12 0,-3 1 10 0,-3 1 12 16,0-1 11-16,-4-2 2 0,2 3-10 16,-3 1-15-16,-6-3-1 0,2-1-5 0,-2 0-10 15,-2-3-12-15,-1-1-9 0,-1-1-22 16,-7-4-46-16,3-3-61 0,-2 0-86 0,-2-4-111 15,0-4-131-15,0 0-116 16,6-4-151-16,-8-9-86 0,10 4 81 0,0-8-560 0,6-1-697 16</inkml:trace>
  <inkml:trace contextRef="#ctx0" brushRef="#br0" timeOffset="1883.46">23884 13089 3551 0,'-4'-29'28'16,"2"10"52"-16,0 3 53 0,0 2 66 16,0 3 33-16,0 1 10 0,0 2-10 0,2 1-28 15,0 7-18-15,0 0 21 0,0 0 50 16,0 0-5-16,-7 37-10 0,3-1-8 0,0 10 3 16,2 15-14-16,-1 4-11 15,-4 3-21-15,5-1-13 0,-1 0-21 0,-1-1-12 16,0-3-14-16,1-3-14 0,-1-5-11 15,-2-13-10-15,-2 0-9 0,1-1-55 0,-1-9-32 16,5-4 0-16,-1-8 0 0,-1-3 0 16,3-5 0-16,1 0 0 0,-1-1 0 0,2-5 0 15,0-6 0-15,0 0 0 0,0 0 0 16,12-22 0-16,-3 3 0 0,4-4 0 16,3-2 0-16,-5 7 0 0,-1 1 0 15,-3 6 0-15,1 1 0 0,-3 2 0 0,1 1 0 16,-2 3 0-16,-4 4 0 0,10-1 0 0,-10 1 0 15,11 10 0-15,-4-4 0 16,0 3 0-16,-2 2 0 0,2 0 0 0,3 1 0 16,0 1 0-16,-3-3 0 0,1-2 0 15,-1 1 0-15,0-4 0 0,2 2 0 0,0-2 0 16,3-3 0-16,-12-2 0 0,18 0 0 16,-18 0 0-16,27-7 0 0,-11-2 0 0,-3 2 0 15,-1-3 0-15,1-3 0 0,-2 2 0 16,-6-1-495-16,2 2-170 0,-3-2-179 0,-3 1-27 15,-1 2 95-15,-1 0-768 0,-1 0-988 16</inkml:trace>
  <inkml:trace contextRef="#ctx0" brushRef="#br0" timeOffset="2582.83">24905 13563 3990 0,'-17'6'-196'0,"-1"0"36"0,5 1 45 0,1-4 52 0,5 0 71 16,7-3 67-16,-13 6 67 0,13-6 33 15,-10 0 9-15,10 0-17 0,0 0-14 16,0 0 8-16,30-40 8 0,7 11 5 0,10-5-9 16,20-10-19-16,6-4-12 0,9-3-15 15,3 1-5-15,3 1-14 0,-2 1-10 0,-4-2-6 16,-8 7-14-16,-19 10-3 0,-5-1 1 15,-6 4-17-15,-6 1 0 0,-12 6-3 16,-2 4-10-16,-10 4-8 0,0 3-3 0,-6 2-11 16,-3 0-18-16,0 5-31 0,-5 1-39 15,0 4-47-15,0 0-59 0,0 0-82 0,-29 9-84 16,2 9-117-16,1 5-224 0,-10 9 16 16,-9 7 84-16,2 8-393 0,-18 11-454 0</inkml:trace>
  <inkml:trace contextRef="#ctx0" brushRef="#br0" timeOffset="3117.17">24772 13699 2811 0,'1'-10'48'0,"-1"2"38"16,0-1 50-16,4 1 53 0,-2-1 32 15,0 0 30-15,1-1 25 0,0 3 17 0,-1-1 3 16,0 1-24-16,-2 7-5 0,4-12-3 15,-4 12-13-15,0-10-15 0,0 10-17 16,1-7-25-16,-1 7-18 0,0 0-22 0,10-5 0 16,-10 5 10-16,27 10-3 0,-1 5-4 15,14 9-13-15,6 2-7 0,12 6-15 16,14 11-10-16,4 6-8 0,7 4-14 0,1 9-6 16,12 2 12-16,2 8-70 0,2-4-26 15,-3 0 0-15,-2 1 0 0,-7-4 0 16,-6-6 0-16,-11-6 0 0,-21-17 0 0,-9-4 0 15,-3-4 0-15,-11-10 0 0,-10-3 0 16,0-4 0-16,-3-2 0 0,-5-2 0 0,-2-3 0 16,2 2 0-16,-4-1 0 0,1-1 0 15,-6-4 0-15,0 0 0 0,0 0 0 0,0 0 0 16,0 0 0-16,0 0 0 16,15-7 0-16,-15 7 0 0,1-10 0 0,-1 10 0 15,-1-8-303-15,1 8-713 0,0-8 76 16,0 8 106-16,-6-7-900 0,6 7-1166 0</inkml:trace>
  <inkml:trace contextRef="#ctx0" brushRef="#br0" timeOffset="5301.11">22550 14683 4514 0,'0'-11'-199'0,"-2"1"35"0,-2-1 39 0,2 5 48 0,0-3 49 15,0 2 32-15,-2 0 30 0,4 7 5 16,-9-8 2-16,9 8 23 0,-22 2 30 0,-4 11 26 15,-5 8 16-15,-7 12 23 0,0 6 7 16,-1 9 12-16,-9 17 15 0,6 1-17 0,13-9 8 16,5 2 3-16,2-1 5 0,11-1-8 15,6-1 3-15,3-10 1 0,4 2-4 0,7 2 1 16,2-3-20-16,8-4-9 0,4-6-17 16,2-2-5-16,-1-10-20 0,1-3-7 0,-2-2-11 15,-1-7-11-15,-4-3-7 16,2 0-7-16,-6-6-9 0,4 1-18 0,-5-1-46 15,-1-4-71-15,-1 1-75 0,-2-1-72 16,-9 0-83-16,18-3-112 0,-13 1-139 16,3-2-177-16,-8 4-96 0,10-5 95 0,-10 5-650 15,5-10-834-15</inkml:trace>
  <inkml:trace contextRef="#ctx0" brushRef="#br0" timeOffset="6100.23">22688 15122 3590 0,'2'-18'-22'0,"-2"6"38"0,0 0 45 15,0 1 58-15,0 0 36 0,3 1 40 16,-3-1 30-16,0-1 28 0,0 4 8 15,0-2 8-15,2-1-24 0,0 3-2 0,-2-1 4 16,1 2 0-16,-1 7-7 0,0-14-16 16,0 14-17-16,0-8-18 0,0 8-20 0,0-9-16 15,0 9-16-15,0 0-11 0,0-8-14 16,0 8-10-16,0 0-15 0,0 0-7 0,0-11-11 16,0 11-4-16,0 0-8 15,0 0-9-15,0 0-26 0,4-6-22 0,-4 6 0 16,0 0 0-16,0 0 0 0,0 0 0 15,0 0 0-15,0 0 0 0,4-7 0 0,-4 7 0 16,0 0 0-16,0 0 0 0,0 0 0 16,0 0 0-16,0 0 0 0,0 0 0 0,0 0 0 15,0 0 0-15,2-9 0 0,-2 9 0 16,0 0 0-16,0 0 0 0,0 0 0 16,0 0 0-16,0 0 0 0,0 0 0 0,0 0 0 15,0 0 0-15,0 0 0 0,0 0 0 16,0 0 0-16,7 28 0 0,0-8 0 0,0 14 0 15,0-1 0-15,3 6 0 0,2-1 0 16,-1 8 0-16,0-8 0 0,-1-1 0 16,1-2 0-16,3-1 0 0,-7-5 0 15,2-8 0-15,-1-3 0 0,-3-5 0 0,-2-1 0 16,3-1 0-16,-4-2 0 0,1-4 0 16,1 1 0-16,-4-6 0 0,9 3 0 0,-9-3 0 15,21-9 0-15,-7 0 0 0,1-5 0 16,8-6 0-16,0-5 0 0,-2-2 0 0,0-2 0 15,4-13 0-15,0 0 0 0,-5-5 0 16,-1 2 0-16,3-1 0 0,-6 3 0 0,-2 8 0 16,-3 4 0-16,-2 8 0 0,0 6 0 15,-4 2 0-15,-1 5 0 0,0 0 0 16,-2 6 0-16,-2 4 0 0,0 0 0 16,0 0 0-16,0 0-25 0,-10 25-746 0,0-4-219 15,-5 10 84-15,-8 9 110 0,0 4-804 16,3 0-1039-16</inkml:trace>
  <inkml:trace contextRef="#ctx0" brushRef="#br0" timeOffset="6399.19">23266 15435 4724 0,'6'-6'60'16,"-2"2"6"-16,-4 4 5 0,0 0 24 0,5-5 42 15,-5 5 47-15,0 0 20 16,0 0 9-16,20 21-10 0,-15-9-1 0,3 1-8 16,-5 3-3-16,1-1-11 0,-2 1-7 15,-2 1-10-15,0 3-18 0,-6 0-15 0,1 1-12 16,-3 0-9-16,-5 4-10 0,-2 0-13 16,3-7-7-16,-1 0-26 0,-3-4-24 0,1-2-35 15,0-2-42-15,4-3-73 0,0-3-79 16,-2-2-96-16,4-2-120 0,9 0-128 15,-13-12-150-15,7-1-125 0,2-3 85 0,2-1-637 16,4-2-824-16</inkml:trace>
  <inkml:trace contextRef="#ctx0" brushRef="#br0" timeOffset="6899.24">23990 14809 4045 0,'4'-9'56'16,"-3"3"28"-16,-1 6 31 0,3-7 30 15,-3 7 18-15,0 0 3 0,0 0-10 0,-12-10-12 16,12 10-14-16,-25-2-11 16,11 2-8-16,-8 2-4 0,-5 0-7 0,3-1-8 15,-4 2-6-15,1-3-7 0,0 0-12 16,6 3-6-16,0-2-4 0,0 0-1 0,6-1 16 15,0 0 8-15,15 0 15 0,-27-1 7 16,20 0-3-16,7 1 12 0,-20-3 0 0,13-1 2 16,7 4 12-16,-16-4-10 0,16 4-11 15,-11-2-12-15,11 2-12 0,0 0-15 16,-14 0-10-16,14 0-4 0,-11 13 19 0,4-2 4 16,-2 10 2-16,-2 10-1 15,-3 11 7-15,-2 3 12 0,1 2 9 0,3-10-95 16,3 2-8-16,0-1 0 0,0-2 0 15,6 1 0-15,1-8 0 0,0-5 0 0,2-4 0 16,0-1 0-16,2 1 0 0,2-6 0 16,4 2 0-16,-1-3 0 0,6-2 0 0,3-3 0 15,-1-2 0-15,6-2 0 0,-2 2 0 16,0-4 0-16,0 1 0 0,1-3 0 0,-2 1 0 16,0-1 0-16,-4 0 0 0,0 3 0 15,1-3 0-15,-15 0 0 0,25 0 0 16,-18 1 0-16,-7-1 0 0,16 0 0 0,-16 0 0 15,15-1 0-15,-10-3-188 0,2 1-638 16,-7 3-148-16,5-8 91 0,-5 4-926 16,0 4-1238-16</inkml:trace>
  <inkml:trace contextRef="#ctx0" brushRef="#br0" timeOffset="7081.86">23670 15145 5286 0,'-12'-8'-1'0,"1"0"48"15,6 4 58-15,5 4 67 0,-11-7 60 0,8 4-16 16,3 3-17-16,0 0-23 0,3-15-22 16,8 9-39-16,2 1-31 0,6-1-72 0,2-2-101 15,3 2-123-15,3 2-160 0,7-4-199 16,3 1-230-16,-3 1 68 0,-5-1 87 0,-5 2-501 16,1 0-615-16</inkml:trace>
  <inkml:trace contextRef="#ctx0" brushRef="#br0" timeOffset="7334.38">24171 14624 3453 0,'-4'-13'127'16,"2"1"14"-16,2 0 13 0,2 7 17 16,-2 5 11-16,14-6 6 0,-14 6 11 0,26 8-3 15,-1 8 1-15,-4 6-4 0,2 6 1 16,-4 13 11-16,-3 2 5 0,-9 9 8 15,-2 3 2-15,-5 1-20 0,-5 1-17 16,-2 0-17-16,-6-3-17 0,1-3-17 0,-3 1-11 0,-5-7-12 16,3 1-16-16,4-9-19 15,-3-4-66-15,1 0-85 0,0-2-96 0,-2-2-89 16,1-6-134-16,-2 0-166 0,2-4-218 16,7-7-1-16,-2-2 78 0,-1-1-572 0,3-4-735 15</inkml:trace>
  <inkml:trace contextRef="#ctx0" brushRef="#br0" timeOffset="11366.08">26216 12769 3223 0,'2'-7'-108'0,"-2"7"35"15,4-5 23-15,-4 5 27 0,2-7 33 16,-2 7 31-16,0-7 22 0,0 7 15 16,0 0 1-16,2-9 2 0,-2 9-2 15,0 0 4-15,2-6-11 0,-2 6-7 0,0 0 1 16,0 0-11-16,0 0 2 0,0-9-8 15,0 9 3-15,0 0-8 0,0 0 1 0,0 0-5 16,0 0 9-16,0 0 16 0,0 0 9 16,0 0-6-16,0 0-2 0,0 0 20 0,0 0-2 15,-12 19-6-15,11-11-6 16,-6 0-8-16,3 1-4 0,3 3 1 0,-5 2-6 0,1-2 3 16,1 5 6-16,-3-5 0 15,4 5-4-15,-1 0-6 0,2-2-1 0,-2 2-1 16,3-2 1-16,-1 0 2 0,2-1 2 15,0 0-7-15,0-2 4 0,2 2 4 0,-1-2 2 16,3 0-3-16,0 0-5 0,-1-2 0 16,2 0-5-16,3 0-2 0,-3-2-1 15,2-2-2-15,4 3 1 0,-2-3-15 0,0-2 0 16,5 1 7-16,-3-2-9 0,2-1 9 16,-1-2-1-16,-12 0 1 0,27-5-1 0,-16 2 1 15,5-3 0-15,-4-4 26 16,1 3-8-16,-1-5-6 0,1-5-2 0,1 2 1 15,-3-2-6-15,0 0-7 0,1-9 1 0,-1 4-9 16,0 5-5-16,-4-2 4 0,0 3-7 16,-1 2-6-16,-1 3 4 0,0 1-5 15,-1 0-4-15,-2 2-6 0,0 2-24 0,-1-1-27 16,3 1-27-16,-4 6-32 0,2-4-44 16,-2 4-56-16,0 0-84 0,0 0-90 0,0 0-121 15,0 0-209-15,0 0 20 0,0 0 77 16,-21 12-424-16,19-6-515 0</inkml:trace>
  <inkml:trace contextRef="#ctx0" brushRef="#br0" timeOffset="11847.96">26633 12884 2808 0,'2'-8'26'0,"1"-2"34"0,-3 6 8 15,0 4 19-15,2-7 15 0,-2 7 4 0,0 0 18 16,0 0 21-16,0 0 5 0,0 0-6 16,0 0-6-16,9 19-1 0,-9-9 6 0,2-1-13 15,-2 3-1-15,0 3-8 0,0-3-12 16,-2 0-8-16,0 2-10 0,2-3-6 16,-4 2-6-16,2-2-8 0,1 0-6 15,1-1-7-15,-2-3-3 0,-1 1-4 16,3-8-2-16,-2 11 29 0,2-11 20 0,-2 8 11 15,2-8-6-15,0 0-13 0,0 0-8 16,0 0-4-16,0 0-12 0,12-31-6 0,-3 14-1 16,1-1-12-16,5-6-7 0,2 0-1 15,1 1-5-15,-4 5-2 0,0 4-5 16,-3 1-7-16,1 4-6 0,-1-1 1 0,-3 4-6 16,4 2-3-16,-5 2-1 0,-7 2 3 0,0 0-7 15,27 6 4-15,-20 0-2 16,3 2-3-16,0 1 3 0,-1 6-1 0,-2-1 1 15,4 1 2-15,-4 2-2 0,0 0 0 16,1-1 2-16,-3-1-2 0,2-1-1 0,-4 1-1 16,3-3 4-16,0 0 1 0,-5-2 0 15,3 0-6-15,0-2 0 0,-1-2-19 16,-2-1-34-16,1 2-46 0,2-2-57 0,-4-5-75 16,4 7-113-16,-4-7-127 0,0 0-195 15,0 0-46-15,0 0 75 0,0 0-458 0,9-21-565 16</inkml:trace>
  <inkml:trace contextRef="#ctx0" brushRef="#br0" timeOffset="12516.18">27278 12545 3171 0,'7'-16'5'0,"-1"8"41"0,-1-1 36 0,-1 2 13 0,-2 3-4 15,-2 4 4-15,0 0 21 0,0 0-7 16,12 17 28-16,-10-5-3 0,0 8 4 0,0 4 3 16,-4 1 9-16,0 10-4 0,0 2-11 15,-2-1-8-15,1 0-12 0,-2 0-8 0,-1 1-2 16,3-6-8-16,-1-2-9 16,0-8-13-16,1 2-4 0,1-6-6 0,-2 0-6 15,-1-2-9-15,5-2-2 0,-1-3-5 16,-1 0-3-16,0-1-4 0,0-3-1 0,0 2-6 15,2-8-3-15,-2 6 4 0,2-6-10 16,0 0-5-16,0 0 0 0,0 0-8 0,0 0 1 16,-5-24-8-16,3 14-1 0,-4 0-3 15,-4-2-5-15,3 0 5 0,-2 2-3 16,-3 1-1-16,-3 2 1 0,-3 0 3 0,2 3-2 16,-6 3 3-16,3 1-4 15,-1 1 5-15,0 5 4 0,-1 1-1 0,4 3 0 0,2 0 1 16,2 2 3-16,4 0-1 15,-2 0 1-15,8 4 1 0,1-4 3 0,0-1 3 0,4 1 5 16,0 0-5-16,3 1 5 16,4-1-2-16,2-4-3 0,2 1-1 0,0-5 1 15,2 4-6-15,3-4-28 0,0-4-29 16,2 0-38-16,1-2-27 0,0-2-26 0,1-2-27 16,1 0-34-16,8-3-21 0,-4-5-14 15,-4 1-6-15,4-1 6 0,-9 0 23 0,0 3 19 16,-4-1 21-16,4 1 20 0,-5 3 22 15,-3-1 36-15,-3 2 29 0,3 2 23 16,-3 0 17-16,0 2 6 0,-7 3 18 0,9-4 37 16,-9 4 28-16,0 0 2 0,9 10 17 15,-5-3-6-15,-2 2 2 0,-1 1 2 16,4 2-9-16,-3 0-2 0,0 0-2 16,0 0-11-16,-1 0-6 0,-1 0-2 0,2 0-17 15,-2-2-50-15,0-3-52 0,0 1-59 16,0 0-75-16,0-8-104 0,-2 9-190 0,2-9-51 15,0 7 66-15,0-7-152 0,0 0-135 16</inkml:trace>
  <inkml:trace contextRef="#ctx0" brushRef="#br0" timeOffset="12667.52">27512 12822 1953 0,'-4'-14'102'0,"0"4"15"0,2 1 16 0,1 3 35 0,1-2 7 0,0 2 1 15,0 6-23-15,-2-9-19 0,2 9-15 0,0-6-59 16,0 6-46-16,0 0-64 0,0 0-89 16,0 0-142-16,0 0-245 0,0 0 34 0,0 0-126 15,0 0-116-15</inkml:trace>
  <inkml:trace contextRef="#ctx0" brushRef="#br0" timeOffset="13166.03">27560 13155 1905 0,'0'0'126'0,"-4"-5"13"0,4 5 30 0,0 0 26 16,-4-7-10-16,4 7-12 0,0 0-15 16,8-10-19-16,-8 10-11 0,11-5-12 0,-6 1-17 15,4 1-6-15,-9 3-7 0,13-5-6 16,-8 1-16-16,2 0-5 0,-2 0-3 0,1 0 8 15,-3-2-1-15,3 1-4 16,-1-5-1-16,-3 2-5 0,3-5-6 0,-1 3 1 0,-4-5-12 16,0 1-4-16,0-1-1 0,0-1 0 15,-2 1-3-15,0 1 6 0,-3 2-2 16,3-1-2-16,2 4-5 0,-3 1-5 16,1 0 1-16,-2 4 3 0,2-2-1 0,2 6-12 15,-5-6 18-15,5 6 1 0,-2-5 7 16,2 5 3-16,0 0 6 0,0 0 5 0,0 0 5 15,17-6-1-15,-7 4-1 0,1 1-1 16,5-2-2-16,-3 1-5 0,-1 0-4 16,4 0-5-16,-3 2-5 0,1 2-4 0,-1 0-2 15,-1 0 0-15,-1 4-2 0,-4 1 3 16,4 0-7-16,-4 5 8 0,-2-2-5 0,3 4 0 16,-3 0-2-16,0-1-2 15,-1 1-3-15,-1 1 0 0,3-3-1 0,-2 2 2 16,-3 1-7-16,3-3 2 0,0-1-2 0,-1 0-6 15,0-2-35-15,1 2-49 0,-2-5-98 16,2 1-103-16,-3 1-131 0,1-4-204 16,2 2-63-16,-4-6 80 0,2 7-383 0,-2-7-460 15</inkml:trace>
  <inkml:trace contextRef="#ctx0" brushRef="#br0" timeOffset="13531.55">28118 12958 2798 0,'0'0'44'0,"2"-11"15"0,-1 6 13 15,6 2 23-15,-2-2 34 0,3 1-4 0,1-1-8 16,3 2-9-16,1-2-16 0,1 1-6 16,1 0-11-16,0 0-8 0,2 0-10 0,-1 0-1 15,-2 0-6-15,-2 0-1 0,-2 1-8 16,-1-3-5-16,-2 2-9 0,2 2 2 15,-6-2-9-15,-3 4 0 0,4-6 1 16,-4 6-5-16,0 0-5 0,0 0 4 16,0 0 2-16,-29 0-3 0,16 4 3 0,-2 2 5 15,-5 2 15-15,4 3 10 0,-4-1 5 16,6 2 1-16,-4 1 5 0,3 3 6 0,-1-2-2 16,5 1-2-16,4-3 7 0,-1 0-4 15,4 0-2-15,-2 0-6 0,6-4-5 0,2 4-3 16,2-1-8-16,3 0-10 0,5 1-64 15,-1-4-84-15,9 0-106 0,-3 1-111 0,2-5-148 16,-1 2-166-16,2-4 51 0,-3 0-347 16,5 0-425-16</inkml:trace>
  <inkml:trace contextRef="#ctx0" brushRef="#br0" timeOffset="13765.14">28569 12911 2497 0,'0'-6'-7'0,"0"6"11"0,-3-9 12 15,3 9 24-15,-8-3 31 0,8 3 28 16,0 0 15-16,-21 10 9 0,10-4 9 0,-1 5-8 16,1-1 6-16,-2 6-3 0,-1-1 2 15,5 2-2-15,2 0-14 0,0 0-2 0,3-1-12 16,4-3-11-16,2 4-6 0,7 0-14 16,2-3-3-16,-2-2-8 0,8 1-41 15,0-3-52-15,2-4-62 0,5-3-52 0,-4 1-46 16,1-2-54-16,2-6-67 15,2-1-73-15,8-4-90 0,-7-6-29 0,-4 3-171 0,2-5-175 16</inkml:trace>
  <inkml:trace contextRef="#ctx0" brushRef="#br0" timeOffset="14013.29">28958 12601 1833 0,'6'-47'-1'0,"-2"11"60"0,-3 7 46 16,-1 7 45-16,0 5 37 0,0 3 21 15,0 2 8-15,-1 2-9 0,-1 1-12 16,0 2-13-16,2 7 23 0,0 0 9 0,0 0 5 15,-18 18 3-15,4 7-5 0,1 9-2 16,1 3-3-16,-3 11-3 0,1 1-13 16,5 5-19-16,0 0-17 0,-2 1-32 15,0 2-10-15,2-4-15 0,1-1-7 0,0-10-10 16,5-2-10-16,-3-4-11 0,2-1-22 16,-1-12-27-16,-2 0-31 0,6-9-42 0,1 1-42 15,-2-3-32-15,0-4-51 0,2-1-95 16,0-2-80-16,0-5-83 0,0 0-113 0,0 0-111 15,0 0 43-15,0 0-373 0,0 0-470 16</inkml:trace>
  <inkml:trace contextRef="#ctx0" brushRef="#br0" timeOffset="14165.77">28703 12980 2737 0,'-6'-5'14'0,"6"5"47"16,-11-6 62-16,11 6 55 0,0 0 30 15,-7-3 12-15,7 3-1 0,0 0-11 16,0 0-17-16,0 0-15 0,0 0-20 15,0 0-16-15,14-10-16 0,0 8-25 0,1 1-66 16,2-1-85-16,4 0-113 0,0 0-130 16,4 1-157-16,0-3-193 0,-7 2 56 15,4 1-326-15,-3 1-395 0</inkml:trace>
  <inkml:trace contextRef="#ctx0" brushRef="#br0" timeOffset="14547.47">29116 12978 2584 0,'0'0'45'16,"-14"2"18"-16,14-2 32 0,0 0 48 0,0 0 30 15,0 0 8-15,-16 0-13 0,16 0-12 16,0 0-15-16,0 0-11 0,0 0-14 0,0 0-7 16,0 0-12-16,0 0-7 0,0 0-12 15,21-14-9-15,-21 14-10 0,15-7-8 16,-9 2-11-16,4 0-8 0,-5 0-4 15,1-2-5-15,-6 7-3 0,5-12-8 16,-5 7 2-16,0 5-7 0,-3-12 2 0,3 12-6 16,-19-7 4-16,3 3 0 0,2 4 5 15,-6 0-7-15,1 2 3 0,-3 4 14 0,-7 7 2 0,8-3 17 16,1 1 19-16,6 1 14 16,3 1 8-16,-2 3 6 0,6-3 9 0,3 1 2 15,3 0-8-15,1-1-6 0,1 1-5 16,7 0-7-16,-1-1-9 0,3 1-4 0,5-3-13 15,3 1-46-15,8 5-66 0,-3-9-87 16,0 2-105-16,2-6-123 0,0 0-153 16,0-2-168-16,-1-2 63 0,-3 0-429 0,2 0-539 15</inkml:trace>
  <inkml:trace contextRef="#ctx0" brushRef="#br0" timeOffset="14997.43">29749 12558 3017 0,'0'-17'30'0,"-2"5"38"16,2 4 30-16,0-1 27 0,0 9 10 15,0 0 50-15,0 0 27 0,0 0 0 0,-21 25 4 16,6 2 1-16,0 5 6 0,-6 9 2 16,0 2-10-16,2 1-36 0,0-1-16 0,2 2-14 15,4-7-15-15,1 0-10 0,1-3-7 16,1 1-23-16,2-3 1 0,3-9 4 15,-1-4-26-15,2-2-8 0,1-3-1 16,1-3-15-16,0 1-1 0,-1-3 16 0,-1-2-33 16,4 1 5-16,0-9-2 0,-1 9-16 15,1-9-20-15,0 0-12 0,0 0-9 16,0 0 3-16,0 0-14 0,0 0-9 0,0 0 9 16,-10-24 1-16,7 16-1 0,-7-1 4 15,-2 4 6-15,-4 0 2 0,-4 1 3 0,-5 4 5 16,-1 2-1-16,-10 5 6 0,1 3 17 15,5 4 15-15,1 2 11 0,6 3 16 16,8-3 2-16,3-1 45 0,7 0 30 16,3-1 12-16,6-2 3 0,-1 3-7 0,8-1-7 0,-2-2-17 15,7 0-11-15,-2-2-6 16,2-1-15-16,-1-2-9 0,1-1-42 0,-2-1-67 16,-1-1-79-16,1-2-81 0,-3 1-84 15,-3 0-107-15,0-1-133 0,-8-2-180 0,0 0-117 16,0 10 83-16,0-10-640 0,-16 7-831 15</inkml:trace>
  <inkml:trace contextRef="#ctx0" brushRef="#br0" timeOffset="15798.45">26667 14386 4005 0,'0'-10'23'16,"3"-1"39"-16,-3 3 13 0,0 8 8 0,0-10 2 16,0 10-5-16,0 0 43 15,0 0 24-15,0 0-5 0,0 0-14 0,-3 44-12 0,1-20-6 16,4 0-13-16,-2 0-8 0,0 1-11 16,0-1-7-16,0 1-7 0,-2-4-6 0,2-1-6 15,-1-1-7-15,-3-2-4 0,2-2-18 16,-4 1-24-16,3-3-27 0,1-2-31 15,-2-1-40-15,1-3-61 0,1-2-79 16,-3-2-59-16,5-3-59 0,0 0-55 16,0 0-38-16,0 0-53 0,-9-20-58 0,9 4-334 15,2-2-376-15</inkml:trace>
  <inkml:trace contextRef="#ctx0" brushRef="#br0" timeOffset="16045.77">26647 14410 2392 0,'2'-22'-28'0,"-2"3"50"0,2 5 45 15,-2 4 48-15,0-1 40 0,1 3 24 0,-1 0-6 16,0 8-13-16,2-11-12 0,-2 11 10 15,0 0 3-15,0 0-2 0,35 15-13 16,-22 1-12-16,4 5-12 0,1 6-3 16,-4 2-5-16,0 0-6 0,-3 2-6 15,-3-2 1-15,-5-4 5 0,2-2 7 0,-7-3 6 16,-3 3 23-16,0-2-6 0,-2-1-5 16,-4-1-8-16,-2 0-8 0,-3 1-12 0,0-1-11 15,1-5-11-15,0 0-1 0,0-3-14 16,-3 0-9-16,4-3-8 0,-2 0-25 0,-2-4-38 15,4-1-33-15,1-2-58 0,-1-1-79 16,1-4-92-16,1 0-96 0,-1-5-98 0,5-2-113 16,-2 0-110-16,7 2 53 0,1-3-387 15,0 2-500-15</inkml:trace>
  <inkml:trace contextRef="#ctx0" brushRef="#br0" timeOffset="16246.8">26803 14463 2859 0,'21'-15'55'0,"-4"3"51"0,-5 3 37 15,-3 0 16-15,0 4 10 0,-1 5 25 0,-8 0 16 16,17 9 5-16,-6 3-10 0,0 6-11 16,0 12-16-16,-4 2-15 0,0 4-16 15,-6-2-13-15,-1-4-15 0,2-2-9 16,-4-1-14-16,1 7-12 0,-4-7-9 0,-1-5-27 16,5 1-48-16,-3-4-54 0,2-4-60 0,-2-3-73 15,4 0-70-15,-2-4-79 0,2-4-120 16,0-4-165-16,-1 6-1 0,1-6 63 0,0 0-277 15,0 0-321-15</inkml:trace>
  <inkml:trace contextRef="#ctx0" brushRef="#br0" timeOffset="16397.13">27022 14297 2483 0,'-2'-19'46'0,"-2"5"14"15,4 4-2-15,-1 1-6 0,1 5-5 0,0 4-9 16,0 0-2-16,0 0-19 0,0 0-45 15,0 0-92-15,0 0-126 0,0 0-207 0,0 0-224 16,3 29-172-16</inkml:trace>
  <inkml:trace contextRef="#ctx0" brushRef="#br0" timeOffset="16863.12">27113 14713 2116 0,'0'0'132'0,"0"0"14"0,0 0 38 16,0 0 26-16,0 0 3 0,0 0-8 16,0 0-20-16,0 0-17 0,8 6-11 0,-8-6-10 15,0 0-7-15,0 0-9 0,27-6-14 16,-27 6-14-16,10-2-10 0,-10 2-6 16,11-6-6-16,-6 1-5 0,-5 5-5 15,8-11-10-15,-5 5-7 0,-1-3-7 0,-2-3-1 16,-2 0-8-16,-3-4-4 0,1-2 1 15,-1-1-8-15,-3-2-1 0,1 3-5 0,-1 1 0 16,-2 2-7-16,5 3 0 0,-2 4-2 16,-2 2 1-16,0 0-3 0,-2 4-1 0,11 2-1 15,-20 0-1-15,20 0 3 0,-14 3 1 16,14-3-1-16,0 0 3 0,-9 5 8 16,9-5 4-16,0 0 2 0,0 0 7 0,36 4 3 15,-14-4 12-15,-1 0 1 16,-3 0 7-16,4-2-1 0,-3 4 1 0,-1 0-1 15,0 1 5-15,0 2-3 0,-2 4 3 16,2 0 1-16,-3 2 0 0,-2 1-8 0,-1 3-5 16,-1-1-8-16,-3 1 0 0,-3-1-8 15,3 1-1-15,-3 0-2 0,3-1-11 0,-4 0-17 16,0-2-37-16,2-2-44 0,-3 0-67 16,3 0-88-16,-4-1-108 0,1-2-127 15,-1 0-202-15,3-2-33 0,-3 0 80 0,1-1-421 16,-3-4-519-16</inkml:trace>
  <inkml:trace contextRef="#ctx0" brushRef="#br0" timeOffset="17213.58">27750 14689 3096 0,'0'0'105'0,"-9"-7"15"0,9 7 36 15,-4-8 44-15,4 8 30 0,0 0 6 16,0 0-16-16,0-9-20 0,0 9-24 0,7-6-16 15,3 4-15-15,0-2-17 0,1-1-10 16,0 2-13-16,5-4-10 0,-3 2-13 0,2-2-14 16,-4-1-15-16,3 3-9 0,-1-4-3 15,-2 2-8-15,-2-1-3 0,-2 2-6 0,-1 3-4 16,-6 3-4-16,3-10-6 0,-3 10 1 16,0 0-4-16,0 0 2 0,0 0-3 15,0 0 1-15,-43 13 0 0,23-3 0 16,4 4 2-16,-5 5 3 0,7-3 3 15,1-1 2-15,4 0 2 0,-2 0 1 0,4-1-1 16,1 0 5-16,5-2 0 0,-1-2-4 16,2 4-1-16,2-6-3 0,1 3-5 0,7-4-43 15,0-1-64-15,4-1-83 16,4-1-99-16,2-2-104 0,2-2-117 0,4-2-191 16,-1-2 20-16,2 2 79 0,9-7-352 15,-2 0-423-15</inkml:trace>
  <inkml:trace contextRef="#ctx0" brushRef="#br0" timeOffset="17430.06">28257 14554 2672 0,'0'0'49'0,"-5"-11"12"0,5 11 29 15,-11-2 38-15,11 2 25 0,0 0 16 0,0 0-1 16,-28 13 1-16,19-3 0 0,-1 4-9 16,-2 1-14-16,1 3-9 0,6-1-17 0,-3-2-6 15,4 1-11-15,2 2-11 0,2-4-7 16,2 0-9-16,2 0-6 0,2-1-17 15,3-1-34-15,2-4-44 0,5-2-60 16,3-3-62-16,-2-1-52 0,6-4-63 16,2-1-76-16,7-5-90 0,3-6-119 0,-3-2-7 15,6-6-269-15,1-5-308 0</inkml:trace>
  <inkml:trace contextRef="#ctx0" brushRef="#br0" timeOffset="17680.66">28819 14064 2117 0,'8'-50'1'16,"-2"11"58"-16,-6 1 64 0,-2 8 46 0,0 5 34 15,-2 2 20-15,3 6 17 0,-4 0-10 16,1 5-21-16,1 4-3 0,-5 4 10 0,8 4 29 16,0 0-2-16,-38 31 0 15,15 8-15-15,2 4-3 0,2 11-11 0,2 6-7 16,1 5-21-16,5 1-12 0,4 6-21 16,-3-2-17-16,-2 0-13 0,1-5-11 0,6-1-14 15,-7-6-13-15,-1-3-9 0,6-15-18 16,-4-2-43-16,6-4-41 0,-3-9-42 0,7-7-42 15,-3-3-35-15,2-4-60 0,-3-5-87 16,5 0-74-16,0-6-49 0,0 0-35 16,0 0 0-16,0 0 12 0,0 0 5 0,-9-26 32 15,5 12-626-15</inkml:trace>
  <inkml:trace contextRef="#ctx0" brushRef="#br0" timeOffset="17812.9">28505 14712 2653 0,'-11'-23'-66'0,"1"6"50"0,-2 2 42 0,5 1 58 16,-3 4 59-16,1-3 53 0,1 4 34 15,3-1 23-15,1 6 18 0,-2-4 5 0,6 8-7 16,-6-7-2-16,6 7-24 15,-4-7-25-15,4 7-27 0,0 0-20 0,10-11-17 16,0 8-34-16,5-3-60 0,-2 1-72 16,8 2-102-16,0-3-141 0,0 0-151 0,-1 0-211 15,5-2-78-15,0 4 71 0,4 1-403 16,-2 1-502-16</inkml:trace>
  <inkml:trace contextRef="#ctx0" brushRef="#br0" timeOffset="18164.73">28980 14555 3115 0,'-16'6'118'0,"16"-6"27"0,0 0 30 16,-11 1 38-16,11-1 18 0,0 0 4 15,0 0-11-15,0 0-14 0,0 0-6 16,0 0-31-16,0 0-12 0,0 0-17 0,0 0-13 16,0 0-14-16,0 0-9 0,0 0-13 15,36 0-10-15,-36 0-14 0,19-7-20 0,-8 4-19 16,0-2-10-16,0 1-8 0,-4-2-4 15,-1 1-5-15,-3-2-2 0,-3 7-1 0,4-13-1 16,-4 13-3-16,-11-10-2 0,2 5 2 16,-5 3-1-16,-1 2 1 0,-4 5 1 15,-5-1 3-15,6 4-1 0,0-1 15 0,2 6 13 16,-4-2 0-16,8 1 12 0,-1 3 15 16,2-2 6-16,8-1 1 0,-4 2 3 15,5-3-15-15,2 2-2 0,5-3 0 16,1 0-8-16,1 1-30 0,4-3-66 0,5-1-76 15,5 0-88-15,1-4-101 0,3 1-113 16,4-3-144-16,-1-4-167 0,8-2 60 0,0-4-501 16,1-3-650-16</inkml:trace>
  <inkml:trace contextRef="#ctx0" brushRef="#br0" timeOffset="18564.82">29742 14088 3168 0,'7'-26'37'0,"-1"6"89"0,-3 4 81 16,-1 2 55-16,3 3 31 0,-3 5 15 15,-2-2-21-15,0 8-2 0,0 0 54 16,0 0 13-16,-27 37-11 0,4 1-11 16,-4 5-7-16,-3 4-22 0,-1 5-20 0,1 2-27 15,1-3-24-15,0 2-24 0,6-3-17 16,3-4-117-16,1-4-72 0,6-9 0 16,1-5 0-16,2-6 0 0,5-6 0 0,1-2 0 15,0-3 0-15,0-2 0 0,0-2 0 16,4 0 0-16,0-7 0 0,0 0 0 0,0 0 0 15,0 0 0-15,0 0 0 16,0 0 0-16,10-25 0 0,-8 14 0 0,-2 1 0 16,-4-2 0-16,0 3 0 0,-4 1 0 15,-5 2 0-15,-4 2 0 0,-2 4 0 0,-5 4 0 16,-7 5 0-16,6 0 0 0,6 2 0 16,0 1 0-16,3 1 0 0,7 0 0 0,2-1 0 15,0 0 0-15,6-2 0 0,1-1 0 16,1-1 0-16,6 1 0 0,-2-2 0 0,5-2 0 15,1 1 0-15,1-5 0 0,-3 2 0 16,0-3 0-16,-9 0 0 0,20 4 0 0,-11-6 0 16,-9 2 0-16,14 0 0 0,-14 0-468 15,0 0-408-15,0 0-69 0,0 0 102 16,0 0-878-16,0 0-1153 0</inkml:trace>
  <inkml:trace contextRef="#ctx0" brushRef="#br0" timeOffset="19730.87">10130 14775 732 0,'-15'-4'164'0,"0"3"-57"0,-3 1-11 16,2 5 42-16,-6 3 13 0,-12 4 13 15,2 8 10-15,-9 10 12 0,3 3 29 0,2 7 13 16,0 1 8-16,2 7 3 0,4 3 4 15,3-1-3-15,9 0-21 0,5 1 9 16,8-8 1-16,5-1-3 0,7 0 0 0,8 5-8 16,10-8-9-16,11-2-20 0,8-8-13 15,7-4-14-15,6-4-19 0,4-5-13 0,4-7-13 16,3-6-11-16,-2-4-8 16,1-6-4-16,-5-6-17 0,-2-5-2 0,-7-5-11 15,-1-2 1-15,-9-5-11 0,-3-3-7 16,-6-6-2-16,-3 0-3 0,-10-4-1 0,-5-5-6 15,-13 5-6-15,-3-2-4 0,-12-10-6 16,-1-1-2-16,-10 3-4 0,-7 0-3 16,-4 2-9-16,-6 5-5 0,-3 5-8 0,2 11-15 15,-5 11-5-15,6 9-14 0,-2 6-19 16,-2 9-28-16,4 5-36 0,-6 9-45 0,6 4-67 16,4 6-81-16,6 2-95 15,9-3-151-15,4-1-163 0,10-6 68 0,7 3-432 0,3-2-564 16</inkml:trace>
  <inkml:trace contextRef="#ctx0" brushRef="#br0" timeOffset="20212.75">11056 15129 2878 0,'-15'-7'-111'0,"1"3"32"0,2 1 39 15,2 0 28-15,10 3 34 0,-15-4 18 0,15 4 4 16,-11-4-1-16,11 4-4 0,-9-4 0 15,9 4 6-15,0 0 19 0,0 0 12 0,27-5-9 16,15 2-1-16,19 0-12 0,15 0-4 16,42-4-6-16,20-1-3 0,22 3-5 15,27 0 0-15,74 5-3 0,10 0-5 0,3 5-6 16,13-1 3-16,-1 1-6 0,-3 0-10 16,-9-2 13-16,-9 0-8 0,-12-3-6 0,-62-3 4 15,-9 3-1-15,-8-4 0 16,-16-2-3-16,-18-1 0 0,-24-2 2 0,-35 0 1 15,-14 3 33-15,-23 0 17 0,-6-1 1 16,-6-3 6-16,-10 2-9 0,-8 0-3 0,-3-1-4 16,-6 3-8-16,-1 2-13 0,-4 4-11 15,4-8-34-15,-3 4-63 0,-1 4-76 0,0 0-104 16,0 0-137-16,0 0-208 0,0 0 62 16,-5-10-193-16,5 10-223 0</inkml:trace>
  <inkml:trace contextRef="#ctx0" brushRef="#br0" timeOffset="20647.47">15519 14820 1914 0,'0'0'-6'0,"-13"-2"6"0,13 2 21 0,-25 11 32 16,11-1 31-16,-10 9 38 0,1 6 33 15,6 5 20-15,-4 12 21 0,8 3-8 0,3-5 10 16,9 3-8-16,4 0-4 0,10 7 1 16,8 2-6-16,8-4-18 0,5 1-12 0,9-8-14 15,2-1-10-15,7-5-14 0,1-6-7 16,6-4-9-16,-2-7-12 0,4-1-11 0,-4-9-4 15,-7-5-10-15,-2-4-1 0,3-3-6 16,-5-2-7-16,5-8 0 0,-3-3-7 16,-7-4-3-16,-2-6 4 0,-3 0 1 0,-11 1 2 15,-5-3 2-15,-6-4-2 0,-4-3-3 16,-7-2-5-16,-3-5-4 0,-5-8-3 0,-15-2-1 16,-2 3-6-16,-8 2-4 15,-13 3 0-15,0 6-15 0,-11 5-22 0,-5 7-27 16,-2 9-48-16,-4 5-68 0,3 5-107 15,-5 7-109-15,15 2-152 0,-9 5-159 0,4 2 61 16,3 6-362-16,15-5-466 0</inkml:trace>
  <inkml:trace contextRef="#ctx0" brushRef="#br0" timeOffset="21763.01">10176 15104 2446 0,'-4'-7'-174'0,"4"7"16"16,-2-6 47-16,2 6 41 0,-2-8 33 15,2 8 27-15,0 0 17 0,-2-8 17 16,2 8 16-16,0-5 16 0,0 5 13 16,0 0 10-16,-1-7 2 0,1 7-4 0,0 0-9 15,0 0-2-15,0 0-12 0,0 0 12 16,0 0 16-16,0 0 6 0,0 0-1 0,-12 16 16 15,6-6 4-15,2 1 4 0,2 5-3 16,-3 0 7-16,3 1-6 0,-2-2-5 16,4 1-10-16,0-1-4 0,0 1 1 0,2-2-12 15,0-1-2-15,0 1 0 0,2-3 2 16,-3 2 2-16,5-3-3 0,0 0-4 0,0-1-3 16,1-2-7-16,3-2-6 15,0-2-4-15,3 2-6 0,0-5-6 0,2 0-2 16,-4 2-7-16,7-4-2 0,0-3-5 15,-2 2-1-15,-1-1-4 0,3-1-1 0,-6-2-4 16,4 0-1-16,-3-1 1 0,-1-2-6 16,-1-1 0-16,-2 0-2 0,2-3 0 15,-6-1-4-15,3-3 6 0,-5-2-4 0,4 3-5 16,-4 1 2-16,1-1-3 16,-2 2 8-16,4-1-4 0,-5 4-4 0,-1 4-4 15,0-3-9-15,2 2-41 0,-2 1-56 16,0 4-82-16,0 4-79 0,-2-12-106 0,2 12-171 15,-1-6-80-15,1 6 69 0,0 0-225 16,1-7-271-16</inkml:trace>
  <inkml:trace contextRef="#ctx0" brushRef="#br0" timeOffset="22649.44">15876 15100 2115 0,'-2'-8'-44'0,"0"2"41"16,0-1 51-16,2-1 37 0,0 8 26 0,-2-12 13 16,2 12-12-16,0-5-11 0,0 5 3 15,0 0 29-15,0 0 23 0,0 0 11 0,-1 26-4 16,2-12-12-16,-1 1 6 0,0 2-1 15,2 2-6-15,2 2-10 0,0 0 8 0,-3-1-4 16,3-2-8-16,5-2 8 0,-6-2-1 16,3 0 4-16,-3-4 3 0,1-1 9 15,4-3 4-15,-3 1-16 0,5-5-10 16,-10-2-14-16,23 0-16 0,-8-3-9 0,1-3-8 16,0-4-13-16,0-2-8 0,1-1-6 15,-3-1-10-15,-1-2-10 0,-2-1-17 16,1-2-38-16,-1-8-36 0,-4 5-40 0,0 4-60 15,-6 4-79-15,1-1-98 0,-2 5-95 16,-2 2-111-16,1 2-201 0,-6 3 58 0,7 3-444 16,-13-1-588-16</inkml:trace>
  <inkml:trace contextRef="#ctx0" brushRef="#br0" timeOffset="33260.92">12501 15950 2891 0,'-2'-8'-69'0,"-2"3"56"0,4-3 36 0,-3-2 13 0,-2 2 38 16,5-3 26-16,2 1 24 15,3-3 0-15,-4 1 3 0,5-1-9 0,1-1-3 16,3 4-13-16,0 0-14 0,3-1-1 16,1 5-7-16,0 0-1 0,-1 5 0 15,3 1 11-15,3 1-1 0,-4 6-1 0,6 0 9 16,-4 3-1-16,6 7-6 0,-3-3-4 15,-8 2 0-15,1-1 6 0,-4 0 0 0,-2 0 1 16,0-1-1-16,-2 1-3 0,-3-3-3 16,2-2-3-16,-2-1-4 0,-1 1 1 0,1-2-1 15,0-2 9-15,-2-6 16 16,4 13 16-16,-4-13 22 0,2 7 6 0,-2-7-14 16,0 0-15-16,0 0-16 0,0 0-4 15,0 0-12-15,21-26-7 0,-14 14-10 16,4-2-5-16,3 1-14 0,-1 0-4 0,1-1-5 15,-1 3-5-15,1 1 1 0,-1 2-13 16,1 2 5-16,0 1-8 0,-1 1-6 0,3 4 3 16,2 0-3-16,-2 4 0 0,4-1-11 15,-6 2 14-15,6 4-10 0,-4-1-2 0,2 3-17 16,-2 1-12-16,-5-2-22 0,-2 1-14 16,1-3-14-16,-1 1-28 0,1-3-33 15,-5 2-47-15,5-2-54 0,-2-2-52 0,-1 1-49 16,2 0-44-16,2-4-46 0,-2 1-62 15,-9-2-55-15,23-3-70 0,-8 0-37 16,0-2-352-16,-2 1-476 0</inkml:trace>
  <inkml:trace contextRef="#ctx0" brushRef="#br0" timeOffset="33561.35">13398 15888 2513 0,'0'0'-70'0,"0"-7"38"0,0 7 27 0,0 0 25 0,0 0 22 0,0 0 21 15,0 0 2-15,0 0 1 0,0 0 4 16,0 0-4-16,0 0-2 0,-15 24-1 15,15-14-5-15,2 2 13 0,4 2-2 16,-1-1-2-16,5-1-9 0,1-1-3 0,2 3-4 16,5-4-5-16,3 1-5 0,-1-3 0 15,2-1-7-15,-1-2 0 0,-3-3-5 0,4 0 2 16,-5-1 14-16,-4-2 21 0,1-1 12 16,-3-2 6-16,-2-1 4 0,-1-2 8 15,-2-1-5-15,-4-2-9 0,-2 1-9 0,0-3-8 16,-4-1-4-16,0-1-7 0,-4-5-12 15,1-1 2-15,0 2 2 0,-4 0-14 0,4 6 0 16,0-3-18-16,-1 5-37 0,0 3-29 16,1 2-51-16,-3 3-61 0,10 2-74 0,-19 2-118 15,19-2-240-15,-17 12-5 16,9-4 75-16,2 3-169 0,6-3-190 0</inkml:trace>
  <inkml:trace contextRef="#ctx0" brushRef="#br0" timeOffset="34060.51">14441 15778 1934 0,'-4'-12'103'0,"3"4"12"0,1 3-12 0,0 5-7 16,0 0 14-16,0 0 32 15,0 0 20-15,0 0 4 0,-7 23-10 0,7-5-15 16,-2 0-10-16,2 8-10 0,0 2-12 16,0 8-14-16,2-5-7 0,-2-6-8 0,0 0-13 15,0-2-4-15,0-4-3 0,-2 0-5 16,2-4-8-16,0-2-4 0,0-2 0 16,0 0 4-16,0-3-8 0,0 1 13 0,0-9-4 15,-2 8 2-15,2-8-6 0,0 0-7 16,0 0 0-16,0 0-5 0,0 0-4 0,0 0 3 15,0 0-9-15,-16-17 0 16,6 7-5-16,-3 1-2 0,-5-1 9 0,1 0-17 16,-6 1 1-16,0 4 1 0,-2 0-1 15,-2 5-1-15,-5 0-7 0,-6 5 5 0,0 5-1 16,4 3-2-16,4 0 6 0,3 3 4 16,9-1-11-16,5 0 2 0,4 2 3 0,6-3-4 15,0 0 6-15,3 0-8 0,3-2 8 16,2 1 2-16,4-1-5 0,7 1 3 15,4-5-3-15,3 0-21 0,1 0-24 0,2-6-35 16,0 2-64-16,1-4-48 0,2 0-60 16,-3-1-62-16,-2-2-66 0,-1-3-84 0,-3 0-109 15,-1-2 25-15,-1 2-118 0,0-3-157 16</inkml:trace>
  <inkml:trace contextRef="#ctx0" brushRef="#br0" timeOffset="34193.25">14521 16116 1830 0,'3'-5'5'16,"-3"5"10"-16,10-4 14 0,-10 4 51 0,0 0 25 15,0 0-2-15,4 21-10 0,-4-9 6 16,0 1-14-16,0 1-13 0,0 3-3 0,0 1-6 16,0 0-4-16,0-1-12 0,0 0-23 15,0-2-65-15,0-1-72 0,0-2-96 0,0 0-135 16,0-4-148-16,-2 1-45 0,4-3-41 16</inkml:trace>
  <inkml:trace contextRef="#ctx0" brushRef="#br0" timeOffset="34359.51">14687 15925 1445 0,'-2'-19'36'0,"0"8"23"0,2 2-3 16,-2 0-2-16,2 9-9 0,0-8-5 16,0 8-3-16,0 0-4 0,0 0-41 0,0 0-99 15,0 0-162-15,0 0-215 0,17 25 11 16</inkml:trace>
  <inkml:trace contextRef="#ctx0" brushRef="#br0" timeOffset="34827.14">14915 16329 1334 0,'-7'3'87'0,"7"-3"22"15,0 0 21-15,0 0 19 0,-13 2 18 16,13-2 7-16,0 0-13 0,0 0-4 0,0 0-23 15,0 0-9-15,0 0-9 0,0 0-14 16,0 0-7-16,0 0-16 0,0 0-6 0,0 0-4 16,0 0-9-16,0 0 3 0,11-22-15 15,-8 15-7-15,-1-3-5 0,2 2 5 16,-2-4-13-16,0 1 8 0,1-7-12 0,-3 3-1 16,0-3 2-16,-3-1 0 15,-1-4-9-15,0 2 7 0,1 1-8 0,-3 3 20 16,2 3 6-16,1 0-2 0,-1 2-12 15,-3 4-2-15,6 1 1 0,-7 2-20 0,8 5 12 16,-7-4 2-16,7 4-2 0,0 0 0 16,0 0 5-16,0 0 10 0,0 0-1 0,0 0-1 15,0 0-4-15,32 10 2 0,-13-10-3 16,0 4-2-16,2-4-6 0,-4 3 4 16,2-1-6-16,-1 0 7 0,-3 1-6 0,0 2 4 15,-2 2 0-15,0 0 9 16,-1 2 0-16,-2 2 1 0,-1 1 2 0,-1 0-8 15,-1 2-3-15,3 3 0 0,-5-3-1 16,5 0-4-16,0 2-1 0,-3-2-4 0,1-2 2 16,2 3 0-16,-3-5-33 0,2-2-38 15,0 1-62-15,0-2-83 0,-2 0-123 0,3-5-184 16,1 3-113-16,0-4 67 0,2 3-221 16,-1-2-264-16</inkml:trace>
  <inkml:trace contextRef="#ctx0" brushRef="#br0" timeOffset="35194.76">15700 16116 2214 0,'-14'-3'22'0,"14"3"7"0,0 0 1 16,-16 0 4-16,16 0 0 0,0 0 16 0,0 0-2 15,0 0 8-15,0 0 2 0,3 13-6 16,-3-13-5-16,22 5-2 0,-22-5-5 0,25 2-7 15,-12-2-3-15,2 0-2 0,-15 0-4 16,27-5-1-16,-16 3-3 0,0-1-4 0,-1-1 8 16,-10 4 10-16,12-8 10 0,-11 3 1 15,-1 5-5-15,0-9 2 0,0 9-1 16,0 0-2-16,-23-5 4 0,23 5 1 16,-30 5 5-16,9 0-1 0,-2 2-6 0,-5 8 12 15,-1-1-10-15,13 1 11 0,-6 5 0 16,8-3-2-16,3-1 4 0,6-2 2 15,-1 3 5-15,6-4-3 0,2 1-2 0,4 1-3 16,3 1-18-16,5 1 3 0,0-5 1 16,11 5-15-16,4-5-34 0,3-2-53 0,4-3-68 15,2-2-82-15,-3-7-89 0,7 1-112 16,0-6-155-16,-4-2 22 0,-2 0-139 16,2-4-178-16</inkml:trace>
  <inkml:trace contextRef="#ctx0" brushRef="#br0" timeOffset="35426.1">16268 16053 1752 0,'8'-35'-28'0,"-6"-2"39"0,0-3 39 0,-1 2 41 16,1 2 48-16,-2 9 55 0,0 5 42 16,0 3-15-16,-2 3-5 0,2 3-21 15,-1 2-27-15,-1 6-5 0,2 5 10 16,0 0 8-16,0 0-12 0,-15 21 9 0,9-1-11 16,-4 13-11-16,3 5-16 0,1 1-16 15,-1 14 1-15,0-1-23 0,2-8-12 0,1 3-8 16,0-3-11-16,3 1-5 0,-1-2-13 15,2-2-30-15,0-3-39 0,0-9-44 0,0-5-42 16,0-6-67-16,2 0-61 0,-2-5-51 16,1-3-84-16,-1-4-125 0,4 0-144 15,-4-6 52-15,2 4-227 0,-2-4-297 0</inkml:trace>
  <inkml:trace contextRef="#ctx0" brushRef="#br0" timeOffset="35726.1">16122 16194 2261 0,'-13'-13'23'0,"-1"5"42"0,5 2 39 15,-3 1 33-15,4 2 37 0,1-1 16 16,7 4-1-16,-11-3-10 0,11 3-10 16,0 0-6-16,-12-2 5 0,12 2 18 15,0 0 13-15,0 0-8 0,0 0-22 16,0 0-14-16,40 2-16 0,-19-6-14 0,2 1-12 0,2-2-12 16,1 1-24-16,-1-1-9 15,-1 0-6-15,-2 3-6 0,-1 1-9 0,-6 1-9 16,0 1 0-16,0 3-4 0,-1 4-4 15,-1-1-2-15,-6 5-2 0,4 2-2 0,-10 1 0 16,3 3 10-16,0 0-9 0,-2-1-5 16,-4 2 0-16,2 2-1 0,0-3 2 15,-4 2-4-15,4-3-6 0,-2 0-12 0,0 0-35 16,1-1-55-16,-1-4-87 0,2 0-82 16,0-2-82-16,-2-2-121 0,2-2-220 15,0-6 19-15,2 8 68 0,-2-8-290 0,0 0-369 16</inkml:trace>
  <inkml:trace contextRef="#ctx0" brushRef="#br0" timeOffset="35893.49">16417 16054 2383 0,'-5'-17'50'0,"-4"5"50"0,4 2 35 0,-1 3 11 16,4-1 19-16,-1 3-5 0,3 5-17 15,-6-12-19-15,6 12-21 0,0-8-20 0,0 8-41 16,0 0-78-16,0 0-95 0,0 0-150 15,0 0-260-15,0 0 6 0,0 0 58 16,20 23-79-16,-13-13-57 0</inkml:trace>
  <inkml:trace contextRef="#ctx0" brushRef="#br0" timeOffset="36526.22">16621 16159 1732 0,'-17'2'120'16,"1"3"12"-16,5 0 9 0,2 0 13 0,1 0 2 15,0 2-11-15,1 1-2 0,-1 0 12 16,6-1-9-16,-1 1-3 0,-2 2 12 16,3-2-8-16,2-1-4 0,0-7-1 15,7 16-1-15,-4-10-10 0,1 0-7 16,5 1-10-16,1-3-13 0,0-4-13 0,3 3-8 15,-13-3-5-15,23-3-9 0,-12 3 0 16,3-4-12-16,-1-3-2 0,1 1 2 0,-3-4-4 16,0 2 0-16,-1-3-2 0,-3 1-1 15,2-4-4-15,-3 3-3 0,1-5-8 0,-6 4 0 16,1 0-5-16,-2-2-1 0,0 2-1 16,-2 0-5-16,-1 0-1 0,-2 1-5 15,-1 0 5-15,3 3-5 0,-5 1-4 16,5 2 1-16,3 5-3 0,-12-5 1 0,12 5-1 15,0 0-4-15,-17 10 1 0,12-3 1 0,-2 1 4 16,5 3-3-16,0-1 3 16,2 0 0-16,0 0 4 0,2 0 2 0,5-1 4 15,-4 2 5-15,5-3 3 0,1-3-4 16,7 2-1-16,0-4 0 0,4-3-2 0,1-2-2 16,8-1-3-16,5-2-1 0,0-3-4 15,-4-1 1-15,-3 2 3 0,-4 4 12 0,-8-3 15 16,-2 3 5-16,1 1-3 0,-5-1-11 15,-9 3 5-15,18 3 8 0,-13 4 17 16,1 2 6-16,-2 4-2 0,-3-1 22 16,1 2 5-16,0 3-7 0,1 0 2 15,1-1 3-15,-3 1 5 0,3-1-1 0,2-1-3 0,-3 1 1 16,5-5-2-16,0 2-5 16,1-3-5-16,4-2-6 0,1-1-16 0,3-2-9 15,-2-1-19-15,0-2-69 0,1-1-82 16,-1-1-89-16,0 0-108 0,5 2-110 0,-2 0-84 15,9 0-191-15,13 3-103 0,-3 3 91 16,1 4-559-16,-1 2-731 0</inkml:trace>
  <inkml:trace contextRef="#ctx0" brushRef="#br0" timeOffset="37859.66">17810 16169 3332 0,'-12'-14'24'0,"3"7"46"0,2 0 14 15,1 2 1-15,2 2 0 0,4 3 8 0,0 0 15 16,0 0 29-16,0 0 18 0,0 0-9 16,-15 14-12-16,15-6-5 0,-2 4-8 15,0 2-5-15,0-1-13 0,2 1-8 16,0 1-11-16,-2 2-8 0,2-3-8 0,0 1-6 15,0-3-5-15,-1 0-6 0,-1 0-3 16,2-5-5-16,0 1-3 0,0-8 2 0,0 12-7 16,0-12 12-16,2 11 26 0,-2-11-13 15,0 0-2-15,0 0-13 0,0 0 2 16,24-21 0-16,-12 11-12 0,0-4-7 0,2-1 0 16,-3 6-3-16,-1-1-4 0,0 0-2 15,-3 2 0-15,1 3-4 0,-5 1-6 0,-3 4 1 16,0 0 11-16,0 0 0 0,22 7-2 15,-17 1 1-15,1 0 10 0,-2 2-16 0,6 1-3 16,-5-1 2-16,1-1-2 16,-1 1 0-16,2-2-1 0,-4-1-1 0,3 0 5 15,-1-2 4-15,-5-5-2 0,10 8 0 16,-4-6-1-16,-6-2-1 0,24-3 4 16,-8 0-4-16,0-2-6 0,2-1-4 0,1 0 1 15,-4-2 2-15,-1 4-6 0,-3 0 0 16,0-1 0-16,-2 3 0 0,-9 2-6 0,12-6-6 15,-12 6 3-15,0 0 2 0,13 10-1 16,-6-3 5-16,-3 1-1 0,-3 2 0 0,3 3 0 16,0-3 2-16,-1 3 0 0,3 1 0 15,-1-2 3-15,-2-2-2 0,3 0 3 16,-1 1 1-16,1-4 0 0,2-1 2 0,2 0-4 16,-1-3-8-16,3-1-16 15,-12-2-19-15,24-2-14 0,-8-3-5 0,-4 1 1 16,2-2 7-16,-1-3 5 0,1 2 5 15,-3 0 2-15,-2 1 4 0,2 0 6 0,-6 3 1 16,-5 3-3-16,9-7 6 0,-9 7 0 16,0 0 9-16,0 0 15 0,0 0-1 0,0 0-2 15,-3 26 4-15,1-16 5 0,-2 2 4 16,4 0 2-16,-2-2 2 0,2 0 0 16,0 2 1-16,2-3 5 0,2 0 3 0,-2 0 0 15,1-2 3-15,5-3-2 0,0 1-5 16,-8-5 0-16,19 4-3 0,-19-4-1 15,21-4-1-15,-10-1-4 0,1-2 0 16,-1 1-2-16,0-5 2 0,-1-1-6 0,-1 0 0 16,-3 0-2-16,0 1-2 0,-2 0 2 15,0 1-2-15,-2 1 1 0,0 2-1 0,-2 7-4 16,-2-12 2-16,2 12-2 0,-9-5 3 16,9 5 2-16,0 0-1 0,0 0-3 0,0 0 5 15,-24 11-1-15,24-11 2 0,-6 8 1 16,6-8-3-16,-6 7 2 0,6-7 4 15,2 8 7-15,-2-8-4 0,0 0-2 0,14 7 1 16,-14-7-1-16,20 2-2 16,-8-4-2-16,-12 2 0 0,25-5 1 0,-14 3-1 15,2 1 2-15,-1-3-1 0,-12 4-4 16,17-1-3-16,-17 1 0 0,14-4-1 0,-14 4-1 16,0 0 0-16,15 2-2 0,-15-2 4 15,6 7-1-15,-6-7-1 0,6 5 0 0,-6-5 1 16,3 8-4-16,-3-8-10 0,6 8-19 15,-6-8-14-15,5 4-9 0,-5-4-2 16,11 4-3-16,-11-4-17 0,0 0-10 0,22-5-10 16,-10 0 0-16,-1-4 2 0,5-1-6 15,-4-6 6-15,8-4 1 0,-2-2 10 0,2-6 8 16,-1-2 15-16,5-8 1 16,1-2 0-16,-2-3 17 0,2 0-1 0,-3 2 9 15,-4 9 3-15,-2 0 28 0,-3 6 20 16,-4 9 14-16,-6 1 21 0,6 3-7 0,-5 5 3 15,-3 4 3-15,-1 4 23 0,0 0 18 16,0 0-1-16,0 0-7 0,-14 33-2 16,5-14-6-16,-2 12-4 0,-3 0-5 0,5 3-4 15,-4 2-1-15,1-1-11 0,3 0-5 16,0-3-3-16,-2 0-9 0,8-9-4 0,-3-2-22 16,3-5-15-16,1-4-5 0,0 0-8 15,-2-2 4-15,4-1 3 0,-3-2 7 0,3-7 0 16,-2 8-1-16,2-8 5 15,0 0 24-15,2 9 24 0,-2-9 36 0,0 0 33 16,0 0 32-16,0 0 20 0,0 0 17 16,0 0 5-16,0 0-3 0,36-12-5 15,-27 7-14-15,2 0-16 0,1-2-19 0,-1 2-9 16,-2-2-18-16,3 3-40 0,-4-1-80 16,-8 5-104-16,11-6-109 0,-11 6-120 0,0 0-123 15,0 0-190-15,0 0-156 0,0 0 87 16,-44 20-588-16,21-3-781 0</inkml:trace>
  <inkml:trace contextRef="#ctx0" brushRef="#br0" timeOffset="39093.62">20720 16636 3374 0,'-10'-4'-118'0,"-1"1"27"0,0 1 25 16,11 2 35-16,-30 5 34 0,7 4 32 0,-10 6 37 15,3 6 27-15,-9 9 35 0,-3 8 10 16,4 5 22-16,1 6 3 0,1-2 6 0,4 3-3 15,5 0 1-15,9 2-7 0,2-1-8 16,11-9-11-16,5-1-12 0,5 1-9 0,11 2-7 16,2-5-7-16,9-3-5 15,5-5-9-15,4-12-7 0,0-4-8 16,2-5-9-16,5-8-9 0,5-4-1 0,11-8-6 16,-2-3-5-16,1-8-1 0,-8-3-10 15,0-3-3-15,-3-4-2 0,-8-3-3 0,-1-4 0 16,-6-1 0-16,-7-7-1 0,-3 2-4 15,-9-4 1-15,-6 7-5 0,-5-1-4 0,-4-5 1 16,-5-5-1-16,-4 1-6 0,-2 15-7 16,-7-3-3-16,3 10-7 0,-6 8-7 15,-6 6-25-15,3 6-22 0,-1 6-26 0,-1 4-43 16,-11 6-62-16,1 5-72 0,4 5-96 16,1 2-130-16,8 2-247 0,7 4 19 15,8-6 87-15,4 2-354 0,6-1-458 16</inkml:trace>
  <inkml:trace contextRef="#ctx0" brushRef="#br0" timeOffset="39560.04">21662 17077 2882 0,'-20'-10'31'0,"8"4"-1"0,1 0-3 0,2 1 9 15,5 3 13-15,4 2 18 0,-7-6 0 0,7 6-6 16,0 0-6-16,19-6-8 0,5 3-5 16,22 1-8-16,23-1 6 0,12-1-5 15,39-1-1-15,20 1-9 0,18 4-4 0,10-2-5 16,17 4 7-16,51 2-6 0,0 3-2 15,-53-2-9-15,0 2 8 0,-8-3 5 16,-5 2-5-16,-12-4 16 0,-11 0 9 16,-16-2 12-16,-12-4 11 0,-39 1 21 15,-12 2 38-15,-9-3 41 0,-15 0 20 0,-5-1 10 16,-14-2-3-16,-1 2-8 0,-3-3-7 16,-5 3-15-16,0-2-8 0,-3 0-16 0,1 2-17 15,-5-2-7-15,0 4-17 0,2-1-10 16,-11 4-13-16,13-7-5 0,-13 7-13 0,10-1-7 15,-10 1-2-15,0 0-11 0,0 0-7 16,0 0-29-16,0 0-28 0,0 0-52 16,0 0-69-16,0 0-100 0,0 12-110 0,0-12-144 15,0 0-227-15,-20 7 23 16,20-7 80-16,0 0-357 0,-5 6-464 0</inkml:trace>
  <inkml:trace contextRef="#ctx0" brushRef="#br0" timeOffset="39975.23">24967 16683 2892 0,'-18'0'6'0,"-3"4"33"16,-1 1 31-16,0 5 27 15,-8 7 55-15,-9 12 44 0,3 2 23 0,0 7 18 16,4 3 5-16,3 8-4 0,6-2-9 15,4 5-6-15,7 1-12 0,7-1-5 0,5-9-2 16,9 8-10-16,9-1-17 0,5-3-10 16,7-4-15-16,6-5-15 0,2-3-9 15,6-8-16-15,5-6-2 0,1-6-18 0,6-5-4 16,3-6-6-16,-8-1-14 0,11-8-2 16,-1-5-11-16,3-4-7 0,-3-3-5 0,-5-6-2 15,0 0 3-15,-4-6-6 0,-4-6-7 16,-5-1-3-16,-3-4 6 0,-4-2-3 15,-6-4-11-15,-5-7 3 0,-3-1-4 0,-10-2-3 16,-7-1 4-16,-8 0-12 16,-8 8 7-16,-8 3-6 0,-13 2-1 0,-10 10-6 15,-10 7-12-15,-11 6-47 0,-7 7-46 16,-5 7-46-16,0 7-82 0,-4 7-97 0,1 4-124 16,4 4-170-16,-20 8-219 0,22-2 81 15,6 2 82-15,-1 2-457 0,6 2-602 0</inkml:trace>
  <inkml:trace contextRef="#ctx0" brushRef="#br0" timeOffset="41141.86">20644 17021 2901 0,'2'-12'-161'0,"-2"12"37"0,1-12 34 0,1 5 28 16,-2 7 18-16,4-10 19 15,-2 3 21-15,-2 7 9 0,5-10 9 0,-5 10 11 16,1-9 12-16,-1 9 3 0,0-8 5 16,0 8 3-16,0-9-5 0,0 9-3 0,0 0-5 15,0 0-7-15,0-8 1 0,0 8 10 16,0 0 4-16,0 0 12 0,0 0 3 16,0 0-1-16,-6 25 13 0,2-16 5 0,2 0-2 15,0 1-2-15,1 2 0 0,-1-2-4 16,0 2-7-16,0 0-3 0,2 0 7 0,0-2-6 15,0 2-11-15,0-1 12 16,0-3-3-16,4 2-3 0,-4-1 4 0,3-1-9 16,-3 2 15-16,2-5-3 0,2 3-5 15,1-2 2-15,-2 0 1 0,-3-6-7 16,11 6-3-16,-3-1-1 0,-3-3-1 0,-5-2-11 16,14 4 9-16,-14-4-18 0,15 2-2 15,-15-2 3-15,0 0-5 0,21-2-3 0,-21 2 0 16,16-6-4-16,-9 1 1 0,3 1-4 15,-1-1 4-15,1-4-8 0,1-2 7 16,-2 2-6-16,1-6 1 0,2 0-1 16,-3-1-1-16,3-1 0 0,-7 0 3 0,3-1 3 15,-3-1-14-15,4-2 15 0,-8 6-10 0,3-2-2 16,2 5-3-16,-4 0 4 0,-2 0-3 16,1 2-2-16,-1 1-7 15,0 2-11-15,0 7-12 0,0-13-22 0,0 13 3 16,-5-8-29-16,5 8-44 0,0 0-51 15,0 0-61-15,0 0-88 0,0 0-130 0,0 0-167 16,-21 20 57-16,21-20-174 0,1 9-228 16</inkml:trace>
  <inkml:trace contextRef="#ctx0" brushRef="#br0" timeOffset="42078.23">25173 17067 1944 0,'-1'-6'-18'0,"-3"-2"33"15,-2 3 39-15,4-5 28 0,2 10 26 16,-3-14 21-16,1 9 24 0,2 5 23 0,-2-13 15 16,2 13 11-16,0-11 2 0,0 11 6 15,2-9 9-15,-2 9-8 0,2-9-9 16,-2 9-21-16,0 0-22 0,0-9-17 0,0 9 1 15,0 0 18-15,0 0 10 16,0 0-3-16,-14 33-8 0,8-18-2 0,3 2 5 16,-1 3-8-16,-2 0-20 0,6 1-3 15,-1-3-4-15,1-1-10 0,0 1-13 0,1-1-2 16,-1-5-9-16,0 0-2 0,0-1-9 16,2-2 8-16,0-2-12 0,0 0 1 15,-2-7 5-15,6 10-10 0,-6-10-10 0,12 2-4 16,-12-2-8-16,0 0-5 0,36-12-4 15,-23 3-8-15,4-1-2 0,0-2-9 0,4-9-28 16,2 0-42-16,-3 1-42 0,0-1-33 16,-5 3-42-16,-7 7-60 0,-3 1-78 15,1 3-91-15,-4 2-73 0,-2 5-82 0,0 0-146 16,-11-5-46-16,11 5 69 16,-22 3-409-16,10 3-550 0</inkml:trace>
  <inkml:trace contextRef="#ctx0" brushRef="#br0" timeOffset="42908.13">24250 16878 2766 0,'0'0'-107'0,"-2"-12"45"16,2 12 35-16,-6-8 44 0,2 4 39 0,4 4 36 15,0 0 15-15,-6-11 16 0,6 11 16 16,-4-6 8-16,4 6 12 0,0 0 15 15,0 0-2-15,0-10-1 0,0 10-5 0,0 0-13 16,0 0-13-16,0 0-2 0,4-8-6 16,-4 8-1-16,0 0-4 0,0 0 18 0,0 0 9 15,0 0 10-15,0 0 8 16,39 18-10-16,-26-12 0 0,1 5-22 0,6-1-4 16,5 7-7-16,2-3-7 0,1 3-8 15,1-2-7-15,0 1-9 0,-4-3-13 16,-1-1-7-16,-5-3-12 0,-6-2-4 0,1-1-2 15,-3-2-1-15,-4 1-9 0,3 0-4 16,-4-2 18-16,-6-3 6 0,7 6-1 0,-7-6 1 16,8 6-6-16,-8-6-9 0,0 0-1 15,-2 7-10-15,2-7-1 0,-13 10 1 0,-1-1 19 16,-4-1 11-16,-9 6 3 0,-4-2 2 16,-1 3 13-16,0 2-88 0,-3-3-4 15,1 1 0-15,4-3 0 0,3 2 0 0,8-4 0 16,1-3 0-16,3-1 0 15,2 0 0-15,5-2 0 0,-1 0 0 0,1 0 0 16,8-4 0-16,-12 5 0 0,12-5 0 16,-7 7 0-16,7-7 0 0,-11 3 0 0,11-3 0 15,-6 5 0-15,6-5 0 0,0 0 0 16,0 0 0-16,-10 3 0 0,10-3 0 0,0 0 0 16,0 0 0-16,0 0 0 0,0 0 0 15,0 0 0-15,-9 4 0 0,9-4 0 16,0 0 0-16,0 0 0 0,0 0 0 0,0 0 0 15,-6 5-320-15,6-5-742 0,-5 3 100 16,5-3 107-16,0 0-843 0,-12 9-1132 0</inkml:trace>
  <inkml:trace contextRef="#ctx0" brushRef="#br0" timeOffset="49090.59">26681 16229 4449 0,'4'-10'-195'0,"-4"2"23"0,0 1 25 15,0 7 33-15,-2-13 35 0,2 13 25 16,-6-10 22-16,5 5 10 0,1 5 8 16,-11-9-6-16,11 9 2 0,-5-6 6 0,5 6 0 15,-6-6 2-15,6 6 4 0,-3-7 6 16,3 7 15-16,0 0 2 0,-8-7 2 15,8 7-5-15,-3-5 0 0,3 5-4 0,-12-6 0 16,4 2-4-16,8 4 6 0,-16-5-7 16,4 3 4-16,0-1-5 0,-3 3 1 0,-2-4 6 15,1 4 3-15,-5 0 7 16,1 1 13-16,-3 4 3 0,-10 3-4 16,1 2 16-16,0 4 9 0,-2 2 9 0,-5 6-3 15,1 1 6-15,4 6 7 0,-2 0 9 16,1 2-3-16,7 1-4 0,5-5-2 0,1 1-8 15,8-1-1-15,2 3-8 0,2-5 1 16,7-4 3-16,1-3 4 0,4 1 9 0,1 3 2 16,7-1-2-16,0-2-9 0,5 7-5 15,0-2-7-15,4 0-1 0,-3-2-8 16,-2-3-3-16,4 3-6 0,-2 2-2 0,-2-5 1 16,-3 2 5-16,3 5 3 0,-3 1 9 15,-5-4 15-15,-2-2 16 0,-4-1 14 0,-2 2 16 16,-4-2 10-16,-3 11 6 15,-3-4-25-15,-5 2 10 0,2-4-6 0,-6-1-10 0,2-1-6 16,-2 0-11-16,-1-2-4 16,-2-1-9-16,3-3-1 0,5-3-5 15,2-4-3-15,3-3 15 0,0 0 6 0,6 0-5 16,-3-4-2-16,8-3-7 0,-5 7 2 16,5-7-10-16,0 0-4 0,0 0-11 0,0 0 0 15,0 0-7-15,0 0-3 0,30 4-6 16,-22-3-3-16,-8-1-3 0,17 7-6 0,-9 0-1 15,1 3-2-15,-2 7-1 0,0 2-13 16,-3 5 0-16,-4 4 0 0,-2 11 0 16,-4 1 0-16,-4-1 0 0,-1 8 0 15,-3-10 0-15,-3 6 0 0,5-11 0 16,5-1 0-16,0-5 0 0,3-3 0 0,2-5 0 16,2 1 0-16,4 2 0 0,1 0 0 15,11 4 0-15,-1-3 0 0,6-3 0 0,-1 0 0 16,5-3 0-16,-2-5 0 0,8 3 0 15,-10-6 0-15,1-1 0 0,1 0 0 0,-1 0 0 16,-6-5 0-16,-2 0 0 0,-1 0 0 16,-3 0 0-16,-10-2 0 0,19 2 0 15,-19-2 0-15,14 4 0 0,-11-4 0 0,-3 0 0 16,10 3-264-16,-10-3-372 16,0 0-205-16,0 0-82 0,0 0 100 0,0 0-777 0,0 0-1040 15</inkml:trace>
  <inkml:trace contextRef="#ctx0" brushRef="#br0" timeOffset="53156.06">26860 16409 2222 0,'4'-7'289'0,"-4"7"-62"16,4-8 4-16,-4 8-11 0,2-7 2 15,-2 7-2-15,0 0-26 0,3-7-20 0,-3 7-13 16,0 0-14-16,0 0-18 0,0 0-14 15,2-7-18-15,-2 7-7 0,0 0-7 16,0 0-1-16,-5 22-7 0,3-10-2 0,-2 5 4 16,0 1 6-16,-1 5 0 15,1-2-7-15,-1 1-5 0,4 1-9 0,-3 0-4 0,-2 1-7 16,5-4-6-16,-3-2-4 16,-2 0-2-16,5-1-6 0,-1-2-4 0,-3-1-2 15,1-2-4-15,2-2-9 0,-1 1-40 16,1-3-53-16,0 1-65 0,0-3-79 0,2-6-102 15,-3 8-138-15,3-8-186 0,0 0-31 16,0 0 79-16,0 0-308 0,0 0-391 16</inkml:trace>
  <inkml:trace contextRef="#ctx0" brushRef="#br0" timeOffset="53440.95">26929 16377 2650 0,'2'-9'3'15,"-1"2"11"-15,-1 7 4 0,2-7 8 0,-2 7 26 16,0 0 17-16,0 0 14 0,27 9 1 16,-11 3 2-16,-1 1-2 0,8 8-8 15,-2 1 1-15,-3 2-9 0,2 0-3 16,-7-3-1-16,-3-2 7 0,-6-1-3 0,-1-3 27 16,-1-1 10-16,-2 3 2 0,-4-2 5 15,1 2-5-15,-7 2-7 0,-7 3-2 0,-4-1-14 16,-2 1-8-16,-3-2-6 0,-3-1-9 15,-1 0-4-15,1-3-9 0,0-3-12 16,6-5-30-16,4 2-32 0,4-6-53 16,1-1-28-16,3-3-54 0,11 0-57 15,-13-5-70-15,8-3-88 0,5 8-117 0,7-19-91 16,-1 9 59-16,5-2-143 0,4-1-163 16</inkml:trace>
  <inkml:trace contextRef="#ctx0" brushRef="#br0" timeOffset="53623.22">27180 16593 2013 0,'10'-6'120'0,"-2"2"24"16,-3 0 17-16,-5 4 17 0,7-5-1 16,-7 5-17-16,0 0-14 0,0 0 10 15,14 9 1-15,-10 3-14 0,0-2-15 16,-1 5-13-16,-1 2-14 0,0 0-6 16,0 4-24-16,-2-2-62 0,0 0-56 0,2-1-77 15,-2 3-89-15,-2-4-120 0,2 0-200 16,0 1-25-16,0-5 61 0,2 1-105 0,1-4-101 15</inkml:trace>
  <inkml:trace contextRef="#ctx0" brushRef="#br0" timeOffset="53789.24">27415 16511 1967 0,'-6'-23'122'0,"2"8"18"0,1 1 13 16,-1 3-13-16,4 5-12 0,0 6-21 15,-5-11-18-15,5 11-29 0,0 0-36 0,0 0-63 16,9-5-93-16,-9 5-150 0,0 0-233 16,14 12-153-16,-6-3-162 0</inkml:trace>
  <inkml:trace contextRef="#ctx0" brushRef="#br0" timeOffset="54239.47">27461 16794 2064 0,'-8'4'128'0,"4"2"8"0,4-6 6 16,0 0 27-16,0 0 47 0,-6 4 6 16,6-4-8-16,0 0-12 0,0 0-19 0,0 0-22 15,0 0-14-15,0 0-15 0,0 0-14 16,36-2-12-16,-36 2-10 0,18-4-7 16,-18 4-10-16,11-6-4 0,-6 4-7 0,-5 2-9 15,13-12-6-15,-10 7-4 0,3-5-4 16,-4 0-4-16,-1-2-5 0,1-2-5 15,2-1 1-15,-2-2-7 0,-2 3-1 0,0 1 0 16,0 0-1-16,0 3-2 0,-2 2-4 16,0 1-7-16,-2 0-2 0,4 7 0 0,-11-5-4 15,11 5 3-15,-15 0-2 0,15 0-1 16,0 0 1-16,-19 5-3 0,19-5 1 16,0 0-1-16,-2 9 5 0,2-9 0 15,0 0-1-15,24 11 0 0,-12-9 0 16,5 0 2-16,-3 0 2 0,1 1 1 0,-1-1 6 15,0 3 1-15,-2-2 7 0,1 3 9 16,-2-1 5-16,1 1 3 0,-1 1-5 0,1 2 2 16,-2-1-6-16,-3 4-4 0,0-3-3 15,2 1-3-15,-6 1-1 0,5-1 0 16,-3 0-7-16,-1 0-20 0,0-3-32 16,0 3-42-16,2-6-63 0,-6-4-88 0,5 11-98 15,-1-8-166-15,-4-3-223 0,9 2 68 0,-9-2 76 16,0 0-282-16,25-4-339 15</inkml:trace>
  <inkml:trace contextRef="#ctx0" brushRef="#br0" timeOffset="54606.9">28194 16709 2596 0,'0'0'97'0,"0"0"9"0,0 0 28 0,17-8 36 0,-17 8 19 0,0 0-8 16,0 0-16-16,0 0-14 15,8-4-15-15,-8 4-14 0,0 0-12 0,17-2-9 16,-17 2-11-16,14-1-9 0,-14 1-9 16,13-4-10-16,-13 4-2 0,11-5-9 0,-11 5-6 15,6-5-4-15,-6 5-8 0,4-7 1 16,-4 7-8-16,0 0-3 0,0 0-2 16,-21-8-5-16,21 8-1 0,-27 3-6 0,6 4-1 15,0 0 1-15,-2 1 4 0,-5 6 6 16,3 1-1-16,4-1 8 0,6-2 9 0,0 2 6 15,5-2 5-15,0 1 5 0,5-1 6 16,-1 0-2-16,6-3-2 0,0 3 2 0,6-1 0 16,-1-2-8-16,8-4-4 15,3 5-5-15,5-5-19 0,3-2-46 16,3 1-60-16,4-4-83 0,9-4-77 0,7-2-65 16,7 0-84-16,0-5-79 0,-5-5-85 15,-3 0-44-15,-5-5-330 0,6-1-415 0</inkml:trace>
  <inkml:trace contextRef="#ctx0" brushRef="#br0" timeOffset="54839.08">28930 16361 2372 0,'27'-51'-90'0,"-4"5"45"0,-3-5 44 0,1 5 41 16,-3 0 46-16,-7 8 54 0,-6 8 29 15,3 6 50-15,-4 7 13 0,0 0-8 0,-2 5-19 16,0 4-22-16,-4 3-15 0,2 5 14 16,0 0 7-16,-30 16 0 0,10 10 4 15,-9 15 5-15,3 5 1 0,-3 8-6 0,5 6-17 16,-6 18-18-16,6-16-13 15,3-1-16-15,2-1-12 0,2-1-13 0,1-5-7 0,3 0-14 16,1-7-3-16,0-11-16 16,2 1-45-16,0-7-35 0,3-7-42 0,1-4-46 15,3-5-57-15,-1-7-54 0,2 5-90 16,4-9-110-16,-2-3-140 0,0 0-178 0,0 0 72 16,0 0-425-16,0 0-558 0</inkml:trace>
  <inkml:trace contextRef="#ctx0" brushRef="#br0" timeOffset="55006.02">28619 16634 2993 0,'-12'-4'49'16,"7"1"49"-16,5 3 45 0,-15-3 36 15,15 3 42-15,-8-4 21 0,8 4-3 16,0 0-15-16,0 0-19 0,0 0-22 0,0 0-16 16,0 0-15-16,0 0-22 0,0 0-52 15,0 0-90-15,39 0-133 0,-19 2-136 0,-1 0-180 16,4-2-241-16,0 0 59 0,-2 0 67 15,2 0-269-15,4 3-329 0</inkml:trace>
  <inkml:trace contextRef="#ctx0" brushRef="#br0" timeOffset="55372.33">29285 16733 2564 0,'0'0'147'0,"0"0"32"0,0 0 3 15,0 0 15-15,0 0-1 0,0 0-10 0,0 0-17 16,0 0-15-16,0 0-14 0,0 0-14 16,0 0-13-16,0 0-10 0,0 0-23 0,0 0-20 15,7-15-27-15,4 10-13 16,-3-1-11-16,0 1-9 0,1-3 0 0,-4-1-2 0,2 1-2 16,-1-1 11-16,-5-1-10 0,1 1 0 15,-4 1 3-15,-1 1-2 16,-6 0 2-16,-4 2 12 0,-4 1 7 0,-3 4 6 15,-7 4 13-15,-9 3 7 0,-1 1 11 16,1 6 6-16,3 1 11 0,5 2 1 0,1 2 4 16,5 0 0-16,2 2-4 0,7-2 1 15,1-1-8-15,7-3-3 0,-1-1-1 0,6 1-9 16,2-3-3-16,6 2-2 0,3 1-14 16,6-3-32-16,5-5-64 0,10 1-102 15,4 0-104-15,2-2-96 0,2-8-138 0,0-2-193 16,2-2 48-16,-2-3-392 0,7-6-511 15</inkml:trace>
  <inkml:trace contextRef="#ctx0" brushRef="#br0" timeOffset="55773.31">30237 16126 2879 0,'4'-20'18'16,"-2"2"50"-16,-4 5 58 0,0 3 50 0,-2 1 28 15,-1 4 24-15,5 5 18 0,-22 2 17 16,4 6 20-16,-11 11 4 0,-6 10 6 0,1 7-11 15,-2 7-15-15,0 4-5 0,2 1-24 16,0 3-21-16,-1 0-23 0,7 0-15 16,-1-5-18-16,4 1-18 0,-2-2-15 0,8-6-7 15,0-8-16-15,7-3-13 0,1-8-9 16,4-3-5-16,-1-3-24 0,4-1-14 0,-2-5-16 16,3 0-10-16,1 1-19 15,0-5-16-15,2-4-37 0,0 0-26 0,-7 6-6 16,7-6 1-16,0 0-2 0,0 0 5 15,0 0 10-15,-16-21 5 0,9 15 5 0,-7-2 5 16,1 3 5-16,-7 2 7 0,2 1 9 16,-3 4 18-16,-4 1 27 0,3 4 20 15,-12 3 32-15,6 1 13 0,5 1 5 0,4-2 0 16,2 0 3-16,4 3 0 0,1-3-8 16,4 1 1-16,3 1-5 0,1-2-6 15,4-3 2-15,0 3-6 0,5 0-9 16,6-1-6-16,2-3-23 0,2 0-67 0,4-3-90 15,4 0-116-15,4-1-140 0,-1-2-165 16,14-4-245-16,-4 0-27 0,-5 0 96 0,3-1-615 16,1-2-805-16</inkml:trace>
  <inkml:trace contextRef="#ctx0" brushRef="#br0" timeOffset="56605.89">30685 16448 3912 0,'-14'-12'-38'0,"3"4"23"0,-4 3 38 16,1 1 42-16,0 6 31 0,-9 3 30 16,-10 7 18-16,-1 7 10 0,-7 8 10 15,0 2 16-15,-1 6 17 0,5-4 2 0,3 3 6 16,2 4-1-16,5-2-6 0,7-7-5 15,2 0-11-15,3-1-14 0,3-1-18 0,7-7-8 16,1 0-4-16,4-4-12 0,2-3-1 16,2 2-8-16,5-4-15 0,3 2-8 0,5-3-8 15,4-4-13-15,2 0-3 0,4-2-11 16,-5-6-2-16,5-1-4 0,-1-2-6 16,9-4-3-16,-1-5-9 0,-2 0-6 15,-3-4-3-15,-1-2-2 0,9-6-5 16,-13 1 0-16,-1 0-3 0,-1-3 0 0,-6 1-5 15,2-3-6-15,-9 8 1 0,-1 2 0 16,-6 1-3-16,0 0-1 0,-2 0-3 0,-2 2 1 16,0-1-4-16,-4 4 6 0,0-2-4 15,-1 3-9-15,0 8 10 0,-5-3-6 0,1 6-3 16,11 2 3-16,-33 8-1 0,6 5 4 16,3 5-3-16,0-1 4 0,8-3-4 15,4 3 1-15,3-5-2 0,3 1 5 16,4-3 0-16,2 1 5 0,4-1-1 0,1-2 1 15,3 1-1-15,4-4 6 0,3 0 0 16,2-1-4-16,2-4 5 0,4-2-1 16,-2 0 8-16,4-1-6 0,0-1 10 0,-1 1-3 15,-3-2 15-15,-3 1 1 0,-4 1-8 16,-3 2-7-16,2 1-2 0,-13 0-7 0,21 3-8 16,-12 0 0-16,0 6 0 0,0-1 0 15,0 4 0-15,-4-2 0 0,3 4 0 16,-3-1 0-16,2 0 0 0,-4-3 0 0,3 1 0 15,-2-3 0-15,-2 0 0 0,-1 0 0 16,3-2 0-16,-4-6 0 0,7 7 0 16,-4-2 0-16,-3-5 0 0,0 0 0 15,9 7 0-15,-9-7 0 0,24-4 0 0,-10 1 0 0,8-4 0 16,-1 2 0-16,1-5 0 16,-3 2 0-16,5 0 0 0,-10 3 0 0,-2 1 0 15,1 0 0-15,-4 0 0 0,2 1 0 16,-11 3 0-16,14 0 0 0,-14 0 0 15,11 7 0-15,-6-2 0 0,-1 3 0 0,0 0 0 16,-3 2 0-16,3-2 0 0,0 1 0 16,-1-1 0-16,1 2 0 0,1-2 0 0,-3-2 0 15,1 1 0-15,1 1 0 16,-4-8 0-16,6 10 0 0,-5-6-160 0,-1-4-357 16,8 5-145-16,-8-5-208 0,12 0-19 15,-12 0 102-15,0 0-678 0,30-11-912 16</inkml:trace>
  <inkml:trace contextRef="#ctx0" brushRef="#br0" timeOffset="56958.95">31470 16690 3808 0,'0'0'-31'0,"0"0"59"0,0 0 52 0,0 0 56 0,0 0 47 16,-3-10 25-16,3 10 0 0,0 0-3 0,0 0-3 16,0 0-7-16,7-5-8 0,-7 5-8 15,0 0-25-15,23 2-10 0,-23-2-7 0,22 0-12 16,-6-2-14-16,-3 2-11 0,3-2-14 15,-3-1-10-15,2-1-7 0,-4 1-8 16,5-2-6-16,-3-4-12 0,0-1-1 16,-3 0-1-16,-2-1-4 0,-5 1-6 15,-1-3-6-15,-4 5-5 0,-5 0-4 0,-7-2 7 16,-3 5-8-16,-8-1-3 0,-1 6 6 16,-10 4 22-16,-2 3 15 0,0 5 20 0,1 2 22 15,-5 9 27-15,12-4 1 0,1 2 8 16,2 3-6-16,8 0-2 0,4 0-1 15,6-4-5-15,2-1-101 0,4-4-18 0,3-1 0 16,2 2 0-16,2-1 0 16,7 1 0-16,0-1 0 0,3-1 0 0,3-1 0 0,0-5 0 15,3 2 0-15,-5-3 0 16,-1-2-151-16,6-2-330 0,-3 1-118 0,2-4-184 16,-5 0-125-16,-1 3 96 0,-1-1-704 15,2-1-961-15</inkml:trace>
  <inkml:trace contextRef="#ctx0" brushRef="#br0" timeOffset="57539.13">31951 17023 4208 0,'0'-8'30'0,"0"8"54"16,0-8 39-16,0 8 29 15,0 0 15-15,0 0 3 0,0 0-5 0,-5-10-15 16,5 10-13-16,0 0 16 0,0 0 9 15,0 0 4-15,-45 14 8 0,24-9 0 16,-3 2 4-16,-12 1-12 0,0-1-12 0,-5 0-15 16,-2 1-10-16,-2-2-15 0,-20 0-9 15,-4 2-11-15,-3-2-6 0,-10-2-8 0,-1 1-14 16,-7 1-3-16,-24 0-9 0,-7 2 2 16,1 0-10-16,-5 1-4 0,-3 3-2 0,2 0-4 15,4 1-10-15,4 4 0 0,6-5-2 16,4 4-3-16,8-1-2 0,1-1-2 15,20-2 0-15,2-2-3 0,-4 2-3 16,3-2 0-16,-2 2-3 0,0-3 0 16,0 1-1-16,-2 0 1 0,4-1-1 0,0-1-1 15,0 2 2-15,-3-2-4 0,4-3 3 16,2 1 2-16,3 1-5 0,4-2 0 0,3-1 1 16,-3 4-4-16,7-5 1 0,-3-1 2 15,13 0 0-15,-13 0-3 0,13 0-1 16,3 0 3-16,-1-2 0 0,1 2 0 0,-2-2 2 15,5 0-4-15,-5 2 2 16,5 1-1-16,-1-2 1 0,1 1-1 0,0 0-3 16,13 0 2-16,5 0-1 0,7-2 1 0,-1 0-1 15,5 3 1-15,3-3-1 0,0 0 0 16,13 0 4-16,-21 1-2 0,21-1 0 16,-16 1 2-16,16-1-2 0,0 0 0 0,-18 0-2 15,18 0 0-15,0 0 0 0,-16 2 0 16,16-2-8-16,0 0-37 0,0 0-58 15,-11 2-87-15,11-2-106 0,0 0-108 0,-6 4-96 16,6-4-155-16,0 0-203 0,0 0 72 16,0 0 88-16,4 14-543 0,-4-14-702 15</inkml:trace>
  <inkml:trace contextRef="#ctx0" brushRef="#br0" timeOffset="63821.14">20255 16365 3334 0,'4'-9'-57'0,"-3"2"49"0,-1 7 21 16,2-10 17-16,-2 10 13 0,0 0 2 16,0 0 15-16,0 0 27 0,0 0 9 0,-29 20-2 15,7 3-2-15,-1 1-8 0,0 0-1 16,1 3-2-16,3-3-10 0,-3 3-1 15,4-4-9-15,0 0-2 0,7-5-8 16,-1-4-7-16,5-2-3 0,0 0-6 16,-1-2 0-16,2-3-2 0,0 0 1 0,1-2 0 15,3 2-4-15,2-7 2 0,-8 5-3 16,8-5-5-16,0 0-3 0,0 0-3 0,0 0-3 16,0 0-7-16,11-33-2 0,-3 14-5 15,2 1-3-15,-3-3 2 0,3-6-2 16,2 0 6-16,-7 2-1 0,4 6-4 0,-1 1-1 15,-3 4 5-15,4-2 1 16,-6 3-2-16,3 2 4 0,-2 1 0 0,-3 3-1 16,3 0 0-16,0 0-3 0,-4 7-4 15,8-5 4-15,-8 5 1 0,0 0 0 0,20 9 0 16,-9-2-2-16,-2 5-4 0,5 3 3 16,-3 2 3-16,4 7-2 0,0-1 0 15,-2-3 6-15,-3-3-2 0,1-4-2 0,-3 1 3 16,-3-2-4-16,2-4 3 0,-2 1 0 15,-3-3 16-15,4 0 26 0,-3 0 21 0,-3-6 24 16,8 7 2-16,-8-7-8 0,0 0-7 16,0 0-8-16,19-13-9 0,-13 1-7 15,-1 1-4-15,4-5-6 0,-6-3-2 16,3 2-4-16,-2 3-4 0,-1-2-4 0,-1 3 8 16,2 1-1-16,-1 2-5 0,-3 2-8 15,2 1-6-15,-2 7-3 0,0-9-4 16,0 9 2-16,0 0-3 0,0 0-3 0,0 0 0 15,0 0 0-15,-27 26 1 0,16-14-2 16,2 0 0-16,-2 3 1 0,-3 0-4 0,1-1 0 16,1 1 2-16,1-6-4 0,0 2 3 15,3-1 3-15,0-3-3 0,1-1 5 16,2 0-2-16,-1-2 2 0,6-4-1 0,0 0-2 16,0 0 2-16,0 0 0 0,0 0-3 15,-23-10 2-15,23 10 3 0,-2-11 0 16,2 11 2-16,2-10-1 0,-2 10-1 0,5-10 0 15,1 4-1-15,1 2-1 0,-7 4 0 16,14-5-6-16,-5 3-2 0,-9 2-37 16,16-2-49-16,-16 2-67 0,19 2-94 15,-7 0-102-15,-5 1-132 0,4-1-229 0,-1 4 0 16,0-1 85-16,-7-2-366 0,5 3-466 16</inkml:trace>
  <inkml:trace contextRef="#ctx0" brushRef="#br0" timeOffset="69169.92">26679 17331 2906 0,'-17'-7'20'0,"2"2"11"16,3 1 17-16,6 2 31 0,6 2 47 0,-11-7 17 15,11 7-5-15,0 0-3 16,22-11-14-16,2 8-13 0,22 1-12 0,15-4-14 16,3 2-6-16,8 2-5 0,1 1-15 15,3-1-13-15,-1-1-20 0,-7 1-22 16,-1-2-23-16,-4 3-16 0,-15-1-7 0,-7 0 2 16,-5 0 9-16,-11 1 0 0,-3 1 4 15,-8-2-1-15,2 1 8 0,-9-1-4 16,-7 2 1-16,0 0 6 0,0 0 0 0,0 0 6 15,0 0 4-15,-47-11 19 0,7 8 2 16,-6 0 19-16,-3-1 9 0,-11 1 21 0,13-2 25 16,5 5 21-16,9-2 17 15,7 0 9-15,5 1 8 0,7 1-7 0,2-2 11 16,12 2 4-16,-12-2-6 0,12 2-18 16,0 0-12-16,0 0-10 0,38-7-7 15,-9 6-14-15,0-1-7 0,10-2-8 0,-6 4-2 16,-5-2-13-16,3 2-26 0,-1-1-44 15,-1 1-56-15,1 0-69 0,-3 0-75 0,0 0-75 16,-7 0-80-16,3 1-130 0,-3-1-207 16,-4 0 49-16,-2 0-352 0,1 0-488 15</inkml:trace>
  <inkml:trace contextRef="#ctx0" brushRef="#br0" timeOffset="75136.03">7590 15445 2738 0,'-20'-4'13'0,"7"1"24"0,1 0 23 16,1 1 20-16,11 2 28 0,-13-4 38 15,8 1 24-15,5 3-3 0,0 0-12 0,0 0-9 16,17-14 4-16,7 6-11 16,18-1-9-16,17 0-18 0,11-2-7 0,3 2-12 15,4 3-13-15,-1-3-44 0,2 4-63 16,-9 0-85-16,-5 1-115 0,-14 3-151 0,-3-3-250 15,-6 2 25-15,-10 1 74 0,-11 1-206 16,-4 0-227-16</inkml:trace>
  <inkml:trace contextRef="#ctx0" brushRef="#br0" timeOffset="75403.08">8320 15207 2242 0,'0'0'88'0,"5"-6"-6"0,-5 6-8 15,0 0 18-15,0 0 26 0,0 0 21 16,20 10 6-16,-15-2 5 0,3 1 10 16,-5 4-17-16,6 3-3 0,-6-1-13 15,1 3-5-15,-4-1 17 0,-2 1 0 0,-2 5-6 16,-8 4-8-16,-1 0-18 0,1 0-10 16,-10-2-8-16,-1-1-9 0,-4-2-6 0,1-1-8 15,-5-2-14-15,1 0-33 0,-1-4-43 16,2-1-57-16,7-3-78 0,1-2-89 15,-2-4-121-15,2 2-185 0,0-2-71 16,2-1 64-16,1-2-229 0,-4-1-277 16</inkml:trace>
  <inkml:trace contextRef="#ctx0" brushRef="#br0" timeOffset="76851.55">11192 14983 2096 0,'5'-11'-32'0,"-1"2"39"0,0 3 29 16,-2-1 17-16,1 0 27 0,-3 7 31 0,2-9 10 15,-2 9-9-15,0-8-2 0,0 8-10 16,0 0-13-16,0-8-6 0,0 8-2 0,0 0 4 16,-9-5 3-16,9 5-8 0,-19 3-1 15,19-3-13-15,-35 5-4 0,3 4-3 16,0 1-9-16,-1 2 0 0,8-2-4 0,3-3-8 16,3 0-11-16,8 0 8 15,-1-2-7-15,3-2-1 0,-1 0 0 0,-2 3 9 0,5 1 19 16,1 1 3-16,-2 4 6 15,4-2 15-15,2 3-4 0,1-2 4 0,2 3 19 0,5 2 5 16,4-1 0-16,11 8-10 16,2-5-10-16,5 1-3 0,-1-3-9 0,4 1-8 15,-3-7-4-15,-5-3-22 0,-2 0-34 16,-8-2-36-16,0 0-58 0,-2-2-78 16,-4 2-98-16,0-1-123 0,-1-1-131 0,-6-3-107 15,2 6 63-15,-2-6-242 0,0 0-297 16</inkml:trace>
  <inkml:trace contextRef="#ctx0" brushRef="#br0" timeOffset="77685.95">15514 14982 2284 0,'-11'-15'23'15,"0"3"15"-15,2 2 25 0,2 1 19 16,-1 2 32-16,-2 0 31 0,5 3 15 0,-1-2 7 15,6 6-15-15,-9-8-15 0,9 8-19 16,-8-4-6-16,8 4-6 0,0 0 7 16,0 0-6-16,0 0-2 0,0 0-11 0,8 26-3 15,1-16-19-15,4 6 3 0,6 6-7 16,-2-2-9-16,3 3-1 0,-5 1-11 16,-4-7-7-16,0 0-3 0,-6-1 1 15,-1-1 2-15,-4-1 16 0,-7 1 13 0,2 1 15 16,-6-1 4-16,-11 6-2 0,-3-3-4 15,0-2-2-15,-7-3-10 0,2 1-5 0,-5-3-13 16,-1-1-3-16,4 0-5 0,7-3-28 16,7-2-53-16,0 0-81 0,7 0-108 0,-1-1-123 15,5-1-143-15,-1 1-211 16,5-1 61-16,3-3-385 0,-11 8-501 0</inkml:trace>
  <inkml:trace contextRef="#ctx0" brushRef="#br0" timeOffset="79784.87">3885 15927 2655 0,'4'-4'-106'0,"-4"-4"42"0,2 4 36 16,-2 4 33-16,3-11 40 0,-3 11 34 0,0-9 21 16,0 9 22-16,0 0 8 15,2-10-1-15,-2 10-6 0,0 0-20 0,0 0-16 16,0 0 25-16,0 0 31 0,0 0 8 15,0 0 7-15,0 0-5 0,0 0-1 0,12 21-5 16,-10-15-7-16,2 3-9 0,-2-1-3 16,1 1-1-16,-1 1-11 0,2 0-7 15,-2-1-11-15,1 1-11 0,0 0-7 0,-1 2-5 16,2-3-8-16,-1 2-4 0,-1-1-7 16,0 1-5-16,0-2-7 0,0 2-1 0,3-2-8 15,-3 1-3-15,0-2-2 0,1-1-6 16,1 0-30-16,-3 0-40 0,-1-7-49 0,4 9-64 15,-2-1-83-15,0-3-82 16,-2-5-105-16,-2 10-191 0,2-10-69 16,-6 5 80-16,6-5-314 0,-10 4-403 0</inkml:trace>
  <inkml:trace contextRef="#ctx0" brushRef="#br0" timeOffset="80934.6">3910 15966 2323 0,'0'0'-86'0,"2"-14"30"15,-2 14 26-15,0-8 32 0,0 8 33 16,0-7 27-16,0 7 19 0,0 0 19 16,-2-12 18-16,2 12 14 0,-2-8 9 0,2 8 25 15,0 0-3-15,0 0-5 0,-2-6-6 16,2 6-17-16,0 0-10 0,0 0-22 0,0 0-1 16,0-11-18-16,0 11-8 15,0 0-9-15,0 0 6 0,0 0 11 0,0 0 12 16,0 0-1-16,13 23-4 0,-9-13 7 15,0 3 2-15,2 3-1 0,2-1-4 16,-1 3-4-16,0-1-12 0,5 1-3 0,-4 3-4 16,3-2-8-16,1-2-10 0,-3 2-4 15,4-4-4-15,-3 2-4 0,1-2-1 0,3-1-7 16,-3 0-3-16,0-1-3 0,1-3 1 16,-1-1-3-16,1 1-2 0,1-4 0 15,-5 2-5-15,4-4-2 0,-3 1 1 16,2-3 0-16,-11-2 0 0,20 2-2 15,-20-2 0-15,24-6-6 0,-12 2 3 0,0-1-4 16,1-3-1-16,-1 0 1 0,0-3-2 16,3-1-2-16,-3 2 1 0,1-2 0 0,0-1-3 15,-3-1 2-15,1-2 1 0,0-2-1 16,-2 2 2-16,-2-3-3 0,-3 2 1 16,0-3 0-16,-3 4 0 0,-1-3 3 0,-1 0-2 15,-3 1-6-15,-2-3 0 0,1 2 3 16,1 3-4-16,-2 1 0 0,0 1-2 0,2 4-4 15,-1 1-22-15,1-1-30 16,0 3-40-16,-2 4-50 0,6 3-77 0,-11-5-87 16,11 5-106-16,0 0-175 0,-20 5-106 0,15-2 64 15,-2 1-322-15,7-4-436 16</inkml:trace>
  <inkml:trace contextRef="#ctx0" brushRef="#br0" timeOffset="81368.07">4403 15962 2677 0,'6'-6'21'0,"-6"6"11"0,7-2-2 0,-7 2 9 16,0 0 37-16,0 0 27 0,0 0 43 16,22 8-3-16,-15-4-4 0,1 1-1 15,3 5-5-15,1-2-6 0,-2 3-18 0,-1-1-8 16,0 2-6-16,0 0 1 0,-4-2-5 15,2 0 3-15,-3-1-1 0,0 1-5 0,-1-3-3 16,0 0-1-16,1 0 9 0,-4-7 16 16,6 10 17-16,-6-10 7 0,1 5-17 15,-1-5-9-15,0 0-11 0,0 0-7 0,0 0-13 16,8-21-7-16,-5 6-6 16,6-2-5-16,-4-3-9 0,6 0-4 0,-3 2-5 0,2-1-7 15,-1 2-3-15,0 5-4 16,0-1-4-16,-2 7-4 0,2 0-5 0,2 1 0 15,-2 4 0-15,-9 1-3 0,20 6 2 16,-8 0-1-16,3 3-2 0,-1 1-1 0,1 3 1 16,-2-1 1-16,0 2-3 0,1 0-4 15,-3-1 1-15,2 1 2 0,-3-3-4 16,0-1-16-16,-1 0-24 0,-1-1-34 0,-2-3-50 16,-1 0-69-16,1 0-79 0,-1 0-88 15,2-5-149-15,-7-1-218 0,11 2 40 0,-11-2 83 16,0 0-311-16,21-10-394 0</inkml:trace>
  <inkml:trace contextRef="#ctx0" brushRef="#br0" timeOffset="81817.37">5139 15395 2742 0,'-6'-8'94'0,"4"1"-16"0,2 7-7 0,0 0 47 15,0 0 36-15,0 0 21 0,-7 29 12 0,9-6-3 16,2 13-3-16,-1 1-17 0,3 5-13 16,2-3-13-16,1 0-15 0,-1 2-15 15,-1-7-8-15,3 3-8 0,-2-4-11 0,-1-1-7 16,-3-6-6-16,1-6-7 0,-2-2-7 16,1-5-3-16,-2-1-2 0,0-1-7 15,-1-1-3-15,1-3-1 0,0-1-2 16,-2-6-3-16,0 0-7 0,0 0-4 0,0 0-5 15,0 0-4-15,0 0-3 0,0 0-1 16,-27-14-1-16,16 3-4 0,-1 2 0 16,1 1 2-16,-2 1-4 0,-3 1-3 0,-1 3 2 15,2 3-3-15,-1 0 3 0,0 3-1 16,-2 6 7-16,2 0 5 0,2 1-3 0,5 4 0 16,-3 3 2-16,6-4 0 0,2 1 1 15,4-1-2-15,0-1 1 0,7 0 3 16,-4-2-1-16,7 2-2 0,-1-3 4 15,5-3-2-15,2 1 0 0,0-3-5 16,1-4-27-16,-2 0-35 0,2 0-30 0,2-4-36 16,-3 1-54-16,-1-1-53 0,3-2-42 15,-6-2-41-15,4-2-42 0,-5-1-30 0,2-1-14 16,-1-2-8-16,-3-1 28 0,2-2-515 16</inkml:trace>
  <inkml:trace contextRef="#ctx0" brushRef="#br0" timeOffset="81967.17">5293 15883 2214 0,'10'-21'-74'15,"0"7"63"-15,-5 2 57 0,2 2 46 0,-2 3 30 16,-1 1 11-16,0 2 7 0,-4 4 47 15,0 0 28-15,0 0 6 0,0 0-19 16,24 12-13-16,-16-3-16 0,-1 2-12 0,-1 1-16 16,2 1-35-16,-1 0-9 0,1 2-9 15,-1-6-17-15,2 5-43 0,-4-6-32 16,1 1-67-16,-1-1-59 0,3 2-59 16,-4-8-81-16,0 2-130 0,-4-4-175 0,0 0 0 15,0 0-240-15,0 0-297 0</inkml:trace>
  <inkml:trace contextRef="#ctx0" brushRef="#br0" timeOffset="82101.44">5440 15548 2229 0,'-6'-8'7'0,"3"-2"8"0,-1 6-5 16,4 4-3-16,-4-8 2 0,4 8-2 16,0 0-1-16,0 0-3 0,0 0-38 15,0 0-58-15,0 0-106 0,0 0-198 0,0 34-137 16,4-21-37-16</inkml:trace>
  <inkml:trace contextRef="#ctx0" brushRef="#br0" timeOffset="82567.25">5614 15940 1685 0,'0'8'140'0,"0"-8"18"0,0 0 19 0,0 0 14 15,0 0 19-15,0 0-21 0,0 0-5 0,0 0-12 16,0 0-20-16,19-23-18 15,-11 15 2-15,-1 2-10 0,0-2-10 0,0 1-12 16,0 1-8-16,-3 0-5 0,1 1-8 16,-5 5 3-16,6-10-7 0,-4 3-1 15,-2 7-9-15,2-14-16 0,-4 7-2 0,-4-1-8 16,3-2-3-16,-7-1-6 0,2 1 0 16,-1 0-13-16,1 1 5 0,-4 2-5 0,1 1-7 15,2 6-2-15,9 0-2 0,-23 0 6 16,23 0-7-16,-20 0 0 0,20 0-4 0,-16 3 2 15,16-3-7-15,-12 2 13 16,12-2 3-16,0 0 5 0,0 0 5 0,0 0-8 16,0 0 2-16,50-16-3 0,-27 10-4 15,7-6 0-15,-7 5-3 0,-4 0 3 16,-2 4-7-16,-2-1 3 0,-1 4 4 0,-3 0 2 16,3 4 2-16,-3-1 4 0,0 2-1 15,-1 1 4-15,1 3-4 0,-1 0 0 0,0 1-1 16,-1 0 1-16,0 1-4 0,-3-4-2 15,2 1-4-15,-2 1-1 0,1-1 1 16,1-1-33-16,-4 0-39 0,2 1-50 16,-1-2-91-16,4-1-94 0,-5-2-138 0,6-1-252 15,-10-2 53-15,11 0 73 0,-11 0-218 0,20-5-268 16</inkml:trace>
  <inkml:trace contextRef="#ctx0" brushRef="#br0" timeOffset="82900.99">6263 15666 2356 0,'-4'-8'98'0,"1"4"32"0,-1-4 33 0,4 8 35 16,-5-9 4-16,5 9-7 0,-6-8-17 15,6 8-17-15,-2-6-14 0,2 6-21 0,0 0-7 16,-3-10-18-16,3 10-11 16,0 0-6-16,0 0-17 0,-1-8-1 0,1 8-8 0,0 0-10 15,0 0-5-15,0 0-3 0,-8-4-6 16,8 4-3-16,0 0-3 0,0 0-1 15,-21 12-2-15,13-2-2 0,-3-2 6 16,-1 5 9-16,1 3-1 0,2-5 3 16,-3 7-6-16,7-5 4 0,-1 1 1 0,2 2 7 15,4-4 11-15,2 2 10 0,6-2-6 16,-1 0-5-16,5-2-3 0,1-1-4 0,4-3-9 16,-2-1-3-16,8-1-10 0,0-4-34 15,6 0-38-15,2-3-68 0,6-3-67 16,3-2-67-16,-1-4-53 0,-1-5-54 0,-6 3-51 15,0-7-52-15,3-8-45 16,-5-4-18-16,-5-6-316 0,-2-1-320 0</inkml:trace>
  <inkml:trace contextRef="#ctx0" brushRef="#br0" timeOffset="83133.28">6767 15125 2086 0,'2'-59'-84'0,"-1"12"52"16,-4 7 55-16,-3 2 58 0,-2 1 51 16,-1 3 33-16,1 11 29 0,1 2 17 15,-2 4 9-15,4 5-19 0,-1 2-12 0,1 6-15 16,5 4 6-16,0 0-4 0,-20 14 18 15,15 5-2-15,-1 18-3 0,1 3-11 0,5 10-10 16,4 12-13-16,1 4-15 0,2 4-10 16,1 2-10-16,2 3-15 0,1-3-9 15,1-3-9-15,-3-3-12 0,2-4-9 0,-3-6-30 16,0-6-39-16,-2-11-36 16,-3-4-41-16,-1-9-52 0,0-7-56 0,0-4-32 15,0-3-49-15,0-5-61 0,-2-4-60 16,0-3-21-16,0 0-5 0,0 0-23 0,0 0 20 15,-11-27-435-15,5 11-339 0</inkml:trace>
  <inkml:trace contextRef="#ctx0" brushRef="#br0" timeOffset="83267.03">6738 15715 2236 0,'-11'-22'-16'0,"-1"2"63"16,3 5 55-16,-1-1 58 0,-3 3 52 0,-2 1 40 15,5 2 32-15,2 2 13 0,1 3-1 16,3-3-10-16,1 4-23 0,3 4-28 0,-9-10-28 16,9 10-16-16,-5-7-34 15,5 7-12-15,0 0-20 0,0 0-44 0,15-8-47 16,-15 8-94-16,17-3-96 0,-1 1-117 15,0 0-127-15,6-3-190 0,-3 0-94 16,-1-1 64-16,0-2-336 0,-1 1-435 0</inkml:trace>
  <inkml:trace contextRef="#ctx0" brushRef="#br0" timeOffset="83618.5">7041 15444 2850 0,'0'0'73'0,"0"0"29"0,0 0 46 16,0 0 21-16,-19 7 1 0,19-7-10 15,0 0-12-15,0 0-14 0,0 0-15 16,0 0-10-16,0 0-9 0,0 0-5 16,0 0-11-16,0 0-9 0,0 0-7 0,0 0-7 15,38-10-7-15,-28 6-9 0,-3-1-13 16,0-1-10-16,2 0-4 0,-4-2-8 16,-1 4-5-16,-4 4 1 0,2-10-6 0,-2 10-3 15,0 0 1-15,-20-7 1 0,20 7-1 16,-28 7-2-16,8 3 6 0,-5 6 20 0,-2 1 8 15,2 3 8-15,6 2 14 0,-2 0 4 16,10-3 2-16,1-2 5 0,2-3 9 16,5 1 2-16,1-1 2 0,2-2-1 0,4 0-2 15,1-3-8-15,4-1-5 16,7 1-3-16,5-3-5 0,3-4-19 0,5-2-44 0,14-1-53 16,-6-4-69-16,3-4-82 15,1-1-82-15,-3-2-72 0,-2-5-94 0,3-6-115 16,-12 1-67-16,-2-2 63 0,-2-3-250 15,2-10-318-15</inkml:trace>
  <inkml:trace contextRef="#ctx0" brushRef="#br0" timeOffset="84033.27">7592 14708 2271 0,'-4'-29'33'0,"0"5"64"0,-1 7 33 0,1 3 29 16,-1 6 9-16,2 3 26 0,3 5 31 15,0 0 14-15,0 0 13 0,-29 31 14 16,16 1 14-16,-1 14-6 0,3 7 5 15,2 6-15-15,-1 2-11 0,4 3-9 0,3-1-13 16,-5 3-29-16,6-1 1 0,1-4-14 16,1-14-21-16,0 1-16 0,0-7-10 0,-2-3-19 15,4-9-10-15,-4-7-9 0,4-4-11 16,-2-3-7-16,1-2-5 0,-1-4-7 16,0-1-1-16,0-8-10 0,0 9-5 0,0-9-15 15,0 0-18-15,0 0-24 0,0 0-27 16,0-31-29-16,-5 14-16 0,-2-3-1 0,-2-1-2 15,-2 1 2-15,-3 6 5 0,1 1 1 16,-6 5 10-16,2 6 3 0,-4 4 5 16,-11 8 6-16,-3 6 20 0,-1 8 27 15,11-2 15-15,0 4 16 0,6-2 19 0,6 0 9 16,6-5 3-16,3 1 3 0,6-5 4 16,0-1-9-16,3 1-5 0,5-2-3 0,3 0-6 15,0-2-5-15,3-2-14 0,-1-3-47 16,1 2-61-16,-4-6-65 0,1 4-81 15,-2-2-115-15,-6-1-138 0,1 1-168 0,-6-4-192 16,-4 13 49-16,-9 1 102 16,-24 10-546-16,-6 5-692 0</inkml:trace>
  <inkml:trace contextRef="#ctx0" brushRef="#br0" timeOffset="84533.66">4762 16498 3528 0,'-6'-8'-52'0,"-2"6"29"0,8 2 30 16,-13 0 34-16,13 0 30 0,-16 8 30 15,11 4 18-15,-1-1 23 0,1 5 5 0,3 1 5 16,0 1 1-16,4-1-13 0,3 4-1 16,3 0-6-16,4-4-7 0,1 0-11 0,8 0-5 15,6-2-6-15,-2-4-6 0,-1-6-11 16,3-1-6-16,-1-4-7 0,12-6-3 15,1-2-11-15,-5-3-4 0,0-1-7 16,-7-1 0-16,-5 1-6 0,-2-5-6 16,-3-1-1-16,-7 5-1 0,-5-1-5 0,-1-3-1 15,-4-1 1-15,-4-1-11 0,-3-5 0 16,-7-1-2-16,-1-1-3 0,-2 4-2 16,2 6-4-16,1 3 4 0,3 4-8 0,-2 2-6 15,-1 6 1-15,3 1-11 0,-5 5-24 16,3 3-32-16,-1 6-51 0,5-2-71 0,-2 3-67 15,7 2-51-15,1-3-77 0,5-3-122 16,-1-1-197-16,5-2 59 0,1-1-372 16,4-2-491-16</inkml:trace>
  <inkml:trace contextRef="#ctx0" brushRef="#br0" timeOffset="84918.42">5318 16566 2920 0,'0'0'66'0,"0"0"51"0,0 0 55 0,0 0 48 15,0 0 29-15,0 0 8 0,0 0-14 16,0-14-15-16,0 14-22 0,0 0-21 0,0 0-18 16,0 0-16-16,0 0-16 0,0 0-13 15,0 0-14-15,4-7-9 0,-4 7-7 16,0 0-10-16,3-10-7 0,-3 10-8 0,3-11-4 16,-1 2-7-16,-2 0-6 0,-2-3-5 15,-1-1-5-15,0-3 0 0,-3-1-10 16,3 2-2-16,-5 0-3 0,3 3-7 0,-2 3 0 15,2 0-7-15,-3 3 1 0,3 2-6 16,5 4 0-16,-12-5-2 0,12 5 1 16,0 0 2-16,0 0 7 0,0 0 11 15,0 0 8-15,0 0 9 0,0 0 14 0,21-12-1 16,9 0 13-16,-1 0-2 0,5 0 2 16,-7 5 9-16,-4 1-3 0,-4 4-1 0,-4 2 12 15,2 2 16-15,0 4 9 0,-4 6-2 16,1 3-7-16,-1 12-13 0,1-2-7 15,-3 2-8-15,3 1-14 0,1-1-53 0,2 2-74 16,5-4-116-16,9 6-140 16,4-2-163-16,3-4-235 0,-6-7-172 0,-3-3 110 0,1-1-721 15,-1-2-951-15</inkml:trace>
  <inkml:trace contextRef="#ctx0" brushRef="#br0" timeOffset="86888.52">4384 17253 4334 0,'-4'-11'-28'0,"3"6"19"0,1 5 1 16,-4-5 37-16,4 5 68 15,0 0 20-15,4 29-1 0,-1-8-9 0,7 12-9 16,-2 0-8-16,1-2-10 0,1 2-7 16,1-2-7-16,0 0-7 0,0-10-5 0,-4 1-5 15,-2-3-5-15,1-4-4 0,0-1-5 16,-2-4-11-16,-2-1-5 0,0-3-14 15,-2-6-26-15,2 5-26 0,-2-5-16 0,0 0-15 16,0 0-6-16,0 0-5 0,0-34-3 16,0 15-18-16,2-6 9 0,-4-2-2 15,2-11-6-15,-2-3 12 0,2 1 9 0,-4 0 8 16,2 3 4-16,2 9 9 0,-2 6 13 16,2 5 14-16,0 3 3 0,0 0-8 0,0 3 17 15,0 6 10-15,0 5 14 16,0 0 16-16,0 0 21 0,0 0 4 0,0 0 24 15,4 25 20-15,-4-9 22 0,-2 6 6 16,-4 2 7-16,2 0 6 0,-1 8-7 16,-1-6-11-16,2-5 3 0,1-3-6 0,-2-3-3 15,3-1-4-15,0-3 3 0,2-1 1 16,0-2-2-16,0 0 0 0,0-8 8 0,7 12 7 16,0-7-1-16,2 0-6 0,5 2-8 15,-1-2-8-15,0-1-3 0,1 4-13 16,4-1-10-16,0 2-2 0,1 1-8 15,-4 0 0-15,1 2-3 0,-1 0-4 16,-6 0-6-16,1 3 13 0,-2-3 7 0,-3 2 11 16,-3 0-10-16,-4 0 4 0,0 2-6 15,-1-2-7-15,-7 6-2 0,-2-3-5 0,-1 0-4 16,2-2-3-16,-3 1-4 0,0-5-9 16,3 0 0-16,0-2-3 0,-3-4-47 15,5-3-64-15,9-2-67 0,-14-2-84 0,14 2-72 16,-20-14-63-16,16 3-54 0,4 0-69 15,0-5-100-15,2 1-143 0,7-7 49 16,5-3-426-16,-1 5-587 0</inkml:trace>
  <inkml:trace contextRef="#ctx0" brushRef="#br0" timeOffset="87082.63">4737 17420 3096 0,'2'-8'-5'0,"-2"2"45"0,0 6 33 15,0-12 36-15,0 12-1 0,0 0-10 0,4-5-9 16,-4 5-14-16,0 0-3 0,0 0-8 15,12 22-1-15,-7-8 0 0,2 8-14 0,6 5-2 16,-2 2-6-16,-2 0-2 0,3 0-11 16,-3-4-33-16,-2-7-46 0,-1 1-44 15,0-4-52-15,0-1-60 0,0-1-66 0,-1-5-86 16,-1-4-151-16,1 2-31 0,-5-6-126 16,11 2-163-16</inkml:trace>
  <inkml:trace contextRef="#ctx0" brushRef="#br0" timeOffset="87266.19">4884 17270 2103 0,'-11'-19'150'0,"2"5"41"15,2 1 43-15,2 4 23 0,-1 1 1 0,1 0-13 16,4 2-24-16,1 6-28 0,-8-12-20 16,6 9-26-16,2 3-36 0,0 0-52 0,0 0-64 15,0 0-84-15,0 0-86 0,0 0-82 16,0 0-112-16,0 0-216 15,0 0 10-15,20 17 69 0,-17-5-100 0,-1 0-105 16</inkml:trace>
  <inkml:trace contextRef="#ctx0" brushRef="#br0" timeOffset="87634.17">5156 17156 1799 0,'-3'-7'73'0,"-3"-1"19"16,6 8 18-16,-3-8 11 0,3 8 8 0,-5-6 2 15,5 6-13-15,0 0-13 0,0 0 4 16,0 0 42-16,0 0 22 0,0 0 8 16,0 0-3-16,0 0 6 0,21 20 3 0,-14-13-3 15,-1-1-10-15,4 0-16 16,-1 2-18-16,-1-3-11 0,0 2-16 0,1-4-11 16,2 1-8-16,-2-2-28 0,-9-2-54 15,20 0-83-15,-20 0-108 0,27-4-116 16,-11-1-171-16,-2 0-210 0,0-2 65 0,-3 3-313 15,-1 0-403-15</inkml:trace>
  <inkml:trace contextRef="#ctx0" brushRef="#br0" timeOffset="88116.03">5377 17350 2455 0,'-16'2'74'0,"-2"0"41"0,0 0 39 0,6-2 48 16,12 0 37-16,-22 2 36 0,22-2 11 16,-16-2-1-16,16 2-9 0,0 0-30 0,-14-2-20 15,14 2-28-15,0 0-17 16,0 0-20-16,0 0-16 0,34-23-28 0,-4 11-67 0,9-3-87 16,-1 1-117-16,0 2-127 0,3-3-121 15,-7 5-211-15,-2-4-85 0,-12 5 74 16,-2 3-354-16,-7 2-456 0</inkml:trace>
  <inkml:trace contextRef="#ctx0" brushRef="#br0" timeOffset="88799.19">6052 16779 2957 0,'1'-20'115'0,"-1"3"50"0,-1 5 33 15,1 1 28-15,-2 3 12 0,2 1-5 0,0 7-27 16,-2-9-26-16,2 9-23 0,0 0-15 16,0 0 7-16,0 0-8 0,10 29-12 0,-3-5-9 15,1 7-11-15,1 7-5 0,1 1-12 16,1 0-9-16,-3 0-3 0,0-3-11 15,-1-2-4-15,-1 0-8 0,0-7-6 16,-3-7-3-16,-1-1-10 0,3-3 0 16,-3-1-6-16,-1-3 1 0,1-3-2 0,0 1 0 15,-2 0 2-15,2-3-1 0,-2-7-4 16,2 8 3-16,-2-8 0 0,3 7-8 0,-3-7-6 16,0 0-8-16,0 0-20 0,0 0-8 15,0 0-18-15,-24-26-4 0,12 16-18 16,-1 0 2-16,-6-2 4 0,2 1 0 0,-5 2 8 15,2 3 0-15,-5 0 8 0,0 6-1 16,4 0 5-16,-3 3-1 0,1 2 5 16,1 2 2-16,6 3 3 0,0 4 4 0,3-1 2 15,8 3 2-15,0 1 3 16,5-2 2-16,2 4 0 0,6 2 1 0,1-3 10 0,9 6-7 16,0-5 3-16,0-5 3 15,0-4-3-15,4-1 1 0,-1-3 2 0,-1-6 1 16,3 0-4-16,-3 0-11 0,3-4-14 15,-1-4-20-15,-1 0-26 0,2-1-34 16,2-6-30-16,-1 1-15 0,-1-4-9 0,-1 1 0 16,-3 1 16-16,1-1 10 0,-4 2 14 15,-5 3 15-15,0 1 11 0,0 3 12 0,-4 1 19 16,0 0 10-16,2 1 13 0,-4 4 11 16,-5 2 16-16,15 0 5 0,-15 0-1 15,18 8 10-15,-7 0-10 0,-2 3 15 0,1-1-8 16,-1 2 8-16,2 2-2 0,-1-1-21 15,0-2-24-15,-1 3-37 0,-3-3-45 16,2 0-54-16,-1-4-66 0,-3 1-94 16,1-3-149-16,-3-1-24 0,-2-4-125 15,0 0-136-15</inkml:trace>
  <inkml:trace contextRef="#ctx0" brushRef="#br0" timeOffset="88966.05">6397 17001 1806 0,'-8'-13'128'0,"0"5"16"0,3 1 2 0,-1 0 36 0,3 0 24 0,3 7-4 0,-9-6-20 0,9 6-17 0,-5-7-22 15,5 7-53-15,-4-7-52 0,4 7-63 16,0 0-60-16,0 0-71 0,0 0-117 16,0 0-197-16,0 0-53 0,14 20-123 0,-8-9-144 15</inkml:trace>
  <inkml:trace contextRef="#ctx0" brushRef="#br0" timeOffset="89399.18">6429 17201 1824 0,'-1'9'127'16,"1"-9"28"-16,0 0 4 0,-4 5 12 16,4-5 27-16,0 0 7 0,0 0-14 15,0 0-21-15,0 0-11 0,0 0-20 16,30-12-8-16,-18 8-15 0,-3 0-6 0,1 2-17 15,-1-2-6-15,-9 4-9 0,13-5 1 16,-13 5 3-16,12-3 14 0,-12 3 21 16,0 0 16-16,7-5-10 0,-7 5-14 0,0 0-4 15,0 0-19-15,-11-18-7 0,3 12-9 16,3-1-6-16,-5-1-9 0,3 2-6 0,-3-2-5 16,1 3-8-16,-1-1-2 0,2 2-6 15,-1 0-5-15,1 0-5 0,8 4 0 16,-14-4-7-16,14 4 2 0,-12-2-7 15,12 2 2-15,0 0 0 0,-12 0-1 0,12 0 0 16,0 0 2-16,0 0-2 0,0 0 1 16,0 0 0-16,0 0 0 0,42 0-4 15,-29 2 0-15,3 0 3 0,-3 0-6 0,0 2 1 16,-1-2 0-16,1 0-2 0,-2 1 3 16,-1 0 1-16,2 1 0 0,-3-2-3 15,2 1 2-15,-1 1-2 0,-1 0-1 0,-9-4-22 16,18 6-46-16,-11-6-77 0,-7 0-65 15,17 6-78-15,-9-4-91 0,3 0-160 16,-11-2-137-16,18 0 63 0,-18 0-325 16,15-4-417-16</inkml:trace>
  <inkml:trace contextRef="#ctx0" brushRef="#br0" timeOffset="89765.34">6923 16968 2863 0,'0'0'128'0,"0"0"20"15,-6-12 22-15,6 12 6 0,0 0-7 0,0 0-17 16,-2-7-15-16,2 7-12 0,0 0 7 16,11-5-4-16,-11 5-6 0,14-5-8 15,-3 3-11-15,1-3-10 0,1 0-8 0,0 0-9 16,1 0-5-16,-3 0-8 16,3-2 2-16,-5 1 4 0,1 2 18 0,-3-4-4 0,-1 4-4 15,-6 4-7-15,8-11-6 16,-6 5-10-16,-2 6-3 0,0 0-9 0,0 0-13 15,-22-8-2-15,22 8-4 0,-32 14-1 16,7 0-2-16,-2 5-2 0,3-2-3 16,1 4-3-16,2-1-4 0,8-1 0 0,-1-4 0 15,7 3 1-15,-1-2 3 0,3 1 1 16,3-3-3-16,2 1 2 0,0-4 0 0,4 1 6 16,1 2-2-16,5-1 0 0,2-3-3 15,4 0-2-15,5-3-23 0,3-3-52 16,1-2-77-16,2-2-98 0,12-4-91 15,1-3-102-15,-1-2-150 0,-3-4-125 16,3 2 68-16,-5-3-376 0,-5-1-487 0</inkml:trace>
  <inkml:trace contextRef="#ctx0" brushRef="#br0" timeOffset="90015.3">7521 16324 2969 0,'-12'-16'30'0,"5"6"38"0,-2 3 34 15,0 2 57-15,-2 2 9 0,11 3 3 16,0 0 2-16,-26 12-3 0,15 5-1 16,-2 12-3-16,2 5-6 0,2 2-12 15,6 5-11-15,-1-2-14 0,-1 5-12 0,5 0-10 16,3-1-9-16,1 0-10 0,1-1-8 16,3-1-4-16,-1-3-7 0,3-4-30 0,1 0-23 15,3-1-51-15,-1-3-64 0,0-4-73 16,5-3-64-16,-4-7-83 0,0-8-103 15,1-4-136-15,1-4-82 0,0-4 62 0,6-2-245 16,2-10-314-16</inkml:trace>
  <inkml:trace contextRef="#ctx0" brushRef="#br0" timeOffset="90565.88">7839 16191 2253 0,'-3'-55'-9'0,"-7"-3"59"0,3 7 64 0,-1 15 45 15,-2 1 43-15,3 4 15 0,1 6 18 16,-2 8 19-16,4 1-24 0,-1 2-17 0,1 4-23 15,2 3-28-15,1 1-13 0,1 6-15 16,0 0 4-16,0 0 4 0,-13 32 9 0,13 8 17 16,0 6 24-16,2 18 7 0,-2 7 6 15,0 11-3-15,5 19 17 0,1 3-15 16,-5-22-17-16,1 20-20 0,-2-19-15 0,2-4-16 16,0-4-11-16,-2-6-18 15,4-2-11-15,-3-7-8 0,1-16-6 0,2-4-14 0,-4-9-23 16,2-8-15-16,1-3-6 15,-2-5-16-15,1-5-16 0,0-2-36 0,0-5-43 16,-2-3-13-16,0 0-22 0,0 0-26 16,13-27-21-16,-11 10-19 0,1-4-5 0,-3-5-3 15,0-11 10-15,-3 3 19 0,-3-1 14 16,1 10 21-16,-1 7 6 0,-4 1 20 0,1 1 18 16,-2 6 15-16,-1 1 23 0,-1 3 26 15,-3-1 14-15,5 1 23 0,0 2 13 16,2 2 11-16,0 0 5 0,2-2-1 0,7 4 1 15,-12-4 8-15,8-1-5 16,4 5 5-16,0 0 1 0,6-12-4 0,4 4-4 16,6-2-1-16,8-7-4 0,2-3-5 15,3 3-3-15,9-8-6 0,-8 4 1 0,1 3 5 16,-1-1-12-16,-3 5 0 0,-4 4-6 16,-6 3 1-16,-3 3-5 0,1 3 3 0,-5 1 1 15,1 3 9-15,0 4 6 0,1 2 0 16,-5-1-2-16,2 4-2 0,-2 0 0 0,-1 4-4 15,-5-3 0-15,3 5-2 0,-2-3-10 16,0-1-33-16,0 1-39 0,-4-1-47 16,4-2-59-16,-2-1-85 0,0 1-82 0,1-2-90 15,-1-3-124-15,0-1-157 16,0-6 63-16,0 0-383 0,0 10-502 0</inkml:trace>
  <inkml:trace contextRef="#ctx0" brushRef="#br0" timeOffset="90715.95">8126 16511 2994 0,'-4'-13'90'0,"-1"1"37"0,0 5 31 0,3-3 18 0,-2 6-5 15,4 4-19-15,-2-12-15 0,2 12-28 0,-1-8-54 16,1 8-99-16,1-9-119 0,-1 9-149 16,8-8-215-16,2 4-67 0,3 3 62 15,6 2-147-15,5 1-175 0</inkml:trace>
  <inkml:trace contextRef="#ctx0" brushRef="#br0" timeOffset="91381.82">8427 16351 2177 0,'-25'-4'203'16,"2"2"21"-16,2 4 22 0,2 4 15 0,-2 0 4 15,-4 8-6-15,0 5-14 0,6 1-16 16,2 4-12-16,4 1-9 0,6-2-20 16,2-1-9-16,3-3-13 0,4 4-16 15,4-1-15-15,2-1-15 0,-1-2-5 16,4-2-14-16,3 0-9 0,-1-2-6 0,3-2-6 16,0-7-7-16,-2 1-8 0,1-4-7 15,3 1-4-15,-4-4 0 0,2-2-8 0,1-1-4 16,-2-2-3-16,3-4 3 0,-1-1-5 15,-3-2-2-15,-2-2-4 0,-1-3-2 16,-4 0-4-16,-1-3-2 0,-5 3-5 0,-1-3 2 16,-1 3-8-16,-10-1 1 15,4 1-1-15,-4 0-5 0,-5 2-5 0,1 3-1 0,-2 0 1 16,0 4-1-16,1 1-1 0,4 2-2 16,-4-1 3-16,5 1-2 0,3 2-2 15,-2 0 2-15,10 3-6 0,-13-4-5 16,13 4 4-16,0 0 1 0,0 0 8 0,0 0 5 15,0 0 1-15,0 0 1 0,0 0 1 16,13 19 8-16,-1-16-7 0,3 1-1 16,4-3-1-16,0-1 3 0,0-1 5 0,4-1-7 15,1-1 0-15,-2-1 3 0,1-1-2 16,-2 0 29-16,-3 0 4 0,-2 1 0 0,-3 3 4 16,1-1 2-16,-14 2 13 0,22 5 59 15,-10 5 23-15,-1 4-1 0,3 3-3 0,-5 0 9 16,9 7-9-16,-7-5 4 0,-2-2-6 15,5 1-138-15,-1-3 0 0,1 1 0 16,1-4 0-16,0-2 0 0,4-3 0 16,4-2 0-16,0-5 0 0,4-3 0 15,9-3 0-15,0-4 0 0,-2-3 0 0,-2 1 0 16,-3-1 0-16,-6 3 0 0,-6 2 0 16,-3 2 0-16,-3 0 0 0,-1 3 0 0,-3 3 0 15,-7 0 0-15,15 3-49 0,-15-3-667 16,14 8-237-16,1-2 32 0,11 6 99 0,10 0-787 15,14 3-1048-15</inkml:trace>
  <inkml:trace contextRef="#ctx0" brushRef="#br0" timeOffset="94015.97">6883 18016 4335 0,'-10'-6'-109'0,"10"6"28"15,-11-4 47-15,11 4 44 0,-8-5 31 0,8 5 13 16,-7-6-4-16,7 6-4 15,-5-5-1-15,5 5-12 0,0 0-10 0,-7-5-15 0,7 5-12 16,0 0-16-16,0 0-16 16,0 0-1-16,0 0-8 0,0 0 5 15,0 0-2-15,0 0 7 0,0 0 2 0,0 0 5 16,0 0 4-16,0 0 4 0,0 0-1 16,0 0 9-16,0 0 9 0,0 0 13 0,0 0-2 15,0 0-1-15,0 0-7 0,14-12 12 16,-14 12 5-16,2-8 4 0,-2 8 2 15,0-11 0-15,0 11 4 0,-2-10 1 0,0 2 5 16,2 8-6-16,-10-9-2 0,4 5 0 16,-3 0-4-16,9 4 0 0,-21 0-4 15,21 0 1-15,-29 8-3 0,14-4 6 0,2 5 4 16,0 1-1-16,2 0-6 16,2-3 4-16,6 3 0 0,-3 2 4 0,4-4-1 15,4 1 9-15,2-1 15 0,1-2 11 16,4 2 13-16,0-3 5 0,4-3 7 15,2-2 2-15,0 0 0 0,5-2 0 0,2-5 4 16,6-3 3-16,-3 0 7 0,-9 1 1 16,1-1 1-16,-2-3 6 0,-4-1-13 15,-5 2-7-15,4 0-10 0,-4-3-10 0,-1-2-13 16,-3 3-1-16,-6-4-5 0,6 2-5 16,-4 1-8-16,1 1-5 0,-1 2-11 0,2 2-15 15,-2 2-26-15,0-1-20 0,2 9-27 16,-2-10-3-16,2 10-7 0,0 0-4 15,0 0-8-15,0 0-27 0,0 0-12 0,-17 23 10 16,15-12 3-16,2-3 12 16,0 3 17-16,0-1 0 0,3 2 11 0,-1 0 24 15,4 3 41-15,2 1 19 0,1 4 19 16,4 8 17-16,1-1 9 0,3 3 5 0,2 2 5 16,-1-1-3-16,4 8-4 0,-1 0-5 15,-3-4-3-15,4 3-1 0,-3-5-4 16,-6-2-4-16,-1 0-3 0,1-3 10 0,-3-5 20 15,-2-5 0-15,-5-2 13 16,1-1 27-16,0-3 19 0,-4 0 23 0,-2 1-1 16,-5-2-4-16,-3 1-9 0,-2-2-13 15,-6 0-15-15,-1-2-9 0,-5-2-11 16,1-2-10-16,-1-1-3 0,1-1-11 0,-2-6-7 16,2-1-20-16,-2-1-36 0,-1-10-41 15,3 4-50-15,9-2-59 0,0 2-66 0,4 2-88 16,0-2-94-16,8 3-75 0,2 1-99 15,2-2-145-15,7-1-31 0,-2 1 82 16,4 2-418-16,8-3-554 0</inkml:trace>
  <inkml:trace contextRef="#ctx0" brushRef="#br0" timeOffset="94781.23">7851 17726 2625 0,'2'-12'75'0,"0"4"33"0,2 2 24 16,-4 6 29-16,2-9 2 0,-2 9-3 0,0 0-15 16,1-8-18-16,-1 8-14 0,0 0-16 15,0 0-2-15,0 0-12 0,0 0-10 16,0 0-4-16,0 0-9 0,20 17-3 16,-20-9-5-16,0-8 1 0,-2 18-12 15,0-9-1-15,-3-1-3 0,-4 4-3 0,0-1-8 16,-1-1-1-16,1-2-1 0,-4 1-12 15,2-4-9-15,0-2-10 0,2-1-6 0,9-2-2 16,0 0-1-16,-25-12 1 0,16 5-1 16,2-1 3-16,2-2 5 0,-1 1 3 15,1 1 13-15,1 2 0 0,4 6-7 0,-3-10 0 16,3 10 0-16,0 0 2 0,0 0 1 16,0 0 0-16,0 0-4 0,0 0 0 15,0 0 1-15,0 0 2 0,27 21 0 16,-18-14-7-16,-6-2-46 0,5-1-83 15,-5 0-87-15,-3-4-96 0,12 10-135 0,-8-6-182 16,-4-4 56-16,0 0-183 0,6 5-251 16</inkml:trace>
  <inkml:trace contextRef="#ctx0" brushRef="#br0" timeOffset="95398.35">7355 17887 2231 0,'-20'3'72'0,"12"-3"24"0,8 0 21 0,-15 6 21 0,15-6 12 0,-9 2 7 0,9-2-10 16,0 0-14-16,-11 4 10 0,11-4-5 15,0 0-1-15,0 0 10 0,0 0-3 0,20 11-12 16,-20-11-9-16,27-2-11 16,-13-3-9-16,4 1-12 0,0-2-3 0,0-3-12 0,-1-3-4 15,-4 3-6-15,0 1 1 16,-1-2 2-16,-2-1 5 0,-5 0 9 15,3-2 1-15,-6 1-2 0,-2 1-6 0,-2-1-4 16,-2-4-5-16,-2 1-11 0,-1-1-4 16,0-1-4-16,-6 1-6 0,2 3-6 0,0 1-4 15,-1 1-5-15,3 3-4 0,-2 2-7 16,1 0 2-16,-3 2-6 0,6 2-2 16,7 2 2-16,-20-5-4 0,20 5-3 0,-9-1-1 15,9 1 2-15,0 0-2 0,-12-5 1 16,12 5 4-16,0 0 0 0,17-12 2 15,-4 3-1-15,9-1-2 0,-6 0-1 16,5-1 1-16,-1 1-3 0,-2 2 0 16,-2 1-3-16,-1 3-1 0,-3 1 0 0,3 3-2 15,-2 3 4-15,0 2 1 0,1 2 2 16,-3 2 4-16,0 1-2 0,1 5 0 0,1-1-1 16,1 1-4-16,-3 2 0 0,0 1 0 15,1-3 2-15,-1 1-24 0,-3-1-36 16,0-1-50-16,0-4-78 0,1 2-78 0,-4-3-60 15,2 0-89-15,0-1-131 0,-3-4-161 16,3 0 63-16,-7-4-314 0,12 4-432 16</inkml:trace>
  <inkml:trace contextRef="#ctx0" brushRef="#br0" timeOffset="96430.89">7921 17563 2579 0,'0'-5'46'0,"0"5"36"16,2-7 13-16,-2 7 5 0,0 0 10 0,4-9 4 15,-4 9-11-15,0 0-15 0,0 0-5 16,0 0-8-16,0 0-11 0,0 0-3 16,0 0-7-16,0 0 1 0,0 0-3 15,12 19 7-15,-12-19 2 0,0 11 1 16,0-11-6-16,-6 12 6 0,-2-6-7 0,3 1-10 0,-5-2 4 16,0-1-6-16,-1 1-3 15,11-5-7-15,-17 4-2 0,7-4 4 0,10 0-10 16,0 0-5-16,-25-4 2 0,25 4-6 15,-11-5-2-15,11 5-4 0,-10-4-3 16,10 4-2-16,0 0-3 0,0 0 6 0,0 0-8 16,0 0 6-16,0 0-3 0,0 0 1 15,33-8-2-15,-20 6 1 0,3 0-3 16,3 2-11-16,-2-6-7 0,3-1 6 0,9-5-19 16,-2-2-8-16,-2-1-9 15,-2-4-4-15,-3 0-3 0,0-3 3 0,-5-2-5 16,-4-4 0-16,0-2-1 0,2 1 5 0,-8-6 10 15,1-1-1-15,-3-2 3 16,-1-3 4-16,-4-2 9 0,0 0 4 0,-3 2-1 16,-1 3 13-16,1 7 23 0,-2 6-7 15,5 6 2-15,-3 3-6 0,1 8-6 0,2 5 2 16,2 3 13-16,0 0 10 0,-21 20 8 16,16 0 6-16,-5 16 1 0,9 9 18 15,-3 13 10-15,8 6 2 0,1 4 8 0,4 1-1 16,5-3 0-16,1 6 27 0,4-4 13 15,-2-3-10-15,4-3-8 0,-3-3-6 16,-2-7-10-16,-4-2-2 0,-4-14-6 16,-3-4-5-16,-1-3 2 0,-2-10 1 15,-2-1 3-15,0-5 2 0,-2-1 15 0,-2-3-5 16,3-4-6-16,1-5-7 0,0 0-8 16,0 0-7-16,-24-21-4 0,17 1-7 0,1-13-3 15,1-4-1-15,0-6-8 0,5 0-5 16,2 0-1-16,3 6-4 0,-2 2-1 15,-1 10-3-15,0 3-2 0,0 5 0 0,2 5-7 16,-2 0-4-16,-1 4-1 16,-1-1-2-16,4 3 0 0,3 0 2 0,-7 6-2 0,9-5-1 15,-2 2-1-15,-7 3 1 0,20-3 2 16,-7 1-11-16,2-2-10 0,2-1-10 16,2-2-7-16,3-1-4 0,2-8-6 15,-1-2-6-15,-2 1-5 0,-3-7-9 16,-2-3-4-16,1-6-10 0,-2 1 2 0,-2-11-2 15,-1 2-4-15,-1-10 2 0,-3 0 4 16,0-5 14-16,0 1 0 0,-5 1 12 0,1 15 0 16,-4 1 25-16,2 11 19 0,-2 6 18 15,0 4-2-15,-2 4-7 0,2 6 4 16,0 7 22-16,0 0 9 0,0 0 8 0,-29 46 4 16,18-11 6-16,2 5 2 0,-1 11 4 15,2 1 2-15,7-5-4 0,-1-3-9 16,4 2-2-16,1-1-4 0,3-5-5 0,-1-2-2 15,4-4-5-15,0-5-1 16,0-5-1-16,1-9 1 0,1-5-2 0,0-3 0 16,3-5-3-16,3-4-3 0,2-5 3 15,3-3-7-15,0-7 2 0,1-1 0 0,-2-1-3 16,-1 3 4-16,-8 5 4 0,0 2 4 16,0 0 5-16,-7 3-5 0,2 0-5 15,-3 1-6-15,-4 5-10 0,12-3 8 0,-12 3-4 16,0 0-1-16,0 0-1 0,27 8 1 15,-20-4-7-15,3 1-10 0,-3 0-33 0,3 2-52 16,-1-2-65-16,-3 3-86 0,3-1-77 16,1 1-57-16,0-2-122 0,-1 0-207 15,3-2 30-15,3-2-375 0,0-2-523 16</inkml:trace>
  <inkml:trace contextRef="#ctx0" brushRef="#br0" timeOffset="96581.68">9207 17377 3148 0,'0'0'166'0,"-20"23"67"0,-5-3 51 0,-3 0 33 15,-12 6 20-15,-6 3 3 0,0-2-11 0,-2 0-28 16,5 1-30-16,0-1-29 0,4-2-26 16,1 0-31-16,7-5-74 0,1 0-106 0,3 2-129 15,-2-2-141-15,4 1-136 16,-3 0-175-16,3-1-223 0,-2-1 79 16,2 1-504-16,7 1-688 0</inkml:trace>
  <inkml:trace contextRef="#ctx0" brushRef="#br0" timeOffset="103312.66">17416 13350 591 0,'-4'-4'338'0,"4"4"-62"0,0 0-44 15,-2-8-10-15,2 8-5 0,-4-5-3 16,4 5-6-16,0 0-5 0,0 0 1 0,0 0-6 16,-4-12 0-16,4 12-6 0,0 0-1 15,0 0-3-15,-2-7-3 0,2 7-4 0,0 0-3 16,0 0-7-16,0 0-10 0,0 0-9 15,0 0-10-15,0 0-14 0,-4-7-13 16,4 7-9-16,0 0-11 0,0 0-10 16,0 0-8-16,-21 2-3 0,21-2-13 0,-15 2-4 15,4 1-1-15,-1 0-4 0,-1 3-5 16,1 0-2-16,-1-1 0 0,0 2 0 0,0 0-1 16,0 3 1-16,-5-1 8 0,2 1 3 15,-2 2 1-15,2 3 5 0,2-3-1 0,-10 5 3 16,5 3-6-16,2-3 4 0,-2 4 9 15,4-3 7-15,3 0-3 0,-3 6-2 16,0 1 2-16,4-4 1 0,1-2 6 0,2 1 2 16,3 2 3-16,1-3-5 15,2 1 0-15,0-1 4 0,4-1-4 0,0 1-5 0,3 2 9 16,4-2-4-16,2-1-7 16,0 0-2-16,6 2 4 0,7-1-8 0,-1-2-2 15,4-2-7-15,6-4-60 0,-1-1 0 16,3-2 0-16,1-2 0 0,-4-2 0 0,-3-2 0 15,2-2 0-15,-3 0 0 0,8-4 0 16,-3 0 0-16,1-3 0 0,-2-3 0 0,0 0 0 16,-1-4 0-16,-1-2 0 0,-1-1 0 15,0-2 0-15,-3-1 0 0,-1-2 0 0,0-5 0 16,-4-1 0-16,-2-1 0 0,1-6 0 16,-8-1 0-16,-1-2 0 0,-4 1 0 15,-5 1 0-15,-2 5 0 0,-6-4 0 0,-6 2 0 16,-1 4 0-16,-8 2 0 0,-2 5 0 15,-8 1 0-15,-3 6 0 0,-4 5 0 16,2 1 0-16,-4 5 0 0,-2 4 0 16,3 1 0-16,-2 4-148 0,1 2-180 0,2 0-81 15,2 3-88-15,-1 0-103 0,7 2-151 16,-1 2-67-16,13-1 97 0,2-1-612 0,9 1-789 16</inkml:trace>
  <inkml:trace contextRef="#ctx0" brushRef="#br0" timeOffset="104179.25">17877 13830 3467 0,'-6'-7'-73'0,"3"2"46"0,-4-2 32 16,7 7 35-16,-5-10 38 0,3 5 34 16,2 5 25-16,-6-8 8 0,6 8 1 15,-2-9 0-15,2 9-10 0,0 0-6 0,-1-8-5 16,1 8-12-16,0 0-7 16,0 0-10-16,5-7 2 0,-5 7-3 0,16-5-5 0,-5 5-5 15,4-2-1-15,6 0-3 0,6 0-5 16,3 2-8-16,12-2-9 0,2-2 0 15,1 4-6-15,2-1-7 0,-2 1-10 16,-1-1 3-16,1-1-9 0,-6 0 0 0,1 0-1 16,-10 0 13-16,-1 1 14 0,-4-1 14 15,1 1-3-15,1-2 16 0,-1 1-15 0,1 0 6 16,16 0 14-16,-2 2 3 0,3-2-8 16,0 2-12-16,3 2-1 0,3 0-7 15,2 2 6-15,5-1-17 0,-8 1-2 0,-1 2-1 16,-3-2-4-16,-4 0-4 0,-9 0 2 15,-9 0-14-15,-4-4 7 0,-1 5 11 0,-6-4 13 16,-1-1 7-16,-11 0-3 16,22 4 10-16,-15-4 4 0,-7 0 4 0,18 2 0 0,-18-2-6 15,14 0-1-15,-14 0-15 16,18 0-3-16,-18 0-5 0,18-2-15 0,-18 2-37 16,14-4 0-16,-14 4 0 0,16-1 0 15,-16 1 0-15,17-5 0 0,-17 5 0 0,15 0 0 16,-15 0 0-16,19-2 0 0,-5 0 0 15,2 0 0-15,7 2 0 0,1 0 0 0,4 0 0 16,12 2 0-16,1 0 0 0,2 0 0 16,-5-2 0-16,-8 3 0 0,-7-1 0 0,-4-1 0 15,-1-1 0-15,-6 0 0 0,-1 2 0 16,0-2 0-16,-11 0 0 0,17 0 0 16,-17 0 0-16,13-2 0 0,-13 2 0 0,11 2 0 15,-11-2 0-15,0 0 0 16,14 0 0-16,-14 0 0 0,0 0 0 0,0 0 0 15,0 0 0-15,20 0 0 0,-20 0 0 16,0 0 0-16,0 0 0 0,0 0-275 0,0 0-199 16,0 0-202-16,0 0-246 0,0 0 77 15,0 0 90-15,0 0-688 0,0 0-894 0</inkml:trace>
  <inkml:trace contextRef="#ctx0" brushRef="#br0" timeOffset="104899.16">20077 13611 3624 0,'-1'-9'-192'0,"1"3"45"0,-2-3 48 0,0 2 48 0,2-2 46 16,-2 3 34-16,2 6 28 0,-4-16 17 15,4 9 6-15,0 7 14 0,-3-10-1 0,3 10 4 16,-2-9-3-16,2 9-2 0,-6-8 0 15,6 8 10-15,-6-6 2 0,6 6 6 0,0 0 4 16,-19 0 11-16,19 0 3 0,-25 9 6 16,13-2 3-16,-1 2 1 0,-1 3 14 0,-8 5-10 15,-1 3 15-15,7 1-13 0,-4 4 8 16,6-2 1-16,-2 2 20 0,3 2-11 0,-3-1 0 16,5 1-6-16,6-5 5 15,0-1-4-15,1-3 0 0,4 3-4 0,4-2-4 16,1 5-5-16,2-4-2 0,2 9-4 15,9-2-8-15,-2 2-10 0,7-6-9 0,-1 0-59 16,3-3-52-16,0 1 0 0,0-4 0 16,0 0 0-16,4-5 0 0,-6 0 0 15,-3-5 0-15,4 0 0 0,-1-2 0 0,2 0 0 16,-2-2 0-16,1 1 0 0,-3-4 0 16,6-2 0-16,-2 0 0 0,2-1 0 0,-4-2 0 15,2 0 0-15,0-2 0 16,6-7 0-16,-1 0 0 0,-3-3 0 0,2-1 0 0,-6-1 0 15,1-4 0-15,-5 3 0 16,3-3 0-16,-8 2 0 0,4-6 0 0,-9 7 0 16,0 1 0-16,2-2 0 0,-6 1 0 15,1-3 0-15,-5 1 0 0,-1 2 0 0,-1-4 0 16,-7-7 0-16,-4 0 0 0,-3 2 0 16,-6 0 0-16,-7-2 0 0,-7 4 0 0,-4 2 0 15,-6 3 0-15,2 5 0 0,3 3 0 16,1 4 0-16,0 3 0 0,-1 2 0 0,8 5 0 15,-13 0 0-15,6 4-670 16,-1 1-255-16,-3-1-7 0,7 5 105 0,-2 3-818 16,4 2-1083-16</inkml:trace>
  <inkml:trace contextRef="#ctx0" brushRef="#br0" timeOffset="106079.5">17309 13616 4082 0,'2'-9'-258'15,"-2"9"47"-15,1-7 43 0,-1 7 44 0,4-8 41 16,1 3 32-16,-3 0 27 0,-2 5 20 16,1-9 27-16,-1 9 21 0,6-10 23 0,-6 10 19 15,4-9 10-15,-4 9 3 16,0 0-5-16,1-7 9 0,-1 7-11 0,2-7-1 16,-2 7-5-16,0 0-6 0,0 0-4 15,0 0-12-15,0 0-1 0,2-8-8 16,-2 8-3-16,0 0-9 0,0 0-1 0,0 0-5 15,0 0-3-15,0 0-12 0,0 0 8 16,0 0-1-16,0 0 9 0,0 0 15 0,0 0-1 16,0 0 0-16,0 0 6 0,0 0-4 15,0 0 1-15,0 0 5 0,0 0 0 0,0 0-1 16,0 0-13-16,-5 29 8 0,3-24-4 16,2-5 2-16,-4 14 1 0,2-7 2 15,2-7 0-15,0 13 0 0,0-6-3 16,0 0-4-16,0-7-1 0,0 15-6 0,0-8-2 15,0-7-4-15,2 12 2 0,-2-12-4 16,0 10-2-16,0-10-4 0,4 10 3 16,-4-10-4-16,2 7-1 0,-2-7 4 0,1 6-6 15,-1-6 5-15,6 6-3 0,-6-6 5 16,8 6-7-16,-8-6 0 0,11 6-1 0,-1-4-5 16,-10-2-2-16,15 3 0 0,-5-1-1 15,1 0-4-15,-11-2 2 0,19 4-2 0,-10-2 3 16,-9-2 0-16,16 2-1 0,-16-2 19 15,15 2 9-15,-15-2 5 0,14 0 0 0,-14 0-4 16,0 0 5-16,16-2-9 16,-16 2-5-16,12-2-5 0,-12 2-3 0,13-8 0 15,-5 6-5-15,-8 2-2 0,14-13 5 16,-11 5-6-16,5 0-4 0,-5-5-3 0,7-1 2 16,-6 1-5-16,2-3 5 0,-3 2 4 15,1-1-9-15,2 1-4 0,-5-1 2 16,4 1-1-16,-1 1 7 0,-2 2-7 0,-2-1 1 15,1 4 0-15,-1-2 0 0,2 3 0 16,0-3-5-16,-2 10 2 0,2-11-19 0,-2 5-9 16,0 6-29-16,0-9-23 0,0 9-30 15,0 0-50-15,0 0-66 0,0 0-93 0,0 0-102 16,0 0-149-16,0 0-197 0,-9 22 79 16,9-14-529-16,2 3-678 0</inkml:trace>
  <inkml:trace contextRef="#ctx0" brushRef="#br0" timeOffset="106930.65">20082 13809 3134 0,'6'-4'-68'0,"-3"0"60"0,-3 4 50 16,6-7 40-16,-6 7 33 0,0 0-1 0,4-6-21 15,-4 6 13-15,0 0 55 16,0 0 9-16,0 0 1 0,-10 29 12 0,8-14-2 15,1 0 11-15,-1 4-4 0,2 0 3 16,2 2-14-16,-1-1-2 0,3 0-11 0,2 2-12 16,-1-9 19-16,1 1-17 0,-2-2 12 15,-2-3 24-15,4 1 8 0,-1-3-15 0,3-4-17 16,-8-3-8-16,17 2-23 0,-4-4-10 16,5-1-9-16,-2-6-17 0,4-1-11 15,-1-3-10-15,5-1-3 0,-1-2-14 0,0-1-3 16,1-2-10-16,-8 3-24 15,0 3-32-15,-7 3-52 0,3-3-59 0,-3 5-69 16,-1-1-86-16,-5 4-108 0,-1 3-91 16,-2 2-98-16,0 0-203 0,0 0-15 0,0 0 91 15,-16 12-551-15,5-3-710 0</inkml:trace>
  <inkml:trace contextRef="#ctx0" brushRef="#br0" timeOffset="117093.28">17821 14276 3218 0,'2'-16'-83'0,"0"4"41"0,-2 1 34 0,0 3 31 16,-2-2 40-16,2 10 33 0,0-15 22 15,0 15-14-15,0-9-12 0,0 9-8 0,0 0-12 16,0 0 6-16,0 0 19 15,0 0 14-15,-13 36 4 0,10-13 16 0,-4 10-2 16,2 2-4-16,-1 0 7 0,2-1-3 0,1-2-8 16,-3-3-11-16,4-4-3 0,-2-2 5 15,2-4-10-15,-4 3-10 0,4-5-10 16,-1-5-7-16,-1 2-2 0,2-1-9 0,0-3-6 16,1-1-4-16,-1-3-6 0,-3 2 0 15,5 0-4-15,-2-3-1 0,2-5-5 16,-2 7-7-16,2-7 1 0,0 0-4 0,0 0-5 15,0 0-2-15,0 0-3 0,-16-20-3 16,7 10-6-16,-4-3-2 0,2-3-5 16,-4 3-2-16,-2-1-2 0,0 4-1 0,-3 1 6 15,0 3-8-15,-5 0 2 0,2 6 0 16,0 0 1-16,-1 4-3 0,1 0-1 16,-1 4 0-16,3 1 3 0,5 3-1 0,0 0 2 15,1 1-1-15,8-1 1 0,-2 1 0 16,6 0 3-16,1 1 4 0,2-3 3 15,3 2 7-15,1-1 1 0,6-1 0 0,0 2 4 16,3-1-4-16,0-4-2 0,4 2-1 16,1-1 0-16,-6-3-2 0,4 0-5 0,-1 1-19 15,1-2-38-15,-2 0-50 0,-1-3-68 16,-2 1-85-16,2 0-109 0,-3-3-139 16,-10 0-199-16,25-3 5 0,-14 0 78 15,1-1-361-15,3-3-457 0</inkml:trace>
  <inkml:trace contextRef="#ctx0" brushRef="#br0" timeOffset="117778.2">17945 14674 2720 0,'6'9'-19'0,"-6"-9"10"0,0 0 19 0,0 0 51 0,3 3 36 16,-3-3 16-16,0 0-1 0,0 0 11 15,14 3-10-15,-14-3 1 0,0 0-7 16,22 0-5-16,-22 0-9 0,0 0-7 16,18-3-13-16,-18 3-1 0,16-3-9 0,-11-1-3 15,-5 4-9-15,11-7 1 0,-9 2-2 16,-2 5-10-16,7-10-2 0,-7 10-3 0,-5-10-4 16,5 10 2-16,-9-9-5 0,3 4 4 15,6 5-4-15,-17-5 10 0,17 5-7 0,-17 0 8 16,17 0 4-16,-21 5 0 0,12 0-2 15,-2 5 5-15,4-3 9 0,2 0 1 0,1 3 7 16,2 0 10-16,0-1 3 16,2 0 5-16,6 2 11 0,-3-2 6 0,7 1-3 15,2-1-10-15,1-2-5 0,0-2-8 16,2 1-3-16,3-4 0 0,-3 0-12 16,-2 0-4-16,2-4-4 0,5-1-4 0,-6-1-6 15,2 1-1-15,-1-4-6 0,1 0-4 16,-5-1 4-16,1-1-6 0,-1 1-4 0,-4-4-1 15,0 3-1-15,0 1-7 0,-1-1 3 16,-3 2-2-16,3-1-6 0,-6 8-3 0,5-8-3 16,-5 8-1-16,2-4 1 0,-2 4-2 15,0 0 2-15,0 0-2 0,0 0 2 16,2 22 1-16,-2-9 5 0,3-1-2 0,-3 6 10 16,2 0-1-16,-2 4 2 15,1 3-2-15,-1 0 10 0,0 2-7 0,0-1 6 16,-1 10 6-16,1-6 2 0,-2-4 3 15,-5-1 1-15,5-1 23 0,-3 0 5 0,-2-3 9 16,-1-1-8-16,0-1 16 0,-1-2-3 16,1-2 3-16,-4-3 4 0,5-1 0 0,-4-1-5 15,-1 0-7-15,-1-3-5 0,0 1-7 16,-1-6-7-16,1 1-1 0,-1-2-10 0,1-1-2 16,13 0-3-16,-28-6-10 15,12 2-33-15,-1-1-45 0,3-1-50 0,0 2-56 16,0-2-66-16,3 2-70 0,-2 0-91 15,3 0-102-15,-1 0-128 0,3 0-213 16,3-1 69-16,2 1 93 0,3 4-465 0,0 0-596 16</inkml:trace>
  <inkml:trace contextRef="#ctx0" brushRef="#br0" timeOffset="118048.41">18675 14514 3289 0,'-5'-8'4'0,"-3"2"40"0,8 6 47 0,-14 0 33 0,14 0 21 16,-14 9 11-16,-2 3 1 0,3 6-1 0,-5 5 2 16,5 2 2-16,4-3-1 0,-3 5-14 15,7-4-9-15,-3 1-16 0,5-4-12 0,-1 2-9 16,-1-3-10-16,3 0-10 0,2 1-7 15,0-3-12-15,0 1-11 0,2-1-42 16,3 1-52-16,-1-5-73 0,-3-1-74 0,7-3-100 16,-3 1-121-16,4-2-156 15,4-2-106-15,-4-4 71 0,3 3-314 0,-1-4-399 0</inkml:trace>
  <inkml:trace contextRef="#ctx0" brushRef="#br0" timeOffset="118843.36">18807 14676 2221 0,'0'0'-154'0,"0"0"56"15,0 0 48-15,0 0 42 0,9-4 34 16,-9 4 32-16,0 0 33 0,0 0 28 0,0 0 23 15,0 0 17-15,0 0 24 16,11-5 6-16,-11 5 7 0,4-5 4 0,-4 5 5 16,10-5 1-16,-10 5-2 0,10-6 9 15,-10 6 8-15,7-4 4 0,-7 4 1 0,5-5 0 16,-5 5-18-16,0 0-19 0,9-6-24 16,-9 6-24-16,0 0-16 0,0 0-6 0,0 0-13 15,0 0-11-15,5 17-8 0,-5-11-7 16,0 6-2-16,2-1-9 0,-2-2-4 0,2 1-4 15,-2 2 1-15,4-2-8 0,-2 1-5 16,-1 1 0-16,-1-4-2 0,2 1 12 16,0-2 7-16,0 0-5 0,-2-7 5 0,5 11 2 15,-5-11-1-15,2 9 6 16,-2-9-7-16,1 7-3 0,-1-7-3 0,0 0-1 16,2 8-8-16,-2-8-3 0,0 0-4 15,0 0-6-15,2 8-21 0,-2-8-1 0,0 0 1 16,0 0-7-16,0 0 7 0,0 0-14 15,0 0 0-15,0 0 4 0,0 0-4 0,0 0 1 16,0 0 5-16,-5-28-4 16,5 28-4-16,0 0-1 0,-5-6-8 0,5 6-3 15,0 0 2-15,0 0 5 0,0 0-4 0,0 0 10 16,0 0-11-16,0 0 2 0,-26 18 2 16,19-10-2-16,0 1 6 0,3 3-7 0,-1-2 8 15,-1 2 2-15,5 1 3 16,-1-1 4-16,-1-1 3 0,3 2 8 0,3-1 13 15,-1 0 10-15,1-2 5 0,5 0 2 16,-3-1-3-16,4-3 3 0,3 3-11 0,-1 1-4 16,3-6-12-16,-1 1-23 0,1-2 0 15,-1-1 0-15,3 0 0 0,-3 0 0 0,0-2 0 16,1 0 0-16,-14 0 0 0,24-4 0 16,-11 1 0-16,-2-2 0 0,3-1 0 0,-3-2 0 15,3-1 0-15,-3-1 0 16,3-2 0-16,-3-2 0 0,2-3 0 0,-1 0 0 15,1 0 0-15,-4 1 0 0,3-1 0 0,-1 1 0 16,-3 3 0-16,-2 1 0 16,0 2 0-16,-1 2 0 0,-1-1 0 0,0 2 0 15,-1 0 0-15,-3 7 0 0,2-12 0 16,-2 9 0-16,0 3-277 0,0 0-203 0,-5-7-113 16,5 7-132-16,-9-4-161 0,9 4 89 15,0 0-711-15,-8-3-953 0</inkml:trace>
  <inkml:trace contextRef="#ctx0" brushRef="#br0" timeOffset="119126.39">19351 14561 4029 0,'7'-11'-92'0,"-5"4"64"0,0 1 57 16,-2 6 41-16,3-8 17 0,-3 8-10 0,0 0 18 15,0 0 32-15,0 0 29 0,18 14 4 16,-15 1 1-16,1 2 11 0,2 3 7 0,-4 3 6 15,-1 4-12-15,-1 0-14 0,-1 9-14 16,-1 0-20-16,0 0-6 0,-4 0-13 16,3 1-23-16,-6-6-10 0,4 1-7 15,-1-7 16-15,1-7-24 0,-1 5-7 16,1-9-6-16,-2 2-3 0,3-3-13 0,-1 2 3 0,-1-5-5 16,3-1-36-16,-6 1-44 15,4-2-51-15,-1 1-76 0,-1-4-117 0,-2-2-130 16,9-3-169-16,-9 1-186 0,9-1 75 15,0 0-540-15,0 0-709 0</inkml:trace>
  <inkml:trace contextRef="#ctx0" brushRef="#br0" timeOffset="119410.35">19630 14864 3739 0,'-8'-3'126'16,"4"0"45"-16,4 3 16 0,0 0 16 16,-2-11-2-16,2 11-6 0,13-8-17 0,-4 2-17 15,2 2-20-15,3 1-14 0,0 0-14 16,6 1-12-16,-4-1-55 0,4 1-73 15,-1 1-89-15,-2-2-105 0,0 3-115 0,-4 0-137 16,1 0-203-16,-14 0 17 16,19 0 70-16,-14 3-293 0,-5-3-364 0</inkml:trace>
  <inkml:trace contextRef="#ctx0" brushRef="#br0" timeOffset="119575.77">19697 14947 2351 0,'-9'3'92'0,"0"-1"49"0,9-2 28 0,0 0 26 15,-13 0 31-15,13 0 25 0,0 0 0 16,0 0-12-16,0 0-21 0,0 0-21 0,-5 6-14 16,5-6-20-16,0 0-18 15,0 0-18-15,36 5-74 0,-21-3-99 0,2 2-131 16,4-4-146-16,0 2-191 0,-2-1-156 16,2-1 72-16,0-1-311 0,0-1-391 0</inkml:trace>
  <inkml:trace contextRef="#ctx0" brushRef="#br0" timeOffset="120045.79">20104 14775 2374 0,'2'-7'41'16,"-2"2"51"-16,0 5 32 0,0 0 36 0,2-11 18 16,-2 11 1-16,0 0-19 0,0 0 23 15,0 0 23-15,0 0 9 0,0 0 1 16,0 0 10-16,10 23-8 0,-6-11 0 15,0 1-4-15,-3 5-16 0,1-3-2 16,2 5-10-16,-2-3-38 0,0 3-11 0,-1-1-12 16,1 0-10-16,1 0 7 0,-1-4-24 15,0-1-14-15,0-2-8 0,-2-2-7 0,1 0-4 16,-1-1-11-16,0-1 2 0,0-8-4 16,2 12 15-16,-2-12 10 0,0 11 2 0,0-11 4 15,-2 9 0-15,2-9 3 0,-1 8 6 16,1-8 8-16,-11 5 5 0,11-5 3 0,-7 7 6 15,7-7 2-15,-7 6 2 0,7-6-1 16,-6 3-56-16,6-3-61 0,0 0 0 16,0 0 0-16,-8 5 0 0,8-5 0 15,0 0 0-15,0 0 0 0,14 6 0 0,-14-6 0 16,16 5 0-16,-2-3 0 0,-3 0 0 16,5 0 0-16,-3-2 0 0,1 1 0 15,-1 2 0-15,-4-3 0 0,-9 0 0 0,16 0 0 16,-16 0 0-16,13 3 0 0,-13-3 0 15,10 0 0-15,-10 0 0 0,0 0 0 16,13 1-123-16,-13-1-621 0,0 0-224 0,0 0 50 16,0 0 103-16,0 0-757 0,0 0-1015 15</inkml:trace>
  <inkml:trace contextRef="#ctx0" brushRef="#br0" timeOffset="121243.14">17793 15112 4008 0,'9'-18'-86'0,"-1"7"75"16,-2-1 66-16,-1 4 37 16,-3-1 10-16,2 5 0 0,-4 4-16 0,0 0 11 15,0 0 43-15,0 0 13 0,0 0-2 16,-4 37-7-16,1-12-3 0,-3 8 0 0,2 5-2 16,1 2-10-16,1-1-13 0,-3 0-4 15,3 0-14-15,2-10-10 0,-2-3-8 0,1-1-8 16,1-7-5-16,-2-1-9 0,0 1-4 15,0-7-2-15,2 2-3 0,0-3 3 16,-2-1 17-16,2-1 18 0,0-8 4 0,0 10-6 16,0-10-10-16,0 0-7 0,0 0-3 15,0 0-8-15,0 0-10 0,0 0-10 0,0 0-6 16,-5-29-7-16,-3 18-1 0,2-3-3 16,-2 0-2-16,-3 1-3 0,-3-2-2 15,2 3-7-15,-8 4-1 0,4 2-2 16,-4 0 2-16,-1 4-7 0,2 2 2 0,0 4-6 15,1 0 1-15,-2 4 0 0,3 4 2 16,2 1 2-16,1 3-1 0,5-1 9 0,1 3-8 16,5-3 8-16,1 0-5 0,2 1-2 15,2-2 0-15,0 1 14 0,3-1-8 16,4-1 5-16,0 2 1 0,5-1-11 0,-1-7-31 16,-1 2-68-16,3-2-78 0,1-1-90 15,-3-2-111-15,1-2-109 0,-1 0-142 0,-2-2-178 16,2-2 78-16,0 2-553 15,-1-2-739-15</inkml:trace>
  <inkml:trace contextRef="#ctx0" brushRef="#br0" timeOffset="121859.19">18010 15545 3330 0,'0'0'-5'0,"0"0"42"0,0 0 33 0,0 0 19 0,0 0 36 15,0 0 21-15,0 0 7 0,27-2-3 0,-15 0-8 16,2-3-16-16,2 2-11 0,1 0-9 16,-1-3-7-16,-4 1-8 0,4-1-5 15,-5 4-6-15,0-2 1 0,1-1 2 16,-4 0 1-16,-1 0-1 0,0 1-2 0,-7 4-6 16,11-10-5-16,-8 7-9 0,-3 3-7 15,0 0-6-15,0 0-6 0,0 0-4 0,-19-9-1 16,19 9 0-16,-20 4 0 0,4 2 2 15,1 1-2-15,3 2-2 0,-1-1-3 0,1 1 1 16,5 1 1-16,-1 1 3 0,5-3 11 16,-1 1 5-16,2-1 16 0,4 2 15 15,2-3 10-15,1 0 11 0,4 0-6 16,2-2-4-16,0 0-11 0,4-2-11 0,-2-1 0 16,4-2-10-16,1-2-1 0,-3 1-7 15,4-1-5-15,-4 0-5 0,-2-2 1 16,1 0 8-16,-3 1-6 0,0-1 12 0,0 1-8 15,-11 3-4-15,14-4-9 0,-14 4-8 16,11-2-7-16,-11 2-4 0,0 0-1 0,11 9 1 16,-11-9-1-16,1 16 5 0,-1-4 0 15,-1 1 4-15,-3 3 0 0,0 2 2 16,1 3-1-16,0 2-3 0,-1-3-1 0,0 3 4 16,1-3 10-16,-1-1 9 15,0-2 7-15,2-2 9 0,-1-1-52 0,-2-2-12 0,1-2 0 16,3-1 0-16,-1 0 0 15,-2-3 0-15,0 1 0 0,4-7 0 0,-11 9 0 16,-1-6 0-16,1 0 0 0,-3-2 0 16,1-1 0-16,13 0 0 0,-34-1 0 0,15-3 0 15,-1-2 0-15,4 1 0 0,-6-2 0 16,10 1 0-16,-4 1 0 0,5 1 0 16,0-1 0-16,1 1-290 0,2 3-371 0,8 1-190 15,-9-4-57-15,9 4 97 0,0 0-777 16,0 0-1030-16</inkml:trace>
  <inkml:trace contextRef="#ctx0" brushRef="#br0" timeOffset="122159.97">18862 15402 4164 0,'-10'-16'-60'0,"1"1"45"0,4 6 55 0,-7 1 39 16,2 2 35-16,3 0 20 0,-3 5 2 16,10 1 6-16,-19 9 9 0,6 1-8 15,0 3-7-15,-1 14 4 0,1-2 2 0,4-1-7 16,2 0-4-16,3-2-10 0,4 2-16 16,-1 0-6-16,1-2-11 0,1-1-13 15,3 1-5-15,3-1-9 0,-4-4-24 16,3-1-57-16,3 1-59 0,-3-5-61 0,4-3-72 15,-1 3-77-15,0-6-55 0,5 1-61 16,-3-3-56-16,1-4-53 0,1 0-46 0,-4-4-30 16,3-1-347-16,-1-3-416 0</inkml:trace>
  <inkml:trace contextRef="#ctx0" brushRef="#br0" timeOffset="122409.13">18940 15619 2460 0,'13'-24'-25'0,"-3"5"57"0,-2 4 64 0,-3 1 63 16,-1 1 56-16,0 3 39 0,-1-1 19 15,0 5 0-15,1-2-16 0,-2 3-23 16,-2 5-29-16,0 0-11 0,5-7 29 15,-5 7-7-15,0 0-14 0,0 0-2 0,8 20-11 16,-7-9 5-16,3-1-23 0,1 0-13 16,-2 2-13-16,5-3-15 0,-3 1-8 15,1-2-6-15,-1 1-15 0,0 0-2 0,2-3 3 16,-3 0-2-16,2-2-5 0,-6-4-4 16,14 4-13-16,-5-2-5 0,-9-2-11 0,16 0-3 15,-16 0-8-15,16-6-28 0,-7 0-50 16,2-1-70-16,-4-5-64 0,2 0-65 0,0-5-73 15,3 0-74-15,-2-2-72 0,-1 0-91 16,5-7-133-16,-5 5-76 0,-2 7 72 16,2 2-475-16,-2 1-616 0</inkml:trace>
  <inkml:trace contextRef="#ctx0" brushRef="#br0" timeOffset="122659.3">19378 15290 3242 0,'5'-8'51'0,"-5"8"26"0,0 0 3 15,3-6 4-15,-3 6 57 0,0 0 36 16,13 12 28-16,-2 0 2 0,-2 5-1 0,2 10-5 16,-2 4 9-16,-1 0-4 15,0 4-20-15,-3-1-8 0,1-2-15 0,-4-3-6 16,-2-3-14-16,0-2-19 0,-2 1-6 0,-2-4-7 16,0 1-5-16,1-3-12 0,-5 1-11 15,0-4-8-15,3 0-11 0,-5-3 0 16,1 0-48-16,1-1-49 0,-1-2-60 0,1-3-85 15,1 1-99-15,-3-2-119 0,2-5-158 16,1 1-221-16,7-2 59 0,0 0 83 16,0 0-426-16,-12-13-532 0</inkml:trace>
  <inkml:trace contextRef="#ctx0" brushRef="#br0" timeOffset="122892.18">19837 15617 3263 0,'-7'-9'197'15,"1"2"61"-15,4 1 58 0,1 1 25 0,1 5-5 16,0-14-29-16,0 14-33 0,11-15-32 16,1 6-24-16,6 0-22 0,3 0-32 0,1 3-79 15,0-1-82-15,3 2-75 0,2 1-89 16,-4 1-102-16,-2 1-112 0,-3 2-116 15,-2 0-153-15,-1 2-45 0,-5 1 73 16,-3 4-367-16,-5-2-459 0</inkml:trace>
  <inkml:trace contextRef="#ctx0" brushRef="#br0" timeOffset="123061.07">19912 15709 2817 0,'-13'6'96'0,"3"-5"45"0,3 1 58 15,7-2 43-15,-11 4 47 0,11-4 20 16,0 0 8-16,-12 3-4 0,12-3-25 0,0 0-26 15,0 0-27-15,0 0-26 0,0 0-16 16,0 0-19-16,0 0-59 0,28 9-107 0,-12-8-107 16,0 1-134-16,6-2-164 0,1 0-203 15,-1 0-154-15,5 0 78 0,0-3-497 0,-1 1-638 16</inkml:trace>
  <inkml:trace contextRef="#ctx0" brushRef="#br0" timeOffset="123626">20501 15511 2977 0,'-8'-4'-139'0,"8"4"24"0,0 0 28 16,0 0 28-16,-7-3 31 0,7 3 24 0,0 0 14 16,0 0 19-16,0 0 22 0,0 0 23 15,0 0 26-15,-8-7 8 0,8 7 31 0,0 0 22 16,0 0 21-16,-1-9 19 0,1 9 2 16,0 0 3-16,0 0 3 0,0 0-10 15,0 0-12-15,-5-6-20 0,5 6-14 0,0 0 41 16,0 0 37-16,-7 18-13 0,3-7-7 15,-2 1 1-15,4 3-7 0,1 2-8 0,-1 0-12 16,4 2-15-16,-1-2-10 16,3 6-16-16,2-4-14 0,-3-3-11 0,3 1-6 0,0-2-16 15,-2-1-5-15,2-4-12 16,-3 0-2-16,-1-4-4 0,2 3 9 0,-2-2 5 16,-2-7 8-16,3 12-6 0,-3-8-90 15,0-4 0-15,-3 12 0 0,-5-7 0 16,-3 2 0-16,3 0 0 0,-3-4 0 0,2 2 0 15,-2-1 0-15,4 1 0 16,7-5 0-16,-11 5 0 0,11-5 0 0,-7 5 0 0,7-5 0 16,-11 3 0-16,11-3 0 0,0 0 0 15,0 0 0-15,0 0 0 0,0 0 0 16,0 0 0-16,0 0 0 0,35 0 0 0,-35 0 0 16,15 0 0-16,-4 0 0 0,-11 0 0 15,18 0 0-15,-9-3 0 0,2 1-216 16,-1-3-851-16,0 2 110 0,-3-3-1067 0,1-1-1439 15</inkml:trace>
  <inkml:trace contextRef="#ctx0" brushRef="#br0" timeOffset="128009.07">20018 13054 4992 0,'0'-11'-396'0,"-2"4"43"0,2-1 51 15,-1 3 52-15,-3-2 43 0,0 2 40 0,2-2 25 16,-3 0 24-16,-1-2 18 16,-2 1 8-16,1-4 14 0,-4 2 10 0,-3-2 7 15,-1-2 16-15,-6-5 11 0,-1 2 12 16,-2 0 5-16,-1-3 2 0,0 6 4 0,-3-4 4 16,-1 1 5-16,-1 1 8 0,-4-1 0 15,-1 3 0-15,-1-3 1 0,-1 4 4 0,-4-6-1 16,1 5 0-16,-8-4 5 0,-1 0-3 15,-1 0-3-15,-2 0-3 0,4-1 3 0,-1 3 1 16,0-1-2-16,0 1 0 0,1 3-2 16,8 1 2-16,-3 0-3 0,2 3-1 15,-1 0 2-15,0 2-4 0,0 0 2 16,1 1 2-16,0 0-4 0,1-1 1 16,0 2 1-16,2-2 1 0,0 2-1 0,-2 0 1 15,4 1 1-15,-3-4 3 0,-1 3-4 16,1 0 1-16,-6-1 0 0,2 3-1 0,-1-2 3 15,-3 5-1-15,0-2 2 16,0 2-3-16,-1 2 1 0,1 1-3 0,3 2-1 16,-2 1 1-16,2 2 1 0,3-1-3 0,1 1 1 15,-1 3-2-15,1-2 1 0,4 3 0 0,-1-3 1 16,1 4 0-16,2 0-2 0,4-4 0 16,-3 3 1-16,5-1 0 0,-3 3-1 15,4-2 1-15,1-1-3 0,-3 3 2 16,3 0 0-16,3-3-2 0,-2 3-1 0,0 1 4 15,5-2-4-15,0-1 3 0,3 0 2 16,0 0-2-16,-6 5 1 0,0 0-1 16,5-3 6-16,0-1-7 0,0 1 0 0,-4 3 0 15,3-3-1-15,2 0-1 0,-6 3 4 16,4-1-1-16,2-3 1 0,-4 5-4 0,3-3 2 16,5-1 1-16,-8 6-2 0,6-3 1 15,3 2 0-15,1-2 0 0,-3 7 0 0,3-4 3 16,0 0-2-16,-1 7-1 15,1-2 4-15,2-2-4 0,-1 7 2 0,2-5-3 16,1-4 3-16,-2 8-1 0,0-4 0 16,4-2 3-16,-4 7 1 0,1-4-3 0,2-2 3 15,-2-3-2-15,-1 8 0 0,2-6 4 16,-2-1-4-16,2-3 0 0,2 1 2 0,-3-1 0 16,0 0-2-16,2-2 0 0,3-2 0 15,-5 2 1-15,5 0 0 0,-4-1-2 16,3-1 0-16,-1 2 0 0,-1-1 2 0,3-1 2 15,-3 1 0-15,2-1-4 16,2 1 2-16,-4-3 0 0,4 3 0 0,-2 0 0 16,3-1-1-16,-5 2 1 0,2-2-2 15,1 1 1-15,-4-1 1 0,5 2 0 0,-1 0-2 16,1 2 9-16,-2 2 11 0,2-3-1 16,0 1 0-16,2 0 0 0,0 1 0 0,0-3-3 15,2 3-1-15,0-1 3 0,0 2-4 16,2 3 3-16,-2-4-5 0,-1-1 2 0,3 3-3 15,1 0 0-15,-3-3-1 0,-1 2 3 16,3-1 1-16,-4-1 0 0,4 0-6 0,-4 1 3 16,2 1-2-16,-2-1-2 0,1-3 0 15,-1 4-1-15,0 0-2 0,2-2 4 16,0 3-3-16,2 1-2 0,-2-1-2 0,2 0 3 16,0 1 1-16,0-1 0 15,-2-1-4-15,-1-3-2 0,1 2 1 0,-2-3 0 16,2 3 1-16,-2-3 2 0,2 0-1 15,0-1 1-15,-2-1-2 0,0-1 0 0,0-1 0 16,0-1-2-16,0 2 4 0,2-2 0 16,-2-2 2-16,2 4 9 0,-1-2-5 0,-1 1 4 15,4-1 0-15,-1 1 6 0,1-1-7 16,-3 5 2-16,3-1 0 0,2 1 2 0,-5 0-4 16,3 0 3-16,0 0-6 0,0 0 3 15,-2 0-6-15,2-1 1 0,0-1-3 0,-1 1 5 16,-1-1-10-16,4-1 10 15,-3 0-1-15,1 1 2 0,3-1-4 0,-2-1 4 16,1 1-7-16,1 1 9 0,0-1 9 16,4 3 1-16,0-1-4 0,-2 1 0 15,3 0 0-15,-1-1-5 0,3 2 4 0,-3-1-6 16,0 1-2-16,3-3-1 0,-3 0 1 16,3 1-4-16,-1-1-1 0,1-1 0 0,-1-1 3 15,2 2-3-15,-2-1-2 0,2-2 5 16,3 0-1-16,-1-1-2 0,2 1 0 0,-2-1-3 15,2 1 4-15,7 2-2 0,-1 1-3 16,-3-2 1-16,-6 0 5 0,9 2-6 16,-3-1-2-16,-8-2-2 0,4 0-2 15,-2 0 1-15,0 0 8 0,-3-1 0 0,3 1-8 16,-1 0 3-16,-2-1 0 0,2-1 9 16,-1-2-9-16,-1 1 7 0,5 2 8 15,-6-2 12-15,2-3 9 0,-3 1-12 0,5 1 3 16,-3 0-6-16,0-2-7 0,-1 1 6 15,3 0-3-15,-3 2-1 0,-1-3 0 0,-2 0-2 16,3 2 2-16,-3-1-3 16,2 0-7-16,0-2 5 0,0 4 0 0,1-3 0 0,3 1 1 15,-3 0 17-15,2 0 2 16,1-2-3-16,3 2 15 0,-1-2-3 0,4 0-4 0,0 2-2 16,-2-2-2-16,1 2-3 15,-2-2-7-15,3 0 3 0,-4 0-5 0,1 1-1 16,-4-2-4-16,4 0-3 0,-5 0 2 15,-1-1-3-15,-1 0-2 0,2 1 5 0,-1-1 3 16,-3 1 8-16,4-2 2 0,-1 0 3 16,1 0-1-16,3-2 0 0,0 2 7 15,6 2-3-15,-3-1 0 0,3 0-5 0,1 1-1 16,0-1-5-16,-1 1-4 0,-6 2-2 16,4-3-3-16,-4 2 3 0,4-1-2 0,-8-1-2 15,4 0-3-15,-3 0 2 0,-1-1 1 16,1 2 2-16,-1-2-9 0,-1 1 5 0,4-2-4 15,1 3 2-15,1 0-2 16,2-1-4-16,4 2 0 0,0-1 4 0,9 1-7 16,2 1 5-16,4 1-1 0,-2-2-3 15,-2 4 1-15,2-1 1 0,-11-1 2 0,0 0-1 16,0-2 0-16,-3 1-2 0,-6 0-4 16,2-2 6-16,-5-2-3 0,1 3 3 0,-3 0-2 15,-2-4 3-15,3 1-1 0,-3 2 1 16,0-3 0-16,3 1 0 0,-1 1 15 0,3-3 7 15,-1 2 3-15,7 0-3 0,-2 1-1 16,3-1-3-16,4 1-4 0,4 1-3 16,5-1 3-16,2 3-5 0,-3-2 1 0,-9-2-3 15,3 2-1-15,-2-1 2 0,4-1 8 16,-13 1-5-16,4-1 1 0,-4-1-4 16,2 3 3-16,0-4-4 0,-4 2 0 15,4 0-1-15,0-1-3 0,6-1 1 0,1 4-3 16,-1-3 4-16,5 1-3 0,9 2 0 15,2 0-1-15,-1-2 1 0,0 1-3 0,1-1 2 16,0 2-4-16,-10-2 1 0,1-1 4 16,7 4-3-16,-2-5 0 0,-7 0 1 0,11 4 0 15,-8-4 0-15,-3 0-3 16,-1 2 3-16,3-2-2 0,-2 0-3 0,-1 0 4 0,3 2-3 16,-3-2 0-16,-1 0 3 15,2 2-2-15,-2-2 0 0,-2 0-1 0,-2 0 3 16,1 2-3-16,-1-2 3 0,-3 0-3 15,1 0 3-15,1 0-3 0,-2 0 3 0,-1 0-2 16,1 0 2-16,-2-2-1 0,3 0 1 16,2-2-2-16,-2 2 0 0,-2 0-2 15,2 0 1-15,3-2 0 0,-2 0 3 0,-3 0-2 16,1 1-1-16,0 3-1 0,-3-4 2 16,-2 0 0-16,3 0-1 0,-4-1 2 0,2 2 1 15,1-1-1-15,-1-1 1 16,-2 0-2-16,4-2-1 0,-2 2 3 0,-2-2-1 15,-1 0 0-15,7-3-1 0,-3 2 1 16,0-3 0-16,0 1-1 0,2-2 1 0,-2 0-2 16,8-3-1-16,0-1 3 0,-2-1-2 15,-2 4 2-15,4-5-3 0,-4-1 1 0,-1 5-1 16,3-3 1-16,-1 1 1 0,-6 1-2 16,2 1 0-16,0-6 3 0,4-1-4 0,-3 1 3 15,-2 3 0-15,-2-5 1 0,7-5-1 16,-8 2 0-16,6-2-3 0,-4-3 4 15,7-9-1-15,2 1-2 0,-1-1 2 0,-4 0-3 16,1-3 2-16,0 3 1 16,-2 6-1-16,-2 0 0 0,-4 3-1 0,5 0-2 15,-7 1 6-15,1-3-3 0,-3 5 2 16,0-2-1-16,-1 3 1 0,-2 1-4 0,0-6 3 16,-3 2-2-16,-1-4 0 0,2 4 1 15,0-8-2-15,-1 6 1 0,4-4 2 0,-5 7-1 16,1 2 1-16,-1-9-1 0,4 3 1 15,-4 3-1-15,1-5-2 0,-1 7 2 0,2 2-2 16,-2 0 0-16,1-2 2 0,-6 2 0 16,6 0 0-16,-3-1 0 0,0 1-4 15,-3-4 4-15,3 4 0 0,-4 0-1 16,0-10 1-16,1 1-3 0,-5 3 4 16,3-1-2-16,-4 1 0 0,4 4-2 0,-3 6 1 15,-1-10 0-15,-3 3 2 0,1-1-2 16,-3 1 3-16,3 1 0 0,2 5 0 0,-1 3 2 15,-3-8-2-15,-3 3 1 0,7 3-2 16,-2 2 1-16,2 1-3 0,-7-7 4 0,5 4 0 16,-1 3 0-16,-3-8-3 0,1 7-2 15,5 2 2-15,-2 0 4 0,-1 0-5 16,-1 2 1-16,1-3 2 0,1 3-2 0,-2 1-1 16,-3-2 0-16,1 3 0 15,2-1 3-15,-4 3-3 0,-1-1 0 0,1 0 0 16,-7-5 3-16,4 5 1 0,3-1-2 15,-2 1-1-15,2 0 1 0,0 0 1 0,1 0 0 16,0 0 0-16,-4 0-1 0,8 0-1 16,-1 2 0-16,2 0-10 0,-1 1 1 0,-1-2-3 15,4 2 3-15,-3 0 4 0,5-2-6 16,-4 3 7-16,2 1 1 0,-2-3 0 0,2 2 0 16,-3 0-3-16,3-1 3 0,-2 1 1 15,-3 0-3-15,3-2 4 0,-5 3 1 0,-1-3-3 16,2 0 4-16,-4 2-4 15,4-3 2-15,-7 1 3 0,6 2-2 0,-4-3 1 16,2 1-4-16,-3 0 4 0,-6-3-2 16,-2 0-1-16,4 3 2 0,-3-2 0 0,-7 2 1 15,-1 1-3-15,0 1 0 0,-3 1 3 16,-4 2-2-16,2-2 0 0,0 3 3 16,5-2-2-16,5 4-4 0,8 0-10 0,5 0-24 15,0 2-34-15,3 0-38 0,2 0-55 16,-2 0-67-16,3 2-64 0,3 0-70 0,1 0-127 15,8-2-173-15,-11 6 79 0,11-6-338 16,0 0-405-16</inkml:trace>
  <inkml:trace contextRef="#ctx0" brushRef="#br0" timeOffset="129658.21">21354 17083 2376 0,'0'0'-67'16,"-11"-4"26"-16,11 4 23 0,-11-5 28 16,11 5 24-16,-12-7 14 0,6 5 12 15,6 2 1-15,-9-6 4 0,9 6-7 0,0 0-3 16,-14-6-8-16,14 6 0 0,-3-3-7 16,3 3 0-16,0 0 2 0,0 0-2 15,0 0 9-15,0 0 13 0,0 0 15 16,0 0 13-16,0 0 8 0,0 0-7 0,25-8-4 15,-4 8-3-15,8 0-16 0,14-2-5 16,-1 0-5-16,6 2-10 0,-2-2-2 0,-1-1-9 16,-1 1-5-16,-9 2 9 0,-7 0 10 15,1 2-24-15,-9-4-3 0,1 2 0 16,-8 0-7-16,5 0-3 0,-5 0-2 0,-13 0 14 16,17 0 3-16,-17 0-10 15,18-3-4-15,-18 3 5 0,15 0 2 0,-15 0-12 16,0 0-11-16,15 2-10 0,-15-2-39 15,0 0-33-15,12 1-43 0,-12-1-51 0,7 7-82 16,-7-7-122-16,2 6-220 0,-2-6 51 16,0 0-130-16,-8 9-175 0</inkml:trace>
  <inkml:trace contextRef="#ctx0" brushRef="#br0" timeOffset="131625.73">16654 17402 1900 0,'0'0'61'0,"-2"-8"26"15,2 8 23-15,-3-11 16 0,3 11 25 0,0-10 34 16,0 10 8-16,-4-8-2 0,4 8-16 16,-1-6-14-16,1 6-19 0,0 0-17 0,0 0-17 15,0 0 22-15,0 0 5 0,-15 15-6 16,9 0 6-16,2 2 14 0,-4 2 0 15,3 3-4-15,-3 0 1 0,-2 7-7 0,3-3-8 16,1-6-5-16,-1 2-7 0,1-1-9 16,0-2-8-16,-2 0-11 0,3-4-7 0,-1-1-8 15,1-1-6-15,0-3-12 0,1 2-7 16,1-5-1-16,-1 1-22 0,0-1-30 16,4-7-36-16,-3 12-43 0,3-12-64 15,-6 7-113-15,6-7-97 0,0 0-107 16,0 0-131-16,0 0-115 0,0 0 61 0,0-32-298 15,6 19-425-15</inkml:trace>
  <inkml:trace contextRef="#ctx0" brushRef="#br0" timeOffset="131840.95">16469 17369 2581 0,'-14'-4'-37'0,"3"1"22"0,1 2 30 0,10 1 41 16,-11-3 40-16,11 3 34 0,0 0 30 15,-8-4 12-15,8 4-6 0,0 0 1 16,0 0-15-16,21-12-4 0,-2 6-16 0,4 0-9 16,11-5-17-16,1 5-10 0,-1-3-42 15,-2 0-68-15,-5 4-78 0,-8 1-70 16,-2 2-75-16,-3 0-83 0,-5 0-89 0,-9 2-161 16,9 0 29-16,-9 0-125 0,0 0-161 15</inkml:trace>
  <inkml:trace contextRef="#ctx0" brushRef="#br0" timeOffset="132040.57">16376 17667 1831 0,'-16'10'56'0,"2"-2"31"16,7-2 25-16,-3-1 32 0,7-1 51 0,3-4 34 16,-8 6 18-16,8-6-4 0,0 0-20 15,0 0-20-15,0 0-16 0,0 0-17 0,17 8-17 16,-3-8-15-16,2 0-17 0,6 0-7 15,-1 0-31-15,1 2-51 0,-1-2-88 16,2 0-85-16,4 0-80 0,-1-2-109 0,-1 0-139 16,4 1-158-16,-4-4 52 0,0 3-156 15,-2-4-223-15</inkml:trace>
  <inkml:trace contextRef="#ctx0" brushRef="#br0" timeOffset="132423.51">16914 17491 2149 0,'0'0'86'16,"0"0"14"-16,-2-8-1 0,2 8-2 0,0 0-8 16,0 0 21-16,0 0 16 0,0 0 18 15,0 0-9-15,-3 29-3 0,3-15 13 0,-2 2-10 16,2 3-6-16,0-2-3 0,-4 0 3 16,4 1 0-16,-2 0-14 15,0-1-4-15,1-4-2 0,-1-1-8 0,0-2-7 16,-1 1-5-16,3-3 3 0,0-2 8 15,0-6 5-15,0 12-5 0,0-12-7 0,0 0-13 16,0 0-9-16,0 0-8 0,0 0-7 16,0 0-14-16,35-24-16 0,-26 17-5 15,3-5-6-15,0 4-3 0,-1 0-2 0,-4 1-1 16,1 1-9-16,0 2 3 0,-8 4-2 16,15-4-2-16,-15 4 2 0,0 0-1 0,26 10-1 15,-16-2 2-15,-2-1-3 0,1 5 4 16,-2-4 2-16,4 2-4 0,-6 1-2 15,3-1-17-15,-3-3-29 0,1 1-44 16,0-3-40-16,0 2-53 0,-3-1-39 0,1-1-49 16,-4-5-59-16,9 7-114 0,-9-7-202 15,0 0 27-15,14 0-250 0,-14 0-354 16</inkml:trace>
  <inkml:trace contextRef="#ctx0" brushRef="#br0" timeOffset="132624.06">17284 17691 2580 0,'0'0'135'0,"0"0"33"16,0 0 29-16,0 0 25 0,0 0 9 0,0 0-4 15,0 0-24-15,3-8-21 0,-3 8-17 16,22-6-15-16,-10 3-15 0,2 0-26 16,8-1-78-16,-4 2-95 0,5-2-112 15,6 1-125-15,5-3-206 0,2-1-153 16,-5 2 66-16,-8 3-234 0,-4 0-313 0</inkml:trace>
  <inkml:trace contextRef="#ctx0" brushRef="#br0" timeOffset="133173.76">18094 17227 2239 0,'4'-20'75'0,"-1"1"49"0,4 3 48 0,-3 0 21 16,-3 5 31-16,1-1 26 0,0 2 16 15,0 1-15-15,0 1-29 0,-2 8-27 16,0 0-19-16,0 0 11 0,0 0 1 0,0 0-6 15,-9 43-4-15,2-6-9 16,1 1-9-16,-1 6-8 0,3 1 1 0,-3-2-11 16,2-3-16-16,0 1-2 0,-3-4-8 15,5-3-16-15,-3-6 0 0,3-8-19 16,-6 1-1-16,7-4-14 0,-1-4 1 0,1-1-8 16,0-1 0-16,0-3-5 0,0-1-2 15,2 0 0-15,0-7-7 0,-2 10 0 0,2-10 0 16,0 0-22-16,0 0-18 0,0 0-14 15,0 0-21-15,0 0-13 0,0 0-10 16,0 0-6-16,-7-31-5 0,2 21 0 16,-2-2 3-16,0 0 6 0,-4 2 6 0,-3 1 0 15,-3 4 5-15,1 0 6 0,0 3 2 16,-2 4 1-16,2 0 7 0,2 1-4 0,-2 4 8 16,3 0 5-16,2 1 1 0,3 1 5 15,0 0 10-15,3-1 9 0,1 1 10 16,4-1 4-16,0-8 1 0,6 14-2 15,-1-6 3-15,2-3-7 0,6-3 3 0,-2 4-29 16,2-5-69-16,2-1-97 0,3 0-93 16,0-1-95-16,2-3-102 0,1 0-177 0,-3 0-99 15,2-3 76-15,-4 1-382 0,4-6-522 16</inkml:trace>
  <inkml:trace contextRef="#ctx0" brushRef="#br0" timeOffset="133823.53">18257 17539 3098 0,'3'7'39'0,"-3"-7"16"0,0 0 29 0,0 0 32 16,0 0 39-16,2 7 13 0,-2-7 4 0,6 5-1 15,-6-5 5-15,7 5 7 0,-7-5-5 16,13 5-7-16,-5-3-6 0,-8-2-16 16,15 2-10-16,-15-2-14 0,19 0-8 0,-19 0-19 15,17-4-4-15,-7 1-11 0,-2-1-4 16,1-1-8-16,-1-2-8 0,0-1-12 0,-1-1 3 15,-1 1-6-15,-3-3-8 16,4-1-4-16,-5 1-3 0,-2 0-2 0,1 1-1 16,-1 1-7-16,0 9-4 0,-1-11-7 15,1 11 0-15,0 0-3 0,0 0 2 16,-27 17-3-16,17-7-1 0,0 4 1 0,3-1 1 16,1 1 0-16,0 1-3 0,2-3-5 15,2 0 5-15,1-2 2 0,1-1 5 16,1 0-1-16,1-3 7 0,7 1-4 0,0-3-2 15,0-1 1-15,-9-3-2 0,23 0-1 16,-23 0-1-16,27-5-1 0,-12-2 0 0,0 2-3 16,-4-4-2-16,3 1 6 15,-3-1-9-15,1-1 2 0,-2 0 5 0,-5 1 3 16,3 3 6-16,-3-3 2 0,2 4-2 16,-4 0-15-16,-3 5-1 0,0 0-2 15,0 0 2-15,0 0 5 0,0 0 6 0,0 0 18 0,-8 30 14 16,2-14 1-16,3-1-2 15,-5 7 20-15,5-1-3 0,-6 1 2 0,6 3 5 16,-3-6 3-16,2 4-3 0,1-3-3 16,-1-3-7-16,2 1 0 0,0-1-1 15,-1-1-6-15,0-3 5 0,-1-1 12 0,2-1 4 16,-1 1 7-16,-1 0 11 0,0 1-3 16,-1 1 0-16,-4-2-4 0,4 0-14 15,-4 2-68-15,-4-2 0 0,-1-1 0 16,-1 1 0-16,-1-4 0 0,0 1 0 0,-4-1 0 15,5-4 0-15,-6 4 0 0,4-6 0 16,4 1 0-16,-5-3 0 0,5 0-93 16,13 0-246-16,-25-3-94 0,16-1-72 0,-1-2-96 15,4 3-180-15,6 3-56 0,-1-12 79 16,1 12-549-16,3-14-766 0</inkml:trace>
  <inkml:trace contextRef="#ctx0" brushRef="#br0" timeOffset="134142.22">18517 17779 3681 0,'-4'5'-140'15,"4"-5"15"-15,0 0 15 0,0 0 10 16,0 0 9-16,0 0-5 0,8 9-45 0,-8-9-51 15,0 0-88-15,0 0-109 0,17-2-104 16,-17 2-26-16,11 2-22 0</inkml:trace>
  <inkml:trace contextRef="#ctx0" brushRef="#br0" timeOffset="134774.29">18856 17735 1744 0,'-16'-4'178'0,"2"3"24"0,3-1 34 0,11 2 39 16,-12-4 41-16,12 4 19 0,0 0-9 16,-12-4-13-16,12 4-26 0,0 0-20 0,25-9-20 15,0 6-23-15,21 1-21 0,5 0-25 16,3 2-23-16,-1 0-5 0,-2 2-28 0,-3-2-41 16,-2 2-40-16,-12-2-40 0,-7 3-47 15,-6-2-49-15,-3 1-58 0,0 0-50 16,-4 0-49-16,-3-2-54 0,-11 0-56 15,13 2-92-15,-13-2-168 0,0 0-13 16,0 0-302-16,0 0-415 0</inkml:trace>
  <inkml:trace contextRef="#ctx0" brushRef="#br0" timeOffset="135007.5">19399 17558 2847 0,'0'0'180'0,"2"-9"19"16,-2 9-8-16,0 0 2 0,0 0 34 15,0 0 22-15,0 0 9 16,0 0-15-16,34 19-7 0,-22-5-12 0,-1 3-26 0,-1-1-16 16,-2 2-18-16,-1-1-13 15,-1 0-7-15,0 1-19 0,-6-3-20 0,1 3 2 16,-4-1-6-16,-1-3-12 0,-2 3-11 16,-3-2-34-16,-1 1-55 0,1-3-72 15,-2 1-83-15,-5-1-118 0,0-1-109 0,3 0-156 16,-1-5-228-16,0 0 52 0,-3 2 91 15,3-3-357-15,3-6-467 0</inkml:trace>
  <inkml:trace contextRef="#ctx0" brushRef="#br0" timeOffset="136126.22">22021 17698 2940 0,'-2'-7'43'0,"-3"1"14"0,5 6 9 0,-8-8 17 16,8 8 33-16,-15-3 15 0,15 3 24 15,-33 15 8-15,9 2 6 0,-4 7 10 16,-5 7 2-16,5 3-10 0,3 3-5 16,4 3-5-16,10-5-6 0,0-2 7 15,6 1-2-15,5-6-2 0,3-4-7 0,1-1-14 16,8 7-4-16,3-4-9 0,1-4-16 16,-2-5-2-16,6-5-7 0,-3-3-8 15,6-1-15-15,0-4-5 0,0-3-4 0,-5-2 0 16,5-3-7-16,0-2-11 0,-1-3 5 15,-6-1-15-15,2-4 5 0,-5 0-11 0,-1-3 3 16,1-10-6-16,-8 3-6 0,-3 2 5 16,2-2-15-16,-4 1 3 0,-2 0 1 15,-4-1-5-15,5 3-6 0,-7 2-6 16,3 0-11-16,-4 5-28 0,4 2-27 16,-3 0-39-16,1 5-44 0,-1 2-58 0,-2 0-83 15,10 5-54-15,-14 0-69 0,14 0-98 16,-20 7-197-16,13 0-13 0,0 3 69 0,-2 2-339 15,6 2-467-15</inkml:trace>
  <inkml:trace contextRef="#ctx0" brushRef="#br0" timeOffset="136872.96">22010 18199 2802 0,'0'0'24'0,"0"0"36"0,0 0 37 0,0 0 59 0,0 0 17 15,0 0 10-15,0 0-11 16,0 0-16-16,0 0-13 0,21-24-21 0,-10 19-10 15,3 0-11-15,-1-2-8 0,3 0-8 16,-1 0-8-16,1 2 6 0,-2-2 12 16,-1 1 20-16,-1-1 14 0,-3 1 11 0,3-4-1 15,-2 0 0-15,-1 0-13 0,-2-3-1 16,2 0-14-16,-6-1-10 0,5 1-9 16,-5-3-6-16,5 3-8 0,-2-1-10 0,-2 4 0 15,0-1-9-15,-1 5-5 0,-1-2-9 16,-2 8-12-16,8-10-4 0,-8 10-4 0,0 0-7 15,0 0 2-15,0 0 1 0,17 14-5 16,-11-4 3-16,3 1-4 0,3 6 0 16,-1-5 0-16,7 2-5 0,-4 1 3 0,9 2-1 15,-1-3 8-15,-6-6-6 16,-2-1 0-16,3-2 6 0,-1-1-8 0,-4-3 6 16,4-1-5-16,-1 0 7 0,1-5-7 15,-2 2 2-15,0-4 0 0,1 1 1 16,-1-2 5-16,-3-2-6 0,4-2 2 0,-5 0 6 15,-3 0 0-15,3 2-2 0,-2 1-2 16,-3 1-1-16,-1 0-3 0,2 1-3 0,-6 7-5 16,5-8-4-16,-5 8 0 0,0 0 5 15,0 0-9-15,0 0 0 0,0 0 5 16,10 19-3-16,-8-10-3 0,2-2 2 16,-2 2 2-16,1 1-3 0,1 0-3 15,2-3-1-15,-1 1-2 0,4-1-13 0,0 0-23 16,4-4-22-16,1-1-38 0,4 0-35 15,1-4-36-15,6-1-36 0,8-9-19 16,-1-2 2-16,-1-1-1 0,-3-4 11 0,1-1 28 16,-4-3 18-16,-5-4 15 0,1 0 17 15,2-9 17-15,-1-5 19 0,-6-3 17 0,4-4 13 16,-4-4 14-16,2 0 27 0,-7 3 44 16,-3 13 37-16,2 5 21 0,-9 7 20 15,3 5 4-15,-2 6-1 0,0 3-2 16,-4 4 4-16,2 6 20 0,0 0 8 15,0 0-4-15,-32 23 13 0,14 1-3 0,5 5 0 16,4 1-10-16,1 5-13 0,2 0-9 16,4 4-9-16,2-3-8 0,6 1-11 0,-2-2-5 15,4 2-18-15,-3-4-31 0,6-3-28 16,-4-6-35-16,-2-3-39 0,1-5-52 16,-1-1-59-16,-3-5-41 0,4 0-40 0,-1 1-30 15,-4-5-32-15,-1 4-26 0,0-4-33 16,0 1-17-16,-6-1-19 0,6-6 30 0,-15 12-483 15</inkml:trace>
  <inkml:trace contextRef="#ctx0" brushRef="#br0" timeOffset="137008.42">23087 18033 2259 0,'-15'2'-37'0,"2"-4"53"0,13 2 47 0,-22-5 43 0,17 1 46 0,5 4 50 0,-14-10 39 15,10 2 23-15,3 3 19 0,1 5 10 0,-4-14-10 16,4 4-13-16,4 4-21 0,-1-3-20 16,7 1-28-16,1-1-22 0,2 2-17 15,5 0-41-15,3-3-83 0,1 4-109 16,14-5-135-16,3 1-123 0,17-2-210 0,1 2-191 15,-1 1 75-15,2 1-380 0,-12 4-510 16</inkml:trace>
  <inkml:trace contextRef="#ctx0" brushRef="#br0" timeOffset="137190.19">23685 17906 3111 0,'-13'-5'120'0,"6"2"33"15,7 3 26-15,-12-6 12 0,12 6-7 16,0 0-21-16,0 0-14 0,0 0-24 0,27-12-61 16,-8 10-96-16,6-1-102 0,13 0-90 15,-2-3-114-15,5 1-152 0,-2-1-121 16,1-3 50-16,-2 0-136 0,1-1-191 0</inkml:trace>
  <inkml:trace contextRef="#ctx0" brushRef="#br0" timeOffset="137456.07">24298 17654 1896 0,'5'-12'102'0,"1"3"49"0,-6 3 57 16,2-2 47-16,-2 8 33 0,0-8 3 0,0 8-18 16,0 0-15-16,0 0 25 0,0 0 17 15,-22 16-1-15,11-1-20 0,-5 8-4 0,2 3-15 16,-2 1-29-16,1-2-18 0,1 2-21 16,3 0-21-16,4-4-14 0,-1-4-15 15,2 3-15-15,0-8-13 0,5 3-15 0,-3-5-3 16,2-1-10-16,0-1-8 15,0-2-5-15,2-1-3 0,0-7-3 0,-1 12-10 0,1-12-25 16,1 8-27-16,-1-8-30 16,-5 7-49-16,5-7-50 0,0 0-65 0,-12 2-82 15,12-2-56-15,0 0-51 0,-17 0-55 16,17 0-104-16,0 0-187 0,-17-2 3 16,17 2 66-16,-13-2-355 0,13 2-486 0</inkml:trace>
  <inkml:trace contextRef="#ctx0" brushRef="#br0" timeOffset="178464.71">26694 3425 1532 0,'-4'-15'215'15,"-1"3"-39"-15,-3 1-7 0,3 0-6 0,-2 2-7 16,0 1-10-16,-2-1 4 0,0 2-14 16,-7 2 5-16,3 2-2 0,-10 5 11 15,-11 4-7-15,-2 8 7 0,-12 9-4 16,-2 6-6-16,4 1-5 0,0 8-4 15,6 2-9-15,3 1-12 0,8 0-4 0,8 1-10 16,6-9 2-16,3 0 6 0,10-6-2 16,6-2-7-16,8 4-5 0,4-3-5 0,9 1 10 15,17-4-6-15,2-2-11 0,10-6-5 16,3-6-4-16,6-4-10 0,-2-5-4 0,4-2-3 16,-4-6 12-16,-4-1 18 0,-5-6 14 15,-3-5 20-15,-10-3 17 0,-3-4 15 16,-5-6 5-16,-14 2-13 0,-4-5-15 0,-3-3-16 15,-8-2-7-15,-4-5-12 16,-8-8-14-16,-4 3-13 0,-10 4-5 0,-1 8-15 16,-5 6-17-16,-1 14-41 0,-3 2-22 15,-2 10-27-15,-3 3-36 0,1 10-53 0,-1 6-63 16,-6 4-86-16,10 1-96 0,5 3-107 16,7-1-160-16,5-2-93 0,15-5 81 0,3 1-490 15,9-5-632-15</inkml:trace>
  <inkml:trace contextRef="#ctx0" brushRef="#br0" timeOffset="178714.8">27337 3689 3525 0,'-17'-8'120'0,"1"-1"31"0,5 4 57 0,1 0 58 0,3 0 47 0,1 0-3 0,0-2-16 0,6 7-31 0,-2-10-28 0,2 10-20 15,21-12-27-15,12 3-15 0,14 4-15 16,20 0-22-16,16 3-16 0,36 2-47 0,6 4-36 16,11 2-45-16,9 0-55 0,8 4-60 15,-1 0-63-15,-3 4-65 0,-5-4-68 0,-10 0-61 16,-18-2-99-16,-31-4-99 0,-8-4-127 16,-12 0 64-16,-22 0-397 0,-2-4-512 0</inkml:trace>
  <inkml:trace contextRef="#ctx0" brushRef="#br0" timeOffset="180699.19">29418 3491 1766 0,'5'-7'60'0,"-3"2"26"0,-2 5 5 16,0 0 5-16,0 0 12 0,-9-11 18 0,9 11 12 16,-27 3 11-16,-7 9 13 0,-16 5 5 15,1 4 10-15,-8 7 2 0,-1 5-6 0,5 1-1 16,2 5 2-16,8-1-6 0,7-1-3 15,8 4-15-15,10-12-7 0,11 5-1 16,9-5 11-16,10 3 4 0,12 3 0 0,13-3-11 16,6-2-13-16,9-6-11 0,1-1-10 15,8-3 1-15,4-8-15 0,2 0-8 0,1-10-5 16,-13-2-10-16,4-2 4 16,-10-6 41-16,-8 0 28 0,-1-4 13 0,-6-4 3 0,-4-2-7 15,-1-7-3-15,-8-1-5 0,-1-6-10 16,-7-2-14-16,-6-4-15 0,-3-3-8 15,-6 0-15-15,-5-1-12 0,-3 5-11 16,-9-4-8-16,-6 5-34 0,-7 5-32 16,-8 5-71-16,-6 8-65 0,2 8-71 0,-4 6-75 15,-3 4-93-15,-11 9-95 0,-3 3-122 16,-1 8-229-16,10 1 74 0,2 4 85 0,5 4-509 16,3 4-646-16</inkml:trace>
  <inkml:trace contextRef="#ctx0" brushRef="#br0" timeOffset="181230.79">26744 3866 3486 0,'5'-6'56'0,"-1"2"12"0,-4 4 15 0,4-7 20 0,-4 7 16 16,0 0 31-16,0 0 34 0,0 0 14 15,-17 33 7-15,2-3 10 0,-4 1 17 16,-4 10-23-16,-2 7-1 0,2 3-8 0,1-4-6 15,2 3-20-15,3-2-13 0,2 0-15 16,4-11-14-16,1 2-16 0,-1-2-11 16,3-2-2-16,2-3-15 0,-3-3-11 0,-1-7-11 15,7-1-34-15,-1-7-43 0,-1-1-49 16,3-3-39-16,-1-3-44 0,3-1-71 0,0-6-116 16,-4 6-104-16,4-6-105 0,0 0-156 15,0 0-26-15,-4-17 73 0,3 5-446 0,1 2-564 16</inkml:trace>
  <inkml:trace contextRef="#ctx0" brushRef="#br0" timeOffset="181616.05">26407 4410 3183 0,'-20'7'81'0,"2"0"23"0,-11 6 23 15,2 3 37-15,-3 4 36 0,-6 9 24 16,5 3 7-16,-1 1-5 0,3 5-9 15,6-1-14-15,2 5-18 0,10-8-10 16,-1 1-14-16,6-1-5 0,5 3-23 0,2-6-13 16,5 2-9-16,6 0-8 0,3-4-12 15,6-2 0-15,4-2 11 0,7-7-8 0,12 3-14 16,7-9-3-16,-9-5-6 0,4-6-8 16,1-2-7-16,11-6-5 0,-7-5-1 0,-1-5-10 15,-4-2 1-15,-7-5-6 0,-2-5-2 16,-6-7-1-16,-6-4-1 0,-9-4-3 0,-5-5 3 15,-4-5-7-15,-9 11-5 0,-8-7-2 16,-3 4-8-16,-8 3-4 0,-2 5-1 16,-8 6-2-16,-1 4-2 0,3 10-20 0,-3 4-14 15,7 7-22-15,-1 5-21 0,-1 6-29 16,2 1-36-16,-5 7-47 0,1 2-66 0,6 6-82 16,8-3-80-16,5 0-111 15,6-3-211-15,10 0 47 0,8 2 68 0,14-2-419 16,18 3-515-16</inkml:trace>
  <inkml:trace contextRef="#ctx0" brushRef="#br0" timeOffset="181964.77">29195 4267 3214 0,'-2'-22'161'0,"2"6"-4"0,-2 3 28 0,0 1 33 0,2 3 25 16,0 3 1-16,0 6-25 0,0-9-23 0,0 9-16 16,0 0-15-16,0 0-2 0,-4 33 6 15,-2 1 9-15,1 5 25 0,-1 14 5 16,-1 4-9-16,-2 1-14 0,-2 0-22 0,4 1-12 15,-5-5-14-15,3-2-11 16,-1-2-12-16,0-11-15 0,3-4-10 0,0-2-5 16,-1-10-9-16,2-2-5 0,0 0-25 15,2-7-54-15,-1-4-65 0,1 2-52 0,1-5-65 16,3-1-107-16,0-6-128 0,-2 4-134 16,2-4-158-16,0 0-63 0,0 0 84 0,11-15-582 15,-8 3-738-15</inkml:trace>
  <inkml:trace contextRef="#ctx0" brushRef="#br0" timeOffset="182298.44">29018 4761 3344 0,'-25'5'55'0,"-2"-3"35"16,-7 5 28-16,-2 3 28 0,0 2 33 0,0 3 28 16,0 5 20-16,6 1-5 15,-2 8-10-15,9-2-17 0,4 1-19 0,8 2-12 16,4 3-6-16,6-6 9 0,4-3-24 15,9 8-12-15,7-4-9 0,6-3-16 0,3-4-5 16,12 4-10-16,1-13-6 0,0-2-5 16,7-3-10-16,-2-5-3 0,2-2-1 15,-3-5-1-15,-3-1 29 0,-6-6 23 0,1-3 20 16,-9-5 0-16,-7 1-7 0,0-8-18 16,-7 0-13-16,-7-4-10 0,-3-3-4 0,-6 3-16 15,-2-5-9-15,-5 2-10 16,-5 2-6-16,-4 3-26 0,-6 6-41 0,-4 3-53 15,-6 5-50-15,-2 3-53 0,-3 5-56 16,1 4-71-16,4 1-88 0,-4 4-102 0,-5 1-150 16,2 2-166-16,1 4 81 0,-2-2-631 15,2 1-816-15</inkml:trace>
  <inkml:trace contextRef="#ctx0" brushRef="#br0" timeOffset="182819.34">27188 4966 3622 0,'0'0'-63'0,"4"-7"35"0,-4 7 31 0,0-7 48 0,0 7 54 16,0 0 37-16,-7-10 19 0,2 6-1 0,5 4 3 15,-9-5 1-15,3 2-1 0,6 3 1 16,-9-5 0-16,9 5-4 0,-8-4-2 0,8 4-10 16,-8-4-1-16,8 4-8 15,0 0-11-15,0 0-2 0,0 0-17 0,0 0-4 16,0 0-11-16,25-11 6 0,2 9-22 15,18-2-5-15,25 3 13 0,7-2-27 16,15 3-6-16,26 3-3 0,2 0-9 0,6 1-4 16,-4 1-6-16,1 1 3 0,-4 2 0 15,-30-3-4-15,-1 0-6 0,-6-2-5 0,-6 1-1 16,-10-1-1-16,-5 0-5 0,-12 1 1 16,-17-2 3-16,-4-2 1 0,-8 0 38 0,-2 0 32 15,-2 3 26-15,-1-3 12 0,-3 0 4 16,-1 0 3-16,-11 0 5 0,19 0-1 15,-19 0-9-15,15 0-104 0,-15 0-23 0,0 0 0 16,18 2 0-16,-18-2 0 0,11-2 0 16,-11 2 0-16,0 0 0 0,16-5 0 15,-13 1-202-15,3 1-268 0,-3 0-169 0,-3 3-244 16,0-11 25-16,0 11 97 0,-17-15-728 16,-2 5-936-16</inkml:trace>
  <inkml:trace contextRef="#ctx0" brushRef="#br0" timeOffset="187280.55">26912 3367 3704 0,'0'0'-258'0,"0"0"14"0,0 0 9 0,-25 9-1 0,25-9 6 0,0 0 0 0,-10-5-20 0,10 5-61 16,0 0-271-16,-6-4-82 0</inkml:trace>
  <inkml:trace contextRef="#ctx0" brushRef="#br0" timeOffset="188429.39">26871 3422 1645 0,'0'0'92'0,"0"0"11"0,0 0 10 0,0 0 13 0,0 0 19 0,0 0 23 0,0 0-2 16,0 0 16-16,0 0-10 0,-7-13-10 15,7 13-8-15,0-9-6 0,0 9-5 16,2-12-2-16,2 5 5 0,-3 0-1 0,5-3-8 16,0 1-12-16,2-3-11 0,1-3-12 15,0 0-2-15,11-10-10 0,-3 3-7 0,5-2-6 16,2-1-9-16,0 2-10 0,7 0-2 16,3-4-6-16,4 3-6 0,1-1-8 0,2-1 3 15,-1 4 9-15,-6 5 1 0,0 1 8 16,0 1 3-16,-2 1-1 0,0 4-3 15,1-1-3-15,-1 3 0 0,-3 2-6 16,-2 2-2-16,-1 2-5 0,5 1-2 16,-1-1-2-16,14 4 0 0,2-1 0 0,1 1-5 15,3 4 3-15,11 1 12 0,0 4 25 16,0-1 4-16,-2-1-8 0,-2 4 1 0,-4-1-9 16,-3 2-12-16,-11-4-3 0,-2 2-4 15,0 0-4-15,-3 0-1 0,-2 1 12 0,-2-2-12 16,-3 4-2-16,2-3 5 0,-11-1-7 15,0-1-4-15,-3-5-4 0,-1 3-5 0,-2 0 5 16,1-2-1-16,-4 1-3 0,0 1-2 16,3-2 5-16,-5 0-6 0,4 6 2 15,3-7 44-15,-3 7-2 0,5 0-1 0,1-1 7 16,-1 1-21-16,2 1 3 16,5 4-4-16,2 1-1 0,0-2-7 0,0 1-3 15,-3 0-4-15,-3-3 1 0,-4-2-4 16,1 0-6-16,-1 1 2 0,-3-4-2 0,-1-1-7 15,-1 4 2-15,-1-3-2 0,0-1-1 16,1 4 1-16,-2-4 1 0,-1-2-2 0,1 3 8 16,-1-1-12-16,2 0 4 0,-2 0 23 15,-2-3 8-15,1 2 16 0,0-2-6 16,-2 1 2-16,-4-6 1 0,8 8-5 0,-8-8-3 16,7 7-5-16,-7-7-7 15,5 7 0-15,-3-2-20 0,-2-5-16 0,7 10 0 16,-3-4 0-16,-1-2 0 0,-3-4 0 15,8 13 0-15,-7-8 0 0,3 1 0 0,-4-6 0 16,6 8 0-16,-6-8 0 0,6 6 0 16,-6-6 0-16,4 7 0 0,-4-7 0 0,0 0 0 15,4 9 0-15,-4-9 0 0,0 0 0 16,3 5 0-16,-3-5 0 0,0 0 0 16,0 0 0-16,0 0 0 0,6 5 0 0,-6-5 0 15,0 0 0-15,0 0 0 0,0 0 0 16,0 0 0-16,0 0 0 0,0 0 0 0,0 0 0 15,0 0 0-15,3 7 0 0,-3-7 0 16,0 0 0-16,0 0 0 0,0 0-67 16,0 0-447-16,2 3-55 0,-2-3-83 15,0 0-137-15,0 0-37 0,0 0 88 0,-9 10-635 16,9-10-826-16</inkml:trace>
  <inkml:trace contextRef="#ctx0" brushRef="#br0" timeOffset="189745.23">26260 3671 3384 0,'11'-1'-183'0,"-11"1"38"0,0 0 24 0,0 0 28 0,0 0 27 16,0 0 36-16,3-6 31 0,-3 6 19 0,0 0 14 16,0 0 18-16,0 0 4 15,-35 7 8-15,12-2 5 0,-15 3 4 0,-15 7 9 0,-15-4 7 16,-4 4 11-16,-25 2-6 0,-10-3-6 16,-1 1-6-16,-5 2-7 0,-1-5 8 15,-1 5 4-15,2-4-1 0,-4 5-12 16,3-6-4-16,6 6-6 0,4-3 3 15,30-1 7-15,-1 0 1 0,14-5-4 0,4 3-7 16,16-7-9-16,3 3-4 0,11-4-4 16,4 1-3-16,3-2-5 0,9 0-5 0,-3 1-3 15,2-2-3-15,2 0-1 0,10-2-2 16,-15 3-4-16,15-3-8 0,-13 3-17 0,13-3-36 16,0 0-39-16,-13 0-67 15,13 0-65-15,0 0-81 0,-14 3-103 0,14-3-190 16,0 0-2-16,-11 1 67 0,11-1-193 0,0 0-206 15</inkml:trace>
  <inkml:trace contextRef="#ctx0" brushRef="#br0" timeOffset="190195.94">24056 3860 2061 0,'0'0'49'0,"-9"-5"-4"0,9 5 0 0,-18 0 10 0,0 3 33 0,-3 2 42 0,-10 5 32 0,-1 6 22 16,-6 8 6-16,0 4-1 0,4 2-7 15,2 8-7-15,1-1-4 0,6 6-6 0,6 0-8 16,1 0-8-16,9-7-10 0,7 0-12 15,2-5-7-15,8 4-6 0,4-2-1 0,4-2-3 16,9 4-9-16,8-6-8 0,7-4-5 16,6-6-9-16,7-4-11 0,6-8-2 0,6-3-7 15,0-6-10-15,-1-3 2 0,-3-8-9 16,-2-1 1-16,-7-5-6 0,-5-4 9 16,-6 0 11-16,-12-1-1 0,-9-5-8 15,-3-2 2-15,-4-5-1 0,-9-1-5 16,-6-4-10-16,-1 0 1 0,-10-10-10 0,-7 3-4 15,-1 2-3-15,-5 5-1 0,-3 3-18 16,5 13-12-16,-5 5-22 0,-5 5-32 0,-2 4-27 16,-1 8-37-16,-3 5-47 0,4 5-58 15,0 4-51-15,2 6-64 0,-7 6-90 0,5 2-150 16,4 8-50-16,1 2 68 0,6 0-297 16,9-4-353-16</inkml:trace>
  <inkml:trace contextRef="#ctx0" brushRef="#br0" timeOffset="190945.95">23948 4362 2261 0,'0'0'-1'0,"0"0"45"0,6-3 24 0,-6 3 30 0,0 0 32 0,0 0 36 0,0 0 24 15,0 0 10-15,0 0-2 0,0 0-7 16,0 0-12-16,0 0-15 0,0 0-16 15,0 0-16-15,0 0 27 0,0 0 6 0,16 12-2 16,-9 1-9-16,6 3-4 0,6 2-1 16,6 3-12-16,4 1 2 0,13 4-4 15,4-2-6-15,5 0-9 0,9 0-13 16,5-1-6-16,6-4-13 0,23 5-8 0,-7-1-7 0,7 0-8 16,-1-1 9-16,-17-5 15 15,20 5-20-15,-5-1 11 0,-20-4-12 0,-3-2-7 16,-7-3 0-16,-8 2-11 0,-9-5-2 15,-5-1 1-15,-3 2-4 0,-2-5-10 0,-7 2-6 16,-4-2 4-16,-7-3-4 0,2 2 8 16,-5-2 19-16,1 0 13 0,-3 0 2 15,-11-2-1-15,19 0-5 0,-10 3-2 0,-9-3 1 16,19 1-1-16,-7-1 2 0,-12 0-15 16,23 1-4-16,-10-1-5 0,0 0-4 15,1 0-2-15,1 0-4 0,0 0-3 16,0 0-2-16,-15 0-4 0,30-1 1 0,-16 1-3 0,-1 0-3 15,-13 0-1-15,23 0-1 16,-23 0 2-16,18 0 5 0,-18 0-2 0,13-1-20 16,-13 1 0-16,0 0 0 0,17 1 0 15,-17-1 0-15,0 0 0 0,13 0 0 0,-13 0 0 16,0 0 0-16,0 0 0 0,18-1 0 16,-18 1 0-16,0 0 0 0,13 0 0 0,-13 0 0 15,0 0 0-15,14 0 0 0,-14 0 0 16,0 0 0-16,0 0 0 0,16-3 0 0,-16 3 0 15,0 0 0-15,0 0 0 0,0 0 0 16,14 0 0-16,-14 0-11 0,0 0-162 16,0 0-63-16,0 0-83 0,0 0-117 15,0 0-129-15,0 0-191 0,0 0-66 16,-28-8 83-16,16 6-667 0,-5 0-858 0</inkml:trace>
  <inkml:trace contextRef="#ctx0" brushRef="#br0" timeOffset="193129.28">26631 3517 3676 0,'0'0'-127'0,"4"-9"45"0,-4 9 39 0,3-8 37 0,-3 8 33 0,0 0 30 0,3-8 20 15,-3 8 17-15,0 0-14 0,0 0 4 16,2-7-17-16,-2 7 4 0,0 0-4 16,0 0-4-16,0 0-20 0,6-6 4 15,-6 6 3-15,0 0 36 0,0 0 17 0,0 0 12 16,-11 27 3-16,1-12 1 0,-2 5-4 15,-5 5-2-15,-2 2-4 0,0 0-2 0,-2-2-12 16,0 0-6-16,4 0-8 0,-1-3-4 16,5-3-10-16,2-3-4 0,3-5-5 15,1 0 5-15,-1-2-5 0,5-1-1 16,-3-1-10-16,-1-3 2 0,7-4-7 16,-3 11-2-16,3-11-12 0,-6 5-39 0,6-5-46 15,0 0-54-15,0 0-76 0,0 0-88 16,0 0-85-16,-9-18-106 0,11 9-143 0,-2 1-66 15,2-4 70-15,0 3-343 0,1-5-428 16</inkml:trace>
  <inkml:trace contextRef="#ctx0" brushRef="#br0" timeOffset="193395.9">26604 3455 2590 0,'0'0'20'0,"0"0"23"0,0 0 8 0,-1-10 4 15,1 10 4-15,0 0 20 0,0 0 31 16,0 0 1-16,0 0 16 0,0 0-3 16,12 22 5-16,-7-10 1 0,1 1 0 15,-1 7 14-15,-1-3-14 0,2 3-8 0,2-1-12 16,-3 1-10-16,6 1-7 0,-2-2-10 16,-4-2-15-16,1-2-4 0,-1-1-4 0,1 0-5 15,0-3-31-15,-4-1-35 0,4-2-35 16,-4 0-46-16,-1-1-44 0,-1 0-39 15,0-7-55-15,2 7-95 0,-2-7-130 0,0 0-136 16,0 0 51-16,0 0-212 16,0 0-242-16</inkml:trace>
  <inkml:trace contextRef="#ctx0" brushRef="#br0" timeOffset="193595.05">26536 3691 2202 0,'0'0'84'0,"-18"-2"28"0,18 2 26 15,0 0 37-15,-16-1 18 0,16 1 14 16,0 0 6-16,0 0-9 0,0 0-16 0,0 0-17 16,0 0-17-16,0 0-21 0,0 0-5 15,0 0-24-15,0 0-41 0,0 0-58 16,0 0-75-16,0 0-79 0,0 0-84 0,40-1-117 16,-40 1-174-16,13-6-59 15,-13 6 65-15,10-3-178 0,-10 3-191 0</inkml:trace>
  <inkml:trace contextRef="#ctx0" brushRef="#br0" timeOffset="195545.59">27623 3512 1982 0,'0'-12'40'0,"0"12"12"0,-2-9 16 0,2 9 10 0,0-7 10 0,0 7 9 0,0 0 3 0,-2-11 1 15,2 11-19-15,0 0-5 0,0 0 20 16,0 0 12-16,0 0-6 0,0 0 10 16,-14 35-3-16,10-20 5 0,1 5-6 15,-1 3-4-15,-2-2-4 0,6-2-9 16,-3 3 1-16,-1-3-7 0,-1-2-13 0,3 0 6 16,-1-2-12-16,-1 2 3 0,4-6-6 15,-2 1-7-15,0-2-8 0,1-1-20 0,-3-2 10 16,4 2-4-16,0-9-12 0,-6 12-29 15,4-7-21-15,2-5-58 0,-1 8-69 0,1-8-79 16,-7 4-97-16,7-4-150 16,-5 2-104-16,5-2 58 0,0 0-208 15,-17 4-226-15</inkml:trace>
  <inkml:trace contextRef="#ctx0" brushRef="#br0" timeOffset="196095.15">26572 4036 1916 0,'0'0'-3'0,"0"0"33"0,-11 0 18 0,11 0 23 0,0 0 27 0,0 0 26 0,-13 3 24 0,13-3 17 0,0 0-7 16,0 0 16-16,-10 3-10 0,10-3-2 15,0 0-1-15,0 0 13 0,0 0 4 0,0 0-3 16,0 0-15-16,21 13-16 0,-8-11-17 16,3 0-8-16,0-1-17 0,2 2-19 0,0-1-35 15,-4 0-49-15,-3-1-67 16,1 2-80-16,0 0-62 0,-5-2-58 0,-7-1-72 0,8 4-102 16,-8-4-137-16,0 0 50 15,0 0-199-15,0 0-221 0</inkml:trace>
  <inkml:trace contextRef="#ctx0" brushRef="#br0" timeOffset="196595.27">25749 3748 1938 0,'0'0'32'0,"0"0"25"0,0 0 14 0,0 0 17 0,0 0 20 0,0 0 20 0,0 0 16 16,0 0 5-16,0 0-12 0,0-10-14 16,0 10-26-16,0 0-2 0,0 0 5 0,0 0 9 15,0 0 0-15,7 24-1 0,0-15-12 16,-2 5 5-16,-1 1-15 0,0-1 4 0,-1 2-10 15,1 2-4-15,3-3-3 0,-6 0-6 16,5-1-4-16,-2 0-14 0,-2-2-14 0,-1-2 7 16,1-1-4-16,2-3-2 0,0 1-19 15,-4 0-18-15,0-7-31 0,3 10-12 16,-3-10-55-16,0 0-72 0,3 5-83 16,-3-5-124-16,0 0-191 0,0 0 7 15,0 0 67-15,0 0-164 0,2-23-155 0</inkml:trace>
  <inkml:trace contextRef="#ctx0" brushRef="#br0" timeOffset="197199.15">27007 2999 1943 0,'0'0'65'0,"0"0"9"0,0 0-4 0,-5-7-2 0,5 7 1 0,0 0 28 0,0 0 12 0,0 0 4 0,0 0 9 0,0 0-11 0,11 31-3 16,-6-16-6-16,1-1-11 15,-1 5-6-15,4-3-3 0,-6-2-10 0,5 2-5 16,-5 1-6-16,3-2-2 0,-1-2-9 15,-2-2 5-15,1 0-12 0,-2-1-3 16,2-4-6-16,-3 4-3 0,1-3-3 0,0-3-4 16,-2-4-15-16,4 13-25 0,-2-8-44 15,-2-5-69-15,0 0-107 0,2 9-161 0,-2-9-181 16,0 0 62-16,0 0-147 16,-17 2-160-16</inkml:trace>
  <inkml:trace contextRef="#ctx0" brushRef="#br0" timeOffset="198461.06">26635 3700 1693 0,'0'0'-27'0,"0"0"23"0,0 0 19 0,0 0 15 15,-9-5 21-15,9 5 24 0,0 0 22 16,0 0 7-16,-15-4 4 0,15 4 3 0,0 0-8 16,-8-2-8-16,8 2-4 0,0 0-7 15,0 0-3-15,0 0-4 0,0 0-5 0,0 0 1 16,0 0-6-16,0 0 1 0,0 0-15 15,0 0-2-15,0 0-5 0,30-5-6 16,-30 5-2-16,0 0-6 0,18 0-3 16,-18 0-6-16,0 0-15 0,11-3-13 15,-11 3-30-15,0 0-35 0,0 0-32 0,0 0-47 16,0 0-68-16,0 0-92 0,10 3-168 16,-10-3 8-16,0 0-59 0,0 0-31 0</inkml:trace>
  <inkml:trace contextRef="#ctx0" brushRef="#br0" timeOffset="199361.87">30025 2958 1773 0,'2'-10'176'0,"2"1"14"0,-2 1 15 15,-2 2 31-15,0 6 24 0,5-11 32 0,-5 11 15 16,1-6-11-16,-1 6-29 0,0 0-23 15,4-10-35-15,-4 10-25 0,0 0-14 16,0 0-11-16,0 0-5 0,6 31-11 0,-6-12-13 16,0 10-7-16,0 8-5 0,1 1-4 15,3-2-2-15,0 0-12 0,-2-1-11 16,1-9-3-16,2-3-9 0,-3-6 3 16,2 0-17-16,-3-3-5 0,3-2 14 0,-2-2 24 15,0 0 21-15,0-3 15 0,-1-1 8 0,-1-6-7 16,11 5-11-16,-11-5-18 15,0 0-7-15,32-14-14 0,-19 5-5 0,6-10-13 0,2-3-7 16,0-1-5-16,-2 0-6 16,2-6-13-16,-2 0-25 0,4-9-30 0,-3-3-41 15,0 1-37-15,-1-2-37 0,-4 11-17 16,1-1-29-16,-5 6-21 0,-2 3-47 0,-4 4-39 16,2 3-52-16,-3 6-54 0,-1 0-78 15,-3 1-123-15,0 4-148 0,0 5 73 16,-3-7-431-16,3 7-572 0</inkml:trace>
  <inkml:trace contextRef="#ctx0" brushRef="#br0" timeOffset="199827.79">30536 3031 3139 0,'0'0'67'0,"0"0"8"0,0 0 21 0,0 0 24 0,0 0 20 0,0 0 16 0,0 0-2 0,0 0-12 16,0 0-11-16,0 0-14 0,18 0-10 0,-18 0-3 15,0 0-17-15,15-5-1 0,-15 5-13 16,13-3-10-16,-13 3 0 0,13-7-8 16,-5 5-2-16,-8 2 2 0,12-7 6 15,-7 4 12-15,-5 3-5 0,8-7-1 16,-8 7-3-16,3-8-9 0,-3 8-8 0,0 0-9 15,0 0-1-15,0 0-5 0,0 0-2 16,-28-1-6-16,9 7-2 0,2-1 1 0,-3 3-5 16,4 1-6-16,0 1 2 0,1 2 0 15,3 0-1-15,3 0 1 0,2 0 0 0,-1 2 7 16,5-2 4-16,2 1 2 0,1-1 2 16,1-1 0-16,8 0 3 15,-2 1-5-15,4 0 0 0,5-1-2 0,-3-2-1 0,5 0-5 16,-6-1-2-16,4-2 2 15,-5-1-6-15,-1-1 1 0,0 0-3 0,-3-1-20 16,2 1-30-16,-9-4-39 0,18 3-42 0,-18-3-52 16,19-2-58-16,-19 2-62 0,21-1-66 15,-9-4-100-15,0-3-136 0,0 1-67 16,0-1 66-16,-1 0-281 0,-1-2-360 16</inkml:trace>
  <inkml:trace contextRef="#ctx0" brushRef="#br0" timeOffset="200094.07">31110 2646 2408 0,'-7'-12'49'0,"-4"7"16"0,6-5 8 0,-1 5 16 0,6 5 20 0,-7-7 3 0,7 7-3 0,0 0 48 15,-16 14 18-15,11-1-2 0,-3 7-9 0,-4 7-3 16,3 8-8-16,0 1-12 0,1 0-13 15,4 3-6-15,-4 3-17 0,5 0-11 16,-3-3 1-16,3 0-19 0,-4 2-40 0,3-5-36 16,3-1-44-16,-3-6-43 0,0-6-44 15,0-3-31-15,1-2-33 0,1-1-37 16,-5-4-45-16,6-3-59 0,-1 0-88 16,0-3-105-16,2-7 13 0,-2 4-117 0,2-4-131 15</inkml:trace>
  <inkml:trace contextRef="#ctx0" brushRef="#br0" timeOffset="200230.68">30942 3182 1758 0,'-6'-13'47'0,"6"3"33"0,-3 2 34 16,-1-1 36-16,2 3 50 0,2 6 41 16,-5-14 7-16,3 9-6 0,2 5-19 0,-5-8-19 15,5 8-19-15,-4-8-21 0,4 8-19 16,0 0-35-16,0 0-61 0,7-12-70 16,-7 12-84-16,15-1-97 0,-2 0-123 15,0-2-188-15,9 1-67 0,-2 1 66 16,3-1-132-16,6 2-144 0</inkml:trace>
  <inkml:trace contextRef="#ctx0" brushRef="#br0" timeOffset="200477.05">31470 2640 1731 0,'-15'-3'35'0,"0"1"28"0,-5 6 18 16,1 3 17-16,-10 7 31 0,2 3 21 15,2 8 22-15,0 1 16 0,-4 10 4 16,6 0 2-16,5-4-9 0,4 3-17 16,3-2-11-16,0 4-17 0,10 1-10 15,1-7-7-15,1 6-19 0,6-2-19 0,0-3-49 16,3 0-50-16,3-5-54 0,0-2-59 16,5-2-65-16,-5-9-104 0,4-1-186 0,0-3-90 15,-1-4 68-15,0 0-145 0,-2-6-144 16</inkml:trace>
  <inkml:trace contextRef="#ctx0" brushRef="#br0" timeOffset="201027.72">31560 2774 1844 0,'-7'-14'111'16,"6"4"24"-16,-3 3 9 0,2 1-7 0,2 6 0 15,-4-7-14-15,4 7 31 0,0 0 46 16,-11 17 13-16,3 2 13 0,-1 1-4 0,0 7-13 16,-4 6-17-16,2-1-11 0,0 1-8 15,-3 2-10-15,3-1-14 0,2-2-12 16,-3-2-13-16,1-5-4 0,2-3-17 0,0-4-14 16,4-5-3-16,-1-1-10 0,3-2 0 15,-1 1 1-15,-1-5 19 0,4 2 23 16,1-8 17-16,-2 6-16 0,2-6-13 15,0 0-14-15,0 0-10 0,0 0-5 0,17-29-15 16,-8 10-8-16,9-6-11 0,-1-3-8 16,2-1-4-16,1 2-1 0,-4 3 0 15,-4 5-2-15,-3 5-7 0,-1 1-1 0,-3 6-6 16,2-2-4-16,-2 4-9 0,-1-1-2 16,-4 6-5-16,0 0 4 0,11-2 3 0,-11 2-1 15,0 0 1-15,18 13 3 0,-13-6-1 16,3 0 4-16,-1 1-1 0,1-1-2 0,0 0 8 15,-5-1 1-15,5-1 33 0,-8-5 21 16,8 6 26-16,-8-6 22 0,4 6 18 16,-4-6 1-16,0 0 2 0,3 6-4 15,-3-6-7-15,0 0-11 0,0 0-12 16,0 0-16-16,0 0-71 0,0 0-16 0,-23 4 0 16,23-4 0-16,-19 2 0 0,10-1 0 15,9-1 0-15,-19 4 0 0,9-3 0 0,10-1 0 16,-16 5-185-16,3-5-128 0,6 2-72 15,7-2-82-15,-13 2-108 0,13-2-137 0,0 0-119 16,-10-9 80-16,10 9-600 0,4-10-806 16</inkml:trace>
  <inkml:trace contextRef="#ctx0" brushRef="#br0" timeOffset="201227.17">31870 2660 3515 0,'11'-14'-10'0,"-2"3"66"0,-2 5 21 0,-3 0 3 0,0 0-2 0,-4 6-4 0,0 0 109 0,0 0 44 15,1 31 6-15,-2-4-3 0,-5 8 11 16,-3 17-5-16,-1 1-25 0,-3 1-17 16,-1 4-36-16,-1 0-11 0,-3 0-12 0,2 0-16 15,-7-4-9-15,1-1-46 0,-1-7-64 16,3-3-66-16,-3-2-70 0,5-9-72 0,0-4-64 16,-1-1-67-16,-2 1-89 15,2-6-111-15,-2-3-165 0,2-5 58 0,2-2-381 16,-3-2-502-16</inkml:trace>
  <inkml:trace contextRef="#ctx0" brushRef="#br0" timeOffset="202247.55">30651 3689 3199 0,'2'-9'212'0,"0"1"35"0,-1 3 51 0,-1 5 44 0,0-10 15 0,0 10-8 15,0 0-35-15,0 0-31 0,0 0-24 16,0 0 41-16,0 0 0 0,-5 43-22 0,-1-11-31 15,2 7-21-15,-4 0-20 0,5 4-22 16,-1-4-14-16,-2-1-20 0,1 3-17 16,-2-2-12-16,4-4-105 0,-1-1-16 15,-2-7 0-15,3-6 0 0,-1-5 0 16,0 1 0-16,2-6 0 0,0 1 0 0,0-3 0 16,2-1 0-16,-2-2 0 0,2-6 0 15,0 0 0-15,0 0 0 0,0 0 0 0,0 0 0 16,0 0 0-16,8-35 0 0,-2 13 0 15,-1-9 0-15,7-4 0 0,-2-6 0 0,3-9 0 16,2 0 0-16,4-1 0 0,-2 1-36 16,2 7-9-16,-5 12 4 0,-1 2 13 0,-3 7 9 15,-1 5 9-15,-2 2 6 0,1 3 0 16,2 0-1-16,-1 7 3 0,2 0 7 16,1 7 15-16,5 3 9 0,2 5 12 15,4 10 5-15,0 6 3 0,-2 0-45 0,-4 6-4 16,-2 2 0-16,-1 2 0 0,-7-2 0 15,-1 5 0-15,-4 2 0 0,-4-3 0 16,-5-1 0-16,-4-2 0 0,-1-2 0 0,-5-2 0 16,-1-4 0-16,-1-1 0 0,0-2 0 15,-2-4 0-15,4-4 0 0,-2-3 0 0,2-5 0 16,-2 0 0-16,3-5 0 16,2-1 0-16,-2-4 0 0,-1-2 0 0,-2-5 0 0,1-3-187 15,5-4-275-15,-2-8-111 0,5 2-118 16,5-2-189-16,3 2 72 0,2 5 93 15,4-4-603-15,-1 6-775 0</inkml:trace>
  <inkml:trace contextRef="#ctx0" brushRef="#br0" timeOffset="202843.59">31135 3990 3739 0,'0'0'87'0,"0"0"26"0,0 0 25 0,7 2 32 0,-7-2 39 15,0 0 23-15,0 0 1 0,0 0-11 16,0 0-25-16,0 0-22 0,0 0-20 16,27-8-11-16,-18 5-9 0,-1-2-15 15,2 0-18-15,-3 1-5 0,4-3-11 0,-2 2-6 16,0-1-13-16,-2-2-4 0,-1-2-8 16,-1 0 3-16,0 2-9 0,-1-3-6 15,-2 4-3-15,-1-1-5 0,-1 8-11 0,0-10-2 16,0 10-4-16,-12-4 3 0,12 4-3 15,-25 7-6-15,9-2 5 0,-4 5 0 0,4 4 9 16,0 1-27-16,1-1-4 0,6 1 3 16,-1-1 0-16,3 0 4 0,3-3 3 0,2 2-1 15,4-2 1-15,2-2 0 0,1 2 3 16,5-2-1-16,1-2 2 0,6-2 3 16,-1-2 0-16,3-1-3 0,0-2 3 0,0 0 7 15,-2 0 0-15,-4-2 22 16,0 1 18-16,3-1 8 0,-16 2-5 0,19-2-8 15,-19 2-7-15,15 2-8 0,-15-2 0 16,11 8 13-16,-9 1 8 0,0 2 2 0,-2 7-1 16,-4 4 3-16,1 13 6 0,-5 4 26 15,-6 7 47-15,5 5-105 0,-2 1-38 0,-3-2 0 16,1-2 0-16,-1-3 0 0,3-12 0 16,2-2 0-16,-3-2 0 0,3-8 0 15,2-1 0-15,1-7 0 0,-2 1 0 16,2-4 0-16,-1-1 0 0,1-3 0 15,-4 0 0-15,1-5 0 0,9-1 0 0,-31-5 0 16,15 0 0-16,-11-10 0 0,-4-4 0 16,3-2 0-16,-6-6 0 0,-2 0 0 0,12 3 0 15,-2 1 0-15,1 2 0 0,5 6 0 16,4 4-283-16,2 3-266 0,5 3-80 0,-2 0-101 16,2 1-127-16,2 1 86 0,7 3-716 15,-8-3-934-15</inkml:trace>
  <inkml:trace contextRef="#ctx0" brushRef="#br0" timeOffset="203077.58">30595 4652 4524 0,'-13'-2'179'0,"13"2"36"0,-19-2 82 0,19 2 52 0,-9-2 17 0,9 2-23 0,0 0-36 0,0 0-34 16,0 0-28-16,0 0-42 0,0 0-62 16,30-6-94-16,-9 4-115 0,4 0-111 0,1 2-115 15,1 0-118-15,-4 0-126 16,3-1-167-16,-5 1-78 0,-3 0 87 0,-5 0-601 16,-13 0-756-16</inkml:trace>
  <inkml:trace contextRef="#ctx0" brushRef="#br0" timeOffset="203277.51">30449 4867 3745 0,'-20'4'134'0,"5"-1"29"0,4 1 27 15,5-2 43-15,6-2 71 0,-13 4 29 0,13-4-12 16,0 0-26-16,-11 2-35 0,11-2-21 16,0 0-27-16,0 0-34 0,0 0-67 0,0 0-93 15,58-2-106-15,-33 0-103 16,4-4-120-16,11 1-119 0,2-3-133 0,-2-5-156 15,0 1 14-15,9-1 85 0,-11-1-438 16,-1-1-529-16</inkml:trace>
  <inkml:trace contextRef="#ctx0" brushRef="#br0" timeOffset="203594.15">31055 4635 2801 0,'1'-7'85'0,"3"2"62"0,-4 5 31 16,0 0 26-16,0 0 31 0,0 0 29 15,0 0 24-15,0 0 15 0,0 0-35 16,0 0-14-16,0 0-17 0,0 0 1 0,-18 22-25 15,13-15-14-15,3 1-18 0,2-1-21 16,-2 1-15-16,2-8-9 0,2 16-10 16,0-9-14-16,5 0-8 0,-2-2-11 15,2 0-6-15,5-2-11 0,0-1-8 0,0 0 1 16,-12-2-12-16,31-2-3 0,-12 0 4 16,1-1 6-16,-4 0 13 0,2-1 7 0,-5 1 8 15,1 1-3-15,-3 1 2 0,-11 1-8 16,16-4-9-16,-16 4-5 0,16 4-41 0,-12 0-28 15,0 3 0-15,-3 2 0 0,-1 1 0 16,0-1 0-16,0 1 0 0,-1 2 0 16,-1 0 0-16,2 0 0 0,-2 2 0 0,0-4 0 15,0 0 0-15,0-3 0 16,2-7-250-16,0 13-134 0,-2-5-73 0,2-8-72 0,0 10-120 16,0-10-182-16,2 6 66 15,-2-6 88-15,0 0-564 0,0 0-703 0</inkml:trace>
  <inkml:trace contextRef="#ctx0" brushRef="#br0" timeOffset="204579.31">25849 3647 3269 0,'2'-10'-94'0,"-2"10"27"0,1-7 17 0,-1 7 12 15,0 0 6-15,0 0 22 0,0 0 48 0,0 0 29 16,0 0 18-16,10 20 13 0,-7-3 7 15,-3 5-3-15,4 2-11 0,-4 2-4 0,2-2-29 16,-2 1 17-16,2 1-12 0,-2-3-10 16,2 0 1-16,-2-1-18 0,0-2-55 0,0-2-56 15,1 0-64-15,-1-1-66 0,0-5-87 16,0 1-142-16,-1-3-104 0,1-1 55 16,-2-3-131-16,2-6-113 0</inkml:trace>
  <inkml:trace contextRef="#ctx0" brushRef="#br0" timeOffset="205110.68">26576 4168 1779 0,'-11'-2'144'0,"11"2"-4"0,-15-2-13 0,15 2-11 0,0 0 15 0,0 0 33 0,-18-1 26 15,18 1 4-15,0 0-12 0,0 0-14 0,0 0-20 16,0 0-13-16,0 0-12 0,31-9-26 16,-12 9-41-16,5-3-74 0,5 1-98 15,8-4-105-15,-5 5-141 0,-3 0-201 16,-2-3 42-16,-3 1-191 0,2-2-205 15</inkml:trace>
  <inkml:trace contextRef="#ctx0" brushRef="#br0" timeOffset="205393.75">27769 3684 2155 0,'0'0'58'0,"-7"-4"-11"0,7 4-3 16,-8-2-3-16,8 2-4 0,0 0-1 16,0 0-1-16,-19 10-5 0,16-3 0 15,-4 3-5-15,2 1 0 0,1-2-6 0,-4 4-14 16,3-1-27-16,-3 0-47 0,0 0-71 15,1-1-114-15,-1 0-164 0,0-2-155 16,1-2-74-16</inkml:trace>
  <inkml:trace contextRef="#ctx0" brushRef="#br0" timeOffset="205626.42">27196 3125 1883 0,'-4'-5'128'0,"4"5"-14"15,-7-7-7-15,7 7-16 0,-9-4-7 16,9 4-7-16,0 0-12 0,0 0-6 0,0 0-3 16,-9 16-14-16,9-3-30 15,0 0-40-15,0 1-50 0,2 3-76 0,0 1-114 16,0-1-204-16,-2 5-113 0,0-3-84 15</inkml:trace>
  <inkml:trace contextRef="#ctx0" brushRef="#br0" timeOffset="207342.61">22652 3647 1864 0,'-5'-6'138'0,"-3"-2"-15"0,8 8 4 0,-14-3 12 0,14 3 26 0,0 0 29 0,-24 17 1 16,12-4-3-16,1 5-8 0,-3 5-14 16,5 1-6-16,6-3-17 0,1 4-5 0,4-4-8 15,-1 4-6-15,10 1-4 0,5 2-3 16,3-2 10-16,0-5-7 0,6-4-6 16,2-3-7-16,-2-6-2 0,-3-3 1 15,1-3 0-15,2-4-4 0,9-5-8 0,-2-3-5 16,-5-4-1-16,4-3-9 0,-4-2-8 15,-3-1-6-15,-3-4-3 0,-5-2-9 16,-4-1-8-16,0 0-10 0,-2-5-18 0,-3 2-28 16,-3 1-28-16,0 4-32 0,-4 3-45 15,2 3-44-15,-4 2-54 0,4 4-68 0,0 0-76 16,0 5-58-16,-2 3-39 0,0 5-92 16,0-7-76-16,0 7-357 0,0 0-452 15</inkml:trace>
  <inkml:trace contextRef="#ctx0" brushRef="#br0" timeOffset="207578.31">23231 3616 2620 0,'4'4'1'0,"-4"-4"23"0,7 4 9 0,-7-4 17 15,0 0 24-15,0 0 30 0,0 0 17 16,0 0 17-16,9 6 9 0,-9-6 8 16,0 0-3-16,4 7-8 0,-4-7-7 0,3 5-7 15,-3-5-6-15,8 5-3 0,-8-5-8 16,0 0-5-16,10 8-7 0,-10-8-5 0,5 4-13 15,-5-4-6-15,11 1-3 0,-11-1-11 16,0 0-4-16,18 0-11 0,-18 0-27 0,0 0-49 16,17-1-48-16,-17 1-76 15,12 0-92-15,-12 0-94 0,0 0-120 0,9 1-168 16,-9-1 34-16,0 0-294 0,0 11-368 16</inkml:trace>
  <inkml:trace contextRef="#ctx0" brushRef="#br0" timeOffset="208542.49">24120 4063 2649 0,'0'-13'99'0,"-3"2"27"0,2 4 29 0,-1 0 30 0,0 1 31 0,2 6 31 0,-4-10 2 0,4 10-15 16,0 0-27-16,-2-8-13 0,2 8 10 16,0 0 15-16,-13 22-29 0,3-6-10 15,-1 12-12-15,4-4-5 0,-5 5-12 16,4-6-5-16,5-2-16 0,-5 0-12 0,6-4-12 16,-1 1-9-16,-2-5-12 0,1 3-2 15,3-2-15-15,-1-5-11 0,0 3-10 0,0-6-37 16,0 3-25-16,0-3-45 15,2-6-45-15,0 8-75 0,0-8-101 0,0 0-83 0,0 0-66 16,0 0-68-16,0 0-105 0,11-27-82 16,-5 11 68-16,0-5-385 0,2 1-477 0</inkml:trace>
  <inkml:trace contextRef="#ctx0" brushRef="#br0" timeOffset="208946.24">24114 3962 2797 0,'0'-9'-3'0,"-2"-2"35"16,2 2 32-16,0 2 29 0,-2-1 7 0,4 3 27 15,-2-2-5-15,4 1-7 0,0-1 4 16,2 3-8-16,1-3 1 0,2 3-1 0,2 1-11 16,0 3-3-16,-11 0-9 0,23 2-8 15,-12 1-2-15,3 4-4 0,-3-1-5 0,-2 3-1 16,-1 3 1-16,0 0-3 0,-5 3 4 16,-1-1 4-16,-4 2 0 0,-3 5-4 0,-3 10-5 15,-4-2-4-15,-2-2 2 16,0-8 8-16,3-3 9 0,-1 2 4 0,2-7-4 15,3 2 3-15,2-5 11 0,-2 1 10 0,3-2-2 16,3-2 8-16,1-5 8 0,-8 10 2 16,6-5-27-16,2-5-12 0,0 0-6 15,0 11-4-15,0-11-12 0,0 0 1 16,10 9-7-16,-10-9-12 0,10 6 1 0,-7-1 19 16,3 0-12-16,-6-5-18 0,7 9-4 15,-1-1 8-15,-4-4 5 0,-2-4 5 0,4 13 5 16,-4-7 0-16,0-6 2 0,-4 14 3 15,2-8-6-15,-6 1-4 0,-1 1-3 0,2-2-6 16,-3 2-3-16,-3-3 7 16,1-1-50-16,-1 1-51 0,0-2-61 0,1 1-79 15,1-2-91-15,1 0-119 0,10-2-141 16,-23-2-204-16,17-1-20 0,6 3 86 0,-9-6-554 16,9 6-704-16</inkml:trace>
  <inkml:trace contextRef="#ctx0" brushRef="#br0" timeOffset="209459.32">24045 3754 3489 0,'-34'5'-134'0,"0"7"33"0,-12 6 41 0,-1 5 44 0,-3 6 44 0,-2 7 45 0,1 5 27 0,-4 15 8 0,1 9 5 0,11-1 2 16,12-9 6-16,6 3-1 0,10 0-6 15,4 0-8-15,11 3-5 0,9-6-7 16,7-3-8-16,9-3-7 0,7-6-3 16,8-7-8-16,8-5-6 0,9-6-5 0,4-7-7 15,4-8-3-15,5-7-4 0,-2-6-4 16,0-6-5-16,2-6 4 0,-9-6 11 0,-4-4 16 16,-4-4 12-16,-7-2 11 0,-5-6 16 15,-6-2 7-15,-9-4-10 0,-4-6-6 0,-11-3-4 16,-8-3-15-16,-4-3-9 0,-10-2-6 15,-7 1-12-15,-4 3-10 0,-11 3-10 16,-4 8-10-16,-6 6-18 0,-9 9-17 16,-2 8-26-16,-3 8-27 0,-4 7-36 15,7 6-44-15,-11 8-45 0,4 5-63 0,4 3-69 0,3 2-90 16,7 4-135-16,17-3-120 16,9 1 71-16,5-1-344 0,9-3-424 0</inkml:trace>
  <inkml:trace contextRef="#ctx0" brushRef="#br0" timeOffset="211241.72">24793 3817 2630 0,'0'0'10'0,"2"-11"25"0,-2 11 26 0,1-12 21 0,-1 7 24 0,0 5 41 0,-1-14 27 15,1 7 10-15,0 7 7 0,0-9-8 0,0 9-22 16,0 0-19-16,0-9-16 0,0 9-12 16,0 0-13-16,0 0-4 0,-11 35-13 0,6-2-9 15,-1 2-3-15,-1 5-12 0,1 5 2 16,0 10-43-16,0-10-62 0,5 0-72 0,-1-1-80 16,2-1-72-16,0-4-89 15,0-3-118-15,2-7-130 0,-2-7 57 0,0-2-241 16,-2-4-275-16</inkml:trace>
  <inkml:trace contextRef="#ctx0" brushRef="#br0" timeOffset="211511.28">24581 4930 2527 0,'21'-17'177'0,"-21"17"9"0,2-11 4 16,0 8 9-16,-2 3 2 16,0 0 0-16,2-9-19 0,-2 9-17 0,0 0-9 15,0 0-9-15,0 0-10 0,2 23-16 16,-4-11-9-16,-2 5-14 0,-4 5-7 0,-3 9-17 16,0-4-30-16,-1 0-36 0,-1 1-49 15,-1-8-59-15,3-3-72 0,0-1-76 0,-1-3-91 16,3-1-155-16,1-4-113 0,4-1 62 15,0-4-295-15,4-3-326 0</inkml:trace>
  <inkml:trace contextRef="#ctx0" brushRef="#br0" timeOffset="212758.27">26506 4671 2234 0,'19'4'22'0,"-19"-4"37"0,0 0 27 0,0 0 31 0,0 0 28 0,0 0 41 0,0 0 18 0,0 0 17 15,0 0 7-15,17-1-3 16,-17 1 2-16,0 0 2 0,0 0 1 0,0 0-3 16,0 0 4-16,0 0 1 0,0 0-19 15,0 0-7-15,0 0-4 0,0 0-17 16,0 0-10-16,0 0-9 0,0 0-16 0,6-3-7 15,-6 3-15-15,0 0 0 0,0 0-25 16,0 0-12-16,0 0-6 0,0 0-13 16,0 0-2-16,-16-17-12 0,16 17-20 0,-13-2-11 15,13 2 11-15,-28 2-8 0,7 3 1 0,-10 4 6 16,2 6 1-16,-1 0 10 16,1 0 0-16,3 3 0 0,2-1 2 0,6 1 10 15,4 1 15-15,7-3 5 0,3-1 6 16,4-1 3-16,2-1 1 0,5 3-90 0,7-1 0 15,3-3 0-15,6 4 0 0,2-5 0 16,-4-5 0-16,-1 0 0 0,5-3 0 0,-2 0 0 16,1-1 0-16,-6 0 0 0,0-2 0 15,-4 0 0-15,2 2 0 0,-16-2 0 16,20 0 0-16,-10 0 0 0,-10 0 0 0,15 0 0 16,-15 0 0-16,12 1 0 0,-12-1 0 15,0 0 0-15,11 0 0 0,-11 0 0 16,0 0-35-16,6 4-437 0,-6-4-114 15,0 0-151-15,0 0-140 0,0 0 81 0,-13 10-798 16,13-10-1036-16</inkml:trace>
  <inkml:trace contextRef="#ctx0" brushRef="#br0" timeOffset="213757.93">25426 4737 4042 0,'1'-5'-173'0,"-1"5"20"0,0 0 16 0,0 0 39 0,0 0 52 0,0 0 38 0,-8 26 14 15,1-9 11-15,-4 11 3 0,-1 3 1 16,1 0-4-16,0 0 1 0,0-2-1 16,0 3-5-16,2-1 3 0,1-7-26 15,0-2-42-15,6-7-57 0,-1 2-65 0,-3-3-91 16,4-3-136-16,-1-3-101 0,3 0 49 15,0-8-89-15,-3 5-46 0</inkml:trace>
  <inkml:trace contextRef="#ctx0" brushRef="#br0" timeOffset="-213869.44">28871 4892 1620 0,'0'0'82'0,"-2"-6"21"0,2 6 22 0,0 0 39 0,0 0 26 0,0 0 31 0,0-10 17 15,0 10 9-15,0 0-2 16,0 0 1-16,0-9-4 0,0 9-7 0,0 0-9 16,0 0-14-16,0 0-18 0,0 0 16 15,0 0 25-15,0 0 15 0,0 0-7 0,-6 29 8 16,4-14-20-16,2 2 2 0,-1 1-11 15,-1 3-11-15,-2 3-10 0,-1-3-12 0,2 1-11 16,-1-5-15-16,0 0-17 0,2-2-5 16,-1 1-19-16,1-6-14 0,0 1-9 15,-2-1-8-15,4-2-14 0,-1-1-77 0,1-7 0 16,-5 10 0-16,5-10 0 16,-2 10 0-16,2-10 0 0,0 0-147 0,0 0-125 15,0 0-66-15,0 0-81 0,0 0-90 16,2-31-103-16,3 18-146 0,-2 1-8 0,1 0 78 15,1-2-564-15,1 3-714 0</inkml:trace>
  <inkml:trace contextRef="#ctx0" brushRef="#br0" timeOffset="-213570.67">28922 4874 3218 0,'0'-4'-24'0,"0"4"42"0,0-9 30 15,0 9 30-15,0 0 34 0,0-12 29 0,0 12 11 16,0 0 0-16,0 0-4 15,4-8 17-15,-4 8 17 0,0 0 12 0,0 0-4 0,32 24 0 16,-17-11 3-16,6 5 4 16,1 5 2-16,-1 0-18 0,-6 2-21 0,-6-1-6 15,-3-2 4-15,-4 1 4 0,-4-3-2 16,-4 2-10-16,-5 7-3 0,-9 0-9 0,-2-4-11 16,-4-2-13-16,-5-1-13 0,2-3-7 15,-3-1-11-15,0-1-7 0,-1-3-15 16,8-5-21-16,2-3-43 0,2 1-42 0,3-3-58 15,0-1-56-15,3-1-57 16,1 0-68-16,3-4-67 0,11 2-72 0,-19-5-79 16,12 1-98-16,-3-1-133 0,4 0 62 15,2 0-543-15,-3 0-677 0</inkml:trace>
  <inkml:trace contextRef="#ctx0" brushRef="#br0" timeOffset="-212287.33">28926 5403 3087 0,'0'0'-114'0,"-7"4"54"0,7-4 48 0,0 0 56 0,0 0 43 0,0 0 50 0,0 0 26 16,0 0 13-16,0 0 5 0,0 0 7 16,0 0 9-16,0 0 11 0,0 0 5 15,0 0 5-15,0 0-8 0,34 2-10 0,-34-2-15 0,15 7 13 16,-10-2-8-16,2 2 1 16,-4 3 6-16,1 1-7 0,-4 1-10 0,0 4-11 15,-4-1-8-15,3 1 3 0,-3-1-6 16,-3 0-3-16,4 1-13 0,3-4-8 15,-2 0-10-15,4-1-6 0,-1 0-10 0,3-3-10 16,6 1-9-16,1-2-7 0,5-2-47 16,1 0-35-16,-1-3 0 0,-2-2-112 0,4 0-86 15,-2-2-78-15,2 0-98 0,0-1-119 16,-4-2-169-16,4-1-184 0,-3 2 75 0,0-3 88 16,0 0-601-16,1 0-744 0</inkml:trace>
  <inkml:trace contextRef="#ctx0" brushRef="#br0" timeOffset="-210973.39">29299 3763 3339 0,'-5'-7'-90'0,"3"1"40"0,2 6 41 0,-6-5 33 0,6 5 27 0,0 0 29 0,-1-11 23 15,1 11 23-15,0 0-3 0,0 0 20 16,-4-7-10-16,4 7-1 0,0 0 49 0,0 0 16 16,0 0-6-16,-10 28-6 0,8-15-4 15,-4 3-8-15,1 0-16 0,-3 4-10 16,4-1-15-16,-2-3-9 0,2 0-8 16,1 0-15-16,-3-3-12 0,3 1 5 0,-1-2-30 15,-3-1-44-15,4-1-50 0,1 0-63 16,0-1-70-16,-2-3-59 0,2 2-64 0,1-4-54 15,1-4-102-15,0 0-130 0,0 8-93 16,0-8 64-16,0 0-359 0,0 0-440 16</inkml:trace>
  <inkml:trace contextRef="#ctx0" brushRef="#br0" timeOffset="-210789.55">29370 3779 2526 0,'0'0'49'0,"-8"-12"27"0,4 7 22 0,4 5 33 16,-3-10 48-16,3 10 47 0,-6-7 32 15,6 7 3-15,-2-7-12 0,2 7-21 16,0 0-23-16,-3-8-20 0,3 8-23 0,0 0-17 16,0 0-30-16,7-9-48 0,-7 9-60 15,11-2-69-15,-11 2-59 0,16-2-73 0,-16 2-69 16,16 2-72-16,-16-2-112 16,18 2-180-16,-12-1 50 0,-6-1-287 0,9 2-349 15</inkml:trace>
  <inkml:trace contextRef="#ctx0" brushRef="#br0" timeOffset="-210606.27">29281 3848 2412 0,'0'0'55'0,"0"0"24"0,-14 1 20 16,14-1 14-16,0 0 3 0,0 0-5 16,0 0-14-16,0 0-19 0,0 0 0 0,0 0-16 15,0 0-36-15,0 0-44 0,30-8-60 16,-30 8-59-16,18 0-83 0,-18 0-101 0,17 1-150 15,-9 0 3-15,-8-1-81 0,11 6-51 16</inkml:trace>
  <inkml:trace contextRef="#ctx0" brushRef="#br0" timeOffset="-210455.31">29177 3995 1651 0,'-7'5'102'0,"-2"-2"29"0,0 1 31 15,9-4 32-15,-7 3 28 0,7-3 9 0,0 0-15 16,0 0-19-16,-6 6-23 0,6-6-18 15,0 0-18-15,0 0-43 0,0 0-58 0,0 0-65 16,0 0-80-16,24 3-90 0,-15-1-125 16,-9-2-201-16,17-2 10 15,-17 2 63-15,17-2-80 0,-17 2-34 0</inkml:trace>
  <inkml:trace contextRef="#ctx0" brushRef="#br0" timeOffset="-209673.41">29250 4038 1559 0,'-6'-6'143'0,"6"6"32"16,-9-2 19-16,9 2 28 0,0 0 53 0,-8-5 35 0,8 5 21 15,0 0-9-15,0 0-24 0,0 0-34 0,0 0-27 16,0 0-22-16,11-12-10 0,1 9-41 16,-1 0-64-16,0 1-83 0,3 0-96 0,-3 0-103 15,3 0-120-15,-3 2-148 0,0-4-203 16,-2 2 59-16,-9 2-349 0,0 0-421 16</inkml:trace>
  <inkml:trace contextRef="#ctx0" brushRef="#br0" timeOffset="-200474.9">6976 809 2445 0,'0'0'-54'0,"0"0"42"0,0 0 43 0,0 0 33 0,0 0 32 0,0 0 22 0,0 0 37 15,0 0 10-15,0 0 13 0,0 0 6 16,0 0-3-16,0 0-4 0,0 0-7 0,0 0-5 15,0 0-3-15,0 0-9 0,0 0-2 16,0 0-1-16,11-7-6 16,-11 7-9-16,0 0 1 0,0 0-4 0,0 0 3 0,0 0-5 15,0 0-4-15,0 0 2 16,0 0-5-16,0 0-6 0,0 0-2 0,0 0 6 16,0 0-16-16,0 0-14 0,0 0-1 15,0 0-8-15,0 0-13 0,0 0-2 16,0 0-15-16,0 0-3 0,0 0-14 0,0 0 8 15,0 0-7-15,0 0 1 0,0 0-17 16,0 0 5-16,0 0 9 0,0 0 2 16,0 0-5-16,0 0 6 0,0 0 8 0,0 0-4 15,0 0 5-15,0 0 5 16,0 0 3-16,0 0 3 0,0 0-2 0,0 0-4 0,0 0-8 16,0 0 6-16,0 0 12 15,0 0 13-15,16-3-7 0,-3 3 0 16,5 0-6-16,4 0-2 0,5 0-8 0,-1 0-5 15,1 0-3-15,2 0-33 0,-2 0-10 16,-1 0 0-16,-1 2 0 0,-1-1 0 0,3 2 0 16,-6-3 0-16,3 2 0 0,-8 0 0 15,5 1 0-15,-3-1 0 16,-1 0 0-16,-2-1 0 0,2 1 0 0,2 1 0 0,-4-1 0 16,-1 0 0-16,1 2 0 15,-3-4 0-15,4 1 0 0,-4 2 0 0,-1-2 0 16,2-1 0-16,1 1 0 0,-1 1 0 15,1 0 0-15,-1-2 0 0,1 2 0 16,4-2 0-16,5 0 0 0,-1 0 0 0,5 2 0 16,0-2 0-16,18 0 0 0,-4 2 0 15,3-2 0-15,5-2 0 0,-4 2 0 0,2 2 0 16,-3-4 0-16,0 4 0 0,-10-2 0 16,-6 0 0-16,-8 0 0 0,1 0 0 15,-1 0 0-15,-6 0 0 0,-1 0 0 0,1-2 0 16,-14 2 0-16,20 0 0 0,-20 0 0 15,16 0 0-15,-16 0 0 0,13 0 0 16,-13 0 0-16,0 0 0 0,21 0 0 0,-21 0 0 16,13 2 0-16,-13-2 0 15,0 0 0-15,18 0 0 0,-18 0 0 0,0 0 0 16,13 0 0-16,-13 0 0 0,0 0 0 16,0 0 0-16,14 0 0 0,-14 0 0 0,0 0 0 15,0 0 0-15,0 0 0 0,0 0 0 16,0 0 0-16,0 0 0 0,0 0-473 15,0 0-357-15,-47 0-156 0,25 5 99 0,1 1-819 16,0 2-1139-16</inkml:trace>
  <inkml:trace contextRef="#ctx0" brushRef="#br0" timeOffset="-199421.53">8649 723 4210 0,'2'-8'-232'0,"-2"8"78"0,2-7 57 0,-2 7 57 0,0 0 37 16,0-9 44-16,0 9 38 0,0 0 23 16,0 0 8-16,2-8 7 0,-2 8 0 15,0 0 3-15,0 0-1 0,0 0-7 16,0 0-2-16,-4-10-6 0,4 10-5 0,0 0-11 16,0 0-3-16,0 0-10 0,0 0-4 15,0 0-4-15,-5-4 1 0,5 4-1 16,0 0-8-16,0 0 2 0,0 0-3 0,-14-1-1 15,14 1 5-15,0 0-2 0,-19 0-4 16,19 0 1-16,0 0-6 0,-23 1-6 16,23-1-5-16,-15 1 2 0,15-1-10 0,-15 6-3 15,7-5 2-15,8-1-3 16,-17 6-3-16,8-3-2 0,-1 2-2 0,0 1 1 0,1-1-2 16,2 1 2-16,-4 1 3 15,2-2-6-15,-2 4 10 0,1-2-5 0,1 2-3 16,0 1 5-16,-2 3-5 0,2-4 1 15,2 1-5-15,-1 2 6 0,0 0-3 16,1 0 3-16,1 3-6 0,2-2 7 0,-3 3 2 16,2-3 9-16,2 2 2 0,-1 1 2 15,0 0 6-15,4-3 3 0,0 1 15 16,2 0 2-16,0 1 3 0,0 0-1 16,3 1 2-16,0 1 2 0,2-4-2 0,3 5-2 15,-3-3 0-15,5 2-9 0,-1-2 6 0,3-1-3 16,-1-1 4-16,5-2 6 15,-2-1-5-15,4 0 4 0,-4-4 0 0,4-1-9 16,-6-2 4-16,8 2-8 0,-3-5-57 16,-1 2 0-16,6-4 0 0,-3 2 0 15,-1 0 0-15,-1-2 0 0,5-2 0 0,-1 0 0 16,-5 1 0-16,2-1 0 0,1 0 0 16,-5-2 0-16,4-1 0 0,-4 2 0 0,2-2 0 15,-1-1 0-15,0-2 0 0,-1 1 0 16,1-1 0-16,-2 0 0 0,0-4 0 15,-1 3 0-15,-1-2 0 0,2-1 0 0,-2-1 0 16,-1 3 0-16,-2-2 0 16,-1 2 0-16,0-3 0 0,0 4 0 0,-4-3 0 15,2-1 0-15,3-3 0 0,-5 1 0 16,2-5 0-16,-4 3 0 0,1-6 0 0,-2 1 0 16,-2 0 0-16,0 0 0 0,-2 0 0 15,0 0 0-15,0 0 0 0,-3 2 0 16,-2 0 0-16,2 5 0 0,-3 3 0 0,-1 2 0 15,-7-3 0-15,-3 5 0 0,-9-1 0 16,-2-2 0-16,-5 6 0 0,4 2 0 0,5 3 0 16,-7 1 0-16,-7 1 0 0,6 0 0 15,-5 1 0-15,0 5-323 16,6-5-511-16,-3 5-167 0,0 2 98 0,4 1-842 16,3 3-1176-16</inkml:trace>
  <inkml:trace contextRef="#ctx0" brushRef="#br0" timeOffset="-198641.6">6629 502 4441 0,'0'0'-221'0,"2"-12"43"0,-2 12 39 0,3-9 47 0,-3 9 37 0,0 0 28 0,-5-10 13 16,5 10 1-16,0 0 8 0,-2-7 1 0,2 7-6 15,0 0 0-15,-13-1 5 16,13 1 1-16,0 0 7 0,-23 15 14 0,12-3 16 16,-3 4 17-16,-2 9 3 0,-2 3 22 15,1 3 4-15,-2 0 12 0,3 0-6 16,3 2-3-16,6 2-5 0,-3-2 28 0,8-1 15 15,0-6-10-15,4-1-6 0,6 8-4 16,3-2-2-16,5-4-1 0,3-2-17 16,4-1-8-16,3-4-3 0,5-1-7 0,-1-4-4 15,6-1-4-15,-3-4-4 0,1 0-4 16,-4-6 6-16,-5-1 9 0,0-3 9 0,2-1 6 16,-5-1 13-16,3-2 1 0,-2-2-6 15,0-1-9-15,-1-2 3 0,4-6 12 16,-7 1 7-16,-3 0-9 0,-3-4-11 15,-6 1 6-15,0-6-17 0,-2-1-7 16,-5-3-12-16,-2-10 1 0,-3-2-8 0,-2 1 7 16,-4 1-19-16,-3 4-4 0,3 3-13 15,-5 3-26-15,0 5-34 0,-4 6-33 16,2 8-51-16,-2 3-59 0,-8 1-99 0,1 6-67 16,-13 4-64-16,1 3-114 0,-2 3-219 15,-6 3 38-15,-1 3 74 0,3 2-317 16,9-3-437-16</inkml:trace>
  <inkml:trace contextRef="#ctx0" brushRef="#br0" timeOffset="-198208.58">5899 865 2814 0,'0'-14'85'0,"2"5"28"0,0-2 40 0,3 4 42 0,-4 0 33 16,-1 7 12-16,0-10-14 0,0 10-25 0,4-6-26 16,-4 6-18-16,0 0 12 15,0 0 8-15,0 0-14 0,29 11-18 0,-20-2-10 16,2 1-13-16,3 5-11 0,-1-4-11 15,1 3-10-15,-3 1-11 0,4-3-4 16,-5 0-7-16,-1-1-6 0,1-3-9 0,-3-2 6 16,1 2-1-16,-3-3 6 0,1-1 8 15,-6-4 0-15,10 6 6 0,-10-6 20 16,9 4 3-16,-9-4-5 0,0 0-13 0,0 0-6 16,25-10-5-16,-15 1-16 0,-3-3-9 15,-1-2-8-15,2-3-34 0,-3-3-28 16,1-3-53-16,-1 1-63 0,0 1-63 15,-1 4-80-15,-1 3-73 0,-3 2-81 16,2 4-114-16,0-2-206 0,0 8 13 0,-2 2 88 16,0 0-364-16,16-4-494 0</inkml:trace>
  <inkml:trace contextRef="#ctx0" brushRef="#br0" timeOffset="-196409.21">5994 848 2608 0,'0'0'-84'0,"-5"-4"37"0,5 4 38 0,0 0 31 0,-6-10 29 16,6 10 32-16,-2-8 26 0,2 8 23 0,-3-7 21 15,3 7 12-15,-4-8 17 0,4 8 5 16,-2-10 7-16,2 10 2 0,0-9 1 16,0 9-1-16,0 0-2 0,-2-12-1 0,2 12-10 15,0-7-8-15,0 7-12 16,0 0-16-16,0 0-13 0,-3-9-17 0,3 9-11 16,0 0-18-16,-5-6-4 0,5 6-8 15,0 0-14-15,0 0 1 0,0 0-4 16,0 0-7-16,2 25-2 0,3-16-6 0,-4 4 4 15,1-2 3-15,2-1-3 0,1 4-3 16,-1-3-6-16,0 3 0 0,-1-2 1 16,2-1 11-16,-1-1-3 0,1 1-2 0,-3-3 9 15,2 4-5-15,1-3 6 0,-1 0-16 16,0-4-3-16,0 5-5 0,0-5 2 16,-2 2 7-16,-2-7-6 0,7 11 4 0,-5-5-4 15,-2-6 3-15,8 10 2 16,-5-5 3-16,4-1 5 0,-7-4-1 0,11 8 0 0,-6-3-1 15,1-1 5-15,-6-4 0 16,14 7 11-16,-7-2 2 0,-7-5-4 0,18 3 2 16,-9-1-6-16,-9-2-3 0,21 0-5 15,-21 0 0-15,22 0-4 0,-10 0-4 16,1-2-31-16,1 1-9 0,-1-1 0 0,1 0 0 16,-14 2 0-16,20-3 0 0,-8 1 0 15,-1 0 0-15,-11 2 0 0,13-3 0 16,-13 3 0-16,16-4 0 0,-16 4 0 0,9-5 0 15,-9 5 0-15,12-8 0 16,-8 1 0-16,2 0 0 0,-3-4 0 0,1 2 0 16,0-3 0-16,-3-2 0 0,4-3 0 0,-3-4 0 15,-2-3 0-15,0-1 0 0,-2-14 0 16,-1 3 0-16,1-1 0 0,-1 2 0 16,1 8 0-16,0 3 0 0,-2 3 0 15,1 0 0-15,1 4 0 0,-2 3 0 0,2-1 0 16,2 3 0-16,-1 2 0 0,-1 1 0 15,-1 1 0-15,1 0 0 0,2 8 0 16,-2-13 0-16,0 6 0 0,2 7 0 16,0-8 0-16,0 8 0 0,0 0 0 0,0 0 0 15,0 0 0-15,0 0 0 0,-13 21-422 0,8-6-232 16,1 2-200-16,-2 4-75 0,2 1 103 16,2 3-707-16,2-2-976 15</inkml:trace>
  <inkml:trace contextRef="#ctx0" brushRef="#br0" timeOffset="-195809.29">8043 1252 3830 0,'-3'-11'-146'0,"1"5"59"0,2 6 51 0,-2-12 57 0,2 12 65 0,-2-9 50 16,2 9 39-16,2-8 16 0,-2 8 5 0,0 0-7 15,4-10 19-15,-4 10 14 0,0 0 2 16,0 0 11-16,23 18 2 0,-14-9-4 0,2 7-12 16,-1 0-13-16,1-1-18 0,0 0-11 15,2 1-11-15,-6-4-6 0,2-2-7 16,-1 1-13-16,-2-4-2 0,1-1-4 0,-1 0 4 16,-1 0 3-16,-5-6-7 15,9 7 2-15,-9-7-119 0,7 5-19 0,-7-5 0 16,0 0 0-16,21-5 0 0,-11-2 0 15,-3 1 0-15,4-5 0 0,-1-3 0 16,1-1 0-16,-3-4 0 0,-2 2 0 0,0 2 0 16,-3 0-266-16,-1 3-142 0,0 0-78 15,-2 7-92-15,-2-3-115 0,-1 4-164 0,3 4 79 16,0 0-625-16,-23-2-855 0</inkml:trace>
  <inkml:trace contextRef="#ctx0" brushRef="#br0" timeOffset="-194809.49">7739 892 3648 0,'0'0'-95'0,"0"0"37"0,0 0 34 0,0 0 36 0,0 0 44 15,0 0 43-15,0 0 20 0,-6-12 9 0,6 12-1 16,0 0-6-16,0 0-3 0,2-11-4 15,-2 11-8-15,4-9-3 0,-4 9-11 16,3-9-9-16,-1 4-3 0,-2 5-5 16,6-12 1-16,-5 4 1 0,-1 8 3 15,4-9 1-15,-4 9-5 0,3-8-7 0,-3 8-7 16,0 0-8-16,4-8-7 0,-4 8-5 16,0 0-7-16,2-8-6 0,-2 8-5 15,0 0 1-15,0 0-6 0,0 0-3 0,0-8-2 16,0 8-1-16,0 0 0 0,0 0 1 15,0 0 0-15,0 0-6 0,0 0 1 0,3-7-3 16,-3 7-2-16,0 0-6 0,0 0-8 16,0 0-9-16,0 0-8 0,0 0-2 15,0 0 1-15,0 0 0 0,2-7 1 0,-2 7-1 16,0 0 3-16,0 0 3 16,0 0-1-16,0 0-2 0,0 0 5 0,0 0 3 15,0 0-1-15,0 0 3 0,0 0-1 16,0 0 3-16,0 0 2 0,0 0 0 15,0 0 5-15,0 0 4 0,0 0-7 0,0 0 1 16,0 0-16-16,0 0-41 0,0 0-57 16,0 0-65-16,0 0-68 0,0 0-74 15,0 0-112-15,0 0-234 0,-25 9 46 16,20-4-271-16,5-5-381 0</inkml:trace>
  <inkml:trace contextRef="#ctx0" brushRef="#br0" timeOffset="-192774.36">9741 696 2512 0,'0'-11'46'0,"2"4"28"0,-2 7 33 0,2-9 50 0,-2 9 50 0,2-9 23 0,-2 9 9 0,0 0-14 16,0 0-21-16,0 0-25 0,0 0-22 16,0 0-14-16,0 0 15 0,0 0 15 15,-13 31-2-15,7-12-11 0,-2 1-14 16,-5 6-1-16,3-4-9 0,-1 6-6 0,0 0 4 16,-3-3 7-16,5-7-3 0,3-1-16 15,-1-2-11-15,0-7-14 0,2 2 1 16,1-2-23-16,2 2 6 0,-1-3-6 0,-1-1-13 15,4-6 2-15,-4 9-6 16,4-9 5-16,-3 7 3 0,3-7-2 0,0 0-15 16,0 0-7-16,0 0-5 0,0 0-1 0,7-33-13 15,-1 15-7-15,1-3-8 16,5-6 7-16,-1 3-3 0,-2 7-9 0,1-1 6 16,-4 4 0-16,0 4-9 0,-3-1 2 15,1 3 3-15,1-1-11 0,-1 4 5 0,-4 5-13 16,7-10-2-16,-7 10 18 0,5-4-14 15,-5 4 8-15,0 0 2 0,0 0-4 16,31 14 2-16,-22-7 5 0,7 3 0 0,-2 1 11 16,4 1-5-16,0-2-2 0,0 0-9 15,-3-1 2-15,-1-1 6 0,-2 0-3 16,1-1 11-16,-2-1-9 0,-4 0 0 0,-2-4 5 16,4 2 5-16,-9-4 20 0,9 6 5 15,-9-6 6-15,7 5 7 0,-7-5 7 16,0 0-5-16,0 0-9 0,0 0-1 15,0 0-8-15,0 0-5 0,-39-3-4 0,17-1-6 16,4 2-2-16,0 0-5 0,-3 0-12 16,5 2-12-16,-2 0-22 0,5-2-30 15,-1 2-23-15,14 0-24 0,-24 0-27 0,10 0-38 16,14 0-53-16,-23 0-79 0,16 0-66 16,7 0-72-16,-17 2-106 0,17-2-182 15,-8 0-36-15,8 0 86 0,0 0-412 16,0 0-564-16</inkml:trace>
  <inkml:trace contextRef="#ctx0" brushRef="#br0" timeOffset="-192292.41">10423 540 3286 0,'0'0'122'0,"0"-12"35"0,0 12 24 0,-2-9 8 0,2 9-18 0,0 0-22 0,0 0-19 16,0 0 8-16,0 0 26 16,0 0-10-16,7 36-9 0,-7-15 7 0,0 5 3 15,0-1-7-15,-3 3-14 0,3 8-9 16,0-5-12-16,-2-6-8 0,0 1-8 16,2-4-8-16,-1-1-10 0,1-3-6 0,-4-1-8 15,4-3-12-15,-2-2 5 0,0-3-11 16,2-1 2-16,-2 1 1 0,2-2-3 0,0-7-11 15,-2 13 7-15,2-13 21 0,-1 6-9 16,1-6-12-16,0 0-8 16,0 0-12-16,0 0-11 0,-22-16-12 0,13 9-12 0,-3-1-10 15,1 0-1-15,-2 0 2 0,-1 3 0 16,-2 3-2-16,-2-2 6 0,0 2-3 16,2 4 4-16,-2 0 4 0,4 2-2 15,-2 1 0-15,3 3 12 0,-1 0 8 16,7 3-1-16,-3-1 4 0,1 2 7 0,7-2-2 15,0 1 10-15,-2-1-4 0,4 0 4 16,6-1 0-16,2 3-1 0,1-2-1 16,2-1-7-16,3-1-41 0,1-1-56 0,2-2-65 15,5 2-86-15,-6-4-88 0,4 1-79 16,-4-4-103-16,5 0-209 0,3-5-31 0,-6 3 80 16,3-3-388-16,-1 1-525 15</inkml:trace>
  <inkml:trace contextRef="#ctx0" brushRef="#br0" timeOffset="-191476.81">10626 910 2949 0,'-2'-8'56'0,"2"8"21"0,0-10 33 0,0 10 48 0,0 0 39 0,0-10 27 0,0 10 6 16,0 0-15-16,0 0-28 0,0 0-27 0,0 0 3 15,0 0 35-15,0 0-3 0,2 33-5 16,-2-8 2-16,-2 0 1 16,-2 9-4-16,2 4-12 0,0 1-15 0,1-4-15 15,-6 0-6-15,5-8-18 0,-2-6-11 16,1 4-13-16,-3-5-9 0,4-3 2 0,-3-1-16 16,1-1-6-16,0-1-6 0,0-2-34 15,0-2-48-15,-1-1-56 0,-1 0-59 16,-1-3-83-16,-4 0-97 0,2-1-102 0,0-5-105 15,9 0-141-15,-18-4-106 0,11-3 71 16,2-3-479-16,1-4-639 0</inkml:trace>
  <inkml:trace contextRef="#ctx0" brushRef="#br0" timeOffset="-191310.74">10663 886 3291 0,'4'-19'70'0,"-4"3"44"15,2 3 46-15,1 1 55 0,-3 2 41 0,0 1 19 16,-3 1-18-16,3-3-18 0,0 11-26 15,0-12-34-15,0 6-31 0,0 6-62 16,0-11-82-16,0 11-108 0,3-8-109 0,-3 8-71 16,0 0-85-16,0 0-122 0,0 0-203 15,0 0 59-15,18 25-289 0,-14-14-405 16</inkml:trace>
  <inkml:trace contextRef="#ctx0" brushRef="#br0" timeOffset="-190960.57">10868 940 2809 0,'19'-5'119'0,"-19"5"17"16,0 0 21-16,0 0 14 0,0 0 16 15,9 5 42-15,-9-5 20 0,4 12-17 16,1-4-12-16,-3 2-21 0,0 1-18 0,0 2-11 16,1 1-12-16,-1 0-7 0,-4-2-17 15,-1 1-11-15,1-1-11 0,0 0-4 0,-1-1-10 16,-1-1-9-16,0 0-9 0,-1 1-8 15,-4-5-5-15,2-1-7 16,0 1-7-16,-3-5-18 0,10-1-11 0,0 0-24 16,-25-9-22-16,18 4-10 0,1-7-4 15,2-1 0-15,0-3-1 0,4-1 0 0,2 0 5 16,2 2 0-16,-1 3 3 0,0 0 4 16,3 2-1-16,-1 2 2 0,-1 4 4 15,-4 4 7-15,11-5 4 0,-11 5 1 0,0 0 1 16,29 5-2-16,-15 3 3 0,-2-3-1 15,4 2-47-15,-1 0-74 0,1 1-80 0,0-1-75 16,4 2-60-16,-6-2-77 16,2-2-94-16,-5-3-151 0,3-1 45 0,-3 1-312 15,1-2-413-15</inkml:trace>
  <inkml:trace contextRef="#ctx0" brushRef="#br0" timeOffset="-190192.82">11180 967 2525 0,'0'0'22'16,"0"0"45"-16,0 0 29 0,-2-11 32 15,2 11 36-15,0 0 45 0,0 0 23 0,0 0 5 16,0 0-1-16,0 0-17 0,-18 16-18 16,11-9-16-16,5 1-19 0,0 1-15 15,2 0-19-15,-1-1-6 0,1 1-21 0,1-1-7 16,1 4-10-16,2-5-28 0,1 2-35 16,0-1-32-16,3-3-47 0,1 0-43 0,1-1-57 15,-1-2-25-15,-9-2-14 16,23-2-3-16,-23 2 2 0,22-4 9 0,-10-2 12 15,-2 0 20-15,-3-2 24 0,3-1 27 0,-2-1 33 16,-1-2 37-16,-1 2 40 16,-2 1 47-16,0 1 67 0,0-1 16 0,-3 4 26 15,-1 5 11-15,6-10 8 0,-6 10 4 16,4-9-10-16,-4 9-17 0,0 0-24 16,0 0-6-16,0 0 9 0,0 0 0 0,0 0-13 15,0 0-13-15,5 22-9 0,-3-15-10 16,1 4-7-16,1-3-7 0,-1 1-21 0,3 1-15 15,1-1-27-15,3-1-26 16,3-1-26-16,2-4-21 0,3 1-12 16,-6-4-6-16,8 0-7 0,-1-4 3 0,3-1 2 0,0-2 8 15,-3 1 4-15,1-7 11 16,-2 3 4-16,5-7 3 0,-3-3 8 0,-2 4 17 16,-4 1 17-16,-3 0 20 0,0-1 17 15,-4 3 21-15,2 5 20 0,-4 0 5 16,-1-1-10-16,1 5-9 0,-3-2-9 0,-2 6-11 15,0 0-2-15,0 0-2 0,0 0-4 16,0 0-3-16,0 0 1 0,0 23-6 0,-2-11-3 16,1 3-2-16,-1-3-9 0,2 2-25 15,2-3-18-15,-2 1-23 0,1-1-29 16,1 1-33-16,7-4-32 0,-6-3-45 16,8-3-44-16,-1 0-16 0,5-4-10 15,0-3-6-15,5-2-5 0,-3-5 21 0,7-5 23 16,1-5 28-16,-4-4 28 0,6-9 33 15,-2-3 39-15,-1-6 35 0,-1-6 45 16,-2-1 37-16,1-4 37 0,-2 3 56 0,-2-2 40 16,-7 6 46-16,-6 14 35 0,4 10 31 15,-6 5-16-15,-1 3-16 0,0 4-27 0,2 6-22 16,-4 6-4-16,0 0 11 16,0 0-2-16,-27 29-19 0,12 5-5 0,-1 12 11 15,2 2-3-15,1 0-7 0,2 1-25 0,4-6-15 16,2-3-16-16,4-2-23 15,-1-1-50-15,2-9-49 0,0-3-60 0,0-6-55 0,0-2-59 16,0-1-58-16,2-4-33 16,-2 1-32-16,0-1-29 0,0-2-24 15,-2-3-37-15,-2 1-27 0,0-1-17 0,1-4 42 16</inkml:trace>
  <inkml:trace contextRef="#ctx0" brushRef="#br0" timeOffset="-190043.96">11935 989 2465 0,'-10'0'-70'0,"1"2"66"0,-1 0 47 0,10-2 44 0,0 0 53 0,-13 3 79 16,13-3 37-16,0 0 38 0,0 0 22 0,0 0 15 0,-12 2 2 15,12-2-20-15,0 0-26 0,0 0-36 0,0 0-25 16,0 0-28-16,0 0-75 0,0 0-96 16,0 0-110-16,0 0-134 0,32-11-116 15,-18 8-139-15,1 0-206 0,-1 1-7 16,-3 2 77-16,-11 0-331 0,19 2-417 16</inkml:trace>
  <inkml:trace contextRef="#ctx0" brushRef="#br0" timeOffset="-189843.4">11525 1223 2623 0,'-30'4'173'0,"7"2"76"0,2-4 51 15,4 2 63-15,5-2 76 0,1 0 39 0,11-2 21 16,-20 0-4-16,20 0 18 0,-14 2-27 16,14-2-44-16,0 0-46 0,-8 2-34 15,8-2-37-15,36 3-277 0,10-3-48 16,3-2 0-16,16 2 0 0,-2-1 0 0,-13-3 0 15,-3 4 0-15,-5-2-377 0,-5 2-215 16,-11-2-145-16,-4 1-192 0,-6 1 84 0,-7 0-757 16,-9 0-1043-16</inkml:trace>
  <inkml:trace contextRef="#ctx0" brushRef="#br0" timeOffset="-186859.2">2456 4276 4172 0,'-4'-4'-176'0,"-1"-2"45"0,0 1 29 0,-2-1 24 0,-1 1 24 0,-1 2 18 0,9 3 19 16,-25 0 9-16,9 6 28 0,-4 5 31 15,-7 9 10-15,-7 9 19 0,4 6 5 0,-1 5-7 16,1 4-1-16,7 2-7 16,3 1 2-16,0-1 3 0,8-6-11 0,6-3-1 0,3 1-6 15,3-6 5-15,3 4 2 16,10-1 10-16,3-4-2 0,5-2 6 0,5-7-2 16,7-1-2-16,2-6-5 0,4-3-5 15,6-6-5-15,5-6-9 0,11-2-6 16,0-8-3-16,-2-4 0 0,-3-5-6 0,-4-6-4 15,-5-2 0-15,-8-4 12 0,-2-5-3 16,-6-3 2-16,-9-2 3 0,-2-4 2 0,-11 5 3 16,-5-3-6-16,-8-1-5 0,-4-9-6 15,-6 2-2-15,-8 1-5 0,-3 0-3 16,-7 4-6-16,0 7-3 0,-6 8-7 0,-5 5-21 16,5 14-19-16,-3 9-18 15,-2 6-44-15,-11 9-47 0,2 8-57 0,0 6-66 16,5 6-74-16,3 3-119 0,4 0-241 15,6-1 60-15,5-2 76 0,6-4-251 16,4 1-300-16</inkml:trace>
  <inkml:trace contextRef="#ctx0" brushRef="#br0" timeOffset="-186078.34">2365 4511 2180 0,'1'-7'-37'0,"-1"-1"23"0,2 3 25 0,0-1 23 0,-2 6 26 16,0-8 19-16,0 8 9 0,0 0-1 0,0-9 0 16,0 9-7-16,0 0-9 0,0 0-8 15,0 0-12-15,0 0 6 0,0 0 13 0,0 0 11 16,-11 19 2-16,1-2-1 0,2 3 1 15,-1-1 5-15,0 14 0 0,-3-4 23 16,3 1-4-16,1-6-21 0,0-6-7 0,2 1-7 16,1-3 2-16,-2-3-13 0,3-1 5 15,-1-3 6-15,3-1 18 0,2-1 14 16,-1 0 22-16,1-7 17 0,-2 10 2 16,2-10-7-16,0 0-15 0,0 0-15 15,0 0-13-15,0 0-11 0,15-25-5 0,-9 9-9 16,3-1-15-16,3-12-2 0,1-2-5 15,3 1-11-15,-1-4-2 0,0 3-2 0,0 2-5 16,-4 7-2-16,-1 5-3 0,-4 3-1 16,-1 2-8-16,1 2-3 0,0 0-7 15,-4 5-1-15,2 1 0 0,-4 4-3 0,9-1 6 16,-9 1-2-16,13 12-1 0,-6-5 2 16,0 4-2-16,0 3 0 0,5 3 7 0,0 2-5 15,0 7 4-15,4-2-1 0,-1 1 1 16,-1-8 3-16,-1 0 2 0,1-2 0 15,-5-3 4-15,0-1-1 0,1 0-4 16,-2-4 6-16,-3 2 16 0,1-2 25 16,-3-3 26-16,-3-4 20 0,4 9 11 0,-4-9-18 15,0 0-14-15,0 0-6 0,0 0-2 16,0 0-13-16,-28-2-6 0,28 2-9 0,-25-5-6 16,8 2-5-16,2 0-2 0,-2-1-6 15,2 1-2-15,-1-1-5 0,3 2-5 16,1-1-29-16,-1 1-16 0,1 1-26 15,12 1-40-15,-20-6-46 0,8 4-50 16,4 1-73-16,8 1-78 0,-14-3-81 0,14 3-113 0,-12 0-234 16,12 0 52-16,-8-5 78 15,8 5-387-15,0 0-498 0</inkml:trace>
  <inkml:trace contextRef="#ctx0" brushRef="#br0" timeOffset="-185341.73">3119 4607 2651 0,'0'0'-48'0,"-15"-6"28"0,5 5 29 0,1-3 31 0,9 4 38 0,-19-3 29 0,11 0 13 16,8 3 11-16,-17-2-7 0,17 2-8 15,-11-2-7-15,11 2-15 0,0 0-9 0,0 0-5 16,-14-2-15-16,14 2 4 0,0 0 36 15,0 0 7-15,0 0 4 16,48 12-14-16,-5-7-6 0,18-1-9 0,10 0-9 16,1-2-7-16,9 3-9 0,2-2-9 15,7 1 1-15,-1-2-9 0,3 3-2 0,-3-5-5 16,-5 0-5-16,-1 1-10 0,-15 1 2 16,-14 0 1-16,-15-2-4 0,-10 1 0 15,-8-1 3-15,-1 2 3 0,-6 0 6 0,-3-2 3 16,-11 0 0-16,20 0-2 15,-20 0-1-15,13 0-1 0,-13 0-3 0,0 0 2 0,15 0-9 16,-15 0-6-16,0 0 2 16,0 0-6-16,0 0-9 0,17-2-8 0,-17 2-21 0,0 0-8 15,0 0-8-15,0 0-3 16,12-2-12-16,-12 2-12 0,0 0 6 16,0 0 2-16,0 0 1 0,0 0 8 0,0 0 7 15,0 0 9-15,0 0-1 0,0 0 7 16,0 0 2-16,0 0-4 0,13 0 11 0,-13 0 10 15,0 0 0-15,0 0-3 0,0 0 11 16,0 0 17-16,0 0-1 0,0 0 15 0,0 0-6 16,0 0 16-16,0 0 2 0,0 0 11 15,0 0 8-15,0 0 7 16,0 0 8-16,0 0 4 0,0 0 6 0,0 0 1 0,0 0 5 16,0 0-11-16,7 6-6 0,-7-6-7 15,0 0-4-15,0 0-11 0,0 0-1 16,0 0-7-16,0 0-19 0,0 0-53 15,0 0-68-15,0 0-105 0,0 0-117 0,0 0-161 16,0 0-244-16,0 0 64 0,0 0 72 16,0 0-360-16,0 0-427 0</inkml:trace>
  <inkml:trace contextRef="#ctx0" brushRef="#br0" timeOffset="-184777.5">4658 4368 2651 0,'-11'-6'-13'0,"-2"-1"10"0,1 4 8 0,1 1 15 0,-3 0 24 0,14 2 19 16,-27 2 11-16,9 5 12 0,-12 3 13 16,-1 7 2-16,-3 11 18 0,4 2 8 0,-1 8 18 15,4 3 14-15,0 5 17 0,4 0-22 16,7 0-11-16,2 1-3 0,8-5-1 0,5 1-8 15,2-2-8-15,10 7 12 0,5-3-10 16,9-1-2-16,7-6-3 0,4-4-7 16,11-9-13-16,3 0-8 0,10-5-8 0,2-10-7 15,3-1-12-15,4-7-3 0,0-6-7 16,-1-3-6-16,-3-5-2 0,-1-2-7 0,0-3-5 16,-6-3-5-16,-4-2-2 15,-2-2 0-15,-7-4-6 0,-4-2 1 0,-9-1 9 16,-2-6 5-16,-15 6 5 0,1-13-4 15,-9 4-7-15,-7-2-6 0,-9-13-4 16,-7 2-3-16,-4-1-2 0,-9 3-2 0,-3 6-5 16,-7 5-7-16,1 4-15 0,-7 6-21 15,-3 7-26-15,-4 11-30 0,9 5-34 0,-5 5-57 16,1 6-66-16,-9 7-58 0,1 5-65 16,1 0-95-16,7 4-144 0,5 2-54 0,4 3 76 15,9-4-322-15,2 1-391 16</inkml:trace>
  <inkml:trace contextRef="#ctx0" brushRef="#br0" timeOffset="-184510.78">4816 4708 2457 0,'-4'-12'109'0,"-3"4"35"0,5-1 17 0,-3 1 4 0,5 8-7 0,-4-7-15 0,4 7-11 0,0 0 11 16,0 0-9-16,-19 19-15 0,13-6-10 16,1 6-13-16,-1 2 0 0,3-1-15 15,-4 2-7-15,3 1-33 0,3-3-34 0,-5 2-45 16,4-4-46-16,0-3-50 0,0-1-46 16,1-2-52-16,-1-1-67 0,-2-3-87 15,4-8-96-15,-2 7-33 0,2-7-172 0,0 0-181 16</inkml:trace>
  <inkml:trace contextRef="#ctx0" brushRef="#br0" timeOffset="-184142.72">4796 4642 1918 0,'2'-14'34'0,"-4"2"29"0,4 1 29 0,-2 2 20 16,0 3 13-16,0 6 2 16,5-10-1-16,-3 4-11 0,-2 6-3 0,11-4-11 15,-11 4-6-15,14-3-11 0,-14 3-6 16,20 11-6-16,-7-3-3 0,-3 2 2 15,-3 1-2-15,2 1 1 0,-1 2-16 0,0 1 5 16,-2 1 2-16,-3-1-5 0,-3 2 9 16,0-3 10-16,0 0 8 0,-1-2 7 0,-3 0 2 15,2-2 10-15,-2 0 9 0,0 2 5 16,-2-3-4-16,2-1-9 0,-1 1-7 16,-1 1-11-16,1-2-10 0,-2 0-11 15,2-2-3-15,1 3-6 0,0-1-5 16,-1 2-7-16,1-4-6 0,0 1 1 0,0-1-6 15,4-6-2-15,-6 12-2 0,4-6-6 16,-1-1-2-16,3-5 3 0,-11 12-3 0,4-6-5 16,-2 0 0-16,-4 1 0 0,-5 1-4 15,-5 0-16-15,-9 4-19 0,7-4-19 0,1-3-25 16,3 2-27-16,1-5-27 0,4-1-60 16,0-1-67-16,-1-3-90 0,4-6-144 15,2-1-168-15,-3-5 60 0,6 1-326 16,5-1-397-16</inkml:trace>
  <inkml:trace contextRef="#ctx0" brushRef="#br0" timeOffset="-183710.87">5659 4732 2529 0,'-17'-5'6'0,"3"0"20"0,3 1 12 0,2 1 31 0,9 3 43 0,-12-5 33 0,12 5 17 0,0 0-3 0,4-8-9 16,-4 8 4-16,37-9-14 15,10 4-9-15,26 0-13 0,8 1-12 0,7 4-11 16,0 0-12-16,26 4-11 0,10-1-5 16,-2 2-8-16,2 2-3 0,1 0-11 0,-3 0 1 15,-9-2-5-15,-27 0-3 0,-10 0-3 16,-12-1-7-16,-17-1-3 0,-9 0-2 16,-10-1 0-16,-7 0-1 0,-4-1 4 0,-5-1-7 15,-12 0 0-15,13 4-5 0,-13-4 5 16,0 0-9-16,0 0 0 0,0 0-28 15,0 0-51-15,-2 5-56 0,2-5-66 16,0 0-73-16,0 0-94 0,-15 9-127 0,9-6-119 16,6-3 63-16,-13 5-230 0,13-5-259 15</inkml:trace>
  <inkml:trace contextRef="#ctx0" brushRef="#br0" timeOffset="-183260.75">7832 4555 2216 0,'-7'-8'55'0,"-6"3"22"0,2 1 25 0,0 2 21 0,11 2 36 0,-25-1 25 15,6 4 17-15,-2 6 7 0,-7 3 11 16,-1 9 12-16,3 2 2 0,-7 10 5 15,6-1-2-15,2 6-7 0,10-7-12 0,2 3-11 16,5-2-16-16,5-3-20 0,3-6-14 16,3 2-37-16,9 6-8 0,0-4-16 0,4-1-9 15,4-6-36-15,-4 1-34 0,5-8-44 16,-1-4-45-16,-2 0-53 0,0-4-59 0,0-2-75 16,-2-1-67-16,-3-2-97 15,1-2-131-15,-1 0-116 0,1-1 61 0,-1 0-366 16,-6-2-452-16</inkml:trace>
  <inkml:trace contextRef="#ctx0" brushRef="#br0" timeOffset="-182795.47">7667 4381 2842 0,'-29'-6'-11'0,"2"5"14"16,2 2 36-16,-11 7 41 0,0 4 55 15,-10 11 35-15,2 8 24 0,0 9 27 0,-8 16 5 16,11-5 9-16,-3 13 13 0,16-11-9 15,6 2 0-15,5 2-2 0,8 2-37 0,11-3-16 16,10 0-5-16,4-3-24 0,13-7-13 16,5-3-14-16,10-4-9 0,3-7-17 0,3-4-11 15,6-8-13-15,1-6-2 16,-1-7-8-16,-8-4-17 0,4-5-11 0,9-6-9 16,0-6-3-16,-2-1-10 0,2-6 1 15,-3-6-3-15,-6-2 0 0,0-6-4 16,-4-3-6-16,-8-3 1 0,-4-2 2 0,-8-5-4 15,-5-3 14-15,-8-3-22 0,-6-5 2 16,-14 4-7-16,-8 0-4 0,-12 4-8 0,-5 8-23 16,-16 4-25-16,-7 7-32 0,-6 10-38 15,-10 3-63-15,-6 7-84 0,2 4-97 0,-6 8-131 16,1 1-223-16,0 6 27 0,-1 5 84 16,2 3-413-16,-18 2-512 0</inkml:trace>
  <inkml:trace contextRef="#ctx0" brushRef="#br0" timeOffset="-181878.15">4853 4664 2679 0,'0'0'-64'0,"-12"-7"39"0,7 4 33 0,5 3 37 0,-8-12 43 0,3 10 26 0,5 2 26 16,-6-9 26-16,6 9-2 0,-3-6 1 16,3 6-3-16,0 0-12 0,-9-4 5 0,9 4 39 15,0 0 39-15,-5 17 11 0,3-3-14 16,-2 2 1-16,-1 7 30 0,-4 8-19 0,2 0-20 15,1-1-9-15,-3 3-15 0,1-8-17 16,2 5-16-16,-1-5-17 0,3-5-13 16,2-3-12-16,-1 0-14 0,-1-1-7 15,2-3-16-15,-1-1-23 0,0-1-14 16,1-3-44-16,0 0-49 0,2-1-48 0,-2 0-46 16,2-7-68-16,-2 9-84 0,2-9-107 15,0 0-86-15,0 0-96 0,0 0-175 0,0 0 50 16,11-28-552-16,-6 15-718 0</inkml:trace>
  <inkml:trace contextRef="#ctx0" brushRef="#br0" timeOffset="-181427.45">4819 4578 3185 0,'0'-7'-84'16,"0"-1"39"-16,0 0 19 0,0 8 29 15,0-12 35-15,2 5 25 0,-2 7 22 0,6-11-10 16,-3 6 5-16,5-1-15 0,2 3-2 15,1 1-1-15,3 0 0 0,-1 1-11 16,-13 1-1-16,32 3-6 0,-14 2 7 16,-4 1-6-16,2 2-1 0,-3-1 7 0,-2 3 3 15,-1 0-4-15,-2 2 18 0,-3 1 15 16,-1 3-4-16,-6-3 11 0,-2 3 2 16,-1 4 0-16,-3-1 13 0,-4-2 10 0,-6 7 4 15,2-7 3-15,5-3 9 0,1-4-3 16,3 0-5-16,1-3-10 0,2 1-2 0,-3-1 1 15,5-2-5-15,2-5-12 0,-5 12-5 16,5-12-6-16,-1 10 1 0,1-10 11 16,4 9 11-16,0-3-1 0,3 0-2 15,-1 2-8-15,1-1-10 0,0 1-3 0,0-2 0 16,1 2-12-16,-5 0-3 0,3-1 4 16,-3 1-4-16,0 0-4 0,-3-2 4 15,-4 5 1-15,-2-3-7 0,-5 3-5 0,-5 1-4 16,0-2-5-16,-4 2-8 0,2-3 0 15,-3-1-7-15,-1-1 0 0,8-2-33 0,-8 2-39 16,8-4-48-16,1-1-61 0,2 0-82 16,-1-2-107-16,3 1-131 0,9-1-138 15,-16 0-206-15,16 0 35 0,0 0 86 0,-9-3-541 16,9 3-694-16</inkml:trace>
  <inkml:trace contextRef="#ctx0" brushRef="#br0" timeOffset="-180196.34">8187 5112 3168 0,'1'-5'-77'0,"1"-5"34"0,0 5 37 0,-2 5 28 0,2-10 31 0,-2 5 32 16,0 5 26-16,4-7 20 0,-2 3 24 0,-2 4 13 16,1-8 0-16,-1 8-11 15,0 0-9-15,12-5-5 0,-12 5 2 0,0 0 2 16,38 17 1-16,-7 0-13 0,9 8-14 15,4 4-9-15,5 1-10 0,4 3-11 0,16 8-9 16,-1 0-2-16,3 2 7 0,3-2 11 16,3 0-6-16,0 1 1 0,0-5 0 15,-18-6-6-15,0-5-9 0,1 0-7 0,-12-3-7 16,-3-2-9-16,-13-6 2 0,-3-2-9 16,-9-4-7-16,-4 0-5 0,-1-4 1 0,-5 1 5 15,-1-2-1-15,-2 0 1 0,0-2-12 16,-7-2 5-16,13 7-5 0,-13-7-1 15,7 4-9-15,-7-4-27 0,6 2-41 16,-6-2-64-16,0 0-83 0,0 0-118 0,0 0-131 16,0 0-167-16,0 0-143 0,0 0 75 15,-19-13-576-15,16 7-715 0</inkml:trace>
  <inkml:trace contextRef="#ctx0" brushRef="#br0" timeOffset="-179645.81">9570 5475 3114 0,'-2'-8'-170'0,"2"8"39"0,-2-12 33 0,2 10 44 0,0 2 46 0,-2-9 35 15,2 9 30-15,0-10 34 0,0 10 30 0,-2-8 20 16,2 8 11-16,0 0 2 0,0-10-5 16,0 10 1-16,0 0 30 0,0 0 27 15,0 0 12-15,-13 33 0 0,10-11 9 0,-4 11 9 16,3 5-21-16,3-2-4 0,-5 2-21 15,4-3-19-15,0-4-18 0,2-6 0 16,0 2-39-16,0-4-1 0,0-3-19 16,0-3-4-16,2-5-35 0,-2 2-36 0,0-5-29 15,0 2-37-15,2-2-46 0,0-4-73 16,-2-5-90-16,4 3-81 0,-4-3-70 0,0 0-84 16,0 0-140-16,11-20-33 0,-7 8 65 15,0-2-383-15,0-3-459 0</inkml:trace>
  <inkml:trace contextRef="#ctx0" brushRef="#br0" timeOffset="-179393.97">9643 5409 2799 0,'0'-12'72'0,"1"2"42"15,1 5 34-15,2-2 13 0,2 4 21 0,-6 3 19 16,13-4 13-16,-13 4 11 0,24 4 2 16,-6 6 6-16,11 5-23 0,-3 4-13 0,1 3-10 15,-5 3-15-15,1 4-18 0,-3-2-6 16,-4 3-15-16,-2-1-7 0,-3 0-8 0,-5-4-4 15,-2-3-6-15,-6-1 4 0,-2-4 27 16,-5 4-2-16,-5 4-11 0,-1-2-15 0,-4 0-1 16,2-8-17-16,2-1-15 0,-4-2-3 15,1-2-15-15,6-3-33 0,-6-4-38 16,3 1-57-16,1-4-73 0,0-2-90 16,-6-3-117-16,3-2-111 0,-2-3-129 0,3-2-194 15,0-2 65-15,-5-6 80 0,4-2-495 16,3 3-601-16</inkml:trace>
  <inkml:trace contextRef="#ctx0" brushRef="#br0" timeOffset="-179012.7">9616 5204 3279 0,'-32'0'-23'16,"-7"7"37"-16,-14 5 49 0,-1 5 45 0,-3 3 49 0,5 9 43 15,2 9 24-15,2 3 13 0,-4 19 3 16,19-9 5-16,5-1 9 0,9 4 3 16,7-1-4-16,12-5-4 0,4 6-21 15,15-6-17-15,6 1-16 0,11-3-18 0,13-5-17 16,6-5-8-16,13 5-13 0,-7-14-10 16,2-5-17-16,0-5-11 0,3-9-1 0,-1-6-28 15,2-2-11-15,-4-8-5 16,0-2-9-16,-4-5-3 0,-2-3-3 0,-6-3-1 15,-4-2-6-15,-8-6 4 0,-5-2-11 16,-7-4-5-16,-4-7-8 0,-12 5 2 0,-1-16-4 16,-10 7 0-16,-10-8-4 0,-6-3 0 0,-9 4-17 15,-7 6-18-15,-9 4-26 0,-6 8-28 16,-7 8-30-16,-3 6-37 0,-2 9-66 16,-4 3-86-16,0 8-118 0,0 2-147 15,15 4-211-15,1 1-8 0,1 0 89 0,4 0-608 16,6 0-762-16</inkml:trace>
  <inkml:trace contextRef="#ctx0" brushRef="#br0" timeOffset="-163815.17">3033 4400 3460 0,'0'0'-102'0,"0"0"22"0,-3 5 11 0,3-5 17 0,0 0 22 0,0 0 35 15,0 0 27-15,0 0 14 0,0 0 15 16,-6 5 4-16,6-5 15 0,0 0-4 16,0 0 20-16,0 0 15 0,0 0-1 15,0 0-10-15,0 0-13 0,0 0-5 0,0 0-12 16,13-22-6-16,-9 13-8 0,1 1-5 16,2 1-2-16,0-3-5 0,4-2-1 0,-2 0-8 15,7 1-20-15,0-3 2 0,8-3-3 16,6 1-1-16,3 1-2 0,4 0-6 15,2-1 1-15,11 3 1 0,-3-3-10 0,-2 8 4 16,7 1 3-16,-2 0 3 16,6 0 4-16,-7 5-10 0,-1 0 4 0,0 1-5 15,-1 1 1-15,1 0 4 0,-5 0 5 16,5 1-11-16,-6-1-1 0,1 6 8 0,-2-5-10 16,-3 3 16-16,2-1-12 0,-10 1 2 15,-3-3-1-15,0 3 2 0,1 0-4 16,3 4 1-16,-4-1-4 0,-6 0 0 0,-1 0 4 15,1-1-1-15,-1 3 5 16,-2-1-1-16,0 4-4 0,-1-3-3 0,-2-1 11 0,0 2 0 16,-1-2-3-16,1 1 0 0,0-1 4 15,0 1 12-15,1-2 9 0,0 0 17 0,-2 1 8 16,1-4-6-16,-1 2-2 0,-3 0 1 16,1-1 4-16,-3-2 15 0,-3 0 10 15,-6-3 11-15,14 6-4 0,-14-6 1 16,9 4-6-16,-9-4-7 0,7 4-6 15,-7-4-6-15,0 0-10 0,8 4-6 0,-8-4-18 16,0 0-36-16,0 0-47 0,0 0-68 16,0 0-86-16,0 0-84 0,0 0-100 0,0 0-149 15,-15 12-131-15,9-9 62 16,-6-1-356-16,3 3-448 0</inkml:trace>
  <inkml:trace contextRef="#ctx0" brushRef="#br0" timeOffset="-162565.77">3969 3999 2621 0,'0'0'-51'0,"4"-7"19"0,-4 7 7 0,0 0 6 0,0-5 9 0,0 5 19 0,0 0 12 16,0 0 6-16,0 0 21 0,0 0 25 15,0 0 22-15,0 0 10 0,0 0-2 0,-6 26-9 16,3-16-3-16,1-3 1 0,-1 2 0 16,1 0 6-16,2-2-15 0,-2 1 3 0,2-8-14 15,0 16 3-15,-1-10-15 0,1-6 6 16,0 15-12-16,-2-10 6 0,0 2-9 15,2-7-17-15,-2 13 0 0,2-6-9 0,0-7-39 16,-4 14-51-16,2-7-65 16,1 0-85-16,-3-3-116 0,4-4-233 0,0 0 12 15,0 0 60-15,0 0-110 0,0 0-101 16</inkml:trace>
  <inkml:trace contextRef="#ctx0" brushRef="#br0" timeOffset="-162199.18">3923 3808 1813 0,'0'0'68'16,"-30"9"-2"-16,13-1 1 0,-10 8 9 15,0 3 21-15,1 8 20 0,-7 7 12 16,5 0 17-16,6-5-14 0,-2 6-14 0,10-4-4 16,3 2 13-16,3-8-3 15,8-3-5-15,0-3-9 0,8 3 20 0,5 2 3 16,10-1-4-16,10-5-9 0,1-4-6 15,4-1-7-15,6-6-16 0,3-5-5 16,3-2-7-16,2-2-29 0,9-5-1 0,-4-7-4 16,-4 0-5-16,-7-3-6 0,-12 1 0 15,-3-3-5-15,-8-2 4 0,-8-6-5 0,-5-2-2 16,-10 0-9-16,-9-6 0 0,-4 0 3 16,-10-8-12-16,-5 0 3 0,-3 4-6 15,-1 3-2-15,-6 4 1 0,0 9 0 0,1 7-9 16,-3 6-2-16,-1 7-4 15,-3 3-4-15,0 9-16 0,-6 3-13 0,12 3-24 16,4 1-32-16,7 4-60 0,4 2-46 16,9 4-70-16,5-4-107 0,9-5-242 0,10 0 59 15,5 5 66-15,10-1-137 0,9-6-134 16</inkml:trace>
  <inkml:trace contextRef="#ctx0" brushRef="#br0" timeOffset="-161615">5212 4292 1813 0,'0'0'50'0,"0"0"20"0,-16-4 13 0,16 4 10 0,0 0 5 0,-7-6 22 0,7 6 3 16,0 0 1-16,-4-10-10 0,4 10-11 15,0 0-9-15,0 0-8 0,13-13-5 16,-1 9-1-16,5-2-8 0,17-2-4 0,8 0-1 16,17-1-7-16,6 1 1 0,11 5-12 15,8-3 1-15,9 5-14 0,27-1-9 16,6 4 1-16,8-2-3 0,3 5 3 16,0 0-5-16,6 4-3 0,-8-1-4 0,-3 2-6 15,-12 2 14-15,-15-1-8 0,-27-1-8 0,-12 2-1 16,-9 0-2-16,-16-3 3 15,-9-2-7-15,-8 2 1 0,-4-4 10 0,-4-1 8 16,-5 1 8-16,-2 1 5 0,1-3 8 16,-1 1 20-16,-9-4 15 0,13 5 11 0,-13-5 2 15,12 3 2-15,-12-3-4 0,9 2-12 16,-9-2-5-16,0 0-6 0,10 3-4 16,-10-3-15-16,0 0-33 0,0 0-39 0,10 3-65 15,-10-3-76-15,0 0-78 0,0 0-92 16,0 0-157-16,0 0-106 0,0 0 54 0,0 0-229 15,-32-9-264-15</inkml:trace>
  <inkml:trace contextRef="#ctx0" brushRef="#br0" timeOffset="-161016.02">6229 3877 2083 0,'-4'-4'46'0,"4"4"16"0,-5-7 6 0,5 7 2 0,-4-7 8 0,4 7 12 0,0 0 17 0,7-17 7 0,-5 12-6 15,4-1-9-15,-6 6-9 0,12-8-10 16,-7 5-1-16,-5 3-14 0,15 0 0 0,-15 0-8 16,14 7 1-16,-7 0 2 0,-3 1 3 15,0 3 9-15,-1-1 12 0,-4 2-8 16,-1 0 1-16,-2 1 2 0,0 0 0 15,1-1-4-15,-1-2-2 0,2 2-10 0,0-2 4 16,2-1-3-16,2-1 10 0,2-1 0 16,1 0-1-16,3-2-5 0,4 1-6 15,-1-4-5-15,2 4-10 0,4-3-30 0,-4-3-24 16,3 0-56-16,-1 0-38 0,2-1-49 16,1-3-61-16,4-1-53 0,-2-3-79 0,-3 0-81 15,0-6-112-15,2-7-11 0,-2-2-194 16,-5 3-231-16</inkml:trace>
  <inkml:trace contextRef="#ctx0" brushRef="#br0" timeOffset="-160699.18">6505 3638 2019 0,'-15'-7'-20'0,"-6"6"28"15,0 1 19-15,-3 3 25 0,-13 6 27 0,-3 4 28 16,-7 4 28-16,-1 6 11 16,-2 1 5-16,7 5-5 0,-2 2-4 0,8 2 9 15,4-3-16-15,10-4-15 0,7 1-5 16,5-2-10-16,9-3 3 0,7 0-8 0,10 7-7 15,8-3-6-15,17 1-6 0,4-2-6 16,7-7-13-16,2-1 0 0,8-5-10 16,0-5 12-16,0-3-8 0,-11-4-7 0,-4-2-3 15,-7-3-5-15,0-4 0 16,-7-1-9-16,-7-4-8 0,-6-1 7 0,-7 0-9 0,-5-5-3 16,-5 2-4-16,-4-4 0 0,-7-11-4 15,-7 2-2-15,-9-5-1 0,-1 1-4 16,-7 6-4-16,1 7 2 0,1 7-8 0,-5 2-2 15,-2 9-12-15,-2 2-18 0,0 4-31 16,2 5-53-16,0 3-58 0,1 5-88 16,5 2-122-16,6 2-233 0,10-4 38 15,9-1 82-15,5 0-183 0,6-4-179 0</inkml:trace>
  <inkml:trace contextRef="#ctx0" brushRef="#br0" timeOffset="-159966.18">8291 4648 1900 0,'0'0'61'0,"0"0"20"0,0 0 8 0,0 0 12 0,-17-18 17 15,17 18 32-15,0 0 25 0,0-11 5 16,0 11-4-16,4-8-14 0,2 2-10 0,1 2-14 16,2-1-15-16,9 1-15 0,5 0-8 15,17 0-17-15,6 6-6 0,19 4-7 0,8 2-5 16,0 8 0-16,24 4-9 0,0 8-9 15,0 3-4-15,2 3-1 0,-3 5-2 0,-11 0-3 16,-2 4-4-16,-15-3-4 16,-16-7-3-16,-11-2-1 0,-4-1 4 0,-13-4-5 15,-3-2 8-15,-5 0 6 0,-5-5 13 16,-3-5 14-16,-7-2 5 0,3-3 5 16,-1 0 5-16,-1-2 3 0,2 3-8 0,-3-6-4 15,1 3-8-15,-2-7-7 0,4 10-3 16,-4-10-7-16,4 8-7 0,-4-8-26 0,1 6-36 15,-1-6-53-15,2 5-76 0,-2-5-116 16,0 0-108-16,0 0-132 0,0 0-155 0,0 0 68 16,0 0-376-16,0 0-448 15</inkml:trace>
  <inkml:trace contextRef="#ctx0" brushRef="#br0" timeOffset="-159182.89">8701 4220 2557 0,'4'-4'-47'0,"0"1"23"0,-4 3 16 0,13-14 37 0,-7 7 26 0,5 2 37 0,-4-4 25 0,6 2 11 0,-6 2-6 0,2 1 3 15,0-4-13-15,2 3-17 0,-2 4-4 0,-9 1-12 16,16-7-8-16,-11 5-10 16,-5 2-10-16,0 0-7 0,0 0 9 0,18 2 5 15,-18-2 6-15,0 12-4 0,0-12 3 16,-5 11 4-16,-1 0-6 0,-1-3-1 15,-3 4-1-15,1-3-2 0,1 0-4 0,1-1-5 16,0-1-2-16,2 0-1 0,1 1-4 16,2 4 2-16,2-6 8 0,2 5 4 0,2-3 2 15,-1 2-1-15,6-1-2 0,-2 1 0 16,2 0-4-16,4 1-5 0,-4-3-2 0,-2 4-3 16,0-5-6-16,0 0-1 0,0-3-4 15,-3 3 9-15,2-1-1 0,-6-6 11 16,1 10 3-16,-1-10 1 0,0 0 0 0,-11 12-7 15,4-9-2-15,7-3-7 16,-18 4 0-16,7-2-7 0,11-2-28 0,-23 0-35 16,23 0-51-16,-27-7-82 0,15 2-108 15,-2-4-107-15,3 1-121 0,-1-4-189 0,0 1 61 16,3-1-365-16,3 0-472 0</inkml:trace>
  <inkml:trace contextRef="#ctx0" brushRef="#br0" timeOffset="-158849.45">8728 4039 2680 0,'-14'-9'-44'0,"-1"4"17"0,0 5 22 0,-5 0 38 0,-2 5 33 15,-12 4 45-15,-9 12 29 16,0 7 17-16,2 1 3 0,3 3 1 0,2 4-4 16,10 3-12-16,6-8-12 0,7 2 3 15,11 2 0-15,4-1-8 0,9-2-5 0,7-1-6 16,16 5-9-16,8-5-11 0,9-6-7 15,10-2-13-15,8-5-4 0,2-4-8 16,1-9-5-16,-4-1-6 0,2-8-6 0,-8-1-4 16,-6-5-5-16,-7-2-3 15,-5-7-2-15,-15 2-2 0,-7-3-5 0,-4-3-3 0,-11 0-5 16,-7 0-3-16,-6-11-3 0,-9-2-3 16,-7-5-4-16,-9-4 5 0,-3 2-7 15,-7 7 2-15,1 2-11 0,-6 5-15 16,1 5-27-16,-3 3-41 0,8 11-62 15,2 3-91-15,-2 4-107 0,7 1-156 0,3 4-172 16,1 0 69-16,5-1-350 0,5-1-436 16</inkml:trace>
  <inkml:trace contextRef="#ctx0" brushRef="#br0" timeOffset="-157550.7">8699 3678 2593 0,'0'0'-10'0,"6"-6"-2"0,-6 6 6 0,0 0 27 0,0 0 44 0,0 0 28 0,0 0 23 16,-14 28 21-16,8-15 1 0,1-1-8 16,-1 2 1-16,3-1-4 0,1-2-9 15,4 1 5-15,1 1 8 0,8 1 0 16,9-3-2-16,12-1-9 0,13-2-13 0,15-4-10 16,9-2-10-16,9-5-11 0,0-2-4 15,0-2-10-15,-7-3-4 0,-7-2-8 0,-8 3-6 16,-16 1-4-16,-4-4 0 0,-11 4-2 15,-7 0-12-15,0-1-1 0,-4 1-8 0,-7 2-6 16,2-1-13-16,-3 3-18 16,-3 0-28-16,-3 4-31 0,2-7-44 15,-2 7-46-15,0 0-59 0,0 0-68 0,0 0-104 16,-34 9-168-16,21-7-25 0,1 1 69 16,1 0-182-16,0 0-199 0</inkml:trace>
  <inkml:trace contextRef="#ctx0" brushRef="#br0" timeOffset="-157249.49">8967 3937 2171 0,'-22'4'113'0,"8"-2"14"15,-1 2 16-15,3-2 20 0,12-2 27 16,-11 1 21-16,11-1 21 0,0 0 24 0,0 0 4 15,0 0-19-15,58-13-21 0,-17 6-25 16,18-3-18-16,0-1-19 0,1-1-15 0,-5 2-15 16,-12 5-13-16,-6-2-8 0,-9 2-18 15,-5 1-33-15,-5-2-26 0,-2 5-31 16,-4-2-32-16,-1 2-35 0,-3-1-39 0,-8 2-52 16,16-4-58-16,-16 4-64 15,7-1-103-15,-7 1-154 0,7-5-105 0,-7 5 66 16,0 0-279-16,0 0-341 0</inkml:trace>
  <inkml:trace contextRef="#ctx0" brushRef="#br0" timeOffset="-153266.95">3761 4530 2305 0,'0'0'-13'0,"0"0"4"0,0 0 2 0,0 0-2 0,0 0 5 0,0 0-3 16,0 0 0-16,-30 25 4 0,21-15 1 15,-2 1 1-15,2-1-5 0,0 3 5 0,-3 1 4 16,3-2-6-16,1 1-5 0,-4 1-34 16,3-2-43-16,-2 1-77 0,1-1-135 15,3 1-262-15,-3-7-60 0</inkml:trace>
  <inkml:trace contextRef="#ctx0" brushRef="#br0" timeOffset="-152749.27">6578 4599 1734 0,'6'-3'94'0,"-6"3"-10"0,0 0-10 0,0 0-5 0,0 0 9 16,0 0 2-16,-11 17-2 0,0-5-8 16,2-2-7-16,-5 5-5 0,1 1-5 0,-6 6-6 15,2 0-16-15,0 2-30 16,4-5-42-16,1-2-67 0,1-2-83 0,3-1-118 15,1-2-360-15,4-2-163 0</inkml:trace>
  <inkml:trace contextRef="#ctx0" brushRef="#br0" timeOffset="-152450.55">9098 5446 1711 0,'-11'4'-100'0,"6"1"14"15,-3 1 5-15,7-2 22 0,1-4-4 0,-10 5 4 16,10-5 6-16,-6 5 2 0,6-5-25 16,-8 4-43-16,8-4-209 0,-7 5 156 15</inkml:trace>
  <inkml:trace contextRef="#ctx0" brushRef="#br0" timeOffset="-150284.39">2662 4859 1003 0,'2'6'105'0,"-2"-6"-2"0,0 0-4 0,0 0-12 0,0 0-9 0,0 0-6 0,0 0-6 0,0 0-11 15,0 0-3-15,0 0-10 0,0 0-28 16,0 0-48-16,5 5-53 0,-5-5-47 16,0 0-81-16,-3 6-230 0,3-6 48 0</inkml:trace>
  <inkml:trace contextRef="#ctx0" brushRef="#br0" timeOffset="-149901.45">5027 4605 1262 0,'0'0'68'15,"0"0"-3"-15,0 0-5 0,0 0-4 16,0 0-8-16,0 0-4 0,0 0-5 0,0 0-1 16,0 0-23-16,0 0-41 15,0 0-60-15,0 0-79 0,0 0-318 0,0 0 12 16</inkml:trace>
  <inkml:trace contextRef="#ctx0" brushRef="#br0" timeOffset="-149468.14">7861 5080 1535 0,'0'0'119'0,"0"0"-3"0,0 0-11 0,0 0-3 0,0 0 3 0,0 0 0 0,0 0-1 16,0 0-10-16,0 0-13 0,0 0-10 0,-16-14-26 15,16 14-43-15,0 0-61 0,0 0-90 16,0 0-106-16,0 0-204 0,0 0-107 16,6-12-66-16</inkml:trace>
  <inkml:trace contextRef="#ctx0" brushRef="#br0" timeOffset="-149264.21">9368 5680 1654 0,'-10'0'-64'0,"10"0"-92"0,0 0-158 0,0 0-67 16,-18-8 106-16</inkml:trace>
  <inkml:trace contextRef="#ctx0" brushRef="#br0" timeOffset="-148050.75">13288 3307 1152 0,'6'-13'150'0,"-4"1"16"0,-1 0 11 0,-1 1 15 0,2 2 18 0,-2 0 27 16,0-1 0-16,0 2 17 0,0 8-1 0,2-15-22 15,-2 15-22-15,-4-6-22 0,4 6 1 16,0 0 2-16,-23 28-4 0,1 0-3 16,-5 8-9-16,-1 3-12 0,-3 2-11 0,3 2-20 15,-1-1-11-15,4-1-9 16,0-2-11-16,8-8-11 0,3-4-8 0,3-4-7 16,2-6-8-16,3-4-4 0,0-1-5 15,2-2 5-15,3-2 10 0,-3-1 11 0,4-7-4 16,0 0-9-16,0 0-7 0,0 0-7 15,21-25-7-15,-2 4-9 0,-2-6 1 0,5-2-9 16,7-10 1-16,1-2-9 0,1-2-2 16,1 1-4-16,-1 2-2 0,-4 3 0 15,-8 10-6-15,0 3-1 0,-7 7-1 0,-1 5-4 16,-3 1-1-16,-1 3-2 0,-1 3-7 16,-1 3 8-16,-5 2-1 0,0 0 0 0,23 11-2 15,-11-1 6-15,1 2-2 16,0 3-1-16,9 6-1 0,-1-3-1 0,-3 1 4 0,-2-3-2 15,-3-4 0-15,-1-2-1 16,-1-2 7-16,-4-1-5 0,4 2 6 0,-6-4 25 16,1 1 45-16,-6-6 27 0,5 8 26 15,-5-8 21-15,2 6-6 0,-2-6-10 16,0 0-21-16,-17 4-11 0,2-2-9 0,-12 0-12 16,-2-1-7-16,-10 5-6 0,-6-3-9 15,4 2-5-15,-1-3-10 0,12 2-3 0,5-1-28 16,3-2-16-16,4 3 0 0,2-3 0 15,3 2 0-15,-1-3 0 0,2 2 0 0,-1 2-49 16,2 0-81-16,2-2-50 16,1 0-67-16,0 1-74 0,1 3-96 0,3-2-76 15,1 0-93-15,3-4-139 0,0 0-59 16,0 0 78-16,13 6-503 0,-13-6-671 16</inkml:trace>
  <inkml:trace contextRef="#ctx0" brushRef="#br0" timeOffset="-147834.55">13672 3319 3561 0,'2'-5'15'0,"-2"5"0"0,0 0 16 0,0 0 50 0,0 0 20 0,-5 23 5 0,-1-13-6 0,4 2-6 0,1 1-11 0,-3 3-7 16,2-1-9-16,0 2-3 0,2-1-6 15,0-2-7-15,0 1-37 0,0-1-33 16,0-2-40-16,2-1-46 0,-2 0-37 15,4-3-34-15,-2 1-37 0,-2-4-62 16,0-5-47-16,1 6-57 0,-1-6-55 0,0 0-53 16,0 0-162-16,0 0-144 0</inkml:trace>
  <inkml:trace contextRef="#ctx0" brushRef="#br0" timeOffset="-147485.52">13719 3347 1657 0,'3'-23'-38'0,"5"6"38"0,-5 2 30 0,-1 1 31 15,3 4 26-15,-3 2 7 0,1 0-2 0,-3 8-9 16,2-10-13-16,-2 10-4 15,2-5-8-15,-2 5-6 0,0 0-1 0,0 0 0 0,0 0-1 16,0 0-5-16,13 26 0 16,-8-14-5-16,-3 0-3 0,-1 3-4 0,3 0 2 15,2 1 2-15,-5 1 10 0,3-1 12 16,0 2 8-16,0-6 15 0,-3 5 10 16,4-5 16-16,-1 1-4 0,-2-1 12 0,-1 0 8 15,1-1 2-15,0 1-15 0,0 1 0 16,2-3-4-16,-1 2-9 0,-1 2-14 0,0-2 4 15,3 1-6-15,-3-1-8 0,-2 2-4 16,0 0 5-16,-2-1 3 0,-5-1 9 16,3 2 7-16,-7 3-16 0,-1-2-3 15,-2-1-5-15,-4-3-7 0,3 1-13 16,-2-3-4-16,2-3-29 0,1 2-34 0,1-4-27 16,2 0-51-16,-1-4-54 0,12 0-71 15,-17-8-77-15,7 2-106 0,3-2-184 0,1-3-29 16,4-1 72-16,-1-1-220 0,3-1-255 15</inkml:trace>
  <inkml:trace contextRef="#ctx0" brushRef="#br0" timeOffset="-147201.46">14913 3230 2449 0,'9'-13'229'0,"-6"8"6"0,-1-1-12 0,-2 6-22 0,7-6-23 0,-7 6-9 0,0 0 32 0,0 0 1 0,6 23-13 16,-4-5-11-16,-2 1-6 0,2 6-14 15,-2 3-18-15,0 8-13 0,0-1-10 16,-4 1-10-16,0 0-12 0,1-1-42 15,-5-3-55-15,2-1-72 0,-4-1-94 16,3-7-82-16,2-4-98 0,-1-3-126 0,-1-3-200 16,6-4 59-16,-1-3-344 0,2-2-436 15</inkml:trace>
  <inkml:trace contextRef="#ctx0" brushRef="#br0" timeOffset="-146818.15">14988 3256 2845 0,'4'-22'66'0,"-1"5"33"0,-3 5 37 0,4 1 28 0,0 2 10 16,-1 1 0-16,4 0-8 0,0 1-23 16,1 1-9-16,3 3-13 0,-1 3-11 15,-10 0-13-15,30 9-9 0,-15 0-5 16,1 5-6-16,-1 3-9 0,0 6-6 16,-2 2-8-16,-1-2 3 0,-8 1-3 0,-2 0-6 15,-4 0 0-15,-2 1-2 0,0-2 2 16,-2-3 1-16,3 1 1 0,-3-4 1 0,2-1 2 15,2-4 2-15,2 0 5 0,0-3-7 16,0-1 7-16,2 2 15 0,2-1-1 0,2 1 9 16,-3-1-1-16,6 1-8 0,-6-2 0 15,5 1-8-15,-3 0 8 16,1 1-1-16,-3 0 0 0,2 0 13 0,-1-1 7 0,-2 0 14 16,-1 3 6-16,-1-2 9 0,-1 2-3 15,-5-2-9-15,0 4-4 0,-2-2-14 16,-1-2-5-16,-1 2-9 0,-5 0-10 15,-1-1-9-15,0-1-8 0,-2-3-42 0,1 2-62 16,-6-3-64-16,6-2-68 0,-2-2-94 16,4-4-126-16,-2-4-167 0,5-2-222 15,6-4-2-15,3-5 85 0,5 0-557 16,7-15-729-16</inkml:trace>
  <inkml:trace contextRef="#ctx0" brushRef="#br0" timeOffset="-146569.17">15867 3312 3800 0,'-11'-10'74'16,"0"5"3"-16,-2 3 38 0,-2 1 39 0,-7 2 24 15,0 5 4-15,-6 5-1 0,-5 0-6 16,1 7-1-16,3 1-18 0,4 5-7 0,2-1-10 16,6 2-8-16,4 2-8 0,5-3-12 15,7-2-13-15,2-2-2 0,3 3-14 0,5 6-5 16,3-9-7-16,3 3-22 0,1-6-33 15,-3-4-36-15,4-1-51 16,-2-2-59-16,5-1-92 0,0-2-84 0,-1-2-97 16,-1-2-148-16,-3 0-178 0,-6-3 62 15,1 0-453-15,-10 0-591 0</inkml:trace>
  <inkml:trace contextRef="#ctx0" brushRef="#br0" timeOffset="-145867.28">17371 3288 3250 0,'-1'-11'61'0,"-7"2"12"0,3 0 21 0,-3 2 30 0,0 3 34 0,-1 0 21 0,-7 1 15 0,-1 3 0 16,-7 5 1-16,-11 5-9 0,-1 6-14 16,-3 7-13-16,3 3-13 0,11 0-11 15,3 1-10-15,5 2-10 0,6 0-9 16,5-5-8-16,4 1-3 0,8-4-12 0,3 8-5 16,7-1-10-16,0-2-8 0,6-4-37 15,1-1-52-15,1-6-84 0,4-1-129 16,5-1-152-16,-1-7-179 0,-1-2-172 0,-5-4 67 15,1-2-477-15,9-2-623 0</inkml:trace>
  <inkml:trace contextRef="#ctx0" brushRef="#br0" timeOffset="-145651.58">17871 3338 3388 0,'0'-10'113'0,"-2"1"27"0,2 3 12 0,0 6-2 0,-3-7-9 16,3 7-18-16,0 0 17 15,0 0 50-15,0 0-2 0,-18 35-20 0,13-14-12 16,-6 10-15-16,2 6-11 0,2-2-13 16,1 2-10-16,3 0-11 0,-4-5-19 15,5-2-50-15,0-7-50 0,2-2-60 0,0-2-79 16,0-5-82-16,0 3-71 0,0-5-80 16,2-6-150-16,-2 2-111 0,0-4 55 0,0-4-324 15,0 0-406-15</inkml:trace>
  <inkml:trace contextRef="#ctx0" brushRef="#br0" timeOffset="-145402.92">17930 3256 2796 0,'8'-22'126'0,"-4"5"48"0,1 2 25 16,1 5 15-16,2 2 11 0,1 3-1 0,2 1 4 16,11 4-4-16,1 7-4 0,9 11-5 15,8 7-4-15,-2 6 13 0,-8 2 4 0,-3 8-10 16,-6 0 4-16,-10-5-21 0,-4 3-8 15,-6 0-7-15,-4-1-20 0,-9-1-16 16,-5-2-15-16,-4 5-8 0,-6-4-12 0,2-8-16 16,-2-5-9-16,1 0-32 0,-3-5-49 15,-2-2-68-15,-1-6-83 0,2 1-95 0,-5-3-104 16,7-4-130-16,4-6-143 16,-13-3-204-16,3-2 64 0,-2-6 89 0,1-1-483 15,-6-12-616-15</inkml:trace>
  <inkml:trace contextRef="#ctx0" brushRef="#br0" timeOffset="-144719.36">13150 3924 3349 0,'-32'-4'-5'0,"3"2"25"0,6 2 41 0,1-2 57 0,5 0 45 0,-2 1 30 0,5 1 0 16,5-1-11-16,9 1-17 0,-16-3-18 0,16 3-15 15,0 0-6-15,0 0-6 16,36-9-8-16,7 4-4 0,16 1-13 0,9-2-12 0,11 1-2 16,4 2-13-16,1 1-5 15,-2-2-4-15,-4 3-11 0,-9 1-1 0,-22-2-11 16,-12 0-13-16,-11 2-5 0,-6 0-5 15,-9 0 0-15,-9 0-5 0,0 0 3 0,0 0-4 16,-50 0 2-16,5 2 0 0,-7 0-1 16,2-1-2-16,-18 1 0 0,21-2 4 15,6 0 8-15,2-2 10 0,10 4 4 0,9-2 7 16,0 0-4-16,6-2-1 0,5 2-2 16,9 0-3-16,-13-1-4 0,13 1-3 15,0 0-5-15,0 0-9 0,21-12-26 0,-4 10-40 16,10-3-50-16,13 2-64 0,2-2-80 15,3 3-106-15,2-2-145 0,-2-2-210 16,-2 4 34-16,-2-2 85 0,1 2-348 0,-3-4-421 16</inkml:trace>
  <inkml:trace contextRef="#ctx0" brushRef="#br0" timeOffset="-144335">15035 3851 2557 0,'-16'2'-33'0,"0"0"21"0,3-1 25 0,13-1 39 0,-20 2 40 0,20-2 37 0,-14 0 34 0,14 0 4 16,0 0-1-16,-18 1-14 0,18-1-8 0,0 0-15 16,0 0-3-16,0 0-11 15,0 0-18-15,0 0-10 0,0 0-15 0,61-4-6 16,-17 2-2-16,4 0-11 0,13-1-24 15,-2-2-29-15,0 1-44 0,-7 2-53 16,-5-1-52-16,1 3-63 0,-5-4-100 0,1 1-135 16,-4-2-129-16,-2 0 45 0,3 0-170 15,-7-1-194-15</inkml:trace>
  <inkml:trace contextRef="#ctx0" brushRef="#br0" timeOffset="-143966.33">17287 3984 2227 0,'-20'-3'175'0,"4"2"5"0,2-1 25 0,3-2 36 15,2 4 31-15,9 0 6 16,-9-2-10-16,9 2-20 0,0 0-18 0,0 0-9 16,0 0-19-16,0 0-19 0,59 4-17 15,-19-2-21-15,4 4-12 0,1-6-29 0,2 3-51 16,-4 0-60-16,-1 2-82 0,-14-1-109 15,1-3-114-15,-8 2-140 0,-1-3-179 0,-6 2-25 16,-3-2 78-16,-11 0-309 0,18-2-370 16</inkml:trace>
  <inkml:trace contextRef="#ctx0" brushRef="#br0" timeOffset="-132771.81">13371 2867 1597 0,'0'0'436'0,"7"-8"-143"0,-7 8-70 0,0 0-56 15,2-6-15-15,-2 6 5 0,0 0 24 0,0 0-5 16,0 0 12-16,0 0 2 16,-27 22 3-16,18-15-5 0,-3 3-11 0,-1-2-14 15,1 0-13-15,-1-2-14 0,-3 3-14 16,3-2-7-16,6-2-12 0,-5 1-8 16,4-3-10-16,8-3-7 0,-13 4-7 0,13-4-5 15,-12 2-2-15,12-2-3 0,0 0-11 16,-11-9-7-16,11 9-5 0,-5-12-5 0,5 4-5 15,-2 1-2-15,2 7-2 0,0-12-7 16,0 12-5-16,2-10-3 0,-2 10-2 16,0 0-5-16,3-7 0 0,-3 7 5 15,0 0-3-15,0 0 0 0,0 0-2 16,35 13 0-16,-24-6 4 0,-3-2-3 0,1 2 1 0,0-1-1 16,2 0-2-16,-4-4 4 15,-1 4 1-15,-6-6 2 0,12 6 2 0,-12-6 12 16,11 3 6-16,-11-3 7 0,0 0-2 15,0 0-3-15,16-9-5 0,-12 2-5 16,2 0-1-16,-4-2-7 0,2 0 0 0,0 2-4 16,-4 7-1-16,3-13-6 0,-1 10-25 15,-2 3-26-15,0 0-15 0,8-7-10 0,-8 7-34 16,0 0-46-16,0 0-74 0,15 13-75 16,-7-3-95-16,1 0-157 0,3-1-140 15,5 5 69-15,7 3-375 0,7-1-478 16</inkml:trace>
  <inkml:trace contextRef="#ctx0" brushRef="#br0" timeOffset="-132271.5">15155 2801 2651 0,'0'-12'19'0,"0"12"42"0,-2-8 26 0,2 8 9 0,-1-9 10 0,1 9 4 0,-8-5 3 0,8 5-11 0,-14 0-7 15,14 0-8-15,0 0-8 16,-26 7-16-16,14-2 9 0,1 0-15 0,-1 0-3 0,1 2-6 16,2 0-5-16,2-3 0 15,-2-1-8-15,9-3 6 0,-9 7 25 0,9-7 14 16,0 0 27-16,0 0-1 0,0 0-10 15,0 0-5-15,0 0-8 0,0 0-8 16,0 0-10-16,0 0-6 0,0 0-10 0,0 0-4 16,0 0-9-16,0 0-1 0,0 0-3 15,0 0-8-15,0 0 1 0,34 5-25 0,-23 3-34 16,1 1-63-16,1-1-59 0,3 4-81 16,2-2-113-16,15 1-169 0,-8-3-133 15,7 2 66-15,0-3-266 0,-3-1-337 16</inkml:trace>
  <inkml:trace contextRef="#ctx0" brushRef="#br0" timeOffset="-128555.14">13446 3972 2614 0,'7'-2'133'0,"-3"-4"5"0,-4 6-4 0,7-9 3 0,-7 9 7 16,0 0 5-16,0 0-2 0,0 0-6 0,0 0 25 16,0 0 5-16,0 0-9 0,0 23-16 15,-5-13-12-15,3 2-15 0,-2 4-12 0,3-7-9 16,-1 5-10-16,-2-3-10 0,4-1-5 15,-2-2-6-15,2 3-13 0,-2-1-34 16,2-3-35-16,0-7-33 0,0 12-63 16,0-7-75-16,0-5-98 0,0 0-117 15,0 0-143-15,0 0-81 0,0 0 60 0,0 0-265 16,-19-15-317-16</inkml:trace>
  <inkml:trace contextRef="#ctx0" brushRef="#br0" timeOffset="-128222.83">13403 3818 2346 0,'-22'2'28'0,"10"1"6"15,-2 5 15-15,-11 9 23 0,-2-1 24 16,2 5 28-16,3 3 16 0,-3 2 15 16,5-1-13-16,6 3-7 0,2 0-9 15,6-5-13-15,4 0 4 0,10-2-12 16,0-4 2-16,10 5-6 0,7-3-8 0,8-2-14 15,1-5-7-15,7-2-5 0,0-5-5 16,3-3-7-16,2-2-2 0,-3-4-10 0,3 1-14 16,-6-6-14-16,-2 0-3 0,-6-4-6 15,-5-1 4-15,-8 3-2 0,-6-1 2 0,-4 0-3 16,-7-3-10-16,-8 1 3 16,0-5-2-16,-11-8 0 0,-1-2-1 0,-5 4-1 15,1-1-5-15,-1 6-3 0,-2 1-4 16,4 8-13-16,1 7-18 0,-2 0-24 15,3 6-34-15,-3 2-38 0,-9 9-55 0,4 1-88 16,2 3-107-16,6-5-195 0,8-1 58 16,5 0-208-16,3-4-230 0</inkml:trace>
  <inkml:trace contextRef="#ctx0" brushRef="#br0" timeOffset="-127789.39">15148 3984 2276 0,'0'0'102'0,"0"0"-7"0,11-17-3 0,-5 14 11 0,2-2 10 0,-3 1-1 0,6 2-13 15,-2-2-4-15,2 2-9 0,-11 2-9 16,21 0-13-16,-21 0-3 0,20 3-3 16,-8 2 4-16,-2-1 2 0,-3 1-5 0,1 2 20 0,-2 2 12 15,-2-1 16-15,-4 0 4 16,1 1 4-16,-2-1-4 0,-1 2-7 0,2-3-5 15,0-7-10-15,0 12-12 0,0-12-8 16,0 12-7-16,0-12-10 0,3 8-18 0,3-5-31 16,-6-3-42-16,21 2-70 0,-8-6-56 15,5 0-57-15,3-5-58 0,7-3-67 16,-2-3-59-16,1-5-65 0,0 1-63 0,-2-1-231 16,-4 1-254-16</inkml:trace>
  <inkml:trace contextRef="#ctx0" brushRef="#br0" timeOffset="-127506.23">15586 3813 2125 0,'-11'-11'14'0,"-4"3"16"15,-1 2 21-15,0 2 19 0,-8 4 24 0,-2 0 27 16,-12 7 26-16,-5 2 15 0,-4 11 8 16,3 3 13-16,0 7 4 0,7-4 0 15,1 3-11-15,18-2-18 0,0 2-10 0,7-8-14 16,9 2-5-16,6-6-9 0,5 1-13 16,11 3-8-16,7-2-9 0,7-2-7 0,4-5-10 15,3-5-8-15,5-3-21 0,0-1-20 16,-2-6-16-16,-1 1-23 0,2-5-7 0,-7 0-4 15,-4 0 8-15,-9-1 5 0,-6 1 13 16,-6-4-2-16,-2 2 4 0,-2-1 2 16,-8-2-2-16,-1 1 3 0,-3-7 6 15,-8 0-2-15,0-2-5 0,-4-2-1 16,-2 5-4-16,-1 2-13 0,4 4-25 0,-8 5-38 16,8 2-52-16,-4 4-72 0,2 4-93 15,-8 2-126-15,-4 8-209 0,8-2 54 0,4 2-297 16,6-5-356-16</inkml:trace>
  <inkml:trace contextRef="#ctx0" brushRef="#br0" timeOffset="-127072.49">17031 3993 2826 0,'0'-5'247'0,"0"5"-17"16,1-10-22-16,-1 10-16 0,0-6-22 0,0 6-22 16,0 0-16-16,0 0-14 0,0 0-11 15,0 0-9-15,0 0-9 0,18 21-10 0,-12-13-10 16,-5 4-7-16,3 0-8 16,-4 1-3-16,0 1-9 0,-4 2-4 0,-3 5-6 0,-9 7 0 15,2-3-2-15,0-5-5 0,4-5 1 16,1-3-1-16,5-2 8 0,-4-2 6 15,4 1 9-15,1-1 0 0,1-3 15 16,2-5 18-16,2 13 15 0,1-8 8 16,3 1-2-16,2-2-7 0,2 3-4 0,-3-1 4 15,2-2-7-15,1 2-3 0,-2-2-1 16,-1 4-1-16,1-4 13 0,-4 0 14 0,-4-4 1 16,9 9 8-16,-9-9 4 0,2 10 4 15,-2-10-8-15,-3 11-7 0,-5-7-11 0,0 4-9 16,-5-2-22-16,-3 0-38 0,1-1-64 15,-4-2-80-15,1-3-77 0,2 0-96 16,-3-2-124-16,2-1-135 0,-1-2-146 16,3-5-97-16,2 0 74 0,2-1-585 0,1 1-756 15</inkml:trace>
  <inkml:trace contextRef="#ctx0" brushRef="#br0" timeOffset="-126769.74">17006 3907 3801 0,'-15'-5'-1'15,"-3"5"21"-15,-3 0 47 0,-15 7 45 16,2 8 36-16,-11 6 29 0,0 4 8 16,4 6 3-16,5 2-12 0,3 0-10 15,7 3-20-15,12-5-9 0,4-2-11 16,10-1-11-16,4-8-10 0,14 7-6 0,4-2-12 16,6-8-11-16,8-1-3 0,7-7-13 15,2-1-4-15,3-8-13 0,2 0-8 0,-3-4-2 16,11-5-2-16,-7-3-4 0,-13 2 3 15,-4-2-6-15,-5-5 19 0,-6-1 1 0,-8 0-9 16,-7 0-6-16,-2-4-3 0,-8 3 2 16,-8-11-8-16,-9-3-4 0,-7-3-7 15,-7 0-11-15,-5 5-20 0,-4 5-22 0,-3 5-32 16,-5 6-39-16,4 10-53 0,-4 5-70 16,-10 5-89-16,-1 4-111 0,-2 5-165 0,4 1-110 15,3 5 76-15,6-3-455 16,5 7-561-16</inkml:trace>
  <inkml:trace contextRef="#ctx0" brushRef="#br0" timeOffset="-123639.22">19301 3671 2965 0,'-11'1'34'0,"4"3"17"0,7-4-1 0,0 0 13 0,0 0 36 0,-27-6 35 16,23 2 18-16,-1-2 20 0,-1 1-1 15,3-3-7-15,-1 2-1 0,-1-5-11 16,3 1-9-16,2-3-8 0,2-1-4 0,5-2-9 15,-3-2-7-15,5 0-4 16,-2-2-1-16,3-1 1 0,3-2-5 0,1 5-5 0,-3 1-11 16,0 2-4-16,-1 4-14 15,0 2-7-15,-3 2-10 0,2 3-1 0,2 3-6 16,-11 1 1-16,24 6-5 0,-9 3-2 0,3 3-3 16,-3 2-3-16,6 6-7 15,-6-1 3-15,0 4-3 0,-2-4 1 0,-3-1-5 16,0 0 7-16,-7-3 3 0,5 1-2 15,-5-3 25-15,0 2-3 0,-1-6-2 0,0 3 2 16,0-3 19-16,0-2 25 0,-1-1 25 16,-1-6 23-16,4 9 12 0,-4-9-17 0,0 0-16 15,0 0-14-15,20-23-14 0,-8 5-7 16,8-6-13-16,0 0-10 0,5 2-7 0,-2 4-10 16,-3 3-6-16,-6 5-30 15,-3 2-15-15,1 6 0 0,0 0 0 0,-12 2 0 16,23 4 0-16,-10 4 0 0,0 3 0 15,-1 5 0-15,0 1 0 0,-3 2 0 16,-2 0 0-16,2 1 0 0,0-2 0 0,-4 1 0 16,1-4 0-16,-1 1 0 0,1-1 0 15,-1-5 0-15,-4 1 0 0,1-3 0 0,4-2-100 16,-4 2-125-16,-1-4-64 0,-1-4-102 16,4 8-124-16,-4-8-141 0,0 0-202 0,0 0 78 15,20-12 82-15,-13 4-553 0,0-5-713 16</inkml:trace>
  <inkml:trace contextRef="#ctx0" brushRef="#br0" timeOffset="-123452.49">20041 3624 3840 0,'0'0'162'0,"0"0"0"0,0 0 20 0,-11 2 23 0,11-2 22 15,0 0-5-15,0 0-17 0,0 0-17 16,0 0-16-16,38-6-21 0,-15 4-18 0,4-3-38 15,-2 4-50-15,1-4-65 0,1 4-78 16,-8-1-85-16,2-1-91 0,0 1-92 0,-6-2-118 16,-2 2-165-16,-1-2-9 15,-2 3 75-15,-10 1-327 0,0 0-390 0</inkml:trace>
  <inkml:trace contextRef="#ctx0" brushRef="#br0" timeOffset="-123206.05">20238 3347 2784 0,'0'-21'175'0,"-2"7"36"0,2 4 33 16,0 2 17-16,0 1 3 0,0 7-8 16,0-10-29-16,0 10-25 0,0 0 48 0,0 0 30 15,0 0-22-15,13 36-20 0,-9-14-23 16,0 14-17-16,-2 0-15 0,-1 2-23 16,-1 1-15-16,0 0-17 0,-1-3-7 0,-1 0-14 15,0 0-5-15,0-5-43 16,0-5-41-16,0-4-60 0,0-2-59 0,1-2-65 15,1-3-83-15,0-1-76 0,1-3-68 16,1-3-67-16,0-4-93 0,6 1-118 0,-8-5-9 16,21-5-492-16,-7-3-638 0</inkml:trace>
  <inkml:trace contextRef="#ctx0" brushRef="#br0" timeOffset="-123006.05">20644 3362 3207 0,'17'-29'34'0,"-2"8"72"0,-8 3 81 15,4 4 47-15,-8 4 28 0,3 3 10 0,-2 0 1 16,-3 1-12-16,-1 6-49 0,0 0 4 15,0 0 74-15,0 0-1 0,12 20-12 0,-10-3-12 16,-2 8-7-16,2 1-27 0,-2 12-24 16,0 4-12-16,4 3-23 0,-2-2-17 15,1 0-16-15,-3-3-12 0,4 2-14 16,2-6-14-16,-5-4-44 0,1-9-52 16,3 0-71-16,-3-3-84 0,-2-1-83 0,0-3-85 15,0 1-105-15,-2-3-108 0,0-2-144 16,-4 3-149-16,-2-5 75 0,1 2-661 0,-2-1-864 15</inkml:trace>
  <inkml:trace contextRef="#ctx0" brushRef="#br0" timeOffset="-122739.49">19813 4079 4160 0,'-50'4'99'0,"5"-2"14"0,3 4 43 16,7-4 69-16,10-1 92 0,0 1 22 15,9 0 8-15,0-2-9 0,16 0-17 0,-11-2-30 16,11 2-22-16,0 0-23 0,67-11-24 16,7 3-17-16,35-1-21 0,12 1-22 0,7 0-39 15,0-2-49-15,-4 2-74 0,-2 2 0 16,-4 3-35-16,-26-1-68 0,-9-1-59 16,-8 2-57-16,-9 0-39 0,-18 0-30 15,-12 1-15-15,-7-2-29 0,-10 3-38 0,-6-3-28 16,-5 3-44-16,-5-2-45 0,-3 3-106 15,0 0-83-15,0 0 60 0,-36-8-374 16,11 8-465-16</inkml:trace>
  <inkml:trace contextRef="#ctx0" brushRef="#br0" timeOffset="-121874.02">19437 4628 2991 0,'-11'7'170'0,"11"-7"24"0,0 0 38 0,0 0 46 0,0 0 40 0,0 0 31 0,0 0-13 0,0 0-18 15,-11-18-24-15,15 10-20 0,3-2-15 0,2-3-17 16,3 3-22-16,-1-1-17 0,2 1-17 16,-1 2-21-16,1 3-16 0,-1 1-11 0,3 4-11 15,-15 0-5-15,29 9-1 0,-12-1-7 16,2 4-9-16,2 5-10 0,0 2 3 0,-4-1-5 15,-3-1-93-15,-7 0 0 0,2-1 0 16,-1 1 0-16,-8-3 0 0,3-1 0 16,-6 4 0-16,-1-1 0 0,0-1 0 15,-5 2 0-15,6-5 0 0,-5 2 0 0,3-6 0 16,2 2 0-16,-1-6 0 0,4-4 0 16,-4 8 0-16,4-8 0 0,0 0 0 0,0 0 0 15,20-31 0-15,-4 6 0 0,8 3 0 16,-1-2 0-16,-1 3 0 0,-1 4 0 15,-2 4 0-15,-4 1 0 0,-1 5 0 0,-3 3 0 16,0 3 0-16,1-1 0 0,-12 2 0 16,27 7 0-16,-12-3 0 0,-1 3 0 0,-1 1 0 15,-1 0 0-15,1 1 0 16,-6-3 0-16,3 1 0 0,-2 0 0 0,1 0 0 0,-4-2 0 16,4 0 0-16,-6 0 0 15,3-1 0-15,-6-4 0 0,5 7-238 0,-5-7-555 16,0 5-165-16,0-5 89 0,0 0 95 15,0 0-777-15,-21 3-993 0</inkml:trace>
  <inkml:trace contextRef="#ctx0" brushRef="#br0" timeOffset="-121507.5">19817 4226 4314 0,'-38'-8'-12'0,"-6"6"17"0,-15 11 34 0,-6 7 45 0,-3 6 53 0,-18 11 45 0,2 13 18 0,6 10 29 16,7 4 18-16,8 7 1 0,9 0-7 0,13-2-20 16,14-10-14-16,12-1-5 0,10 4-12 15,7-15-13-15,11 11-16 0,13-8-11 0,12-3-10 16,12-7-12-16,22 3-16 0,-5-15-10 16,6-7-2-16,1-2-10 0,4-7-4 0,3-14-10 15,2-3-5-15,14-11-7 0,-8-3-64 16,-3-5 0-16,-21 1 0 0,8-13 0 0,-21 4 0 15,-4-3 0-15,-10-8 0 0,-3-6 0 16,-11-8 0-16,-6-4 0 0,-9-5 0 16,-12 0 0-16,-8-2 0 0,-16-6 0 15,-4 21 0-15,-9 10 0 0,-9 13 0 0,-12 10 0 16,-11 10 0-16,-3 10 0 0,-6 10 0 16,-19 10 0-16,1 8-436 0,6 5-134 15,-4 3-115-15,12 1-206 0,23-7 66 0,4 0 96 16,10-1-650-16,10-1-833 0</inkml:trace>
  <inkml:trace contextRef="#ctx0" brushRef="#br0" timeOffset="-94277.46">2282 6007 1265 0,'2'-12'435'0,"-2"5"-101"0,2-1-64 0,-2 3-33 0,0 5-7 0,0-9-1 16,0 9-10-16,0 0-23 0,-2-8-15 15,2 8-21-15,0 0-21 0,0 0-9 0,0 0-11 16,0 0-11-16,-30 22-6 16,9 1-10-16,0-2-3 0,0 5-12 0,-2-5-2 0,2 4-12 15,0-3-7-15,4 0-3 16,2-5-3-16,2-2-2 0,1-1-10 0,3-4-3 15,1 1-1-15,0-4 0 0,2 1-6 16,1-3 4-16,1-1 0 0,4-4-9 0,0 0-31 16,0 0-10-16,-12-11-26 0,12-2-12 15,3-3-1-15,1-6 8 0,1-10-13 16,4-1 8-16,-1 2-2 0,2 0 11 0,-3 10-2 16,-1 1 19-16,-1 5 23 0,-3 1-4 15,3 3 8-15,-1 1-2 0,-3 4-4 0,1-2-2 16,0 3-7-16,-2 5 8 0,0 0 16 15,0 0 6-15,0 0 1 0,27 14-1 16,-18-4-5-16,0 2 2 0,3 2-6 16,0-1 2-16,-3 3-2 0,1-3 2 15,-3-3-2-15,3 2 2 0,-5-4-3 0,2 3 4 16,-2-5-4-16,-1 2 4 0,-2 0-8 16,-1-1 12-16,-1-7-5 0,4 6 29 0,-4-6 6 15,0 0-4-15,0 0-4 0,0 0-5 16,0-33 1-16,0 12 0 0,2-4 12 0,-2 1 29 15,2 5 34-15,-2-1 18 0,2 3 3 16,-2 5-8-16,0 3-18 0,0-1-15 16,0 2-12-16,0 8-9 0,0-9-1 0,0 9 8 15,0 0-7-15,0 0-6 16,0 0-2-16,0 0-8 0,0 0-8 0,-10 24-2 0,7-17-3 16,1 0-1-16,2-7-4 15,-4 14 1-15,2-8 4 0,2-6-6 0,-3 10-4 16,3-10-1-16,-5 9 8 0,5-9 42 15,-4 5 21-15,4-5 20 0,0 0 12 16,0 0-5-16,-3 7-4 0,3-7-12 0,0 0-17 16,0 0-10-16,0 0-14 0,0 0-10 15,0 0-5-15,15 7-14 0,-15-7-38 0,13 2-64 16,-7-2-88-16,-6 0-86 0,14 1-126 16,-14-1-148-16,9 3-227 0,-9-3-91 0,0 0 86 15,0 0-652-15,0 0-850 0</inkml:trace>
  <inkml:trace contextRef="#ctx0" brushRef="#br0" timeOffset="-87045.03">20417 6845 3499 0,'0'0'-141'0,"0"-9"39"0,-1 2 36 0,-6 4 26 0,3-3 33 0,-3 1 31 0,0 2 18 16,-5 1 15-16,-1 2 4 0,-7 4 16 0,-10 6 5 16,-4 5 8-16,-8 11 6 0,0 7 4 15,2 5 4-15,0 3-2 0,6 3-7 16,3 1-10-16,5-1-2 0,4 1-4 0,11-10 4 15,5 2 4-15,6-8 10 0,6 6 4 16,5-5 3-16,9-1-7 0,4-2-2 16,4-7-8-16,17 3-8 0,-2-8-5 0,0-5-5 15,0-6-4-15,3-1-5 0,0-6-1 16,0-4 4-16,5-7 9 0,-3-2 9 0,-9-5 15 16,2 0 7-16,-15 0 6 0,-1-3 6 15,0-12-9-15,-9 1 2 0,-4 0-17 0,-4-3-4 16,-5-4-8-16,-3 2-6 15,-7-2-19-15,2 1-3 0,-5 3-10 0,-2 4-3 16,-1 5-13-16,-4 6-6 0,-2 9-17 16,-2 4-18-16,-4 7-34 0,-3 1-42 0,-10 7-50 15,0 5-63-15,-3 2-71 0,7 2-83 16,2 6-95-16,5-4-118 0,5 4-147 16,4-3 74-16,13-2-498 0,1-3-610 0</inkml:trace>
  <inkml:trace contextRef="#ctx0" brushRef="#br0" timeOffset="-86680.78">20964 7244 3505 0,'-12'-2'156'0,"3"-1"3"0,9 3 23 0,-7-3 32 16,7 3 7-16,-7-7-24 0,7 7-23 0,20-8-18 16,5 4-14-16,16-2-14 0,28-1-11 15,9 5-15-15,10 0-10 0,3 2-12 0,26 2-23 16,-5 3-19-16,-2-1 1 0,-1 4-6 16,-1 0 0-16,-20-3-5 0,0 2-4 0,-6-2-3 15,-4-1-5-15,-11 1-4 0,-20-2-15 16,-2 1-9-16,-17-2-1 0,-6-1 3 15,-2-1 4-15,-7 2-1 0,1-2 2 16,-5 0-6-16,-9 0-1 0,14-2-2 0,-14 2-18 16,0 0-44-16,7-1-59 0,-7 1-86 15,0 0-90-15,0-9-103 0,0 9-145 0,0 0-92 16,-3-13 77-16,3 13-399 0,0-9-450 16</inkml:trace>
  <inkml:trace contextRef="#ctx0" brushRef="#br0" timeOffset="-86293.78">22719 7061 2626 0,'-13'-5'62'0,"0"1"17"0,-3 2 18 16,3 2 30-16,-4 4 29 0,-3-1 22 15,2 8 10-15,-11 7 7 0,4 4-6 0,0 2-4 16,5 3-15-16,2 4-12 0,6-1-17 15,1 0-15-15,8-1-9 0,4-2-11 16,9 6-10-16,4-1-5 0,11 3-9 0,3-5-10 16,6-2-4-16,1-10-9 0,-1-2-4 0,5-4-6 15,2-3-3-15,2-4-6 0,2-5-5 16,0-4-2-16,1-3 2 0,-4-3-4 0,-2-3 29 16,-4 1 23-16,-3-5 28 15,-5-4 11-15,-3-4 9 0,-4-4 3 0,-5-3-26 16,-5-6-6-16,-4-3-14 0,-3-14-5 15,-6 9-12-15,-6-8-14 0,-4 5-7 0,-6 5 0 16,-5 6-21-16,-2 11-2 0,-6 5-22 16,-1 7-26-16,-6 7-36 0,0 4-41 0,-4 6-57 15,0 4-73-15,3 6-81 0,-10 5-96 16,13 0-113-16,6 0-219 0,1 2 50 0,10 1 68 16,6-5-459-16,7-1-549 15</inkml:trace>
  <inkml:trace contextRef="#ctx0" brushRef="#br0" timeOffset="-85063.94">22670 7541 2707 0,'0'0'-84'0,"0"0"32"0,0 0 28 0,0 0 34 0,0 0 38 0,15-14 30 16,-15 14 29-16,0 0 8 0,0 0 18 16,1-7 8-16,-1 7 11 0,0 0 4 15,4-5 10-15,-4 5 5 0,5-7 5 0,-5 7 5 16,0 0 9-16,3-6 2 0,-3 6 0 16,0 0 3-16,0 0-2 0,4-10 9 0,-4 10-7 15,0 0-4-15,0 0-7 0,2-6-5 16,-2 6-17-16,0 0-6 0,0 0-12 0,0 0-14 15,0 0-16-15,0 0-11 16,4-8-10-16,-4 8-9 0,0 0-11 0,0 0-8 0,0 0-9 16,0 0-7-16,0 0-5 0,0 0 1 15,0 0-7-15,0 0-1 0,0 0-9 0,0 0 4 16,0 0-6-16,0 0-6 0,0 0-3 16,0 0 0-16,0 0-4 0,0 0 3 15,0 0-6-15,0 0-1 0,0 0-2 16,0 0 3-16,0 0-3 0,0 0-2 0,0 0-2 15,0 0 5-15,0 0-8 0,0 0-1 16,0 0 5-16,0 0-2 0,0 0 1 0,0 0-3 16,0 0 0-16,0 0 8 0,0 0-4 15,0 0 3-15,0 0-10 0,0 0 4 16,0 0-1-16,0 0-1 0,0 0-4 0,0 0 7 16,0 0 5-16,0 0 12 0,-36 24 14 15,5-7 10-15,-9 7 25 0,-8 0 10 0,-5 3 9 16,-5 2-7-16,-2 0-40 15,-1 2-40-15,-15 6 0 0,15-8 0 0,4 0 0 16,-1 0 0-16,7-3 0 0,3-1 0 16,6-2 0-16,10-5 0 0,1-2 0 0,4-3 0 15,11-2 0-15,0-3 0 0,5-1 0 16,0-1 0-16,2 0 0 0,0-2 0 0,6 0 0 16,3-4 0-16,-14 6 0 0,8-4 0 15,6-2 0-15,-7 4 0 0,7-4 0 0,-8 3 0 16,8-3 0-16,-5 4 0 15,5-4 0-15,0 0 0 0,-10 4 0 0,10-4 0 0,0 0 0 16,0 0 0-16,-10 0 0 16,10 0-330-16,0 0-369 0,0 0-187 0,0 0 21 15,-15-6 91-15,15 6-803 0,-8-5-1019 16</inkml:trace>
  <inkml:trace contextRef="#ctx0" brushRef="#br0" timeOffset="-84631.16">21452 7841 4505 0,'-5'-3'-107'0,"-2"-3"23"0,7 6 29 0,-15-5 44 0,8 3 38 0,7 2 29 0,-23 2 15 15,5 3 12-15,2 6 16 0,-11 6 12 0,0 5 13 16,2 4 2-16,-3 9 8 0,1 2 4 16,5 3-9-16,2 1-4 0,6-6 1 15,5 0-11-15,4-1-8 0,3-7-6 0,5-1-4 16,5 5 2-16,6-2 2 0,4-4-7 16,7-2-7-16,6-4 1 0,5-6-13 15,4-2-6-15,2-6-7 0,-1-3-5 0,6-5-7 16,-8-3-3-16,6-4 1 0,-8-3-3 15,-2-3-12-15,-5-5 2 0,-1 0-10 16,-4-4 9-16,-7-5-2 0,-2-4-4 0,-9-2 3 16,4-1-13-16,-11-2-1 0,-9-1-6 15,-2 2-3-15,-7-3-15 0,-2 12-15 0,-3 3-23 16,-6 5-32-16,-5 6-40 0,-2 3-45 16,-3 3-71-16,0 5-93 0,-3 4-96 0,1 4-119 15,-2 2-213-15,5 1 68 0,1 0 74 16,5 0-479-16,1-1-561 0</inkml:trace>
  <inkml:trace contextRef="#ctx0" brushRef="#br0" timeOffset="-84097.87">20477 7503 3170 0,'-3'-7'64'0,"1"1"27"0,2 6 20 0,-6-12 30 0,6 8 27 0,0 4 22 0,-1-9-1 16,1 9-14-16,0-7-23 0,0 7-14 15,0 0-10-15,0 0 16 0,0 0 3 0,17 20-3 16,-6-3-4-16,9 8-1 0,0 5-7 16,9 9-10-16,6 4-9 0,1-1-13 15,2 2-10-15,-1-4-3 0,4 4-5 16,-3-8-11-16,-4-2-9 0,-3-4-6 0,-6-7-4 0,-5-3-7 15,-4-4 0-15,-5-5 2 16,-3-1-7-16,-1-2-7 0,1-1 33 0,-3-1 17 16,3-2 16-16,-4 2 10 0,-4-6 6 15,10 7-1-15,-10-7-9 0,5 4-5 0,-5-4-9 16,8 5-8-16,-8-5-10 0,0 0-7 16,6 7-6-16,-6-7-10 0,0 0-9 0,0 0-22 15,7 6-23-15,-7-6-58 0,0 0-76 16,0 0-93-16,0 0-115 0,0 0-113 0,0 0-125 15,0 0-197-15,0 0 15 0,0 0 86 16,0 0-623-16,0 0-761 0</inkml:trace>
  <inkml:trace contextRef="#ctx0" brushRef="#br0" timeOffset="-82430.76">19453 7021 3304 0,'0'0'-110'0,"2"-12"42"0,0 7 25 0,-2 5 35 0,0-8 32 0,0 8 21 16,0-9 1-16,0 9-4 0,0 0-5 15,0 0 11-15,0 0 24 0,-16 17 0 16,1 7 2-16,-1 4 18 0,0 2 6 0,-4-1 8 15,4 2-1-15,-2-2-7 0,2 3-12 16,-2-7-5-16,2 1-7 0,5-6-3 0,4-2-10 16,0-6-12-16,0-2 12 0,1 0 15 15,5-3 21-15,-5-2 18 0,4 2 16 0,0-4 19 16,2-3-3-16,0 0-16 0,0 0-14 16,0 0-15-16,0 0-6 0,13-23-6 15,-2 4-15-15,1-7-8 0,1-2-5 0,7-1-8 16,-5-4-5-16,2 2-8 0,1-2-1 15,-4 4-3-15,0 1-4 0,-3 7-1 16,-3 6-4-16,-3 1 3 0,2 4 4 16,-4 2-4-16,1-1-3 0,0 0-3 0,-2 3-8 15,0 2-3-15,-2 4-5 0,0 0 3 16,0 0-5-16,0 0 2 0,0 0 0 0,15 12 3 16,-7-5-5-16,-3 5 5 0,4 2-4 15,2 1 2-15,2 0 1 0,0 1 3 0,-2-1-3 16,2 1-1-16,9 4 0 0,-7-5-2 15,0-2 8-15,-3-3-9 0,-1-2 2 0,-3 2 0 16,1-5 10-16,-3 3 24 16,0-4 37-16,-6-4 5 0,5 6 15 0,-5-6 11 0,0 7 0 15,0-7-12-15,-11 7-8 16,-1-4-8-16,-2 1-4 0,-8-2-11 0,-3 0-6 16,0 2-8-16,1-2-3 0,-1 0-8 15,0-4-3-15,4 2-2 0,1 0-2 0,1 0-5 16,4 0-3-16,-3-2-4 0,4 2 0 15,14 0-8-15,-18 0 0 0,10 0-5 0,8 0-20 16,-15-1-29-16,15 1-45 0,-11-3-60 16,11 3-73-16,0 0-91 0,0 0-126 15,0 0-129-15,0 0-177 0,0 0-68 0,0 0 95 16,41 8-670-16,-12-5-834 0</inkml:trace>
  <inkml:trace contextRef="#ctx0" brushRef="#br0" timeOffset="-81380.66">23645 6745 3606 0,'10'-2'-48'0,"-10"2"5"0,12 9 22 0,-9 0 50 0,-3 1 40 0,0 4 28 15,0 4 16-15,-2 7 13 0,-1 8-7 0,-4 2-10 16,4-2-12-16,-5 0-6 0,5-6-8 16,-1-7-8-16,2-2-7 0,-2-2-7 0,1-2-4 15,3-1-5-15,-1-2-2 0,1-2-3 16,-2-2-1-16,2-1-3 0,0-6-6 0,0 0-2 15,0 0-9-15,0 0-7 16,0 0-15-16,0 0-18 0,0 0-16 0,-11-22-18 16,9 11-2-16,-2-7-21 0,4-2-21 15,0-4-2-15,2 0-2 0,0 0 10 0,2 0 10 16,-1 3 8-16,1 4 1 0,-2 1 8 16,1 4 7-16,0 3 6 0,3-3 5 0,-2 6 12 15,-1 0 11-15,5 3 10 0,0 1 3 16,-8 2 4-16,18 2 5 0,-7 1 12 15,3 5 9-15,-3 0 3 0,3 0 11 0,-3 5 5 16,1 1 24-16,-2 0 11 0,-3 1 4 16,-1 4 7-16,-5-2 6 0,1 3 4 15,-2-2-4-15,0 2-7 0,0 0 0 16,-2-4 4-16,1 1 5 0,-1 0-6 0,0-5-2 16,4 3-3-16,-2-1 2 0,0 3 6 15,3 1 3-15,-3-1 1 0,4-1 12 0,1 1-1 16,-3 1 14-16,-1-3 17 0,-1-1 7 15,0 2 2-15,0-3 13 0,-3 3 13 0,-6-1 10 16,-2 2 6-16,-2-5-11 0,-13 7-15 16,-3-3-15-16,-3-3-14 0,-5-1-15 0,1-3-12 15,-2-1-70-15,2-4-40 0,3 0 0 16,7-4 0-16,-1 0-67 0,2-6-193 0,0 1-122 16,3-2-137-16,2-3-127 15,-6-4-205-15,11 2 66 0,1 4 82 0,3-1-650 16,2 2-808-16</inkml:trace>
  <inkml:trace contextRef="#ctx0" brushRef="#br0" timeOffset="-76832.81">27368 6781 3677 0,'0'-10'-51'0,"0"10"24"0,-7-10 10 0,2 6 19 0,5 4 32 15,-15-1 45-15,15 1 42 0,-33 13 19 0,5 4 11 16,-6 9 2-16,-2 5-9 0,6 4-8 16,-1 0 2-16,9 2 2 0,7-5 2 15,2 0-5-15,9 1 6 0,1-6-1 0,8-4 0 16,2-3 5-16,10 8-1 0,6-6-13 15,6-3-11-15,3-3-11 0,9-7-11 0,-2 0-9 16,3-8-2-16,0-1-12 16,-4-4-4-16,0-3-10 0,-4-3-3 0,-1-6-3 15,-7 1-7-15,-1-2 5 0,-5-6-3 16,-5-3-6-16,-6 0-9 0,-5-2-1 0,-2 2-10 0,-2-1-1 16,-3-7-6-16,-4 1-3 15,-2 2-10-15,-2 3-5 0,-9 4-9 0,6 10-28 16,-6 2-34-16,1 2-41 0,-3 5-49 15,0 5-82-15,-1 2-94 0,-2 1-101 0,2 4-137 16,3 2-184-16,1-3 67 0,4 1 84 16,6 0-459-16,6-1-538 0</inkml:trace>
  <inkml:trace contextRef="#ctx0" brushRef="#br0" timeOffset="-76515.9">27727 7018 3280 0,'0'0'152'16,"-29"-9"13"-16,29 9 26 0,-7-3 28 0,7 3 17 16,-7-4-5-16,7 4-11 0,0 0-17 15,0 0-11-15,28-6-18 0,16 4-21 0,18 0-13 16,13 1-15-16,9 1-15 0,32 1-8 16,9 1-10-16,4 1-13 0,6 4-7 0,2-2-10 15,2 2-6-15,-3 2-5 0,-5 1-10 16,-9 0-8-16,-9-1-4 0,-26-2-13 0,-11 0-7 15,-7-1-13-15,-23 1-3 0,-7-3-5 16,-8-1 3-16,-8 0 1 0,-5 1 0 16,-6 0 4-16,2-4-4 0,-4 1 0 15,-5 2 4-15,-5-3-3 0,7 3 3 0,-7-3-3 16,7 2-38-16,-7-2-58 0,0 0-87 16,6 6-100-16,-6-6-97 0,0 0-108 0,0 0-160 15,-2 8-14-15,2-8 79 0,0 0-403 16,0 0-469-16</inkml:trace>
  <inkml:trace contextRef="#ctx0" brushRef="#br0" timeOffset="-76149.24">29852 6900 2877 0,'-8'-8'88'0,"1"2"13"15,0 2 10-15,7 4 18 0,-16-4 31 0,16 4 32 16,-21 6 23-16,6 0 5 0,-8 11 2 15,1 5-7-15,0 3-15 0,3 5-2 0,2 2 2 16,3 1-16-16,3 1-16 0,6 3-16 16,2-2-16-16,8-2-6 0,6-1-15 0,5-3-5 15,2-1-10-15,5-3-13 0,6-4-8 16,3-4-4-16,2-3-1 0,6-6-16 16,2-2-4-16,4-4-4 0,0-4-5 0,-1-2 3 15,-2-4 32-15,-4-3 26 0,-4-1 26 16,-3-5 10-16,-3-2-1 0,-5-3-10 15,-4-4-12-15,-4-4-10 0,-6-5-16 16,0-3-10-16,-8 0-7 0,-2 1-10 0,-8 3-14 16,-2 1-12-16,-6 6-32 0,-8 3-47 15,-10 5-61-15,-5 5-70 0,-6 7-72 0,-3 3-95 16,-13 8-106-16,-3 7-111 0,1 5-128 16,0 7-118-16,6 3 80 0,6 1-669 0,5 0-842 15</inkml:trace>
  <inkml:trace contextRef="#ctx0" brushRef="#br0" timeOffset="-75831.68">29762 7582 4041 0,'5'-19'128'0,"-2"4"46"16,1 5 48-16,0-1 58 0,-2 3 58 15,1 0 23-15,-3 1-18 0,0 7-31 0,6-8-39 16,-6 8-25-16,0 0-17 0,0 0-13 16,10 19-19-16,-6 2-13 0,-2 4-23 0,-2 11-18 15,-2 4-12-15,-2 0-16 16,0 1-38-16,-2-2-79 0,0-1 0 0,-1-1 0 0,0-2 0 16,3-8 0-16,-3-5 0 15,2-1 0-15,-1-1 0 0,3-3 0 0,-1-5 0 16,0 1 0-16,1-5 0 0,2 0 0 15,-3-3 0-15,4-5 0 0,-2 8-187 0,2-8-276 16,0 0-112-16,0 0-121 0,0 0-156 16,0 0 75-16,0 0 74 0,0 0-636 0,-5-21-796 15</inkml:trace>
  <inkml:trace contextRef="#ctx0" brushRef="#br0" timeOffset="-75516.47">29658 7882 3788 0,'-11'-3'87'16,"-3"-1"12"-16,3 4 17 0,11 0 43 0,-25 6 45 16,9 0 35-16,-1 4 16 0,-6 9 5 15,2 2-12-15,3 3-20 0,0 4-20 0,1-2-19 16,5 3-21-16,7-6-8 0,-1-2-20 16,5-1-10-16,2-3-12 0,3 1-10 0,3 0-4 15,4 0 1-15,2-5-1 0,4-1-2 16,3-2-1-16,4-6-15 0,0 0-8 0,7-4-2 15,-4 0-9-15,0-2-3 0,-1-3 17 16,-2 0 9-16,7-6 2 0,-3-2 1 16,-8-1-49-16,-1-5-44 0,-2-3 0 15,-5 1 0-15,-5 1 0 0,-1-1 0 0,-4 4 0 16,-4-3 0-16,-4 3 0 0,-9-5 0 16,-8 3-64-16,-7 5-268 0,-9 1-132 0,-12 1-147 15,-6 4-183-15,-2 2-37 0,-8 4 85 16,-6 2-733-16,-2 4-927 0</inkml:trace>
  <inkml:trace contextRef="#ctx0" brushRef="#br0" timeOffset="-74898.19">27502 7879 4360 0,'-5'-11'33'0,"-2"10"9"0,-4-1 35 0,11 2 43 0,-25 5 46 0,5 0 13 0,1 5 7 0,-8 9-2 16,2-2-16-16,3 2-8 0,2 5-3 16,7 1-3-16,3-5-1 0,7-1 2 15,3-3-9-15,1 1-8 0,5-3-13 16,0 1-8-16,7-2-9 0,5 1-9 0,8 0-10 16,2-4-8-16,1-3-7 0,-2-5-12 15,1-1-7-15,-3-1 4 0,2-5-10 16,-2 2-4-16,-3-2 0 0,0-2-5 0,-10 0-6 15,-1-3-11-15,-4-2 5 0,-3 0-2 16,-4 0-7-16,-4-5-3 0,0 0-11 0,-3-3-13 16,-7-5-22-16,-1 6-25 0,3 1-29 15,-1 5-29-15,-1 1-44 0,-6 3-51 0,3 6-67 16,-4 1-89-16,2 2-98 0,-6 4-126 16,2 0-170-16,3 0 60 0,2 1 76 15,9 0-519-15,3-1-609 0</inkml:trace>
  <inkml:trace contextRef="#ctx0" brushRef="#br0" timeOffset="-74564.95">28141 8003 3438 0,'0'0'184'16,"0"0"10"-16,0 0 17 0,-27-12 38 0,27 12 43 15,-13-5 34-15,13 5-6 16,-14-3-29-16,14 3-31 0,-7-3-27 0,7 3-21 15,0 0-25-15,0 0-12 0,0 0-13 16,0 0-14-16,0 0-18 0,66 2-24 0,-14-1-37 16,20-1-8-16,12 3-17 0,33-3-8 15,10 4 0-15,2-1-7 0,5 4-6 0,-8-1-5 16,-10-1-6-16,1 4-2 0,-30-9-1 16,-11 2 1-16,-5-2-1 0,-22 4 4 15,-7-4 1-15,-11 0-2 0,-7-2 8 0,-2 2 6 16,-8 2 7-16,-1-4-9 0,-2 0-2 15,-11 2-4-15,11-4-8 0,-11 4-27 0,4-5-42 16,-4 5-58-16,0 0-80 16,0 0-96-16,0 0-117 0,0 0-128 0,0 0-187 15,-44 2-44-15,26-2 81 0,-2 3-626 16,-9-1-771-16</inkml:trace>
  <inkml:trace contextRef="#ctx0" brushRef="#br0" timeOffset="-74132.66">27583 7229 3665 0,'2'-18'-4'0,"-2"3"38"0,0 0 39 16,0 3 51-16,0 2 36 0,0 0 29 0,-2 2 0 0,2 3-19 0,2-2-22 0,-2 7-15 15,0 0-12-15,0 0-7 16,-12 20-8-16,1 9-5 0,-1 4-11 0,-3 14-6 16,-5 3-9-16,2 8-6 0,-2-2-7 15,2-3-5-15,-1-1-5 0,1 0-13 0,3-6-37 16,3-10-50-16,3 0-66 0,-4-4-83 16,1 0-81-16,3-5-73 0,-2-7-90 0,4-3-134 15,4-3-47-15,-1-3 69 16,2-3-357-16,2-1-390 0</inkml:trace>
  <inkml:trace contextRef="#ctx0" brushRef="#br0" timeOffset="-73598.38">27899 7832 2392 0,'-13'-1'56'0,"1"1"31"0,1-2 10 0,11 2 24 0,-16-4 38 0,10 0 36 15,6 4 0-15,-1-7-22 0,1 7-18 16,15-16-20-16,14 2-12 0,16-9-13 0,11 4-15 15,10-5-11-15,26-8-24 0,6-2-29 16,13-4-12-16,9 3-3 0,8 2-1 16,6 0-2-16,-1 6-2 0,-6 2 1 0,-10 2-2 15,-10 2 3-15,-31 7-2 0,-13 2 16 16,-8 0 11-16,-17 7 25 0,-4-3 17 0,-13-1 6 16,1 6 5-16,-9-1-7 0,-4 1-5 15,-1 1-11-15,-8 2-9 0,7-2-8 0,-7 2-23 16,0 0-44-16,0 0-63 0,0 0-79 15,0 0-95-15,0 0-106 0,0 0-142 16,-36 9-108-16,23-5 53 0,-2 0-332 16,-5 0-371-16</inkml:trace>
  <inkml:trace contextRef="#ctx0" brushRef="#br0" timeOffset="-72750.99">27798 7184 2515 0,'-4'-6'14'0,"4"-1"18"0,0 7 30 0,-4-10 38 0,4 10 27 0,-2-12 22 16,2 8 3-16,0 4-7 0,-2-9-10 0,2 9-13 16,0-4-13-16,0 4-11 0,0 0-9 15,0 0-12-15,0 0 2 0,0 0 7 0,0 0-1 16,37 17 3-16,-11-1 2 0,4 5 1 15,15 3-1-15,5 4 0 0,2 2-2 16,7 1-7-16,14 7-7 0,5-1-10 0,2-4-2 16,0 5-9-16,-4-5-5 0,-16-4-5 15,-1-4-5-15,-4-1-3 0,1-1-5 16,-7-3 1-16,-3 1-6 0,-12-6-1 16,0 0-5-16,-5-1-4 0,-1 0 2 0,-7-3-4 15,-2-1 1-15,1-2-5 0,-6 3 4 16,6-3-1-16,-6 1-2 0,4 1-2 0,-1-2-2 15,-2 4 4-15,3-4 0 0,0 0 0 16,0 1-2-16,0 1 7 0,0-2 9 0,1 3 1 16,-2-3 2-16,-3-2-1 0,2 5 1 15,-2-5 3-15,-3 2 11 0,0-3 5 16,0 2 21-16,-2-2 4 0,0 2 10 0,1-2 6 16,0-2 4-16,-3 3 6 0,0-3 5 15,5 2-3-15,-2 1-1 0,-1-1-7 16,1-2 2-16,1 2-10 0,-4 0-3 0,5 2-8 15,-4-3 8-15,1 2 4 0,-1-4-2 16,-8-2-3-16,13 7-1 0,-7-5-5 0,-6-2-2 16,12 4-8-16,-12-4 0 0,5 2-4 15,-5-2-4-15,0 0-5 0,8 6-6 0,-8-6-6 16,0 0-17-16,0 0-29 0,0 0-52 16,5 4-72-16,-5-4-103 0,0 0-132 15,0 0-149-15,0 0-159 0,0 0-145 16,0 0 75-16,-41-6-734 0,27 6-928 0</inkml:trace>
  <inkml:trace contextRef="#ctx0" brushRef="#br0" timeOffset="-64785.27">14327 7227 2923 0,'-25'11'20'0,"-2"4"5"0,-6 7-6 0,-1 6 16 0,0 4 36 0,5-1 10 16,4-2 2-16,7 0-11 0,0 0-3 0,7 0 2 15,7-4-4-15,2-3-2 0,7-2-3 16,2-1-6-16,11 5-2 0,5-5-4 16,12-3-3-16,2-4-7 0,4-6-1 0,4-2-9 15,5-6 1-15,9-2-3 0,-3-6-8 16,1-3 3-16,-6-1-5 0,-1-3 4 16,-14 0 0-16,-6-1 28 0,-3 0 31 0,-6-5 23 15,-9 5 11-15,-7-2-8 0,-5 2-6 16,-4-7-8-16,-9-4-10 0,-4-3-12 15,-10-6-11-15,-3 4 0 0,-3 3-8 0,1 2-7 16,3 9-8-16,1 4-4 0,-3 5-9 16,4 7-17-16,5 6-35 0,-3 0-51 0,-7 9-66 15,3 5-84-15,4 1-87 0,2 1-120 16,9 0-186-16,6-7 40 0,3 0 66 16,5-2-271-16,7-1-275 0</inkml:trace>
  <inkml:trace contextRef="#ctx0" brushRef="#br0" timeOffset="-64466.28">15085 7449 2321 0,'-19'0'216'15,"0"-4"12"-15,3 1 7 0,7 1 17 0,0 0 11 16,2-1 9-16,7 3 1 0,-11-3-18 15,11 3-14-15,0 0-13 0,24-10-17 0,12 3-20 16,24 1-23-16,14-3-11 16,12 2-18-16,29-3-13 0,1 1-11 0,-3 3-35 15,-24 0-14-15,-2 4-9 0,-3-4-3 16,-1 4-10-16,-9-3-16 0,-10 1-17 0,-14 3-11 16,-10-1-7-16,-10 1-5 0,-5-1 1 15,-5 2-1-15,-5-2-6 0,-3 2-10 0,-1 0-23 16,-11 0-42-16,15-2-63 0,-15 2-86 15,0 0-92-15,0 0-111 0,0 0-150 16,0 0-58-16,0 0 56 0,0 0-416 0,0 0-487 16</inkml:trace>
  <inkml:trace contextRef="#ctx0" brushRef="#br0" timeOffset="-64099.15">16466 7157 3053 0,'-15'-5'102'0,"1"2"6"0,2 6 14 0,-3 0 29 16,-3 5 24-16,1 4 15 0,-9 8 7 15,3 4-3-15,1-1-10 0,3 5-13 0,2 1-17 16,8 0-14-16,7-3-9 16,2-2-9-16,4-2-14 0,7 6-5 0,9-4-11 15,6-2-13-15,2-4-2 0,5-3-19 0,3-3-13 16,0-6-6-16,4-2-11 0,-8-6-7 15,9 0 0-15,1-4-4 0,-6-5 1 16,-2 1 0-16,-4-4 7 0,1-1 6 0,-6-1 13 16,-6-2 14-16,-6-2 18 0,-3 2 7 15,-4-5-1-15,-4 1-14 0,-4-14-5 0,-4-1 1 16,-4 2-15-16,-3-2 1 0,-3 5-15 16,-9-5-9-16,5 11-10 0,-5 5-19 0,-2 7-35 15,1 7-50-15,-1 5-56 0,-2 4-84 16,-9 6-95-16,-7 11-86 0,3 6-122 0,-2 5-185 15,3 2 52-15,5 3 80 0,6-1-423 16,13-4-482-16</inkml:trace>
  <inkml:trace contextRef="#ctx0" brushRef="#br0" timeOffset="-63801.61">16584 7597 3162 0,'0'-8'212'0,"0"2"19"0,0 6 9 16,-1-9 3-16,1 9 5 0,-2-7-10 0,2 7-19 15,0 0 11-15,0 0 19 16,0 0-12-16,-8 35-23 0,6-12-27 0,1 1-18 0,-5 10-29 16,2 1-9-16,2-1-13 15,-6 0-13-15,6-1-8 0,-1-6-10 0,3-6-12 16,-4-3-5-16,2-1-9 0,0-4-5 15,2-1-2-15,-2-2-17 0,2 2 10 0,0-4-8 16,0-1-3-16,0-7-11 0,0 10-18 16,-1-4-47-16,1-6-60 0,1 6-71 0,-1-6-96 15,0 0-106-15,0 0-109 0,0 0-138 16,0 0-129-16,0 0 71 0,-8 5-609 0,8-5-746 16</inkml:trace>
  <inkml:trace contextRef="#ctx0" brushRef="#br0" timeOffset="-63417.3">16401 7968 3603 0,'0'0'73'16,"-18"-2"23"-16,18 2 12 0,-19 6 37 15,9 0 30-15,-5 5 25 0,2 0 11 0,-7 11-2 16,4 1-12-16,-2 3-14 0,5-2-21 15,7 0-17-15,0-5-11 0,2-3-16 0,4 3-10 16,0 0-9-16,4-1-12 16,4-3 1-16,2 0-10 0,1-1-3 0,6-4-12 15,4 0-3-15,2-8-1 0,-6 0-7 16,8-4-5-16,13-2-1 0,0-6-11 0,0 1-4 16,-4-4 0-16,-1-1 0 0,-5 2 10 15,1-8 17-15,-8 3 11 0,-3 0 5 0,-7 1 0 16,-4-3-2-16,-1 1 4 0,-4-1-8 15,-2-2-10-15,-2-1-10 0,-8 1-2 0,1 4-13 16,0 1-11-16,-7 3-20 0,-3 3-47 16,-5 4-41-16,-1 4-60 0,-6 2-64 15,-7 1-94-15,0 6-98 0,-2 2-101 16,0 0-141-16,1 2-101 0,1 5 80 0,2-1-607 16,6 1-732-16</inkml:trace>
  <inkml:trace contextRef="#ctx0" brushRef="#br0" timeOffset="-62650.56">14555 8211 3412 0,'-8'-5'-58'0,"8"5"29"0,-7-5 25 0,7 5 35 0,-9-2 25 0,9 2 27 0,0 0 18 0,-22 7 28 0,11 5 16 16,1 5 14-16,-5 10 1 0,2 8 0 16,0 0-13-16,2 2-5 0,2 2-5 15,6-1-3-15,3-7-1 0,1-4-5 0,5 6 0 16,6-4 5-16,6-3-9 0,2-5-2 16,7-4-12-16,3-3-3 0,4-8-13 0,2-2-9 15,5-6-2-15,-3-3-9 16,0-4-8-16,-4-6-11 0,-4-1 1 0,-1-2-5 15,-6-3-5-15,-2 0-4 0,-10 2-5 16,-3 1-5-16,-5-3-5 0,-1 2-6 0,-4-3-12 16,-5-1-15-16,-4-4-14 0,-5 2-19 15,0 2-23-15,-2 5-28 0,3 7-38 0,-6 3-39 16,2 1-50-16,0 4-56 0,4 3-49 16,-7 3-66-16,4 0-72 0,-3 3-135 0,1 2-26 15,5 1 60-15,2-1-364 0,5-3-405 16</inkml:trace>
  <inkml:trace contextRef="#ctx0" brushRef="#br0" timeOffset="-62285.88">15226 8335 2499 0,'0'0'68'16,"0"0"24"-16,0 0 4 0,-25 9 20 15,25-9 31-15,0 0 23 0,0 0 21 0,-15 0-6 16,15 0-12-16,0 0-14 16,0 0-17-16,0 0-8 0,0 0-14 0,0 0-8 0,0 0-10 15,50-6-10-15,-9 3-7 16,16-4-14-16,6 0-7 0,8 1-21 0,0-6-22 0,2 4-26 16,1 2-22-16,-2-3-14 15,-4 1-18-15,-7 0-4 0,-15 4 11 0,-4 0 9 16,-14-1 23-16,-5 3 22 0,-5 0 22 15,-3 0 24-15,-2 2 13 0,-1-2 8 0,-3 2-6 16,-9 0-1-16,14-3-9 0,-14 3-5 16,0 0-8-16,0 0-17 0,0 0-35 0,0 0-56 15,0 0-80-15,0 0-93 0,0 0-112 16,0 0-149-16,0 0-98 0,0 0 61 0,-23 11-346 16,23-11-368-16</inkml:trace>
  <inkml:trace contextRef="#ctx0" brushRef="#br0" timeOffset="-61851.7">14780 7810 2472 0,'-2'-12'37'0,"0"0"27"0,2 1 16 0,-1 1 30 0,-3 2 41 0,2 0 35 16,-1-3 21-16,1 5 13 0,1-2 3 16,-1 2-15-16,0-1-22 0,2 7-17 0,-4-8-26 15,4 8-11-15,0 0-12 16,0 0-14-16,-11 29-9 0,7-12-7 0,3 8-12 0,-4 13-7 16,1 0-4-16,2 4-10 15,1 1-5-15,1-1-3 0,0-4-13 0,0 2-32 16,1-5-51-16,-2-6-81 0,2-4-103 15,-1-4-93-15,0 0-121 0,-1-3-171 0,1 0 25 16,-2-3 63-16,0-1-324 0,2-4-337 16</inkml:trace>
  <inkml:trace contextRef="#ctx0" brushRef="#br0" timeOffset="-60235.47">13538 7203 2264 0,'5'-7'19'0,"-3"1"33"0,3 2 22 0,-5 4 34 0,2-8 43 0,-2 8 28 15,0 0-2-15,0-5-11 0,0 5-19 0,0 0-12 16,0 0 11-16,-11 17-1 0,-2 10-9 16,-1 2 3-16,0 3 7 0,-9 13-7 0,1-2-8 15,2-2-8-15,1 1-5 0,1 1-6 16,3-11-10-16,1-3-7 0,5-7-7 0,2-3-10 15,-1-3-4-15,5-5-9 0,-2 0-4 16,1 0 0-16,3-5 14 0,-1 1 11 16,-2-3 7-16,4-4-6 0,0 0-11 15,0 0-6-15,0 0-7 0,11-25-9 16,-3 4-7-16,5-10-6 0,3-4-3 0,2-9-3 16,0-2-8-16,1 0-6 0,-2-4-5 15,3 6-1-15,-8 9 2 0,1 2-5 0,-1 7 1 16,-1 5 1-16,-5 4 0 0,0 4-8 15,-4 1 0-15,2 4-5 0,0 1-7 0,-2 4 4 16,-2 3 3-16,0 0 7 16,0 0 2-16,17 20-1 0,-9-5 0 0,1 2 3 0,5 7-3 15,2 3 0-15,5-1 3 0,0-1-4 16,2 1 3-16,2 0-6 0,-2-4-2 16,2-3 5-16,-7-6 0 0,-2-1 2 15,-5-3-1-15,0-1 3 0,-1 0 12 0,-2-3 39 16,-5-1 52-16,-3-4-5 0,0 0-10 15,0 6-6-15,0-6-16 0,-18 2-5 0,0-1-15 16,-5 2-6-16,-2-3-2 0,-3 3-7 16,-12 0-7-16,4 1-4 0,4-2 1 0,7 0-7 15,-2 1 0-15,8 0-2 0,-2-2-7 16,7 1-4-16,1-2-8 0,1 2-17 16,1 0-30-16,2-2-33 0,9 0-45 0,-16 2-60 15,9 3-46-15,1 0-77 0,1-1-102 16,-1 3-121-16,5 2-192 0,1-2-18 15,1-1 78-15,1 4-558 0,7-3-678 16</inkml:trace>
  <inkml:trace contextRef="#ctx0" brushRef="#br0" timeOffset="-59535.31">17529 7774 3297 0,'3'-10'70'0,"-3"10"38"0,-4-11 8 0,-2 7 16 15,6 4 22-15,-9-7 26 0,2 3 14 0,-6 2 9 16,-1 4-2-16,-6 2-11 0,-5 3 0 16,-9 5 0-16,-6 11 4 0,1 0 14 0,-4 2 1 15,7 4 0-15,8 2-7 0,4-4-34 16,8 1-8-16,2 2-8 0,7-7 0 0,1-1-8 15,8-2-11-15,2-4-13 16,1 5-9-16,2-4-9 0,7-1-10 0,-3-3-10 16,5-2-6-16,-1-3-14 0,1-2-41 15,-2-2-50-15,0 0-59 0,1-4-79 0,1 2-89 16,-3-4-108-16,1 0-115 16,-3-1-120-16,-4 1-179 0,1-1 41 0,-8 3 75 0,10-4-584 15,-10 4-707-15</inkml:trace>
  <inkml:trace contextRef="#ctx0" brushRef="#br0" timeOffset="-57369.86">17181 6950 3182 0,'2'-6'-43'0,"-2"6"43"0,0-10 43 0,2 5 43 0,-2 5 43 15,-2-9 25-15,2 9 8 0,0 0-4 16,0-9-17-16,0 9-13 0,0 0 12 0,0 0 17 16,0 0-7-16,-4 27-15 0,1-9-8 15,-1-1-11-15,0 6-13 0,1-1-9 16,0 2-8-16,-3 0-10 0,3-2-6 16,-1-2-9-16,-2 1-10 0,5-4-35 0,-3-2-36 0,-1 2-47 15,1-7-79-15,3 0-84 16,-1-1-94-16,-4-3-116 0,3 0-151 0,3-6-12 15,-6 1 47-15,6-1-310 0,0 0-349 16</inkml:trace>
  <inkml:trace contextRef="#ctx0" brushRef="#br0" timeOffset="-56969.3">17210 6895 2387 0,'4'-11'43'0,"-3"2"21"15,1 2 8-15,4 0 22 0,0 3 25 0,2-4 20 16,1 4 2-16,0 0-8 15,3 2-12-15,-12 2-14 0,25 0-4 0,-14 4-9 0,7 2-9 16,-5 2-3-16,0 3-3 16,0 3-7-16,-3-1 11 0,-3 3 8 0,0 4 1 15,-6-2 4-15,1 1-1 0,-4 4-3 16,-8 7 3-16,3-2-5 0,-4 1 3 0,-5-4 21 16,9-6 6-16,-1-3 6 0,5-5 1 15,-4 1 6-15,3-4 0 0,3-2-6 0,-1 1-13 16,2-7-8-16,-4 10-10 0,4-2-5 15,0-8 3-15,4 10-8 0,-1-5-1 0,-1 1-7 16,5 2-10-16,-7-8-9 16,5 11 6-16,-3-2 6 0,0-2 3 0,0 2-2 15,-4 0 9-15,-2 0-4 0,1 2 4 16,-6-2-11-16,0 1-4 0,-6 4-12 0,0-2-3 16,-2-1-5-16,-10 3-7 0,4-4-2 15,2-3-14-15,-2 1-37 0,-1-4-66 16,1 0-74-16,3-2-87 0,2-2-103 0,0 0-97 15,1-2-117-15,4 0-166 0,0 2-5 16,13 0 87-16,-18-2-548 0,9 2-655 0</inkml:trace>
  <inkml:trace contextRef="#ctx0" brushRef="#br0" timeOffset="-54737.01">13890 8350 3116 0,'-1'-12'34'0,"1"6"46"0,0 6 34 0,-5-9 18 0,5 9 18 0,-2-8 16 15,2 8 11-15,-2-8-5 0,2 8-14 16,0 0-4-16,0 0 18 0,0 0-2 0,9 19-12 16,-8-3-11-16,5 3-14 0,-2 6-13 15,1 6-11-15,1 2-15 0,-3-6-5 0,2-5-14 16,1 1-4-16,-3 0-20 0,-1-7-30 16,2 3-33-16,0-4-41 0,-3-3-49 15,1 1-59-15,0-3-65 0,0-2-49 16,-2-1-72-16,0-7-105 0,0 5-141 0,0-5-1 0,0 0 62 15,0 0-324-15,0 0-340 16</inkml:trace>
  <inkml:trace contextRef="#ctx0" brushRef="#br0" timeOffset="-54486.08">13968 8289 2525 0,'0'-11'142'16,"-4"5"15"-16,4 6 21 0,0-12 18 0,-1 8 10 15,1 4 11-15,-2-7-10 0,2 7-13 16,5-9-11-16,-5 9-11 0,21-3-10 15,-8 5-2-15,9-1-2 0,8 12-2 0,2 4-13 16,8 4-13-16,-4 6-3 16,-7-5-10-16,-6 3 4 0,-4 0 3 0,-6 4 10 15,-3 2-6-15,-8-4-10 0,-5 7-11 16,-8 0-15-16,-3-3-13 0,-11 8-7 0,3-10-8 16,-1-2-7-16,-1-2-11 0,-2-2-28 15,-1-4-33-15,0-1-49 0,0-6-53 0,6-5-59 16,2-3-86-16,2-4-90 0,0-4-99 15,3-3-118-15,2-3-129 0,-1-4 61 0,6 2-502 16,2-3-607-16</inkml:trace>
  <inkml:trace contextRef="#ctx0" brushRef="#br0" timeOffset="-50321.6">10887 7316 3345 0,'-5'-8'14'0,"0"6"-4"0,5 2-2 0,-13 0 12 0,13 0 20 0,-19 14 17 0,4-1 8 16,-6 8 7-16,-1 4-2 0,6 2 4 0,-2-1-17 15,5 3-2-15,3-2-8 16,4-2 0-16,5-5-3 0,1 0-2 0,1-1-3 15,5 1-4-15,2-2-4 0,3-1-16 16,-1-1-38-16,3-5-45 0,0-1-60 0,-1 0-64 16,3-3-79-16,1-2-84 0,-3-1-161 15,3-1 8-15,-2-3-215 0,0-2-216 0</inkml:trace>
  <inkml:trace contextRef="#ctx0" brushRef="#br0" timeOffset="-49703.12">11224 7426 2020 0,'-2'-6'118'0,"2"6"16"16,-10-6-3-16,10 6 10 0,0 0 22 16,0 0 22-16,-28 8 7 0,18-1-11 0,1 4-14 15,-1 1-16-15,4 1-14 0,-1 3-14 16,3-2-8-16,4 2-8 0,0 0-10 0,4 0-4 16,5 1-7-16,3-3-10 0,-1-3-4 15,3 1-8-15,-1-5-6 0,5 0-2 0,-4-4-7 16,-1-1-4-16,1-2-2 0,-1 0-8 15,1-2-1-15,-3-4-2 0,1 1-1 0,-4-2 1 16,-1 1 0-16,-2-2-1 16,-5 0-2-16,2-1 0 0,-4 0-5 0,1-1 2 15,-3 0-1-15,-2 1-3 0,1 1 0 16,-2-1 3-16,4 1-7 0,-3 2 0 0,2 0-8 16,4 6 1-16,-7-4-4 0,7 4-1 15,0 0-1-15,0 0 3 0,0 0-5 16,0 0-2-16,0 0 3 0,0 0 5 0,0 0-4 15,0 0 5-15,0 0 2 16,25 14-1-16,-12-14 8 0,-13 0 0 0,29-8 10 16,-10 2 5-16,-1-5 16 0,2 3 11 0,-4-1 4 15,-2 0 15-15,-3 5 11 0,1-3 2 0,-4 4-3 16,-3 0-8-16,-5 3-2 0,11-8-13 16,-11 8-18-16,12-2 1 0,-12 2 18 15,0 0-21-15,13 10 4 0,-4-4-11 16,-2 0-2-16,0 2-3 0,5 1-7 0,0-1 2 15,-1 1 0-15,3-3 0 0,-2 0-9 16,1 2 7-16,3-4-1 0,-3-2-5 16,-1 1 1-16,1 0 2 0,1-3-10 0,-3 1-1 15,-11-1-7-15,19 6-1 0,-9-4 4 16,-10-2-4-16,12 2-2 0,-1 1 0 0,-11-3 4 16,14 3-4-16,-2 1-2 0,-12-4 1 15,17 2-1-15,-7 1-1 0,1-1 23 16,-11-2-8-16,23 0-32 0,-23 0-29 15,19 0-39-15,-19 0-48 0,19 0-68 0,-9 0-74 16,-10 0-86-16,15 0-88 0,-15 0-115 16,13 0-159-16,-13 0 63 0,9-2-530 0,-9 2-654 15</inkml:trace>
  <inkml:trace contextRef="#ctx0" brushRef="#br0" timeOffset="-22593.19">12451 9728 1413 0,'-23'-2'390'0,"5"2"-147"0,-2-2-56 0,5 0-37 0,3 0-9 15,1 2-2-15,11 0 4 0,-17-4-12 16,17 4-2-16,-17 0-10 0,17 0-14 16,0 0-13-16,-14-2 1 0,14 2-16 0,0 0-4 15,0 0-8-15,0 0-3 0,34 8-9 16,-9-4-6-16,22-4-2 0,12 8-7 16,3-4 1-16,7 1-7 0,1-1-3 15,5 0 1-15,4 2-8 0,5-2 3 0,2 2-4 16,4-4-6-16,0 1 0 0,-3 0-2 0,1-1 0 15,-4-2-6-15,-4 2 1 16,-7-4-2-16,-7 2 1 0,-15-2 1 0,-3 1 5 0,-5-1-2 16,-2-1-7-16,-10 1 7 15,-7 0-4-15,-3 0-3 0,-2 0 1 0,1 1 2 16,-4-2 0-16,0-1 3 0,1 2 1 16,-2-2-3-16,4 2 5 0,-4 0-3 0,6-1 0 15,0 1-3-15,19 0 1 0,2 0-3 16,5 0 5-16,5 2-9 0,13 2 6 0,4 2-5 15,3-2 0-15,6 1 5 0,-2 1-14 16,3 0 8-16,0 2 1 0,-2-6 1 16,-3 4 3-16,-1 0 3 0,-7-2-6 0,-15-2 1 15,-5 0-1-15,-10 0-3 0,-9 0 5 16,-4 0 3-16,-2-2-6 0,-4 0 11 16,3-1 8-16,-7 0 2 0,0 3 6 15,-1-2 1-15,-12 2-6 0,16-6-4 0,-6 4 1 16,-10 2-3-16,15-3 2 0,-5 2-4 15,0-2-6-15,-10 3 0 0,21-2-5 0,-8 0-20 16,2 2-11-16,6-2 2 0,7 2-6 16,15 0-10-16,4 2 4 0,7-2-1 0,10 2-24 15,-1 0 6-15,2-2-2 0,-2 0 13 16,-1 0 1-16,-10 0 4 0,13 0 5 0,-13-2 4 16,-3 0 5-16,-2-2 2 15,0 0 4-15,-8 2 12 0,-10 0-8 0,-6-2 5 0,-3 0 1 16,2 2 6-16,-5-1-3 0,2 1 3 15,-2-4-3-15,2 4 4 0,0 0-1 16,2 0 1-16,2 2 0 0,-2 0 1 16,6 0 4-16,-1 0-8 0,1 0 8 15,0 2-4-15,2 0 2 0,-5 0 1 0,1 0-1 16,-6-2 20-16,-1 2 14 0,-4 0 20 16,1-2 11-16,-5 0 19 0,-10 0 11 0,21 0 4 15,-15 2-6-15,-6-2-10 0,13 0-6 16,-13 0-8-16,0 0-11 0,18 0-42 0,-18 0-68 15,0 0-95-15,11 0-110 0,-11 0-168 16,0 0-205-16,0 0 54 0,0 0 57 0,0 0-252 16,0 0-258-16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54:58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4392 2555 2184 0,'0'0'437'0,"0"-11"-45"0,0 11-16 0,0 0-24 16,0 0-14-16,0 0-16 0,0-10-16 16,0 10-18-16,0 0 4 0,0 0-15 15,0 0-18-15,0 0-17 0,0 0-20 16,0 0-23-16,0 0-24 0,0 0-15 0,0 0-24 16,0 0-14-16,0 0-11 0,0 0-8 15,0 0-13-15,6 29-9 0,-4-14-7 0,1 3-6 16,-1 0-6-16,0 2-6 0,0-2 0 15,-2 2-7-15,2-3-8 0,-2 3-2 0,0-3-3 16,0-3 4-16,0-1-4 0,2 0-8 16,-2-3-2-16,0 0 2 0,-2-3 0 15,2-7-2-15,0 14-2 0,0-9-14 0,0-5-24 16,-2 8-73-16,2-8-111 16,0 0-89-16,0 0-97 0,-15 0-94 0,15 0-115 15,0 0-181-15,-15-12-32 0,9 7 91 16,2 0-596-16,1-2-769 0</inkml:trace>
  <inkml:trace contextRef="#ctx0" brushRef="#br0" timeOffset="483">4270 2319 3432 0,'-10'-8'-96'0,"-1"2"49"0,0 2 38 16,-1 3 26-16,1-1 19 0,-3 4 18 0,-1 3 7 16,-13 7 14-16,-1 5 18 0,-7 9 12 15,-2 6 18-15,-2 7 27 0,0 6 4 16,2 5 6-16,4 0 12 0,0 3 3 0,9-1 3 16,-2 2-12-16,7-1 2 0,8 1 1 15,1-2-15-15,9-9-11 0,2-3-15 0,11 2 1 16,5 5-8-16,9-6-7 15,4-2-12-15,5-8 4 0,8-3-22 0,4-4-4 16,6-7-7-16,2-9-3 0,7-3-8 0,-7-5-3 16,10-9-3-16,-1-2-9 0,3-7-4 15,-5-3 1-15,-2-4-8 0,-5-4-2 16,0-1 5-16,-4-7-1 0,-5-2 29 16,-1-4 28-16,-8-4 20 0,-5-3 18 0,-8-8-1 15,-5-3-9-15,-7-2-7 0,-9-4-12 16,-9 0-12-16,-8 3-10 0,-2 6-48 0,-5 2-34 15,-7 13 0-15,-5 3 0 0,-3 7 0 16,-5 10 0-16,4 11 0 0,-6 8 0 16,-1 8-38-16,-13 4-162 0,3 7-58 0,1 7-50 15,5 1-73-15,1 2-62 16,7 2-52-16,2 0-78 0,5 1-134 0,10-8-53 0,6 4 82 16,9-7-461-16,5 0-608 15</inkml:trace>
  <inkml:trace contextRef="#ctx0" brushRef="#br0" timeOffset="1249.01">5804 2491 3167 0,'-2'-12'66'0,"0"3"61"0,0 3 48 0,2 6 45 0,0-11 29 0,0 11 10 16,-3-6-12-16,3 6-23 16,0 0-28-16,0 0-26 0,0 0-24 0,0 0-8 0,0 0 1 15,-14 23-1-15,8-2-10 16,-7 8 21-16,1 4 8 0,1 2-4 0,-3-2-12 16,2 0-8-16,0 0-13 0,0-6-20 15,3-4-5-15,2-5-5 0,1-4-10 0,1-1-10 16,0-2-4-16,3-3-3 0,0-1 3 15,-1 0 21-15,3-7 12 0,-2 10 23 16,2-10-2-16,0 0-19 0,0 0-11 0,0 0-15 16,16-32-5-16,-3 5-12 0,1-8-11 15,9-9-5-15,2-3-34 0,0 1-8 0,0 5 0 16,-3 3 0-16,-4 11 0 16,-7 6 0-16,1 6 0 0,-5 2 0 0,-1 5 0 15,0 0 0-15,-2 3 0 0,-4 5 0 16,0 0 0-16,0 0 0 0,20 13 0 0,-12-1 0 15,-2 0 0-15,4 7 0 0,-3 0 0 16,0 1 0-16,5 6 0 0,-1-2 0 16,0-7 0-16,-4 3 0 0,2-3 0 0,-1-4 0 15,0 1 0-15,-1-4 0 0,-1-1 0 16,-1 0 0-16,-1-4 0 0,0 1 0 0,2 0 0 16,-6-6 0-16,4 10 0 15,-4-10 0-15,4 5 0 0,-4-5 0 0,0 0 0 16,0 6 0-16,0-6 0 0,0 0 0 0,-22 2 0 15,22-2 0-15,-32 0 0 0,16 0 0 16,-8 0 0-16,5 0 0 0,1-2 0 16,-4 4 0-16,3 0 0 0,0 2 0 0,0-3 0 15,1 4 0-15,2-1 0 0,0-1 0 16,-1 3 0-16,5-2 0 0,3 0 0 16,0 1-484-16,3-2-233 0,6-3-164 0,0 0-1 15,0 0 81-15,0 0-704 0,36-3-952 16</inkml:trace>
  <inkml:trace contextRef="#ctx0" brushRef="#br0" timeOffset="1735.37">6643 2284 4261 0,'0'-14'93'0,"-2"5"74"0,2 4 60 0,0 5 60 0,-2-12 12 0,2 12-7 15,-2-5-34-15,2 5-32 0,0 0-28 16,0 0 23-16,-1 20 11 0,-4 1-14 16,3 4-20-16,-2 14-12 0,2 2-8 15,-5 4-13-15,3-3-13 0,1 1-17 0,-3-2-9 0,2-3-54 16,-4-3-72-16,4-10 0 0,-1-4 0 16,3-4 0-16,-2-3 0 0,4-1 0 15,0-4 0-15,-1 0 0 0,1-3 0 16,0-6 0-16,0 12 0 0,0-12 0 0,0 0 0 15,0 0 0-15,0 0 0 0,0 0 0 16,0 0 0-16,9-29 0 0,-7 17 0 0,-4 0 0 16,-4-3 0-16,1 0 0 0,-6 3 0 15,0-2 0-15,-2 3 0 0,-6 3 0 0,-4 4 0 16,-2 2 0-16,0 4 0 0,-2 2 0 16,-7 4 0-16,5 3 0 0,1 3 0 15,6 3 0-15,2-2 0 0,7-3 0 0,1 3 0 16,3-3 0-16,4 2 0 15,-1 0 0-15,6-4 0 0,0 2 0 0,4-2 0 16,1 0 0-16,6 1 0 0,3-5 0 16,1 0 0-16,4 0 0 0,3-6 0 0,3 2 0 15,2-2 0-15,12-5 0 0,-1-2 0 16,0 0 0-16,0-1-28 0,-1-1-548 0,-7-3-91 16,3 0-129-16,-5 0-97 0,-8 4 94 15,0 1-708-15,-5 2-954 0</inkml:trace>
  <inkml:trace contextRef="#ctx0" brushRef="#br0" timeOffset="2048.33">6841 2573 3915 0,'0'0'-75'0,"1"-10"58"0,-1 10 42 0,0-8 42 0,0 8 38 16,0 0 37-16,12-8 27 0,-12 8 4 15,12-3-14-15,-12 3-1 0,13 0 13 0,-13 0 8 16,21 7 14-16,-11 1 24 0,-1 2 9 15,0 1 4-15,2 7 7 0,-4 1 1 0,-2 4 13 16,-1 1 5-16,-2 4-3 0,-2 8-8 16,0 2 5-16,-2 3 0 0,-2-4-76 0,-1 1-174 15,-1-1 0-15,-2-2 0 16,1-2 0-16,-3-2 0 0,5-9 0 0,-2-3 0 16,-2 0 0-16,4-1 0 0,-3-4 0 15,0-2 0-15,2-2 0 0,-3 0 0 16,0-6 0-16,-1-1 0 0,1-1 0 0,9-2-218 15,-25-12-427-15,10-2-117 0,1-10-157 16,8-10 80-16,5-5-796 0,2-8-1074 0</inkml:trace>
  <inkml:trace contextRef="#ctx0" brushRef="#br0" timeOffset="2202.1">6885 2389 4509 0,'-2'-18'77'0,"2"7"93"15,0-3 83-15,0 2 53 0,-2 3 19 0,2 1 4 16,0-2-20-16,0 10-33 15,0-15-29-15,0 8-29 0,0 7-32 0,0-9-68 16,0 9-88-16,2-9-117 0,-2 9-100 16,0 0-111-16,0 0-137 0,22 15-190 0,-12 1-222 15,-2 3 82-15,-1 12 86 0,3 1-488 16,3 2-632-16</inkml:trace>
  <inkml:trace contextRef="#ctx0" brushRef="#br0" timeOffset="2600.69">7401 2663 3244 0,'0'-9'210'0,"0"9"50"0,-1-12 40 0,1 12 29 15,-2-8 12-15,2 8-19 16,0 0-47-16,-4-7-30 0,4 7-24 0,0 0-20 16,0 0-8-16,0 0-18 0,0 0-17 15,17 29-10-15,-14-21 2 0,-1 3 4 0,2 3-6 16,-1-2 6-16,-3-1-7 0,-3 3-2 15,-1 1-1-15,0-1-9 0,-3 0-11 0,2-1-12 16,-6 0-9-16,0-1-50 0,2-2-53 16,-1-2 0-16,-1-1 0 0,0-1 0 15,1-6 0-15,10 0 0 0,-23-4 0 16,11-5 0-16,5-3 0 0,1-1 0 16,3-5 0-16,3 2 0 0,2-2 0 0,-1 3 0 15,3 0 0-15,3 3 0 0,-1 1 0 16,6 1 0-16,-1 2 0 0,3 4 0 0,-3 3 0 15,4-1 0-15,1 4 0 0,0-1 0 16,5 3 0-16,1 4 0 0,-1-1 0 0,1 0 0 16,-1 0 0-16,1 3-68 0,-6 2-204 15,5-3-76-15,-8-3-67 0,7 3-80 16,-7-2-104-16,1 0-152 0,0-2-43 0,-2-2 77 16,-1 2-552-16,3-3-730 15</inkml:trace>
  <inkml:trace contextRef="#ctx0" brushRef="#br0" timeOffset="2816.36">8002 2559 3291 0,'-2'-13'47'16,"-1"5"70"-16,1 0 50 0,2 8 35 15,-9-4 29-15,9 4 28 0,-19 1 22 0,4 6 6 16,-3 3-1-16,-7 7-3 0,1 7-17 16,0-2-15-16,0 5-10 0,8-1-31 0,2-1-16 15,3-4-15-15,3-1-17 0,0-1-13 16,4-4-16-16,4 2-14 0,-1-3-10 0,2-2-10 15,3-2-52-15,4-1-76 16,2-1-109-16,4-2-121 0,2-3-135 0,4-3-166 16,0 0-207-16,5-5-50 0,0 1 81 15,5-8-594-15,1 2-786 0</inkml:trace>
  <inkml:trace contextRef="#ctx0" brushRef="#br0" timeOffset="3516.6">8251 2640 3622 0,'-14'-6'28'0,"14"6"44"16,-7-5 22-16,7 5 20 0,0 0-2 15,0 0-6-15,0 0-11 0,-4-6-3 0,4 6 6 16,0 0 4-16,0 0-5 16,0 0 1-16,0 0 4 0,38 4 4 0,-38-4 7 15,18 0 7-15,-18 0 13 0,18 0 3 16,-18 0 12-16,22-2 8 0,-15-2-6 15,-7 4-5-15,17-7 8 0,-9 4 6 0,-3-3-6 16,-5 6-2-16,12-7-7 0,-8 1-4 16,0-1-1-16,-4 7-10 0,2-12-15 0,-4 6-15 15,2 6-13-15,-8-11-8 0,3 6-6 16,-7 3-13-16,12 2-7 0,-29 2-5 0,11 3 3 16,-4 2 3-16,-4 6-4 15,4-1 1-15,10 2-3 0,-1 1-3 0,2 2-3 16,2-5 2-16,7 5-43 0,2-5 0 15,4 0 0-15,2-2 0 0,6-1 0 16,2-1 0-16,4-3 0 0,2 0 0 0,5-3 0 16,-4-2 0-16,4-3 0 0,-1 1 0 15,1-3 0-15,-2-2 0 0,-1 0 0 0,-2-1 0 16,-1-3 0-16,-4 3 0 0,5-1 0 16,-9 1 0-16,-1 2 0 0,-1 0 0 0,-2 2 0 15,-7 4 0-15,12-5 0 16,-12 5 0-16,12-6 0 0,-12 6 0 0,0 0 0 0,11-1 0 15,-11 1 0-15,0 0 0 0,0 0 0 16,0 0 0-16,15 5 0 0,-15-5 0 16,4 5 0-16,-4-5 0 0,6 8 0 15,-6-8 0-15,5 10 0 0,2-8 0 16,-7-2 0-16,3 8 0 0,-3-8 0 0,6 5 0 16,-6-5 0-16,0 0 0 0,0 0 0 15,30-10 0-15,-15 3 0 0,1-1 0 0,0 2 0 16,-4-1 0-16,0 2 0 0,-2 4 0 15,-10 1 0-15,14-6 0 0,-14 6 0 0,0 0 0 16,20 7 0-16,-11-2 0 0,-2 4 0 16,0-2 0-16,0 2 0 0,-1-1 0 0,1 1 0 15,-1 1 0-15,0-2 0 16,4 1 0-16,-5-3 0 0,2 3 0 0,0-2 0 16,0-2 0-16,3-1 0 0,-3-2 0 0,-7-2 0 15,25 1-329-15,-13-2-376 16,1-3-152-16,-2-1-47 0,-1 0 84 0,-1 0-736 15,2-4-1000-15</inkml:trace>
  <inkml:trace contextRef="#ctx0" brushRef="#br0" timeOffset="3749.23">9221 2056 4247 0,'0'-22'20'0,"0"2"89"0,0 7 80 0,-1 0 81 0,1 5 40 0,-2-1 8 15,2 9-14-15,-4-12-31 0,4 12-31 0,-3-4-23 16,3 4 25-16,0 0 14 15,-4 25-3-15,4 0-10 0,-3 12-23 0,-1 6-18 16,4 13-18-16,0-8-110 0,0 9-76 16,2-7 0-16,-2-2 0 0,0-3 0 15,0 1 0-15,-2-4 0 0,2-2-91 0,-4-1-238 16,3-5-71-16,-3-7-75 0,-2-2-56 16,2-3-97-16,-4-3-134 0,5-3 2 0,-5-5 69 15,5-2-508-15,-8-2-662 0</inkml:trace>
  <inkml:trace contextRef="#ctx0" brushRef="#br0" timeOffset="3915.71">9055 2689 3499 0,'-6'-6'174'0,"3"0"94"0,3 6 102 0,-8-5 65 16,8 5 45-16,0 0 28 0,-5-8-3 15,5 8-19-15,0 0-35 0,-5-6-43 16,5 6-35-16,0 0-139 0,12-7-234 0,-1 2 0 16,5 1 0-16,-1-1 0 0,2-1 0 15,7 2 0-15,-4-4 0 0,-3 6 0 0,0-4 0 16,1 2-413-16,-6 2-344 0,1-1-200 15,-6 2 75-15,-7 1 90 0,0 0-701 0,0 0-940 16</inkml:trace>
  <inkml:trace contextRef="#ctx0" brushRef="#br0" timeOffset="4815.68">10016 2515 3859 0,'0'0'-47'0,"5"-7"79"0,-5 7 55 0,0 0 34 15,0 0 33-15,0 0 23 0,8-5 18 0,-8 5 1 16,0 0-6-16,0 0 10 0,0 0 45 16,10 12-13-16,-3-3-12 15,-1-1-19-15,1 4-18 0,3 0-18 0,3 3-18 16,-1-1-12-16,-1 1-16 0,1-2-11 15,0-1-7-15,-3-2-9 0,0-1-9 0,1-2-2 16,-2-2 6-16,-3 2 12 0,3-4 19 16,-8-3 22-16,12 6 21 0,-12-6 3 0,0 0-18 15,28-14-146-15,-13 0 0 0,8-7 0 16,11-8 0-16,-5-2 0 0,0-5 0 16,-6 10 0-16,-3 1 0 0,-4 8 0 0,-3 3 0 15,-5 2 0-15,-1 2 0 16,1 3 0-16,-3 0 0 0,-1 2 0 0,1 0 0 15,-5 5 0-15,5-7 0 0,-5 7-112 0,0 0-439 16,9-3-136-16,-9 3-244 0,15 0 59 16,-15 0 90-16,18 0-666 0,-5 3-896 0</inkml:trace>
  <inkml:trace contextRef="#ctx0" brushRef="#br0" timeOffset="5497.89">10833 2771 4114 0,'0'0'74'0,"4"6"37"16,-4-6 38-16,0 0 61 0,8 5 53 15,-8-5 37-15,0 0 1 0,24-1-16 0,-8 1-27 16,-3-2-26-16,7 0-21 16,-4 1-23-16,2-3-17 0,-4 1-11 0,0 1-14 0,-1-1-14 15,-1-1-11-15,-1 1-8 16,-1-2-5-16,-3 1 0 0,-1-3-8 0,-2 3-10 15,-4 4-9-15,4-14-12 0,-4 14-11 16,-9-13-20-16,-3 9-38 0,-3 0 0 16,-5 1 0-16,-1 3 0 0,-1 2 0 0,-5 3 0 15,-5 5 0-15,1 0 0 0,5 4 0 16,-1 1 0-16,4 2 0 0,1 4 0 0,11-4 0 16,2 0 0-16,5 0 0 0,3-2 0 15,1 2 0-15,5 5 0 0,4-6 0 16,9 5 0-16,7-4 0 0,4-3 0 15,5-3 0-15,-2-5 0 0,-1-2 0 16,-5-4 0-16,0-2 0 0,11-3 0 0,1-2 0 16,-6 0 0-16,-7-1 0 0,-3-2 0 15,-2 3 0-15,-3-5 0 0,0 0 0 0,2-7 0 16,-2-4 0-16,-1-3 0 0,-5-1 0 16,-1-2 0-16,-3-4 0 0,-1 8 0 0,-1 4 0 15,-5 4 0-15,2 3 0 0,0 3 0 16,-2-1 0-16,0 4 0 0,0 0 0 0,0 8 0 15,-4-4 0-15,4 4 0 0,0 0 0 16,0 0 0-16,0 0 0 0,-23 11 0 16,23-11 0-16,3 7 0 0,-3-7 0 15,19 6 0-15,-4-4 0 0,6-2 0 16,5-2 0-16,13-2 0 0,-3-4 0 0,-5 4 0 16,-9 0 0-16,-1 2 0 0,-3 0 0 15,-3 1 0-15,-2-3 0 0,-3 4 0 0,-10 0 0 16,14 7 0-16,-5-1 0 0,-4 6 0 15,1 3 0-15,-2-1 0 0,-4 3 0 0,0 3 0 16,-2-1 0-16,0 0 0 0,-2-2 0 16,2 5 0-16,-1-5 0 0,-1 1 0 15,0-3 0-15,4-1 0 0,-3-3 0 16,2 1 0-16,-1 0 0 0,0-1 0 16,2-3-334-16,2 1-509 0,-2-4-122 0,0-5 100 15,6 4-898-15,-6-4-1194 0</inkml:trace>
  <inkml:trace contextRef="#ctx0" brushRef="#br0" timeOffset="5748.56">12168 2011 5200 0,'-6'-21'89'0,"-1"7"80"0,4-1 73 0,-3 7 21 0,4-1 4 0,-1 2-21 0,3 7-24 15,-10-7-32-15,10 7-19 0,0 0 38 16,-13 21 22-16,2 6-1 0,-2 9-20 0,-3 17-5 15,-2 4-158-15,7 1-47 16,-3 1 0-16,3 1 0 0,2-1 0 0,4-3 0 16,-2-3 0-16,1-2 0 0,1-8 0 15,-1-5 0-15,5-4 0 0,-5 1 0 0,4-11 0 16,-1-6 0-16,2 1 0 0,-1-5-400 16,0-2-80-16,2-2-65 0,-2-3-110 0,2-2-138 15,0-5-10-15,0 0 85 0,0 0-573 16,0 0-751-16</inkml:trace>
  <inkml:trace contextRef="#ctx0" brushRef="#br0" timeOffset="5916.43">11927 2712 3452 0,'-7'-8'30'0,"-1"3"78"16,0 1 84-16,8 4 77 0,-11-8 82 0,11 8 53 15,-10-7 22-15,10 7-3 0,-6-5-17 16,6 5-28-16,0 0-32 0,-7-5-34 0,7 5-38 16,0 0-25-16,0 0-29 0,-4-7-45 15,4 7-69-15,0 0-88 0,13-7-136 16,1 3-149-16,1 0-155 0,4 2-174 0,15-5-240 15,2-1-19-15,-9 4 90 0,-2 0-691 16,-2-2-904-16</inkml:trace>
  <inkml:trace contextRef="#ctx0" brushRef="#br0" timeOffset="6265.73">12444 2664 4305 0,'0'0'160'0,"-16"2"29"0,16-2 28 0,0 0 54 16,0 0 9-16,0 0 2 0,0 0-24 16,0 0-27-16,0 0-25 0,0 0-18 15,0 0-22-15,0 0-14 0,23-20-15 0,-7 16-12 16,-3-1-14-16,-1-1-7 16,1 0-6-16,-6 0-1 0,5-2 10 0,-5 2 13 0,-1-1 15 15,0 1 6-15,-5-1-30 16,-1 7-111-16,0-9 0 0,0 9 0 0,0 0 0 15,-25-5 0-15,25 5 0 0,-32 11 0 16,16-3 0-16,-9 9 0 0,1 3 0 0,6 1 0 16,0 3 0-16,-1-1 0 0,8-2 0 15,4-4 0-15,1-2 0 0,1 1 0 16,4 1 0-16,2-2 0 0,4 1 0 0,4-3 0 16,4 1 0-16,12 0 0 0,0-4 0 15,7-2 0-15,3-6-346 0,-7-2-369 0,18-2-139 16,-2-7-42-16,-3-2 89 15,-2-2-748-15,6-8-999 0</inkml:trace>
  <inkml:trace contextRef="#ctx0" brushRef="#br0" timeOffset="6498.18">12969 2559 4114 0,'4'-18'62'0,"1"7"98"0,-2 3 77 0,-3-1 66 16,0 4 44-16,0 5 31 0,2-7-2 16,-2 7-12-16,0 0-33 0,4-8-25 0,-4 8 18 15,0 0 2-15,15 15-17 0,-12-3-55 16,6 4-254-16,-2 1 0 0,0 1 0 15,-3 3 0-15,5 0 0 0,-6 1 0 0,-1-5 0 16,0 1 0-16,-2-1 0 0,-2 0 0 16,0 0 0-16,-1-3 0 0,-6-1 0 0,5 1 0 15,-5-4 0-15,4-1 0 0,-4-2 0 16,4-4-256-16,-1-1-319 0,6-2-62 0,0 0-35 16,-11-14-31-16,15 2-43 0,3-10 17 15,7-7-588-15,10-7-775 0</inkml:trace>
  <inkml:trace contextRef="#ctx0" brushRef="#br0" timeOffset="6664.3">13109 2584 3322 0,'11'-15'-59'15,"-4"5"96"-15,-2-2 72 0,-1 7 40 16,-4 5 55-16,0 0 63 0,0 0 55 0,0 0 18 16,0 0 7-16,-27 25 7 0,20-14-6 15,-6 7-19-15,8-1-25 0,-1-3-30 0,5 3-20 16,1-3-25-16,1 0-20 0,5-1-17 16,5 1-15-16,5-3-23 0,0 0-22 0,6-2-44 15,-3-2-70-15,-1-4-96 16,0 2-103-16,1-3-106 0,-2 1-148 0,2-1-176 15,-6-2-220-15,-1 0-3 0,-12 0 88 16,17-2-647-16,-17 2-847 0</inkml:trace>
  <inkml:trace contextRef="#ctx0" brushRef="#br0" timeOffset="7065.82">15794 2724 4346 0,'-10'-3'294'0,"10"3"-9"0,-11-5-3 0,11 5-19 15,0 0-23-15,0 0-12 0,0 0-7 0,0 0-14 16,70 2-20-16,-10 6-17 0,2 3-16 15,10-1-20-15,5 0-71 0,3-1-95 16,-6 1-126-16,0-4-146 0,-2 0-176 0,-8-5-187 16,-15-1-138-16,-6-1 69 0,-15-3-588 15,-7-1-780-15</inkml:trace>
  <inkml:trace contextRef="#ctx0" brushRef="#br0" timeOffset="7281.8">16522 2573 3923 0,'0'0'47'0,"0"0"14"0,0 0 77 16,0 0 67-16,12 27 64 0,-9-8 45 16,8 10 18-16,-1 6 0 0,-4 1-11 0,1 0-25 15,-3-2-30-15,-4-3-21 0,0-5-21 16,-5 10-24-16,-7-1-18 0,-3 0-17 16,-5-6-29-16,-6 6-38 0,3-9-59 0,-1-6-88 15,0-1-111-15,6-4-118 0,0-4-132 16,4-5-169-16,3-3-244 0,-1-2 9 15,-1-2 92-15,13 1-624 0,-20-11-802 16</inkml:trace>
  <inkml:trace contextRef="#ctx0" brushRef="#br0" timeOffset="8063.99">20086 2549 3517 0,'0'-10'-70'0,"0"1"35"0,0 1 37 0,0 8 35 0,-2-10 51 0,2 10 31 0,-2-9 24 0,2 9 7 0,0 0-12 15,-5-8-11-15,5 8-15 0,0 0-10 16,-25 18 0-16,-9 15 10 0,-4 9 12 16,-3 4 1-16,-15 15-10 0,1 1 11 15,6 5-3-15,1-1 6 0,16-10-7 0,5-1 1 16,6 1-3-16,6 0 1 0,8-4-2 16,8-11-3-16,10-1-5 0,13 1-9 15,12-2-5-15,9-8-3 0,10-4-10 0,13-8-21 16,6-5 0-16,6-9-8 0,1-5-5 15,5-5-2-15,20-11-11 0,-8-4 3 0,-1-6-6 16,-9-1-17-16,-6-9-3 0,-21 4 55 16,-6-3 39-16,-5-2 41 0,-6-5 35 0,-4-3 22 15,-8-6 13-15,-5-4-12 0,-9-9-174 16,-6-4-33-16,-6-6 0 0,-10-1 0 16,-8 1 0-16,-14-10 0 0,-11 5 0 15,-2 11 0-15,-11 7 0 0,5 22 0 0,-9 12 0 16,-9 12 0-16,-5 7 0 0,-11 14 0 15,-16 11-56-15,2 12-325 0,-1 6-89 0,7 4-101 16,4 6-122-16,8 1-173 0,10-2 86 16,19-5-708-16,6-2-934 0</inkml:trace>
  <inkml:trace contextRef="#ctx0" brushRef="#br0" timeOffset="8464.2">20199 2847 3832 0,'5'-5'-20'0,"-5"5"20"0,4-6 4 0,-4 6 4 0,0 0 67 0,0 0 52 0,0 0 31 0,-7 23 17 0,5-13 16 0,-1 5 2 0,1 1-24 16,2 1-9-16,0 1-3 16,2-1 4-16,0 1-2 0,4 0-8 0,3 3-5 15,2-4-9-15,12 0-7 0,-3-3-12 16,-2-4-8-16,5-1 2 0,2-6-5 0,0-1 15 16,-3-2 8-16,-2-2 8 0,-1-3 10 15,0 2 5-15,-2-2 5 0,-4-2-10 0,1 0-11 16,-3-3-13-16,-2-2-13 0,2 0-13 15,-2-5-12-15,-4-4-11 0,3 0-72 16,-4-1-3-16,0-1 0 0,-2 7 0 16,0 2-67-16,-2 3-128 0,0 1-87 15,-2 3-136-15,0 2-145 0,2 5-177 0,-10-5-116 16,10 5 95-16,0 0-705 0,0 0-913 16</inkml:trace>
  <inkml:trace contextRef="#ctx0" brushRef="#br0" timeOffset="9148.92">24556 2439 4188 0,'-15'-4'-88'0,"-6"4"22"0,0 4 44 0,-15 12 54 0,-12 13 51 0,-19 19 42 0,3 10 37 0,-5 6 17 0,8 5 1 0,4-1 4 16,11 4 2-16,10 2 5 0,15-12-7 15,11-1-2-15,10 1-7 0,11-2-1 16,11-1-11-16,8-5-29 0,22 6-2 0,7-6-6 16,-3-18-12-16,3-8-12 15,4-7-6-15,3-7-6 0,4-9-12 0,-1-5-2 16,2-8-1-16,-5-5-4 0,1-4 13 15,-3-8 4-15,-3-3 11 0,-5-6 8 0,5-16 8 16,-19 6 16-16,-4-8-13 0,-9-2-12 16,-13-4-69-16,-4-8-37 0,-6-4 0 0,-10-5 0 15,-11-17 0-15,-9 6 0 0,-1 25 0 16,-22-2 0-16,6 19 0 0,-15 10 0 0,-6 10-40 16,-7 14-232-16,-4 10-67 0,-4 7-79 15,-21 13-74-15,1 7-94 0,7 12-124 0,4 3-84 16,7 3 78-16,12 1-585 15,17-8-758-15</inkml:trace>
  <inkml:trace contextRef="#ctx0" brushRef="#br0" timeOffset="9497.77">24278 3028 3876 0,'9'-12'86'0,"-3"2"21"0,-1 3 20 0,0 3 27 16,-5 4 44-16,0 0 44 0,0 0 42 15,17 17 7-15,-14-6-7 0,1 6-18 16,1 5-3-16,-1 3-16 0,-3-2-15 0,5 1-19 16,-4 1-20-16,3-5-12 0,1 1-14 15,0-4-14-15,4-3-6 0,-3 1-6 0,0-5-2 16,5-2-5-16,-1 0-68 0,0-7-66 15,3 1 0-15,-1-2 0 0,-13 0 0 0,33-5 0 16,-18-2 0-16,5-4 0 0,4-11 0 16,-3 0 0-16,0-2 0 0,2-4 0 15,-4 2 0-15,-2-3 0 0,0 4 0 0,-7 8 0 16,-2 3-325-16,-5 6-130 0,-1 2-138 16,-2 6-152-16,-13-1-121 0,13 1 85 15,-48 17-724-15,8 5-952 0</inkml:trace>
  <inkml:trace contextRef="#ctx0" brushRef="#br0" timeOffset="10664.91">21469 2972 3792 0,'-22'0'-115'0,"0"0"45"0,3-2 27 0,2 0 32 0,2 2 29 0,15 0 61 0,-27-2 32 16,16 2 25-16,11 0 1 0,-20-2-10 15,20 2-6-15,-13-1-8 0,13 1 3 16,0 0-3-16,-12-3-5 0,12 3-5 15,0 0-5-15,0 0-1 0,81-4-10 0,-9 4-2 16,14 2-2-16,36-2-8 0,8 0-4 16,12 1-10-16,3 3-5 0,0 1-5 15,-4-3-7-15,-7 0-4 0,-7-1 0 0,-7 1-4 16,-26-4-4-16,-12 2-3 0,-6-1-3 16,-7-1 3-16,-22 0-2 0,-3 2 39 0,-11-2 39 15,-11 0 45-15,-3 2 17 16,-3-1 15-16,-3-2 4 0,0 2-4 0,-13 1-12 15,19-1-12-15,-19 1-17 0,18-2-12 16,-18 2-16-16,15 0-13 0,-15 0-10 16,11-2-15-16,-11 2-10 0,0 0-7 0,15 0-8 15,-15 0-3-15,0 0-6 0,13 2-27 16,-13-2-14-16,0 0 0 0,0 0 0 0,0 0 0 16,14 2 0-16,-14-2 0 0,0 0 0 15,0 0 0-15,0 0 0 0,0 0 0 0,0 0 0 16,0 0 0-16,0 0 0 0,0 0 0 15,0 0 0-15,0 0 0 0,15-2 0 16,-15 2 0-16,0 0 0 0,0 0 0 16,0 0 0-16,16 0 0 0,-16 0 0 0,14 2 0 15,-14-2 0-15,20 0 0 0,-20 0 0 16,19 0 0-16,-8-2 0 0,-11 2 0 16,29 0 0-16,-14-4 0 0,4 2 0 0,2 2 0 15,0-4 0-15,0 4 0 0,6 0 0 16,-2-2 0-16,1 2 0 0,-2-1 0 0,0-1 0 15,-5 2 0-15,-2 0 0 0,-4 0 0 16,-13 0 0-16,25-2 0 0,-14 2 0 0,-11 0 0 16,20 0 0-16,-20 0 0 15,13 0 0-15,-13 0 0 0,14 0 0 0,-14 0 0 16,0 0 0-16,20 0 0 0,-20 0 0 16,0 0 0-16,18 0 0 0,-18 0 0 15,0 0 0-15,12 2 0 0,-12-2 0 0,0 0 0 16,0 0 0-16,0 0 0 0,13 2 0 15,-13-2 0-15,0 0 0 0,0 0 0 0,0 0 0 16,11 1 0-16,-11-1 0 0,0 0 0 16,0 0 0-16,0 0 0 0,12 2 0 0,-12-2 0 15,0 0 0-15,0 0 0 0,0 0 0 16,0 0 0-16,11 0 0 0,-11 0 0 0,0 0 0 16,0 0 0-16,0 0 0 15,0 0 0-15,0 0 0 0,0 0 0 0,0 0 0 16,0 0 0-16,-63-25-721 15,32 18-274-15,-5-1 106 0,-12 2-1011 16,-13-4-1322-16</inkml:trace>
  <inkml:trace contextRef="#ctx0" brushRef="#br0" timeOffset="12200.09">3715 4625 1571 0,'0'0'622'0,"-13"-9"-197"0,13 9-100 0,-3-13-50 0,3 13-45 16,3-15-20-16,5 5-16 0,2 2-20 15,5-5-8-15,4 3-9 0,1-1-15 16,11 3-12-16,-3 1-16 0,-4 2-12 15,-3 5-9-15,-1 0-12 0,1 4-6 0,2 1-9 16,-6 5-5-16,-5-2-7 0,-3 6 2 16,-5 1 13-16,-4 3 18 0,-5 3 22 15,-10 8 24-15,-5-1 32 0,-3 0 13 16,-2-4 24-16,5-1 16 0,-1 0 12 0,5-7 6 16,5-3-1-16,4-5-5 0,-1-2-13 0,2 1-19 15,2-2-17-15,4-5-19 16,-2 9-144-16,2-9-18 0,14 8 0 0,1-5 0 0,4 1 0 15,1-2 0-15,5 1 0 16,0 0 0-16,6-3 0 0,-2 0-62 0,-1 0-363 16,1 0-124-16,-1 0-126 0,-1-3-189 15,0 2 42-15,-7-1 87 0,3-4-646 16,-1-1-833-16</inkml:trace>
  <inkml:trace contextRef="#ctx0" brushRef="#br0" timeOffset="12581.1">4047 4162 3560 0,'-32'-19'-85'0,"-19"5"30"16,-5 3 36-16,6 10 38 15,-16 4 38-15,-4 11 43 0,-3 5 40 0,-11 13 38 16,2 11 28-16,6 11 1 0,5 3 33 16,9 9 14-16,4 7 3 0,10 2 10 0,10 0-23 15,15-12-22-15,10 2 0 0,12 0-13 16,6-2-12-16,16 3-13 0,23 2-10 15,11-4-16-15,15-10-13 0,9-13-17 0,12-9-16 16,10-10-8-16,6-7-10 16,-19-13-14-16,22-7-7 0,-7-13-20 0,-6-7-5 15,-7-5-3-15,-11-6-1 0,-6-7-3 16,-6-4-4-16,-6-4-4 0,-23 0-5 0,6-13 11 16,-17 7 14-16,-10-4-3 0,-7-6-5 15,-10-1-42-15,-9-4-3 0,-19-15 0 0,-8 7 0 16,-11 7 0-16,-11 15 0 0,-9 12 0 15,6 20 0-15,-6 9 0 0,-10 11-103 0,-2 10-76 16,0 10-46-16,-14 12-48 0,9 5-60 16,5 5-77-16,22-4-84 0,6 1-106 15,-3-1-195-15,22 0 57 0,3 0 75 0,8-10-486 16,12-1-616-16</inkml:trace>
  <inkml:trace contextRef="#ctx0" brushRef="#br0" timeOffset="14516.46">5913 4616 3013 0,'18'-3'42'0,"-18"3"70"0,9-2 49 0,-9 2 48 0,0 0 48 0,5-6 33 16,-5 6 28-16,0 0 13 0,6-6-5 15,-6 6-19-15,4-7-23 0,-4 7-23 16,0 0-28-16,3-10-15 0,-3 10-29 16,4-8-18-16,-4 8-21 0,2-7-10 0,-2 7-14 15,3-8-13-15,-3 8-10 0,0-9-14 16,0 9-8-16,-7-12-7 0,3 6-12 0,-3 0-9 16,-2 4-7-16,-5-1-3 0,-1 3-7 15,-6 3-1-15,-15 3-5 0,0 6-2 16,-3 1 6-16,-6 10-11 0,-1 2-3 0,4 2-5 15,8 2-2-15,7-5 1 0,4 3 2 16,8 2-2-16,3-2 2 0,3 3-17 0,5-6 3 16,4-3 8-16,4 3-1 15,3-5 1-15,5-1-1 0,5 5 1 0,6-2-1 0,4-3-2 16,0-7 1-16,-4 0-22 16,-1-4-57-16,1-2-60 0,2-1-63 0,-2-4-71 15,-3 0-88-15,7-4-89 0,0 1-90 16,7-4-114-16,0-2-157 0,-3 1 76 15,-1-3-630-15,1-1-813 0</inkml:trace>
  <inkml:trace contextRef="#ctx0" brushRef="#br0" timeOffset="14864.35">6227 4705 3931 0,'-4'-3'6'0,"4"3"55"0,-11-6 52 15,11 6 49-15,0 0 33 16,-26 10 18-16,14-1 17 0,-5 5-5 0,-1 6-6 15,0 4-2-15,2 2 0 0,3 1-17 16,3 2-23-16,5-4-14 0,3-3-21 0,4-5-6 16,1 4-14-16,7-4-38 0,0 0 3 15,4-3-8-15,2-6-9 0,5 1-4 0,2-2-5 16,-4-6-7-16,2-1-3 0,4-3 15 16,-1-2 13-16,-1-2 5 0,6-5-1 15,-6 0 0-15,0-2 13 0,-4-1-7 0,-6 1-1 16,-3-1-16-16,-3-5-4 0,-1 4-7 15,-5-3-20-15,-1-1-41 0,-1-5 0 0,-5 4 0 16,1-1 0-16,-5 3 0 16,-2 4 0-16,3 5 0 0,-4 1 0 0,-3 6-131 15,4-1-93-15,-4 6-73 0,1 0-95 16,-1 3-105-16,3 0-131 0,-1 2-217 0,3-2 61 16,4 2 92-16,2 0-567 0,5-7-719 15</inkml:trace>
  <inkml:trace contextRef="#ctx0" brushRef="#br0" timeOffset="15280.54">6711 4783 3682 0,'0'0'134'0,"0"0"34"0,0 0 24 0,0 0 33 16,-23 13 24-16,18-6 14 16,-5 2-29-16,3 3-9 0,-1 5-22 0,0 3-8 15,1-1-11-15,1 3-19 0,0-1-14 16,2 1-6-16,0 2-5 0,-1-7 7 15,1 0-5-15,2-2-12 0,2 1-11 0,-3-4-2 16,-1 0 13-16,4-2 16 0,-2-1 9 16,2-4 3-16,0-5-12 0,0 0-11 0,0 0-24 15,0 0-111-15,0 0 0 0,0 0 0 16,15-21 0-16,-6 4 0 0,11-10 0 0,-1-1 0 16,1 3 0-16,3-1 0 0,-3 1 0 15,2 0 0-15,-1 4 0 0,0 3 0 0,-6 5 0 16,1 1 0-16,-3 4 0 0,-1 4 0 15,-1 4 0-15,2 0 0 0,-1 4 0 0,1 1 0 16,3 4 0-16,-4 2 0 16,2 3 0-16,-1 2 0 0,-2 1 0 0,-2-1 0 15,-2 5 0-15,0-6 0 0,-5-1 0 16,2 5 0-16,-2-4 0 0,1 2 0 16,-1-5 0-16,-1 0 0 0,-1-4 0 0,0 1 0 15,4-1-176-15,-2-1-325 0,2-2-137 16,-4-5-160-16,3 4-58 0,-3-4 79 0,0 0-735 15,0 0-957-15</inkml:trace>
  <inkml:trace contextRef="#ctx0" brushRef="#br0" timeOffset="15696.62">7254 4843 3975 0,'2'-7'47'0,"-2"7"78"0,-2-8 45 0,2 8 28 0,0 0 38 0,0 0 52 0,0 0 26 16,0 0 2-16,0 0-4 0,0 0-10 15,0 37-13-15,0-24-19 0,0 5-19 0,-3 2-14 16,3 1-8-16,-4 2-15 0,2 1-19 16,0-1-11-16,1-5-145 0,-2-1-39 0,-1 1 0 15,2-6 0-15,2-1 0 0,-2 1 0 16,1-3 0-16,-1-1 0 0,2-8 0 16,-2 9 0-16,2-9 0 0,0 0 0 15,0 0 0-15,0 0 0 0,0 0 0 0,11-30 0 16,-1 13 0-16,3-11 0 0,6 0 0 15,-2-2 0-15,4 1 0 0,2 0 0 16,-4 6 0-16,-2 0 0 0,-4 9 0 0,-1 1 0 16,-1 5 0-16,-3 2 0 0,2 4 0 15,-1 2 0-15,-9 0 0 0,16 9 0 0,-9 2 0 16,1 2 0-16,-3 3 0 0,1 3 0 16,-2 2 0-16,2-1 0 0,-2 3 0 0,-2 0 0 15,-1 1 0-15,-1 0 0 16,2-5 0-16,-2 0 0 0,0-6 0 0,0 1 0 15,0-2 0-15,2-1 0 0,-2-2 0 16,0-3 0-16,2 0 0 0,-2-6 0 0,0 0-473 16,0 0-384-16,0 0-71 0,0 0 86 15,0 0-889-15,16-23-1165 0</inkml:trace>
  <inkml:trace contextRef="#ctx0" brushRef="#br0" timeOffset="16064.29">7885 4996 4492 0,'-13'2'37'0,"5"0"73"0,8-2 41 0,0 0 35 0,0 0 34 0,-15 2 27 0,15-2-9 15,0 0 8-15,0 0 2 0,0 0-14 16,0 0-22-16,21 10-12 0,-9-9-26 0,3 1-12 16,0 0-15-16,2-2-18 0,0 0-15 15,0-2-13-15,2-1-10 0,-1-1-6 16,0 1-9-16,-4-2-7 0,-1-2-7 0,0 2-5 15,-3-2-10-15,0 0-13 0,-7 0-12 16,-1 0-22-16,-4 1 0 0,2 6 0 0,-9-9 0 16,0 6 0-16,-5 1 0 0,-1 2 0 15,-4 2 0-15,-4 6 0 0,-8 2 0 0,6-1 0 16,-1 6 0-16,-2 3 0 0,10-3 0 16,3-1 0-16,-4 8 0 0,5-3 0 15,5-2 0-15,5-2 0 0,2 1 0 16,2 0 0-16,2-5 0 0,4 3 0 0,1-2 0 15,5-1 0-15,1-3-206 0,8 0-150 16,2 0-140-16,2-7-160 0,11 1-156 0,10-2-4 16,4 0 78-16,11-3-660 0,1-3-851 15</inkml:trace>
  <inkml:trace contextRef="#ctx0" brushRef="#br0" timeOffset="16314.17">8472 4995 3676 0,'-15'-6'-9'15,"-4"1"77"-15,1 4 42 0,4 1 51 0,-4 0 46 16,1 3 21-16,-4 2 9 0,0 6 1 16,-3 4 5-16,-1 5-18 0,4 6-3 15,3 0-13-15,3 1-10 0,6-5-23 0,5 1-5 16,4-2-22-16,0-3-15 0,6 3-9 16,3 0-14-16,9 3-9 0,-2-9-14 0,6 4-9 15,-1-7-26-15,-3-6-50 0,4-2-59 16,3-2-59-16,-5-2-66 0,8-2-58 15,10-7-76-15,-2-2-66 0,7-8-50 0,-13 0-41 16,10-8-23-16,-5-4-5 0,-1-8 2 16,-3-2 28-16,-1-3-568 0,-1-7-512 15</inkml:trace>
  <inkml:trace contextRef="#ctx0" brushRef="#br0" timeOffset="16563.45">8859 4841 2608 0,'27'-68'-106'0,"-7"7"58"16,3-23 56-16,-5 17 51 0,-3-5 53 16,-1 5 62-16,-7 9 55 0,-1 15 36 15,-3 4 25-15,-1 4 17 0,2 8 15 0,-4 7 6 16,0 3-19-16,2 5-32 0,-4 4-28 15,2 8 8-15,0 0 29 0,0 0 3 0,-17 41 10 16,1 4 7-16,5 9-8 0,-2 10-2 16,-4 6 6-16,1 21-21 0,1 0-87 0,0 0-194 15,4-19 0-15,-6 20 0 16,3-20 0-16,-1-3 0 0,1-4 0 0,2-3 0 16,-1-8 0-16,4-2 0 0,2-14 0 15,1-7 0-15,0-7 0 0,2-9 0 0,2-3 0 16,4-5-166-16,-2-7-233 0,9-1-41 15,-9 1-28-15,12-20-37 0,-4 0-35 16,4-11-7-16,1-5-15 0,0-8-3 0,-3 5 33 16,-3-2-647-16,1 7-645 0</inkml:trace>
  <inkml:trace contextRef="#ctx0" brushRef="#br0" timeOffset="16697.65">8832 5032 3018 0,'-9'-20'-99'0,"-1"4"78"0,-3 6 78 16,-1 1 79-16,1 1 62 0,0 1 49 16,3 2 26-16,1-2 17 0,3 3-7 0,-1 0 1 15,7 4 1-15,-12-4 11 0,12 4-14 16,0 0-22-16,0 0-22 0,0 0-22 15,0 0-19-15,0 0-42 0,0 0-80 16,30 8-91-16,-12-6-95 0,2 0-122 0,2-2-143 16,-1 2-179-16,2-2-226 0,-3-2 63 15,3 0 84-15,-3 2-470 0,2 0-574 16</inkml:trace>
  <inkml:trace contextRef="#ctx0" brushRef="#br0" timeOffset="17079.34">9307 5022 3435 0,'-6'3'224'0,"6"-3"21"16,0 0 26-16,-6 7 37 0,6-7 7 15,0 0 27-15,0 0-10 0,0 0-22 0,12 9-28 16,-12-9-29-16,17 1-25 0,-5 1-22 16,-12-2-22-16,22-2-16 0,-8 2-18 0,1-1-22 15,-1-1-25-15,-3-1-17 0,0-1-24 16,3-1-16-16,-7 0-18 0,0-2-16 0,0 0-11 15,-3-1-8-15,-3-1-7 0,-1 9-11 16,-8-16-5-16,-1 10 7 0,-2 3-2 0,-9-1-1 16,2 2 10-16,-5 4-8 15,-4 0 12-15,2 5 1 0,2-1 17 0,-8 6 11 16,7 2 24-16,7 1 14 0,-3 6 22 0,8-6 0 16,2 3 2-16,4-1 2 15,2 1-4-15,4-1-2 0,0 1-3 0,6-1-44 16,0 1-28-16,5-1 0 0,0 0 0 15,5-3 0-15,3-4 0 0,2 0 0 0,2-3-185 16,11 0-117-16,-2-4-110 0,-3-5-107 16,7-1-106-16,5-6-123 0,-5-2-40 0,2-5 72 15,1-9-609-15,-2 0-782 0</inkml:trace>
  <inkml:trace contextRef="#ctx0" brushRef="#br0" timeOffset="17512.05">10179 4563 3566 0,'4'-31'1'0,"-1"3"87"0,-3 6 71 15,-3 6 66-15,3-1 55 0,-4 2 50 16,4 3 13-16,-1 2 0 0,-1 1-30 0,-2 4-31 16,4 5-1-16,0 0 33 0,-19 15 2 15,0 11-1-15,-2 13 22 0,-2 11-3 0,1 4-10 16,-3 4-284-16,2 4-40 0,-8 14 0 16,8-13 0-16,-6 15 0 0,7-16 0 0,5-4 0 15,2-6 0-15,1-5 0 16,7-8 0-16,1-5 0 0,1-8 0 0,-2-9 0 15,5 0 0-15,-2-5 0 0,4-4 0 0,0-3 0 16,0-5 0-16,8 6 0 0,-8-6 0 16,0 0 0-16,14-13 0 0,-11 3 0 15,3-3 0-15,-1-5 0 0,-3-5 0 16,-2 0 0-16,-2-1 0 0,-1 1 0 0,-5 6 0 16,-3 0 0-16,-3 5 0 0,-2 6 0 15,-4 4 0-15,-1 2 0 0,-4 6 0 0,-9 5 0 16,5 5 0-16,1 4 0 0,4 1 0 15,4 3 0-15,5 0 0 0,5-4 0 0,5-1 0 16,3-3 0-16,2-3 0 0,4-1 0 16,-1-2 0-16,7 1 0 0,4-3 0 15,0-4 0-15,4-1 0 0,1-3 0 16,3-2 0-16,3-1 0 0,-2-2 0 0,2 0 0 16,-4 1 0-16,-4-1 0 0,1 2 0 15,-5-2 0-15,-2 1-363 0,-1 1-388 0,-1-2-194 16,-1 1 82-16,-5-1 96 0,-3 5-764 15,7-7-976-15</inkml:trace>
  <inkml:trace contextRef="#ctx0" brushRef="#br0" timeOffset="18329.43">11136 4938 3938 0,'0'-5'-102'0,"0"-3"68"0,0 8 57 0,-1-8 57 0,1 8 37 0,-8-4 45 16,8 4 28-16,0 0 23 0,-25 0 14 16,11 6 12-16,-4 3 11 0,0 3 21 15,-7 2 1-15,3 7-6 0,1-1-20 0,2 2-15 16,0 0-19-16,3 5-18 0,7-8-15 15,7-3-14-15,2 1-12 0,0-3-15 0,6-1-13 16,3-1-6-16,3-2-15 0,7 0-10 16,0-3-9-16,4-5-51 0,-1-2-34 15,1 0 0-15,4-2 0 0,4-9 0 0,-1 1 0 16,-5-4 0-16,-5 1 0 0,-4-2 0 16,-5 1 0-16,1-6 0 0,-4-1 0 0,-7 1 0 15,-1-1 0-15,-3-2 0 0,-5-12 0 16,3 5 0-16,-5 0 0 0,0 7 0 0,3 6 0 15,-1 5 0-15,0 0-93 16,-1 7-210-16,2 3-47 0,-2 0-49 0,9 2-30 16,-16 4-20-16,7 3-24 0,4 3-26 15,1 0-26-15,1-1-34 0,1 1-30 0,2 2-609 16,3-1-663-16</inkml:trace>
  <inkml:trace contextRef="#ctx0" brushRef="#br0" timeOffset="18614.18">11140 4942 3142 0,'9'12'-43'0,"-3"-4"64"0,0 1 52 15,0-1 65-15,0 2 44 0,-5 4 38 0,5 1 22 16,-1 9 17-16,-2 0 23 0,1 11 1 15,0 2-17-15,-4 2 1 0,1 1-7 0,-1 3-17 16,0 2-11-16,2 3-3 0,2 8 18 16,0 0-10-16,-1-13-17 0,1-2-12 15,1-4-10-15,-3-6-19 0,-2-5-8 16,1-6-4-16,-2-1 17 0,-1-2-100 0,-3-1-84 0,0-1 0 16,-3-3 0-16,-1-1 0 15,-3-5 0-15,-5 2 0 0,-2-5 0 0,-2-2 0 16,-8-2 0-16,-9-4 0 0,0-7 0 15,0-3 0-15,-2-8 0 0,-2-7 0 0,8-1 0 16,3-5 0-16,3 4 0 0,8 6 0 16,2 3 0-16,6 5 0 0,5 5 0 0,-1 1 0 15,4 2 0-15,-2 1 0 0,2 1 0 16,2 4 0-16,1-6-215 0,2 3-677 16,5-1-70-16,6-4 96 0,5 0-922 0,11-5-1216 15</inkml:trace>
  <inkml:trace contextRef="#ctx0" brushRef="#br0" timeOffset="19095.64">11420 5320 5233 0,'0'0'36'0,"0"0"45"16,0 0 38-16,0 0 20 0,0 0 34 0,14-8-24 15,-14 8 3-15,11-5-26 0,-11 5-12 16,21-5-9-16,-8 1-10 0,3 1-15 15,1-3 9-15,-2 1-23 0,-2 0-2 0,1-1-9 16,-1-3-3-16,-2-5 4 0,1 4-4 16,-3-1 7-16,-1-2 8 0,-2-1 1 15,-2-4-10-15,-4 1-4 0,0-1-5 16,-2-3-9-16,-3 0-2 0,2-1-5 0,-3 3-7 16,2 4-5-16,-1 0-1 0,-1 3-4 15,-4 3-7-15,1 1 1 0,0 3-2 0,-1-1-3 16,2 5-4-16,8 1 1 0,-15 0 6 15,15 0-12-15,0 0 4 0,0 0 0 0,-12 3 4 16,12-3 6-16,0 0-6 0,35 4 5 16,-16-4-5-16,0 0-3 0,4 1 4 15,-4-1-2-15,2 4-1 0,0-3 17 0,-6 3 18 16,3 1 12-16,-2 0 17 0,0 4 8 16,-3-1 6-16,0 2-9 0,-3 1-3 15,1-1-9-15,-3 3-57 0,-2 1-2 16,3 0 0-16,-5-1 0 0,3 1 0 0,-3-3 0 15,1 1 0-15,-2 2 0 0,1-5-153 16,0 3-87-16,0 0-84 0,-3-3-81 0,3-1-103 16,-2-2-114-16,2 1-180 0,0-2 39 15,-4-5 72-15,9 9-562 0,-9-9-713 16</inkml:trace>
  <inkml:trace contextRef="#ctx0" brushRef="#br0" timeOffset="19863.95">12192 5005 3604 0,'10'-14'141'0,"-7"6"59"0,1 0 44 0,-2 2 38 0,-2 6 29 0,5-9 5 0,-5 9-34 0,0 0-7 16,7-3 14-16,-7 3-11 0,0 0-24 0,7 17-24 15,-5-8-23-15,0 1-18 0,2 2-17 16,-6 0-16-16,2 0-17 0,-2 1-8 0,0-1-14 16,-2 4-11-16,-1-4-7 0,-5 1-4 15,2 1-21-15,-5-7-74 0,1 3 0 0,-6 2 0 16,0-8 0-16,4-1 0 0,-4-1 0 15,5-6 0-15,-4 2 0 0,6-7 0 16,-2-2 0-16,6-1 0 0,3-5 0 0,4 2 0 16,0 1 0-16,4-1 0 0,2-1 0 15,-1 4 0-15,4 0 0 0,-2 2 0 16,2 3-15-16,0 2 1 0,3 0 3 0,1 3 3 16,1 0-4-16,3 2-3 0,2 2 6 15,6 3-3-15,-2-3-8 0,1 1-43 16,1 1-40-16,-2-1-27 0,0 1-17 0,-4-4-26 15,0 2-24-15,3-2-21 0,-6-2-32 16,2-2-33-16,-4 1-17 0,2-4-20 0,-3-2-5 16,5-2 10-16,-7-3 0 0,3-5 18 15,0-8 22-15,2-5 22 0,4-10 30 0,0-7 26 16,1-3 29-16,-1-5 34 0,2 0 45 16,-5-3 39-16,-2 2 51 0,1 5 57 15,-11 15 59-15,1 5 39 0,-3 10 16 16,-1 1 7-16,-2 9-8 0,0 1-18 0,-2 7 0 15,2 5 25-15,0 0 10 0,-23 17 15 16,7 12 20-16,-7 21 26 0,-2 8 16 16,-4 22-9-16,6 3-17 0,1 6-21 0,2 8-16 15,4 0-12-15,2 1-14 16,7-1-17-16,1-22-15 0,1 1-15 0,2-5-6 0,-3-8-10 16,-1-5-17-16,1-17-6 15,1-3-10-15,-2-5-7 0,5-10 0 0,0-7-3 16,1-5-26-16,-3-3-44 0,2-4 0 15,2-4 0-15,0 0 0 0,0 0 0 0,0-28 0 0,4 6 0 16,1-12 0-16,9-12 0 16,-3-4 0-16,7-4 0 0,-2-4 0 0,4 5 0 15,-4 3 0-15,4 6 0 0,-4 13 0 16,-7 9 0-16,-2 3 0 0,-1 5 0 0,-1 2 0 16,0 3 0-16,-1 3 0 0,1 4 0 15,-5 2 0-15,0 0 0 0,0 0 0 16,9 14 0-16,-7-6 0 0,0 1 0 0,0 3 0 15,-2-1 0-15,-2 3 0 0,-2 1 0 16,-1-1 0-16,-3 1 0 0,-4-1 0 16,1 1 0-16,-2-3 0 0,-2-2 0 15,2-2-65-15,-1-2-223 0,3-4-76 0,2-2-84 16,9 0-80-16,-12-14-97 0,8-1-147 16,8-9 8-16,8-11 79 0,8-13-557 0,12-9-704 15</inkml:trace>
  <inkml:trace contextRef="#ctx0" brushRef="#br0" timeOffset="20213.15">12992 4439 3251 0,'13'-17'33'0,"-6"5"89"0,-2 2 39 0,-1 1 39 0,-2 4 22 16,-2 5 13-16,0 0 54 0,0 0 60 0,0 0 10 15,-13 34-1-15,-1-3-2 16,1 3-1-16,-4 9-16 0,-3 1-21 0,7 0-25 0,-1 0-30 16,2-8-23-16,0-1-25 15,0-3-19-15,3-3-159 0,4-5-37 0,-1-2 0 16,2-7 0-16,3-1 0 0,-6-1 0 15,5-3 0-15,0 0 0 0,1-3 0 0,1-1 0 16,0-6 0-16,0 0 0 0,7 6 0 16,-7-6 0-16,0 0 0 0,35-13 0 15,-16 6 0-15,-6 2 0 0,4 3 0 16,-1 0 0-16,-3 2 0 0,2 4 0 0,0 1 0 16,1 5 0-16,-1 6 0 0,-1-3 0 0,-3 6 0 15,2 7 0-15,-3-4 0 16,-5 0 0-16,4-1 0 0,-3-3 0 0,1 1 0 15,0-1 0-15,-2-5 0 0,-3-1 0 16,0-2 0-16,4-5 0 0,-5 2 0 0,4-2 0 16,3-1 0-16,-3 0 0 0,-5-4 0 15,18-2 0-15,-18 2-82 0,14-8-917 0,-4 0 41 16,-2-1 95-16,-1-2-936 0,-1-2-1227 16</inkml:trace>
  <inkml:trace contextRef="#ctx0" brushRef="#br0" timeOffset="20662.63">15167 5436 5323 0,'-28'-15'92'0,"4"5"46"0,5 3 70 0,4 0 66 0,3 2 28 0,5 0 5 0,1 1-14 16,6 4-35-16,0 0-25 0,13-11-25 0,16 9-15 16,19 2-22-16,26 2-16 0,6 1-119 15,8 2-36-15,3 0-23 0,20 2-233 16,-28-4-170-16,2-1-172 0,-11 2-198 15,-3-8-68-15,-9 2 97 0,-12-1-750 0,-12-4-963 16</inkml:trace>
  <inkml:trace contextRef="#ctx0" brushRef="#br0" timeOffset="20895.72">15946 5167 4453 0,'-6'-8'138'0,"-1"2"11"0,3 2-13 0,4 4-15 16,0 0 30-16,0 0 83 0,0 0 57 0,13 26 27 15,5-1 0-15,0 6-5 0,7 11-11 16,0 2-20-16,-3 2-21 0,-8 0-27 16,-2-7-18-16,-8-3-18 0,-2 3-122 15,-8-3-76-15,-6-4 0 0,-4-1 0 0,-6-2 0 16,-8 4 0-16,3-10 0 0,0-4 0 16,1 1 0-16,3-11 0 0,0 1 0 0,2-4 0 15,4 0 0-15,2-4 0 0,2-2-338 16,-3 0-401-16,5 0-196 0,-1-4 74 0,3-1 87 15,-1 2-771-15,0-3-990 0</inkml:trace>
  <inkml:trace contextRef="#ctx0" brushRef="#br0" timeOffset="22013.15">17484 5184 4101 0,'-5'-5'-78'0,"5"5"50"0,-14-6 51 0,6 3 45 0,8 3 52 0,-14-7 55 15,7 3 36-15,7 4 15 0,-7-5 4 0,7 5-2 16,0 0-1-16,-11-5-22 0,11 5 0 16,0 0 10-16,0 0-12 0,27-17-14 0,-7 11-20 15,10-2-17-15,7-1-14 0,-3 3-15 16,2-2-10-16,1 4-19 0,-11 0-8 0,-4 2-10 15,-8 2-10-15,0 0-9 16,-3 6-6-16,0 4 7 0,-2 3 7 0,-7 5 18 16,-4 4 20-16,-5 10 12 0,2 3 7 15,-6 1-122-15,-1 2 0 0,-5 6 0 0,1 0 0 16,1 1 0-16,3-6 0 0,0-6 0 16,2 0 0-16,-2-2 0 0,3-7 0 0,3-5 0 15,3-4 0-15,-1 0 0 0,-1-3 0 16,2-1 0-16,-1-1 0 0,0-2 0 0,3-2 0 15,-3-1 0-15,-4-2 0 0,8-3 0 16,-13 3 0-16,0-6 0 0,-5 0 0 0,2-4 0 16,-6-3 0-16,-5-4 0 15,2 1 0-15,1-3 0 0,3 3 0 0,4 0 0 16,0-1 0-16,3 3 0 0,1-3 0 16,1-1 0-16,5-1 0 0,1 0 0 0,4-1 0 15,2 1-8-15,4-7-739 0,7-8-140 16,9 2-25-16,5-6 94 0,1-2-821 0,7 1-1077 15</inkml:trace>
  <inkml:trace contextRef="#ctx0" brushRef="#br0" timeOffset="22411.93">18020 4836 4784 0,'-2'-8'13'0,"2"8"33"0,-4-8 38 0,4 8 26 0,0 0 20 0,0 0 20 0,0 0 27 0,-21 21 6 0,16-7-25 16,-4 7 0-16,0 12-10 0,0 0 10 15,-1 2 3-15,1 5 4 0,-1 1-6 16,-2 5-12-16,3-7-14 0,2 2-5 16,-4-6-19-16,2 0-8 0,4-5-10 15,-3-6-11-15,3-3-3 0,-4-1-10 0,6-3-3 16,-5-3-2-16,5 1-9 0,1-6 0 16,-2 1 3-16,2-3 14 0,2-4 0 0,0-3-24 15,0 0-46-15,0 0 0 0,22-17 0 16,-8 1 0-16,11-3 0 0,-1 0 0 0,1 2 0 15,-2-1 0-15,-1 7 0 0,-8 4 0 16,0 0 0-16,-1 5 0 0,-4 2 0 16,-9 0 0-16,23 9 0 0,-11-4 0 15,-2 3 0-15,-3 3 0 0,0 1 0 0,4-2 0 16,-6 2 0-16,3-2 0 0,-5 0 0 16,3-1 0-16,-2-1 0 0,-3-2 0 0,2 2 0 15,3-4-4-15,-4 1-295 0,-2-5-85 16,5 6-125-16,-5-6-147 0,0 0-217 15,0 0 70-15,0 0 90 0,0 0-630 0,23-11-800 16</inkml:trace>
  <inkml:trace contextRef="#ctx0" brushRef="#br0" timeOffset="22762.02">18424 5375 3667 0,'0'0'157'0,"0"0"46"0,0 0 20 0,0 0 19 16,0 0 37-16,0 0 33 0,0 0-1 15,15 0-14-15,-15 0-29 0,0 0-22 16,24-3-22-16,-11 1-26 0,-13 2-21 0,20-2-6 16,-6 0-16-16,-3 2-17 0,-11 0-12 15,19-6-7-15,-10 4-16 0,-9 2-9 0,16-5-7 16,-10 0-8-16,-3 0-10 16,1-2-6-16,-4 7-10 0,0-14-7 0,0 14-9 15,-11-10-6-15,-3 8-15 0,1 0-16 0,-4 2 0 16,-5 2 0-16,0 3 0 0,-1 4 0 15,-6 3 0-15,6-2 0 0,5 2 0 16,0 0 0-16,7 3 0 0,-3-1 0 0,9-2 0 16,-3 1 0-16,7 1 0 0,1-2 0 15,1 1 0-15,1-1 0 0,6-1 0 0,1-1 0 16,7 3 0-16,-3-6 0 0,8 0-84 16,-4-5-170-16,4 1-117 0,4-2-136 0,0-2-151 15,1-2-219-15,3 1 83 0,-2-2 87 16,-2 2-633-16,-5 1-795 0</inkml:trace>
  <inkml:trace contextRef="#ctx0" brushRef="#br0" timeOffset="23212.98">18885 5653 3921 0,'0'0'131'0,"0"0"13"0,0 0 30 15,-22-7 16-15,22 7 0 0,-1-7-8 0,1 7-21 16,0 0-17-16,0 0-17 0,12-15-10 15,-7 9-5-15,4 2-16 0,-1-2-10 0,-8 6-6 16,14-8-5-16,-9 1-8 0,3 0-3 16,-2 0-1-16,0-1 6 0,-3-1 2 15,-1-1 5-15,2-2-10 0,-2 0-1 0,-6-2-16 16,2-4 1-16,-1 1 4 16,-5-3-11-16,3-1 11 0,-2-1 9 0,0 5 1 15,-2 0 16-15,-4 1-12 0,6 4-1 16,-2 3-16-16,-1 0-4 0,0 2-4 0,3 2-5 15,0-1-5-15,0 3-1 0,7 3-9 16,-7-7-1-16,7 7 3 0,0 0 4 0,0 0-5 16,17-8-1-16,2 6 1 0,8-3-2 15,9-2-4-15,6 2-1 0,-8 5 0 16,-5-3 18-16,0 1 11 0,-9 2 6 0,-1 2 19 16,1-1 20-16,-5 4 32 0,-2 4 7 15,-2 1-38-15,1 0-92 0,-4 4 0 0,-3 2 0 16,-1-1 0-16,2 2 0 0,-5 3 0 15,3-4 0-15,0 1 0 0,-1 1 0 0,0-3 0 16,-1 1 0-16,0-5 0 0,2 0 0 16,-1 1-359-16,-1-2-156 0,0-2-112 15,4-2-186-15,-3-3-25 0,-3-3 88 16,12 2-709-16,-12-2-907 0</inkml:trace>
  <inkml:trace contextRef="#ctx0" brushRef="#br0" timeOffset="23612.35">19666 5385 3969 0,'-1'-7'166'0,"1"7"53"0,0 0 19 0,0 0 11 0,-6-10 51 0,6 10 1 0,0 0-27 0,0 0-29 0,0 0-25 16,6-10-21-16,-6 10-18 0,16-4-12 0,0 3-22 16,-3-3-14-16,1 3-13 0,0-2-10 15,4-3-12-15,-3 3-6 0,-1-1-8 16,-1-1-9-16,-3 0-5 0,-1-2-2 0,-2 2-5 15,-1-2-9-15,-2 0-2 0,-4-1-11 16,0 8-5-16,-12-14-5 0,1 6-8 0,-6 2-4 16,-4 0-1-16,-2 6-3 15,-3 0-4-15,-1 3 3 0,2 2-5 0,2 2-4 0,1 0 1 16,-5 8 0-16,7-4 7 0,6 2 11 16,0-1 0-16,5 4-24 0,1-1 0 15,4 1 0-15,0 1 0 0,6 1 0 16,1 1 0-16,8 2 0 0,1 3 0 0,10-1 0 15,-1 0 0-15,8-2 0 0,-2-7 0 16,8 3 0-16,1-7 0 0,2-3 0 0,4 0-54 16,0-6-263-16,-2-2-97 0,5-3-96 15,-4-3-92-15,1-1-91 0,-4-4-102 0,-2-2 68 16,-1-1-660-16,-1-1-841 16</inkml:trace>
  <inkml:trace contextRef="#ctx0" brushRef="#br0" timeOffset="23794.19">20513 5296 3688 0,'9'-15'-28'15,"-4"1"88"-15,1 1 64 0,-1 4 55 0,-2 2 50 0,1-3 28 16,0 5 31-16,-4 5-6 16,1-10-21-16,-1 10-19 0,0 0 35 0,0 0 31 15,0 0-8-15,6 25-26 0,-8-3-20 16,-2 14-19-16,-5 4-23 0,1 9-22 0,-7 2-18 16,4-3-16-16,-3-3-29 0,5-7-63 15,-3-3-69-15,3-3-81 0,-2-3-93 0,5-7-86 16,1-4-88-16,4-6-91 0,-1-3-103 15,2-5-113-15,0-4-150 0,0 0 88 16,0 0-666-16,0 0-840 0</inkml:trace>
  <inkml:trace contextRef="#ctx0" brushRef="#br0" timeOffset="23965.3">20764 5132 3788 0,'2'-23'0'0,"-2"6"62"15,0 2 47-15,-2 4 42 0,4 1 27 16,-2 2 3-16,-2 1-15 0,4 0-25 0,-2 7-5 15,-4-10-30-15,4 10-49 0,2-7-43 16,-2 7-56-16,0 0-98 0,0 0-103 0,0 0-106 16,0 0-138-16,0 0-149 0,16 19 68 15,-13-9-325-15,5 0-374 0</inkml:trace>
  <inkml:trace contextRef="#ctx0" brushRef="#br0" timeOffset="24311.67">21054 5145 2731 0,'0'0'180'0,"0"-11"28"16,0 11 28-16,-5-10 31 0,5 10 6 16,-2-8-21-16,2 8-30 0,0 0-20 0,0 0-21 15,0 0-17-15,-34 12-16 16,21-2-13-16,-2 1-9 0,-7 7-16 0,6-1 5 0,3-5-16 16,3 5-16-16,0-1 0 0,5 0-6 15,1-2-1-15,4 0 9 0,4 2 33 16,1 2 40-16,7-1 9 0,1 0-1 0,-2 0 9 15,5 7 19-15,3-2 13 0,-4 0 5 16,-2-2 2-16,-2-5-6 0,-4-1 5 16,-2-1-107-16,-3-1-106 0,-2 2 0 15,-2-3 0-15,-3 4 0 0,-4-5 0 0,-7 4 0 16,-7 3 0-16,3-7 0 0,-14 2 0 16,7-1 0-16,-7-5 0 0,8-1 0 0,3-1 0 15,0-4 0-15,4-2 0 16,-5 0 0-16,4-1 0 0,-1-2 0 0,6 0 0 0,0-2 0 15,2-2 0-15,2 2 0 0,0 1-191 16,4-1-620-16,2 2-156 0,-6 0 89 16,6 1-939-16,-3 1-1246 0</inkml:trace>
  <inkml:trace contextRef="#ctx0" brushRef="#br0" timeOffset="24961.1">21816 4931 5293 0,'0'-24'2'0,"-2"3"64"0,2 6 64 0,0 3 36 0,0 2 20 0,2 2-27 0,-2 8-21 0,0 0 13 0,0 0 51 0,-10 26 25 16,-1 23 0-16,0 12 3 0,-9 30-4 16,3 6-2-16,-2 2-19 0,-2 3-21 0,2-1-16 15,0-9-161-15,2-2-7 0,4-19 0 16,-5-3 0-16,3-2 0 0,2-6 0 15,-2-8 0-15,1-14 0 0,3-4 0 0,3-2 0 16,-2-10 0-16,3-6 0 0,1-4 0 16,3-4-281-16,-1-5-118 0,4-3-67 15,0 0-55-15,0 0-53 0,0 0-56 0,4-29-78 16,5 0-1-16,5-3-619 0,2-14-783 16</inkml:trace>
  <inkml:trace contextRef="#ctx0" brushRef="#br0" timeOffset="25197.63">21784 5434 3531 0,'5'-20'-46'15,"-5"7"67"-15,4 1 58 0,-2 1 53 0,2 3 40 16,-3 1 19-16,-1 0 4 0,0 7-5 16,8-10-4-16,-2 7-3 0,-6 3 6 0,13-2 0 15,-13 2 20-15,20 8-5 0,-11-3-17 16,2 4-10-16,-3 0-3 0,0-1-11 16,-5 3-2-16,-3-1-14 0,0 2-7 0,0-1-12 15,-1 3-7-15,-5-2-12 0,0 3-11 16,-4-5-8-16,3 1-16 0,-2-1-4 0,-2-4-12 15,0 1-49-15,2-3-53 16,-1-3-59-16,10-1-63 0,-15-3-73 0,8-2-98 16,-2-2-95-16,8-6-90 0,-1 4-107 15,4-5-129-15,1-1 73 0,8-3-545 0,3-5-692 16</inkml:trace>
  <inkml:trace contextRef="#ctx0" brushRef="#br0" timeOffset="25577.66">22134 5208 3442 0,'9'-12'61'0,"1"0"58"0,0 5 26 15,-7 1 23-15,1 2 9 16,-4 4-6-16,0 0 11 0,0 0 40 0,0 0 20 16,18 25 0-16,-17-8 14 0,-1 2-21 0,0 5-15 15,-5 8-14-15,-5 4-12 16,-1-2-15-16,1-1-10 0,-4-2-19 0,2 0-14 16,-2-3-13-16,1-3-12 0,4-6-9 15,-2-5-7-15,6-2-3 0,-1-5-11 0,1-1-8 16,-1-2-8-16,6-4-10 0,0 0-4 15,0 0-16-15,0 0-17 0,-25-21-13 0,23 7-11 16,2-2-22-16,2-9-5 0,6-8-3 16,1-2 6-16,5 2 0 0,0 2 1 0,0 2 5 15,5 4 0-15,-2 2 7 0,-4 10-2 16,-1 1-5-16,-1 6 6 0,1 1 4 0,-2 5 12 16,-10 0 16-16,21 3 1 15,-10 3 7-15,0 1 0 0,-1 1-2 0,1 1-4 16,0 1-2-16,1 4 2 0,1-4-7 15,-1 0-5-15,-1-1-34 0,-1-1-41 0,4 1-55 16,-3-1-71-16,3-1-83 0,-3-2-98 16,2-1-107-16,-1-2-105 0,0-2-184 15,2 0 50-15,-1-4 74 0,0 2-484 0,3-6-603 16</inkml:trace>
  <inkml:trace contextRef="#ctx0" brushRef="#br0" timeOffset="26312.97">22883 4783 3031 0,'0'-29'84'0,"0"4"55"16,-2 4 38-16,1 4 46 0,1 1 40 0,-2 3 24 16,0 3 11-16,2 0-17 0,-2 3-40 15,2 7-22-15,0 0-11 0,0 0 25 0,0 0 7 16,-10 40 0-16,4 0-11 0,-1 11-9 16,-5 4-15-16,1 6-16 0,-2-1-3 15,-3 3-16-15,1-2-19 0,1-3-12 0,-2-4-14 16,2-3-11-16,-1-4-10 0,3-11-12 15,1-2-5-15,2-2-71 0,-1-11-16 16,0-2 0-16,5-5 0 0,-1 0 0 16,0-5 0-16,0 1 0 0,-3-2 0 0,4-2 0 15,-6-3 0-15,0-1 0 0,11-2 0 16,-23 0 0-16,8-5 0 0,2 1 0 0,-2-4 0 16,-1 2 0-16,1-2 0 0,1 1 0 15,3-1-40-15,4 0-63 0,3 2-20 0,3-4-27 16,8-1-11-16,8-3-12 0,11-5-5 15,12-10-4-15,9 5 12 0,4-2 19 0,10-1 15 16,20-9 16-16,5 0 13 0,-3-2 9 16,-6-4 12-16,0 0 8 0,-11-4 8 0,-5-3 6 15,-13 9 19-15,-4-7 12 0,-4-3 16 16,-3-1 19-16,-9 5 19 0,-2 1 23 16,-10 13 24-16,-5 3 15 0,-5 5 12 15,-2 6 0-15,-6 5-11 0,-2 4-5 16,-8 5 0-16,-7 8 10 0,-13 9 16 0,-15 12 13 15,-7 6 9-15,-12 15 13 0,-3 9-1 16,6 3-3-16,0 4-7 0,10 0-12 0,1 4-7 16,9-2-8-16,10-10-11 0,5-2-9 15,5-2-7-15,1 0-10 0,8-4-55 16,0-10-10-16,5-3 0 0,-1-3 0 0,4-10 0 16,0 0 0-16,4-7 0 0,-1-3 0 0,5-6 0 15,-2-4 0-15,0 0 0 0,26-6 0 16,1-10 0-16,6-1 0 0,4-6 0 0,6 1 0 15,-11 5 0-15,-1 1 0 16,-13 5 0-16,2 4 0 0,-7 0 0 0,-1 3 0 16,0 3 0-16,-12 1 0 0,24 5 0 15,-11 2 0-15,0 2 0 0,0 2 0 0,5 1 0 16,-5 2 0-16,3-1 0 0,-4 1 0 16,2-2 0-16,-1 1 0 0,-2-3 0 0,3-1 0 15,-3-3 0-15,1 2 0 0,-1-4 0 16,-1 0 0-16,2 0 0 0,1-4 0 0,0 0 0 15,4 0 0-15,2-2 0 0,6-4 0 16,11 0-532-16,-1-6-485 0,2 5 101 16,8-1-1031-16,7-4-1368 0</inkml:trace>
  <inkml:trace contextRef="#ctx0" brushRef="#br0" timeOffset="26780.42">24705 4742 5609 0,'-4'-36'-71'0,"3"9"55"0,1 3 75 0,-2 5 66 0,2 4 32 0,-2 1 0 0,-1 3-21 15,3 5-14-15,0 6 15 0,0 0 21 16,-17 23 4-16,3 9 11 0,-4 11 9 16,-5 8-4-16,-2 7 0 0,-2 4 0 0,-5 17-3 15,0-2-8-15,7-15-10 0,-1-1-89 16,1-3-68-16,2-2 0 0,-2-5 0 15,3-3 0-15,2-4 0 0,4-11 0 16,4-6 0-16,-1-3 0 0,6-7 0 0,2-4 0 16,1-3 0-16,0-1 0 0,2-2 0 15,2-7 0-15,0 0 0 0,0 0 0 0,0 0 0 16,27-16 0-16,-5-3 0 0,3-2 0 16,6-3 0-16,3-1 0 0,-2-4 0 15,-3 8 0-15,-2 2 0 0,-6 6 0 0,-4 2 0 16,-4 5 0-16,-2 0 0 0,2 3 0 15,-4 3 0-15,-9 0 0 0,17 9 0 16,-9-1 0-16,-5 1 0 0,1 3 0 0,-2 0 0 16,-2 1 0-16,0 1 0 0,-6 1 0 15,3 3 0-15,-5-1 0 0,-2 1 0 0,1-3 0 16,-2-1 0-16,-3 1 0 0,3-3 0 16,-3-2 0-16,-1-3 0 0,1 0 0 0,0-2 0 15,0-3 0-15,1-2 0 0,-1-4 0 16,5 1 0-16,-1-4 0 0,5-2-481 0,-2-1-365 15,10-3-92-15,1-1 97 0,1-1-888 16,8 1-1163-16</inkml:trace>
  <inkml:trace contextRef="#ctx0" brushRef="#br0" timeOffset="27144.05">24872 5308 4465 0,'10'-1'-51'0,"-2"-1"74"0,-3-1 25 0,-5 3 31 0,10-2 54 0,-10 2 40 0,0 0 39 15,0 0-5-15,0 0-1 0,26 3-17 0,-17-1-15 16,-9-2-20-16,18 3-10 0,-9-1 6 16,3 0-31-16,-12-2-12 0,25 1-6 0,-14 1-12 15,-11-2-7-15,24-2 9 16,-24 2-3-16,18 0-12 0,-18 0-3 0,18-3 6 16,-13 0-10-16,-5 3-7 0,7-7-8 15,-7 7-3-15,-1-11-9 0,1 11-7 0,-13-8-2 16,0 6-4-16,-5 4-8 0,-3 0 5 15,-4 1-9-15,-9 6-3 0,1 1-2 16,3 5 1-16,3 2-6 0,7 2 2 0,2-3 2 16,5-1-8-16,3-1 5 0,5-1-4 15,1 3 0-15,2-4 1 0,4-1 8 0,0 3-5 16,3-4-6-16,7-1-7 0,1-1-49 16,5-3-38-16,0-2-55 0,5 1-76 0,4-4-98 15,4-2-118-15,8-3-112 16,6-2-142-16,-4-1-81 0,1-5 78 0,-3-1-586 0,-3 1-740 15</inkml:trace>
  <inkml:trace contextRef="#ctx0" brushRef="#br0" timeOffset="27628.01">25873 4659 3349 0,'3'-38'24'16,"2"-1"33"-16,-5 10 52 0,-2 1 52 15,2 3 52-15,-3 7 48 0,3 2 25 0,-1 1-18 16,-1 3-35-16,0 7-17 0,2 5 14 15,0 0 18-15,-20 26 8 0,0 6-1 16,-3 18 0-16,-2 4-6 0,1 7-1 16,-6 18-21-16,-4 1-17 0,4 0-18 0,-1 1-14 15,1-5-19-15,8-15-11 0,-3-4-16 16,4 0-105-16,-3-6-27 0,4-1 0 0,3-7 0 16,4-8 0-16,2-6 0 0,0-8 0 15,6-3 0-15,-1-5 0 0,3-2 0 16,1-2 0-16,-1-4 0 0,3-5 0 0,0 0 0 15,0 0 0-15,0 0 0 0,0 0 0 16,0 0-66-16,10-29-4 0,-8 16-6 0,0-5 5 16,-4 1 21-16,-2-1-4 15,1-1 15-15,-6 0 33 0,4 5 9 0,-3 1 11 0,1 1 17 16,-3 3 12-16,2 1 6 16,1 1 1-16,2 0 1 0,1 4-2 0,4 3-3 0,-7-9 4 15,7 9-4-15,0 0-46 16,0 0 0-16,23-9 0 0,-3 4 0 0,0 0 0 15,5 0 0-15,9-2 0 0,-1-1 0 16,2 1 0-16,-9 1 0 0,-1 3 0 0,-1-2 0 16,1 0 0-16,0 1 0 0,-6 0 0 15,-2 4 0-15,-4-4 0 0,1 2 0 0,-1-1 0 16,-4 3-22-16,-9 0-328 16,16-3-99-16,-16 3-105 0,16 4-122 0,-16-4-175 0,9 2 79 15,-9-2 74-15,13 4-601 0,-8-2-757 16</inkml:trace>
  <inkml:trace contextRef="#ctx0" brushRef="#br0" timeOffset="28094.12">26197 5361 3507 0,'-30'-15'162'0,"22"10"37"0,-2-2 35 0,3 2 42 0,1 1 45 0,6 4 35 0,-16-7-9 16,16 7-25-16,-9-3-37 0,9 3-26 15,0 0-19-15,-16 7-24 0,9-2-20 0,1 2-17 16,1 2-18-16,-1 1-20 16,3 0-15-16,1 1-10 0,0 0-16 0,2 1-8 15,0-2-6-15,0-3-14 0,2 3-5 16,2-2-8-16,1 1-6 0,2-4-34 16,4 2-19-16,2-7 0 0,-1 4 0 0,2-4 0 15,5-2 0-15,-2 0 0 0,3-1 0 16,-4 2 0-16,-2-2 0 0,-1 1 0 0,1-1 0 15,-1 0 0-15,-2 1 0 16,-3-2 0-16,-8 4 0 0,15-2 0 0,-15 2 0 0,9-2 0 16,-9 2 0-16,0 0 0 15,18-2 0-15,-18 2 0 0,0 0 0 0,19 8 0 0,-8-6 0 16,-1 0 0-16,2 1 0 0,2 0 0 16,0 1 0-16,-1-3 0 0,7 0 0 15,-4-1 0-15,2 0 0 0,-3 0 0 16,0-1 0-16,-2 1 0 0,-13 0 0 0,27-3 0 15,-18 1 0-15,3-4 0 0,-1 2 0 16,0-2 0-16,-2-2 0 0,0-3 0 0,3 1 0 16,1-4-157-16,0 1-344 0,1-1-92 15,1-3-108-15,-2 1-170 0,0 1 82 16,1 1-768-16,1-1-1001 0</inkml:trace>
  <inkml:trace contextRef="#ctx0" brushRef="#br0" timeOffset="28477.41">26946 5216 4477 0,'-8'3'92'0,"1"1"22"0,1 1 39 0,6-5 57 0,-7 5 57 0,7-5 34 0,-4 7 2 0,4-7-12 0,0 0-21 16,5 10-15-16,3-6-29 0,1 2-16 15,-1 0-23-15,4-1-18 0,-1 0-18 16,1-3-15-16,1 1-14 0,-1 0-11 0,0-3-7 15,-12 0-62-15,24-1-42 0,-12-1 0 16,1-3 0-16,-4-4 0 0,2 1 0 16,-4-3 0-16,0-2 0 0,-4-1 0 15,-1 2 0-15,0-1 0 0,-4-1 0 0,0 3 0 16,-5-1 0-16,-5 3 0 0,-1 4 0 16,-6 1 0-16,-1 4 0 0,0 1 0 0,-3 4 0 15,-11 7 0-15,3 4 0 0,4 3 0 16,2 0 0-16,0 6 0 0,9-3 0 0,-4 2 0 15,9-3 0-15,4-4 0 0,0 0 0 16,6-3 0-16,-1-1 0 0,4 1 0 16,4-2 0-16,2-1 0 0,3-1 0 15,4-2 0-15,4-1-123 0,0 1-309 0,4-6-118 0,1 2-141 16,-1-4-189-16,4-4 79 0,7-2 85 16,-3 0-644-16,1-2-814 0</inkml:trace>
  <inkml:trace contextRef="#ctx0" brushRef="#br0" timeOffset="28861.22">27384 5266 4073 0,'0'0'103'0,"-15"-4"19"16,15 4 12-16,0 0 20 0,-12-2 1 0,12 2 0 16,0 0-4-16,0 0-17 15,0 0-13-15,0 0-7 0,0 0-16 0,0 0-7 16,41 7-5-16,-41-7-9 0,20 0-10 15,-20 0-5-15,23-3-7 0,-10 1-1 0,-1-1-9 16,-2-2-3-16,2-1-5 0,-5 1-4 16,0-3 2-16,1 1-10 0,-5-4-3 15,-1 0-6-15,-2 1 9 0,-2-2-15 0,-1 5 0 16,-6-3 4-16,-4 4 1 0,-3 2 15 16,-3 2 34-16,2 2 32 0,-3 2 34 0,-3 6 16 15,1 0 18-15,5 3 1 0,-8 4 5 16,6-1-6-16,5 1-12 0,3 0-13 0,2 2-12 15,3-3-12-15,2 1-13 16,2-1-10-16,2 0-92 0,2-2 0 0,2 0 0 0,4 0 0 16,-1-2 0-16,6-1 0 15,5-1-82-15,0 1-192 0,4-3-95 0,-3-2-104 16,-1-2-83-16,4 0-66 0,-1-4-71 16,-1 0-66-16,3-2 73 0,0-2-565 0,8-5-711 15</inkml:trace>
  <inkml:trace contextRef="#ctx0" brushRef="#br0" timeOffset="29311.6">27703 5267 3280 0,'11'-13'-16'0,"-4"2"83"0,-1 3 84 0,-1-2 68 16,-4 6 52-16,-1 4 47 0,4-8 36 16,-4 8 7-16,2-9-12 0,-2 9-26 0,0 0 5 15,0 0 25-15,0 0 3 0,0 0-13 16,0 0-31-16,-10 21-31 0,6-9-30 0,-1-3-21 16,1 2-170-16,0-1-60 15,0 2 0-15,1-2 0 0,1 1 0 0,-3-4 0 16,3 1 0-16,-1-1 0 0,3-7 0 15,-4 10 0-15,0-5 0 0,4-5 0 0,-1 9 0 16,1-9 0-16,0 0 0 0,0 0 0 16,0 0 0-16,0 0 0 0,0 0 0 0,26-14 0 15,-9 4 0-15,6-7 0 0,-2 5 0 16,-2 3 0-16,-4-1 0 0,0 2 0 0,-1 1 0 16,-7 2 0-16,4 3 0 0,-11 2 0 15,0 0 0-15,16 10 0 0,-12 1 0 16,-4 2 0-16,-2 4 0 0,-2 4 0 15,4-2 0-15,-1-1 0 0,-1 3 0 0,0-2 0 16,2-2 0-16,2-1 0 0,1-1 0 16,1-3 0-16,3-2 0 0,7-2 0 0,-1-3 0 15,7-3 0-15,-2-2 0 0,2-2 0 16,5 0 0-16,-2-3 0 0,5-7 0 16,3 0 0-16,-3-3 0 0,-4-2 0 0,3-1 0 15,-4-2 0-15,0 3 0 0,-8 0 0 16,-1 5 0-16,-7 2 0 0,1 0 0 0,-5 3 0 15,-3 2 0-15,0 5 0 16,-1-7-551-16,1 7-462 0,-10-5 110 0,10 5-1044 16,0 0-1366-16</inkml:trace>
  <inkml:trace contextRef="#ctx0" brushRef="#br0" timeOffset="30694.42">29283 5372 5223 0,'7'-16'-100'0,"-3"3"47"0,-1 2 42 0,1 1 54 0,-2 3 47 16,0 0 25-16,-2 7 9 0,2-8-10 0,-2 8-18 15,0 0-1-15,0 0 24 0,0 0 19 16,0 0 5-16,0 0-6 0,-13 37-12 16,5-18 1-16,-6 8 12 0,3 1 2 0,-4-1-6 15,0 2-9-15,-1-6-13 0,0 1-8 16,-2-1-6-16,1-8-3 0,5-1-8 0,-2-2-1 16,-2-4-10-16,3-1-10 15,-1-2-4-15,1-5-10 0,2-2-6 0,11 2-12 16,-23-12-28-16,16 4-26 0,0-8-32 15,7-2-19-15,5-7-12 0,4-13-12 0,12-5 0 16,5-1 0-16,1 5 10 0,-4 11 9 16,0 5 8-16,-6 0 8 0,-2 8-1 0,-5 5 7 15,0 2 5-15,-5 5 12 0,-5 3 16 16,0 0 20-16,0 0 10 0,19 21 11 0,-17-9 6 16,1 5 17-16,-2 0-18 15,3 5 3-15,2 2 1 0,1 7 2 0,2-4-8 16,1 1 9-16,3-3-10 0,1-4-3 15,-1-5 6-15,1-3 6 0,1-2-15 16,0-2 6-16,-2-6-3 0,2-1 0 0,1-2-29 16,5-2-6-16,-2-7-8 0,9-5-7 15,-1-3-4-15,0-4-5 0,-2-5-5 0,3-11-2 16,1-1-10-16,0-15-4 0,-1-1-1 16,7-21-4-16,-1-3 2 0,2-6-2 0,0-5 7 15,0-1 8-15,1-2 4 0,-9 4 1 16,-5 24 8-16,-4 2 24 0,-1 9 16 15,-13 10 18-15,1 8 14 0,-5 8 5 0,1 7 8 16,0 3-5-16,-6 5-3 0,1 2-7 16,-5 8-4-16,8 2 0 0,-30 12 3 15,-5 20 22-15,-1 11 9 0,-10 22 22 16,2 10 15-16,3 10 7 0,1 0-6 0,8 6-7 16,0 2-4-16,10-1-11 0,15-18-6 15,2-2-4-15,10 0-6 0,0-5-4 0,10-6-6 16,1-7-7-16,4-8-2 0,-1-13-1 15,4-7 0-15,-1-9-3 0,10-2-4 0,-6-6-30 16,-1-8-5-16,3-2 0 0,15-8 0 16,6-6 0-16,-1-4 0 0,-1-5 0 0,-3-5 0 15,0-8 0-15,-5-4 0 16,15-17 0-16,-6-7 0 0,-3-3 0 0,-2-7 0 0,-3-2 0 16,-4-3 0-16,-4-1 0 15,-13 17 0-15,3 3-32 0,-13 8 5 0,-4 14 0 16,-1 10-2-16,-2 7 1 0,-6 9 11 15,-1 5-6-15,-6 8 18 0,11 0 14 16,-47 29 14-16,10 12 13 0,-1 9 27 0,-9 21-6 16,6 11-57-16,2 3 0 0,7 2 0 15,6 2 0-15,12-15 0 0,9-2 0 0,5 0 0 16,5-3 0-16,9-7 0 0,1-8 0 16,0-6 0-16,0-13 0 0,-2-6 0 0,3-6 0 15,1-7 0-15,-2-6 0 16,3-5 0-16,-2-1 0 0,2-4 0 0,-2-2 0 15,2-3 0-15,-3 1 0 0,-1 0 0 0,-1 0 0 16,-3 0-117-16,-5 4-365 0,-5 0-151 16,0 0-206-16,0 0-27 0,0 0 98 15,0 0-758-15,0 0-970 0</inkml:trace>
  <inkml:trace contextRef="#ctx0" brushRef="#br0" timeOffset="32560.33">17556 6456 4378 0,'-2'-18'178'0,"2"3"65"0,0 5 53 0,0 1 3 0,0 0-5 0,0 9-8 0,0-11-53 16,0 11-45-16,0-9-36 0,0 9-13 16,0 0 27-16,0 0 28 0,0 0 0 0,16 31-8 15,-7-10-17-15,2 8-12 0,1 1-13 16,1 4-11-16,-1-5-6 0,3 0-92 15,-1-4-35-15,-3-4 0 0,-2-5 0 0,0-3 0 16,-2-1 0-16,0-4 0 0,-3 1 0 16,4-2 0-16,-2-2 0 0,1-3 0 0,-7-2 0 15,0 0 0-15,36-9 0 16,-20 1 0-16,8-8 0 0,1-5 0 0,2-2 0 0,3-8 0 16,3-4 0-16,-5-1 0 15,1-2 0-15,-2 1 0 0,0-3 0 0,-2 4 0 16,-9 8 0-16,2 5 0 0,-7 5 0 15,-4 5 0-15,3 3 0 0,-6 2 0 0,0 3-435 16,-4 5-149-16,0 0-85 0,0 0-190 16,0 0 44-16,0 0 90 0,0 0-671 0,-6 29-848 15</inkml:trace>
  <inkml:trace contextRef="#ctx0" brushRef="#br0" timeOffset="33209.78">18160 6539 4259 0,'0'0'194'0,"0"0"3"16,0 0 14-16,0 0 31 0,0 0 23 15,0 0 12-15,0 0-3 0,0 0-1 0,0 0-20 16,0 0-22-16,33-8-23 0,-21 6-20 16,3 1-18-16,-2-1-16 0,0 0-15 0,3-2-13 15,-5 1-13-15,7-2-9 0,-5 0-9 16,-2 1-7-16,-1-3-8 0,3 2-30 0,-6-1-50 15,0-1 0-15,-4 0 0 0,-1-2 0 16,-2 9 0-16,0-12 0 0,0 12 0 0,-10-10 0 16,1 7 0-16,9 3 0 15,-29 1 0-15,8 3 0 0,1 4 0 0,-13 8 0 16,7 3 0-16,-1 4 0 0,4 5 0 16,1-1 0-16,9 5 0 0,2-2 0 0,8-5 0 15,5-4 0-15,-1 2 0 0,9-3 0 16,1-2 0-16,8 2 0 0,8-5 0 0,-2-4 0 15,-3-4 0-15,3-2 0 0,2-4 0 16,0-2 0-16,-3-4 0 0,9-3 0 16,-3-5 0-16,-1-1 0 0,-2-1 0 0,0-4 0 15,-7-1 0-15,1-1 0 0,-1-4 0 16,-8 0 0-16,-1 3 0 0,-2 1 0 0,-4 0 0 16,-3-3 0-16,2 4 0 0,0 1 0 15,-4 6 0-15,0-1 0 0,0 2 0 16,0 3 0-16,0-1 0 0,-2 3 0 0,-2 3 0 15,4 4 0-15,-4-4 0 0,4 4 0 16,0 0 0-16,-5-5 0 0,5 5 0 16,0 0 0-16,0 0 0 0,15-7 0 0,-2 5 0 15,4 0 0-15,4 2 0 0,-6 0 0 16,6 2 0-16,1 3 0 0,-4 4 0 0,1 1 0 16,-1 2 0-16,1 8 0 0,-6 4 0 15,-2-1 0-15,-3-5 0 0,-3 5 0 16,-2-3 0-16,3 3 0 0,-4-4 0 15,-2 0 0-15,1-1 0 0,-1-2 0 0,-1-2 0 16,2-1 0-16,-1-1 0 0,0-1 0 16,0-3 0-16,2 1 0 0,0-3 0 0,-2 1-164 15,2-1-467-15,-2-6-146 0,5 5-119 16,-5-5 78-16,0 0-850 0,0 0-1105 0</inkml:trace>
  <inkml:trace contextRef="#ctx0" brushRef="#br0" timeOffset="33744.29">19374 5958 4955 0,'0'-29'103'0,"0"5"50"0,-1 5 67 0,1 4 55 0,-2 1 12 0,2 6-14 0,0-1-30 16,-2 6-26-16,2 3 24 0,0 0 33 0,-7 37 6 16,-6 13-15-16,-3 8-19 0,-5 8-87 15,-10 15-159-15,1 4 0 0,-3-2 0 0,3-1 0 16,3 0 0-16,7-21 0 0,0-3 0 15,3-6 0-15,0-2 0 0,5-14 0 16,3-2 0-16,-2-5 0 0,2-7 0 0,6-5 0 16,-3-3 0-16,4-2 0 0,2-3 0 15,-3-3 0-15,3-2 0 0,0-4 0 0,0 0-129 16,0 0-309-16,0 0-28 0,0 0-5 16,0 0 15-16,2-33 35 0,-2 16 45 15,-4-5 42-15,0 0 63 0,0 0 67 16,-2 1 66-16,0 2 68 0,-1 2 71 0,2 2 45 15,-3 3 32-15,2 0 22 0,0 3 9 16,2 1 6-16,3 3 3 0,-3-1 12 0,4 6 10 16,-6-8 1-16,6 8 10 0,0 0 3 15,0 0 5-15,8-8-12 0,-1 6-13 0,9-2-13 16,2-1-13-16,7-3-8 0,9-4-12 16,5 0-10-16,-3 1-5 0,2-1-4 0,-4 0-11 15,0 1-1-15,-9 3-10 16,-3 3-5-16,-8 1-8 0,0 3 0 0,-1 1 18 15,-4 3 4-15,4 2 13 0,-4 5 7 16,-2 4-1-16,1 1-2 0,-4 4-5 0,0 5-6 16,-2-5-6-16,-2 4-8 0,-2 1-8 15,2-3 4-15,-4 4-10 0,0-2-29 0,1-1-60 16,-2-5-65-16,3 0-76 0,0-1-95 16,1-5-116-16,1 1-128 0,-2-2-164 0,2-3-83 15,0 0 74-15,0-7-657 0,2 7-820 16</inkml:trace>
  <inkml:trace contextRef="#ctx0" brushRef="#br0" timeOffset="33927.83">19618 6478 3673 0,'2'-24'208'0,"2"3"61"0,-4 4 35 0,0 1 42 0,0 5 21 16,-2-1 7-16,0 2-21 0,2 1-31 15,0 9-44-15,0-12-41 0,0 12-72 0,0-10-86 16,0 10-85-16,0 0-108 0,0 0-122 15,0 0-157-15,0 0-160 0,0 0-186 0,18 22 1 16,-15-15 84-16,3 1-551 16,1 4-668-16</inkml:trace>
  <inkml:trace contextRef="#ctx0" brushRef="#br0" timeOffset="34143.19">19805 6456 3651 0,'-15'-2'157'0,"1"4"33"0,3 1 45 15,-2 2 41-15,-4 5 40 0,0 2 11 16,-2 9-8-16,-3 1-14 0,6 4-16 0,-2 1-24 16,5 0-22-16,-1 2-21 0,5-4-28 15,6-3-18-15,-3-1-20 0,1-4-18 0,3 0-24 16,2-3-45-16,2-2-48 0,1 0-56 16,1-4-76-16,1 1-87 0,5-4-115 0,4-2-149 15,-3-1-143-15,8-4-190 16,-1-1 45-16,4-4 71 0,8-3-585 0,3-2-723 15</inkml:trace>
  <inkml:trace contextRef="#ctx0" brushRef="#br0" timeOffset="34777.32">20282 6584 3410 0,'0'0'192'15,"-23"-2"61"-15,23 2 24 0,0 0 22 0,0 0 21 16,-13-4 10-16,13 4-8 0,0 0-33 15,0 0-31-15,0 0-28 0,0 0-21 0,0 0-25 16,0 0-16-16,21-12-20 16,-14 7-17-16,4 3-18 0,1-2-18 0,-1-2-11 15,-1 0-8-15,2-1-8 0,-3 0-1 16,-2 0-4-16,2 0-10 0,-6 2 1 0,3 0-8 16,-6 5-6-16,0 0-9 0,0 0 0 15,-16-9 2-15,16 9-8 0,-30 16-1 0,-1 1-3 16,-5 11 0-16,-2 1-1 0,0 6 3 15,8-2-4-15,1 2 2 0,8-6-1 0,3 2-7 16,4-3 2-16,4-5 2 16,6-3-3-16,2-6 4 0,4-2-2 0,2 1 8 15,4-4-18-15,3-2-6 0,6-2 0 16,2-3 0-16,8-2 0 0,1-4 0 0,10 0 0 16,5-7 0-16,-5 0 0 0,8-7 0 0,-3-2 0 15,2-3 0-15,-6-2 0 0,1-4 0 16,-2-2 0-16,-6-2 0 0,2 2 0 15,-12 6 0-15,-3 3 0 0,2 2 0 0,-10 6 0 16,0 2 0-16,-4 4 0 0,-1 4 0 16,-5 1 0-16,-1 3 0 0,0 0 0 0,0 0 0 15,0 0 0-15,-23 19 0 0,18-9 0 16,-1-1 0-16,3-1 0 0,-2 2 0 0,3 3 0 16,2-1 0-16,2 2 0 0,1 1 0 15,0 4 0-15,5 2 0 0,-5-5 0 16,1 5 0-16,2-4 0 0,-3 2 0 15,-3 1 0-15,0-2 0 0,-3 2 0 0,-5 1 0 16,-5 6 0-16,-1 0 0 0,-7-4 0 16,3 0 0-16,-4-3 0 0,-2-1 0 0,0-3 0 15,-3-3 0-15,-2-1 0 0,0 0 0 16,5-5 0-16,0-2 0 0,1-2 0 0,5-1 0 16,-3-2 0-16,6-3 0 0,-3-2 0 15,7-4 0-15,3-5 0 0,0 2 0 0,8-5-1046 16,8-1 89-16,6-11 102 0,0 4-959 15,8 2-1241-15</inkml:trace>
  <inkml:trace contextRef="#ctx0" brushRef="#br0" timeOffset="35044.26">21800 6324 5352 0,'-26'-3'72'0,"-5"3"50"0,-9 11 80 0,-11 11 59 0,-5 13 37 0,-10 19 24 0,3 11 9 16,4 7 11-16,5 1-38 0,9 4-20 15,5 3-25-15,3 0-217 0,19-14-42 0,0-1 0 16,7-3 0-16,7-4 0 0,4-11 0 16,2-4 0-16,4-6 0 0,-1-2 0 0,7-7 0 15,-2-7 0-15,-1-5 0 16,3-6 0-16,1-2 0 0,-2-3-316 0,3-3-215 15,1-2-82-15,-2-2-156 0,6 0-71 16,-3-6 96-16,3 1-745 0,-1-5-936 0</inkml:trace>
  <inkml:trace contextRef="#ctx0" brushRef="#br0" timeOffset="36143.83">21958 6793 4041 0,'2'-12'110'0,"1"2"28"0,-1 1 4 0,0 1 5 0,-2 3 9 0,0 5 11 0,5-7 13 16,-5 7 11-16,0 0 4 0,0 0 11 15,0 0 1-15,23 14-14 0,-15-1-12 0,-5 1-15 16,1 3-8-16,0 0-14 0,-2 2 0 16,-4 0-4-16,0 0-9 0,-2 2-7 0,1-1-10 15,-1-4 2-15,-2-3 7 16,2-1 2-16,-2 0 2 0,3-3-2 0,-1-4-6 15,-4 0-38-15,5-1-81 0,3-4 0 16,-14-2 0-16,14 2 0 0,-13-12 0 0,7 0 0 16,2-4 0-16,2-2 0 0,4-6 0 15,4-1 0-15,0 4 0 0,3-8 0 0,-2 9 0 16,2 3 0-16,-4 5 0 0,1 3 0 16,-1 4 0-16,1 3 0 0,-6 2 0 0,0 0 0 15,17 7 0-15,-11 0 0 0,3 3 0 16,0 1 0-16,0 2 0 0,2-2 0 0,-3 0 0 15,1 4 0-15,-1-4 0 16,-1 0 0-16,2-3 0 0,-6 0 0 0,5-3 0 0,-5 0 0 16,3-1 0-16,-1-1 0 15,-2 1 0-15,5 0 0 0,-8-4 0 0,0 0 0 16,16-4 0-16,-4-3 0 0,5-1 0 16,0-4 0-16,1 2 0 0,0-3 0 0,2 5 0 15,-5-2 0-15,-2 3 0 0,-1 3 0 16,0 1 0-16,-3 3 0 0,-9 0 0 0,18 5 0 15,-8 2 0-15,0 1 0 0,-1 0 0 16,3 0 0-16,-5 2 0 0,3 1 0 0,0-2 0 16,-3-1 0-16,0-2 0 15,3 2 0-15,-4-4 0 0,3 0 0 0,1 2 0 0,-2-4 0 16,1-1 0-16,-9-1 0 0,19-3 0 16,-7-1 0-16,-1-2 0 0,1 4 0 15,-1-2 0-15,-2 0 0 0,1 0 0 16,0 1 0-16,-3 2 0 0,-7 1 0 0,16-5 0 15,-11 5 0-15,-5 0 0 0,17 2 0 16,-17-2 0-16,17 3 0 0,-9 1 0 0,2 0 0 16,-5 0 0-16,7 1 0 0,-5 0 0 15,1 1 0-15,0-1 0 0,3-1 0 16,-6 2 0-16,7-3 0 0,-1 2 0 0,3-3 0 16,-3 0 0-16,2-2 0 0,3 0-434 15,3-2-236-15,-2-1-130 0,4-2-59 0,2 1 78 16,-6-2-799-16,15-1-1023 0</inkml:trace>
  <inkml:trace contextRef="#ctx0" brushRef="#br0" timeOffset="36358.58">23267 6609 4691 0,'5'-17'133'0,"-3"5"47"0,0 2 44 0,-6 5 39 0,4 5 39 0,0 0 31 0,-28 17 10 0,-5 16-19 0,-4 8-11 15,-12 19-17-15,1 9-16 0,-3 11-13 0,-2 8-25 16,-3 2-242-16,6 3 0 0,2 2 0 15,-1-3 0-15,4-5 0 0,5-9 0 0,2-10 0 16,7-16 0-16,6-6 0 16,9-15 0-16,0-1 0 0,5-10 0 0,3-9 0 15,2-2-119-15,2-6-298 0,2-3-71 16,2 0-51-16,0 0-92 0,0 0-153 0,12-29 32 16,-2 7 78-16,1-11-614 0,3-2-747 15</inkml:trace>
  <inkml:trace contextRef="#ctx0" brushRef="#br0" timeOffset="36529.62">22833 6815 3457 0,'0'-20'111'0,"-2"4"61"0,2 4 34 0,0 4 17 0,-1 1 17 15,1 7-1-15,0-10-6 0,0 10-3 16,0 0-17-16,0 0-11 0,0 0-28 16,0 0-20-16,3 25-15 0,3-13-40 15,0 0-49-15,0 4-57 0,-1-1-68 0,3 2-87 16,2 1-112-16,1-5-121 0,2 3-146 15,1-4-160-15,2-3 69 0,2 1-509 16,1-2-609-16</inkml:trace>
  <inkml:trace contextRef="#ctx0" brushRef="#br0" timeOffset="36926.76">24223 6568 3456 0,'11'-32'151'0,"-1"-2"27"16,3-1 27-16,-2 6 37 0,-3 7 39 15,-2 5 38-15,-2 3 11 0,-3 4-22 16,3 2-30-16,-2 6-26 0,-2 2-1 16,0 0 18-16,-11 51-4 0,-7 2-13 0,0 9-17 15,-13 18-34-15,-1 9-16 0,-2 4-20 16,-3 4-15-16,-1 2-13 0,0-5-56 0,-3-3-81 16,2-5 0-16,1-4 0 0,0-7 0 15,9-19 0-15,1-8 0 0,1-2 0 0,6-7-131 16,6-13-136-16,3-9-88 15,5-6-81-15,3-5-75 0,2-6-85 0,2 0-116 0,0 0-31 16,9-17 66-16,3 0-603 0,3-11-739 16</inkml:trace>
  <inkml:trace contextRef="#ctx0" brushRef="#br0" timeOffset="37175.37">24131 6849 3422 0,'8'-12'53'0,"-6"3"81"16,-1 1 33-16,-1 2 23 0,4 0 27 0,-4 6 20 15,10-5 18-15,-10 5-16 0,15 0-14 16,-15 0-16-16,19 7-24 0,-7 0-14 0,-2 2-12 16,1 1-17-16,-4 3-14 0,1-1-7 15,-2 5-10-15,0-5-24 0,-6 2-11 0,0 1 7 16,-2 0-13-16,-6 4 1 16,0-5-10-16,-1 1-2 0,-4-1 12 0,-1-2-10 15,-1 0-16-15,1-4-26 0,1 1-40 16,0-4-47-16,0-4-62 0,1 1-78 0,2-2-103 15,10 0-89-15,-14-13-95 0,14 6-113 16,1-5-106-16,7-7 63 0,8-4-527 0,8 1-642 16</inkml:trace>
  <inkml:trace contextRef="#ctx0" brushRef="#br0" timeOffset="37492.97">24457 6799 3160 0,'6'-6'144'0,"-2"1"71"15,-4 5 41-15,2-5 22 0,-2 5 7 16,0 0 5-16,0 0-5 0,0 0-4 0,0 0-10 15,0 0-4-15,-13 19-22 0,8-9-24 16,-2 4-21-16,3 1-17 0,-2 3-19 16,4-2-13-16,1 1-17 0,1 0-12 15,0-1-27-15,0-3-9 0,1 3-6 0,5-3-5 16,-2-3-11-16,1 0-2 0,4-1-3 16,0-3-2-16,-2 0-9 0,5-1-4 0,-1-4-8 15,2 1-1-15,-1-2-1 0,-3 2-10 16,-9-2 2-16,25-5-19 0,-17 0-6 0,-1-1-5 15,2-4 0-15,-8 0-16 0,5-5 4 16,-4 1-13-16,-2-3-14 0,0-2-23 16,0 0-29-16,-2-1-20 0,-2 3-35 15,2 1-40-15,-1 3-56 0,-2-2-68 0,-1 5-83 16,1 2-71-16,-2 0-89 0,3 3-144 0,-3 2 10 16,7 3 67-16,-3-5-483 15,3 5-577-15</inkml:trace>
  <inkml:trace contextRef="#ctx0" brushRef="#br0" timeOffset="37841.51">24701 6725 3171 0,'0'0'126'0,"0"0"59"16,0 0 61-16,0 0 50 0,0 0 40 0,0 0 24 15,0 15-5-15,-3-5-25 0,-2 4-25 16,-1 3-28-16,3-1-23 0,-3 1-27 16,4 3-27-16,-1-2-19 0,1 0-19 0,0 0-20 15,0 1-21-15,2-6-32 0,2 1-27 16,0 1-29-16,3-1-23 0,1-6-35 15,-1 0-23-15,4 0-27 0,0-3-32 0,0-1-23 16,0-3-23-16,4 1-17 0,-13-2-14 16,21-2-7-16,-10-1 5 0,0 0 18 0,1-3 14 15,1 0 14-15,-2-2 20 0,3-1 29 16,-1 0 31-16,-1 0 24 0,1 1 31 0,-1-1 20 16,-3 2 20-16,-4 2 8 0,5-3 5 15,-4 8 14-15,-6 0 17 0,9-3 1 16,-9 3-3-16,10 9-8 0,-9-2-7 0,-1 2-3 15,0 2-3-15,-1 3-11 0,-3-1-23 16,-2 2-31-16,5 0-41 0,-3-1-47 16,-3-2-68-16,7 0-105 0,-3 0-103 0,-1-3-124 15,2-1-145-15,2-2-2 0,0-6 67 16,4 9-394-16,-4-9-447 0</inkml:trace>
  <inkml:trace contextRef="#ctx0" brushRef="#br0" timeOffset="38008.72">25042 6738 2921 0,'2'-22'187'16,"-2"2"23"-16,2 3 7 0,0 5 1 15,-2 1-5-15,0 3-19 0,2 0-22 16,-1 0-24-16,-1 1-55 0,2 2-70 0,-2 5-102 16,2-7-110-16,-2 7-114 0,0 0-143 0,0 0-141 15,0 0 50-15,0 0-298 16,14 12-321-16</inkml:trace>
  <inkml:trace contextRef="#ctx0" brushRef="#br0" timeOffset="38424.11">25145 7037 2324 0,'-8'1'185'0,"8"-1"53"0,-9 4 10 0,9-4 7 15,0 0 2-15,0 0-6 0,-10 0-19 16,10 0-18-16,0 0-19 0,0 0-24 15,0 0-19-15,0 0-18 0,0 0-19 0,29-9-11 16,-21 4-12-16,-1-2-5 0,1-1-7 16,-1-2-6-16,1-4-2 0,2-2 7 0,-1-1 15 15,-4-3 14-15,4 1 5 0,-4-2 6 16,1 3 11-16,-4 1-2 0,1 5-7 0,-3-1-13 16,2 5-9-16,0-3-19 0,-2 4-5 15,0 7-12-15,-5-8-1 0,5 8-6 0,-6-2-8 16,6 2-8-16,0 0-7 0,0 0-2 15,0 0 1-15,0 0-1 0,0 0-12 0,0 0 0 16,19 15 2-16,2-13-2 16,0 1 14-16,2-3 31 0,2 2 30 0,-1 2 15 15,-3 2 21-15,1 1 23 0,-6 3 19 16,0 6 20-16,-5 1-156 0,-6 1-36 0,0 1 0 16,-3-2 0-16,-2 7 0 0,-4 0 0 15,1 0 0-15,2-1 0 0,-3-4 0 0,0 2 0 16,2-4 0-16,1-2 0 0,1-3 0 15,0 2 0-15,0-4-246 0,0 0-376 0,3-2-118 16,-1-2-140-16,0-2 78 0,-2-4-865 16,0 7-1103-16</inkml:trace>
  <inkml:trace contextRef="#ctx0" brushRef="#br0" timeOffset="39209.17">26168 6927 4612 0,'6'-6'63'0,"-6"6"37"0,0 0 23 0,0 0 35 0,0 0 35 0,0 0 47 15,-17 21 24-15,11-10 6 0,-2-2-15 16,5 0-16-16,-1 4-33 0,2 0-19 15,6 3-17-15,0-1-14 0,3 2-17 0,5-3-13 16,3-1-12-16,6-2-10 0,8 1-11 16,-3-4-11-16,1-4-11 0,2-4-12 0,0-1-4 15,-4-2-12-15,6-5-1 0,-4-1-15 16,-6 1-27-16,-3 0 0 0,-6-3 0 0,-1-1 0 16,0 2 0-16,-8-4 0 15,1 0 0-15,-4 1 0 0,-4-5 0 0,-1-2 0 16,-4-2 0-16,4 1 0 0,-8-4 0 15,1 5 0-15,3 5 0 0,-2 3 0 0,-3 1 0 0,-1 5 0 16,-1 0 0-16,3 3-261 16,0 1-78-16,0 2-95 0,13 0-95 0,-22 5-96 15,13-5-180-15,9 0 49 0,-7 6 82 16,7-6-608-16,0 0-740 0</inkml:trace>
  <inkml:trace contextRef="#ctx0" brushRef="#br0" timeOffset="39491.74">26654 6756 3643 0,'11'-4'115'0,"0"1"51"0,-11 3 39 15,9 0 41-15,-9 0 60 0,0 0 20 16,-2 17 13-16,-2-4-10 0,-1 5-23 0,-4 5-26 16,2 6-25-16,-2 2-27 0,0 0-23 15,-2 0-18-15,6-6-32 0,-3-7-19 16,5-1-13-16,-1-3-10 0,-1-2-10 0,4-3-5 16,1-1 1-16,-2-1 17 0,2-7-4 15,-2 9-112-15,2-9 0 0,0 0 0 16,0 0 0-16,0 0 0 0,17-26 0 0,-5 7 0 15,5-6 0-15,10-12 0 0,2-4 0 16,5-2 0-16,2-10 0 0,11-15 0 0,1-2 0 16,-2 10 0-16,-10 11 0 0,-2 7 0 15,-1 5-48-15,-10 12-212 0,-5 6-57 16,-4 1-77-16,-1 10-55 0,-6 3-53 0,2 2-52 16,-4 3-87-16,-5 0-82 0,9 8 46 15,-9-1-556-15,2 3-696 0</inkml:trace>
  <inkml:trace contextRef="#ctx0" brushRef="#br0" timeOffset="39661.18">26624 6852 3786 0,'-20'1'196'0,"9"3"15"0,0-2 27 0,11-2 20 16,-12 0 19-16,12 0-20 0,0 0-32 16,0 0-28-16,0 0-39 0,0 0-67 15,0 0-79-15,0 0-99 0,39-6-150 16,-15 2-166-16,15-2-185 0,-3 2-107 0,5-3 73 15,8 1-492-15,-1 2-582 0</inkml:trace>
  <inkml:trace contextRef="#ctx0" brushRef="#br0" timeOffset="39944.4">27438 6653 3565 0,'-2'-9'283'0,"2"9"14"0,0-10-3 0,0 10 3 16,0 0-2-16,0 0 2 0,0 0 8 15,0 0-2-15,4 31-25 0,-1-5-28 0,5 8-21 16,2-2-27-16,-3 4-20 0,1-1-18 16,1-4-14-16,1 0-16 0,-3-4-15 15,-1-8-12-15,-1-2-25 0,-1-2-8 16,3-1-8-16,-4-4-5 0,1 0-4 0,0-3-2 16,1-2-10-16,4 1-45 0,-2-5 0 15,-7-1 0-15,18 0 0 0,-5-1 0 0,1-6 0 16,4-2 0-16,-2-3 0 0,9-5 0 15,-1-4 0-15,-3-2-83 0,1-4-56 0,3-9-39 16,-4 7-48-16,0 0-67 0,-4 2-99 16,1 3-122-16,-6 5-136 0,1 4-157 15,-6 4 79-15,2 1-694 0,-2 3-873 0</inkml:trace>
  <inkml:trace contextRef="#ctx0" brushRef="#br0" timeOffset="40607.53">28309 6938 4410 0,'0'0'257'15,"0"0"4"-15,-7 6 6 0,7-6 18 0,0 0 6 16,0 0-7-16,0 0-6 0,0 0-21 16,11 10-24-16,-8-8-22 0,-3-2-23 0,23 6-17 15,-13-5-19-15,-10-1-14 16,21 0-19-16,-21 0-24 0,17 0-17 0,-17 0-21 15,17-1-10-15,-17 1-6 0,11-4-7 16,-5 0-9-16,-6 4-13 0,3-6-12 0,-3 6 0 16,0 0 0-16,0 0 0 0,-13-8 0 15,13 8 0-15,-30 9 0 0,1 4 0 0,-1 2 0 16,-1 2 0-16,6 5 0 0,-7 7 0 16,9 0 0-16,3 0 0 0,4 0 0 0,5 0 0 15,4-8 0-15,2 0 0 0,5-3 0 16,0-1 0-16,6-2 0 0,2-1 0 0,1-3 0 15,5-2 0-15,1-2 0 0,4-4 0 16,1-1 0-16,3-2 0 0,6-2 0 0,5-1 0 16,0-4 0-16,3-2 0 15,-8-2 0-15,-1-2 0 0,-5 3 0 0,2-5 0 16,-8-3 0-16,4-3 0 0,-6-4 0 16,-4 5 0-16,-1 1 0 0,2-8 0 0,-5 5 0 15,-1 2 0-15,-5 6 0 0,1 3 0 16,-2-1 0-16,0 3 0 0,-2 2 0 0,2 7 0 15,-9-10 0-15,4 8 0 0,5 2 0 16,-14-5 0-16,14 5 0 0,-11-2 0 16,11 2 0-16,0 0 0 0,0 0 0 0,0 0 0 15,16-7 0-15,0 2 0 0,5 0 0 16,2 2 0-16,1-2 0 0,3 1 0 0,-4 2 0 16,-1 2 0-16,-2 2 0 0,-3 2 0 15,5 1 0-15,-6 5 0 0,-4-1 0 16,-1 6 0-16,-3 2 0 0,-3-2 0 15,0 1 0-15,-3 1 0 0,-2 2 0 0,0 1 0 16,-2-3 0-16,-3-1 0 0,5 1 0 16,-1-3 0-16,-1 0 0 0,2-3 0 0,-2 0 0 15,2-4 0-15,-2 2 0 0,4-3-296 16,-2-6-118-16,4 7-96 0,-4-7-108 0,0 0-143 16,0 0-41-16,21-5 89 0,-12-2-674 15,5-6-839-15</inkml:trace>
  <inkml:trace contextRef="#ctx0" brushRef="#br0" timeOffset="41141.37">29647 6282 4114 0,'2'-25'111'0,"-1"11"50"0,1 3 39 0,-2 3 38 0,2 1 35 0,-2 7-2 0,0-9-24 16,0 9-21-16,0 0 5 0,0 0 12 15,-16 52-6-15,2-5-15 0,-4 11-15 16,-14 17-17-16,-4 5-18 0,-4-2-15 0,-3-1-14 15,0 2-16-15,-1-1-10 0,6-6-12 16,5-16-12-16,3-5-11 0,1-3-58 16,4-4-24-16,1-4 0 0,7-10 0 15,1-7 0-15,5-4-82 0,4-3-65 0,-1-5-40 16,5-4-43-16,-2 2-45 0,3-5-48 16,2-4-42-16,0 0-26 0,0 0-18 0,0 0-4 15,0 0 0-15,0 0 24 0,2-31 30 16,-2 15 52-16,-2-3 63 0,-2-3 68 0,1 0 76 15,-3 2 71-15,1-2 65 0,-6 3 45 16,4 6 43-16,2-1 19 0,-1 4 17 0,0-2 8 16,0 2-2-16,2 3 0 0,1 2-6 15,1-2-3-15,2 0 1 0,0 7 3 0,3-9-9 16,7 4-11-16,5 0-11 0,5-3-16 16,12-1-14-16,2-3-5 0,2 2-13 15,-2-2-12-15,1 5-4 0,-1-2 1 16,-7 4 9-16,-4 1 14 0,-6 2 1 0,-2 0 9 15,1 12 5-15,-5-6 13 0,-4 6 4 16,1 3 1-16,-4 3-10 0,-2 1-10 16,-4 3-14-16,0 4-8 0,-6 9-6 0,3-8-14 15,-1-1-10-15,-1 7-45 0,-4-6-45 16,6-6-56-16,-1-1-60 0,1-3-63 0,-3-1-80 16,4 0-87-16,2-3-81 0,-4 1-107 15,5-7-150-15,1 0 39 0,0-5 77 0,0 0-485 16,1 6-562-16</inkml:trace>
  <inkml:trace contextRef="#ctx0" brushRef="#br0" timeOffset="41290.89">29608 6948 2942 0,'8'-27'165'0,"-2"8"75"0,-3 1 35 0,1 4 15 0,-2 5 9 0,0-3-19 0,0 6-27 0,-2-1-28 0,0 7-25 15,0-8-45-15,0 8-60 0,0 0-81 0,0 0-106 16,0 0-137-16,0 0-151 0,0 0-160 15,0 0-105-15,0 0 57 0,1 25-419 16,3-17-481-16</inkml:trace>
  <inkml:trace contextRef="#ctx0" brushRef="#br0" timeOffset="41990.8">29928 6913 3132 0,'-7'-6'229'15,"-3"1"22"-15,1 3 8 0,9 2 27 16,-18 2 28-16,18-2 30 0,-18 9-21 0,6-1-22 16,-1 7-29-16,0-1-17 0,1 0-29 15,-3 9-20-15,1-4-21 0,7-2-15 16,1-1-22-16,2-1-8 0,1 1-21 0,1-5-12 16,-1 1-20-16,1-3-15 0,2-1-7 15,2 1-14-15,-2-9 4 0,7 11-8 16,-7-11-7-16,7 6-9 0,-7-6-10 15,7 2-5-15,-7-2-3 0,0 0-6 0,0 0-1 16,22-8 1-16,-22 8-1 0,0 0 6 16,0 0 0-16,3-6 1 0,-3 6 0 0,0 0 0 15,0 0 5-15,0 0 6 0,0 0-1 16,-43 12 4-16,33-7-4 0,1 2-3 0,3 0-2 16,-1 1-1-16,2 2-1 0,1-3 1 15,2-1 1-15,2 0 6 0,0-6-3 0,6 12 0 16,-1-7 4-16,8-1-4 0,-2-2-17 15,4 0-4-15,4-2 0 0,2-2 0 0,2-1 0 16,2-3 0-16,7 0 0 16,4-8 0-16,0 1 0 0,2-1 0 0,9-7 0 15,-2-1 0-15,-5-6 0 0,4 1 0 16,-6-1 0-16,2-4 0 0,-4 3 0 0,-11 7 0 16,0 1 0-16,-6 5 0 0,-7 5 0 15,-3 1 0-15,-3 6 0 0,-5-2 0 0,-1 6 0 16,0 0 0-16,0 0 0 0,0 0 0 15,-25 16 0-15,14-5 0 0,-4 1 0 0,2 2 0 16,2 1 0-16,2-3 0 0,4-1 0 16,3 2 0-16,2-1 0 0,4-2 0 15,-1 4 0-15,8 3 0 0,0 0 0 16,-2-1 0-16,3 2 0 0,-3 1 0 0,-2-2 0 16,4-3 0-16,-8 1 0 0,1-1 0 15,-2 0 0-15,-4-3 0 0,-2 4 0 16,1-2 0-16,-8-1 0 0,4 0 0 0,-2-2 0 15,-3 1 0-15,-1-2 0 0,-1-1 0 16,-1-1 0-16,0-4 0 0,0 1 0 0,-1-3 0 16,-1-1 0-16,4-1 0 0,-2-1 0 15,-1-3 0-15,5-2 0 0,0-1 0 0,4-1 0 16,4-8-266-16,5 0-669 0,8-12-4 16,6-4 101-16,15-10-935 0,8-4-1203 15</inkml:trace>
  <inkml:trace contextRef="#ctx0" brushRef="#br0" timeOffset="42173.95">30895 6505 4560 0,'16'-12'-106'0,"0"4"102"0,-3 4 84 0,-3 8 79 0,-1 2 57 0,3 8 58 0,0 13 51 0,-1 6 38 0,-6 6 29 0,-3 3 25 0,-2 4 10 0,-6 11-17 16,-1 4-24-16,-10 3-94 0,-4-2-292 16,-14 11 0-16,3-16 0 0,-12 9 0 15,5-20 0-15,-6-4 0 0,4-2 0 0,-4-6 0 16,4-3 0-16,-3-6 0 0,4-1 0 15,7-8 0-15,-3-3-559 0,2-4-429 16,7-4 88-16,6-2 96 0,3-1-876 16,0 2-1116-16</inkml:trace>
  <inkml:trace contextRef="#ctx0" brushRef="#br0" timeOffset="43923.05">4047 7510 4894 0,'-11'-12'-10'0,"3"-2"24"0,0 4 32 0,6-3 19 0,0 4 11 0,4-1 4 0,3-3 14 0,2-1-1 15,2 2-6-15,7 0-14 0,1 6-3 16,2-1-9-16,-2 3 0 0,2 4-5 15,-1 3-9-15,2 3-3 0,1 1-5 16,-4 2-2-16,-1 1-8 0,-5 1 1 0,1-2 1 16,-5 4-3-16,-3-3 0 0,1 2-4 15,-6-2 4-15,1 0 10 0,-2 2 1 0,-2-4 5 16,0 3 7-16,-3-1 7 0,0-2 1 16,0 2-7-16,3-4 0 0,-3 1-10 0,3 0-4 15,-1 0-2-15,2 2-4 0,1-1 4 16,0 2 6-16,4 3-5 0,-2 0-4 15,5 3 3-15,-2-3-2 0,1 3-3 0,0-1-23 16,0-1-4-16,-3-2-3 0,1-1 16 16,0 1 6-16,0 1 16 0,-2-5 8 15,-2 0 11-15,-2 4 13 0,-1-4 4 16,-1-1-2-16,-4 0-9 0,-3 0-6 0,-3-2 3 16,0 0-16-16,-4-2-1 0,2 1-5 15,-7-3-7-15,2-1-2 0,-4 0-9 0,0-1-44 16,5-3-64-16,-1-1-60 0,2-2-75 15,1-6-92-15,6 1-121 0,-2-13-131 0,12 1-188 16,4-2-10-16,10-9 80 0,3-10-584 16,10-1-729-16</inkml:trace>
  <inkml:trace contextRef="#ctx0" brushRef="#br0" timeOffset="44307.47">4108 7062 3336 0,'-20'-3'-137'0,"-2"3"33"0,-1 3 24 0,-11 12 13 0,-8 3 23 16,-2 11 16-16,-1 8 12 0,2 5 30 16,-9 15 9-16,0 4 29 0,4 7 6 0,4-2 11 15,5 3 1-15,2 1 9 0,11-15-1 16,8-4-5-16,4 2 30 0,13-6-8 0,7 7 1 16,9-4-3-16,12-3-1 0,14-7-14 15,7-3-5-15,11-7-8 0,4-5-6 16,4-6-5-16,3-7-6 0,9-9 0 15,-3-1 5-15,5-6-16 0,-4-9 12 0,-12-6 22 16,-2-6 31-16,-10-1 21 0,-8-3 23 16,-6-6 16-16,-11-5-5 0,-9-7 2 15,-9-7-12-15,-10-9-15 0,-13-2-14 0,-16-20-15 16,-3 2-5-16,-14 1-14 0,-3 4-6 16,-3 9-12-16,-2 7-5 0,11 25-15 0,-3 8-2 15,-1 8-8-15,2 13-3 0,0 8-13 16,-10 7-40-16,1 12-36 0,7 5-51 0,4 8-43 15,7 4-67-15,9 5-72 0,7 5-63 16,12-6-77-16,6 2-163 0,16 4-71 16,8-5 62-16,11-2-395 0,3-3-473 0</inkml:trace>
  <inkml:trace contextRef="#ctx0" brushRef="#br0" timeOffset="44674.02">6035 7740 2803 0,'2'-12'52'0,"-2"-1"38"0,2 1 42 15,-2 2 31-15,0 0 41 0,-2 4 25 0,2 6 13 16,-2-15-12-16,2 15-24 0,0-6-25 16,0 6-10-16,0 0-13 0,0 0 1 15,-4 24-10-15,2-5-20 0,-2 2-4 0,2 5-14 16,0 2-10-16,-2 12-9 0,4-4-12 16,-1 6-7-16,-1-6-7 0,2-4-3 0,0-6-13 15,-2-1-9-15,2-1-56 16,-2-6-50-16,2 3-57 0,-2-5-72 0,-1 1-83 15,1-3-71-15,-2-4-93 0,2-3-140 16,-1-1-49-16,3-6 48 0,-2 6-386 0,2-6-445 16</inkml:trace>
  <inkml:trace contextRef="#ctx0" brushRef="#br0" timeOffset="44940.36">5974 7765 2707 0,'2'-23'55'0,"0"1"52"0,1 2 36 0,3 0 43 16,-1 0 18-16,4-1 4 0,6-7 2 15,2 2-6-15,3 4-9 0,5 2-11 0,0 2-17 16,-2 8-18-16,2 3-7 0,-4 6-15 16,0 2-12-16,2 4-13 0,0 2-5 15,-4 4-6-15,-2-1-5 0,-4 2-1 16,-6 0-3-16,0 0-6 0,-1 0-2 0,-5 1-6 16,-1-1 1-16,-1-3-8 0,-3 3-4 15,-3 2-12-15,0-2-5 0,0-2 0 16,-3 2-7-16,-4-4-5 0,3 4-6 0,-1-4-36 15,-1-1-56-15,-1-1-57 0,-2-1-84 16,3 1-106-16,-1-5-119 0,5 1-187 0,9-2-53 16,-14-3 54-16,14 3-454 0,0 0-547 15</inkml:trace>
  <inkml:trace contextRef="#ctx0" brushRef="#br0" timeOffset="45343.13">6555 7815 3129 0,'7'-8'93'0,"1"-1"42"0,-2 1 16 16,-2 4 26-16,2-1-1 0,-1 2-11 0,-5 3-7 15,0 0-9-15,25 4-6 0,-14 4-11 16,5 5-10-16,-5 1-10 0,1 1-4 0,-3 3-6 16,-3 4-8-16,-3-5-4 0,-1 0-5 15,-4 2 2-15,-1 1 11 0,-5-3 5 16,-1 3 0-16,-8 4-11 0,1-8-3 15,3 0-5-15,-2-4-9 0,-1-1-8 0,-3-1-6 16,4-3-7-16,0-4-7 0,-2-1-4 16,1 0-9-16,0-4 3 0,0-3-6 0,3-4-7 15,1 1-2-15,5-11-9 0,1-1-2 16,4-3-1-16,2-2 1 0,4 3-3 0,1 2-4 16,1 2-2-16,2 3 2 0,-2 1-4 15,3 4 9-15,-2 5-9 0,4 2 6 16,-2 3 2-16,-9 0 3 0,28 8-1 0,-15-1-2 15,5 3 1-15,1 2-3 0,0-1 2 16,6 6-6-16,2-4-15 0,1 2-50 16,1-3-60-16,1-1-59 0,-5-4-106 15,-3-2-91-15,-2-3-107 0,-1-2-135 0,-2 0-52 16,-3-2 55-16,1 0-459 0,-2-5-548 16</inkml:trace>
  <inkml:trace contextRef="#ctx0" brushRef="#br0" timeOffset="46041.01">7048 7391 3240 0,'-1'-35'121'0,"-3"7"36"16,2 3 34-16,0 0 31 0,-1 5 23 15,1 4 5-15,0 3-17 0,2-1 0 16,0 6-29-16,0 8-21 0,0 0 0 0,0 0-10 16,7 32-14-16,-5 7-8 15,2 15-13-15,-1 9-12 0,-3 6-13 0,6-1-14 16,0 2-11-16,-2 2-1 0,2-6-12 15,-3-2-1-15,-1-3-11 0,-2-15-1 0,0-3-12 16,-2-7-6-16,-3-6 3 0,3-8-8 16,0-6 5-16,-2-1-7 0,-2-3-5 0,0-4-5 15,-5-1-4-15,2-3-4 0,-3-1 5 16,-1-6-11-16,13 3-10 0,-37-9-23 0,11-5-24 16,1-2-22-16,-1-2-16 15,3 0-11-15,-1 2 1 0,6 2-10 0,6 4-17 16,3 3-28-16,1-1-29 0,6 4-19 15,2-2-3-15,6 2-8 0,7-4-20 0,8-1-30 16,12-3-33-16,9 2 21 0,21-1 58 16,13-3 34-16,22-3 18 0,6-2 17 0,2-2 12 15,-2 1 14-15,-6-6 10 0,-10-3 13 16,-23 1 5-16,1-15-15 0,-21 2-7 16,-13-5 3-16,-7-4 13 0,-10-3 10 0,-8-6 27 15,-3-4 28-15,-10 0 34 0,-1 7 42 16,-6 4 37-16,-3 7 40 0,-1 14 15 0,-2 3 13 15,0 7 5-15,0 7-8 16,-2 9 10-16,5 10 19 0,-10 9 5 0,2 11-2 16,-3 14 7-16,2 7-14 0,6 8-14 15,4 5-14-15,3 7-8 0,4-2-15 0,7-2-10 16,1-2-11-16,5-4-12 0,5-2-9 16,-2-17-12-16,1 0 0 0,-4-7-7 0,6-6-2 15,-8-7-3-15,1-3 34 0,0-4 26 16,-1-1 3-16,1-4-11 0,-4-5-11 0,10 1-6 15,-10-1-12-15,0 0 9 0,22-10 12 16,-10 4-2-16,-1-3 5 0,3 1 4 16,-3 2 8-16,0 1-13 0,2 3-1 15,-13 2 7-15,20 0 10 0,-8 4-6 0,-1 1-6 16,3 2-33-16,-3 2-75 0,2 1 0 16,3 3 0-16,-4-1 0 0,6 1 0 15,1-2 0-15,5 5 0 0,5-5 0 0,3 1 0 16,-5-6 0-16,-2-3-183 0,2 0-194 15,-2-1-102-15,-5-2-116 0,1 0-146 0,1-5-56 16,-4 2 69-16,0-1-731 0,-3-2-909 16</inkml:trace>
  <inkml:trace contextRef="#ctx0" brushRef="#br0" timeOffset="46459.07">10183 8045 3920 0,'-2'-7'-86'0,"0"1"44"0,1 0 36 0,1 6 37 0,-2-8 32 0,2 8 17 15,3-9 20-15,9 3 21 0,13 2 17 0,22-4 9 16,25 0-3-16,39 3-13 0,23 5-13 15,16-1-6-15,25 6-14 0,60 6-32 16,7 9-22-16,11 2-31 0,7 4-40 16,-9 3-45-16,-12-2-57 0,-20 2-69 0,-67-8-62 0,-18-2-95 15,-20-4-150-15,-43-5-81 0,-19 1 43 16,-18-7-313-16,-18 1-341 0</inkml:trace>
  <inkml:trace contextRef="#ctx0" brushRef="#br0" timeOffset="46723.95">12729 8003 2648 0,'-5'-8'169'0,"5"8"-1"0,0 0-1 16,0 0 6-16,0 0 2 0,0 0 16 0,32 18 6 16,-7 1 0-16,4 2-3 15,5 7-12-15,0 3-19 0,2 0-13 0,-6 1-18 16,-6-6-14-16,-7-1-9 0,-2 2-8 15,-10-6-4-15,-2-2-13 0,-7-3-7 0,-8 3-2 16,-7 3-13-16,-5-3-6 0,-3 0-15 16,-5-4-37-16,1 1-65 0,-4-6-92 15,3-1-119-15,3-4-133 0,7-2-188 0,1-3-52 16,3-3 60-16,4-1-441 0,-2-2-500 16</inkml:trace>
  <inkml:trace contextRef="#ctx0" brushRef="#br0" timeOffset="48340.74">15157 8226 2919 0,'7'-11'15'0,"-6"-1"31"0,1 3 22 0,2 1 31 0,-2-1 35 0,0 2 33 16,-1 2 20-16,-1 5 14 0,2-11-7 15,-2 11-22-15,0-8-14 0,0 8-17 0,0 0-11 16,0 0-9-16,0 0 32 0,0 0-10 16,-3 35-9-16,-5-15-12 0,2 12 14 0,-2 1-6 15,-1 0-12-15,4 0-15 16,-4-1-7-16,2 0-5 0,1-6-13 0,3-2-5 0,-5-2-11 15,5 1-2-15,-4-3-9 0,3-5-5 16,1 2-9-16,-3-3-6 0,2-3 1 16,1-3-50-16,-4 2-49 0,5-4-58 15,-1 1-68-15,-3-3-110 0,6-4-110 0,-9 0-129 16,9 0-160-16,0 0 47 0,-12-14-512 16,8 3-632-16</inkml:trace>
  <inkml:trace contextRef="#ctx0" brushRef="#br0" timeOffset="48575.62">15133 8083 3388 0,'-6'-5'-12'0,"-2"1"31"0,4 1 19 16,4 3 36-16,-3-6 37 15,3 6 24-15,0 0-4 0,0 0-10 0,7-10-13 16,1 7-13-16,2 1-8 0,1-1-13 15,5 3-6-15,-2-2-8 0,2 2-25 0,4 0-72 16,0-1-97-16,-4 4-86 0,0-3-113 16,-3 2-161-16,1-1-69 0,-5 1 47 0,-2 1-244 15,-7-3-251-15</inkml:trace>
  <inkml:trace contextRef="#ctx0" brushRef="#br0" timeOffset="48856.3">14691 8732 2162 0,'-13'11'139'16,"2"-4"18"-16,6-1-4 0,-1-2 30 16,5-1 27-16,1-3 32 0,0 0 12 0,-2 5-13 15,2-5-24-15,0 0-21 0,26 4-15 16,-2-4-22-16,5 0-17 0,15 0-13 0,0-2-13 15,2 4-10-15,-3-4-12 0,2 4-8 16,-11-2-9-16,-5-2-10 0,-3 2-26 16,-3 0-39-16,-6 0-33 0,0-2-29 15,-5 2-53-15,-1-1-59 0,-4-3-44 0,2 1-40 16,-4-1-43-16,-5 4-68 0,8-10-90 16,-8 3-107-16,1 0 37 0,1 1-253 0,-2-1-268 15</inkml:trace>
  <inkml:trace contextRef="#ctx0" brushRef="#br0" timeOffset="49407.87">15567 8136 2394 0,'2'-19'127'0,"0"6"24"0,0 4 17 0,-2 2 15 0,0 2 2 0,0 5-20 0,0 0-11 0,0 0 51 15,0 0 27-15,-11 31 2 0,-3 3-14 16,-3 12-5-16,2 3-14 0,0 1 0 0,-7 1-17 16,1-2-10-16,3 1-23 0,-3-4-13 15,-1-2-11-15,7-7-17 0,5-4-10 16,-1 0-8-16,2-4-17 0,3-4-8 16,-2-5-42-16,4-3-64 0,-1-1-60 0,1-3-64 15,-1-1-73-15,1-1-53 0,1-5-43 16,1 2-62-16,2-8-74 0,0 0-93 0,0 0-33 15,0 0 44-15,0 0-319 0,12-25-351 16</inkml:trace>
  <inkml:trace contextRef="#ctx0" brushRef="#br0" timeOffset="49539.78">15359 8615 2245 0,'0'-12'-25'15,"0"1"33"-15,-1 3 33 0,-1 0 29 16,2 4 31-16,0 4 27 0,-2-10 19 0,2 10-5 16,5-7-12-16,-1 1-18 15,5 2-11-15,7-2-11 0,5-2-28 0,13 3-70 16,6-3-88-16,6 1-117 0,0 0-170 15,-2 0-111-15,-1 3 38 0,3 2-123 0,2-3-80 16</inkml:trace>
  <inkml:trace contextRef="#ctx0" brushRef="#br0" timeOffset="49723.06">16499 8407 1810 0,'0'0'272'0,"0"0"-24"16,0 0-21-16,0 8-19 0,0-8 5 15,-12 17 12-15,3-3-18 0,2 3-20 0,-3 2-17 16,0 1-18-16,3 4-14 0,0 7-14 16,4-6-14-16,-3-4-42 0,3 3-81 0,-3-4-103 15,2 0-103-15,1-4-115 0,3-1-137 16,-4-3-71-16,4-3 35 0,-3-1-227 16,3-4-225-16</inkml:trace>
  <inkml:trace contextRef="#ctx0" brushRef="#br0" timeOffset="49840.48">16631 8358 2040 0,'9'-26'18'0,"-4"1"3"16,4 7 1-16,-6-1-4 0,5 5-1 15,-5 3-8-15,1 1-29 0,6 1-62 16,-2 3-73-16,1 1-122 0,0 1-271 16,5 4-51-16</inkml:trace>
  <inkml:trace contextRef="#ctx0" brushRef="#br0" timeOffset="50176.04">16941 8276 1729 0,'0'0'127'0,"0"0"-8"15,-7 13-4-15,7-13 9 0,-12 6 11 0,2 0-3 16,3 0 1-16,0 2-14 0,-4 1-6 0,0 2-11 16,6 1-2-16,-4-1-8 15,8 2-2-15,-5 2-14 0,6 1-5 0,4-1-10 16,-1 1-2-16,6 4-9 0,-2-1-7 15,2 0-2-15,3-2-6 0,-2 1 2 0,1 1-6 16,-3-2 27-16,-1-3 35 0,-1 2 25 16,0-1 27-16,-5-2 33 0,-1-1 21 0,0-2 13 15,-3 2 11-15,-3-2-7 0,-1 0-21 16,-5 1-16-16,1 0-19 0,-2-2-14 0,-3 0-11 16,1-2-24-16,0-1-6 15,0 1-13-15,-3-3-13 0,2 1-11 0,5 0-26 16,0-3-62-16,11-2-77 0,-17 0-102 15,8-6-132-15,1 1-141 0,3-3-170 0,4-4-61 16,2-2 57-16,4-6-503 0,12-9-616 16</inkml:trace>
  <inkml:trace contextRef="#ctx0" brushRef="#br0" timeOffset="50922.45">18191 7933 3175 0,'-4'-19'113'0,"-1"-3"44"0,-4 7 27 15,-5-1 28-15,3 1 33 0,-3 2 27 16,3 4-11-16,1 2-20 0,-2 5-8 16,12 2-10-16,-26 16-13 0,5 9-20 15,-4 15-9-15,4 9-27 0,3 6-15 0,-2 6-16 16,4-1-7-16,4 1-9 0,-3 2-8 16,1-1-7-16,3-4-20 0,-1-1-5 0,-1-6-14 15,2-2-9-15,1-14 0 0,0-3-1 16,-1-3 0-16,1-9-22 0,3-2 7 0,-2-3 8 15,-5-1-29-15,3-6-17 0,-3 1-14 16,-3-4-13-16,1-2-6 0,2-3-5 16,-8-3-5-16,-1-2-1 0,5-4-4 0,-11-6-11 15,2-2-3-15,2-4-2 0,4 1 5 16,6 3 4-16,1 3 5 0,7-1 1 0,3 5-1 16,4-1-3-16,4-3-11 0,12 1-11 15,12-7-26-15,18-1-41 0,7-1-68 16,10-2-61-16,23-8-52 0,0-1-53 0,-5-3-15 15,3-1 21-15,0 2 48 0,4 0 129 16,4-7 90-16,-5-3 14 0,-11-3 11 16,-9 2 22-16,-21 9 37 0,-10-4 25 0,-9 0 32 15,-10 9 19-15,-8 1 25 0,-7 6 32 16,-4 3 0-16,-5 4 3 0,-12-3-4 16,-6 4 20-16,-6 7-3 0,-1 4 18 15,1 3 4-15,-6 6 10 0,-4 9 5 0,-10 11-3 16,3 7-6-16,3 6 5 0,-12 17-13 15,3 5-11-15,16-8-12 0,4 3-11 0,3 0-8 16,5 2-11-16,2-1-9 0,10 2-7 16,5-6-7-16,4-8-4 0,5-2-8 0,4-4-1 15,1-9-7-15,3-8-5 0,0 0 2 16,-1-8-2-16,5-2 11 0,1-1 10 0,3-8 17 16,0-3 19-16,8-4 22 0,2-2 11 15,3-5 29-15,-9 3 21 0,-2 5 25 0,-5-1 3 16,-3 2-11-16,-1 1-19 0,-1 2-20 15,-8 2-6-15,0 0-6 0,13 14-36 0,-9-4-109 16,-2 2 0-16,2 3 0 16,-1 2 0-16,1-3 0 0,3 3 0 0,2-1 0 15,-2 1 0-15,6 1 0 0,5-7 0 16,-1 2 0-16,14-3 0 0,-4-4 0 0,0-4 0 16,4-2 0-16,9-2 0 0,-7-2 0 15,-7 2 0-15,-2-3 0 0,0 0 0 0,-7 1 0 16,0 1 0-16,-3-1 0 0,-3 1-193 15,1 0-364-15,-5-2-134 0,2 1-190 0,1-1 59 16,3 0 100-16,2-5-749 16,6 2-919-16</inkml:trace>
  <inkml:trace contextRef="#ctx0" brushRef="#br0" timeOffset="52023.27">20113 8240 3698 0,'1'-18'-202'0,"3"0"59"0,2 1 45 0,-1 2 56 0,1-1 51 0,-1 4 48 16,2 0 46-16,-4 2 34 0,1 0 23 16,0 2 16-16,-2 2 12 0,-2 6-7 0,3-12-20 15,-3 12-17-15,0 0 14 0,0 0 39 16,0 0 23-16,-9 39-11 0,-2-4 17 15,-5 9-5-15,3 8 3 0,-2 3-24 16,-2 3 10-16,1 0-21 0,3 0-14 0,1-6-13 16,0 0-22-16,-1-5-11 0,2-10-10 15,4-5-28-15,0-1-12 0,-2-7-5 0,6-5-12 16,-3-5-2-16,4-3-6 0,-1 1-5 16,1 0-6-16,0-5 2 0,2-2-7 0,0-5 4 15,0 0-11-15,0 0-7 0,0 0-5 16,0 0 1-16,0 0-5 0,0 0 2 15,16-22-10-15,-8 6-13 0,-2-4-6 0,2 0 4 16,-3-13-5-16,-1 6-16 0,0 3 9 16,-4 0-13-16,-4 0 1 0,-2-7 0 15,-5 0 5-15,-4 3-5 0,-4 2-2 0,-2 3 4 16,-8 2 3-16,-1 4 15 0,-3 5-10 16,-3 3 1-16,4 8 4 0,3 1 1 15,-9 7 2-15,2 5-3 0,1 5 9 0,-1 12-2 16,6 1 2-16,3 5 0 0,10-2 6 15,5 1-2-15,3-1 6 0,7-4-4 0,4-4 3 16,7 10-2-16,7-6 1 0,3 0 3 16,2-4 3-16,6-1 2 0,1-7-5 15,5-2 2-15,-3-3-2 0,-1-6-3 16,-5-2-7-16,-3-2-18 0,0-2-34 0,1-4-25 0,-6 2-29 16,4 1-39-16,-6-2-42 15,-2 3-60-15,-1-2-69 0,-11 2-73 0,16 0-75 16,-16 0-97-16,11-2-141 0,-11 2 51 15,0 0-566-15,20 2-687 0</inkml:trace>
  <inkml:trace contextRef="#ctx0" brushRef="#br0" timeOffset="54705.45">19889 8601 3317 0,'-18'2'-59'0,"2"4"28"0,-9 8 26 0,-6 3 26 0,1 4 19 0,-6 4 11 0,5-4 21 0,1-1 9 0,3 3 0 16,6-1-7-16,4-5-7 0,8-4 4 15,2 0-8-15,4 0-5 0,3-8 8 16,2 5 1-16,4-4-9 0,5 0-3 0,9-4-7 16,5-4 3-16,16-2-10 0,3-3-1 15,5-6-5-15,2 0-3 0,-3-3-6 0,-12-1 0 16,7-3-3-16,-14-2-2 0,-4-2-6 15,-2-2 13-15,-5-3 7 0,-5-3 1 16,-8 1-9-16,-5 4 5 0,-3 2-5 0,-6-6 1 16,-7 7-8-16,3 9-2 0,-7 4 0 15,-2 4 0-15,-3 9-2 0,-12 5-3 0,-12 10 0 16,3 6-1-16,7 2 1 16,1 4-2-16,11-4 0 0,6 1 1 0,6-1 0 15,3-4-4-15,6-3 3 0,4-2-1 16,4-3 4-16,4 1 6 0,2-2 4 0,7 0-1 15,4-2 0-15,4-4-2 0,3-3 1 16,6-1-4-16,-3-2 0 0,14-5-3 0,-4-1-1 16,-1-4-4-16,-2 2 2 0,-6-4-1 15,-8 1 8-15,-2 1 9 0,-6-3 3 0,-4 0-1 16,0-2-2-16,-7 0-3 0,-1-2-5 16,-4 0 0-16,2 1-4 0,-5 1-1 0,-3-1-4 15,1 5-2-15,-3-1-1 16,-1 6-4-16,-1 0 0 0,-1 4-23 0,0 2-32 15,-1 2-31-15,-1 2-55 0,0 4-65 16,4 0-70-16,-2 1-89 0,6 1-162 0,3-2-81 16,4 1 56-16,0-3-353 0,8 2-382 15</inkml:trace>
  <inkml:trace contextRef="#ctx0" brushRef="#br0" timeOffset="55707.33">21097 8102 2251 0,'-3'-9'-141'0,"-5"1"14"0,5 2 12 0,-4 5 13 0,7 1 13 0,-7-4 2 0,7 4-9 15,0 0-30-15,0 0-73 0,0 0-199 0,0 0 91 16</inkml:trace>
  <inkml:trace contextRef="#ctx0" brushRef="#br0" timeOffset="57122.15">20816 8693 1407 0,'-9'-3'178'0,"9"3"6"0,-11-9 1 0,8 6 10 0,-3-1 23 0,6 4 9 15,-7-7-9-15,7 7-18 0,-7-6-22 16,7 6-13-16,-4-5-22 0,4 5-9 0,0 0-12 16,-3-6-5-16,3 6-12 15,0 0 4-15,-2-5-1 0,2 5-7 0,0 0-1 16,0 0 7-16,0 0 8 0,-7-5 7 16,7 5 7-16,0 0-4 0,0 0-5 0,-8-4-8 15,8 4-8-15,0 0-4 0,0 0-2 16,0 0-3-16,0 0-2 0,-8-4-1 0,8 4 0 15,0 0-2-15,0 0-4 0,0 0-2 16,0 0-4-16,0 0-7 0,0 0-2 16,0-5-12-16,0 5-7 0,0 0-3 15,0 0-11-15,0 0-1 0,0 0-4 0,0 0-3 16,2-12-3-16,-2 12-3 0,0 0-1 16,0 0-1-16,0 0-5 0,1-6 0 0,-1 6 2 15,0 0-8-15,0 0-2 0,2-6-1 16,-2 6 0-16,0 0 0 0,0 0-5 0,0 0 5 15,3-8-2-15,-3 8-4 0,0 0 2 16,0 0-4-16,0 0 0 0,0 0-5 0,0 0 1 16,0 0-2-16,0 0-38 0,0 0-41 15,0 0-46-15,0 0-54 0,0 0-49 0,0 0-68 16,0 0-52-16,0 0-58 16,0 0-83-16,0 0-142 0,0 0 5 0,0 0 60 0,0 0-380 15,0 0-430-15</inkml:trace>
  <inkml:trace contextRef="#ctx0" brushRef="#br0" timeOffset="57921.58">20882 8603 2538 0,'0'0'25'0,"-2"8"16"0,2-8-2 0,-2 7 30 0,2-7 34 0,0 0 52 16,0 9 34-16,0-9 23 0,0 0 11 15,8 5 0-15,-3-1-7 0,-5-4-17 16,14 4-14-16,-5-2-19 0,3-2-20 0,-2 0-9 16,-10 0-13-16,22-2-10 0,-8 0-14 15,-1 0-4-15,-1-2-14 0,-3 2-9 0,0-5 7 16,1-1 1-16,1-1-1 0,-3-2-8 16,-5-2-9-16,-1-1-2 0,0 1-9 0,-4 1-5 15,-3-5 0-15,-3 6-7 0,-3-2-6 16,-6 5-6-16,-1 3-1 0,-4 5 1 0,-7 2-8 15,-8 6 8-15,-10 11 2 16,4 6-1-16,2 0 4 0,7 4 7 0,5 2 5 16,6-5-1-16,9 1 0 0,3 0-2 15,2-3 3-15,7-3 3 0,2-4 6 0,4 0-2 16,4 2-8-16,2-1 3 0,7 2-13 16,7-4-2-16,-1-4 3 0,8-2-1 0,-3-3-6 15,-3-2-7-15,2-3-9 0,4 0-49 16,-3-4-59-16,3 0-64 0,7-3-81 15,-4 0-104-15,2-5-93 0,-2-3-106 16,-2-1-168-16,3-2 38 0,1-11 75 0,0 0-486 0,1-7-556 16</inkml:trace>
  <inkml:trace contextRef="#ctx0" brushRef="#br0" timeOffset="58354.07">21630 8032 3017 0,'3'-29'53'15,"1"6"59"-15,-4 3 55 0,2 3 51 16,-2 2 31-16,0 3 16 0,0 2-19 0,0 1-17 15,0 9-24-15,0 0 12 0,0 0 24 16,-12 26 3-16,1 12-30 0,-6 16 10 0,-1 5-8 16,1 5-3-16,2 2-14 0,-1 2-13 15,4 0-18-15,-1-5-15 0,-1 1-15 16,3-7-14-16,-1-5-10 0,4-13-10 0,3 0-11 16,-5-7-10-16,9-6-6 0,-6-7-9 15,5-4-7-15,0-3-4 0,1-2-9 0,-1 1-1 16,2-5-6-16,0-6-2 0,2 9-6 15,-2-9-5-15,0 0-28 0,0 0 0 16,0 0 0-16,0 0 0 0,9-21-31 16,-9 8-13-16,-4 1-4 0,0-4 6 0,-3 5-15 15,-2 0 13-15,-5 3-6 0,-4 6 1 16,-4 2 11-16,-5 5 4 0,-9 5 6 0,2 6 5 16,0 1 1-16,5 2-1 0,3 1 3 15,3-1 5-15,1 3 8 0,9-6-5 0,3 0-1 16,5-4 7-16,1-2-8 15,4-2 7-15,2 1 0 0,1-1 3 0,4-2-4 16,2-4-27-16,2 2-39 0,5-4-42 16,4 2-47-16,5-5-51 0,9-2-54 0,3-5-61 15,1 1-53-15,-2-5-38 0,0 0-45 0,-2-3-36 16,9-4-12-16,-12 4 6 0,-7-1 50 16,0 0-598-16</inkml:trace>
  <inkml:trace contextRef="#ctx0" brushRef="#br0" timeOffset="58721.49">21574 8738 2703 0,'9'-12'-65'0,"-1"3"53"0,-5 2 47 0,-3 0 38 16,0 7 43-16,0-7 41 0,0 7 15 15,0 0 2-15,0 0 0 0,-9-4-8 0,9 4-8 16,0 0-7-16,0 0-12 0,0 0-10 16,0 0-9-16,-13 11-8 0,13-11-9 0,0 7-3 15,0-7-8-15,0 0-5 16,6 11-7-16,-6-11-4 0,7 3-6 0,2 0-6 16,-9-3-7-16,18 2-4 0,-7 0-8 15,-11-2-3-15,27-4-3 0,-17 4-2 0,-10 0-5 16,17-1-2-16,-17 1-5 0,0 0 2 15,15 5 29-15,-13 2 39 0,-2 3 24 16,-2 4 12-16,-4 6 23 0,-11 14-4 0,-2 10-1 16,-4 2-1-16,-1 7 5 0,-3 0 5 15,-2 0 2-15,1 0-12 0,1-2-15 0,0-2-13 16,2-4-10-16,0-3 14 0,3-6 0 16,4-7 2-16,2-2-7 0,-2-6-3 0,5-1-79 15,1-7-37-15,-1 1 0 0,1-3 0 16,-1-1 0-16,-2-2 0 0,-2-1 0 15,0-4 0-15,-2-1 0 0,0 0 0 0,-3-6 0 16,6 1 0-16,-4-2 0 0,6-5 0 16,-4-2 0-16,9-5 0 0,1-4-96 15,8-5-410-15,0-9-121 0,12-4-180 0,7-9-32 16,1 2 78-16,5 2-788 0,8-1-993 16</inkml:trace>
  <inkml:trace contextRef="#ctx0" brushRef="#br0" timeOffset="59339.44">21908 8820 4508 0,'0'0'103'0,"0"0"16"0,0 0 24 0,0 0 25 0,0 0 24 0,0 0 10 0,0 0-22 0,0 0-4 16,0 0-25-16,0 0-8 0,0 0-13 0,0 0-16 15,0 0-10-15,0 0-9 0,0 0-13 16,13 2-4-16,-13-2-9 0,19-7-18 0,-8 3 2 15,3-1-14-15,-1-2 8 0,-2 1-23 16,-1-2-5-16,-3 2-1 0,1 0-5 0,-3 1-10 16,-5 5-4-16,7-6-5 15,-7 6-2-15,0 0-1 0,0 0 3 0,0 0 2 16,-43 15-5-16,25-5 6 0,-7 7 4 16,0-1-11-16,6-1 6 0,6-1-6 0,-1 0 10 15,5-3 0-15,-1 1-2 0,5 0 3 16,-2-3 2-16,7-1 2 0,-2 2 4 0,6-3 0 15,5-1-3-15,0 0 4 0,2-1-3 16,6-4-1-16,5-1-2 0,4-1 2 0,9-4-1 16,1-4-2-16,1 1-7 0,1-4-9 15,9-5 0-15,-4-3-1 0,-6 3 6 0,3-9 1 16,-4-3-6-16,-2-2 5 0,-4-5-3 16,-8 7 6-16,-3 0 1 0,-4 4-3 15,-6 5 3-15,-1 7 0 0,-6 3-2 16,2 0 1-16,-4 6 2 0,0 4-3 0,0 0-1 15,0 0 1-15,0 0-5 0,0 0 7 16,-25 14 2-16,19-6 1 0,3 3-4 0,3-3 5 16,0 2 1-16,2 4 0 0,1 0 5 15,5 4 3-15,-1 1 19 0,1 2 20 0,3-1 16 16,-3-1 14-16,-3 3 24 0,4-1 14 16,-4 0 1-16,-1-3 16 0,-2 1 8 0,-2 1 9 15,-4 2-1-15,-1-4-4 16,-6 3-98-16,2-4-47 0,-6 6 0 0,-2-6 0 0,2-4 0 15,-3-1 0-15,-3-1 0 0,3-3 0 16,-5 2 0-16,0-6 0 0,-1-1 0 16,4 1 0-16,1-2 0 0,-3-2 0 15,8-2-14-15,-8-5-471 0,10 0-137 0,-1-2-176 16,2-1-55-16,8 0 83 0,-5 0-811 16,7 1-1023-16</inkml:trace>
  <inkml:trace contextRef="#ctx0" brushRef="#br0" timeOffset="60054.1">23780 8967 4296 0,'0'0'-69'0,"5"-3"19"0,-5 3 28 0,0 0 32 0,0 0 40 0,-23 15 38 16,15-8 21-16,-4 2 15 0,1 1-5 0,-3 6 1 16,3-3-10-16,4-1-11 0,-1 4-8 15,2-3-8-15,2 1-10 0,3-1-7 0,1-1-3 16,1-2-4-16,5 0-3 0,4 0-7 15,5-3 0-15,2-1-9 0,8-6-6 16,-1 3-2-16,9-3 0 0,6-7-7 16,2-1 2-16,-1 2-4 0,-1-2-2 0,-5-5 0 15,-9 3 1-15,-7 4-2 0,-2 3 15 16,-5-2 11-16,-4 2 5 0,4-1 1 0,-11 4-7 16,0 0 7-16,0 0-4 0,0 0 0 15,0 0-8-15,13 12-4 0,-13-5-2 0,0-7-2 16,3 12-3-16,3-6 2 0,-3 1 2 15,8-2 2-15,0 2-3 0,4-3-2 0,2-2 0 16,4 0-4-16,6 0-3 0,2-4-3 16,-2-2-4-16,7-3 3 0,-2-1-2 0,-5 0 2 15,-9-2-3-15,2 0 0 16,-3 0 9-16,0-2 2 0,-3 0-4 0,-1-2-4 0,-2-3-7 16,-3 0 7-16,-1 0-13 15,3-2 7-15,-5-1 1 0,4 1-10 0,-6 2-1 16,3 2-36-16,-1 1-47 0,1-1-55 15,-2 5-63-15,-3 0-79 0,2 1-85 0,1 3-82 16,-2-1-88-16,1 2-177 0,-3 5 60 16,4-11 75-16,-2 7-431 0,-2 4-479 0</inkml:trace>
  <inkml:trace contextRef="#ctx0" brushRef="#br0" timeOffset="60254.32">24707 8732 2679 0,'9'-8'28'16,"-2"1"54"-16,0 0 55 0,-3 2 40 0,-2 2 27 0,-2 3 18 0,3-6-4 0,-3 6-18 0,0 0-21 15,0 0-19-15,0 0 22 0,0 0 16 0,6 36-3 16,-10-12-19-16,-1 9-19 0,-1 4-11 16,-4 3-16-16,2 0-15 0,-1-2-11 15,-1 1-11-15,1-3-10 0,0-2-9 0,-1-2-8 16,2-3-10-16,-1-6-62 0,1-3-49 16,0-3-59-16,-1-1-76 0,0-3-97 0,-1-3-97 15,0 0-132-15,1-5-157 0,2-1 59 16,-2-3-482-16,9-1-566 0</inkml:trace>
  <inkml:trace contextRef="#ctx0" brushRef="#br0" timeOffset="60905.64">24992 8214 2971 0,'-2'-11'46'0,"2"4"52"0,-1 1 41 16,1 6 33-16,-2-8 25 15,2 8 13-15,-2-5-5 0,2 5-19 0,0 0-16 0,0 0 39 16,-9 17 40-16,-3 9 14 0,-7 18-18 16,0 10-5-16,-2 4 0 0,-12 19-19 15,9-16-16-15,-6 15-6 0,3-16-17 16,2 0-20-16,2 2-12 0,-2-6-16 0,3 0-9 15,1-5-16-15,1-7-13 0,5-9-7 16,3-5-8-16,3-6-10 0,2-7-4 0,-1 0-10 16,4-3-3-16,0-4-7 0,0-2-1 15,2-2 0-15,2-1-1 0,0-5-2 0,0 0-7 16,0 0 2-16,0 0-7 0,25-9-14 16,-12-3-17-16,10-8 0 0,2 1 0 0,-1-1 0 15,-2 1 0-15,-7 7 0 0,-2 4 0 16,-1 1 0-16,-2 3 0 0,-5 4 0 15,-5 0 0-15,0 0 0 0,14 16 0 16,-12-4 0-16,0 1 0 0,-2 3 0 0,0 1 0 16,0 4 0-16,0-3 0 0,0-1 0 15,1 1 0-15,1-1 0 0,-2-1 0 0,6-3 0 16,-2-1 0-16,-3-1 0 0,8-3 0 16,-6-1 0-16,1-2 0 0,4 0 0 0,-3-3 0 15,-5-2-6-15,18 0-104 0,-18 0-10 16,20-9-7-16,-4 3 1 0,-2-6 5 0,9-7 10 15,1-4 12-15,1 2 10 0,-4-1 10 16,-5 6 7-16,-5 5 8 0,2 1 12 16,-6 2 0-16,-2 5 4 0,4 1 8 15,-9 2 29-15,0 0 15 0,0 0 4 0,11 14-4 16,-9-5 4-16,0 3-2 0,-2 1 0 16,1 2-1-16,-1-1 2 0,2-2-9 0,-2 1-10 15,0-1-62-15,0-2-72 0,2 1-87 16,-2-3-98-16,2-1-88 0,-2-2-103 0,0-5-150 15,4 7-1-15,-4-7 57 0,4 5-477 16,-4-5-562-16</inkml:trace>
  <inkml:trace contextRef="#ctx0" brushRef="#br0" timeOffset="61603.38">25347 8967 3101 0,'-2'-13'66'0,"2"3"41"0,-2 1 33 0,2 4 19 0,0-2-2 16,0 7-13-16,0 0-18 0,0-8-14 0,0 8-13 15,0 0-11-15,0 0-19 0,2-8-35 16,-2 8-41-16,0 0-50 0,0 0-36 0,0 0-20 16,0 0-9-16,0 0 5 0,0 0 5 15,20 4 11-15,-20-4 15 0,0 0 10 16,0 0 10-16,0 0 7 0,0 0 25 0,0 0 28 16,-14 21 31-16,3-9 17 0,-11 7 20 15,-3-1 15-15,2 4 13 0,3 2 17 0,-1-1 5 16,8-5-10-16,-1-1 6 15,3-3-2-15,4 1-11 0,-4-1-8 0,8-5-7 16,1 3-5-16,0-4-8 0,6 4-1 16,-1-5-8-16,9 3-5 0,7-2-10 0,2-1-25 15,6-2-42-15,2-5-48 0,10 0-50 16,6-5-44-16,-2-2-30 0,13-11-18 0,-8-3-10 16,6-8 14-16,-4-6 22 0,9-17 12 15,-5-4 19-15,-5-9 17 0,-1-9 24 0,-3-10 24 16,-3-2 24-16,0-4 23 0,-6-3 27 15,-4-3 40-15,-7 4 30 0,-2 4 32 0,-13 24 48 16,-9 17 44-16,-1 8 21 16,-1 3 10-16,-5 10-10 0,-1 9-2 0,-5 9 13 0,-3 7 15 15,-8 10 12-15,-21 14 6 16,-2 17-4-16,-11 23 24 0,0 11 0 0,-1 10-7 16,9 7 2-16,1 4-19 0,9-2-2 15,3 3-23-15,3-3-18 0,8-3-17 0,6-3-20 16,8-24-15-16,7-3-11 0,2-13-16 15,4-6-9-15,2-6-9 0,0-10-2 0,1-5-1 16,9-7-7-16,3-2-11 16,2-9-76-16,10-4 0 0,8-5 0 0,13-9 0 0,-1-2 0 15,1-10 0-15,-5 1 0 16,-2-1 0-16,-7 3 0 0,-11 8 0 0,-7 3 0 16,-2 3 0-16,-5 5 0 0,-2 0 0 15,-2 5 0-15,-7 1 0 0,0 0 0 0,0 0 0 16,7 12 0-16,-3-6 0 0,-2 3 0 15,0 0 0-15,1-1 0 0,2 1 0 0,1-3 0 16,-1 2 0-16,1-2 0 0,1-1 0 16,1-1 0-16,-8-4 0 0,15 3 0 0,-8-3 0 15,-7 0 0-15,18 0-80 0,-18 0-555 16,20-5-123-16,-11 0-124 0,2 3 69 0,1-4-895 16,-1 0-1143-16</inkml:trace>
  <inkml:trace contextRef="#ctx0" brushRef="#br0" timeOffset="62420.96">27092 8992 4630 0,'5'-18'-34'0,"-7"5"34"0,-4 4 26 0,0 1 35 0,-5 6 40 15,-3 2 38-15,-4 2 29 0,-6 6 15 0,-8 7 7 16,2 4-3-16,-5 10-12 0,5 6-10 16,1 2-20-16,6 7-17 0,4-3-11 0,8-4-5 15,3 1-20-15,3 0-8 0,5-1-11 16,2-1-21-16,1-9-56 0,7 2-47 0,4 0-49 16,2-7-47-16,5-3-48 0,1-7-54 15,0-5-48-15,3-4-31 0,3-5-18 16,12-4-20-16,4-6-11 0,5-5 10 15,3-3 30-15,-2-5 38 0,-5-5 67 0,0-2 69 16,-9 3 70-16,-2-2 52 0,-9 5 45 16,-4 2 43-16,-6 0 51 0,-4 3 48 0,-5 4 38 15,-2 3 17-15,-4 3 8 0,-2 3-4 16,-1 2 2-16,-4 0-3 0,7 6-9 0,-17-2-9 16,17 2-13-16,-19 4-7 0,10 4-16 15,-3 0-10-15,3 1-6 0,-1 1-14 0,5 2-12 16,1 0-11-16,4 0-10 0,0-2-8 15,4 0-9-15,-1 1-4 0,7-1-8 16,1-1-4-16,3-4-2 0,-1-4-8 0,2 1-1 16,2-2-11-16,-1-2 0 0,-2-1 2 15,4-2-6-15,-5-2-3 0,1 0 0 16,-5-1-4-16,-4 1-1 0,2-3-7 16,-5-2-1-16,-2 0 1 0,-2-5-1 0,-5 0-7 15,2-1-12-15,-2-2-25 0,1 0-33 16,1 6-43-16,-2-4-49 0,1 3-72 0,5 1-74 15,-1 2-68-15,0 0-84 0,4 3-124 16,0-1-72-16,1 3 56 0,6 0-442 16,2-1-511-16</inkml:trace>
  <inkml:trace contextRef="#ctx0" brushRef="#br0" timeOffset="62788.62">27741 8921 2787 0,'11'0'1'0,"-1"-2"31"0,-10 2 42 0,0 0 58 0,11 8 72 0,-11-3 49 0,0-5 24 0,-4 17 7 16,3-7 2-16,-1 5-8 0,-2 3-21 0,-1-2-15 15,2 7-1-15,1-6-30 0,-2 5-18 16,0-1-17-16,1-1-16 0,-1 0-21 0,0-4-7 16,3 2-11-16,-4-1-15 0,1-1-14 15,1-3-9-15,1-1 2 0,-2-2-3 0,2-1-7 16,0-2 2-16,0 0 14 0,1 0 19 16,1-7 20-16,0 6 4 0,0-6-15 15,0 0-9-15,0 0-12 0,26-29-10 0,-5-2-11 16,7-6-8-16,8-3-6 0,1 2-41 15,-1 4-22-15,0 5 0 0,-11 8 0 16,-6 8 0-16,-5 1 0 0,-3 3 0 0,-3 4 0 16,-1 5 0-16,-7 0 0 0,12 8 0 15,-11 3 0-15,3 4 0 0,-2 2 0 0,0 2 0 16,-4 4 0-16,2-2 0 0,0 4 0 16,-2 1 0-16,0-2 0 0,0-2 0 15,2-1 0-15,-1-5 0 0,-3 0 0 0,4-2 0 16,-2-2-183-16,4-2-307 0,-2-2-100 15,2 1-118-15,0 0-125 0,3-4 66 0,-1 0-804 16,4-2-1014-16</inkml:trace>
  <inkml:trace contextRef="#ctx0" brushRef="#br0" timeOffset="63169.91">28377 9068 4715 0,'4'-12'150'0,"-4"7"27"0,2 0 6 0,-2 5 11 16,0 0-4-16,0 0 17 0,0 0 7 15,0 0 5-15,0 0-20 0,-2 29-17 0,-2-11-19 16,2 0-13-16,1 5-15 0,-3 3-15 16,-3-4-10-16,6-1-14 0,-5 3-9 0,2-4-6 15,-1-3-11-15,-1-2-6 16,4-2-7-16,-2-1-4 0,0-2-4 0,0-2-5 0,4-1-4 16,-1-1-4-16,1-6-1 15,-2 6-5-15,2-6-8 0,0 0-4 0,0 0-1 16,21-17-8-16,-6 3-2 0,8-6-2 15,4-2 1-15,-4 3 2 0,1 0 2 0,-3 4-3 16,-3 7-6-16,-6 2 2 0,-2 1 1 16,-2 1-2-16,-1 4 0 0,-7 0 2 0,10 7 1 15,-7 1 1-15,2 4-1 0,-5 1-5 16,2-1 0-16,-4 7 0 0,-3-1 0 0,3-1 0 16,-1 2 0-16,1 0 0 15,2-2-40-15,-2-2-84 0,4-1-85 0,-2-2-95 0,2-3-100 16,1 2-103-16,4-5-122 15,0 2-175-15,4-4 56 0,3-2 79 0,-1 0-608 16,5 0-735-16</inkml:trace>
  <inkml:trace contextRef="#ctx0" brushRef="#br0" timeOffset="63720.45">28886 9333 3854 0,'-8'-9'148'0,"8"9"25"0,-7-5 18 15,7 5 19-15,-10-4-2 0,10 4-10 16,0 0-16-16,-7-5-22 0,7 5-16 0,0 0-17 15,0 0-7-15,0 0-12 16,0-5-12-16,0 5-7 0,0 0-9 0,0 0-4 16,7-8-6-16,-7 8-7 0,10-9-4 15,-5 4-11-15,4-2 2 0,-2-1-12 0,-2-3-2 16,5 1-5-16,-2 0-3 0,-4 1-6 16,-1-1 0-16,-3 3-3 0,0 7-12 0,-5-10 0 15,-7 7-1-15,-1 1 2 0,13 2-1 16,-44 7-3-16,9 5 5 0,7 3-1 0,-1 4 1 15,4 1-3-15,7 3-2 0,7-3 2 16,0-3 2-16,6 0-3 0,5-1 4 0,0-3-1 16,4 3 5-16,1-2-1 0,5-3-5 15,7 1 1-15,0-2-3 0,7-5-14 0,0-3-25 16,2 0-38-16,7-2-36 16,11-2-42-16,-1-3-36 0,2-3-41 0,6-6-35 15,-1-1-10-15,-1-3-5 0,-3-9 8 16,0 2 14-16,1-10 27 0,3 0 26 0,7-21 24 15,2-2 18-15,2-6 35 0,-3-4 39 16,-8-5 38-16,4-3 28 0,-6-3 47 16,-8 7 55-16,-14 16 46 0,-1 10 39 0,-8 3 38 15,-6 14 30-15,-3 6 21 0,-2 7-9 16,-2 5-15-16,-2 3-8 0,-4 4 4 0,2 4 13 16,0 0 1-16,-36 37-10 15,7 5-23-15,-7 7-1 0,-8 18-13 0,-2 3-18 16,9 4-15-16,-2 5-15 0,1-2-14 15,5-2-13-15,7-15-14 0,3-2-13 0,4 1-9 16,2-4-11-16,0-3-14 0,1-8-67 16,5-9-74-16,1-6-77 0,4-3-71 0,3-9-67 15,-1-2-80-15,0-5-70 0,4-2-75 16,-1-2-83-16,1-6-99 0,0 0 6 0,0 0-670 16,0 0-821-16</inkml:trace>
  <inkml:trace contextRef="#ctx0" brushRef="#br0" timeOffset="63869.75">29355 9375 3732 0,'-4'-10'7'0,"0"1"74"0,1 1 60 0,-1 3 54 0,4 5 39 0,-7-8 14 0,7 8-13 0,0 0-17 0,-3-8-20 16,3 8-19-16,0 0-21 0,0 0-16 15,0 0-22-15,12-8-23 0,-12 8-68 16,20-4-95-16,-4 1-122 0,4 1-125 16,7 0-102-16,14-1-74 0,4 3-89 0,3 0-38 15,3 2 44-15,-1-1-373 0,-2 5-423 16</inkml:trace>
  <inkml:trace contextRef="#ctx0" brushRef="#br0" timeOffset="64219.85">30000 9348 3016 0,'0'0'228'0,"0"0"11"0,-39-7 19 16,39 7 17-16,-20-2 16 0,20 2-4 16,-13 0-16-16,13 0-35 0,0 0-23 0,0 0-20 15,-17 0-21-15,17 0-17 0,0 0-9 16,0 0-18-16,0 0-16 0,0 0-10 15,0 0-23-15,0 0-16 0,32 12-28 0,-18-12-19 16,-14 0-17-16,25-3-13 0,-14-1-13 16,5-1-5-16,-5 1 2 0,-4-2-9 0,1 1-6 15,-5-2-2-15,-3 7 1 0,0 0 4 16,-20-13 3-16,-1 11 7 0,-8 0 3 0,-14 6 3 16,2 2 3-16,1 5 1 0,-9 4 5 15,19-1 1-15,1 4 6 0,12-5 3 16,4 0 6-16,1 3 3 0,6-2 1 0,4 0 3 15,6-3 1-15,2 3 0 0,4-3-1 0,3 1-6 16,4 0-10-16,4-6-41 16,0-1-55-16,2-3-59 0,4-2-73 0,1 0-58 15,18-5-65-15,-3-3-77 0,12-4-90 16,1-7-78-16,-1-3 50 0,1-1-344 16,1-2-382-16</inkml:trace>
  <inkml:trace contextRef="#ctx0" brushRef="#br0" timeOffset="64605.36">30730 9031 2419 0,'31'-39'-1'0,"-10"3"57"0,-5 5 57 0,-5 2 57 15,-6 7 61-15,-1 5 53 0,-2 3 34 16,0 2 15-16,0 1-9 0,-2 6-13 16,0 5 2-16,0 0 1 0,0 0-4 15,-47 28-12-15,18 3-16 0,-3 10-19 0,-3 5-18 16,5 1-21-16,-4 5-24 0,1-2-18 16,7-3-18-16,-1 3-17 0,4-3-9 0,5-3-21 15,3-9-13-15,6-4-12 0,-1-2-7 16,3-8-8-16,3-3-10 0,0-5-56 0,2-1-11 15,2-4 0-15,-1 1 0 0,2-5 0 16,-1-4 0-16,2 6 0 0,-2-6-109 0,0 0-6 16,0 0 5-16,0 0 3 0,4-21 5 15,-6 11 5-15,-5 0 10 0,-4-1 0 16,-1 3 12-16,-4 0 10 0,-1 3 18 0,0 4 30 16,0 1 34-16,-2 1 43 15,-1 4 33-15,4 1 29 0,0 0 10 0,3 2 2 16,2-1 5-16,3 5 3 0,2-2-7 15,4-1-91-15,0 3-44 0,2-4 0 0,4 1 0 16,0-1 0-16,-1 0 0 0,6 0 0 16,-6-2 0-16,3 0 0 0,-2-1 0 0,-3 0 0 15,-1-5-60-15,0 10-355 0,0-10-112 16,-9 14-162-16,-5-6-185 0,-6 1 81 0,-14 3 93 16,-5-2-706-16,-15 2-857 0</inkml:trace>
  <inkml:trace contextRef="#ctx0" brushRef="#br0" timeOffset="65619.86">14601 9266 4744 0,'-2'-16'83'0,"-2"10"-25"0,-3 2-19 0,-3 4 42 0,10 0 48 0,-29 19 34 0,9 7 22 0,-9 11 18 15,2 11-25-15,2 4-6 0,8 0-12 16,-2 7-14-16,6 0-18 0,1 0-12 0,3 1-13 15,3-2-10-15,2 5-5 0,0-19-11 16,4 1-8-16,-1-4 0 0,1-4-13 0,0-5-3 16,1-10-7-16,-1-3-2 15,0-5-11-15,-1 1-2 0,2-3-9 0,-2 0-7 16,-1-5-17-16,2-2-28 0,0-5-18 16,0 0-5-16,0 0 3 0,0 0 0 0,0 0 2 15,-22-27 9-15,15 9-2 0,-2-9 5 16,-5 0 4-16,-1 0 7 0,-2 1-1 0,-2 5 6 15,7 5-2-15,-1 3 3 0,-1 2 5 16,5 2 2-16,2 1 10 0,1 5 13 0,1-4 1 16,0 2 22-16,5 5 0 0,0-9-1 15,8 4-3-15,3 2 3 0,14-4-4 0,11-5 2 16,6 2-11-16,12-6-17 16,1 1 23-16,2 1-7 0,-11 7-2 0,-4-1 1 15,-2 1-17-15,-12 2 10 0,-3 0 1 16,-10 5 8-16,1-2-6 0,-3 0-1 0,-5 0 2 15,-8 2 3-15,0 0 11 0,13 4 4 16,-13-4-2-16,0 5-1 0,0-5-7 0,2 7-3 16,-2-7-3-16,0 10 1 0,2-5-11 15,-2-5-22-15,0 9-68 0,3-4-85 0,-1 2-103 16,0-3-121-16,5 0-126 0,-7-4-197 16,11 4-49-16,-11-4 72 0,9 0-621 15,-9 0-769-15</inkml:trace>
  <inkml:trace contextRef="#ctx0" brushRef="#br0" timeOffset="66036.34">14995 9716 3750 0,'0'0'76'0,"0"0"-6"0,0 0 5 0,0 0 11 0,0 0 18 0,2 16 23 16,-2-8 7-16,0-8 4 0,-2 15-7 15,4-5-14-15,0 2-7 0,2 0-13 0,-1 0-4 16,4 0 0-16,-1 0-5 0,1 0-1 15,-2-3 0-15,7 1 3 0,-2-5-2 0,1 0-2 16,1-3-2-16,1-2-1 16,-13 0-3-16,36-7-5 0,-15 0-8 0,8-5 13 15,-10 2 5-15,1-1-16 0,2 1 29 16,-11 3 17-16,3 1 4 0,-2-2-7 0,-2 4-10 16,-2-2-14-16,-1 3-1 0,-7 3-14 15,0 0 19-15,0 0-2 0,15 12-13 0,-10-5-6 16,-1 1-8-16,-3 1-8 0,3 1-3 15,0 0 1-15,-1-1-1 0,5 1 2 0,-2-3-3 16,5 3 0-16,0-4-3 0,3-3 1 16,1 0-7-16,3-3-6 0,0-3-5 15,5 0 0-15,-2-3-2 0,1-1-9 0,-2 1-20 16,-1-3 0-16,-1-1 0 0,-5 1 0 16,5-4-36-16,-6 2-68 0,-1-3-55 15,3-1-66-15,-3 0-76 0,-1-5-92 0,5-6-92 16,-4 1-97-16,0 4-158 0,-4 3-10 15,0 4 68-15,3 4-588 0,-2-1-730 0</inkml:trace>
  <inkml:trace contextRef="#ctx0" brushRef="#br0" timeOffset="66336.72">15897 9578 3532 0,'9'1'17'16,"-9"-1"14"-16,0 0 29 0,2 7 47 0,-2-7 40 15,-2 11 19-15,0-4 17 16,2 1 0-16,-1 1-2 0,-1-1-9 0,2 2-7 15,0 2-11-15,2-1-9 0,-1 1-9 16,3-1-10-16,4 1-7 0,2-2-17 0,-1-3-1 16,2 3-10-16,5-3-9 0,-2-4-10 15,2 1-7-15,-1-2-3 0,3-2-6 16,-4-4-7-16,6 0-3 0,-5-2 1 0,0 0-2 16,-2-3 2-16,1-3 6 0,-5-2 0 0,-1-3-6 15,-6-1-1-15,-2-1-7 0,-2-2-3 16,-8-11 0-16,-3 3-7 0,-4 3-8 15,-2 1-1-15,-4 5-5 0,-3 7-5 0,1 5 6 16,1 6-11-16,2 2-18 0,-3 2-41 16,2 6-62-16,0 1-81 0,-2 6-108 15,9-1-117-15,2-2-165 0,5 0-152 16,1 0 49-16,4-1-600 0,4 1-748 0</inkml:trace>
  <inkml:trace contextRef="#ctx0" brushRef="#br0" timeOffset="67037.36">17063 9734 3786 0,'0'-6'125'15,"0"6"6"-15,0-6-1 0,0 6 7 0,0 0 35 16,0 0 38-16,0 0 8 0,0 0-9 15,0 0-23-15,-7 23-11 0,3-11-21 0,0 0-13 16,0-1-12-16,2 1-12 0,-2 2-12 16,2-2-6-16,-2 0-13 0,4-2-7 0,-3 2-9 15,3-5-5-15,0 2-3 0,0-9 16 16,-2 13 3-16,2-13 17 0,2 7 8 0,-2-7-2 16,0 0-10-16,11 0-16 15,-11 0-5-15,23-10-6 0,-4 0-10 0,2-1-7 16,4-2-1-16,-2 2-7 0,-6 3-8 15,-2 2 1-15,1 2-9 0,-5-1-4 0,-2 3 5 16,-9 2-7-16,19 3 3 0,-13 1-1 16,1 6-23-16,2-2 13 0,-4 5-8 0,3-2-1 15,-3 3 2-15,4 0-1 0,0-1-1 16,0 3-3-16,-2-3-7 0,5-1-26 0,-1 0-30 16,3-3-30-16,-1-1-31 0,7-4-24 15,-4 0-24-15,6-4-15 0,4-2-12 16,-4-2-2-16,3-1 5 0,0 0 15 0,4-7 19 15,-2 3 18-15,-8 1 18 0,-4 3 21 16,1-2 37-16,-5 2 24 0,-4 1 21 0,1 1 19 16,-2 2 18-16,-6 1 20 0,0 0 9 15,0 0 4-15,7 8 5 0,-7-8 7 16,0 12-1-16,2-5-1 0,-2 1 3 16,2 1 4-16,2 1-3 0,0-2 0 0,-1 0 0 15,6 1-3-15,-4-3 7 0,6 0 13 16,1-4-2-16,1 0 5 0,5-4 7 0,-2 0-5 15,6-1 1-15,-1-2-6 0,-1 1 2 16,1-5-13-16,1 1 18 0,-8-2 4 0,2 2 1 16,-3-3-2-16,0-4-9 0,-5 3-10 15,-2-2 1-15,-2 1-11 0,-6-4-6 0,0-1-7 16,-4 0-1-16,1 4-4 0,-4 0-19 16,-2 0-1-16,-3 6-14 0,2 3-23 15,-3 0-49-15,-1 2-57 0,3 3-63 16,-1 3-80-16,0-3-112 0,1 3-103 0,2-1-141 15,0 1-175-15,3-1 60 0,8-2 85 16,-9 4-567-16,9-4-681 0</inkml:trace>
  <inkml:trace contextRef="#ctx0" brushRef="#br0" timeOffset="67452.28">18696 9469 3700 0,'2'-14'167'0,"-2"2"35"16,0 3 28-16,0 3 5 0,0 6 25 0,0 0 43 0,0 0 27 0,-32 37 8 0,9 1-15 16,-2 3-6-16,1 7-12 0,-5 1-11 15,4-1-30-15,6-1-22 0,-4 1-22 0,2-4-27 16,0-1-17-16,4-2-84 0,5-10-92 16,1 2 0-16,1-12 0 0,5-3 0 15,-1-2 0-15,2-7 0 0,3 2 0 0,-5-1 0 16,4-4 0-16,2-1 0 0,0-5 0 15,0 0 0-15,0 0 0 0,0 0 0 16,0 0 0-16,0 0 0 0,0 0 0 0,8-23 0 16,-10 10 0-16,-7-3 0 0,-2-1 0 15,-10-5 0-15,1 5 0 0,-11 1 0 0,-3 7 0 16,4 5-21-16,-1 4-32 0,-6 4 24 16,3 4 2-16,3 3 7 0,3-1 11 0,3 7 3 15,6-1 13-15,7-2 2 0,3-1 8 16,6 2-7-16,3-3 3 0,1-2-5 0,9 4-2 15,3-7-18-15,4 5-55 0,6-6-77 16,11 3-101-16,-3-7-120 0,-3 0-128 0,1-4-130 16,14 2-207-16,-4-5 61 15,1 1 84-15,-2 1-629 0,1-2-771 0</inkml:trace>
  <inkml:trace contextRef="#ctx0" brushRef="#br0" timeOffset="68055.61">18804 10069 3541 0,'0'0'99'0,"-14"3"43"16,14-3 24-16,0 0 30 0,-18-3 31 16,18 3 14-16,0 0-7 0,0 0-13 0,0 0-17 15,0 0-23-15,0 0-12 0,0 0-15 16,-13-4-24-16,13 4-7 0,0 0-13 0,0 0-3 16,0 0-17-16,23-12-9 0,-15 7-13 15,-3 1-2-15,4-2-5 0,0 0-6 16,-6 0-8-16,-3 6-2 0,8-6-3 15,-6 1 1-15,-2 5 1 0,0 0 1 0,0 0-13 16,0 0 11-16,-29 1-8 0,14 5 27 16,-4 6-4-16,-8 2 4 0,0 3-2 0,9-3-1 15,0-3-7-15,5 2 3 0,1-3 1 16,5 2 3-16,1-2 4 0,5-1-3 0,-1-2 1 16,5 1-4-16,5-1-5 0,4 0-5 15,1-4-6-15,4-1-4 0,5 1-2 0,1-3-5 16,4 0-1-16,11-5-3 0,0-2-6 15,1 2 0-15,-1-3-4 0,-2-4 1 0,0-4-2 16,4-4-15-16,2-2 0 16,-4-3 0-16,-8 4 0 0,5-5 0 0,-11 1 0 0,1 4 0 15,-5 0 0-15,-5 7 0 16,-3 0 0-16,-5 5 0 0,0 3 0 0,-5 0 0 16,0 1 0-16,-2 5 0 0,0 0 0 15,0 0 0-15,0 0 0 0,-15 19 0 0,9-4 0 16,-2 5 0-16,3-5 0 0,-1 4 0 15,1 3 0-15,1-1 0 0,1-2 0 0,1-1 0 16,2 0 0-16,-1-1 0 0,-1-2 0 16,2 1 0-16,-2-3 0 0,0-1 0 15,0 0 0-15,2-1 0 0,-2-3 0 0,1 1 0 16,-5-1 0-16,2-1 0 0,-2 0 0 0,-2 0 0 16,-1-1 0-16,-2 2 0 0,1-4 0 15,-1-2 0-15,-1 0 0 0,-1 0 0 16,-2-2 0-16,1 0 0 0,1 0 0 0,0 0 0 15,-2 0 0-15,-1-2 0 0,1 2-234 16,3-2-784-16,5 0 88 0,7 2-1114 0,-18-3-1457 16</inkml:trace>
  <inkml:trace contextRef="#ctx0" brushRef="#br0" timeOffset="70035.8">20619 9818 5692 0,'-6'-15'-261'0,"-3"2"40"0,-5 9 50 0,-1 4 64 0,-22 6 77 0,-13 13 49 16,-8 9 34-16,-17 14 26 0,2 6 19 15,4 8 8-15,10-1-10 0,19-9-3 16,8 5 4-16,11-2-4 0,7 4 1 16,12-10-6-16,10 11-13 0,7-4-2 0,8-4-8 15,4-3-6-15,4-6-19 0,-1-2-37 16,2-6-66-16,-7-8-77 0,-1-3-101 0,-4-5-99 15,-4-3-109-15,-4-4-160 0,4 0-50 16,-3-3 55-16,-2 1-426 0,1-4-504 0</inkml:trace>
  <inkml:trace contextRef="#ctx0" brushRef="#br0" timeOffset="73037.42">20816 10192 2732 0,'1'-11'-1'0,"3"3"44"0,0 1 41 0,-2 2 31 0,1-2 30 0,-3 7 11 15,2-5-7-15,-2 5 26 0,0 0 43 16,0 0 31-16,0 0-3 0,14 22-14 16,-10-7 0-16,0 1-23 0,-3 3-15 0,3-1-19 15,0 1-23-15,-1 3-11 0,2-5-9 16,-1 0 7-16,-1-3-8 0,1 1-5 0,2-3-6 15,-4-2 7-15,-1-3-3 0,5 0 2 16,-4 0 13-16,2-3-18 0,0 0-14 16,-4-4-5-16,11 2-14 0,-11-2-8 0,21-6-6 15,-8 0-10-15,5-3-5 0,0-3-7 16,7-7-2-16,2 1-8 0,2-3-7 16,5-8-10-16,0 0-21 0,-2-2-33 0,1 0-36 15,-8 7-46-15,-2 3-41 0,-6 6-50 16,-4 5-68-16,-2 1-82 0,-2 2-82 0,-4 4-71 15,1 1-102-15,-6 2-124 0,0 0 70 16,0 0-561-16,0 0-686 0</inkml:trace>
  <inkml:trace contextRef="#ctx0" brushRef="#br0" timeOffset="73684.82">21388 10239 3682 0,'0'0'89'0,"0"0"-2"0,1 2 12 0,-1-2 18 16,0 0 31-16,0 0 28 0,6 6 12 16,-6-6-4-16,13 4-18 0,-6 1-12 0,3-3-17 15,1 2-15-15,0-1-9 0,-2 0-13 16,0 1-10-16,-2-2-10 0,4 0-6 0,-11-2-5 16,14 4-8-16,-6-4-6 0,-8 0 3 15,12 1 0-15,-12-1 2 0,0 0-4 0,0 0-5 16,11-5 2-16,-11 5-4 0,-2-8-4 15,2 8-2-15,-7-10-11 0,-3 8 0 0,-2-1-1 16,1 1 5-16,-6 2-2 16,-2 5 7-16,-2-1 11 0,0 4-2 0,1 2 5 0,0 1 2 15,-3 9 7-15,6 1 1 16,3-1-2-16,9-1-2 0,1-2 1 0,4 0-4 16,2 1-3-16,5 1-8 0,9 5-5 15,3-5-2-15,2-2-3 0,-2-3-1 0,7-1-5 16,-3-4 1-16,0-2-4 0,-3-3-11 15,-4-2 1-15,2-2 5 0,0-2-8 0,2-2-1 16,-4 0 1-16,-4-4 5 0,1 1-12 16,-1-3 2-16,-2-2-4 0,-3-1-2 15,1-5 5-15,0-1-2 0,-5-1-13 0,1-2 0 16,2-1-1-16,-3 5 4 0,-1 2-1 16,3 3-3-16,-5-1-4 0,2 3 3 15,-2 3-16-15,2 0 20 0,-1 0-3 0,-1 8 8 16,4-10 5-16,2 5 15 0,-6 5-4 15,15-6-7-15,-2 4 6 0,7 2-8 0,0 0 4 16,1 0 5-16,2 4-6 0,0 4-8 16,0-1 8-16,3 7 10 0,-4-1 11 15,-9-1 15-15,-1 5 2 0,-1-5 5 0,-6 5-6 16,1-2 1-16,-2 1-7 0,2-1-10 16,-4 0-32-16,0-1 0 0,-1 1 0 15,1-2 0-15,0-1 0 0,2-2 0 0,1 0 0 16,-3 1 0-16,3-5-96 0,-3 1-111 15,1 1-76-15,1-2-105 0,2 0-95 16,-1-4-112-16,5 1-176 0,0 1-1 0,4-2 75 16,6-2-629-16,3-4-783 0</inkml:trace>
  <inkml:trace contextRef="#ctx0" brushRef="#br0" timeOffset="73984.14">22681 9740 3832 0,'-6'-22'-21'0,"4"3"52"0,-1 5 69 0,-1 1 34 0,2 5 14 0,0 0-10 0,0 5-14 0,2 3 49 15,0 0 54-15,-15 21 21 0,-3 6 10 16,-2 12-9-16,-5 10 8 0,-4 4 0 16,3 5-3-16,1 2-16 0,-10 14-20 0,10-16-17 15,2 1-20-15,-1 0-17 0,7-5-18 16,-2-1-14-16,2-1-13 0,1-6-11 0,5-9-10 15,4-4-11-15,-3-2-3 0,4-8-78 16,0-4-6-16,3-5 0 0,-1-1 0 16,2-1-6-16,0-4-127 0,2-2-70 15,2 0-68-15,-2-6-83 0,6 6-82 0,-6-6-68 16,0 0-65-16,0 0-104 0,21-16-58 16,-16 3 59-16,-1-1-566 0,0-1-699 0</inkml:trace>
  <inkml:trace contextRef="#ctx0" brushRef="#br0" timeOffset="74134.21">22272 10446 3129 0,'-14'-11'-63'0,"3"3"64"0,-1 1 55 15,2 2 64-15,3 0 54 0,7 5 53 16,-9-7 36-16,2 3 23 0,7 4 14 16,0 0-12-16,-5-7-22 0,5 7-27 0,0 0-18 15,15-6-18-15,-3 2-18 0,1 3-15 16,4 1-26-16,2 0-15 0,5-2-35 16,0 2-83-16,2 0-92 0,5-2-118 15,-4 2-140-15,9-5-157 0,3 2-240 0,-5-5 35 0,-6 4 91 16,-4 0-506-16,-1 1-585 15</inkml:trace>
  <inkml:trace contextRef="#ctx0" brushRef="#br0" timeOffset="74318.52">22747 10328 2787 0,'0'0'-195'0,"0"0"29"0,-3 4-15 0,3-4-44 16,0 0-111-16,0 0-237 0,0 0-74 15</inkml:trace>
  <inkml:trace contextRef="#ctx0" brushRef="#br0" timeOffset="74951.83">22778 10350 1727 0,'0'0'115'0,"-8"-4"17"0,8 4 19 0,0 0 15 15,-7-6 19-15,7 6 5 0,0 0-10 0,0 0-12 16,0 0-12-16,0 0 11 16,0 0 17-16,0 0 4 0,0 0 5 0,0 0 2 15,0 0-1-15,4 17 3 0,-4-17-3 16,7 6-3-16,-1-2-6 0,0-2-5 0,2 3-18 15,-8-5-14-15,12 3-15 0,-1-3-7 16,-11 0-12-16,14 2 3 0,-14-2-10 0,14-2-14 16,-14 2-9-16,17-2-7 0,-17 2-20 15,18-6-5-15,-11 4-14 0,-7 2 11 0,15-7-1 16,-11 2-5-16,4 2 8 0,-8 3-7 16,9-8-8-16,-9 8 1 0,5-4-7 0,-5 4-6 15,7-6-16-15,-7 6-6 16,0 0-9-16,5-6-4 0,-5 6-11 0,0 0-12 0,0 0-9 15,0 0-3-15,0 0-4 16,0 0 7-16,0 0 3 0,0 0 5 0,0 0 0 16,0 0 4-16,0 0 3 0,0 0 2 15,0 0 5-15,0 0 4 0,0 0-3 0,0 0 4 16,0 0 1-16,-8-8 1 0,8 8 3 16,0 0 0-16,0 0 7 0,0 0-1 0,0 0-3 15,0 0 1-15,0 0 4 0,0 0 2 16,0 0 1-16,0 0-4 0,0 0 1 0,0 0 6 15,-2-9-5-15,2 9 1 16,0 0 4-16,0 0-9 0,0 0 2 0,0 0 2 16,0 0-2-16,0 0-3 0,0 0 10 15,0 0 12-15,0 0 8 0,-22 15 6 0,16-11 6 16,2 4 10-16,-2-2-2 0,3 2-2 16,-5-3 4-16,3 3 8 0,-4-1-10 0,6-2-9 15,-3 0 0-15,4 0 1 0,2-5-7 16,-5 7 2-16,5-7-8 0,-6 7 3 0,6-7-7 15,-1 5-5-15,1-5-20 0,-7 5-46 16,7-5-60-16,0 0-63 0,-4 7-82 0,4-7-78 16,0 0-61-16,0 0-85 0,0 0-115 15,0 0-73-15,0 0 46 0,0 0-460 16,0 0-556-16</inkml:trace>
  <inkml:trace contextRef="#ctx0" brushRef="#br0" timeOffset="75784.27">22853 10343 2779 0,'-12'-3'-75'0,"12"3"37"0,-8-4 20 0,8 4 21 0,0 0 30 0,0 0 22 0,0 0 28 0,0 0 16 15,0 0 14-15,0 0 13 0,-16 4 11 16,16-4 3-16,0 0 9 0,0 0 4 0,0 0 0 16,0 0-6-16,0 0-1 15,3 12-8-15,-3-12-17 0,0 0-6 0,19 3-12 16,-11-3-9-16,0 2-9 0,-8-2-9 16,12 6-8-16,-3-6-6 0,-9 0-2 0,7 4-10 15,-7-4-3-15,9 2-6 0,-9-2-4 16,0 0-4-16,12 0-4 0,-12 0-1 0,0 0-4 15,0 0-5-15,17-2 1 0,-17 2-5 16,7-4-4-16,2 1-3 0,-9 3-10 0,9-7-2 16,-3 4-1-16,-1-1 1 15,-5 4-4-15,8-6 4 0,-2 4 1 0,-6 2 0 16,6-6 1-16,-6 6-3 0,0 0-5 16,5-6 0-16,-5 6 2 0,0 0-3 0,6-4 1 15,-6 4 2-15,0 0-1 0,0 0 2 16,0 0 3-16,3-5 0 0,-3 5 0 0,0 0 3 15,0 0-2-15,5-6 1 0,-5 6 0 16,0 0 2-16,0 0 1 0,0 0 0 0,0 0-2 16,0 0 2-16,0 0 1 0,0 0 2 15,4-4 2-15,-4 4 2 0,0 0 2 0,0 0 2 16,0 0 0-16,0 0 1 0,5-6 1 16,-5 6 1-16,0 0 7 0,0 0 5 0,6-4 4 15,-6 4 11-15,0 0 8 16,5-6 1-16,-5 6 9 0,0 0 3 0,0 0 6 15,4-9 6-15,-4 9-2 0,0 0 0 16,0 0 1-16,0 0-14 0,0 0 46 0,0 0 25 16,-19 21 3-16,2 0-10 0,-2 5-4 15,-2 1 1-15,-4 9-10 0,6-5-5 0,-5 3-10 16,4-2-6-16,-1-3-7 0,3-3-12 16,-2 2-8-16,6-2-10 0,-6-5-4 0,6-1-13 15,5-5-39-15,0-3-70 16,1-1-73-16,2-3-88 0,-2 1-94 0,5-1-97 0,-1-3-108 15,0-1-129-15,4-4-83 16,0 0 47-16,0 0-612 0,0 0-767 0</inkml:trace>
  <inkml:trace contextRef="#ctx0" brushRef="#br0" timeOffset="75951.67">22908 10303 3634 0,'9'-35'13'0,"-3"3"49"0,-1 6 41 0,-3 1 37 0,0 2 31 0,1 5 22 0,-1-1 6 0,0 4-14 0,-2 1-18 0,1 2-15 15,-1 3-16-15,0 1-18 0,0 8-15 0,2-7-32 16,-2 7-75-16,0 0-117 0,0 0-172 16,6 22-229-16,-1-6-159 0,1 3 69 15,-2 3-481-15,4 10-564 0</inkml:trace>
  <inkml:trace contextRef="#ctx0" brushRef="#br0" timeOffset="76184.3">23339 10423 3392 0,'-12'-8'194'0,"-3"4"24"0,2 4 35 15,-5 0 28-15,-1 4 17 16,-1 2-13-16,-2 5-23 0,-4 6-24 0,-1 3-20 0,2 1-21 16,6 3-19-16,0 1-19 15,2 0-12-15,3 1-22 0,5-6-27 0,2-2-36 16,2-2-68-16,3 0-65 0,1-4-72 15,1 0-86-15,0-2-102 0,5-1-87 0,3-2-111 16,2-2-156-16,1-2 24 0,4 0 87 16,-2-3-432-16,9-3-482 0</inkml:trace>
  <inkml:trace contextRef="#ctx0" brushRef="#br0" timeOffset="76718.67">23423 10543 2702 0,'9'-12'133'0,"-5"3"49"0,-3 3 13 15,-1 0 17-15,0 6 36 0,0 0 31 0,0 0 24 16,0 0 1-16,-37 14 12 15,23-2-15-15,1 3-11 0,-3-1-13 0,0 9-20 0,2-6-25 16,3 1-23-16,-1-2-24 16,7 2-29-16,-2-6-11 0,4 5-14 0,-1-5-11 15,4-2-12-15,2 0-6 0,3-1-19 16,6 1-5-16,0-3-14 0,4 0-10 0,0-4-13 16,6-1-12-16,0-2-3 0,4-2-11 15,11-3-5-15,1-5-3 0,-3-2 2 0,-2-5-3 16,6-7-1-16,0-5-1 0,-4-4 14 15,-2-3-12-15,2-3-3 0,-6-3 0 0,-4 3-2 16,-4 10 2-16,-3 0 1 0,-7 8 15 16,-3 6 4-16,-5 4-6 0,-2 3-1 15,0 8 3-15,-11-3 9 0,11 3 2 0,0 0 8 16,-45 17 0-16,19 0 0 0,2 5-1 16,-3 0-5-16,4 4-32 0,1-1 0 15,6 1 0-15,4-6 0 0,4-2 0 0,8-3 0 16,2-1 0-16,7-2 0 0,5 1 0 15,-1 2 0-15,10 1 0 0,0 2 0 16,-3-3 0-16,0 3 0 0,-2-3 0 0,-3 2 0 16,-3-3 0-16,-3 3 0 0,-2 1 0 15,-1-2 0-15,-2-1 0 0,-4 2 0 0,-2-5 0 16,0 5 0-16,-2-1 0 0,0 0 0 16,1-2 0-16,-5-2 0 0,-2 1 0 15,1-2 0-15,-4 0 0 0,-5 0 0 0,-5-4 0 16,3-2 0-16,-9 0 0 0,3-3 0 15,-14-1 0-15,5-1 0 0,4 0 0 0,3 0 0 16,5 0 0-16,2 0 0 0,6-1 0 16,0 1 0-16,2-2 0 0,3-1 0 0,0-1 0 15,10 4-937-15,-5-9-30 0,7 3 119 16,1-4-1002-16,8 1-1275 0</inkml:trace>
  <inkml:trace contextRef="#ctx0" brushRef="#br0" timeOffset="77000.8">24696 10040 5042 0,'2'-29'-61'0,"-4"7"58"0,4 7 60 0,-2 1 38 0,0 4 20 16,0 3 7-16,0 7 29 0,0 0 68 0,0 0 45 15,-27 39 6-15,2 10-4 0,0 6-2 16,-9 25 1-16,-2 5-8 0,0 4-11 0,-5-2-21 15,1-4-19-15,1 0-22 0,-2-2-177 16,5-3-7-16,-6-1 0 0,4-3 0 16,5-17 0-16,3-2 0 0,1-6 0 0,3-3 0 15,1-8 0-15,6-6 0 0,6-7 0 0,1-4 0 16,3-7 0-16,1-3-394 16,5-4-119-16,-2-3-77 0,5-4-86 0,0 0-138 15,0 0 55-15,0 0-753 0,18-24-957 16</inkml:trace>
  <inkml:trace contextRef="#ctx0" brushRef="#br0" timeOffset="77235.74">24359 10739 3927 0,'11'-18'12'16,"-6"1"75"-16,3 5 43 0,-5 2 43 15,4 2 41-15,-2-1 27 0,3 1 14 0,1 1 4 16,-1 3-10-16,5 2-13 0,-2 1-21 16,-11 1-3-16,25 7-12 0,-13-4-10 15,1 5-8-15,-4 0-13 0,2 5-4 16,-4-1-8-16,-3-2-9 0,-3 3-10 0,-2-2-12 15,-3 3-10-15,-3-2-12 0,-4 1-9 16,4-2-11-16,-8 1-10 0,1-2-41 0,1 0-33 16,1-2-31-16,3-4-92 0,2 3-71 15,-2-3-74-15,9-4-93 0,-5 2-85 0,5-2-70 16,0 0-71-16,0 0-108 0,27-25-24 16,0 8 54-16,1 0-555 0,4-1-682 15</inkml:trace>
  <inkml:trace contextRef="#ctx0" brushRef="#br0" timeOffset="77533.99">24698 10677 3151 0,'7'-3'-16'0,"-3"1"79"0,-4 2 53 0,0 0 63 0,0 0 44 16,0 0 29-16,0 0 24 16,0 0 14-16,-33 15 9 0,28-6-3 0,-5-1-3 15,0 3-18-15,1-1-16 0,2 2-24 16,-2-3-27-16,4 1-19 0,-1 1-17 0,3-2-17 16,-1 2-11-16,2-2-14 0,2-1-7 15,4-2-18-15,1 3-10 0,3-4-10 0,4 0-14 16,1 1-16-16,0-5-11 0,2 2-11 15,0-3-3-15,3-4-3 0,-4-2-6 0,2 1 0 16,2-5 1-16,-5-4-4 0,-2-3-3 16,3-8-1-16,-3-3 0 0,-2-3 4 0,-1 0-7 15,-2 7-2-15,-4 3-2 16,0 1-2-16,-1 7 6 0,-2-1-5 0,-3 0 1 16,0 3-3-16,-1 3 0 0,-4 4-6 15,0 0-1-15,9 4-31 0,-21 0-70 0,10 4-86 16,-2 2-96-16,-1 2-128 0,-1 3-135 15,5-1-155-15,4 2-101 0,3-4 69 0,3 1-705 16,3-2-891-16</inkml:trace>
  <inkml:trace contextRef="#ctx0" brushRef="#br0" timeOffset="77767.86">25087 10553 4201 0,'9'-11'36'0,"-4"2"43"16,-1 2 57-16,0 3 43 0,-4 4 20 0,3-10 6 15,-3 10-7-15,0 0 33 0,0 0 13 16,9 17 13-16,-12-1-9 0,-3 4-14 0,-3 9-14 16,-4 3-19-16,-1 2-19 0,-7 5-18 15,6-6-19-15,-2-3-13 0,2-2-17 0,1 0-31 16,1-1-59-16,4-8-67 0,-1-3-85 16,4-3-81-16,3-3-80 0,1-3-97 0,0 0-113 15,2-7-147-15,2 7-125 0,-2-7 53 16,0 0-655-16,0 0-827 0</inkml:trace>
  <inkml:trace contextRef="#ctx0" brushRef="#br0" timeOffset="77917.36">25261 10423 3988 0,'2'-19'-6'0,"-2"4"18"0,-2 3 33 16,0 2 23-16,2 0 4 0,0 5-10 0,0 5-11 15,-2-8-1-15,2 8-7 0,0 0-42 16,0 0-96-16,0 0-111 0,-17 16-138 0,11-7-250 15,3 3 39-15,-7 6 65 0,5 1-225 16,-11 7-208-16</inkml:trace>
  <inkml:trace contextRef="#ctx0" brushRef="#br0" timeOffset="78351.35">25042 10892 2379 0,'-3'2'236'0,"-3"1"3"0,6-3 0 15,0 0 14-15,-8 2 7 0,8-2-2 0,0 0-28 16,0 0-27-16,0 0-17 0,19 6-21 16,-10-4-11-16,-9-2-16 0,25-2-15 0,-11 0-12 15,3 0-12-15,0-2-10 0,0-3-10 16,0-3-8-16,2-2-9 0,4-5 0 0,-2-3-10 16,2-1-4-16,-2-8-4 0,-2 0-6 15,6-10 1-15,-5 1-10 0,-2 7 3 16,-4 8 1-16,-5 1 34 0,-2 8 9 15,-3 1 5-15,0 3-23 0,-4 3 7 0,-2 3 0 16,2 4 3-16,-11-6-3 0,11 6 2 16,-11-2 5-16,11 2 5 0,0 0 15 0,0 0 4 15,-10 10 11-15,10-10 4 0,14 9-7 16,-2-3-1-16,10 0-1 0,3 0 0 0,7 5 1 16,0-1-3-16,-1 0 10 15,-3 5-3-15,-7-3 2 0,-2 8 17 0,-8 1-119 16,-2-2-7-16,-8 4 0 0,-4 0 0 0,-6 8 0 15,-4 1 0-15,-4 0 0 0,-2 1 0 16,-4 5 0-16,6-8 0 0,-4-2 0 16,2 0 0-16,1-2 0 0,7-6 0 0,0-2 0 15,3-5 0-15,2-1-112 0,-1-4-398 16,2-1-92-16,-3-2-123 0,0 0-119 0,0-5 59 16,-3 0-784-16,-3 0-1011 0</inkml:trace>
  <inkml:trace contextRef="#ctx0" brushRef="#br0" timeOffset="78551.5">24696 10768 4786 0,'-12'-8'196'0,"4"2"4"0,1 4 15 0,7 2 48 0,0 0 15 0,0 0-17 0,-4 21-23 0,14-7-25 16,8 6-22-16,3 2-23 0,2 2-65 15,2-5-102-15,0 1-117 0,3-2-132 0,-3-2-166 16,-6-6-195-16,1 0-178 0,-7-3 52 16,-4-3 95-16,-1 1-572 0,-2-2-676 0</inkml:trace>
  <inkml:trace contextRef="#ctx0" brushRef="#br0" timeOffset="82815.7">26251 10835 3218 0,'7'-13'-15'0,"-1"3"35"0,-1 2 45 0,-3 1 33 0,1 3 39 0,-3 4 19 0,3-8-5 15,-3 8-11-15,0 0 41 0,0 0 26 0,0 0 3 16,2 20-16-16,-4-6 1 0,-1 3-10 16,-2 6-19-16,1 0-13 0,-1 0-12 15,-3 8-15-15,3-5-10 0,-2-4-14 16,2-2-11-16,-1 1-7 0,3-6-9 0,-5 1-2 0,5-3-9 16,1-2-1-16,-5-1-7 15,5-3 24-15,1 0 9 0,1-7 0 0,-2 8-8 16,2-8-20-16,0 0-6 0,0 0-5 15,0 0-8-15,23-34 2 0,-7 12-11 0,6-4-4 16,3-1-3-16,0 1-7 0,0 2 7 16,-5 1-5-16,-3 8-3 0,-6 3-8 0,3 2-1 15,-4-1-6-15,-3 5 6 0,-2 2 1 16,4 3-11-16,-9 1 6 0,0 0 3 0,13 5 0 16,-13-5-6-16,5 12 0 15,-1-6 6-15,1 3-8 0,-2-2 1 0,-1 0 3 16,2 2 4-16,-2-3-2 0,0 1-5 15,-1 0 2-15,5-1-4 0,-2-1 0 0,-4-5 4 16,15 3 1-16,-5-3-11 0,5-2 10 16,4-1-3-16,2-4-1 0,2-1 10 0,-3 4-6 15,0-4 3-15,-4 6-1 0,-4-3-10 16,0 1 1-16,-2 2-1 0,-1 2 2 0,-9 0 7 16,13 4-2-16,-7 1 1 0,0 1 0 15,-1 2-7-15,-1 0 2 0,0 3-1 0,0-1 5 16,2 4-2-16,-2-1-13 15,-1 1-36-15,3 0-58 0,-1-3-58 0,1 2-66 16,1-3-80-16,0 1-80 0,2-3-75 16,3-2-107-16,3 2-148 0,1-4 43 0,-2-4-552 15,6 0-693-15</inkml:trace>
  <inkml:trace contextRef="#ctx0" brushRef="#br0" timeOffset="83150.95">27146 10972 3450 0,'14'-10'56'0,"-7"3"63"0,0 0 40 0,-5 2 27 0,2 0 8 0,-4 5-3 0,7-6-14 15,-7 6-7-15,0 0 14 0,0 0-11 16,0 0-12-16,0 0-18 0,0 0-15 0,-5 26-9 16,-1-16-13-16,3 1-7 0,-1-1-9 15,-2 0-13-15,1 2-4 0,-4-1-4 0,0-3-11 16,2 2-5-16,-2 0-6 16,-3-4-2-16,1-1-7 0,0 1-13 0,0-5-14 15,11-1-6-15,-13 0-12 0,13 0-7 16,-12-10 2-16,12 2 0 0,4-5 2 0,4-1 0 15,3-3 0-15,2 0 5 0,1 3-1 16,1 2 0-16,-1 4 11 0,-3-3 6 0,1 6-1 16,-1 4 7-16,-2-1 4 0,-9 2 1 15,22 7 3-15,-11-2-5 0,1 4-1 0,-1 1 2 16,0 0-6-16,1 5-3 16,1-3 0-16,-1 2-4 0,1 0-25 0,-2-4-46 15,-1 0-55-15,1-1-59 0,-4-2-82 16,5-2-72-16,0-2-59 0,-3-3-51 0,-9 0-55 15,19-1-79-15,-10-3-31 0,5-3-435 16,-3-1-513-16</inkml:trace>
  <inkml:trace contextRef="#ctx0" brushRef="#br0" timeOffset="83351.73">27682 10689 2782 0,'19'-41'-27'0,"0"0"62"0,-6 8 58 0,-2 6 82 16,-1 7 41-16,-7 5 17 0,4 1-15 15,-3 6-25-15,-3 3 1 0,-1 5 7 0,0 0-14 16,0 0-14-16,-10 29-18 0,5-7-14 15,-5 14-15-15,1 1-12 0,-5 11-8 0,3 1-10 16,-1-1-11-16,-1 2-9 16,0-3-11-16,0 3-61 0,0-5-72 0,-1-10-82 15,3-3-82-15,-3-3-53 0,5-4-45 16,3-9-36-16,1-2 0 0,1-6 5 0,2-3-3 16,0 1 24-16</inkml:trace>
  <inkml:trace contextRef="#ctx0" brushRef="#br0" timeOffset="83500.1">27579 11116 2336 0,'0'0'-89'0,"0"0"73"0,0 0 77 16,0 0 55-16,0 0 52 0,9-31 38 0,1 13 32 15,-1-2 19-15,7-5 12 0,1-5 0 16,3 0-8-16,5-10-19 0,6 4-17 0,-3-1-17 16,3 4-24-16,-2 2-16 0,-4 7-22 15,-5 2-12-15,-3 5-21 0,-4 6-54 16,-1 3-100-16,-4 1-117 0,-5 3-95 16,-3 4-93-16,0 0-127 0,0 0-185 0,0 0 48 15,0 0 76-15,0 0-310 0,-25 21-330 16</inkml:trace>
  <inkml:trace contextRef="#ctx0" brushRef="#br0" timeOffset="83649.56">27800 10842 2301 0,'4'3'69'15,"-3"3"-3"-15,-1-6 22 0,6 17 36 16,-2-7 25-16,-1 0 7 0,6 1-18 0,-2 4-16 16,0 1-6-16,6 2-15 15,-1 8-10-15,-1-7-30 0,2-4-96 0,-1 0-100 0,0-5-135 16,1 3-222-16,7-5-22 15,-2-1 80-15,4 1-145 0,1-4-80 0</inkml:trace>
  <inkml:trace contextRef="#ctx0" brushRef="#br0" timeOffset="84000.19">28316 10948 2028 0,'-15'-2'272'16,"4"0"-14"-16,-1 1 4 0,6-2 23 15,6 3 17-15,0 0-7 0,-15-1-15 0,15 1-20 16,0 0-26-16,0 0-20 0,0 0-20 0,0 0-23 16,0 0-13-16,0 0-16 15,29-3-15-15,-29 3-15 0,23-6-12 0,-12 2-11 16,0 0-10-16,-1-1-7 0,0-2-8 16,-3 2-14-16,-2-1-6 0,-1 1-4 0,-4 5-9 15,0 0-1-15,-11-8 0 0,11 8-5 16,-29 4 7-16,6 0 7 0,5 5 11 0,-11 7 20 15,2 1 20-15,2 7 23 0,7-3 16 16,-1 2 7-16,8-2-2 0,-2-4-2 0,10 1-5 16,1-2-11-16,2-2-11 0,4 1-8 15,3-1-7-15,5 2-15 0,1-4-8 0,6 0-25 16,8 0-51-16,0-3-79 16,-3-4-93-16,13 0-104 0,-7-3-139 0,-2-1-162 0,4-2-202 15,5-1-22-15,-1-6 100 16,0 0-654-16,-1-2-819 0</inkml:trace>
  <inkml:trace contextRef="#ctx0" brushRef="#br0" timeOffset="84666.21">29595 10381 4018 0,'2'-12'57'0,"0"0"18"0,-1 7 7 16,-1 5 29-16,0 0 90 15,0 0 66-15,-23 38 37 0,-1 4 3 0,-1 6-1 0,-5 5-5 16,-2 4-9-16,-7 13-16 16,8-13-24-16,3-1-19 0,4 0-27 0,-1-3-17 15,2 1-21-15,1-6-14 0,6-5-12 16,2-6-15-16,3-8-17 0,2 0-97 0,-2-8-13 16,6-1 0-16,-1-9 0 0,3 1 0 15,-1-4 0-15,2-1 0 0,-2 1 0 0,3-3 0 16,1-5 0-16,0 0 0 15,-5 3-40-15,5-3-142 0,0 0 1 0,0 0-5 16,-6-24 2-16,1 11 2 0,-3-6 19 16,-5-9 14-16,-2 5 18 0,-3 0 12 0,0 3 14 15,-2 4 12-15,5 4 21 0,0 3 33 16,2 1 28-16,-1 1 18 0,5 2 23 0,-1-1 18 16,2 3 21-16,8 3 14 0,-5-7 3 15,5 7-10-15,0 0-3 0,25-8-5 0,0 3-3 16,11-1-17-16,3 0-1 0,6 2-3 15,-2-4-9-15,2 3 0 0,-2 3-5 16,-3 0 2-16,0 0-10 0,-9 0 6 0,-9 1-13 16,-4 1-2-16,-4 1 2 0,0 1 3 15,-5 4 30-15,1 2 26 0,-6 1 23 16,-2 4 10-16,-2 2 9 0,0 1-3 16,-4 1 8-16,2 0-3 0,0 0-62 0,0 2-56 15,2-4 0-15,2 1 0 0,0 2 0 16,4-5 0-16,3 5 0 0,6-5 0 0,3-1 0 15,8 1 0-15,-2-4 0 0,-2-2 0 16,-3-3 0-16,2-3 0 0,3-2 0 0,-4-1 0 16,3-3 0-16,-2 0 0 15,-2-6 0-15,-4-1 0 0,8-9 0 0,-8-5 0 0,-2-3 0 16,-6 4 0-16,-6 4 0 0,-2-3 0 16,-10-5 0-16,-3 2 0 0,-8 1 0 0,-8 6 0 15,-12-1 0-15,8 7 0 16,-7 4 0-16,5 5 0 0,4 7 0 0,4 0-780 0,-10 3-195 15,2 3 88-15,1 2 105 16,0 3-839-16,3 5-1061 0</inkml:trace>
  <inkml:trace contextRef="#ctx0" brushRef="#br0" timeOffset="85515.81">21433 11792 4247 0,'-13'10'-58'0,"3"-2"30"0,0 1 34 0,5 1 37 0,-1-1 25 0,2 1 36 0,4-1 23 16,3 3 13-16,-2-1-6 0,10 5-12 16,0-1-12-16,13 7-7 0,1-5-14 15,1-3-5-15,5 1-6 0,-1-3-8 0,-3-6-7 16,-5-4-7-16,1 0-5 0,-3-2-4 16,-4-4-7-16,7 0-2 0,-5-6-1 0,-1 0-2 15,-3-1-6-15,-3-5-3 16,-4-1-2-16,1-2-4 0,-6-4 1 0,-2-1-5 15,0-1-4-15,-3-9 6 0,-8 1-5 16,4-1 3-16,-4 5 8 0,-3 1 6 0,3 8-1 0,1 4 2 16,0 5-5-16,-1-1-4 15,1 2 2-15,5 4-4 0,-3-1-1 0,5 2 3 16,3 5 4-16,-8-1-2 0,8 1 0 16,0 0 2-16,0 0-2 0,0 0-1 0,11 19-3 15,0-9 2-15,3-2-3 0,5 2-1 16,0 1-3-16,2-3-1 0,-2 2 4 0,0 1-3 15,1-1-4-15,-4-2-5 0,2 3 4 16,-2 0-4-16,-2 0 3 0,1 1-4 0,-3-3 4 16,-1 3-2-16,0 1 0 15,1-1-1-15,-1 2-2 0,1-1 1 0,1 3 0 0,-2-1-2 16,1-3 0-16,0-1-7 0,0-1-44 16,-1-2-77-16,0 3-104 0,3-3-131 15,-3-3-146-15,3 0-212 0,0-3 11 16,2 1 81-16,1-3-500 0,2-3-593 15</inkml:trace>
  <inkml:trace contextRef="#ctx0" brushRef="#br0" timeOffset="86365.8">22494 11809 3355 0,'0'0'142'0,"0"0"7"0,0 0 14 0,0 0 28 0,0 0 25 0,-17-9 13 0,17 9-12 0,0 0-13 16,0 0-7-16,0 0-23 15,0 0-12-15,0 0-19 0,0 0-16 0,0 0-13 0,0 0-11 16,37 0-9-16,-26 0-10 16,4-2-15-16,-2 1-21 0,0-2-19 0,-1 1-9 15,3-5-7-15,-5 2-2 0,1-2-9 16,-3-2-2-16,-5 2 1 0,1-2-5 0,-4 3 0 16,0 6-3-16,-7-10 3 0,-2 6-2 15,-5 2 1-15,-5 6-1 0,-6 1 6 16,-7 5-2-16,1 4 5 0,1 0-3 15,1 5 5-15,6 1 7 0,3 1 2 0,2 1 4 16,5-2 2-16,7-4-2 0,2-2 2 16,2-1 1-16,4 2-3 0,2-1-1 15,2-1 3-15,4-1-3 0,-1-4-6 0,5 1 0 16,-1-2-1-16,1 0 0 0,-3-5-1 16,1-2 0-16,-12 0 4 0,27-4-6 0,-11 0-1 15,-1-2-2-15,1-2 0 0,-5 1 1 16,2 1-3-16,-1 0-1 0,-3 0 3 0,-2-1 0 15,1 0-2-15,2 2 7 0,-7 1-5 16,-3 4 2-16,12-10 1 0,-12 10-2 16,6-4 1-16,-6 4-6 0,7-5-1 0,-7 5 6 15,0 0-7-15,0 0 1 0,0 0 4 0,0 0-3 16,11-1-4-16,-11 1 0 16,0 0 4-16,0 0 0 0,0 0-3 0,14-2 4 15,-14 2-3-15,17-8 3 0,-3 3 1 16,-1-2-3-16,1 1 1 0,-3 1 0 0,-2 0-2 15,-1 3 2-15,-8 2-4 0,15-6-1 16,-9 4 3-16,-6 2 2 0,0 0 3 0,0 0-3 16,0 0 0-16,23 4 1 0,-23-4-1 15,9 6 3-15,-3-3-3 0,-6-3 3 0,13 11-5 16,-4-8 1-16,4 3 1 0,-1-2 3 16,2 0-2-16,5-2-5 0,-2-1-2 15,4-1-15-15,0 0-23 0,-2-1-27 16,4-3-28-16,1-1-25 0,-2-2-27 15,-1-1-19-15,6-7-15 0,-1-5 2 0,-3-3 14 16,2-3 10-16,0-15 15 0,1-4 12 16,-1-7 9-16,-1-6 17 0,1-4 8 0,-2-2 13 15,0-2 4-15,-2-1 13 0,-4 6 15 16,-2 4 33-16,-5 18 51 0,-2 6 32 0,-3 8 6 16,1 5-11-16,-4 6 2 15,-2 9 24-15,0 5 34 0,0 0 14 0,-13 26 2 0,3 3 2 16,-2 11-2-16,0 11-1 0,-2 4-3 15,3 3-11-15,3-3-13 0,4 1-9 16,3-10-12-16,2-2-6 0,1-1-6 0,6-2-10 16,1-2-8-16,7 7-7 0,0-4-5 15,4-12-11-15,1-2-62 0,-1-2-58 16,5-3-96-16,-2-5-134 0,0 1-130 0,-2-6-151 16,-6-4-100-16,-4 0 68 0,0-1-509 15,-4-1-608-15</inkml:trace>
  <inkml:trace contextRef="#ctx0" brushRef="#br0" timeOffset="86867.58">24400 11826 3485 0,'-7'5'131'0,"-2"0"-6"0,2 0 15 0,2 2 11 0,-1-4 3 0,-1 1 1 0,7-4-13 0,-3 10-13 15,1-4-13-15,2-6-11 0,0 9-10 16,0-9-10-16,4 9-10 0,-4-9-6 0,4 5-9 16,-4-5-4-16,10 4-5 0,-10-4-7 15,0 0-3-15,23-9-3 0,-14 4-3 0,2-3-5 16,-1-3-3-16,3-1 0 0,-4 0-3 16,1 0-1-16,0 2 43 0,-5 1 26 0,3 1 8 15,-4 0-5-15,2 4-4 16,-3 0-12-16,-3 4 12 0,0 0 18 0,0 0 8 15,0 0 1-15,-1 28-10 0,-3-8-10 16,-6 9 16-16,2 4-2 0,1 0-9 0,-2-2-8 16,0 0-8-16,2-8-10 0,0 0-4 15,1-5-8-15,0-2-11 0,2-2 0 0,0-5 21 16,2 2 2-16,-1-2 5 0,1-2 2 16,0 0 8-16,2-7-6 0,0 0-8 0,0 0-72 15,0 0-6-15,0 0 0 0,0 0 0 16,17-34 0-16,-2 4 0 0,8-9 0 0,4-6 0 15,7-2 0-15,4-6 0 16,14-17 0-16,1-3 0 0,-2 4 0 0,-1 5 0 16,-12 18 0-16,-4 5 0 0,-1 7-101 15,-10 10-115-15,-7 8-42 0,-4 8-29 0,-1 5-33 16,-2 3-43-16,-9 0-32 0,7 11-36 16,-7 0-50-16,-2 4-76 0,-3 6-129 0,-7 4 37 15,-5 3-523-15,-2 2-639 0</inkml:trace>
  <inkml:trace contextRef="#ctx0" brushRef="#br0" timeOffset="87015.36">24501 11853 3143 0,'-17'5'12'0,"3"-1"43"0,7-1 26 0,0-1 24 0,7-2 8 0,0 0 1 15,0 0-12-15,-11-9-16 0,11 9-4 16,0 0-9-16,22-12-12 0,-9 9-27 16,2 0-73-16,3-1-97 0,-2 1-116 15,4 1-158-15,-7 4-135 0,1-2 35 0,-1 3-228 16,-2 1-229-16</inkml:trace>
  <inkml:trace contextRef="#ctx0" brushRef="#br0" timeOffset="88097.76">22894 11714 1869 0,'0'0'-24'0,"0"0"19"0,0 0 8 0,10-6 14 0,-10 6 11 0,0 0 19 0,0 0 13 16,-8-12 6-16,8 12-2 0,0 0-8 15,-4-9-4-15,4 9-1 0,0 0-6 16,-1-7 0-16,1 7-6 0,0 0-5 16,0 0 0-16,0 0-3 0,0 0 1 15,9-4 31-15,-9 4 10 0,0 0 14 0,0 0 20 16,0 0 10-16,23 13 30 0,-18-9 0 16,2 2 10-16,-2 0-13 0,1-1-13 0,0 1-6 15,-3 0 11-15,5 0-10 0,-6 1 8 16,-2-7-5-16,6 12 13 0,-4-4 5 0,-2-8-1 15,-2 13-1-15,-4-6-8 0,0-2-11 16,-3 3-10-16,-2-2-13 0,-1-2-11 0,-3 3-4 16,3-3-9-16,-1-3-7 0,2 1-8 15,-1-4-6-15,12 2-6 0,-19-6-8 0,13-4-4 16,0-1-5-16,6-1-8 16,0-2 0-16,6-1-6 0,-1-1-5 0,2 2 3 15,0 3-2-15,2 0-3 0,5 4-4 16,-3 0 0-16,5 3-2 0,-1 2-1 0,1 0-1 15,-2 4 0-15,4 1 1 0,0 4-1 16,-2 0 2-16,-1 2-5 0,-1 0-2 0,-1-2-31 16,1 3-54-16,-2 2-71 0,2-4-72 15,3 1-75-15,-3 3-73 0,-5-7-83 0,6 0-96 16,1 0-72-16,-4-3 39 16,2 3-389-16,-1-5-452 0</inkml:trace>
  <inkml:trace contextRef="#ctx0" brushRef="#br0" timeOffset="88283.24">23378 11662 2581 0,'0'0'36'0,"-11"-10"42"0,6 9 11 0,5 1 32 16,-25 5 38-16,7 1 12 0,2 2 18 0,-4 2-6 15,-5 6-2-15,2 0-7 0,8 0-9 16,1-2-12-16,5-1-10 0,2 3-10 0,1-1-14 16,5-1-11-16,2-2-11 0,1 2-8 15,7 0-11-15,2-1-11 0,5 1-19 0,4-2-56 16,0-5-100-16,3-2-125 0,2-2-111 15,4 1-170-15,-3-2-109 0,-1-2 53 0,-1 0-370 16,-2-2-418-16</inkml:trace>
  <inkml:trace contextRef="#ctx0" brushRef="#br0" timeOffset="88798.6">24354 11851 2887 0,'-9'-15'187'0,"1"2"-2"0,7 5 2 0,-1-2-3 0,4 3-18 0,1-1-12 0,8-2-15 15,11 3-14-15,10-3-15 0,9 4-11 0,7 3-9 16,15 0-15-16,-9 3-54 0,9 0-118 15,-13 3-148-15,14-2-198 0,-13 3-159 0,-5-2 39 16,-6 0-342-16,-2 0-385 16</inkml:trace>
  <inkml:trace contextRef="#ctx0" brushRef="#br0" timeOffset="89316.43">24867 12003 2755 0,'-8'5'101'0,"8"-5"-13"0,-3 4-4 0,3-4-12 16,0 0-1-16,0 0-8 0,0 0-1 15,9 10-6-15,-2-6-10 0,5 0 0 0,-1-2-4 16,3 1-9-16,3-1 1 16,0 0-6-16,-2-2-2 0,3 0 0 0,-5-2-2 15,2-3 1-15,-2-1-4 0,1-1 5 16,-5-1 27-16,2-2 14 0,-5-2 22 0,-1-1 10 15,-4-3 5-15,-1-3 4 0,-1 0-4 16,-4-3 5-16,-1-2-2 0,3-1 6 0,-5 3 7 16,5 3 7-16,-1 2 3 0,0 4-12 15,0 2-13-15,2 1-11 0,0 2-12 0,-2 5-2 16,4 3-1-16,0 0-9 0,0 0-1 16,0 0-6-16,0 0-4 0,0 0-3 0,0 0-7 15,8 17-9-15,6-9-1 0,2-3-5 16,11-3 2-16,2-2-4 0,15 0-2 0,-2 0-1 15,-1-5-6-15,-2 1 2 16,-9 2-3-16,-6 1-4 0,-4-2-1 0,-3 2-3 16,-6 0 2-16,0-1-4 0,-11 2 13 15,16 7 40-15,-10-2 9 0,-4 2-17 0,-1 6-1 16,-1-1 3-16,0 0-15 0,0 4-1 16,0-3-4-16,0 6-5 0,2-2-8 0,2 2-11 15,-1-2-43-15,0 0-70 16,3-1-79-16,0-3-97 0,1 2-92 0,7-1-78 15,-3-6-99-15,5-1-138 0,2-3 4 0,7-2 83 16,-2-2-435-16,6-3-503 0</inkml:trace>
  <inkml:trace contextRef="#ctx0" brushRef="#br0" timeOffset="89865.36">25858 11925 2963 0,'0'-7'134'0,"0"7"42"0,0 0 16 0,-16-5 31 0,16 5 28 15,-13-2 16-15,13 2-1 0,-12 0-17 0,12 0-22 16,0 0-17-16,0 0-12 0,-14 4-18 15,14-4-10-15,0 0-24 0,-2 6-9 0,2-6-16 16,0 0-9-16,0 0-11 0,9 12-11 16,-9-12-9-16,12 2-8 0,-12-2-9 15,17 0-6-15,-17 0 0 0,21-5-16 0,-12 0-2 16,5-2-5-16,-3 0-11 0,-4 0-1 0,2-4-3 16,-4-2-6-16,1 0 0 15,-4 1 4-15,-1-2-6 0,-2 2-6 0,-1-2 2 16,-4 4 1-16,4 2-5 0,-6 1 1 15,1 2 3-15,-3 0-2 0,1 5 3 0,9 0-2 16,-17 5 8-16,7-2-7 0,0 2 8 16,3 0-1-16,1 1 6 0,3 0-4 0,1-1-11 15,2 2 5-15,0-7 0 0,5 11 1 16,3-6-6-16,1-2 8 0,5 0-5 0,1-3-3 16,4-1 1-16,0-1 0 0,5-3-3 15,0 2 6-15,-1-2 4 0,-4 0-2 0,-4 3 15 16,1-2 0-16,-5 2-3 15,0 1-4-15,-11 1 0 0,17 0 30 0,-17 0 31 16,15 5 10-16,-7-2-10 0,2 4-5 16,-7-2-7-16,5 1-3 0,0 0-10 0,-2 1-2 15,-1 0-8-15,1-2-4 0,1 1-5 16,-1 0-1-16,4-1-20 0,1 0-16 16,3-3 0-16,0 0 0 0,8-2 0 0,-6 0 0 15,6-2 0-15,-1 0 0 0,-5 1 0 16,2 1 0-16,-2-2 0 0,-3 2 0 0,-13 0 0 15,23-2 0-15,-23 2 0 0,18 2 0 16,-6 0 0-16,-3 1 0 0,4 2 0 16,5 1 0-16,1 0 0 0,3 1 0 15,14 3 0-15,3 2 0 0,20-1 0 0,4 1 0 16,4-4 0-16,-3 2 0 0,-3-3-366 16,0-1-198-16,-11-4-188 0,-6-2-134 0,-12-2 82 15,-7 4-835-15,-6-4-1077 0</inkml:trace>
  <inkml:trace contextRef="#ctx0" brushRef="#br0" timeOffset="90598.89">27815 11911 4773 0,'5'-18'1'0,"2"1"46"0,-2 1 53 0,3 0 45 0,-1 3 49 0,1-4 48 0,2 5 37 15,-5-2 6-15,1 6-21 0,-3-1-21 16,4 3-22-16,-7 6 1 0,0 0 31 0,0 0-1 15,9 18-16-15,-9-4-20 0,0 6-22 16,2 4-170-16,-2 0-24 0,4 12 0 16,-1-2 0-16,7-1 0 0,-2-4 0 0,-1-4 0 15,2-7 0-15,2-1 0 0,-2-1 0 16,2-4 0-16,1-4 0 0,1-1 0 0,3-3 0 16,-2-3 0-16,6-4 0 15,1-2 0-15,5-9 0 0,1-3 0 0,-2-5 0 16,-2-4 0-16,5-9 0 0,1-2 0 15,-2-4 0-15,0-1 0 0,-2 1 0 0,-1-1 0 16,-1 2 0-16,-5 12 0 0,-4 9-214 16,-5 1-168-16,0 7-68 0,-4 7-41 0,-3 0-52 15,-2 4-52-15,0 0-128 0,0 0-9 16,0 0 82-16,-12 29-510 0,6-17-627 0</inkml:trace>
  <inkml:trace contextRef="#ctx0" brushRef="#br0" timeOffset="90798.43">28404 11900 3533 0,'0'0'160'0,"0"0"-1"16,11 0-4-16,-11 0 18 0,0 0 44 0,4 13 33 15,-6-1 29-15,-2 6-23 0,2 3-26 16,-3 12-22-16,-1 2-20 0,-2-1-19 16,3-2-16-16,-1 1-16 0,-1-1-11 0,0-1-19 15,0-4-40-15,1-5-52 0,3-1-65 16,-3-2-72-16,0-3-77 0,2 0-83 0,-2-5-89 15,3 0-92-15,1-2-136 0,2-4-88 16,-2 1 67-16,2-6-465 0,0 0-555 16</inkml:trace>
  <inkml:trace contextRef="#ctx0" brushRef="#br0" timeOffset="91585.19">29785 11557 3253 0,'8'-22'112'16,"0"6"27"-16,-2 4 3 0,-5 5 0 0,-1 5 36 16,0 2 55-16,0 0 29 0,-32 40-4 15,5-1-10-15,-1 6 10 0,1 5-8 0,0 3-7 16,2 2-19-16,7 1-6 0,-4-1-23 16,8-3-21-16,0-2-17 0,4-9-14 0,3-6-15 15,-3-2-11-15,6-7-13 16,2-6-8-16,-1-3-15 0,1-5-7 0,0 0-11 15,0 0-13-15,2-3-13 0,-2-3-30 0,4 0-32 16,-2-6-34-16,0 0-24 0,0 0-15 16,0 0-9-16,0 0 10 0,20-21 9 15,-19 9-2-15,3-5 3 0,-2-2 9 16,-2 0 8-16,-4-3 5 0,1 2 6 0,-8 1 11 16,4 1 2-16,-4 5 20 0,-1 3 21 15,-1 0 18-15,1 6 25 0,3-2 9 16,-1 4 11-16,2 0 14 0,3-1 15 15,5 3 19-15,0 0 24 0,0 0-3 0,0 0-10 0,0 0-8 16,0 0-10-16,49 5-9 16,-18-7-10-16,11-1-8 0,2-1-9 0,1-4-5 15,1 0-8-15,0-1-5 0,-4 5-4 16,-2-2-4-16,-12 4-4 0,-3-4-8 0,-6 6 2 16,-3 0-8-16,-3 4 0 0,-3 2-7 15,-5 2 6-15,-3 5 1 0,-2 1 6 0,-2 1-25 16,-1 4 0-16,-1-2 0 0,-3 4 0 15,6-3 0-15,-1 3 0 0,0-2 0 0,2-2 0 16,4 0 0-16,1 0 0 16,3 0 0-16,7-3 0 0,3-4 0 0,0 0 0 15,3-4 0-15,6 0 0 0,0-6 0 0,0 0 0 16,1 0 0-16,7-4 0 0,-7-4 0 0,-5 2 0 16,10-7 0-16,-7 1 0 0,-3-8 0 15,-4-1 0-15,-4-8 0 0,-3 0 0 16,-5-5 0-16,1 0 0 0,-7 0 0 15,-1 3 0-15,0 6 0 0,-5 3 0 0,-1 2 0 16,-5 2 0-16,-3 6 0 0,-5-1-48 16,1 6-198-16,-4 3-83 0,-3 3-117 0,7 2-136 15,-7 3-190-15,0-1-58 0,2 4 98 16,3 0-699-16,4 0-880 0</inkml:trace>
  <inkml:trace contextRef="#ctx0" brushRef="#br0" timeOffset="91933.02">30952 11944 4348 0,'4'-11'183'0,"-2"3"13"0,-2 4 9 0,0 4 31 0,0 0 78 16,0 0 49-16,0 0 3 0,-18 26-6 0,9 3-19 15,-2 3-29-15,1 0-29 0,0 3-29 16,5-3-24-16,3-3-30 0,0-3-200 15,2-2 0-15,-2-2 0 0,4-1 0 0,0-3 0 16,-2-5 0-16,2-1 0 0,0-1 0 16,-1-1 0-16,3-2 0 0,0-1 0 15,1-2 0-15,2-1 0 0,2-1 0 16,-9-3 0-16,17-2 0 0,-3-1 0 0,-1-2 0 16,6-6 0-16,6-8 0 0,0-1 0 15,7-10 0-15,2-4 0 0,1 0 0 0,-3 0 0 16,-2-1 0-16,-7 11 0 0,0 3-101 15,-10 7-309-15,-1 2-89 0,-5 6-69 0,-4 2-85 16,-3 4-190-16,0 0 64 16,0 0 91-16,0 0-553 0,0 0-704 0</inkml:trace>
  <inkml:trace contextRef="#ctx0" brushRef="#br0" timeOffset="92431.25">31216 12273 3503 0,'9'-7'56'0,"0"5"42"0,2-2 33 0,1 2 51 0,-12 2 60 0,22 4 23 0,-8-2 21 15,-1 4 16-15,1 0 5 16,-1 9 1-16,-1-1-3 0,-5 3-7 0,0 1 5 16,-5-1-1-16,-2 2-11 0,-2 0-18 15,-1 0-11-15,-6 1-21 0,-5 8-16 16,-1-5-214-16,-6-2-11 0,-1-2 0 0,6-3 0 16,-4-4 0-16,6-1 0 0,-6-3 0 15,4 0 0-15,4-2 0 0,-3 1 0 0,3-4 0 16,3-2 0-16,9-1 0 0,-13-1 0 15,13 1-365-15,0 0-161 0,13-20-64 0,8-2-36 16,13-5-31-16,4-2-22 0,5 0-5 16,0 1-698-16,-4 3-836 0</inkml:trace>
  <inkml:trace contextRef="#ctx0" brushRef="#br0" timeOffset="92613.98">31462 12361 3598 0,'16'-10'-69'0,"-5"3"75"16,-3 2 48-16,-2 1 57 0,-6 4 42 16,7-7 39-16,-7 7 27 0,0 0 38 15,0 0 17-15,0 0 21 0,0 0 3 16,-19 19-18-16,9-9-11 0,1 1-26 0,2 3-22 15,-2-1-16-15,0 4-24 0,4-3-18 16,1 1-18-16,2-3-11 0,2 2-22 0,2-2-25 16,0-2-47-16,2 1-89 0,1-3-82 15,2 2-88-15,6-3-92 0,-1 1-100 0,4-4-88 16,1 0-156-16,8 0-112 0,2-4 62 16,-1-4-561-16,14-4-725 15</inkml:trace>
  <inkml:trace contextRef="#ctx0" brushRef="#br0" timeOffset="92830.98">32125 11642 3519 0,'-2'-33'31'0,"2"10"57"15,0 4 24-15,0 7 5 0,0 5 37 0,0 7 61 16,0 0 40-16,16 29 39 0,-7 11-1 16,1 16-2-16,-7 11-7 0,-6 7-2 0,-8 20-2 15,-13-1-1-15,-2-1 2 0,-8 1-5 16,-10-3-19-16,-6-3-20 0,-7-4-13 0,-4-4-19 15,-6-3-20-15,-3-4-153 16,-5-4-32-16,2-5 0 0,-2-3 0 0,4-6 0 16,3-6 0-16,16-16-125 0,7-1-380 15,-1-6-193-15,14-8-240 0,3-4 91 0,6-3 91 16,3-3-714-16,2-4-918 0</inkml:trace>
  <inkml:trace contextRef="#ctx0" brushRef="#br0" timeOffset="98179.88">3685 11633 1228 0,'4'-11'312'0,"-4"11"-11"0,0-11-42 0,0 11-30 0,0-6-19 0,0 6 5 0,0 0-33 15,0 0-3-15,0 0 45 0,0 0 25 16,0 0-1-16,-23 17-7 0,11 0-9 15,-1 8 1-15,-1 0-2 0,5-4-13 0,2 1-15 16,-1 0-8-16,0-1-11 0,4 1-20 16,1 0-31-16,3-3-17 0,0-2-7 0,3 0-10 15,-1 0-4-15,5-2 4 0,0-4-25 16,2 1-7-16,5-4-1 0,5 1-2 16,2-3-7-16,2-4-12 0,1-2 0 15,7-1-7-15,7-4-7 0,-2-2-1 0,0-3 5 16,-3-3-6-16,-5 2-9 0,-5 0 8 15,-3 3-11-15,-7 2-2 0,-2 2-8 0,-1 0-4 16,-3 1 6-16,-7 3-10 0,0 0 8 16,0 0 15-16,0 0 4 0,0 22 5 15,-3-12 13-15,-1 5 9 0,-1 2 2 0,0 1-3 16,1 3-3-16,2-2-5 16,-1 0-1-16,1-1 0 0,2 0-10 0,0-3-3 15,2 2-3-15,-2-3-9 0,2-2-50 0,-1-1-63 16,-1-3-59-16,2 2-52 0,0-2-59 15,0-1-88-15,0-2-98 0,-2-5-103 16,8 5-147-16,-8-5-51 0,0 0 83 0,19-7-492 16,-11-1-626-16</inkml:trace>
  <inkml:trace contextRef="#ctx0" brushRef="#br0" timeOffset="98546.81">4000 11262 3096 0,'-29'-16'-84'0,"-7"3"50"0,-6 8 37 0,-4 6 43 0,-15 9 48 0,0 9 56 16,-3 9 34-16,-13 21 36 0,-3 13 35 0,0 10 19 16,5 7-7-16,3 10-15 0,4 8-9 15,7 0-10-15,11-1-7 0,14-1-26 16,9-3-17-16,16-17-14 0,11-2-7 16,6-7-14-16,10-2-14 0,7-6-6 0,10-7-11 15,9-5-6-15,5-9-8 0,7-8-8 16,9-8-8-16,5-9-9 0,9-7-5 0,2-9-4 15,7-4-9-15,18-11-4 0,-2-8-6 16,-7-4-4-16,-3-10-26 0,-6-3-1 0,-11-11 1 16,0-3-8-16,-12-10 8 15,-11-7-10-15,-7-8-19 0,-13-8-32 0,-8-5-25 0,-15-5-3 16,-9 19-15-16,-15-18-7 0,-14 9-11 16,-12 12 3-16,-15 15 6 0,-13 13-7 15,-10 15-19-15,-15 14-33 0,14 14-32 16,-6 8-54-16,-4 5-64 0,-16 10-67 15,3 6-103-15,11 2-212 0,26 3-21 0,5 1 71 16,9 3-380-16,7 6-490 0</inkml:trace>
  <inkml:trace contextRef="#ctx0" brushRef="#br0" timeOffset="100279.81">5386 11769 3049 0,'7'-14'129'0,"-3"2"54"0,-1 4 25 0,1-1 29 0,-2 5 25 0,-2 4 12 0,4-12-12 15,-4 12-35-15,0 0-4 0,0 0 59 0,0 0 22 16,5 22-19-16,-3-7-26 0,1 6-27 16,-1 4-23-16,-1 11-20 0,1 0-20 15,-2 3-14-15,0 0-17 0,-2-6-15 0,-4 3-16 16,0-1-48-16,1-2-58 0,-3-2-71 16,1-6-66-16,-1-4-71 0,0-2-77 0,3-4-66 15,1-5-41-15,0-3-74 0,3-3-78 16,1-4-78-16,0 0-93 0,0 0 72 0,0 0-427 15,3-30-541-15</inkml:trace>
  <inkml:trace contextRef="#ctx0" brushRef="#br0" timeOffset="100515.3">5456 11726 2952 0,'5'-18'20'16,"1"3"48"-16,1 1 23 0,0 3 31 16,4 1 35-16,2 4 27 0,4 4 22 15,5 2 9-15,14 4 3 0,-2 9-6 0,7 7-16 16,5 5-19-16,-8 8-2 0,0 2-17 15,-1 7-6-15,-9 1-7 0,-5 3-5 0,-4 1-16 16,-11-8 0-16,-3 3-8 16,-7-5 1-16,-5 1 5 0,-2-4-5 0,-7 2 0 15,0-5-11-15,-11 5-4 0,5-8 1 0,-2-4-19 16,-5-5-7-16,0 3-11 0,-1-5-13 0,-1-2-3 16,-1-3-46-16,7-3-60 15,3-4-73-15,-1-2-87 0,1-3-119 0,4-1-137 16,2-5-188-16,3-2-116 0,1-7 83 15,5 1-577-15,3-1-729 0</inkml:trace>
  <inkml:trace contextRef="#ctx0" brushRef="#br0" timeOffset="100895.8">6191 12169 3827 0,'0'0'89'0,"0"0"13"0,0 0 22 0,0 0 30 0,0 0 19 15,0 0 6-15,0 0-5 16,0 0-15-16,0 0-13 0,11 2-8 0,-11-2-16 16,14 1-7-16,-5-1-14 0,-9 0-6 15,23 3-9-15,-12-3-7 0,2 0-5 0,-4-4-10 16,2 0-3-16,-1 0-3 0,-1-1-8 16,0-2-5-16,-3 3-4 0,1-3-3 15,-4-2-1-15,-1 1-7 0,-2 2-5 0,0 6-3 16,-4-10-7-16,-4 7 1 15,8 3 10-15,-22 1 5 0,1 5 14 0,-8 5 9 16,0 3 2-16,2 3 15 0,1 2 8 16,5 0 9-16,2 5-7 0,8-4-4 0,3-1-3 15,0 0-6-15,6 1-4 0,4-3-8 16,4 3-2-16,2-2-3 0,3 2-11 0,10 0-24 16,-4-4-64-16,2-6-74 0,10 2-78 15,-4-7-98-15,-3 0-105 0,5-5-101 0,2 0-136 16,-3-5-143-16,9-2 78 0,-3-3-576 15,-2-2-741-15</inkml:trace>
  <inkml:trace contextRef="#ctx0" brushRef="#br0" timeOffset="101345.6">6618 12201 3590 0,'-4'-9'24'16,"4"9"31"-16,-5-5 40 0,5 5 43 16,0 0 22-16,-14-1 15 0,14 1 21 15,-11 10 2-15,3-1-3 0,2 0-13 16,0 4-12-16,1-1-16 0,3 0-16 0,-2 1-9 15,2-1-12-15,2 1-14 0,2 1 4 16,0-2-27-16,2-2-3 0,3 0-4 0,3-1-6 16,-2-2 8-16,1-3-20 0,3 0-11 15,1-2-8-15,-4 0-6 0,-9-2 1 16,23-4-1-16,-12 0-8 0,0 0 0 0,-4-1 2 16,0-1-3-16,-1 0-3 0,0-2 2 15,-2 2 17-15,2 1 9 0,-6 5-3 16,3-10-17-16,-3 10-7 0,4-4 0 0,-4 4 2 15,0 0 10-15,0 0 13 0,-15 34 31 16,1-5 19-16,5 11 45 0,-2 9 31 16,-1 4 12-16,5 1 8 0,-3 1 6 0,4-1-6 15,-3-1-172-15,3-10-18 0,-1-2 0 16,-2-4 0-16,-2-4 0 0,4-4 0 0,0-8 0 16,-4-3 0-16,2-1 0 0,-2-5 0 15,-3-2 0-15,-2-1 0 0,0-4 0 0,-4-2 0 16,0-1 0-16,-7-4 0 0,2-1 0 15,-11-4 0-15,0-1 0 0,-1-5 0 16,3 0 0-16,-2-4 0 0,7-4 0 16,6-4 0-16,7 2 0 0,2-2 0 0,7 4 0 15,1 1-699-15,6 5-265 0,4 1 54 16,1-1 102-16,5 1-828 0,5 1-1074 0</inkml:trace>
  <inkml:trace contextRef="#ctx0" brushRef="#br0" timeOffset="101813.05">7034 12608 4875 0,'-27'-19'103'0,"20"16"48"0,7 3 58 0,-13-7 35 0,13 7 21 0,-7-5-18 0,7 5-27 0,0 0-26 16,-7-4-18-16,7 4-24 0,0 0-18 15,0 0-10-15,0 0-14 0,0 0-10 16,0 0-31-16,0 0-27 0,18-10-21 0,-8 8-25 15,0-3-7-15,-3-1-3 0,3-2-14 16,-1-4-10-16,-3 1-3 0,-1-5 10 16,-1-1 1-16,-2-4-1 0,-4-1 4 0,-2-2-1 15,-7-7 9-15,2 1-4 0,-3 5 5 16,-1 5-1-16,3 3 2 0,1 6-9 0,0 2 6 16,-2 2-1-16,2 5 3 15,2-2 3-15,7 4 9 0,-16 0 15 0,16 0 2 0,0 0 5 16,-9 8 8-16,9-8 10 15,0 0-1-15,25 17-1 0,2-11 1 0,10-1-8 16,11 0 0-16,1-1-1 0,-1 1-2 16,0-2-5-16,-8 2-5 0,-2 3-7 0,-6 1-1 15,-7 2 22-15,-8 0 15 0,1 5 12 16,-9 1 13-16,-2 4 8 0,0 1 3 16,-4 0 1-16,-3 2-4 0,-1 2-11 0,-1-2-1 15,0-2-10-15,0 3-2 0,-1-4-9 16,1-1-3-16,2-3-7 0,-2 0-32 15,2-4-60-15,0-1-71 0,0 0-88 16,2-3-94-16,0-1-127 0,1-2-155 0,4-3-199 16,-1 0-22-16,-6-3 96 0,0 0-641 15,32-8-817-15</inkml:trace>
  <inkml:trace contextRef="#ctx0" brushRef="#br0" timeOffset="102164.14">7963 12414 3591 0,'0'0'-98'0,"-2"-5"26"0,2 5 13 0,0 0 18 0,0 0 16 0,9-11 23 0,-4 8 3 0,2 0 9 0,3-1 3 16,0-1 0-16,1 2 19 0,0-4 27 15,3 0 35-15,-5 0 32 0,-2-1 17 16,2 1 16-16,-4-3 10 0,-3-2-1 15,-4 5 7-15,-1-3 1 0,-8 1-3 0,0 2 3 16,-10 3-4-16,-4 4-5 0,-14 6 7 16,-5 4 32-16,-6 6 0 0,2 7 4 15,3 5-5-15,7 2-11 0,6 3-15 16,5 3-14-16,9-7-5 0,5 0-15 0,6-3-6 16,7-3-8-16,2-1-16 0,5-1-8 0,10 1-8 15,4 0-13-15,6-5-10 16,2-2-55-16,1-3-100 0,4-3-114 0,2-4-117 15,-2-3-152-15,-5-2-168 0,10-4-221 16,2 1 57-16,-3-2 83 0,-2-2-618 0,0-2-786 16</inkml:trace>
  <inkml:trace contextRef="#ctx0" brushRef="#br0" timeOffset="102545.76">8422 12476 3994 0,'-9'1'115'15,"2"1"21"-15,7-2 17 0,-11 4 15 16,11-4 1-16,-11 2-8 0,11-2-19 16,0 0-6-16,-3 6-14 0,3-6-7 0,0 0-4 15,15 9-16-15,-5-4-10 0,1-4-8 16,3 1-9-16,-2-2-2 0,4 0-9 0,-1-2-3 16,3 1-3-16,-4-4-8 0,2-1 2 15,-1-1-11-15,0-1 1 0,-3-4-14 0,-5 2 1 16,-1-4-6-16,-2 4 1 0,-4 1-7 15,-2 1-1-15,-6-1-5 0,-3 4 4 0,-5 5 1 16,-4 0 24-16,-7 3 22 0,-9 11 35 16,2 3 50-16,-7 9 27 0,7 1 31 0,11 0 8 15,3-2 2-15,2 2-5 16,9-4-7-16,3-3-9 0,6-1-27 0,4-2-160 16,1 2 0-16,8-2 0 0,1-3 0 15,3 0 0-15,10-3 0 0,-4-2 0 16,0-2 0-16,-3-4 0 0,7-1 0 0,-4 1-329 15,4-3-290-15,-2-5-176 0,-7 4-108 16,4-3 96-16,-7-1-804 0,-4 2-1052 0</inkml:trace>
  <inkml:trace contextRef="#ctx0" brushRef="#br0" timeOffset="103113.08">10007 11991 4548 0,'-7'-19'-143'0,"2"5"33"0,-5 7 27 0,-4 3 54 0,-2 7 58 0,-20 11 56 0,-14 18 51 16,-20 23 46-16,-7 9 29 16,-2 13 25-16,-4 7 30 0,11 1 19 0,7 2 17 15,12 0 6-15,9-4-2 0,13 1-15 16,18-15-23-16,11-3-26 0,8 2-20 0,13-5-16 15,12 15-10-15,10-8-16 0,3-7-123 16,-2-17-57-16,0-5 0 0,-1-7 0 0,-5-5 0 16,-11-12 0-16,0-1 0 0,-1-7 0 15,-7-5-46-15,-2-2-305 0,-1-2-103 0,-5 0-101 16,0-2-123-16,1-4-172 0,-2 1 67 16,-3-1 91-16,-1 0-594 0,-2 0-746 15</inkml:trace>
  <inkml:trace contextRef="#ctx0" brushRef="#br0" timeOffset="104128.89">10094 12617 3412 0,'0'-8'3'0,"0"8"21"0,0-6-3 0,0 6 24 0,0 0 54 0,0 0 39 0,-25 12 22 16,13 1 24-16,-6 10 14 0,0 4 3 16,2 2-7-16,-2 2 1 0,2 2 18 0,5 0-10 15,2 2-5-15,4-2-16 0,5-4-8 16,2-4-13-16,1-2-11 0,8 6 1 0,5-5-1 16,2-5-11-16,7-2-7 15,-2-9-14-15,2-2-6 0,4-4-15 0,2-2-10 16,6-8-7-16,5-2-7 0,-3-3-3 15,2-8-8-15,-6 2-8 0,-7-1-5 0,1-4-1 16,-4-2-5-16,-5 1-7 0,0-4-5 16,-8 0-3-16,4 0-4 0,-7 0-5 0,3 3-10 15,-8 1-21-15,2 9-25 16,-5 3-40-16,1 4-55 0,0 2-51 0,-2 4-50 16,0 3-72-16,0 0-92 0,0 0-65 0,0 0-76 15,-20 15-117-15,15-6-79 0,3 1 72 16,1 0-474-16,-1 2-604 0</inkml:trace>
  <inkml:trace contextRef="#ctx0" brushRef="#br0" timeOffset="104495.71">10699 12806 3427 0,'0'0'120'0,"11"-5"14"16,-11 5 13-16,0 0 4 0,7-5 4 16,-7 5-12-16,0 0-5 0,0 0 31 15,0 0-8-15,11 20-9 0,-6-11-16 0,-5 5-12 16,2 0-12-16,-1-1-9 0,-1 5-11 15,2-3-14-15,-2 3 1 0,0-3-15 16,0-1-2-16,0-1-3 0,-2-1-7 16,2-1-8-16,0-1 4 0,2-4 0 0,-2-6-2 15,2 13 18-15,-2-13-10 0,0 0 12 16,11 0-8-16,-11 0-6 0,21-18-7 0,-6 5-9 16,10-6 1-16,-2-2-6 0,0 4-1 15,-4 3-3-15,-3 4-7 0,-5 2-1 0,-4 1 0 16,3-1-12-16,-2 6-5 0,-8 2 5 15,15-2 1-15,-15 2 0 0,0 0-3 0,19 12 0 16,-14-3-1-16,4 1 3 0,-6 0 0 16,5 3-3-16,-1 1 0 0,0 0 0 15,0 0-4-15,0 0-32 0,-1-3-47 0,1 1-54 16,0 0-73-16,-2-3-85 16,-1-1-86-16,0-1-94 0,1-2-160 0,-1-1-76 0,-4-4 72 15,10 2-424-15,-10-2-530 16</inkml:trace>
  <inkml:trace contextRef="#ctx0" brushRef="#br0" timeOffset="104911.99">11674 12167 3117 0,'-3'-20'91'0,"2"2"46"16,-1 6 12-16,-2 2 3 0,4 5-10 15,0 5 54-15,0 0 52 0,-17 20 19 0,0 13 4 16,-4 13-6-16,-2 11-7 15,-3 5-6-15,-7 13-4 0,1 1-16 0,7-17-8 16,0 2-19-16,2-3-16 0,3-2-22 16,-2-4-15-16,3-3-15 0,2-2-13 0,3-11-8 15,2-5-14-15,1-7-14 0,4-5-5 16,1-4-8-16,3-3-4 0,-1 0-4 0,2-5-5 16,-1 1-5-16,1-2-12 0,2-6-28 15,0 0-15-15,0 0-13 0,0 0-21 0,0 0-10 16,0 0-19-16,0-26-2 0,-2 14 3 15,-1-2 5-15,-1 2 0 0,-1 0 0 0,-4 4 6 16,-3 1 5-16,0 5 1 16,-4 2 4-16,-4 2 1 0,-10 8 6 0,1 7 11 15,6 0 5-15,0 0-1 0,8 1 15 16,4-3 3-16,1 2 0 0,5-2 0 0,1-6 5 16,4 3-3-16,4 0 0 0,-1-3 1 15,6 1-36-15,5-2-52 0,1-2-66 0,3-2-74 16,-4-3-80-16,6-1-75 0,1-3-53 15,2-2-72-15,11-2-52 0,1-6-83 16,-5 1-24-16,4-5-468 0,4-7-599 0</inkml:trace>
  <inkml:trace contextRef="#ctx0" brushRef="#br0" timeOffset="105096.64">11597 12857 2926 0,'20'-20'4'0,"-7"5"92"16,-4 3 73-16,-1 2 41 0,0 1 36 16,-5 2 12-16,3 0-16 0,0 5-27 15,-6 2 15-15,0 0 22 0,0 0-10 16,12 14-22-16,-12-2-14 0,-2 5-2 0,0 0-26 15,0 7-10-15,-4 8-22 0,0-6-68 16,0-4-83-16,5 2-73 0,-5-2-88 0,2-3-81 16,3-2-83-16,-3-2-89 0,-1-3-77 15,5-2-137-15,0-6-19 0,0-4 71 16,2 7-332-16,-2-7-393 0</inkml:trace>
  <inkml:trace contextRef="#ctx0" brushRef="#br0" timeOffset="105211.96">11771 12586 2544 0,'-2'-10'-21'0,"0"2"0"16,2 4 2-16,0 4-6 0,0 0-26 0,0 0-56 15,0 0-101-15,0 0-223 0,0 0-134 16,0 0-67-16</inkml:trace>
  <inkml:trace contextRef="#ctx0" brushRef="#br0" timeOffset="105661.56">11888 13189 1832 0,'0'0'295'0,"-12"0"13"0,12 0 15 15,0 0 27-15,0 0 26 0,0 0 25 0,0 0 0 16,0 0-38-16,-21-9-36 0,21 9-39 16,0 0-33-16,0 0-23 0,0 0-23 0,24-14-23 15,-14 12-20-15,1-3-12 0,1-1-13 16,1 0-12-16,0-2-17 0,-1-1-8 15,3 0-15-15,-1-6-7 0,-1 2-8 0,-2-5-13 16,-1 1-9-16,-1-3-16 0,-3-1-11 16,-1-1-10-16,0 0 2 0,-3-2-1 15,-2 5-3-15,0 0-3 0,-5 1-10 0,3 1 4 16,-1 5-8-16,-1-1 0 0,-1 5-6 0,-3 0 8 16,3 3-5-16,-6 4-8 15,11 1 7-15,-12-2-3 0,12 2-2 0,-12 0 4 16,12 0 2-16,0 0 10 0,0 0-1 15,0 0-3-15,26 12-1 0,-3-8 7 0,4 0-3 16,9 0 2-16,2 3-6 0,1-1 7 16,-9 0-5-16,1 4-7 0,-2 3 8 0,-4 2 16 15,-7 0 11-15,1 6 7 16,-6-2-4-16,-2 0 0 0,-4-1-5 0,0 3 3 0,-1-2-5 16,-3-1-2-16,-1-1-3 0,0 2-3 15,0-1-32-15,3-4-49 0,-3 1-63 16,-1-1-76-16,-1-3-91 0,2-1-113 15,0 0-103-15,0-2-123 0,2-3-164 0,-3-1 80 16,7-2-597-16,-8-2-773 0</inkml:trace>
  <inkml:trace contextRef="#ctx0" brushRef="#br0" timeOffset="105961.61">13023 12947 3796 0,'-11'-17'52'0,"3"4"20"0,-2-1 43 0,5 2 33 0,-1 1 22 0,1 3 3 16,-2-2-1-16,4 3-19 0,-1-1-15 16,0 4-17-16,0-2-12 0,4 6-16 15,-5-7-14-15,5 7-6 0,-8-1-3 0,8 1-12 16,-23 8 3-16,2 2 7 0,-6 7 10 16,-1 1 6-16,-5 1 3 0,-3 6 0 15,8 0-3-15,1-5 1 0,6 6-9 0,2-4-8 16,7-1 4-16,7-3-12 0,1-1-4 15,4-3-9-15,6 1 4 0,4 2-9 0,4-3-36 16,10 4-69-16,2-3-88 16,3-1-97-16,3-2-126 0,-5-5-133 0,9-3-211 0,6 0-7 15,-10-2 84-15,-3 0-474 16,13-7-583-16</inkml:trace>
  <inkml:trace contextRef="#ctx0" brushRef="#br0" timeOffset="106096.8">13686 12847 2791 0,'0'-8'-144'0,"-2"2"15"15,2-2 12-15,0 8-11 0,0-7-1 16,0 7-21-16,-3-6-20 0,3 6-63 0,0 0-308 16,-4-6-45-16</inkml:trace>
  <inkml:trace contextRef="#ctx0" brushRef="#br0" timeOffset="106528.54">13019 12818 1832 0,'-2'-17'197'0,"1"5"15"16,-1 0 13-16,4 4-9 0,-1-1 5 15,1 1-6-15,4 2-13 0,1 0-22 0,2 2-15 16,-4 1-20-16,4 1-12 0,-9 2-8 15,20 2-15-15,-11-1-8 0,0 5-2 0,1 0-3 16,-2-2-2-16,-5 3 5 0,-1-1 10 16,0 3 9-16,-2-9-6 0,-4 17-8 15,-3-8-8-15,0 1-10 0,-4 0-10 16,0-1-4-16,-1-1-8 0,1 2-7 0,2-4-5 16,-1 0-7-16,1-1-13 0,-1-1-37 15,3 0-51-15,1-2-92 0,6-2-123 16,-12 4-127-16,12-4-165 0,0 0-123 0,0 0 66 15,0 0-391-15,0 0-485 0</inkml:trace>
  <inkml:trace contextRef="#ctx0" brushRef="#br0" timeOffset="106794.65">13738 12942 3001 0,'-8'-8'82'16,"-3"-1"22"-16,0 1 28 0,-3-1 34 0,-1 2 11 15,-1 2 9-15,0 0-7 0,-4 3-6 16,-3 4 1-16,-2 3-11 0,-9 4-5 16,3 3-10-16,3 5-12 0,1 0-16 0,7 5-5 15,-2-2-15-15,10 4-11 0,-1-3-6 16,6-1-9-16,3-6-5 0,4 3-2 0,0 0-13 16,6-1-9-16,5 1-9 0,8 3-36 15,6-3-39-15,8 0-41 0,3-5-52 0,3-4-70 16,2-1-70-16,4-5-66 0,2-4-84 15,2-1-100-15,10-6-110 0,-6-3 48 16,1-4-303-16,-2-2-370 0</inkml:trace>
  <inkml:trace contextRef="#ctx0" brushRef="#br0" timeOffset="107061.58">14470 12335 2292 0,'16'-50'-92'15,"-4"10"61"-15,-1 9 57 0,-1-1 43 16,-5 8 51-16,2 7 26 0,-4 5 4 0,-3 2-21 15,2 5-16-15,-2 5 63 0,0 0 29 16,0 0 7-16,-23 46 14 0,-2-2 7 0,-3 4 7 16,1 10 7-16,-9 15 12 0,0 1 23 15,-2-1-8-15,4 2-2 0,7-17-16 0,0 3-21 16,2-2-22-16,4 1-16 0,2-2-18 16,2-3-16-16,2-2-11 0,1-4-21 15,7-9-12-15,-1-1-16 0,5 0-27 16,-1-6-71-16,-1-5-74 0,5-4-97 0,0-3-91 15,0-5-113-15,2 2-103 0,-2-5-114 16,5-2-146-16,-3-5 5 0,0-2 75 16,-2-4-483-16,0 0-605 0</inkml:trace>
  <inkml:trace contextRef="#ctx0" brushRef="#br0" timeOffset="107213.47">14061 13147 3198 0,'-7'-29'64'0,"-2"0"66"16,-1-2 67-16,2 9 66 0,3 3 57 15,-1 0 64-15,2 4 34 0,-2 0 11 16,2 5-10-16,2-1-25 0,1 3-35 15,1-1-42-15,0 9-36 0,5-12-31 0,5 7-25 16,7 1-30-16,4 4-92 0,6 2-120 16,11 0-134-16,2 5-144 0,-2 1-154 0,0 1-178 15,-4 0-245-15,2-1 60 0,0 1 91 16,1-1-640-16,-1-1-816 0</inkml:trace>
  <inkml:trace contextRef="#ctx0" brushRef="#br0" timeOffset="107578.37">14877 13130 4175 0,'-19'-2'221'0,"2"-4"33"0,6 2 32 15,1 2 30-15,10 2 10 0,-15-6-14 16,15 6-27-16,-10-4-29 0,10 4-26 16,0 0-27-16,0 0-18 0,0 0-21 0,0 0-17 15,29-10-14-15,-14 5-14 0,2 1-25 16,2-4-13-16,3 1-10 0,-8 0-15 0,4-3-7 15,-2 1-7-15,-2-6-6 0,-3 0-1 16,-1-1-8-16,-4 3-7 0,-4 1-6 0,-4 0-1 16,-6 0 1-16,-7 0-6 0,-15 1 0 15,-10 6 0-15,-5 4-5 0,0 1-3 16,-7 10 0-16,11 2 0 0,-5 7 0 0,4 5 0 16,8 3 0-16,9-5 0 0,6 2 0 15,2 5 0-15,9-8 0 0,2-1 0 16,8 0 0-16,4 0 0 0,7 7 0 15,8-2 0-15,5-3 0 0,10-2 0 0,7-2 0 16,9-2-250-16,-9-7-196 0,3-4-90 16,1-5-83-16,2-1-92 0,10-10-104 0,-5-6 77 15,3-3-648-15,4-6-840 16</inkml:trace>
  <inkml:trace contextRef="#ctx0" brushRef="#br0" timeOffset="107927.89">15976 12458 3992 0,'13'-29'18'0,"-8"5"91"0,-1 7 63 15,-4 2 54-15,-4 3 30 0,-3 2 46 0,-4 7 16 16,-5 2 19-16,-7 8 22 0,-22 15 15 16,-4 9 10-16,1 8 1 0,-13 15-20 15,4 2-18-15,6 3-100 0,14-11-247 0,-2 1 0 16,5 2 0-16,3 0 0 0,4-1 0 16,2-3 0-16,7-2 0 0,-2-4 0 0,9-9 0 15,1-3 0-15,5-8 0 0,-3-4 0 16,6-3 0-16,-1-3 0 0,-1-3 0 0,0-2 0 15,2 2 0-15,0-1 0 0,2-7 0 16,-6 5 0-16,6-5 0 0,0 0 0 16,-7 4 0-16,7-4 0 0,-13 0 0 0,1 3 0 15,-3-1 0-15,1 2 0 0,1 0 0 16,-3 0 0-16,7 2 0 0,0 0 0 0,-1 0 0 16,2-1 0-16,1 1 0 0,3 2 0 15,6-1 0-15,4 2 0 0,-1-1 0 16,9 2 0-16,3 1 0 0,10 0 0 0,-2 0 0 15,-2-4-408-15,-1-2-290 0,3 0-196 16,3-4 18-16,-1-1 93 0,11-2-758 16,5-9-986-16</inkml:trace>
  <inkml:trace contextRef="#ctx0" brushRef="#br0" timeOffset="108144.71">16451 12301 4572 0,'4'-22'123'0,"0"3"19"0,-4 6 3 0,2 5-14 15,-2 8 89-15,0 0 66 0,1 25 23 16,1 16 23-16,-2 17-13 0,-2 8-9 0,-7 6-4 16,-7 20-7-16,-7 7-18 0,-12 3 31 15,-5 1-208-15,-7-7-104 0,-11 0 0 0,1-9 0 16,-10-5 0-16,-2-7 0 16,3-9 0-16,-5-6 0 0,-1-8 0 0,3-2 0 15,-3-11 0-15,18-10 0 0,-7-6 0 0,2-4-531 16,6-6-258-16,9-6-142 0,5-1 93 15,6-8-897-15,7-2-1168 0</inkml:trace>
  <inkml:trace contextRef="#ctx0" brushRef="#br0" timeOffset="112294.26">3908 14483 4585 0,'-5'-12'-183'0,"-4"4"28"0,0-1 25 0,-2 1 37 0,-3-1 32 16,-1 2 32-16,-4 0 36 0,1 4 15 16,-2 0 17-16,-1 1-20 0,0 2 17 0,-3 2-1 15,-1 4 2-15,-6 7 13 0,4 0 6 16,4-1-12-16,9 4-6 0,-2-3 21 16,5 5 10-16,2-3 6 0,2 1-6 0,3-1-2 15,3 1 17-15,1-2 13 0,3 2 8 16,1 0 0-16,1-2-6 0,2 3 0 15,-2-2-2-15,1-1-16 0,1 1 12 16,-5-3 0-16,3 0 2 0,-1-2-8 0,-3 2 10 16,-1-1 15-16,0-1 7 0,-3 0 19 15,-4 1-9-15,-2-2-13 0,0 3-8 0,-3-3-8 16,1 0-10-16,-4-2-13 0,-3 0-4 16,1-4-11-16,0 3-4 0,-6-2-3 15,-2 0-11-15,5-2-19 0,0-2-72 0,-5 0-68 16,2 0-81-16,-1-4-103 0,5 2-120 15,-2-2-137-15,4 0-193 0,3-4-11 16,5 2 73-16,2-1-458 0,5-1-612 0</inkml:trace>
  <inkml:trace contextRef="#ctx0" brushRef="#br0" timeOffset="112661.03">3593 14045 3223 0,'-20'-7'-108'15,"-5"9"43"-15,-11 4 51 0,-10 12 43 16,-6 9 39-16,-1 9 56 0,-18 17 15 16,7 13 19-16,-7 8 15 0,5 7-3 15,1 1 2-15,2 3-2 0,8 0-15 16,12 3-10-16,11-4-13 0,15-19 2 0,9 0-2 0,15-5-10 16,9-5-12-16,13-3-9 15,7-8-8-15,14-5-6 0,20 1-6 0,-1-18 1 16,26-1 6-16,-15-15 2 0,9-6-8 15,22-8-9-15,-6-9-7 0,-2-9-2 0,-8-6-7 16,-11-4 5-16,-8-10 7 0,-11-8 19 16,-8-2 3-16,-9-8-7 0,-8-7-5 15,-17 10-9-15,-6-10-8 0,-11-4-8 0,-8-3-9 16,-10-21-9-16,-11 7-9 0,-11 4-30 16,-11 9-14-16,-7 9-22 0,-7 17-24 15,5 21-27-15,-7 15-32 0,-3 12-38 16,-3 10-56-16,-3 12-77 0,-18 14-84 0,6 3-108 15,8 5-194-15,3 12-35 0,22-13 79 16,6 7-388-16,9 2-497 0</inkml:trace>
  <inkml:trace contextRef="#ctx0" brushRef="#br0" timeOffset="114243.43">5339 14624 2750 0,'0'0'-53'0,"-21"2"41"0,4 2 30 0,-2 6 34 0,-10 7 27 0,-1 2 32 0,1 3 9 15,-5 5 17-15,11-1-17 0,0 0-3 0,6 1 16 16,3 2 7-16,9-4-5 0,1-1-5 15,4-1-10-15,2 1-10 0,2-1-10 16,4-1-6-16,-1-2-9 0,3-1-8 16,-3 0-7-16,5-3-12 0,1-3 0 15,1 1-38-15,-3-3-46 0,2-3-71 0,1 0-88 16,-3-4-84-16,3-1-111 0,0-3-150 16,0-1-77-16,-1-1 61 0,5-4-178 0,-2 1-217 15</inkml:trace>
  <inkml:trace contextRef="#ctx0" brushRef="#br0" timeOffset="114560.51">5642 14837 2284 0,'0'0'141'15,"-9"-12"22"-15,-1 10 28 0,10 2 22 16,-17 2 16-16,17-2 15 0,-26 12-2 0,10-2-2 16,1 1-14-16,1 7-9 0,5-1-10 15,3 2-12-15,1 3-18 0,3 1-12 0,4-1-15 16,5 0-11-16,6 4-11 0,3-2-14 15,5-5-11-15,1 0-8 0,3-6-9 16,6 0-6-16,-4-8-11 0,-3-1-5 0,-2-4-3 16,5-2-4-16,-2-2-10 15,0-2-4-15,6-4 0 0,-3-3-4 0,-4-3-3 0,-8 1-3 16,-2-2 0-16,-7-2-8 16,-1-2 1-16,-1 2-10 0,-6-6 1 0,-3 1-3 15,0 2-1-15,-3-2-6 0,0 5-3 16,-6 4-4-16,2-1-20 0,-1 5-16 15,-1 5-28-15,1 2-36 0,-4 4-47 0,3 2-69 16,-3 3-97-16,-2 7-99 0,-4 6-140 16,-1-1-195-16,4 4 67 0,6-3-473 0,7-3-619 15</inkml:trace>
  <inkml:trace contextRef="#ctx0" brushRef="#br0" timeOffset="115128.37">6223 14928 3129 0,'0'-7'141'0,"2"2"35"0,-2 5 6 0,0 0 4 16,2-5-3-16,-2 5-15 0,0 0 24 15,0 0 23-15,0 0-7 0,0 0-19 0,2 25-16 16,-2-16-12-16,0 4-19 0,0 0-15 16,2 0-13-16,-4-1-8 0,2 0-12 0,0 0-8 15,0 0-8-15,-2-3-7 0,2 1-8 16,0-3 0-16,0-7-1 0,0 13 16 15,0-13 23-15,-2 12 19 0,2-12 9 0,0 0-12 16,0 0-18-16,0 0-10 16,0 0-13-16,0 0-9 0,23-29-7 0,-12 12-8 15,2 2-7-15,-1 1-3 0,-1 4-5 16,-2 0-8-16,0 4-7 0,0-2-6 0,2 5-5 16,0-1 3-16,-11 4-3 0,0 0 2 15,26 10-17-15,-16-3 0 0,-1 2-7 0,1 3 6 16,-3 0 1-16,3 0-5 0,-4 1 5 15,1-1 1-15,-1-1-3 0,0-1 13 16,-5-2-9-16,3 1 2 0,0-1-1 0,0-4 4 16,-4-4 1-16,4 11 16 0,-4-11-5 15,8 5 3-15,-8-5-10 0,0 0-3 0,0 0-7 16,24-20 17-16,-9 7-26 16,6-9-2-16,4 1-6 0,-1 0 0 0,0 3 11 15,-7 1-5-15,-4 6 0 0,1 3-2 16,-5 1-5-16,-2 2 0 0,4 3 4 0,-11 2-2 15,0 0 13-15,22 14-7 0,-14 0 8 16,1 1-4-16,-3 4 6 0,-1 1-6 0,-3 1-1 16,5 1 6-16,-3 0 5 0,-3 1-11 15,3-3-2-15,-2-1-3 0,2-1-31 16,-3-3-26-16,1-1-56 0,2-4-52 0,1 2-51 16,-4-2-93-16,1-1-88 15,-2-2-132-15,4-3-200 0,-4-4 1 0,7 6 92 16,-7-6-454-16,0 0-573 0</inkml:trace>
  <inkml:trace contextRef="#ctx0" brushRef="#br0" timeOffset="115428.18">7012 14371 3270 0,'0'-14'32'0,"0"7"-5"0,0 7 48 0,0 0 59 0,0 0 52 0,-17 53 27 0,4-7 16 0,0 9 12 0,-3 5 6 16,3 5 4-16,-6 25 2 16,1 0-39-16,2 5-13 0,-2 1-8 0,3 1-13 15,5 1-11-15,3-21-21 0,-2-1-14 16,3-6-14-16,1-1-8 0,-4-8-17 0,4-1-17 16,-5-8-39-16,5-12-28 0,-2-3-42 15,2-4-26-15,-1-9-37 0,5-7-21 0,-3-2-25 16,0-5-57-16,2-5-63 0,0-1-69 15,2-4-50-15,0 0-50 0,0 0-47 16,-4-33-73-16,7 8-101 0,-3-18 59 0,-3-14-278 16,7-5-353-16</inkml:trace>
  <inkml:trace contextRef="#ctx0" brushRef="#br0" timeOffset="115643.37">6812 15120 2439 0,'6'-26'43'0,"2"3"43"0,-1 3 45 0,1 3 40 15,2 0 32-15,-3 5 21 0,4 0 5 16,-1 2-13-16,5 3 0 0,1 2-9 15,0 5-6-15,0 1 3 0,5 9-5 0,-4-4-17 16,-2 9-16-16,4 4-12 0,-3 1-18 16,-5-3-11-16,-4 3-14 0,-5-4-14 0,0 1-7 15,-4 0-6-15,-1 3-4 0,-7-1-11 16,1 0-6-16,-8 3-10 0,-3-2-8 0,0-1-36 16,0-8-43-16,1 0-57 0,2-2-65 15,0-4-89-15,4-1-94 0,-1-6-121 16,14 2-165-16,-13-12-74 0,11 1 64 15,6-7-368-15,9-15-479 0</inkml:trace>
  <inkml:trace contextRef="#ctx0" brushRef="#br0" timeOffset="115875.78">7436 14408 3000 0,'1'-20'127'16,"1"1"84"-16,0 7 52 0,-2 0 31 15,0 3-11-15,0 2-31 0,0 7-24 0,0 0 11 16,0 0 30-16,-23 36-5 15,10 2-9-15,-5 10-2 0,6 7-5 0,-6 3-5 0,5 2-19 16,-3 5-17-16,2 3-21 16,-4-4-20-16,1 2-18 0,5-3-15 0,-2-2-13 15,0-3-13-15,3-5-51 0,0-3-62 16,0-10-97-16,2-2-85 0,2-2-91 0,1-3-111 16,-2-8-122-16,2-4-143 0,3-6-169 15,-1-2 78-15,2-6-639 0,4-3-839 16</inkml:trace>
  <inkml:trace contextRef="#ctx0" brushRef="#br0" timeOffset="116243.99">7640 15133 4100 0,'0'0'95'0,"0"0"38"0,0 0 38 16,0 0 30-16,0 0 29 15,0 0 10-15,0 0-26 0,0 0-16 0,0 0-17 16,0 0-18-16,0 0-17 0,-4-11-12 15,4 11-18-15,22-4-10 0,-8 2-11 0,1-2-5 16,2-2-11-16,2 0-11 0,-2-3-31 16,3-2-9-16,-4 0-3 0,0-4-17 0,-5 1 7 15,0 1-5-15,-2-1-3 0,-6 4 11 16,1 0-16-16,-6 1 1 0,-3 2-3 16,-6 4-3-16,-7 3 2 0,-7 3 3 0,-11 3-8 15,0 7 5-15,-1-1 20 0,5 5-5 16,1 0 0-16,6 4 4 0,7 2 9 15,4-7-8-15,5 2 15 0,3-3-14 16,4 1-3-16,0-3-1 0,4-1 5 0,2 0 4 16,5 0-10-16,3-1 6 0,7-1-9 15,-4-3-39-15,9-1-68 0,0 1-81 0,0-3-87 16,5-1-120-16,0-1-134 0,10-5-193 16,2-3-72-16,-1-1 87 0,-4-2-512 0,5-5-670 15</inkml:trace>
  <inkml:trace contextRef="#ctx0" brushRef="#br0" timeOffset="116497.25">8547 14359 3557 0,'-12'-23'124'16,"-1"5"62"-16,7 7 47 0,-4 3-1 0,5-2-21 16,-1 10-8-16,6 0 75 0,-14 20 2 15,3 14 7-15,0 16-7 0,1 8-16 16,4 3-21-16,-1-1-14 0,3 8-23 0,-3-1-24 15,0 3-12-15,0 0-21 0,2-5-12 16,-5 0-11-16,0-2-11 0,3-9-36 0,-2-3-35 16,-2-9-53-16,4-4-58 15,-6-6-70-15,8-6-56 0,-2-6-58 0,3-4-62 0,-3-3-76 16,3-1-84-16,1-5-99 0,-3-1-97 16,6-6-77-16,0 0 78 0,0 0-464 15,-10-16-600-15</inkml:trace>
  <inkml:trace contextRef="#ctx0" brushRef="#br0" timeOffset="116647.41">8196 15125 3368 0,'-16'-16'120'16,"7"2"98"-16,2 6 82 0,-1 0 85 16,2 0 30-16,0 2 21 0,2 0-5 0,4 6-24 15,-9-5-40-15,9 5-40 0,-3-6-34 16,3 6-33-16,0 0-25 0,16-8-30 0,0 4-77 16,7 2-113-16,1 2-155 0,6 0-139 15,13 0-154-15,-9 0-174 0,8 0-278 0,0-4 54 16,-2 1 91-16,-8 1-619 15,4-4-813-15</inkml:trace>
  <inkml:trace contextRef="#ctx0" brushRef="#br0" timeOffset="117010.59">8789 15070 4084 0,'0'0'124'0,"-14"1"32"0,14-1 36 15,0 0 17-15,-7 4 1 0,7-4-18 16,0 0-10-16,0 0-37 0,0 0-12 15,0 0-12-15,0 0-11 0,32 4-10 16,-32-4-5-16,25-2-16 0,-7-2-12 16,-4 1-3-16,3-2-8 0,2-2-6 0,-6 0-17 0,1-2-3 15,1-1-14-15,-3-3-5 16,-3 1-10-16,-1-1 1 0,-7 3-9 0,-1 0 0 16,-7 1 0-16,-4 2-2 0,-8 1 0 15,-10 4 2-15,-9 6 22 0,-2 5 26 0,-6 10 46 16,5-1 51-16,0 5 34 0,12 0 26 15,7-3 16-15,5 3 11 0,2 3 4 0,6-6-5 16,8-2-17-16,1-3-182 0,5 0-25 16,3-1 0-16,4 0 0 0,5 0 0 15,2-5 0-15,-2 0 0 0,4-2 0 0,0 0 0 16,-4-2 0-16,0-2 0 0,0 1 0 16,-6-1-251-16,2 1-298 0,-8-1-125 15,1 2-204-15,-5 2 32 0,-1 0 85 16,-1 2-678-16,-5 1-890 0</inkml:trace>
  <inkml:trace contextRef="#ctx0" brushRef="#br0" timeOffset="117712.52">9639 15109 4208 0,'0'0'-12'0,"4"-7"0"0,-4 7 21 16,0 0 67-16,0 0 56 0,0 0 36 0,-12 22 18 0,2-11-1 0,5 5 4 15,-4 1-4-15,6-1-5 0,-1 4-21 0,4-3 5 16,0 2 5-16,6-2-6 0,0 2-6 16,2-1-4-16,3-5-2 0,1-1-3 15,1-4-13-15,4-3-11 0,3-3-13 0,5 0-13 16,0-4-6-16,11-3-9 0,-1-4-3 16,-7 0-13-16,3-6-6 0,-5 1-4 15,-2-6-8-15,-6-1-5 0,-6 1-9 16,-3-1-7-16,-1-1-28 0,-7-3-10 0,-2-12-7 15,-5 0-21-15,1 2-12 0,-5 4-8 16,-4 6-18-16,2 8-25 0,-8 4-28 0,5 7-31 16,-4 4-44-16,2 2-53 0,-6 7-86 15,-4 7-87-15,-1 3-96 0,3 3-178 0,4 2-44 16,2 2 86-16,7-3-464 0,5-4-593 16</inkml:trace>
  <inkml:trace contextRef="#ctx0" brushRef="#br0" timeOffset="118026.35">9901 15166 2965 0,'9'-2'57'0,"-9"2"32"0,14-3 16 16,-14 3 16-16,0 0 3 0,0 0 34 16,11 5 50-16,-9 1 16 0,-2 6-4 15,0 8-10-15,0 5-13 0,-2 13-18 16,-3 3-18-16,1 16-9 0,1 2 62 16,-1-3 19-16,2-8-14 0,2-2-14 0,2 9-17 15,2-13-8-15,-3-1-18 0,1-4-17 16,-2-10-11-16,0-4-6 0,0-4-1 0,0-6 26 15,0 1 31-15,-2-4 34 0,-5 1 7 16,-5-3-8-16,-1-1-128 0,-5-2-89 0,-2 0 0 16,-7-2 0-16,2-3 0 0,-14-4 0 15,0-2 0-15,-1-2 0 0,0-3 0 16,2-4 0-16,3 1 0 0,1-6 0 16,7-2 0-16,5-2 0 0,3-1 0 0,10 7 0 15,0 0-236-15,6 4-281 0,1-4-129 16,2 1-179-16,7-2-44 0,3 1 90 15,3-7-690-15,10 3-917 0</inkml:trace>
  <inkml:trace contextRef="#ctx0" brushRef="#br0" timeOffset="118443.99">10238 15494 4305 0,'0'0'14'0,"-11"-12"48"0,8 6 48 0,3 6 30 0,-6-8-12 15,6 8-14-15,-4-7-17 16,4 7-12-16,0 0-11 0,6-6-6 0,-6 6-2 16,17-2-32-16,-7-2-23 0,1 2-21 15,2 0-7-15,-1-2-1 0,-1 1-2 0,0-3 2 16,1-2-1-16,-5 0 3 0,3-2-1 16,-4-3 7-16,0-1-3 0,-4-3 8 15,-4-3-1-15,-2 1 1 0,-3-3 6 0,0 3-4 16,-2 0 7-16,0 3 2 15,-3-1-2-15,2 6 4 0,-1 1-1 0,3 1 0 0,2 4 0 16,-1 0 0-16,7 5 5 16,-7-6 10-16,7 6 15 0,0 0 10 0,0 0 5 15,0 0-1-15,32-1 5 0,-3 0-12 16,10-1 0-16,7-2-9 0,-2 0 0 16,1 2-6-16,-4 0-1 0,-7 2 1 0,-7-2-10 15,-7 2 0-15,1 2-8 0,-1 2 1 16,-4 0-4-16,-3 2 3 0,-1 2 0 0,-1 1-1 15,0 3-28-15,-4 0-42 0,0 1-86 16,-1 1-98-16,2-1-120 0,0 0-163 16,-1 1-183-16,0-6 72 0,5 2-415 15,0-1-527-15</inkml:trace>
  <inkml:trace contextRef="#ctx0" brushRef="#br0" timeOffset="119525.44">11323 15282 3222 0,'-4'-12'177'0,"4"12"39"0,0 0 46 16,0-11 45-16,0 11 38 0,0 0-5 16,-1-7-34-16,1 7-35 0,0 0-29 15,0 0-16-15,0 0-24 0,0 0-20 0,0 0-19 16,0 0-14-16,9 22-15 0,-7-13-14 16,-2-1-9-16,-2 2-11 0,-2 0-5 0,0 2-13 15,1-5-7-15,-6 4-7 16,-2-2-6-16,-2-1-12 0,-2-1-30 0,-2-2-34 15,-1-2-19-15,-1-3-36 0,4 0-17 16,0-3-20-16,0-4-12 0,4-2 4 0,2-4 6 16,6-3 8-16,1-2 12 0,7-1 10 15,1 1 23-15,0 3 12 0,0 1 10 16,1 3 8-16,3 4 11 0,-2 2 16 0,-1 0 6 16,-7 5 3-16,22 0 2 0,-22 0 2 15,25 8-3-15,-7-1 0 0,3 3-4 0,0-1 0 16,7 1-1-16,4 0-2 0,2-3-29 15,-8-2-21-15,-3-2-16 0,-2-6-18 0,6 0-9 16,3-6-7-16,3-1-4 16,-7-7-4-16,1-4-7 0,-5-1 2 0,1-7-11 15,1-10-7-15,-6-4-14 0,-2-6-17 16,-2-2-12-16,0-7 3 0,-1-4 5 16,-3-2 15-16,0-2 19 0,-7 4 17 0,-3 4 35 15,0 14 34-15,-3 7 31 0,-1 10 26 16,2 6-1-16,0 7-3 0,0 7 57 0,2 7 44 15,0 0 34-15,-37 51 13 0,17 4 17 16,-7 24 29-16,2 14 21 0,-1 10 20 0,-3 8-1 16,2 8-3-16,-3-1-14 0,-1-1-18 15,-3-4-24-15,4-8-15 0,-5-3-15 16,3-7-16-16,2-11-9 0,5-21-17 0,2-8-9 16,4-7-10-16,3-15-6 0,5-6-5 15,4-6-3-15,3-6 25 0,0-5 17 16,0-5-30-16,4-5-94 0,0 0 0 15,0 0 0-15,0-30 0 0,4 6 0 0,2-15 0 16,5-15 0-16,0-4 0 0,7-6 0 16,-2-6 0-16,0 4 0 0,2 8 0 0,-4 9-12 15,-4 14-38-15,-2 5 0 0,-2 7-1 16,-3 5 4-16,1 7 0 0,1 5 4 0,-3 0 7 16,-2 6 10-16,10 0 2 15,-10 0 3-15,13 12 6 0,-3-5 1 0,2 2-2 16,-1 0 4-16,4-1 4 0,0 2 1 15,5-1-1-15,-2-4 4 0,5 0 2 0,-2-5-6 16,6 0-29-16,9-8-36 0,-2 0-28 16,2-5-14-16,-1-3-15 0,5-7-10 15,-2-4-1-15,-2-4 0 0,-2-2 4 0,-3-6 4 16,-1-5-5-16,3-5 4 0,-5-5 17 16,-1-2 7-16,-2-5 12 0,4-16 7 0,-1-4 9 15,-8 17 9-15,-4 0 21 0,-5 8 38 16,0 15 38-16,-6 5 27 0,1 10 5 0,-3 9-9 15,-3 7 12-15,-1 7 39 16,1 3 39-16,-22 20 23 0,4 10 6 0,-11 15 4 0,6 8 18 16,3 7 8-16,0 2-1 15,5 2-16-15,0 0-15 0,6-4-17 0,4-2-14 16,3-13-16-16,0-2-2 0,2-5-19 16,0-7-36-16,2-9-60 0,0-3 0 0,3-2 0 15,-3-3 0-15,-1-3 0 0,7-3 0 16,-3-5 0-16,6 0 0 0,1 0 0 15,-2-3 0-15,-10 0 0 0,19-3 0 0,-19 3 0 16,17 0 0-16,-17 0 0 0,0 0 0 16,15 3 0-16,-9-3 0 0,-6 0 0 15,11 3 0-15,-5 0 0 0,4 3 0 16,-5-2 0-16,4 3 0 0,-2 0 0 0,0 1 0 0,3-3 0 16,2 7 0-16,6-2 0 15,13 5-306-15,3-1-192 0,5-2-189 0,9 3-239 16,-7-5 81-16,3-1 95 0,-5 1-671 15,6 1-873-15</inkml:trace>
  <inkml:trace contextRef="#ctx0" brushRef="#br0" timeOffset="119758.69">13005 15219 4005 0,'0'0'78'0,"0"0"35"0,-11-7 26 0,11 7 39 0,0 0 26 0,0 0-14 0,0 0-15 15,25-13-23-15,13 6-16 0,7 2-14 0,2 0-45 16,4 3-63-16,1 0-87 0,-3 2-112 16,-3 0-129-16,-2 4-151 0,-6 1-217 15,-12 1 17-15,-4 1 86 0,-10 2-312 0,1 1-374 16</inkml:trace>
  <inkml:trace contextRef="#ctx0" brushRef="#br0" timeOffset="120108.71">13452 15077 2784 0,'-6'-26'219'0,"4"9"36"0,0 2 27 0,2 3 15 0,0 3 3 16,0 2 5-16,6 2 10 15,-6 5 12-15,29 2-2 0,5 11-18 0,7 11-24 16,4 8-23-16,-7 2-22 0,-8 4-17 15,-1 3-16-15,-14 5-10 0,-7-5-10 16,-12 0-18-16,-10 9-13 0,-8-3-20 0,-8-1-9 16,-9 0-11-16,-5-7-48 0,-4 0-94 15,-2-8-129-15,0-2-136 0,-2 0-168 0,3-12-222 16,1 1-226-16,10-5 98 0,0-6 80 16,1-1-626-16,8-1-812 0</inkml:trace>
  <inkml:trace contextRef="#ctx0" brushRef="#br0" timeOffset="122426.79">14723 14982 3743 0,'0'0'-15'0,"-9"-8"34"0,9 8 36 0,0 0 14 0,-4-9 20 15,4 9 6-15,5-11 5 0,1 2-4 0,1 2-1 16,5-2-13-16,1 2-5 0,0 1-10 15,3-1-10-15,-1 2-3 0,-3 1-7 16,-3 1-8-16,0 1-5 0,-9 2 0 16,18 0-8-16,-18 0-1 0,9 9 0 15,-2-2-2-15,-6 3 2 0,1 3 14 0,-2 7 8 16,-2-2 14-16,2 4 2 0,-4 3 2 16,0 10-8-16,0-9 0 0,2 0-8 0,1 0-5 15,-3 0-4-15,2-1-2 0,0-1-2 16,2-5-7-16,-2-2 2 0,2-3 5 0,0-1 45 15,-1 0 37-15,1-5 43 0,-2 1 30 16,2-1 26-16,0-8 16 0,-4 12 11 16,1-7-16-16,3-5-21 0,-15 7-26 15,3-5-15-15,-6 0-17 0,-1-2-20 0,-4 0-12 16,0 0-10-16,-2-2-98 0,0 0-9 16,0-1 0-16,1-1 0 0,1 2 0 15,6-4 0-15,0 1 0 0,-2-4 0 0,1 0-62 16,7 3-217-16,4-3-89 0,1 2-122 15,4 0-117-15,2-1-161 0,4-1-72 0,3-1 91 16,5-3-621-16,1-1-824 0</inkml:trace>
  <inkml:trace contextRef="#ctx0" brushRef="#br0" timeOffset="122791.61">15338 14800 3612 0,'8'-13'6'0,"-4"5"73"0,-4 0 24 0,2 3 0 15,-2 5 8-15,0 0 47 0,0 0 15 16,-18 21-9-16,6 7-13 0,-2 4-13 0,-3 12-8 16,3 5-12-16,-1-1-10 0,1 6-14 15,3-1-7-15,-1-1-11 0,-2 1-6 16,-1-1-8-16,1-6-3 0,1-8-6 0,1-8-6 16,7-5-4-16,-3-7-5 0,4-2 4 15,1-4 0-15,-1-2 40 0,1-3 22 0,3-7-7 16,0 0-10-16,0 0-8 15,0 0-10-15,27-13-7 0,-9-2-11 0,3-2-3 0,1-1-5 16,3 0-4-16,-7 7 2 16,-6 0-12-16,1 4-11 0,-4 3-2 0,-2 1 2 15,-7 3 1-15,0 0-3 0,23 9 4 16,-14 2-1-16,1-2-7 0,-2 5 0 0,-1 1-4 16,1 2 0-16,-3 0 0 0,2-2-7 15,-2 0-37-15,3-4-42 0,-5 3-50 16,1-3-63-16,2-1-80 0,0-2-70 0,0 2-84 15,1-5-111-15,0-3-159 0,4 2 10 16,-4-4 68-16,-7 0-359 0,19 0-454 16</inkml:trace>
  <inkml:trace contextRef="#ctx0" brushRef="#br0" timeOffset="123658.85">15630 15473 2582 0,'0'0'49'15,"0"0"27"-15,0 0 8 0,0 0-5 0,0 0 8 16,0 0-6-16,0 0 7 0,9 9 14 15,-9-9 1-15,8 5 0 0,-8-5-9 0,14 3-12 16,-14-3-3-16,14 2-7 0,-14-2-10 16,23-2-2-16,-9 0-10 0,-3 1-3 15,2-3 0-15,-1 1-4 0,-1-2 0 0,3-2-15 16,-4 0-1-16,-3-1 1 16,-2-1-4-16,-1-2-2 0,1 2 3 0,-5-3-5 15,0 4-1-15,-7-1 2 0,2 3 4 16,-3 0 7-16,-3 3 16 0,11 3 21 0,-25 0 14 15,10 6 14-15,-2 1 14 0,1 2 14 16,2 5 10-16,1-1 7 0,4 2 12 0,4 2 1 16,-1-3 10-16,4 1-7 0,2-1 4 15,2 0 11-15,4-2-7 0,-1 3-8 16,8-3-4-16,3-2-4 0,3-1-9 0,3-2-13 16,3-2-11-16,4-3-13 15,2-2-8-15,-3 0-5 0,3-2-13 0,5-3-6 0,-8-1-7 16,-5 3-3-16,-1-1-6 0,-6-1-5 15,0-1-1-15,-1-1-5 0,-1-2-7 16,-3 0-3-16,-4-2-3 0,1-1-6 16,-4 1-2-16,-2-1-1 0,2 2-5 0,-4 2-4 15,0-3-2-15,-2 1 2 0,0 2-4 16,0 0-10-16,2 8 0 0,-2-13 0 16,0 8 0-16,2 5 0 0,-2-11 0 0,2 11 0 15,-2-6 0-15,2 6 0 16,-2-9 0-16,2 9 0 0,0 0 0 0,0 0 0 0,-2-10 0 15,2 10 0-15,0 0 0 16,0 0 0-16,-2-9 0 0,2 9 0 0,0 0 0 16,0 0 0-16,0 0 0 0,0 0 0 15,4-8 0-15,-4 8 0 0,0 0 0 0,8-8 0 16,-8 8 0-16,8-8 0 0,-8 8 0 16,5-5 0-16,-5 5 0 0,8-5 0 0,-8 5 0 15,0 0 0-15,5-7 0 0,-5 7 0 16,0 0 0-16,0 0 0 0,0 0 0 15,0 0 0-15,0 0 0 0,0 0 0 0,0 0 0 16,-16 21 0-16,10-14 0 0,0-1 0 16,2 0 0-16,4-6 0 0,-6 10 0 0,6-10 0 15,-2 8 0-15,2-8 0 16,0 8 0-16,0-8 0 0,10 5 0 0,-10-5 0 0,17 0 0 16,-17 0 0-16,29-2 0 15,-14-1 0-15,0 1 0 0,-2 0 0 0,3 0 0 16,-5 0 0-16,-11 2 0 0,25 2 0 15,-14 0 0-15,-1 2 0 0,-1 3 0 0,1 3 0 16,-2 0 0-16,-1 1 0 0,1 3 0 16,-4 0 0-16,-1 0 0 0,2-1 0 15,-1-1 0-15,-3 0 0 0,1 0 0 0,0-2 0 16,0-1 0-16,0 0 0 16,0 0 0-16,-1-1 0 0,-1-1 0 0,0 0 0 15,0 0 0-15,0-7 0 0,0 13 0 0,-3-5 0 16,-1-2-134-16,0 2-621 0,3-2-225 15,-1-1 85-15,2-5 94 0,0 0-772 16,7 18-1016-16</inkml:trace>
  <inkml:trace contextRef="#ctx0" brushRef="#br0" timeOffset="124044.71">16798 15631 4508 0,'-19'-4'-64'0,"7"2"37"0,5 0 37 0,7 2 28 0,0 0 19 0,-11-6 15 0,11 6 5 0,0 0-11 15,0 0-4-15,15-14-11 0,-5 9-4 16,5 1-5-16,-3-4-2 0,4-2-6 16,0 3 0-16,-1-3 2 0,-1-1-5 0,2-1-3 15,-5 2-1-15,3-4-3 0,-5 2-1 16,-1 0-1-16,-4 4 1 0,0-2-1 0,0 1-3 15,-8 1-5-15,-2 0-3 0,-9 4 0 16,-5 0 1-16,-6 4 11 0,-14 4 5 16,-2 6 18-16,-8 7 6 0,3 2 0 15,14-2-3-15,3 3-2 0,6 3-2 16,12-3 4-16,2-1 21 0,8-2 12 0,2 0 4 16,6 3-7-16,12 2-3 0,0-1-10 15,7-2-4-15,4-3-7 0,-3 0-10 0,7-5-5 16,-1 0-16-16,2-2-70 0,0-1-65 15,2-3-97-15,3 0-117 0,-1-4-138 0,-6 2-219 16,-3-3-50-16,0-4 79 0,-4 1-438 16,0-1-560-16</inkml:trace>
  <inkml:trace contextRef="#ctx0" brushRef="#br0" timeOffset="124275.72">17932 15502 2931 0,'0'-8'141'0,"-2"1"70"15,2 7 36-15,0 0-5 0,-1-11-10 0,1 11 42 16,0 0 84-16,0 0 14 16,-9 31-4-16,4-10-19 0,-3 12-29 0,3 1-29 15,-4-2-32-15,2 3-25 0,2-2-23 16,-1 1-23-16,0-7-18 0,3-5-25 0,-4 1-74 16,4-1-81-16,-3-7-77 0,2 0-83 15,4-1-71-15,-3-4-72 0,3-1-104 0,0-1-110 16,0-8-116-16,0 0-150 0,7 1 77 15,-7-1-541-15,0 0-719 0</inkml:trace>
  <inkml:trace contextRef="#ctx0" brushRef="#br0" timeOffset="124691.4">18132 15475 3519 0,'0'-20'13'0,"-4"6"43"16,2 5 53-16,0 1 42 0,1 0 19 0,-1 1-1 15,2 7-20-15,-2-9-12 0,2 9-27 16,0 0-16-16,0 0-19 0,0 0-46 15,0 0-46-15,0 0-62 0,0 0-50 0,0 0-32 16,29 15-22-16,-20-8-15 16,3-3-4-16,1 2 15 0,0-3 17 0,-1 0 22 0,1 0 23 15,-1-3 43-15,-12 0 44 16,16 3 54-16,-16-3 38 0,14 0 35 0,-14 0 29 16,0 0 14-16,11 1 0 0,-11-1-4 15,0 0 0-15,0 0 19 0,-16 19 5 16,5-7 1-16,-2 4-3 0,-6 5 3 0,1 4-6 15,2-2-3-15,0 2-19 0,5-3-11 16,6-3-10-16,-1-2 3 0,4 1 1 0,-1-1 19 16,6-1 16-16,-1-2 26 0,4 2 15 15,-3-3 14-15,1 0 10 0,0-1-1 0,-1-5-1 16,-1 5-8-16,3-4-7 0,-5-1-1 16,2 0-4-16,-2-7 5 0,-7 14 13 15,2-6-78-15,-8 2-126 0,-1-5 0 16,-5 4 0-16,2-4 0 0,-4 2 0 15,0-2 0-15,4 0 0 0,-5-3 0 0,6 0 0 0,-2-2 0 16,3 0 0-16,2-2-594 16,2-2-244-16,1-1-106 0,5-1 101 0,-2 0-848 15,5 1-1126-15</inkml:trace>
  <inkml:trace contextRef="#ctx0" brushRef="#br0" timeOffset="125376.47">19188 15536 4662 0,'-4'-25'-34'0,"2"4"60"0,0 6 60 0,2 1 53 0,-1 4 21 0,1 0-5 0,0 2-13 0,0 8-5 0,-2-8-18 0,2 8 57 16,0 0 31-16,0 0-5 0,-9 30-18 16,8-10-13-16,1 0-18 0,1 4-16 15,6 9-15-15,0-1-7 0,2-1-13 0,2-2-13 16,0-4-7-16,-6-8-6 0,3-3-8 16,-2-2-1-16,2 0-5 0,-3-2 14 0,1-3 31 15,-3-3 6-15,6 0-8 0,-9-4-12 16,0 0-8-16,25-8-78 0,-9 2-7 15,-1-5 0-15,6-11 0 0,2-1 0 0,6-12 0 16,0-4 0-16,-3-1 0 16,1-4 0-16,1-2 0 0,1 3 0 0,-5 2 0 15,-8 13-48-15,1 5-158 0,-5 2-66 16,-5 9-86-16,-1 5-80 0,-4 5-63 0,-2 2-100 16,0 0-177-16,0 0 0 0,0 0 87 15,0 0-506-15,0 27-662 0</inkml:trace>
  <inkml:trace contextRef="#ctx0" brushRef="#br0" timeOffset="125959.38">19758 15627 3678 0,'0'0'181'0,"0"0"21"16,0 0 25-16,0 0 21 0,0 0 2 0,0 0-9 15,-25-4-29-15,25 4-24 0,0 0-21 16,0 0-13-16,0 0-20 0,0 0-7 0,0 0-19 15,0 0-10-15,53-4-15 0,-40 4-23 16,1-2-13-16,-1-2-10 0,-2 3 2 0,1-3-8 16,-1-1-7-16,-2 0-3 0,-4 1-6 15,-3-4-4-15,-2 8-3 0,-2-12-2 16,2 12 1-16,-15-9 1 0,0 6-5 0,-7 6 1 16,-1 1-4-16,-11 6-3 15,2 5 3-15,0 2-1 0,3 3 4 0,2 3-6 16,6 0 3-16,2 0-1 0,10-1 1 15,4-3 1-15,4-1 3 0,4 1 1 0,8 0 3 16,3 3 3-16,8-1-3 0,4-4 3 16,5-5-3-16,-1-4 8 0,1-4-4 0,-4-2-3 15,1-2 8-15,1-2 17 0,7-5 7 16,-6 2 17-16,1-5 30 0,-6 1 5 0,-7-1 2 16,2 0-8-16,-6-4-5 0,0 0-8 15,-3-4-9-15,0 2-8 0,-6-3 0 16,1-1-11-16,-3 3-9 0,1 0 1 15,-2 2-1-15,-2 4-6 0,2-2-4 16,0 5-8-16,-2 0-5 0,1-1-3 0,-1 3-4 16,0 6-10-16,2-13 7 0,-2 13-7 15,5-7-2-15,-5 7 4 0,0 0-1 0,15-2 1 16,-15 2 0-16,17 5 1 0,-6 0 4 16,2 2 12-16,5 4 7 0,-4 0-2 0,0 1-2 15,-1 3-2-15,-1-1 2 0,1 1-6 16,-1-1 1-16,-2 3-1 0,-5-5 6 15,3 1-11-15,-2 1 1 0,0-2-10 0,-3 2-25 16,3-1-56-16,-3-1-75 0,3 5-74 16,2-6-88-16,-2 1-104 0,-1-1-122 15,6 2-123-15,0-1-144 0,2-1 61 16,2 0-606-16,-4-3-812 0</inkml:trace>
  <inkml:trace contextRef="#ctx0" brushRef="#br0" timeOffset="126224.28">20789 15046 3775 0,'-4'-31'-20'0,"2"2"80"0,-1 6 73 0,0 7 57 0,-1-2 9 0,0 7-20 16,4 4-20-16,0 7 50 0,0 0 36 16,0 0 26-16,-20 48-10 0,10 1 2 15,-1 6-7-15,-1 7-16 0,3 5-25 0,-1 0-20 16,5 4-18-16,-4-3-16 0,6-3-18 15,-5-4-16-15,5-2-10 0,-3-1-12 16,1-4-9-16,-4-4-52 0,2-11-50 0,0 0-68 16,-4-5-57-16,4-3-66 0,0-7-68 15,-1-5-62-15,3-2-73 0,-2-3-60 16,3-6-77-16,3 1-80 0,-5-7-94 0,6-2 25 16,0 0-467-16,0 0-619 0</inkml:trace>
  <inkml:trace contextRef="#ctx0" brushRef="#br0" timeOffset="126375.72">20541 15853 3135 0,'-8'-17'-13'0,"2"4"56"15,1 1 81-15,-1 3 44 0,3 1 53 0,-1-3 28 16,2 4 13-16,-1-1 11 16,1 1-11-16,2 7-18 0,0-16-24 0,2 8-25 15,7 1-24-15,2-1-21 0,4 1-55 16,4-2-79-16,4 3-113 0,2 1-127 16,2 3-146-16,9-4-190 0,0 2-170 0,-6 4 83 15,-3 0-437-15,2 0-555 16</inkml:trace>
  <inkml:trace contextRef="#ctx0" brushRef="#br0" timeOffset="126707.76">21257 15783 3277 0,'0'0'124'0,"0"0"48"0,0 0 14 16,0 0 9-16,0 0-1 15,0 0-15-15,-13-18-21 0,13 18-17 0,10-6-17 16,-10 6-13-16,19-5-10 0,-6 2-13 15,1-1-15-15,-1 1-22 0,2 0-5 16,-4-1-1-16,1-1-10 0,0 0-5 0,-5-2-4 16,-2-1-5-16,1 4-7 0,-4-4-2 15,-2 8 0-15,0 0-1 0,-17-13 2 0,2 12-7 16,-8 2 7-16,-14 5 6 0,1 1 6 16,2 2 7-16,4 2 4 0,3 3 3 15,7-3-3-15,4 2 2 0,3-1 7 16,5 0-8-16,0 0-5 0,5-1-2 0,3 2-1 15,1-3-1-15,7 3-3 0,-1-2-4 16,5 2-1-16,5-2-57 0,0-1-56 16,8 4-78-16,0-2-80 0,4 1-90 0,-5-9-120 15,-3 0-181-15,0-3-24 0,0 2 68 16,-2-6-317-16,6 0-396 0</inkml:trace>
  <inkml:trace contextRef="#ctx0" brushRef="#br0" timeOffset="126924.44">21644 15732 2846 0,'2'-10'226'0,"2"0"52"0,-2 4 46 0,-2 6 46 16,2-8 13-16,-2 8-21 0,0-7-35 0,0 7-39 16,0 0-25-16,0 0 4 15,0 0-10-15,0 0-23 0,0 0-24 0,17 25-20 16,-13-16-19-16,-2 3-15 0,-1 0-17 16,-1 2-13-16,-1-1-14 0,-3 3-13 0,-2-3-51 15,1 3-48-15,-2-1-64 0,-4-1-63 16,4 1-70-16,-3-4-75 0,-1-3-77 15,0 2-79-15,0-4-86 0,0-3-87 0,6-1-145 16,5-2 37-16,-12 0-539 0,12 0-709 16</inkml:trace>
  <inkml:trace contextRef="#ctx0" brushRef="#br0" timeOffset="127124.5">21734 15712 3216 0,'7'-12'-19'16,"1"1"72"-16,-4 2 62 0,-2 4 31 15,-2 5 27-15,0 0 31 0,0 0 35 16,0 0 28-16,0 0 14 0,-32 11 5 0,20-2-13 15,1 0-19-15,2 5-21 0,-2-2-23 16,9-1-17-16,2 2-22 0,0 1-9 0,13 1-15 16,9 4-10-16,12-2-14 0,21 4-6 15,10-4-17-15,4 2-12 0,1-5-31 0,-1-2-81 16,-10 1-108-16,-7-3-105 0,-16-1-116 16,-8-3-122-16,-6-2-131 0,-9 2-193 15,-6-2 69-15,-2 2-586 0,-5 0-774 16</inkml:trace>
  <inkml:trace contextRef="#ctx0" brushRef="#br0" timeOffset="128823.96">22986 15620 3888 0,'5'-12'40'0,"2"3"0"0,-4 4 2 15,3 1-10-15,-6 4 9 0,13-4 8 0,-13 4 0 0,17 8 2 16,-7-3 8-16,0 7 4 0,-3 2-11 0,1 2 0 15,-7-1 1-15,3 2 15 0,-2 1 10 16,-6-1 9-16,1 0 14 0,-7 2 10 16,0-2 6-16,-3-2 10 0,2 1 7 0,-3-4 7 15,0 0 2-15,-6-2 1 0,3-3-8 16,2-2-12-16,-3-2-9 0,4-3-13 0,-2 0 0 16,1-5-10-16,1 0-3 15,3-5-17-15,2-2-12 0,3-7-4 0,5-1-7 16,4-5-11-16,5-8-2 0,1 0-6 15,5 4 0-15,-7 8-8 0,2 5-8 0,-1 4 4 16,-2 5-7-16,3 1-8 0,-1 4 7 16,-8 2 1-16,17 9-1 0,-6-1 3 0,7 4 1 15,-3 2-2-15,-1-1-1 0,-1 3 0 16,0-1-3-16,-2 1 6 0,4-3-1 16,-5 0-4-16,1-3 0 0,-1-1 7 15,-2-2-8-15,-1-3 15 0,1 2-3 0,-4-1 12 16,-4-5 21-16,12 3-11 0,-12-3-6 15,0 0-5-15,22-10-5 0,-10 2 3 16,-1-1-9-16,5-3 4 0,-4 1-6 0,-1 2-2 16,2 0 1-16,-4 1-5 0,-4 2-8 15,4 2-8-15,-9 4-4 0,11-3 9 0,-11 3-2 16,0 0 1-16,14 9 0 0,-3-5 3 16,-6 4 3-16,1 1-8 0,-1-3 2 0,5 0 1 15,-4 2-5-15,1 1 9 0,1-4 3 16,2 2-1-16,-3-4 0 0,4 0 0 0,0 1 5 15,-11-4-1-15,20 0-2 0,-20 0 5 16,25-6-5-16,-13 2 5 0,1 0-6 16,0-3 0-16,1 2-4 0,-5 0 2 15,-2 0-1-15,3-1-1 0,-4 3-2 16,-6 3-4-16,13-6-8 0,-13 6 1 0,8-5-2 16,-8 5 0-16,0 0 3 0,0 0 3 15,20 5 2-15,-20-5-3 0,13 6-1 0,-13-6 10 16,12 6-2-16,-4-3 2 0,4 0-2 15,-1-1 2-15,-11-2-2 0,23 0 1 0,-10-2-5 16,3 0 5-16,-3-2-1 0,0 0 4 16,0 0-4-16,-2 0-1 0,3-1 3 0,-3-3 2 15,0 4-2-15,-6 1 13 16,3-2-13-16,-8 5-3 0,13-6-2 0,-7 3 3 16,-6 3-11-16,7-4-2 0,-7 4-3 0,0 0 0 15,0 0 4-15,0 0 1 16,18 9 2-16,-18-9 2 0,5 12-5 0,-3-8 10 15,-2-4-5-15,9 11 3 0,-5-7-1 16,2 2-1-16,-2-2 2 0,-4-4 4 0,13 10 1 16,-3-8-1-16,-10-2 2 0,15 3 1 15,-15-3 0-15,21 0-4 0,-21 0-7 0,15 2-2 16,-15-2 2-16,15 1-11 0,-15-1 2 16,10 5 1-16,-6 1 3 0,0 2 0 0,-3 2-2 15,-1 4 9-15,-3 8 33 16,-3 14 27-16,1 3 3 0,-4 14 39 0,0-1 37 15,4-9-5-15,-3 11-10 0,2-3-3 16,4-9-83-16,-2 1-33 0,2-1 0 0,0-5 0 16,2 0 0-16,-1-10 0 0,1-5 0 15,-2-5 0-15,0-1 0 0,-4-3 0 16,-4-1 0-16,-5-1 0 0,-8-5 0 0,-15-1 0 16,-8-3 0-16,-15-7 0 0,-2-5 0 15,-1-4 0-15,-6-3 0 0,-18-10 0 0,23 4 0 16,6 1 0-16,5-3 0 15,6-1 0-15,7 6 0 0,10 4 0 0,8-1 0 0,7 7 0 16,2 2 0-16,6 4-120 16,5 1-708-16,3 3-157 0,0 0 91 0,0 0-930 15,0 0-1252-15</inkml:trace>
  <inkml:trace contextRef="#ctx0" brushRef="#br0" timeOffset="129992.91">25221 15737 4721 0,'10'-22'-67'0,"-3"7"65"0,0 1 46 0,-4 3 8 0,3 2 1 0,-4 1-1 0,1 2 4 0,-1 0 9 15,-2 6 42-15,0 0 44 0,0 0 13 0,0 0-10 16,21 16-10-16,-17-7-5 0,0 3-6 16,-2 0 25-16,-1 1-8 0,1 1 3 15,-4-1 3-15,1 3-9 0,-5-1-12 16,-3 1-10-16,-3 1-9 0,-1-4-9 0,-5-1-9 16,2 0-11-16,-5-3-8 0,-1-1-10 15,4-2-5-15,-2-3-9 0,6-3-16 0,-2-1-45 16,3-7-32-16,-1 0-42 0,5-6-32 15,3-1-25-15,4-9-9 0,6 0 5 0,0 1 12 16,1 3 12-16,3 1 14 0,-5 6 5 16,4 3 5-16,-1 2 11 0,1 4 10 15,-7 4 13-15,0 0 19 0,19 12 13 0,-9 0 11 16,-3 1 3-16,5 4 3 16,5 7 8-16,4-3 3 0,-2 4 7 0,3-2 2 15,1-5 2-15,2-4 1 0,0-3-1 16,-2-5 2-16,0-3-4 0,3-1 2 0,3-4-3 15,9-3 1-15,3-7 3 0,2-5-2 16,0-3-4-16,0-6-1 0,-3-5 1 0,-2-4-7 16,0-9-9-16,-3-5-13 0,6-17-15 15,0-2-9-15,-5-5-9 0,2-7-20 0,-4-2-15 16,0-5 1-16,-4 3 5 0,-3 1 9 16,-7 16 8-16,-6 2 7 0,-3 7 10 15,-4 5 4-15,-3 17 5 0,-2 8 12 0,-2 13-1 16,-4 3 3-16,-2 9 5 15,6 3 14-15,0 0 10 0,-40 42 25 0,18 4 34 16,-2 13 32-16,-1 23 26 0,2 6 13 16,5 7-4-16,4 0-6 0,8-16-7 0,3 0-8 15,1-6-11-15,7-2-9 0,3-4-8 16,0-9-8-16,7-3-6 0,4-9-7 0,-4-11 1 16,5-6-8-16,3-5 4 0,1-6-7 15,2-6-6-15,1-5-24 0,2-5-26 16,9-4-12-16,-1-5-20 0,2-6-11 0,5-10-11 15,-3-4-15-15,-4-7-14 0,-1-7-15 16,0-9-14-16,7-17-16 0,-3-7-12 0,-4-1-6 16,-2-5-5-16,0-5 1 15,-7 2 20-15,-10 20 14 0,-5 8 18 0,-9 12 24 16,-1 11 25-16,-6 11 16 0,-1 8 22 16,-6 4 26-16,-3 9 37 0,-15 14 24 0,-5 19 35 15,0 7 29-15,2 14 24 0,-6 20 42 16,4 8 3-16,3 4 0 0,6 1-13 0,2-1-13 15,12-16-13-15,9 2 31 0,9 0-17 16,8-3-16-16,12 9-13 0,2-19-14 16,3-5-25-16,9-8-61 0,8-5-65 15,2-11-79-15,10-6-66 0,4-7-65 0,-2-5-88 16,-2-8-121-16,-15-6-131 0,-4-6-211 16,-6-3-5-16,-10-2 86 0,-4 1-535 15,-10 1-695-15</inkml:trace>
  <inkml:trace contextRef="#ctx0" brushRef="#br0" timeOffset="130560.4">27952 15071 3566 0,'0'-14'-25'0,"0"1"-1"0,0 10 3 0,0 3 37 0,-14 18 50 0,-4 14 41 0,-11 18 30 16,-8 28 21-16,-2 8 22 0,1 7 6 0,0 1 3 16,4 0-8-16,1 6-18 0,3-2-12 15,-1-1-16-15,5-1-13 0,-1-3-10 16,0-6-12-16,4-4-10 0,6-28-8 16,0-1-6-16,2-8-9 0,1-13-6 0,3-4-8 15,3-7-27-15,0-6-28 0,5-3-25 16,-1-6-56-16,0-3-83 0,4-4-80 0,-3 1-49 15,3-1-46-15,0 0-48 0,1-26-44 16,5 3-78-16,5-17-92 0,5-9-343 0,2-6-428 16</inkml:trace>
  <inkml:trace contextRef="#ctx0" brushRef="#br0" timeOffset="130758.41">27678 15881 2440 0,'15'-19'-24'0,"-1"2"42"0,-3 2 34 16,0 4 29-16,1 1 29 0,-1 0 27 15,3 3 11-15,-1-1-8 0,1 4 0 0,-3 4 4 16,3 0-15-16,-14 0 2 15,29 7-13-15,-15-2-11 0,-5 4 2 0,-2-1 7 16,0 1 16-16,-7 3 9 0,0-2-12 16,-7 3-12-16,-4 3-10 0,-6 5-9 15,-3 0-10-15,-5-3-11 0,0-1-7 0,-4-1-19 16,0-3-43-16,4-2-51 0,7-4-61 16,0-5-65-16,5-2-70 0,1 0-82 0,1-8-94 15,6 0-149-15,3-5-42 0,2 1 60 16,6-8-171-16,5 1-209 0</inkml:trace>
  <inkml:trace contextRef="#ctx0" brushRef="#br0" timeOffset="131058.02">27933 15780 2118 0,'0'0'98'0,"0"0"19"0,0 0 30 16,0 0 28-16,0 0 34 0,-2 10 4 0,2-10 0 16,-11 12-12-16,4-3-16 0,-2 1-20 15,4 0-12-15,1 2-15 0,0-2-11 0,4 3-13 16,0-2-6-16,4 0-10 0,3 3-6 15,4-4-9-15,3 3-9 0,4-4-8 16,2-2-6-16,2 0-6 0,-1-5-15 16,-5 2-12-16,6-4-15 0,-8-2 1 15,4 0-2-15,-3-4-5 0,-3-1-1 0,-1-1-4 16,-6-1-1-16,0-3 0 0,-5-1 0 0,-5-3 1 16,0-4-2-16,-3-1 3 0,-1 2 2 15,-1 2-6-15,-1-1-2 0,0 4-1 16,-1 2-4-16,1 3-18 0,2 4-35 15,-3-1-39-15,0 3-58 0,12 3-57 0,-19 3-64 16,12 0-80-16,-1 3-68 0,8-6-108 16,-3 9-44-16,3-9-223 0,9 10-289 0</inkml:trace>
  <inkml:trace contextRef="#ctx0" brushRef="#br0" timeOffset="131257.54">28315 15816 2271 0,'9'0'44'0,"-9"0"19"0,0 0 10 16,9 3 30-16,-9-3 26 0,0 0 14 15,-2 11 0-15,2-11-21 0,-7 13-7 16,3-4-12-16,0 1-10 0,1 2-7 0,-1 0-4 16,-3 4-11-16,7-5-9 0,-1 3-6 15,-1-1-3-15,2-1-9 0,-2-2-11 16,2-2-38-16,0 3-40 0,2-3-49 0,0 1-58 16,-1-3-67-16,-1 2-91 0,0-8-121 15,7 6-116-15,-7-6 58 0,6 2-54 0,-6-2-47 16</inkml:trace>
  <inkml:trace contextRef="#ctx0" brushRef="#br0" timeOffset="131424.37">28602 15636 1769 0,'14'-28'174'15,"-7"4"41"-15,0 5 34 0,-3 6 37 16,0 1 21-16,0 2-2 0,-2 1-12 16,0 1-31-16,0 2-29 0,-2 6-26 0,4-10-28 15,-4 10-23-15,0 0-18 0,0 0-42 16,0 0-54-16,0 0-84 0,0 0-99 0,-4 29-116 15,-2-15-147-15,2 1-244 0,-5 4 28 16,-1-3 61-16,3 2-203 0,-9 6-252 16</inkml:trace>
  <inkml:trace contextRef="#ctx0" brushRef="#br0" timeOffset="131906.22">28524 15895 2352 0,'-14'7'111'0,"3"2"5"16,2-1 24-16,1-2-6 0,0 3-7 15,5-1 23-15,-3 0 1 0,6 2-6 16,0-4-7-16,2 3-13 0,3-1-14 0,1 2-7 16,1-3-14-16,7-3-2 0,-3 2-10 0,1-4-11 15,3 1-3-15,-1-3-8 16,1 0-5-16,1-3-5 0,-4-1 1 0,6-3 1 15,-3-5-7-15,6-6-6 0,-6 1-5 16,-5 0 1-16,3-9 3 0,-2-4-6 0,-5 1 0 16,0 0 0-16,-4 5-1 0,0 1 22 15,0 5 20-15,-1 1 11 0,-1 3-20 16,4 2-9-16,-6 3-9 0,0 3-3 0,2 6-2 16,-7-5-4-16,7 5-7 15,0 0 0-15,0 0-5 0,0 0 0 0,-23 9 0 0,23-9 0 16,-2 8 1-16,2-8 4 0,15 6 7 15,2-2 8-15,5-2-2 0,8-2-2 0,12-2 8 16,-1 4-5-16,-6-2 3 16,-9 3-3-16,1 2-4 0,3 7 2 0,-6 5 16 15,-9 0 9-15,-5 2 0 0,-5 5-5 16,-5 2-2-16,-4 11 6 0,1 2-21 16,-5 1 6-16,4 0-17 0,-6-2-36 0,7 1-65 15,1-3-87-15,-4 0-106 0,6-7-119 16,0-2-151-16,0-6-226 0,4 2 65 0,-2-6 81 15,2 3-354-15,1-4-446 0</inkml:trace>
  <inkml:trace contextRef="#ctx0" brushRef="#br0" timeOffset="132923.41">19468 15756 2859 0,'-24'-7'44'0,"6"2"31"0,4-1 27 0,9 0-6 16,3-1-14-16,7-2-2 0,20-9 17 16,23-7 3-16,15 0-5 0,34-8 1 0,18 2-10 15,14 2-11-15,13 4-8 0,4 2-11 16,3 0-60-16,-5 5-69 0,-4 1-79 0,-15 5-86 15,-14-1-101-15,-37 4-197 0,-26 3-4 16,-19 3 53-16,-18 5-71 0,-13-1-61 0</inkml:trace>
  <inkml:trace contextRef="#ctx0" brushRef="#br0" timeOffset="133291.81">19575 15859 1669 0,'-52'7'52'0,"9"-1"12"0,-3-1 19 0,2 2 11 16,3-1 15-16,16-2 13 0,3 0 16 15,8-2 15-15,7 1 11 0,7-3 8 0,0 0-15 16,0 0-11-16,99-12-11 0,-21 2-13 16,33-10-3-16,17 0-16 0,17-3-14 15,6-1 3-15,6-4-19 0,0 3-32 0,-11-7-40 16,-13 6-44-16,-12 1-40 0,-21 3-27 16,-29 6-1-16,-20 1 9 0,-24 5 9 0,-17 5 9 15,-13 3 10-15,3 2 15 16,-61 8 19-16,-12 8 18 0,-42 8 21 0,-13 6 10 15,-6 6 18-15,0-1 16 0,-1 1 10 16,17-4 20-16,10 4 9 0,23-5 4 0,28-15-9 16,18-2-22-16,13 1 20 0,14-5-7 15,16 0-1-15,17-1-7 0,33-1-6 16,22-2-5-16,38-3 4 0,16-8-26 0,5-1-38 16,9-6-26-16,-4-3-33 0,-2-2-23 15,-5 0 7-15,-10-2-4 0,-12 0-29 0,-33 4-35 16,-17 1 3-16,-22 1 2 0,-15 3 5 15,-12-1 2-15,-10 3-6 0,-4-1-28 0,-7 1-40 16,-5 1-92-16,-8-6-352 0,-3 2-156 16</inkml:trace>
  <inkml:trace contextRef="#ctx0" brushRef="#br0" timeOffset="133924.49">20404 14512 2161 0,'0'0'233'0,"9"-10"-4"0,-5 8-10 0,-4 2-13 0,13-12-6 0,-3 6-6 0,3-1-9 15,6-2-13-15,0 1-21 0,12-2-17 16,-1-1-12-16,4 1-13 0,-1 0-8 0,1 0-11 16,-2-3-11-16,2 5-2 0,-7-4-10 15,-4 3-7-15,-3-3-1 0,-4 1-10 0,-4-5-4 16,-4 4-5-16,-4-3-7 0,-4-1-1 15,-2 3-9-15,-8-2-2 0,-2 3-5 16,-8 2-2-16,-1 2 1 0,-8 4-5 16,1 4 4-16,-18 8 3 0,-7 6 11 0,-5 7 8 15,5 4 2-15,2 4-1 0,5 6 2 16,8 0 1-16,8 0-4 0,6 3 1 16,12-7-2-16,3 0-4 0,9-5 1 0,7-5-3 15,6 10-1-15,10-4 0 0,13-2-6 16,2 1-10-16,8-7-35 0,1-5-52 0,-5-6-75 15,4-1-97-15,4-5-98 16,-2-4-125-16,2-3-219 0,6-5 50 0,-4-4 74 0,-5-1-279 16,-1-4-330-16</inkml:trace>
  <inkml:trace contextRef="#ctx0" brushRef="#br0" timeOffset="134340.73">21509 13820 2490 0,'6'-31'71'0,"-4"7"54"0,0 6 41 15,-2 4 15-15,0 2 0 0,-2 5-15 0,2 7 22 16,0 0 30-16,0 0 14 0,-32 39 1 16,8 8-3-16,3 9-25 0,1 7-17 0,0 5-15 15,-3 21-16-15,7-2-13 16,-4 2-15-16,7-19-11 0,1-3-9 0,3-4-14 16,2-3-13-16,-2-8-4 0,4-11-6 0,-1-6-10 15,4-8-9-15,1-8-3 0,-1-2 1 16,0-5-7-16,2 0 0 0,-2-3-6 15,2-4-25-15,0-5-15 0,0 0-13 16,0 0-4-16,0 0-8 0,0 0-10 0,0 0-15 16,4-28-11-16,-6 11 0 0,-4-2-1 15,-2-1 3-15,-1-1 4 0,-2 3 6 0,-3 5-1 16,-5 3 5-16,-4 4 7 0,0 4 4 16,-4 6-4-16,-10 5 14 0,2 4 10 0,1 3 9 15,6 3 7-15,3 2 7 0,3-1 7 16,11 2 3-16,6-6 1 0,3 1 2 0,4-2 0 15,1 1-2-15,7-3 1 16,1 1-1-16,4-1-2 0,5-2-5 0,0-4-21 16,5-1-40-16,2-4-66 0,-2 0-96 15,2-4-116-15,-1 0-138 0,-3-5-234 16,2 1 37-16,-4 0 83 0,-3-2-326 0,-2 0-388 16</inkml:trace>
  <inkml:trace contextRef="#ctx0" brushRef="#br0" timeOffset="134972.28">21511 14616 2484 0,'0'0'79'0,"0"0"3"0,0 0-10 0,0 0 2 0,0 0 37 0,0 0 43 0,0 0 9 0,0 0 3 16,0 0-8-16,0 0-13 0,34 6-13 0,-21-8-11 15,3-2-13-15,1 2-5 0,0-5-10 16,0 1-11-16,0-2-4 0,3-1-10 0,-4-3-6 16,0 2-4-16,-3-2 9 0,-2 1 7 15,-1-2-2-15,-4 4-8 0,-1 0-1 0,-3-2-4 16,-2 1-11-16,-2 2-1 0,-1-1-8 16,-5 5-2-16,-4 1-1 0,12 3-1 15,-30 5 0-15,8 2 3 0,-5 8-3 16,0 3-1-16,4-1-3 0,6-1-5 15,5 1 0-15,3 1-1 0,4-3-2 0,1 1 3 0,4-3 0 16,0 1-2-16,5-1 6 16,-1-5-2-16,7 2-1 0,3-3 2 0,3-2-2 15,0-3-1-15,5-2-4 0,0-3 0 16,3-1-1-16,5-6-5 0,1-2 2 0,-5-2-2 16,-2 2-2-16,-10 2 6 0,4 0 11 15,-5 1 13-15,1 1 14 0,-5 3 2 16,-2-1-10-16,-1 0-7 0,-6 6-9 0,0 0-4 15,0 0-1-15,0 0-5 16,-19 35 2-16,4-6-3 0,-8 13 3 0,2 2-2 16,-4 4 7-16,2 5-3 0,5 4 4 15,-4 3 51-15,5-4 19 0,-2 0-10 0,4-9-1 16,5-7-12-16,-1-7-10 0,1-4-3 16,5-5 3-16,-5-7 17 0,5-2 22 0,-3-1 9 15,-7 0-8-15,-3-3-8 0,0-2-11 16,-5-1-9-16,-2-4-7 0,-2-2-9 0,-2-2-7 15,2-2-7-15,-9-2-7 0,2-6-24 16,7-1-33-16,1-7-58 0,5-2-82 16,4-4-80-16,4-4-67 0,6 3-76 0,6 3-98 15,2-2-128-15,11-5-215 16,1 0 39-16,7 6 88 0,3 0-548 0,6 5-700 16</inkml:trace>
  <inkml:trace contextRef="#ctx0" brushRef="#br0" timeOffset="135324.51">22202 14868 3715 0,'0'0'121'0,"-3"-10"24"0,3 10 35 0,-8-9 46 0,8 9 27 0,0 0 1 0,-5-10-26 16,5 10-26-16,0 0-20 0,-2-10-19 16,2 10-16-16,0 0-23 0,7-9-9 0,-1 4-22 15,1-1-26-15,3-1-27 16,1-1-23-16,1 0-26 0,1-3-16 0,0-3-2 15,-3 3-6-15,2-2-5 0,-5 1 0 16,-1 4 5-16,-6-1 1 0,0 9 0 0,-1-10 4 16,1 10 1-16,-24 0 11 0,1 7 4 15,-20 11 21-15,-1 7 17 0,0 4 22 16,3-2 16-16,5 4 15 0,13-4-4 0,5 1 9 16,2 0 17-16,11-5 32 0,3-5-18 15,4 2-4-15,7-1-6 0,8 5-3 0,10-6-17 16,6-4-7-16,1-2-7 0,2-3-31 15,0-5-56-15,-8-3-51 0,-3 2-45 0,-3-3-50 16,-4 3-59-16,-4-2-89 16,-3 3-85-16,-3-1-79 0,-6 3-101 0,-2-6-156 15,-6 12 47-15,-3 1-507 0,-3-3-655 16</inkml:trace>
  <inkml:trace contextRef="#ctx0" brushRef="#br0" timeOffset="136338.82">29871 15898 4659 0,'0'0'61'0,"0"0"-27"0,-17-4 61 0,17 4 55 0,-21 12 9 0,6 5 16 16,-8 4-25-16,2 4-4 0,0 1-11 0,4-1-1 15,3 2 0-15,11-6 5 0,-1-1 0 16,2-2 6-16,6-1 15 0,0-2 1 16,3-3 2-16,7 0-9 0,2-3-15 0,6-3-9 15,-3-4-14-15,5-2-10 0,3-2-10 16,12-6-10-16,-3 0-6 0,-2-5-1 0,-4 1 8 16,-1-8-4-16,-6-1-6 0,-3-4-58 15,-4-1-19-15,-3-3 0 0,-6 0 0 0,-2 1 0 16,-3 3 0-16,-4-13 0 0,-3 9 0 15,0-1 0-15,-1 5 0 0,-1 6 0 16,-2 3 0-16,-1 5 0 0,-3 4 0 0,-3 2-96 16,3 5-249-16,-5 3-93 0,6 2-116 15,-2 2-162-15,1 3-146 0,2 0 67 16,2-1-696-16,8-1-939 0</inkml:trace>
  <inkml:trace contextRef="#ctx0" brushRef="#br0" timeOffset="136605.69">30368 15881 3855 0,'12'2'-54'0,"-4"1"52"0,-8-3 78 16,7 10 52-16,-7 0 43 16,-2 1 14-16,-2 6 25 0,-1 3 4 0,-2-1 0 15,-6 9-17-15,2 3-23 0,4-2-14 16,-5-2-16-16,1 3-11 0,2-10-14 0,2-5-10 16,2-1-10-16,1-4-3 0,-2-1-1 15,6 0 42-15,-3-4 24 0,3-5-3 0,0 0-12 16,0 0-5-16,0 0 0 0,0 0-8 15,-4-23-10-15,10 8-9 0,3-16-15 16,5-3-1-16,4-10-13 0,7-3-14 0,2-3-16 16,3-6-50-16,16-16-76 0,0-3-84 15,2 1-66-15,-1 7-63 0,-13 20-64 0,0 5-69 16,-3 7-80-16,-8 13-130 0,-5 9-179 16,-7 1 64-16,-6 12-558 0,-1 0-758 15</inkml:trace>
  <inkml:trace contextRef="#ctx0" brushRef="#br0" timeOffset="136772.01">30447 15826 3970 0,'0'0'172'0,"0"0"21"15,0 0 22-15,38-10 4 0,-17 5-24 16,2-1-19-16,-1 5-14 0,3-2-26 0,-6 3-47 16,3 1-69-16,0 2-98 0,-5 3-120 15,-2 1-122-15,-5 3-152 0,-4-2-238 16,-6 1 49-16,-2 3 82 0,-2 3-281 0,-8 3-345 15</inkml:trace>
  <inkml:trace contextRef="#ctx0" brushRef="#br0" timeOffset="138355.82">17551 16773 2883 0,'0'-20'159'0,"-2"7"-37"0,0 3-48 0,2 3-23 0,0 7-9 15,0-8-9-15,0 8 0 0,0 0 83 0,0 0-11 0,-4 42-9 16,3-17-4-16,-3 12-11 16,4 2-11-16,0 1-5 0,4-2-10 0,-1-2 7 15,5-4-9-15,-3-6 0 0,2-6-10 16,-2 1 2-16,1-7 12 0,-3-3 36 16,3 1 40-16,-1-6 39 0,0 0-6 0,-5-6-16 15,0 0-18-15,0 0-10 16,38-22-9-16,-20 3-11 0,0-8-10 0,1-4-7 0,0-10-10 15,0 0-5-15,3-3-10 16,-4-4-5-16,1-5-10 0,1 3-4 0,-4-4-5 16,4 5-50-16,-4 6-41 0,-2 11-51 15,-3 11-79-15,-3 7-77 0,0 6-39 0,1 4-51 16,-1 4-94-16,-8 0-220 0,15 5 18 16,-2 4 64-16,-2-1-271 0,3 5-339 15</inkml:trace>
  <inkml:trace contextRef="#ctx0" brushRef="#br0" timeOffset="138956.6">17981 16954 2528 0,'-13'7'56'0,"2"-2"-3"0,5 1 0 16,0-3 16-16,6-3 7 0,0 0 2 16,-5 5 1-16,5-5 12 0,0 0-2 15,0 0-7-15,0 0-12 0,30 2 1 0,-10-6-14 16,2-1-2-16,1-2-1 15,0 0-13-15,7-4-4 0,-3-1-2 0,-5 0-4 16,-4 1-3-16,-2 1-1 0,-5 0 0 16,-4-2-3-16,0 1-2 0,-4 1 0 0,-1 4 0 15,-4-3-5-15,2 9-4 0,-14-8-6 16,3 6 2-16,11 2 1 0,-34 6 0 16,7 7-6-16,-3 2 3 0,1 5 6 0,6 1-8 15,4 3-5-15,2 0 1 16,5-2 5-16,8-3 5 0,4 1 1 0,0-3 0 15,9 0 3-15,2 1 4 0,8 1 1 16,3-5-3-16,0-7 6 0,3 0-4 0,0-5-2 16,-1-2 7-16,0 0 7 0,1-6 15 15,0 0 8-15,-2-2 13 0,-4-2 9 16,0-1 0-16,-4-1-2 0,-1-2-7 0,-3-1-3 16,-4 1-6-16,-2-3-7 0,1-3-6 15,-5 1 0-15,-1 2-10 0,0 0-3 0,2 3-2 16,-2 1-4-16,0 1-3 0,-2 3-5 15,2 1-3-15,0 0-5 0,0 8 3 16,2-14-7-16,-2 14 4 0,6-7 0 16,-6 7 0-16,9-2 1 0,-9 2-2 15,18 0 1-15,-18 0 0 0,26 7 12 0,-11-1 3 16,1 3-6-16,2 1 0 0,-2 2 1 16,-1 0 3-16,-1 0-5 0,-3-3 0 0,1 3-2 15,-3-2 3-15,0 0-3 0,0 0-4 16,0 1 3-16,-4-2-2 0,3-3-1 15,0 3-6-15,-2-4 0 0,-1 2-35 0,3-1-61 16,-8-6-86-16,13 7-92 16,-5-5-105-16,-8-2-152 0,25-2-141 0,-5-3 53 0,15-3-319 15,10-10-411-15</inkml:trace>
  <inkml:trace contextRef="#ctx0" brushRef="#br0" timeOffset="139422.07">19279 16325 2777 0,'-13'-32'75'0,"-1"1"21"0,0 6 32 0,2 8 17 0,2 5-6 0,1 0-11 0,6 10-13 0,3 2 31 16,0 0 14-16,-20 35-18 0,13 5-15 15,-2 15-11-15,4 1-10 0,1 4-12 16,2 0-8-16,4 0-10 0,-2 0-5 0,0-2-9 16,-2-12-6-16,2-3-8 0,-3 1-5 15,-3-6-3-15,1-1-8 0,-4-5-1 16,4-6-42-16,-3-7-26 0,3-4-35 15,-1-1-22-15,0-4-38 0,-2-3-18 0,3 0-8 16,-3-4 11-16,-2-3 11 0,10 0 15 16,-18-3 15-16,4-4 11 0,-1-5 8 0,-1 2 20 15,0-4 42-15,-2 4 36 0,7 3 25 16,-3 0 13-16,7 2 0 0,-2-2 0 16,0 4 2-16,9 3-14 0,-9-7 30 0,9 7 24 15,-4-5 11-15,4 5 4 0,0 0-12 16,25-9-7-16,-3 4-10 0,12-5-8 0,2-1-8 15,2-2-1-15,8-5-10 0,-3-1-1 16,4 1-7-16,-15 1-4 0,-2 1-5 16,-8 7-5-16,-2 1-5 0,-4 4-1 15,-7 1-2-15,-2 3-3 0,-7 0 3 16,16 17 6-16,-12-8-7 0,-2 9 0 0,-1-1 0 16,-1 3-5-16,0 3 0 0,-1 2 2 15,-1-1-1-15,2 2-6 0,-4-4-3 0,2 2-36 16,-1-4-79-16,1-1-98 0,2-3-116 15,0-5-167-15,-1 3-169 0,1-2 47 16,1-3-329-16,-1-3-420 0</inkml:trace>
  <inkml:trace contextRef="#ctx0" brushRef="#br0" timeOffset="139573.26">19725 16670 2852 0,'-12'-12'92'0,"3"1"31"0,6 5 11 0,-1 1-10 0,0 1-9 0,4 4-18 16,0 0-10-16,0 0-7 0,0 0-105 16,0 0-124-16,0 0-169 0,15 24-260 0,-11-12 42 15,-1-2 67-15,4 4-85 0,-4 0-57 16</inkml:trace>
  <inkml:trace contextRef="#ctx0" brushRef="#br0" timeOffset="140073.47">19808 16823 1753 0,'0'0'238'0,"0"0"-26"16,0 0-16-16,-22 12 7 0,19-7 24 0,-6 0 24 16,4 4-6-16,-1 3-22 0,1 6-21 15,-3 1-17-15,7 2-18 0,-2-4-18 16,1 1-9-16,4 0-13 0,2-1-8 0,2 2-9 16,3-2-13-16,0-3-9 0,2-5-6 15,2 3-9-15,0-8-5 0,0 1-6 0,5-5-9 16,-1-1-4-16,0-3-8 0,6-4-2 15,8-8-5-15,-6-3-5 0,2-6 0 16,4-6-3-16,-6-5-5 0,0-3-4 16,-6-2 1-16,-2-1-2 0,-6 7-1 15,-3 2-1-15,-2 8 9 0,-4 7-3 0,-2 4-4 16,-4 4 1-16,-4 3-3 0,0 3-2 16,8 4-1-16,-27 6-1 0,11 2-2 0,-7 9 0 15,-1 2-3-15,4 3 1 0,4 2 2 16,5-4-3-16,8 2 3 0,1-7 3 15,6 1 4-15,5-4 13 0,7-3 4 0,4 1 11 16,3-6 31-16,4 0 21 16,7 3 13-16,0-1 13 0,-2 2 3 0,-9 0 3 0,1-1 13 15,-8 1 0-15,-2 3 5 0,-1 1 16 16,-4 0 9-16,-2 1 5 0,-5-1-4 0,-2 2-10 16,-2 1-13-16,-7 4-18 15,0-1-47-15,-2 0-83 0,-7 7 0 0,6-6 0 16,-4-5 0-16,-4 6 0 0,2-6 0 15,2-2 0-15,2 1 0 0,-4-3 0 16,-1-1 0-16,6-2-175 0,-2 0-327 0,-1-2-185 16,1-2-253-16,1-1 88 0,2-4 98 15,12 2-702-15,-24-1-905 0</inkml:trace>
  <inkml:trace contextRef="#ctx0" brushRef="#br0" timeOffset="141321.91">27632 12978 2193 0,'-17'7'26'0,"-10"10"3"0,-1 4-9 0,-6 11-8 0,-1 2 32 0,-2 5-8 16,9 1 38-16,0 0-12 0,7 1-13 0,7-5 4 15,7 2 23-15,5-3-3 16,9 2-6-16,11-4-7 0,8 4-1 0,10-6-4 15,11-4-3-15,2-6-5 0,8-6-2 16,2-3 22-16,6-7 16 0,-3-3-8 0,3-5 5 16,-2-6 17-16,-8-3 13 0,1-3 16 15,-8-4 8-15,-8-3 8 0,-10 0-4 0,-5-3-11 16,-6-2-12-16,-6-2-12 0,-9-6-8 16,-4 0-12-16,-7-5-7 0,-9-6-12 0,-5-4-3 15,-3 4-6-15,-5 4-9 16,-5 6-7-16,-3 7-4 0,5 10-4 0,-6 7-2 0,0 7-5 15,-3 5-1-15,1 5-5 0,4 7-52 16,2 4-71-16,4 5-92 0,5 0-101 16,4 2-146-16,10-3-207 0,7-3 56 15,4-2 68-15,9 1-275 0,3 0-289 0</inkml:trace>
  <inkml:trace contextRef="#ctx0" brushRef="#br0" timeOffset="141939.94">28374 13282 2382 0,'-11'-7'88'0,"6"1"25"0,5 6 14 0,-6-6 16 16,6 6-13-16,0 0-16 15,23-10-6-15,2 10-9 0,24 0 6 0,16 1-13 16,8 3-5-16,3-1-9 0,8 0-9 15,4 2-3-15,20 1-7 0,10 4-15 0,2 3-4 16,2 1 0-16,-2 0-4 0,-3-4-3 16,-10 2-1-16,-24-5-10 0,-10-4-4 15,-9 1 5-15,-14-1-3 0,-8-3-2 0,-8-1 31 16,-7-3-5-16,0 2 15 0,-9-1 21 16,2 2-6-16,-8-1-4 0,2 0-9 0,-4 2-5 15,2-2 0-15,-12 2-6 16,14-2-6-16,-4 2 0 0,-10 0-4 0,14-3-5 15,-14 3-6-15,11-3-2 0,-11 3-2 16,10-4 1-16,-10 4-5 0,7-7-2 0,-7 7-5 16,4-4 0-16,-4 4-2 0,0-8-3 15,0 8 0-15,-13-5-4 0,-1 5 2 0,-5 2-1 16,-14 7 5-16,-3 2 25 0,-7 13 13 16,-3 5-2-16,-3 2 13 0,4 4 9 0,7 5-6 15,6-1 13-15,7 0-7 0,10-6 8 16,5 1-4-16,8-4 5 0,6-7-2 15,4 8-6-15,9-2-5 0,4-4 3 0,4-7 1 16,8-3-9-16,4-1-13 16,5-5-3-16,2-4-1 0,5-3-5 0,1-2-4 15,2-3-3-15,9-4-4 0,-6-2 0 16,-2-3-10-16,-12 2 4 0,-3-4-3 0,-6-1 6 16,-2-1-10-16,-3-4-1 0,-7-3-3 15,-2-3 6-15,-9 0-8 0,-2-3-3 0,-7 4-3 16,-5-14 6-16,-6 3-8 0,-10-5-5 15,-8 3-33-15,-5 6-36 0,-9 5-50 0,-9 11-63 16,-9 3-78-16,-2 9-112 16,-7 1-133-16,-1 8-244 0,0 6 48 0,-1 5 86 15,-14 13-426-15,24-4-518 0</inkml:trace>
  <inkml:trace contextRef="#ctx0" brushRef="#br0" timeOffset="142387.87">29048 14137 3210 0,'-2'-17'136'0,"-1"5"-15"0,1 5-10 0,-5 0 20 0,7 7 47 16,-13-1 28-16,13 1 8 0,-38 22-2 0,12 2-16 16,-5 8 15-16,1 6-20 0,3 3 8 15,6 0-11-15,4 4-14 0,7-9 3 16,2 0-14-16,8-3-13 0,6-8 4 0,2 6-4 16,7-3-4-16,6-4-15 0,4-5 2 15,6-4-19-15,5-5-15 0,2-4-7 0,3-4-11 16,2-2-13-16,0-2-2 0,0-8-11 15,-2 3-2-15,-5-5-8 0,-2-3-3 0,-3-1-2 16,-4-6-9-16,-4 0 3 16,-6-2-7-16,-2-3-5 0,-4-4-5 0,-4-2-3 15,-6 0-1-15,-1-7-39 0,-3 3-45 16,-6 0-35-16,-2 4-21 0,-4 3-22 0,-7 2-29 16,-5 8-34-16,-9 3-49 0,-11 1-59 15,4 7-82-15,-1 5-84 0,-2 4-170 0,2 0-75 16,-1 3 75-16,-1 6-505 0,-12-1-628 15</inkml:trace>
  <inkml:trace contextRef="#ctx0" brushRef="#br0" timeOffset="142688.9">28274 13687 3432 0,'-9'-23'36'0,"3"5"43"16,1 1 32-16,-1 7 16 0,1 2-3 15,3 2-18-15,2 6-7 0,0 0 19 0,0 0 12 16,9 21-11-16,0 8-16 0,4 3-6 16,6 11-10-16,5 1-6 0,0 4-9 15,11 1-11-15,-3 1-8 0,6-1-5 0,2-3-6 16,2-5-2-16,-6-2-5 15,2-5-6-15,-2-3-24 0,-9-10-53 0,-2-1-63 16,-10-5-79-16,2-3-66 0,-6-6-88 16,1 0-158-16,-3-6-126 0,-1 4 53 0,2-4-303 15,-10 0-360-15</inkml:trace>
  <inkml:trace contextRef="#ctx0" brushRef="#br0" timeOffset="142920.99">29943 13733 2714 0,'-15'-12'86'0,"-4"7"-6"16,-3 5 9-16,-13 6 25 0,-3 5 21 16,-9 3 12-16,-1 11-1 0,0 1-9 0,2 3-16 15,0 7-10-15,3 1-13 0,5 0-9 16,4 1-10-16,1 1-9 0,8-3-45 0,2-7-101 15,8-1-121-15,-2-5-144 0,6-4-200 16,1-3-16-16,2-3 53 0,3-4-185 0,-1-1-183 16</inkml:trace>
  <inkml:trace contextRef="#ctx0" brushRef="#br0" timeOffset="150457.51">19001 12371 1921 0,'-3'-8'38'0,"-3"0"15"0,-2 4-4 0,-2 0-3 0,10 4 0 0,-25 4 18 0,5 8 24 16,-10 10 20-16,-6 9 25 0,0 4 24 15,0 3-14-15,2 6-13 0,7-3 50 16,3 0-14-16,11-5 9 0,2 0 1 15,11-1-2-15,7 0 5 0,4-1-12 16,8-4-7-16,8 4-13 0,7-7-14 0,6-4-11 16,3-3-10-16,2-8-9 0,0-9-14 15,7-1-4-15,-2-4-10 0,7-4-9 0,-4-6-4 16,-13-1-5-16,-4-3-7 0,-5-5-4 16,-6 0-3-16,-7-3-8 0,-4-5-4 0,-5-2-2 15,-5-2-4-15,-6 3-3 0,-1-10-2 16,-9 2-5-16,-3-8 0 0,2 13-6 0,-7 2-6 15,1 4-6-15,-1 7-21 0,-5 2-17 16,2 13-16-16,-2 0-37 0,1 7-41 0,-1 3-56 16,-8 9-56-16,1 3-76 0,3 4-115 15,6-3-201-15,8-1 33 0,4-1 75 16,5-3-292-16,8 2-308 0</inkml:trace>
  <inkml:trace contextRef="#ctx0" brushRef="#br0" timeOffset="150804.04">19460 12822 2372 0,'0'0'32'16,"-11"-18"14"-16,11 18 5 0,0 0 25 0,2-6 0 16,-2 6-9-16,15-6-3 15,4 3-6-15,19 1-3 0,16-1-4 0,14 2-7 16,18 5-3-16,38 0-5 0,14 5-1 15,7 3-7-15,13 5-1 0,3-1-4 0,3 3-2 16,-2 1-2-16,-4 1 1 0,-5-4-3 16,-17-2-4-16,-12-1 2 0,-15-2-5 0,-28-6 5 15,-17 1-3-15,-17-3 48 0,-4-1 63 16,-14-3 32-16,-7-1-11 0,-7-1-13 16,-2-2 7-16,-1 1-13 0,-1-1-12 0,-5 1-15 15,0-2-5-15,-6 5-13 0,12-7-9 16,-12 7-7-16,9-5-9 0,-9 5-5 0,7-3-10 15,-7 3-38-15,10-2-84 16,-10 2-118-16,0 0-124 0,13 5-168 0,-13-5-128 16,14 2 58-16,-14-2-318 0,15 2-362 15</inkml:trace>
  <inkml:trace contextRef="#ctx0" brushRef="#br0" timeOffset="151169.88">21888 12812 2440 0,'0'0'-21'0,"-13"0"6"0,13 0 15 0,-17 10 25 15,-1 3 67-15,-2 9 63 0,-3 3 29 16,-2 2 33-16,0 11-1 0,5 0 25 16,4-6-2-16,7 1-1 0,5-4-5 15,6-4 2-15,1 8-11 0,10-4-10 0,7 1-17 16,7-4-18-16,7-1-19 0,2-8-12 15,3-3-14-15,0-4-17 0,5-4-5 0,0-3-12 16,-1-4-10-16,4-3-8 0,-4-5-13 16,7-5-6-16,-12 1-3 0,-8-3-1 0,1-2-10 15,-6-3-5-15,-7-4-5 16,0-1-4-16,-9-3-6 0,-5 2-2 0,-4 4-3 16,-8-10-12-16,-3-1 2 0,-6 1-48 15,-10-4-38-15,-5 8-40 0,-8 6-48 0,-10 3-62 0,-9 8-73 16,-8 3-79-16,-5 7-94 15,-6 2-177-15,-8 6-39 0,-20 2 68 0,-2 5-431 16,4 5-520-16</inkml:trace>
  <inkml:trace contextRef="#ctx0" brushRef="#br0" timeOffset="151619.76">19227 13004 2734 0,'11'-16'-18'0,"-6"8"48"0,1-1 16 0,-3 2-5 0,1 4-4 16,-4 3-9-16,0 0 5 0,0 0 95 15,0 0 28-15,-9 37 2 0,-6-2 24 0,-2 11 9 16,-5 3-18-16,0 2-10 0,-1 2 35 15,2 0-21-15,0 0-16 0,0-4-13 0,2 1-19 16,-1-5-13-16,6-2-11 0,-4-9-8 16,5 1-12-16,2-4-10 0,-3-4-6 0,7-7-8 15,-2-1-7-15,-2-2-7 0,6-1-37 16,-1-4-70-16,-3-1-89 0,4-1-109 0,-2-3-107 16,3-2-138-16,-3-2-168 0,7-3 61 15,-7 2-410-15,7-2-494 0</inkml:trace>
  <inkml:trace contextRef="#ctx0" brushRef="#br0" timeOffset="151985.94">18949 13587 2951 0,'0'0'14'0,"-25"5"0"0,7 3 41 0,-9 6 23 15,2 3 56-15,0 2 31 0,-1 3 18 16,3 1 10-16,-2 4-19 0,4-2-14 0,0 7-19 15,4-2 19-15,3 1-7 0,3 2-15 16,8-6-1-16,1-4-7 0,2-3-9 16,4 3 2-16,3-2-8 0,9 4-3 15,-2-7-14-15,9-1-8 0,4-2-10 16,7-5-4-16,2-6-9 0,-1-1-11 0,9-6-4 16,-2-2-8-16,-5-7-6 0,0 3 0 15,-2-5-2-15,-9-6-4 0,-3 3-7 0,-6-5-6 16,-6 0-2-16,-4 0-6 0,-5-4 0 15,-4-1-4-15,-7-13 0 0,-4-6-16 0,0 9 1 16,-6-4-6-16,5 9-12 16,1 6-1-16,-1 6-22 0,3 5-30 0,2 6-34 15,4 2-41-15,-6 2-55 0,6 3-64 0,5 2-78 16,0 0-127-16,0 0-201 0,0 0 57 0,0 0 78 16,34 12-347-16,7-10-374 15</inkml:trace>
  <inkml:trace contextRef="#ctx0" brushRef="#br0" timeOffset="152403.23">21631 13358 2719 0,'0'-12'147'0,"0"2"3"0,2 5-7 0,-2 5-23 0,4-8-9 0,-4 8-10 15,0 0 70-15,0 0 26 0,-4 35-7 0,2-14-14 16,1 16-19-16,-4 2 21 16,1 2 1-16,1-3-18 0,1 3-14 0,-2-4-13 15,-2-1-15-15,5-1-8 0,-8-2-13 16,6 1-10-16,-5-8-8 0,4-4-13 0,-3-3-7 16,2 0-8-16,-2-4-8 0,0 5-34 15,-1-8-80-15,3 1-97 0,-4 0-121 16,6-3-120-16,-3-3-183 0,3-2-87 0,3-5 64 15,-4 6-438-15,4-6-526 0</inkml:trace>
  <inkml:trace contextRef="#ctx0" brushRef="#br0" timeOffset="152735.76">21436 13762 3099 0,'-28'9'29'0,"-5"0"22"0,-1 9 47 15,4 1 36-15,-3 0 32 0,7 4 26 0,1 1 4 16,3 4 5-16,4 2 1 0,5-5-4 16,8 0-3-16,4-2-14 0,1-3 3 0,3 1-18 15,7 0-14-15,5 1 1 0,8-2-13 16,4-2-19-16,5-7-5 0,3 0-17 0,3-4-3 16,2-4-16-16,2-1-9 0,-4-6 2 15,-1-1-14-15,-10 0-1 0,-2-2-10 0,-4-1-7 16,6-6 0-16,-10 0-8 15,-5-3-5-15,-7 0-3 0,-3-7-5 0,-4-1 2 16,-7-6-9-16,-3-6-3 0,-4 6-15 16,-9-3-20-16,0 8-24 0,-6 4-35 0,-1 3-37 15,-8 6-48-15,-12 1-63 0,6 7-91 16,-3 3-92-16,1 4-148 0,-13 1-150 16,4 5 60-16,1-1-517 0,0 5-635 0</inkml:trace>
  <inkml:trace contextRef="#ctx0" brushRef="#br0" timeOffset="153251.93">19571 13851 2992 0,'0'0'-99'0,"-5"-5"24"0,5 5 16 0,0 0 15 0,-11-6 28 0,11 6 25 0,-5-3 24 0,5 3 3 16,0 0 9-16,0 0 1 0,-9-5-4 0,9 5 4 16,0 0 2-16,0 0 9 0,0 0 9 15,0 0 8-15,0 0 28 0,0 0 18 16,0 0 12-16,43 7-10 0,3-4-6 16,23 2-10-16,8-1-15 0,42 1-6 0,7-2-16 15,7 4-3-15,7 0-8 0,-2-2-3 16,-7 0-8-16,-9-3 0 0,-30 0-14 15,-10-4 5-15,-9 0-5 0,-8 1-2 0,-22-1-3 16,-3-3 3-16,-13 3 42 0,-6 0 20 16,-8 2-3-16,1-3-8 0,-7 1-9 0,0 1-10 15,-7 1-5-15,11-6-6 0,-11 6-6 16,3-3-8-16,-3 3-1 0,0 0-13 0,0 0-75 16,0 0-104-16,0 0-116 0,0 0-137 15,0 0-214-15,0 0-2 0,0 0 56 0,0 0-330 16,0 0-381-16</inkml:trace>
  <inkml:trace contextRef="#ctx0" brushRef="#br0" timeOffset="153736.57">19903 12949 2524 0,'0'-15'9'0,"0"3"28"0,0 3 27 0,0 1 18 0,0 2 16 0,0 6 17 0,2-10 0 0,-2 10-7 16,3-5-14-16,-3 5-10 0,8-2 19 0,-8 2 14 15,19 9 6-15,1 1 12 0,21 12 0 16,8 8 15-16,8 2-5 0,27 11-9 0,6 4-11 16,11 0-12-16,4 3-8 15,10-2-12-15,-5 1-8 0,0-2-11 0,-5-5-5 16,-10-3-6-16,-13-6-7 0,-23-12-8 15,-11-2-3-15,-15-5-1 0,-5-2-8 0,-9-3 0 16,-5-3 2-16,-3-2-5 0,-6-1-3 16,1-1-2-16,-6-2-3 0,0 0-6 0,0 0 1 15,0 0-5-15,0 0-14 0,0 0-77 16,0 0-106-16,0 0-116 0,0 0-124 16,0 0-203-16,0 0-18 0,-31 2 72 0,22-1-367 15,9-1-418-15</inkml:trace>
  <inkml:trace contextRef="#ctx0" brushRef="#br0" timeOffset="154485.57">19022 13708 2383 0,'0'0'-36'0,"-6"2"28"0,6-2 20 0,0 0 15 0,0 0 7 0,0 0 5 16,0 0 1-16,0 0-2 0,0 0-4 16,27-23-2-16,1 13-2 0,11-3 0 15,14-5 14-15,6 1 2 0,9-1-2 0,27-5-3 16,5 0-1-16,5-3-7 0,6 2-3 16,7 2-2-16,6-1-4 0,-2 0-5 15,-4 2 0-15,-4 1-2 0,-7 1-2 0,-9-1 2 16,-21 5-2-16,-7-1-5 0,-3 1 3 15,-6-1 0-15,-8 1-4 0,-15 5 1 16,-1-4 0-16,-4 4 2 0,-3 0 19 16,-5-2 0-16,-5 5 5 0,11-5-9 0,-6 2-5 0,3-1 0 15,-3 5-1-15,-2-2-4 16,1 4-1-16,0-4-3 0,-7 4-2 0,0 2 2 16,-2-1-2-16,-2 1-7 0,-1 0 1 15,-1 0 3-15,-3 0 1 0,-8 2 6 0,16-1 8 16,-16 1 21-16,0 0 2 0,12-3 6 15,-12 3 1-15,0 0 5 0,14-4-12 16,-14 4 0-16,0 0-8 0,8-4-2 16,-8 4-4-16,0 0-6 0,0 0 4 0,7-4-10 15,-7 4-4-15,0 0-12 0,0 0-69 16,0 0-73-16,0 0-108 0,0 0-208 16,0 0-103-16,0 0 61 0,-36 0-215 0,36 0-204 15</inkml:trace>
  <inkml:trace contextRef="#ctx0" brushRef="#br0" timeOffset="165816.54">1766 1719 1001 0,'0'0'313'0,"-6"-8"-61"0,6 8-34 0,-1-10 4 0,1 10 5 15,-2-13 33-15,0 9 4 0,2 4 9 0,0-13 28 16,0 13 18-16,0 0 17 0,-2-13-9 15,2 13 19-15,0-9 0 0,0 9-13 16,0 0-10-16,-2-10-15 0,2 10-18 0,0 0-28 16,0 0 8-16,0 0 1 0,-16 37-24 15,5-2-18-15,-1 2-4 0,-2 7-22 16,2 5-16-16,0 3-149 0,5-1-38 0,3-10 0 16,4-1 0-16,0-5 0 0,6 0 0 15,3 0 0-15,5-6 0 0,1-4 0 16,2-3 0-16,6-2 0 0,-2-9 0 15,-2-4 0-15,1-5 0 0,0-4 0 0,5-3 0 16,7-8 0-16,-1-3 0 0,-1-3 0 16,-1-2 0-16,-4-2 0 0,-2-3 0 15,3-12 0-15,-9 7 0 0,1 0 0 0,0-10 0 16,-2-5 0-16,-5-5 0 0,0-6 0 16,-1-4 0-16,1 5 0 0,-3 5 0 0,-2 11 0 15,0 8 0-15,-3 8 0 0,-1 5 0 16,2 7 0-16,-4 4 0 0,-2 4 0 15,2 4 0-15,0 0 0 0,0 0-254 0,-19 20-314 16,8-3-127-16,-2 11-235 16,1 3 67-16,-3 3 92 0,1 1-627 0,3 0-850 15</inkml:trace>
  <inkml:trace contextRef="#ctx0" brushRef="#br0" timeOffset="166267.45">2352 1819 4198 0,'3'-9'137'0,"1"5"41"0,-4 4 30 0,4-8 20 0,-4 8 15 0,5-6-22 0,-5 6-15 15,0 0-12-15,0 0 8 0,0 0 9 16,11 14 6-16,-9-2-17 0,3-1-18 16,-3 1-18-16,0 6-17 0,-1-3-13 15,1 0-13-15,-2 1-10 0,-2-3-12 16,2 1-6-16,0-2-12 0,0-1-8 0,-3 0-7 15,3-1-1-15,0-2-4 0,0 0-1 16,0-8 12-16,0 10-53 0,0-10-19 0,0 0 0 16,0 0 0-16,0 0 0 0,0 0 0 15,20-47 0-15,1 7 0 0,2-6 0 16,4 1 0-16,0 4 0 0,-1 4 0 0,-5 10 0 16,-2 1 0-16,-6 11 0 15,-1 3 0-15,-2 4 0 0,-3 3 0 0,2 5 0 0,-9 0 0 16,18 10 0-16,-9 0 0 0,-1 2 0 15,2 0 0-15,-5 2 0 0,2 0 0 16,-3 1 0-16,3 1 0 0,-4-5 0 16,1 3 0-16,2-1 0 0,-3-1 0 15,-1-2 0-15,2-2 0 0,-2 1 0 0,2-3 0 16,-2 2 0-16,0-3 0 0,-2-5-77 16,4 8-294-16,-2-4-77 0,-2-4-93 0,0 0-153 15,0 0-172-15,0 0 66 16,26-12-694-16,-13-1-942 0</inkml:trace>
  <inkml:trace contextRef="#ctx0" brushRef="#br0" timeOffset="166683.01">3226 1101 4107 0,'-6'-11'48'0,"4"3"48"0,0 2 29 0,2 6 17 0,-3-6 8 0,3 6-1 0,0 0 4 16,0 0 39-16,0 0 56 0,-11 43 1 15,8-8-3-15,3 9 16 0,-6 11 7 0,3 1-24 16,-1-1-23-16,0 0-23 0,2-11-17 16,0 1-18-16,-1-2-19 0,3-4-15 15,-2-3-11-15,2-9-12 0,0-3-11 16,0-7-10-16,0-3-26 0,0 1-60 16,0-4 0-16,2-3 0 0,-2 2 0 0,3-4 0 15,-3-6 0-15,0 0 0 0,0 0 0 16,0 0 0-16,0 0 0 0,17-21 0 0,-19 7 0 15,2-6 0-15,-3-1 0 0,-3 1 0 16,-1-1 0-16,-2 8 0 0,0 1 0 16,-4 3 0-16,-3 6 0 0,2 3 0 0,-8 7 0 15,-4 5 0-15,-1 5 0 0,7 2 0 16,-2 4 0-16,8 0 0 0,1-3 0 16,6-3 0-16,1-1 0 0,2-1 0 0,2-2 0 15,4-1 0-15,2 0 0 0,2-4 0 16,1-2 0-16,5-1-98 0,1-4-151 15,6-2-66-15,4-3-59 0,0-1-70 16,9-5-73-16,-3-5-96 0,0 1-139 0,3-3-3 16,-2-1 81-16,-1-3-482 0,0-1-624 15</inkml:trace>
  <inkml:trace contextRef="#ctx0" brushRef="#br0" timeOffset="166866.74">3447 1457 2990 0,'4'-19'22'0,"0"5"88"0,-1 4 73 15,-1 1 38-15,0 5 26 0,0-4 5 0,-2 8-18 16,0 0-20-16,5-5-12 0,-5 5 16 15,0 0-5-15,0 21-24 0,0-6-19 16,0 3-20-16,0 0-13 0,0 3-10 16,0 0-17-16,0-2-11 0,2-1-33 15,-2-4-58-15,0 0-61 0,0-2-68 0,0-2-78 16,0-3-61-16,0-7-55 0,4 9-72 16,-4-9-121-16,0 0-141 0,0 0 12 15,0 0-395-15,0 0-505 0</inkml:trace>
  <inkml:trace contextRef="#ctx0" brushRef="#br0" timeOffset="166999.57">3489 1231 2787 0,'-4'-13'0'0,"2"1"44"16,1 0 30-16,-1 6 6 15,0-1 4-15,2 7-11 0,-5-8-9 0,5 8-5 0,0 0-10 16,-2-9-26-16,2 9-46 0,0 0-65 16,11-5-97-16,-4 3-175 15,-7 2-178-15,16 8 47 0,-7 4-71 0,-4 0-64 16</inkml:trace>
  <inkml:trace contextRef="#ctx0" brushRef="#br0" timeOffset="167449.75">3561 1794 1872 0,'-6'10'246'0,"3"-5"35"16,3-5 21-16,0 7 36 0,0-7 15 15,0 0 6-15,0 0-19 0,0 0-13 0,0 0 3 16,25-2-19-16,-25 2-15 15,18-8-21-15,-6 6-12 0,-3-4-19 0,2 0-9 16,1-1-17-16,0 3-1 0,-4-2-8 16,-1 0-5-16,2 0-5 0,-5-3-10 0,2-1-18 15,-2-3-17-15,-2-1-15 0,-4-6-20 16,0-1-119-16,-2 0 0 0,-5-10 0 16,1 6 0-16,-2 5 0 0,3 1 0 0,-3 4 0 15,5 1 0-15,-2 6 0 0,-2 1 0 16,2 3 0-16,7 4 0 0,-18 0 0 15,18 0 0-15,0 0 0 0,-20 0 0 16,20 0 0-16,0 0 0 0,0 0 0 16,0 0 0-16,0 0 0 0,27-12 0 0,5 1 0 15,4-1 0-15,-2 0 0 0,-1 2 0 16,-7 3 0-16,-2 5 0 0,-8 0 0 0,0 2 0 16,0 4 0-16,2 5 0 0,-3 1 0 15,1 4 0-15,-5 3 0 0,2 8 0 16,0 2 0-16,-3-5 0 0,-2-1 0 0,-3-1 0 15,1 1 0-15,1 0 0 0,-3-8 0 16,-1 3 0-16,2-1-45 0,-5-5-380 16,4 2-109-16,-2-3-133 0,4-3-204 15,-3 0 30-15,3 0 94 0,2-3-634 16,5 0-835-16</inkml:trace>
  <inkml:trace contextRef="#ctx0" brushRef="#br0" timeOffset="167815.86">4570 1529 4199 0,'0'0'201'0,"-12"-2"40"0,12 2 50 0,-9-4 23 0,9 4-1 0,0 0-31 0,-13-2-19 0,13 2-28 16,0 0-23-16,0 0-24 0,0 0-19 0,-5-5-16 16,5 5-20-16,0 0-11 15,0 0-12-15,0 0-11 0,2-10-5 0,-2 10-17 0,8-12-10 16,-4 3 1-16,1 4-6 15,-3-6-11-15,-2 2-7 0,0 1-12 0,0 0-1 16,-2-2-5-16,2 10-4 0,-7-13-10 16,0 9-1-16,-4 4-2 0,11 0 2 15,-41 7-2-15,7 5-1 0,-1 6 0 0,4 1 0 16,2 2-1-16,5-1-2 0,1 1-3 16,6 2 0-16,6-4-2 0,3-2 0 0,5-3 0 15,1 2 0-15,5-5 0 0,3 5 0 16,5-3 0-16,3 1 0 0,6-4 0 15,11 1 0-15,4-5-121 0,-1 2-111 16,0-7-87-16,6-1-114 0,1 0-122 16,2-5-160-16,-1 1-132 0,0-6 86 0,-2 0-670 0,0-2-882 15</inkml:trace>
  <inkml:trace contextRef="#ctx0" brushRef="#br0" timeOffset="168049.52">5049 1317 3907 0,'-13'-12'2'0,"-1"1"58"15,3 4 30-15,-2 4 32 0,1 0 28 16,12 3 5-16,-25 2 0 0,13 2-2 16,-1 5-14-16,1 0-15 0,2 3-7 0,1 5 7 15,1 0-9-15,2 3-9 16,4-3-8-16,2 2-15 0,2 2-1 0,4-1-16 16,4 1-8-16,5 4-16 0,4-3-64 15,6-3-85-15,-5-7-101 0,11 1-88 16,1-6-95-16,-1-4-143 0,-3-4-157 0,8-8 44 15,3 1-391-15,5-11-512 0</inkml:trace>
  <inkml:trace contextRef="#ctx0" brushRef="#br0" timeOffset="168266.04">5600 882 2804 0,'-8'-51'38'0,"-3"1"51"0,-1 13 67 16,3 6 51-16,0 7 35 0,3 7 20 15,0 3-7-15,4 2-20 0,-4 8-22 16,6 4 3-16,0 0 19 0,-30 36 14 15,15-1-19-15,1 11 17 0,3 11 8 16,2 2-24-16,1 6-24 0,4 1-18 0,2 4-19 16,2 2-13-16,2-4-15 0,0-1-18 15,0-3-7-15,-4-2-14 0,6-6-14 16,-4-11-19-16,1-7-81 0,-1-7-76 0,0-9-74 16,3-3-67-16,-1-4-52 0,0-4-36 15,3-2-67-15,1-5-58 0,-6-4-65 0,0 0-49 16,18-13-47-16,-15 1-23 0,1-9-510 15,-2-1-603-15</inkml:trace>
  <inkml:trace contextRef="#ctx0" brushRef="#br0" timeOffset="168417.74">5478 1438 2937 0,'-11'-19'-59'0,"-2"1"58"16,1 5 51-16,-3 1 48 15,1 4 58-15,1 1 47 0,-1 2 34 0,5 0 18 16,2 0 3-16,-1 1-8 0,8 4-18 16,-12-5-18-16,12 5-14 0,-7-5-19 0,7 5-23 15,0 0-12-15,0 0-20 0,0 0-19 16,21-14-84-16,1 9-106 0,12-3-128 15,2-1-140-15,3-2-171 0,-3 3-207 0,2-5 57 16,3 5-418-16,-1 2-559 0</inkml:trace>
  <inkml:trace contextRef="#ctx0" brushRef="#br0" timeOffset="168800.8">5958 1299 3213 0,'0'0'168'15,"-9"2"36"-15,9-2 30 0,-4 5 31 0,4-5 27 16,0 0 20-16,0 0-8 0,0 0-18 16,-7 7-22-16,7-7-34 0,0 0-26 0,0 0-13 15,0 0-21-15,0 0-18 0,0 0-12 16,32-12-17-16,-24 7-12 0,1-2-6 16,-2 1-21-16,5-5 0 0,-4-3-18 15,-3 3-9-15,1-5-21 0,-2 3-11 16,-2 1-10-16,-2 4-19 0,-3-2-7 0,-6 3-1 15,-4 3-6-15,-6 4 9 0,-13 9-10 16,-6 5 11-16,-4 9-6 0,2 2 7 16,3 1 3-16,9-2-9 0,8 0 6 0,0 1 7 15,6 1-8-15,5-7 4 0,7 0 1 16,2-4 2-16,4-3-5 0,1 1 3 0,7-4 4 16,0-2 3-16,5-1-31 0,5-4-45 15,5-4-71-15,16-2-74 0,-4-2-81 16,5-2-89-16,-2-1-85 0,0-3-114 15,4-5-153-15,-8 2 34 0,-6-2-500 0,0-5-669 16</inkml:trace>
  <inkml:trace contextRef="#ctx0" brushRef="#br0" timeOffset="169199.53">6302 846 3481 0,'-2'-40'5'0,"-1"0"59"16,-2 8 62-16,3 6 63 0,0 5 40 15,0 6 13-15,0 1-14 0,1 4-19 0,-1 2-28 16,2 8 3-16,0 0 38 0,0 0 28 15,-16 38 4-15,7 0 14 0,1 14-26 16,-4 6 7-16,1 0-17 0,2 6-17 0,4 0-30 16,-2-3-18-16,5 0-15 0,2-14-15 15,2 10-13-15,5-14-14 0,-6-2-15 16,3-5-8-16,0-6-23 0,-1-11-64 0,1 0 0 16,-2-3 0-16,0-3 0 15,2-3 0-15,-3 0 0 0,2-4 0 0,-3-6 0 16,2 8 0-16,-2-8 0 0,0 0 0 15,0 0 0-15,0 0-36 0,-5-35-64 0,0 23 5 16,-3 0 2-16,1 1 7 0,-3 3 4 16,-5 2 10-16,-1 6 14 0,-8 2 34 15,-8 5 25-15,3 3 38 0,1 4 18 0,8 0 14 16,7-2 10-16,0 1 9 0,3-1-5 16,7-1 6-16,1-1-6 0,6 1-39 0,-1-1-46 15,3-3 0-15,5-2 0 0,1 0 0 16,1-3 0-16,2 0 0 0,0-4 0 15,1 0 0-15,-3 1 0 0,4-5-127 0,-5 4-258 16,-2 1-122-16,-3-2-173 16,-7 3-236-16,13 0 84 0,-13 0 98 0,0 0-630 15,0 0-818-15</inkml:trace>
  <inkml:trace contextRef="#ctx0" brushRef="#br0" timeOffset="170548.88">7462 915 3555 0,'4'-12'-74'0,"-4"1"56"0,-2-4 50 0,-1 5 39 0,-3 0 37 0,-2-1 26 0,-3 0 22 16,-7-2 4-16,1 3-7 0,-6 4-12 16,-2 1-14-16,-1 3-8 0,-16 2-9 15,-1 7-9-15,-15 6-8 0,7 4-6 16,-3 7 5-16,0 8 0 0,5 3 8 15,-1 7 4-15,-7 12 10 0,19-4 7 0,2-1-5 16,10 6-2-16,2-5-4 0,13 2 12 16,10-8 9-16,4-3-8 0,18 9 7 0,8-4-10 15,9-4-7-15,9-6-14 0,7-7-8 16,3-7 0-16,2-5-9 0,0-6-10 16,-14-6-3-16,0-5-3 0,-5-2 1 0,-3-5 2 15,-4-1 6-15,-3-6-8 0,-1-3-6 16,-4-1-6-16,-6-3 3 0,-4-4 4 0,-5 4-2 15,-2-3-3-15,-7 1-3 16,1-2-2-16,-5-12-6 0,-5 3-3 16,-4 0-8-16,-1 1-32 0,-1 2-3 0,1 6 0 15,1 8 0-15,-2 3 0 0,3 2 0 16,-3 5 0-16,1-1 0 0,1 6 0 0,2-2 0 16,1 2 0-16,9 2 0 0,0 0 0 15,-14-2 0-15,14 2 0 0,0 0 0 16,0 0 0-16,0 0 0 0,39-4 0 0,-15 1 0 15,5 1 0-15,12-2 0 0,-9 0 0 16,-3 2 0-16,-5 2 0 0,0 2 0 0,0 8 0 16,0 5 0-16,0 2 0 0,-10-1 0 15,-2 2 0-15,1 9 0 0,-5-1 0 16,-3-4 0-16,0 1 0 0,-1 0 0 0,-3 0 0 16,1 1 0-16,0-5 0 15,-2 1 0-15,4-1 0 0,-2-2 0 0,-1-3 0 16,-1 0 0-16,2-3 0 0,0 2-187 15,-2-4-298-15,4 0-159 0,-2-1-221 0,1-4-20 16,-3-4 97-16,0 8-687 0,0-8-923 16</inkml:trace>
  <inkml:trace contextRef="#ctx0" brushRef="#br0" timeOffset="170984.31">7849 1469 3882 0,'0'0'73'0,"0"0"66"0,0 0 34 0,0 0 24 0,0 0 32 0,0 0 16 16,0 0-9-16,0 0-10 0,0 0-21 16,0 0-21-16,0 0-18 0,0 0-6 0,0 0-24 15,0 0-11-15,6-5-14 0,-6 5-11 16,0 0-4-16,0 0-13 0,0 0-5 16,0 0-8-16,0 0-7 0,0 0-1 0,4-10-7 15,-4 10-15-15,0-14 6 16,0 2-13-16,-4-3-8 0,0-5 6 0,2 3-3 0,-4-6-13 15,-1-7 4-15,-1 8 4 16,1 5 5-16,0 3-7 0,4 2-2 16,-3 2-3-16,4 3-5 0,-1-1-10 0,-1 2-1 15,4 6-6-15,0 0 5 0,0 0 4 16,-4-6-1-16,4 6-1 0,0 0 0 0,0 0 7 16,0 0-3-16,29 0-2 0,-13-2 8 15,0 1-17-15,4-1 10 0,-6 0 6 16,1 0-1-16,-1 0-5 0,-14 2 0 0,18 2 6 15,-18-2-1-15,18 0-5 0,-18 0-1 16,15 6 6-16,-7-1 0 0,-1 3-9 0,-1-1-13 16,0 2-54-16,0-1-79 15,0-1-85-15,-3 1-93 0,3 1-118 0,-1-1-114 16,6 1-160-16,-4-2-58 0,2-4 69 16,0 1-510-16,3-2-678 0</inkml:trace>
  <inkml:trace contextRef="#ctx0" brushRef="#br0" timeOffset="171832.17">8377 1115 3731 0,'5'-10'227'0,"-5"4"36"16,0 6 25-16,0-9 20 0,0 9 1 15,0 0-23-15,0 0-22 0,0 0-26 0,0 0-20 16,0 0-21-16,0 0-23 0,0 0-13 16,0 0-16-16,0 0-15 0,-5 27-12 15,1-16-19-15,1-3-6 0,-6 4-11 0,0-1-7 16,2-1-15-16,-7 1-19 15,-3-2-34-15,0 0-34 0,-4 2-45 0,0-4-27 16,2 0-23-16,2-3-3 0,1 2 8 16,3-4 10-16,1 2 1 0,5-2 5 0,7-2 0 15,0 0 5-15,0 0-9 0,0 0 10 16,-11-10 13-16,11 10 6 0,18-13 10 16,-4 4 4-16,13-6 5 0,-5 5 9 0,10-1 3 15,-5-2 4-15,2-1 1 0,1-2 5 16,-3-1 7-16,-2-1 3 0,-2-4 3 0,0 0 3 15,-6-7-2-15,1-6 6 16,-6-9-2-16,2-7 1 0,-3-7-4 16,0-6-4-16,1-3-7 0,-4-5-4 0,-3 1 3 15,-1 4 2-15,2 13 1 0,-4 14 1 16,-4 13 2-16,2 10 2 0,-4 8-2 0,0 9 6 16,4 0 5-16,-18 24 12 0,4 12 10 15,-3 19 13-15,2 8 11 0,0 7 20 16,-3 17 13-16,5-10 7 0,3 0 1 0,5 0-1 15,1 0-7-15,2-3-5 0,4 1-2 16,2-3-9-16,-3-5-3 0,3-3-1 0,0-10-6 16,1-11-3-16,-4-6-3 15,1-10-3-15,0-6-5 0,-2-5 2 0,2-2 11 16,2-5 8-16,-4-4-4 0,0-5-4 16,0 0-4-16,0 0-5 0,16-34-2 15,-6 1-6-15,3-15 0 0,5-5 1 0,-2-2-2 16,2 5 10-16,-1 8 12 0,-5 13 20 15,-5 4-11-15,0 8-13 0,-3 5 3 0,3 6-8 16,-4 2 24-16,-3 4 21 0,0 0-4 16,0 0-8-16,17 25-1 0,-11-11-3 15,0 0-12-15,-1 1-1 0,5 1-6 0,-5-1-5 16,5 1-3-16,-2-5-6 16,1 0-9-16,1-2 1 0,1-2-11 0,0-6-1 0,1 1-25 15,-12-2-21-15,31-9-11 16,-13 1-12-16,7-11-12 0,0-4 4 0,-2 0 7 15,-2-6 5-15,5-10 9 0,-1 0 7 16,-1-2 5-16,-10 8-2 0,4 6 23 16,-7 7 17-16,-1 4 14 0,-4 4 7 0,-3 4 13 15,1 4 9-15,-4 4 39 0,0 0 18 16,0 0 5-16,0 34 2 0,-2-10 2 0,-2 9 7 16,3 3-10-16,-3-7-8 0,4-2-16 15,2-2-2-15,1-4-2 0,1 4-9 16,5-3-4-16,3 4-5 0,1-8-52 0,-1-2-10 15,1-4 0-15,0-5 0 0,3-2 0 16,2-2 0-16,-4-3-148 0,2-1-117 0,4 1-33 16,0-4-103-16,3 3-91 15,-5-1-121-15,0 0-182 0,-5 6 1 0,-3 1 82 16,-5 3-537-16,-1 1-711 0</inkml:trace>
  <inkml:trace contextRef="#ctx0" brushRef="#br0" timeOffset="172532.95">9724 1405 3761 0,'-13'-8'387'0,"-1"6"4"0,-6 0 21 0,-11 2 6 0,-17 4-2 0,-18 1-15 0,-4 4-19 0,-9 1-25 16,-20 5-23-16,2 1-7 15,-1 3-37-15,21-9-19 0,-22 11-227 0,1-4-44 16,1 3 0-16,-4 1 0 0,-2 0 0 15,-2-3 0-15,8 5 0 0,4-1 0 0,22-3 0 16,2-2 0-16,1 2 0 0,2 1 0 16,1-5 0-16,4 5 0 0,2-3 0 0,2-3 0 15,-3 1 0-15,-1-3 0 0,2 0 0 16,-2-1 0-16,-7 2 0 0,-3-4 0 16,-3 1 0-16,-3-3 0 0,2-2 0 0,-8 0 0 15,6-1 0-15,-4-1 0 16,5-1 0-16,4-2 0 0,1 0 0 0,2 2 0 15,16-2-52-15,-12 0-67 0,12 0 8 16,-11 0 8-16,-2 3 11 0,3 0 2 0,-2 1 15 16,4 3 1-16,-7-1 2 0,3 3 0 15,-5 1-3-15,1 0 5 0,1 2 6 16,-1-3-1-16,3 1 6 0,2 0 0 0,6 1-5 16,0-1 3-16,1-2-8 0,13 0 3 15,0-2 3-15,8-1 2 0,-4 1-2 0,7-2-3 16,7-2-2-16,-3 2-4 0,3-2 6 15,-3 0 6-15,-1-2 4 0,-11 4 6 0,3-1 1 16,-7-3 6-16,1 2 7 0,-3 2 0 16,-1 0 9-16,-12 0 0 0,-2 2 2 15,1 0 5-15,-2-1 0 0,-2 3 1 16,1-1 2-16,-8 0 3 0,2 0 2 16,-2 1 0-16,-3 0 0 0,1 0 3 0,-2-2-1 15,2 1 1-15,-1 0 3 0,-1 3-3 16,-2-1 0-16,2 0 5 0,-8 1 0 0,-21 3 2 15,0 1-1-15,1 1 1 0,-2 5 11 16,0 1 16-16,-1 0-4 0,3 4-1 16,4 1 14-16,3 3 10 0,5-4-6 0,6 2 0 15,-1 1-3-15,22-8-3 16,4 3 3-16,8-5-7 0,4-1-2 0,13-5-7 0,1 2 0 16,5 1-5-16,9-7-2 15,3-2-21-15,3 1-36 0,1 1-46 0,3-4-67 16,2 4-75-16,1-2-69 0,0 1-77 15,5-3-117-15,3-4-193 0,0 12 49 16,0-12-389-16,11 6-503 0</inkml:trace>
  <inkml:trace contextRef="#ctx0" brushRef="#br0" timeOffset="173831.72">2296 4375 2618 0,'0'0'-120'0,"0"0"43"0,-14-1 31 0,14 1 37 0,-5-6 22 0,5 6 35 15,0 0 19-15,-8-9 24 0,8 9 16 16,-5-7 14-16,5 7 15 0,-5-7 16 0,5 7 15 16,-2-7 8-16,2 7 8 0,0 0-3 15,-7-8-6-15,7 8-10 0,0 0-14 16,0 0 47-16,0 0 26 0,-6 20 2 0,5-6-14 16,-3 3 9-16,2 2-19 15,0 3-20-15,0-2-9 0,2 4 4 0,0-5-13 16,0 0-5-16,2 1-5 0,2-6 2 15,1 3-9-15,5-5-3 0,0-1-6 0,5-5-2 16,4-4-13-16,10-4-13 0,21-10-13 16,11-5-7-16,4-6-4 0,17-10-11 15,-1 0-8-15,-4-1-8 0,-16 2-6 0,0 7-5 16,-5-4-8-16,-3 6 1 0,-9 0-16 16,-9 7-24-16,-9 3 0 0,-5 5 0 0,-7 0 0 15,-3 2 0-15,0 0 0 16,-3 1 0-16,0 2 0 0,-8 3 0 0,11-6 0 0,-11 6 0 15,7-3 0-15,-7 3-119 16,0 0-117-16,0 0-82 0,0 0-97 0,0 0-115 16,0 0-125-16,-22 17-203 0,3-5 87 15,-8 0 81-15,-7 7-534 0,-12 4-687 16</inkml:trace>
  <inkml:trace contextRef="#ctx0" brushRef="#br0" timeOffset="174199.82">2447 4698 3187 0,'-12'7'18'0,"-1"-2"35"0,1 0 20 0,4 2 16 0,-3-2 33 16,1 2 35-16,1-2 26 15,2 2 10-15,-1-2-2 0,3 0-8 0,5-5-11 16,-7 10 8-16,7-10 22 0,0 7 35 15,0-7 20-15,0 0 11 0,29 0 4 0,5-7-9 16,18-10-17-16,7-1-18 0,7-5-23 16,1 3-19-16,0-2-20 0,0 1-14 15,-3 1-15-15,-1 2-14 0,-4 4-13 0,-17 3-10 16,-1 1-10-16,-2 3-10 0,-12-1-12 16,-7 4-68-16,-4 0 0 0,-3 0 0 15,-1 1 0-15,-1-1 0 0,-2 1 0 16,-9 3 0-16,14-5 0 0,-8 1 0 0,-6 4 0 0,12-2 0 15,-12 2 0-15,7-6 0 16,-7 6 0-16,8-4 0 0,-8 4 0 0,5-5 0 16,-5 5 0-16,0-7-281 0,0 7-527 15,-5-7-162-15,-3 3 95 0,-6 4-913 16,14 0-1217-16</inkml:trace>
  <inkml:trace contextRef="#ctx0" brushRef="#br0" timeOffset="175381.56">2083 14122 1417 0,'-5'-17'673'0,"5"5"-199"0,0 1-61 0,0 3-57 15,-2 1-36-15,2 7-28 0,0-10-36 0,0 10-39 16,0 0-12-16,0 0 61 0,0 0 27 16,0 0-12-16,0 0-25 0,5 34-13 0,-3-22-14 15,3 2-2-15,6-2-6 0,5 1-11 16,8 1-13-16,11-4-18 0,5-6-17 15,7-4-16-15,12-7-11 0,11-5-12 16,-2-9-13-16,14-9-11 0,-6-5-15 16,-17 8-31-16,-5-1-20 0,-6 1-23 0,-9 4-27 15,-10 6-54-15,-9 5-56 0,-6 4-57 16,-3 1-61-16,-1 3-66 0,-6 1-75 0,-4 3-72 16,0 0-84-16,0 0-143 0,0 0-95 15,0 0 75-15,0 0-543 0,0 0-709 0</inkml:trace>
  <inkml:trace contextRef="#ctx0" brushRef="#br0" timeOffset="175665.64">2239 14407 3999 0,'-18'6'374'0,"5"-2"12"15,3-3 29-15,10-1 21 0,-9 2 6 0,9-2-28 16,0 0-28-16,0 0-14 0,27-26-27 15,7 9-26-15,16-3-29 0,9-3-277 0,8 0-13 16,15-7 0-16,-16 7 0 0,-1 2 0 16,-4 0 0-16,-6 5 0 0,-9-1 0 0,-12 7 0 15,-7 2 0-15,-8 1 0 0,-4 3 0 16,0-1 0-16,-3 2 0 0,-2-1 0 0,-1 1 0 16,-9 3 0-16,15-7 0 15,-9 5 0-15,0 1 0 0,-6 1 0 0,11-7 0 16,-11 7 0-16,7-4 0 0,-7 4-741 15,2-7-271-15,-2 7 106 0,0 0-975 16,0 0-1306-16</inkml:trace>
  <inkml:trace contextRef="#ctx0" brushRef="#br0" timeOffset="211791.17">23554 13246 2878 0,'-6'1'92'0,"6"-1"-11"0,0 0 33 0,-5 4 55 0,5-4 32 0,0 0 1 0,0 0-4 0,0 0-14 16,0 0-10-16,0 0 13 0,0 0-4 15,0 0-20-15,0 0-12 0,0 0-14 0,-9-21-10 16,15 13-8-16,1-5-9 16,2 1-2-16,2-3 0 0,1-3-4 0,1 1 10 15,4-2-5-15,2-3-11 0,-2 5-2 16,-2 5-13-16,1-2-7 0,0 6-5 0,0-1-13 16,2 3-5-16,-2 2-8 0,0 2-2 15,3 4-9-15,-2 3-2 0,4 2 3 0,5 7-8 0,-1 1-2 16,-4 6 1-16,-4-1-2 15,-7-5 7-15,-1 5 19 0,-5 1 21 0,-2-2 10 16,-2 1 12-16,-6 1 11 0,-3 9-2 16,-1-2 1-16,-1-6-1 0,2-5-5 0,-1-2-3 15,0-1-3-15,3-2-3 0,1-1 17 16,3-3 19-16,-4 0-108 0,5-3-16 16,2-5 0-16,0 0 0 0,0 0 0 15,0 0 0-15,25-33 0 0,-3 8 0 0,10-7 0 16,0 3 0-16,4 2 0 0,-7 6 0 15,-2 4 0-15,-4 5 0 0,-7 3 0 0,0 6 0 16,-1 1 0-16,1 2 0 0,-5 3 0 16,4 5 0-16,-2 2 0 0,3 4 0 15,-3 1 0-15,-2 2 0 0,5 7 0 0,-5-5 0 16,1-2 0-16,-5 2 0 0,2-1 0 16,0-1 0-16,-4-5 0 0,3 1 0 0,-3-1 0 15,1 2 0-15,-3-7 0 0,4 1 0 16,-1 1 0-16,-5-2-415 0,5 0-243 0,-1-5-194 15,1 2-34-15,-6-4 94 0,21-4-768 16,-5 3-1004-16</inkml:trace>
  <inkml:trace contextRef="#ctx0" brushRef="#br0" timeOffset="212003.07">24574 13317 4410 0,'-7'-3'237'0,"7"3"48"0,-2-10 40 0,2 10 13 0,6-10-11 0,1 4-24 0,2 1-30 0,6 0-28 0,4 2-24 0,2-1-26 0,6 1-22 0,0 1-37 0,-1 0-76 0,2 1-96 0,3-1-109 0,-3 2-103 0,3-2-121 0,10 1-136 0,-4-1-155 0,1-1-151 0,-5-1 82 0,-7 1-640 0,-1-1-823 0</inkml:trace>
  <inkml:trace contextRef="#ctx0" brushRef="#br0" timeOffset="212190.82">25252 13096 3543 0,'2'-12'-41'0,"-2"3"56"0,2-1 63 16,-2 3 28-16,0 7 25 0,1-8 19 16,-1 8 1-16,0 0-16 0,0 0 34 15,0 0 43-15,0 0 9 0,0 0 2 0,-3 39 5 16,1-22-7-16,-4 7-15 0,3 8-10 16,-6 2-24-16,4-1-10 0,-3-1-21 0,3 3-16 15,-3-5-7-15,2-4-13 16,1-3-15-16,-1-1-31 0,0-1-52 0,3-4-62 15,-4 1-64-15,5-3-89 0,1-1-114 16,-1-3-108-16,2-3-146 0,3-1-187 0,1-4 63 16,4-1 73-16,-8-2-435 0,27-4-535 15</inkml:trace>
  <inkml:trace contextRef="#ctx0" brushRef="#br0" timeOffset="213142.48">23819 12500 2729 0,'-37'6'-89'0,"-14"9"32"0,-4 11 40 0,-17 13 47 0,-9 9 39 0,7 8 40 16,-2 8 44-16,2 6 35 0,3 11 33 16,2 6 11-16,8 5-2 0,10 8-1 15,7 1-5-15,14-2-2 0,10-1-2 0,20-19 6 16,12 15-11-16,19-3 3 0,18-3-4 15,16-8-6-15,15-7-25 0,13-7-17 0,10-8-11 16,0-11-18-16,5-13-8 16,1-9-19-16,2-11-9 0,-3-6-19 0,-14-12-26 15,18-8-16-15,3-7-10 0,1-8-15 16,0-8-6-16,-2-9-4 0,5-8-5 0,-1-7-1 16,32-21-3-16,-39 10-7 0,32-26 3 15,-8 1-1-15,-3-7 2 0,-34 23-1 0,-1-2-3 16,-11 1 5-16,-7 6 3 0,-16-1 0 15,-13 3-1-15,-20 12-3 0,-13 0 2 0,-16-6-3 16,-17-1 3-16,-28-17-1 0,-23 1 4 16,-23 4-8-16,-14 3-2 0,-48-10 3 0,-11 11-19 15,-16 8-26-15,-15 24-28 0,30 22-23 16,-19 15-21-16,-62 17-33 0,4 18-48 0,3 12-46 16,14 14-33-16,15 11-37 15,18 8-55-15,22 2-84 0,55-13-224 0,7 2 54 16,13 5 78-16,19 0-303 0,12 3-340 15</inkml:trace>
  <inkml:trace contextRef="#ctx0" brushRef="#br0" timeOffset="213740.63">24031 14671 2773 0,'-16'-2'257'0,"7"2"-22"0,9 0-17 0,-16-2-8 0,16 2 17 0,0 0 11 0,-11 0-5 16,11 0-22-16,0 0-22 0,0 0-20 15,32-10-18-15,-5 3-12 0,11 0-22 0,3-3-47 16,4-1-44-16,7 0-42 0,-15 0-26 15,-1 2-14-15,-11 2-9 0,-3 3-17 0,-9 0-12 16,-6 3-2-16,-7 1 16 16,0 0 5-16,0 0 6 0,0 0 6 0,-43 5 5 15,19-2 5-15,-1 1 10 0,5-2-20 16,3 2-68-16,-3 0-81 0,11-1-114 0,2-2-158 16,7-1-110-16,0 0 61 0,0 0-225 15,0 0-248-15</inkml:trace>
  <inkml:trace contextRef="#ctx0" brushRef="#br0" timeOffset="-203523.69">28448 13523 760 0,'-24'21'252'0,"0"0"-97"0,-1-1-16 0,-3 0-20 0,-1 0-18 0,2 1-16 0,1-5-13 15,-1 1-14-15,2 1-4 16,-1-3-43-16,7-3-56 0,-1-2-86 0,7 1-127 16,1-3-209-16,5-2 26 0</inkml:trace>
  <inkml:trace contextRef="#ctx0" brushRef="#br0" timeOffset="-202909.01">29604 13459 1434 0,'-11'0'82'0,"11"0"20"0,-16 15 19 0,5 0 6 0,2 1 12 0,-3 13 6 0,3 2 6 0,1 1-6 16,3 4-9-16,2-1-9 0,3 1-18 16,3-1-12-16,2 2-22 0,1-4-49 0,1 0-69 15,5 0-90-15,-4-4-113 16,1-8-127-16,-2-5-99 0,2 1-123 0,-4-5-95 0</inkml:trace>
  <inkml:trace contextRef="#ctx0" brushRef="#br0" timeOffset="-202258.74">28781 14065 1649 0,'0'0'59'0,"0"0"8"0,0 0-3 0,0 0 5 0,0 0 13 0,0 0 16 0,0 0 11 0,32-15 0 0,-10 12-6 16,3 1-7-16,12-1-12 0,3-1-12 16,3 4-4-16,-4 2-6 0,-4 0-11 15,-5-1-6-15,-1 1-32 0,-4-2-27 0,-2 1-33 16,-5 0-32-16,2 2-42 16,-7-2-50-16,-1-1-52 0,-3 0-75 0,-9 0-364 0,11 2-159 15</inkml:trace>
  <inkml:trace contextRef="#ctx0" brushRef="#br0" timeOffset="-201392.23">30522 13966 2125 0,'-1'-11'172'0,"1"11"-17"0,0 0-8 0,0 0 27 0,0 0 26 16,-13 17 8-16,3 0 10 0,-2 10-1 0,1 2 0 16,-3 2-12-16,3 0-15 0,0 1-16 15,-1 0-17-15,3 1-13 0,-2-2-18 0,3-8-8 16,2-2-14-16,-1-1-9 0,-1-3-12 15,5 0-5-15,-4-5-9 0,2-2-5 0,1 0-4 16,2-1-4-16,0-3-5 0,0 0-1 16,2-6-5-16,-5 5-7 0,5-5-5 15,0 0-3-15,0 0-4 0,0 0-3 16,-20-19-2-16,15 9-4 0,-4-1 1 0,-5 0-5 16,-1 0-1-16,-6 0 1 0,-10 2-4 15,3 4 20-15,1 1 20 0,0 4 21 16,-2 1 20-16,-7 5 15 0,8 1 10 0,-3 3 0 15,10 0-4-15,4 1 1 0,5 3-9 16,1-2-3-16,6 1-9 0,1 1 0 0,4 0-10 16,4 1-14-16,-1-1-8 0,10 2-21 15,-1-3-81-15,1-1-92 0,14 1-110 0,-4-2-134 16,8 0-167-16,-3-5-200 0,-3-3-43 16,4 0 84-16,-2 0-585 0,1-2-749 15</inkml:trace>
  <inkml:trace contextRef="#ctx0" brushRef="#br0" timeOffset="-200923.34">30447 14504 3798 0,'-16'-4'34'0,"16"4"10"16,0 0 17-16,-13 0 40 0,13 0 17 16,0 0 11-16,0 0 0 0,0 0-8 0,0 0-15 15,0 0-5-15,0 0-14 0,0 0-4 16,43 8-15-16,-29-10-6 0,-14 2-6 0,33-4-8 15,-19 2-4-15,2-4-1 0,0 0-6 16,-7 1-3-16,0-1-2 0,3-5-3 16,-1 3-6-16,-3-1 0 0,-1 1 0 15,2-1 5-15,-6 4 1 0,1 0-6 0,-4 5 5 16,4-9 10-16,-4 9 11 0,0 0 21 16,0 0 7-16,0 0 6 0,0 0 4 15,-25 28 16-15,15-12 8 0,3 2-3 0,-1 2 17 16,0 1-6-16,-1 6-8 0,2 0-8 15,2-6-7-15,0 2-9 0,3 1-6 0,0-3-5 16,0 2-5-16,0-5 18 16,0 1 12-16,2-2 14 0,-1-2 11 0,-1-1 14 0,-2-2 6 15,2-1 7-15,-3 1 15 0,0-4-152 16,-2 2-16-16,-5-2 0 0,0-1 0 16,0 1 0-16,-6-4 0 0,0 0 0 15,-7-2 0-15,-2 0 0 0,-2-4 0 16,-11-4 0-16,4 2 0 0,10-2 0 0,2 0 0 15,1 2 0-15,7-3 0 0,0 1 0 16,1-2 0-16,3-1 0 0,7 2 0 0,1 2-315 16,4-5-292-16,6 2-170 0,3-3-125 15,5 1 88-15,4 2-810 0,11-5-1064 0</inkml:trace>
  <inkml:trace contextRef="#ctx0" brushRef="#br0" timeOffset="-200708.81">31005 14487 4927 0,'0'-10'162'15,"2"1"-9"-15,8 4-6 0,1 0 2 0,6-1-15 0,4 3-7 0,5 0-18 0,10-2-18 16,5 3-86-16,1 2-106 0,-3 0-141 15,4 2-178-15,-7-2-222 0,-6 0-90 16,-3 1 78-16,11 3-439 0,-11 1-563 0</inkml:trace>
  <inkml:trace contextRef="#ctx0" brushRef="#br0" timeOffset="-200457.87">31406 14351 3328 0,'-2'-6'185'0,"2"6"13"0,4-11 5 16,-4 11 29-16,11-4 24 16,-11 4 25-16,0 0-14 0,32 10-19 0,-18-3-24 0,-1 1-12 15,1 2-25-15,-1 4-22 16,-1 0-15-16,-3 0-12 0,-4-1-13 0,-3 1-16 16,-2 0-1-16,-5 1-17 0,-6 2-2 15,0-2-18-15,-8 6-38 0,-3-4-75 16,-1 0-75-16,3-3-95 0,4-3-102 0,2-4-118 15,3-2-175-15,2-3-183 0,9-2 87 16,0 0-550-16,0 0-713 0</inkml:trace>
  <inkml:trace contextRef="#ctx0" brushRef="#br0" timeOffset="-200226.41">31870 14333 3859 0,'8'-7'224'0,"-5"3"28"15,6-2 26-15,-9 6 25 0,0 0 42 16,0 0 29-16,0 0-2 0,0 0-21 15,0 0-28-15,13 12-26 0,-13-12-29 0,0 15-18 16,-2-3-19-16,0 0-23 0,-4 1-16 16,3 1-128-16,-2 0-64 0,0 0 0 15,1 0 0-15,-2-2 0 0,5-2 0 0,-1 0 0 16,0-1 0-16,2-1 0 0,0 2 0 16,2-1 0-16,1-1 0 0,3-3 0 0,-1 1 0 15,6-3-140-15,-4 3-539 0,4-3-271 16,-4-1 33-16,0 2 100 0,-7-4-777 0,7 6-1036 15</inkml:trace>
  <inkml:trace contextRef="#ctx0" brushRef="#br0" timeOffset="-197342.51">19346 13133 4232 0,'-4'-5'-143'0,"4"5"16"0,0 0 12 0,-4-6 12 0,4 6 17 0,0 0 25 0,0 0 23 16,0 0 15-16,0 0 11 0,-3-6 3 16,3 6 10-16,0 0 20 0,0 0 25 15,0 0 23-15,0 0 15 0,30 5-5 0,-9-4-8 16,3 1-8-16,15 2-6 0,5-3-1 15,6-1-8-15,0 0-4 0,2 0-6 16,11-5 1-16,-15 3-11 0,-3-2-11 0,1-4-8 16,-6 2-7-16,-4 0-2 0,-7 2-1 15,-6-1-3-15,-4 3 5 0,-2-2 6 0,-1-2-4 16,-5 4-1-16,0-2 0 16,-1 0-4-16,-10 4-4 0,15-5-16 0,-15 5-29 0,10-4-40 15,-10 4-40-15,5 0-47 16,-5 0-75-16,0 0-118 0,0 0-190 0,0 0 47 15,0 0-206-15,0 0-213 0</inkml:trace>
  <inkml:trace contextRef="#ctx0" brushRef="#br0" timeOffset="-196656.74">19776 12176 1994 0,'12'-11'27'0,"-1"3"10"0,-2 1 7 15,0 3-1-15,0-2 5 0,2 4 14 0,1-2 12 0,1 3 5 16,3-1-6-16,-1 4-9 0,-1-1-3 0,0 3-7 16,2 1-6-16,-3 2-1 15,-1 0-7-15,-3-1-2 0,-1 2-5 0,-1-2-2 16,0 3 13-16,-6-3 12 0,3 3 8 15,-2-4 13-15,-2 4-1 0,0-2 7 0,-4 0-1 0,4-1 2 16,0-6-17-16,-2 12 1 16,2-8-1-16,0-4-6 0,0 13 0 0,0-9-4 15,2 4 7-15,2 1 14 0,1-1 2 16,-3 4-7-16,4-2-8 0,-1-3-3 0,2 5-9 16,-3-4-6-16,-1 1-2 0,3 1-4 15,-4-2-4-15,-1-1 1 0,1 0-1 0,-2 2 3 16,0-1-1-16,-2-1-3 0,-1 2-4 15,-3-1-2-15,3 1 1 0,-8-2-5 0,8-1-9 16,-5-1-6-16,3-1-46 16,-4-2-64-16,9-2-80 0,-16 1-86 0,5-6-105 15,0 0-150-15,2-3-72 0,2-4 60 16,0 0-228-16,2-4-250 0</inkml:trace>
  <inkml:trace contextRef="#ctx0" brushRef="#br0" timeOffset="-196343.1">19944 12022 2156 0,'-12'0'18'0,"-8"3"23"0,3 7 33 0,-16 9 24 15,-3 7 24-15,0 5 18 0,0 1 15 16,2 4 11-16,3 1 3 0,5 1-12 0,3 1-17 16,10-4 9-16,2 0 8 0,11-5 6 15,8 5-7-15,13 2-10 0,15-2-13 16,10-5-13-16,12-4-13 0,4-3-9 0,12-6-10 15,5-5-8-15,-3-5-8 0,-2-5-11 16,-5-8-5-16,-8-2-12 0,-6-8-6 16,-10-3-2-16,-4-6-6 0,-9-6-5 0,-11 2-2 15,-7-4-18-15,-7-5-11 0,-5 1-9 16,-9-6-8-16,-11-9-20 0,-8 1-12 0,-7 1-17 16,-9 2-4-16,-1 7-14 15,-5 6-19-15,-8 10-19 0,1 6-17 0,-8 9-26 0,0 8-42 16,-1 8-74-16,1 5-116 15,0 8-190-15,6 5 60 0,7 3-236 0,6-1-259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2:59:07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3691 1804 928 0,'0'0'455'0,"0"0"-101"0,0 0-57 0,0 0-19 0,0 0 12 16,0 0 1-16,0 0-8 0,0 0-15 15,0 0 4-15,0 0-2 0,0 0-3 0,0 0 4 16,26-8-4-16,-26 8-10 0,0 0-32 0,0 0-29 16,0 0-17-16,0 0-6 15,-9-15-13-15,9 15-27 0,-11-4-16 16,11 4-16-16,-20 3-10 0,6 2-14 0,-6 2-8 16,-8 10-7-16,-1 3-1 0,0 3-15 15,2 1 0-15,5 1-5 0,-1 2-12 0,6 4 5 16,2-2-26-16,6-4 0 0,4-4 9 15,3 5-7-15,4 1-5 0,3-4 9 16,2 0 4-16,4 4-11 0,7-1 1 0,0-2 0 16,5-4-4-16,2-1-7 0,2-5-55 15,-2-4-60-15,4-1-77 0,-2-6-89 0,-2 0-105 16,-2-3-116-16,4-3-164 16,7-4-88-16,-7 0 73 0,-4 1-450 0,-3-3-601 15</inkml:trace>
  <inkml:trace contextRef="#ctx0" brushRef="#br0" timeOffset="333.03">4136 1978 3143 0,'-3'-8'66'0,"3"8"37"0,-4-7 18 16,4 7 14-16,0 0-3 0,0 0 16 16,0 0 19-16,0 0 2 0,0 0 1 0,-4 25-7 15,3-11-14-15,2 1-15 16,1 4-14-16,0 1-11 0,2 1-5 0,3 0-8 15,3-1-9-15,5 3-7 0,1-4 6 16,-3-3 18-16,2-3 9 0,2-3-7 16,1-3 15-16,-2-3 16 0,0-2 16 0,2-6 8 15,2-1 14-15,-3 0 15 0,0-4 4 16,-1-1-1-16,-5-2-17 0,-2-2-14 0,-2 0-19 16,-6-2-14-16,1-5-14 0,-5-4-15 15,-6-6-9-15,2 6-12 0,-1 6-14 16,1 1-63-16,-1 0-2 0,-2 7 0 15,1 0-19-15,-5 4-125 0,3 4-77 16,0 3-76-16,-3 0-88 0,1 3-97 0,1 1-124 0,3 1-208 16,6-2 13-16,3-3 83 15,0 7-542-15,0-7-720 0</inkml:trace>
  <inkml:trace contextRef="#ctx0" brushRef="#br0" timeOffset="884.33">4694 1946 3429 0,'0'0'157'0,"0"0"49"16,1-9 20-16,-1 9 19 0,0 0 11 0,0 0-8 16,0 0-28-16,0-7-33 0,0 7-25 15,0 0-17-15,0 0-10 0,0 0-6 16,0 0-20-16,10 25-12 0,-9-17-4 16,1 2-5-16,0 1-10 0,0-1-8 0,0 1-8 15,-2-3-5-15,2 4-7 0,-2-3-1 16,2-1 1-16,-2-2-7 0,0-6 4 15,1 15 26-15,-1-15 54 0,3 4 40 0,-3-4-7 16,0 0-20-16,0 0-11 0,9-21-15 16,-5 6-15-16,5-3-6 0,0-1-11 0,0 1-2 15,-2 5-11-15,3 3-11 0,-4-2-8 16,1 3-11-16,-1 4-6 0,3 2-1 16,-9 3-24-16,18 0-8 0,-18 0 0 0,21 4 0 15,-10 2 0-15,-2 1 0 0,3-1 0 16,-2 2 0-16,-3-2 0 0,1 1 0 15,0-2 0-15,-3 0 0 0,-5-5 0 16,9 7 0-16,-3-2 0 0,-6-5 0 0,8 4 0 16,-8-4 0-16,0 0 0 0,21-9 0 15,-11 0 0-15,1-6 0 0,6 0 0 16,0-7 0-16,1 4 0 0,-4 5 0 0,-3 1 0 16,-2 3 0-16,-2 1 0 0,2 1 0 15,-4 5 0-15,-5 2 0 0,19 2 0 0,-19-2 0 16,17 13 0-16,-8 1 0 15,2 1 0-15,1 4 0 0,-4-2 0 0,6 11 0 16,-5-6 0-16,-2-2 0 0,2-4 0 16,-2-1 0-16,0 3 0 0,-1-5 0 15,-2-3 0-15,-1 0-56 0,4 0-173 0,-3-3-43 16,-3-5-80-16,3 2-100 0,-4-4-115 16,0 0-162-16,0 0-96 0,25-8 77 0,-18 1-599 15,4-8-803-15</inkml:trace>
  <inkml:trace contextRef="#ctx0" brushRef="#br0" timeOffset="1150.08">5379 1233 3780 0,'-17'-19'27'0,"5"1"74"0,1 5 59 0,4 3 45 0,-1 2 1 0,0 2-25 0,5 0-27 15,3 6-22-15,0 0 21 16,-18 28 40-16,12 14 25 0,-1 19 6 0,3 16-20 15,4 6-11-15,0 23-17 0,4 2-12 16,2 7-24-16,-3 1-10 0,6-4-8 16,-6-7-14-16,3-6-14 0,-2-22-8 0,-3-1-48 15,5-10-76-15,-2-6-41 0,-3-14-85 16,2-5-74-16,-1-10-62 0,-2-8-57 0,2-6-74 16,-2-7-77-16,2-6-80 0,-2-4-87 15,0 0 24-15,0 0-424 0,0-33-546 16</inkml:trace>
  <inkml:trace contextRef="#ctx0" brushRef="#br0" timeOffset="1370.21">5325 2034 2878 0,'-3'-33'26'16,"-1"5"53"-16,0 8 58 0,4 2 45 15,-3 5 36-15,-1 1 10 0,2 0-6 0,2 3-16 16,-2 3-29-16,2 6-18 0,0-11 6 16,0 11 6-16,0 0-15 0,0 0-9 15,0 0-14-15,31 16-15 0,-20-8-14 0,-2 2-8 16,1 2-4-16,0 2-11 15,-5-2-1-15,1 3-10 0,-5-3-12 0,-1 2 1 16,0 2-14-16,-5 0-25 0,-1-2-38 16,-1-1-50-16,1 1-59 0,-6-7-74 0,3 1-77 15,2-6-82-15,7-2-90 0,-16-10-119 16,11-3-119-16,-1-5 70 0,6-7-311 16,6-16-408-16</inkml:trace>
  <inkml:trace contextRef="#ctx0" brushRef="#br0" timeOffset="1567.68">5544 1430 2685 0,'7'-19'134'0,"-2"5"95"0,-3 2 80 0,2 3 64 16,-2 3 36-16,0-1-24 0,-2 7-35 16,0-7-47-16,0 7-26 0,0 0 45 0,-6 24 17 15,-1 5-25-15,-1 13-27 16,0 13-16-16,-1 3-7 0,1 3-22 16,1-2-28-16,2-1-21 0,0-2-16 0,1-1-63 15,4-7-114-15,0-3 0 0,2-1 0 16,-2-3 0-16,2 1 0 0,-2-13 0 0,-4 4-147 15,6-4-279-15,-2-9-152 0,2-3-171 16,-2-3-139-16,0-5 81 0,4-3-756 0,-4-6-1006 16</inkml:trace>
  <inkml:trace contextRef="#ctx0" brushRef="#br0" timeOffset="1916.68">5753 2031 4570 0,'0'0'30'0,"0"0"44"0,0 0 38 15,4-8 34-15,-4 8 17 0,0 0-5 16,0 0-17-16,0 0-9 0,0 0 15 0,11-4 23 16,-11 4 3-16,19-5-11 0,-11 5-26 15,3-3-11-15,3-1-9 0,-1 2-9 0,2-4-16 16,-4-1-8-16,2 0 4 0,1 0-4 16,-5 0-16-16,-1-3-1 0,-2 2-10 15,0 1-8-15,-4 0-4 0,-2 7-18 0,-4-11 1 16,4 11-9-16,-16-2 6 15,16 2-13-15,-38 8-1 0,10 5 0 0,1 1-3 0,2 7-10 16,5 2-1-16,0 3 8 16,1 1-12-16,6 2 6 0,4 0-2 0,2-6 2 15,5 0 4-15,4-6-1 0,3 3 3 16,6-2 3-16,7 4 4 0,4-5-1 16,6-3-4-16,8-6-19 0,-5-6-61 0,11-4-64 15,2-3-92-15,9-9-99 0,1-6-90 16,-2-2-92-16,-7-4-90 0,-3-3-113 0,-4-3-14 15,-2-4-525-15,2-6-715 0</inkml:trace>
  <inkml:trace contextRef="#ctx0" brushRef="#br0" timeOffset="2152.41">6620 1342 3186 0,'-6'-20'-66'0,"1"4"81"0,-4 4 62 16,2 1 75-16,1 2 58 0,-3-1 34 15,4 4 8-15,-2 3-20 0,7 3-11 16,0 0 51-16,-27 22 36 0,11 6 0 0,7 8-29 15,-3 22 26-15,0 3-19 0,7 6-30 16,3 2-20-16,-1 3-22 0,3-4-13 0,0 2-19 16,0-6-19-16,5 1-14 0,0-4-16 15,-5-15-15-15,2-3-43 0,2-4-41 16,-4-8-61-16,2-7-85 0,-2-4-68 0,2-2-51 16,0-5-51-16,-1-1-67 15,-2-3-74-15,1-5-62 0,0-4-57 0,0 0-28 0,0 0-23 16,-12-20-3-16,2 3-646 15,1-2-704-15</inkml:trace>
  <inkml:trace contextRef="#ctx0" brushRef="#br0" timeOffset="2317.82">6419 2109 3122 0,'-18'-20'-130'0,"2"8"67"0,1 4 69 16,1-1 74-16,0 3 73 0,0-2 57 15,3 4 35-15,3-2 13 0,1 1 10 0,7 5-3 16,-14-4-7-16,14 4-10 0,-7-8-34 16,7 8-25-16,0 0-16 0,0 0-13 0,13-10-17 15,4 6-20-15,17-4-59 0,4 1-72 16,5 1-98-16,-2-2-126 0,4-4-125 15,-4 7-148-15,1-1-144 0,-1 0-48 16,-4 3 79-16,-10 3-339 0,-7 0-436 16</inkml:trace>
  <inkml:trace contextRef="#ctx0" brushRef="#br0" timeOffset="2650.33">6812 2023 2777 0,'-6'2'96'15,"6"-2"39"-15,-7 6 58 0,7-6 43 16,0 0 24-16,0 0-1 0,-4 5-17 0,4-5-17 15,0 0 26-15,0 0 19 0,0 0-6 16,19 4-13-16,-19-4-29 0,21 0-17 16,-5 0-23-16,2-2-20 0,2 0-16 0,-4 0-18 15,4-1-7-15,-5-3-9 16,2 0-9-16,-3 1-10 0,-1-4-11 0,-4 3-4 16,-1-3-5-16,-4 1-15 0,-2 2-6 15,-2 6-3-15,-7-12-15 0,-4 11-7 0,-3-1-5 16,-8 5-2-16,-14 4-5 0,0 6 3 15,2 2-11-15,-7 9-5 0,11-5 2 16,1 2 2-16,7-1-8 0,1 3 2 0,12-1 0 16,0-2-2-16,9-4 10 0,2 1 2 15,5-2 1-15,2 1-3 0,6-2-6 0,2-5 8 16,6 0-40-16,1-4-74 0,13-1-77 16,5-6-111-16,1-3-102 0,3-2-132 15,14-2-149-15,-5-4-131 0,8-1 75 16,7 0-557-16,23-5-746 0</inkml:trace>
  <inkml:trace contextRef="#ctx0" brushRef="#br0" timeOffset="3001.06">8253 1976 3400 0,'-16'-6'113'0,"4"2"58"16,0 4 16-16,12 0 33 0,-23 5 55 15,13 0 51-15,-3 4 22 0,0 3-2 0,-1 2-21 16,5 4-19-16,2 1-31 16,0 4-20-16,5 1-20 0,4-1-18 0,3 0-20 15,4 8-19-15,6-4-17 0,3-2-14 16,1-5-13-16,-1-3-14 0,-2-7-10 0,1 1-8 16,-2-5-59-16,4-4-43 0,-2 0 0 15,1-2 0-15,-1-4 0 0,-2 0 0 16,-2-2 0-16,3-4 0 0,-3-5 0 0,-4-3 0 15,1-4 0-15,-6 0 0 0,0-2 0 16,-4-2 0-16,-4 1 0 0,0 1 0 0,-4 3 0 16,2 2 0-16,-5 3 0 15,-1 7-48-15,-1 1-292 0,-2 6-78 0,-2 6-83 16,-4 4-98-16,-4 7-164 0,6 1-76 16,7-5 92-16,3-1-592 0,9 1-794 15</inkml:trace>
  <inkml:trace contextRef="#ctx0" brushRef="#br0" timeOffset="3300.96">8468 2123 3416 0,'11'-2'-62'0,"0"5"68"16,-11-3 75-16,7 11 98 0,-7-3 53 16,0 4 44-16,-2 5 35 0,0 6 23 15,-5 8 11-15,0 6 9 0,-2 2-11 0,4 5-20 16,-3 7-3-16,0 5-1 16,1 3-14-16,1 0-23 0,1-9-28 0,1-5-18 0,-1-5-28 15,1 1-79-15,3-7-129 16,-1-5 0-16,0-7 0 0,0-3 0 0,-2-3 0 15,3-1 0-15,-3-3 0 0,-2-1 0 16,-4 1 0-16,-1-6 0 0,-8 1 0 0,-6-3 0 16,-3-7 0-16,-13-1 0 0,-8-10 0 15,1-5 0-15,-2-4 0 0,5-6 0 16,6 0 0-16,2 4 0 0,6 4 0 0,7 1 0 16,3 6 0-16,5 2 0 0,5 3 0 15,2 3 0-15,0 1 0 0,4-1 0 16,1 3-505-16,4 3-534 0,6-17 93 15,6 8 101-15,15-11-807 0,12-1-1088 0</inkml:trace>
  <inkml:trace contextRef="#ctx0" brushRef="#br0" timeOffset="3717.33">8809 2376 4351 0,'-7'-8'92'0,"1"0"49"16,-4 0 51-16,1-2 97 0,3 2 68 15,-1 3 14-15,3-3-22 0,4 8-37 0,-10-10-34 16,8 4-31-16,2 6-29 0,-3-9-25 16,3 9-22-16,-2-8-16 0,2 8-17 15,3-10-15-15,-3 10-10 0,0-10-12 16,2 3-101-16,-2 7 0 0,-2-17 0 0,2 7 0 16,-5-2 0-16,-1-2 0 0,-1-3 0 15,-5 0 0-15,3 0 0 0,-3 3 0 16,1 4 0-16,-2-2 0 0,-1 3 0 0,1 1 0 15,1 2 0-15,1 2 0 0,3-1 0 16,0 1 0-16,3 0 0 0,-1 0 0 0,6 4 0 16,-5-6 0-16,5 6 0 0,1-8 0 15,-1 8 0-15,22-11 0 0,-4 5 0 0,5 0 0 16,0 0 0-16,0 6 0 0,-4-3 0 16,0 6 0-16,0-3 0 0,-2 6 0 15,1 0 0-15,-2 6 0 0,0 1 0 0,-3 1 0 16,1 3 0-16,-1 0 0 15,-4 2 0-15,5 5 0 0,-1-4 0 0,-4-3 0 16,-1-3 0-16,2 3 0 0,-1-3-456 16,5 1-131-16,-1-7-168 0,-1 1-160 0,3-5 84 15,-4 0-749-15,2-3-1023 0</inkml:trace>
  <inkml:trace contextRef="#ctx0" brushRef="#br0" timeOffset="4468.72">9248 2110 4675 0,'0'0'75'0,"-2"-8"32"0,2 8 38 0,0 0 37 0,0 0 10 0,0 0-11 0,0 0-18 0,0 0-1 15,0 0 2-15,0 0-5 0,0 0-14 16,0 0-10-16,22 14-12 0,-22-14-24 0,7 12-5 16,-2-7-4-16,-5-5-14 0,2 14-8 15,-2-8 1-15,-2 5-5 0,-6-1-4 0,-1 2-2 16,-4 1-8-16,-5 1-16 0,-5 3-25 15,5-5-25-15,2-1-7 0,3-3 6 16,6-2 10-16,-2-6-13 0,9 0-8 0,0 0 9 16,-3-23 5-16,8 9 15 15,6-4-5-15,0 1 17 0,0-1 10 0,4 3 3 16,-4 1-4-16,5 1-8 0,-1 2-1 16,4 3-2-16,-1-2-10 0,2 2-33 0,3 2-48 15,0 1-56-15,2-2-51 0,-2 2-44 16,0-3-31-16,-2 1-25 0,-1-1-6 15,1 2 11-15,-7-4 26 0,1 1 31 0,-4-5 39 16,-1 2 34-16,-2-5 27 0,-5-1 19 16,-1-2 21-16,-2-6 26 0,-3-13 2 0,-1-7 15 15,-2-8 10-15,-4-4 4 0,1-6 11 16,2 3 14-16,-3-2 36 0,0 5 37 16,1 7 34-16,3 10 27 0,1 7 21 15,0 6-1-15,3 10-17 0,1 2-20 16,-3 6-20-16,4 7-4 0,0 3 36 0,0 0 22 15,16 47-13-15,-5 1-9 0,3 12-8 16,-2 7-11-16,1 5-1 0,5 19-10 0,-7-18-10 16,-6-1-10-16,2 5-9 0,-5-5-3 15,-2 0 0-15,-2-7-13 0,0-5 1 16,0-14-9-16,-1-5-4 0,3-4-3 0,-3-11-7 16,3-5 5-16,0-6-9 0,-2-1 4 15,2-3 12-15,-2-3-7 0,2-8-2 16,-2 6-3-16,2-6-6 0,0 0-6 15,0 0 4-15,-11-29 0 0,11 12 37 0,0-9 21 16,6-8 1-16,-1 9 14 0,1 5 16 0,0-1 14 16,-2 5 5-16,0 3-6 15,-1 1-10-15,-1 7-11 0,2-2-63 0,-4 7-39 16,0 0 0-16,0 0 0 0,19 12 0 16,-15 3 0-16,3-1 0 0,-5 3 0 0,2 0 0 15,1 0 0-15,-2 0 0 0,-1 0 0 16,0-5 0-16,0 3 0 0,0-6 0 0,0 0 0 15,-1-1 0-15,-1-3 0 0,0-5-136 16,4 4-315-16,-4-4-62 0,0 0-33 16,7-23-27-16,0 0-11 0,2-12-14 0,8-12-24 15,0-10 5-15,8-4-591 16,9-20-671-16</inkml:trace>
  <inkml:trace contextRef="#ctx0" brushRef="#br0" timeOffset="4765.72">9824 1781 3176 0,'18'-62'-41'0,"-4"19"69"0,-5 11 94 0,-1 8 74 0,-5 7 72 15,1 2 56-15,-1 4 48 16,1 1 15-16,-3 1-7 0,-1 3-17 0,0 6-32 15,0 0 37-15,0 0 43 0,0 0-13 16,-3 32-30-16,1-8-26 0,-1 14-36 0,1 4-214 16,2-2-92-16,2 3 0 0,5 0 0 15,-4-4 0-15,-1 3 0 0,4-7 0 0,-3 5 0 16,-1-11 0-16,0-5 0 16,2-1 0-16,-3-6 0 0,2 1 0 0,-1-7 0 15,0-1 0-15,4-3 0 0,1-7 0 0,-7 0 0 16,30-9 0-16,-10 1 0 0,0-1 0 15,1 1 0-15,-3 0 0 0,-3 1 0 16,-1 3 0-16,-5 0 0 0,-2 3 0 16,1-2 0-16,-8 3 0 0,13 4 0 0,-9 4 0 15,0-3 0-15,1 7 0 0,-3-2 0 16,0 1 0-16,1 7 0 0,2-1 0 0,-1 3 0 16,3 1-563-16,-1-2-147 0,8 6-185 15,-3-6 18-15,-5-1 91 0,-5-5-697 0,-1 1-930 16</inkml:trace>
  <inkml:trace contextRef="#ctx0" brushRef="#br0" timeOffset="5086.33">10168 2520 4207 0,'-13'2'126'15,"1"2"42"-15,-4 0 47 0,-19 4 88 0,-9 1 50 16,-15 3 30-16,-11 2 5 0,-34 3-14 15,-14-2-29-15,-15 3-33 0,-16 1-33 0,-70 5-33 16,-23-1-16-16,-27-6-28 0,-26 1-142 16,-16-1-60-16,-17 4 0 0,-5 3 0 15,-4 7 0-15,-4 1 0 0,4 4 0 0,9 4 0 16,12 1 0-16,18 5 0 0,26-6 0 16,24 1 0-16,31 2 0 0,66-14 0 15,16-2 0-15,15-2 0 0,19-5 0 16,34-5 0-16,8-3 0 0,17-3 0 0,9 0 0 15,7-3 0-15,7 0 0 0,2-3 0 16,5 1 0-16,0 1 0 0,5-2-339 0,0 1-283 16,3-1-151-16,0 2-133 0,4-5 96 15,0 0-802-15,0 0-1053 0</inkml:trace>
  <inkml:trace contextRef="#ctx0" brushRef="#br0" timeOffset="5602.32">11026 2479 7596 0,'-31'-13'266'0,"4"-1"23"0,9 3-249 0,2 5-40 0,3-1 0 0,3 0 0 15,4 2 0-15,-1-2 0 0,7 7 0 0,2-10 0 16,12 0 0-16,24-2 0 0,17-1 0 16,14 1 0-16,4 0 0 0,4-1-906 0,-3-3-98 15,-8 1 103-15,-2 1-929 0,-15 0-1256 16</inkml:trace>
  <inkml:trace contextRef="#ctx0" brushRef="#br0" timeOffset="7515.88">12714 3860 1537 0,'-13'-2'163'0,"-2"-3"-49"0,1 1-13 0,-1 1-15 0,2 0 8 0,-4 1 8 0,-3-2 4 16,2 2-5-16,-2 1 3 0,-3 1-2 15,3 0 4-15,-7 5 6 0,-12 4 7 0,-6 7 7 16,-1 11-13-16,2 2 29 15,-4 10 25-15,7 9 2 0,-11 19 3 0,9 2-4 16,1 6-8-16,17-15-4 0,4 1 1 16,12 0-14-16,3-3-9 0,12-4-12 0,10-1-3 15,17-9 0-15,7-8-1 0,13-7-14 16,14-7-8-16,7-10-8 0,9-7-9 0,1-8-9 16,20-12-7-16,-3-9-8 0,-3-7-3 15,-7-4-8-15,-6-3-3 0,-8-5 0 16,-13-3-7-16,-15 7-1 0,-12 0 14 0,-4-6 34 15,-10-5 22-15,-12 0-2 0,-11 1 6 16,-9-9-4-16,-16-1-6 0,-22-14-15 0,-7 0-13 16,-12 5-7-16,-2 5-10 15,-4 10-13-15,-7 11-7 0,13 18-12 0,-4 9-41 16,-1 11-29-16,-1 11-45 0,-1 12-59 0,-7 11-71 16,6 11-94-16,7 5-127 0,20-5-178 15,2 1-146-15,9 0 80 0,15-4-546 16,14-9-697-16</inkml:trace>
  <inkml:trace contextRef="#ctx0" brushRef="#br0" timeOffset="8201.2">12372 4930 3478 0,'3'-14'-13'0,"-3"5"27"0,0 1 13 0,-6 3 10 0,6 5 39 0,-20 2 41 0,-15 8 44 0,-15 9 27 15,-30 16 15-15,-11 12 6 0,-17 7-3 16,-50 28-2-16,-7 3-15 0,-2 5-1 0,-5 1 14 16,10-4 24-16,2-2-1 0,-2-6-11 15,11-1-15-15,33-20-9 0,5 0 8 0,9-5-10 16,13-5-10-16,7-8-17 16,24-11-15-16,13-3-16 0,11-9-14 0,8-2-10 0,5-5-13 15,3-2-17-15,7-2-35 0,1-1-50 16,3 0-60-16,2 0-59 0,-1-1-70 0,2 0-77 15,2 2-79-15,4-6-70 16,-4 8-58-16,4-8-89 0,2 9-134 0,-2-9-24 16,6 8 85-16,-5-4-507 0,-1-4-619 15</inkml:trace>
  <inkml:trace contextRef="#ctx0" brushRef="#br0" timeOffset="8615.77">10279 6030 3463 0,'-6'-11'76'0,"-9"3"4"0,-3 8 0 16,-4 4 22-16,-17 9 27 0,-10 9 25 0,-6 7 32 16,-12 17 18-16,19-5 3 0,-16 17 1 15,6 6-13-15,3 6 2 0,2 0 7 0,4-3 0 16,12-16-5-16,5-1-15 0,9-6-22 15,9-7-19-15,10-3-3 0,4-7-11 16,11 2-15-16,5-5-14 0,13-5-1 0,7-5-20 16,19-2 0-16,10-11-11 0,12-6-9 15,25-10-8-15,7-9-19 0,3-8-29 16,-3-6-29-16,-5-3-17 0,-7-3 0 0,-20 2 4 16,-23 7 9-16,-15 2 3 0,-10-5 1 15,-17 2-2-15,-10-2 8 0,-16-11-1 16,-11-1 3-16,-11-4 0 0,-17-9 4 0,-8 3-4 15,0 7-1-15,13 16 4 0,0 2-1 16,3 6 2-16,3 6-3 0,7 9-25 0,7 10-33 16,4 2-50-16,1 5-63 0,1 7-93 15,8 2-102-15,0 2-116 0,8-1-216 0,8-1 12 16,7-4 72-16,14-2-470 0,17-10-570 16</inkml:trace>
  <inkml:trace contextRef="#ctx0" brushRef="#br0" timeOffset="8998.35">12768 5070 3361 0,'-27'-22'127'16,"2"1"19"-16,2 2 23 0,7 7 26 0,4 2 18 0,2 1 3 0,1 1-16 0,4 5-23 0,4-1-16 0,1 4-8 15,23 9 16-15,19 18 17 0,28 19-13 16,13 13 12-16,21 13-13 0,47 27-11 16,1 5-15-16,10 8-20 0,-2 1-10 0,8 1 18 15,-2-3 5-15,-1-2-21 0,2-8-11 16,-9-8-10-16,-47-24-6 0,-2-8-15 15,-19-5-6-15,-11-12-9 0,-31-13-9 0,-5-3-5 16,-12-8-2-16,-8-3 0 0,-7-3-7 16,-5-6-7-16,-3-2-29 0,-6-5-30 0,-2-1-41 15,0 0-51-15,0 0-72 0,0 0-93 16,-19-22-117-16,10 8-115 0,-3 1-133 0,-5-1-138 16,-8-7 87-16,2 4-644 15,-6-1-799-15</inkml:trace>
  <inkml:trace contextRef="#ctx0" brushRef="#br0" timeOffset="9333.32">14742 6290 3626 0,'-23'17'100'0,"-7"14"46"16,-6 8 38-16,-3 5 41 0,-1 6 42 15,2-1 30-15,4 1 28 0,5 1 4 16,8-1-4-16,8-1-20 0,10-10-39 15,6 2-19-15,12 4-25 0,15-2-22 0,8-10-16 16,12-6-20-16,9-7-18 0,4-6-13 16,4-5-16-16,-14-9-16 0,10-6-23 0,0-4-17 15,-6-2-16-15,2-5-1 0,-7-4-4 16,-5 0-26-16,-8-5-14 0,-11 5 0 16,-7-4 0-16,-9-5 0 0,-6-3 0 0,-10-3 0 15,-14-10 0-15,-9 1 0 0,-9-5 0 16,-15-10 0-16,-8 6 0 0,-8 4 0 0,2 4 0 15,8 14 0-15,-2 6 0 16,2 3 0-16,-2 8-270 0,-1 3-185 0,13 6-154 16,-1 4-232-16,1 2-3 0,3 0 91 15,0-3-750-15,4 6-949 0</inkml:trace>
  <inkml:trace contextRef="#ctx0" brushRef="#br0" timeOffset="10231.02">10294 7002 3771 0,'-13'-13'-153'0,"5"2"44"0,-3 1 33 0,1-2 34 16,2 2 37-16,2-2 39 0,1-1 45 15,-1 1 27-15,-1 3 33 0,3-1 22 16,0-2 19-16,-2 4 5 0,4 1-7 0,-1 1-13 15,1 1-21-15,2 5-16 0,-6-9-17 16,6 9 5-16,0 0 53 0,0 0 25 0,0 45 19 16,8 9 9-16,3 10 10 15,4 25 20-15,9 6 6 0,-1 9-2 0,8-1-4 0,2 4-9 16,3 0-11-16,2 2-18 16,-2-4-31-16,2-5-24 0,-1-5-159 0,-1-5 0 0,-4-6 0 15,-1-8 0-15,-8-18 0 16,-6-5 0-16,-2-5 0 0,-2-12 0 0,-4-4 0 15,0-7 0-15,-4-7 0 0,-1-1 0 16,2-6 0-16,-5-1 0 0,3 1 0 0,1-6 0 16,-3-2 0-16,-2-3-35 0,0 0-512 15,0 0-125-15,0 0-169 0,0 0-3 0,0 0 90 16,-7-21-776-16,7 21-974 0</inkml:trace>
  <inkml:trace contextRef="#ctx0" brushRef="#br0" timeOffset="10631.34">10540 8665 4554 0,'-21'20'77'0,"-4"3"14"0,-12 17 25 0,3 6 43 0,0 0 41 0,0 4 34 0,3 2 12 16,6 3 5-16,7-2-13 0,8-4-18 0,12-8-13 16,6-1-12-16,16 1-13 0,13-1-13 15,8-4-19-15,11-9-13 0,5-7-13 16,1-8-15-16,9-4-11 0,2-12-9 16,-3-3-10-16,0-7-10 0,-2-8-11 0,-6-3-6 15,-4-6-5-15,-8-3-7 0,-2-3-40 16,-8-2 0-16,-6-6 0 0,-11 3 0 0,-7-7 0 15,-12 8 0-15,-6-3 0 0,-14-12 0 16,-7-2 0-16,-7 2 0 0,-17-11 0 0,4 19 0 16,-2 6 0-16,-1 7 0 15,0 12 0-15,-4 4 0 0,9 11-4 0,-2 10-229 16,2 9-89-16,-6 5-119 0,1 9-135 0,4 0-219 16,3 3-22-16,9 3 87 0,9-9-723 15,6-4-903-15</inkml:trace>
  <inkml:trace contextRef="#ctx0" brushRef="#br0" timeOffset="11314.71">14542 7599 3973 0,'7'-22'-59'0,"-1"3"25"0,-2 2 30 0,-2 3 41 0,0 2 38 0,2-1 34 0,-4 3 36 16,2 2 13-16,-2-1-6 0,-2 3-15 15,2 6-17-15,0 0-1 0,-36 27 34 0,-5 16 31 16,-20 24 15-16,-7 10 12 15,-10 11 7-15,-4 9 17 0,-25 26 6 0,24-28 13 16,2-2-1-16,4-4 4 0,9-3-7 16,9-9-4-16,12-6-17 0,12-18-15 0,9-5-95 15,5-7-119-15,5-7 0 0,9-5 0 16,-1-7 0-16,6-5 0 0,-1-1 0 0,1-5 0 16,0 1 0-16,0-4 0 0,2-2 0 15,0-6 0-15,0 0 0 0,0 0 0 0,0 0 0 16,0 0-124-16,0 0-312 0,0 0-88 15,0 0-94-15,-5-22-140 0,4 17-48 16,1 5 82-16,-10-7-705 0,10 7-879 0</inkml:trace>
  <inkml:trace contextRef="#ctx0" brushRef="#br0" timeOffset="11683.67">13446 8734 4265 0,'-19'2'97'0,"-3"5"10"0,-9 6 24 0,1 3 44 15,-7 11 30-15,-1 2 26 0,0 8 19 16,6 1 3-16,1 6-3 0,6 1-16 0,4-3-9 16,12-6-11-16,3 2-14 0,6-6-20 15,7 2-12-15,11-1-14 0,11 2-15 16,7-4-15-16,3-6-7 0,11-8-16 0,9-3-12 15,4-7-9-15,6-8-6 0,-1-8-11 16,5-7-7-16,-5-2-47 0,-5-5-9 0,-6-4 0 16,-10-2 0-16,-8 0 0 0,-12 2 0 15,-8-2 0-15,-10-2 0 0,-6 2 0 0,-12-6 0 16,-9-6 0-16,-13-4 0 16,-8 1 0-16,-6 1 0 0,-14-9 0 0,9 12 0 0,-5 6 0 15,4 3 0-15,-1 9 0 16,2 2 0-16,7 13-159 0,1 3-149 0,-2 4-114 15,1 7-122-15,0 1-157 0,-8 6-135 16,12-3 82-16,0 2-765 0,3 1-965 0</inkml:trace>
  <inkml:trace contextRef="#ctx0" brushRef="#br0" timeOffset="12248.02">11816 8857 3841 0,'-11'3'-104'0,"-3"-2"60"0,0 1 41 0,-6 1 47 0,0-1 52 0,-5-1 43 0,0 4 37 15,-2-5 32-15,2 4 18 0,5-2 13 16,2 0 0-16,1-2 2 0,2 2-7 0,2 0-10 15,1-2-14-15,12 0-18 0,-15 0-11 16,15 0-21-16,-12 3-21 0,12-3-7 0,0 0-16 16,0 0-3-16,63 5-10 0,-9-3-13 15,26-4-24-15,30-3-12 0,10-2-12 16,9-1-41-16,-4-1-41 0,6 4-41 0,-1 0 4 16,-12 1 7-16,-28 2 9 0,-10 0 3 15,-8 0 8-15,-22 2 8 0,-7 0 3 0,-14-1 7 16,-4 1 12-16,-6 0 18 15,-6 0 21-15,-2-1 7 0,-11 1-1 0,16 0 8 16,-16 0 5-16,7-3-7 0,-7 3-2 16,0 0-6-16,0 0-4 0,0 0-40 0,0 0-59 15,0 0-92-15,0 0-146 0,0 0-154 16,0 0-214-16,0 0-81 0,0 0 83 0,0 0-617 16,-34-7-760-16</inkml:trace>
  <inkml:trace contextRef="#ctx0" brushRef="#br0" timeOffset="21730.05">12587 4946 851 0,'4'-6'224'0,"-4"6"-45"0,1-7-16 16,-1 7-9-16,4-8-17 0,-4 8-9 0,6-8-7 16,-4 4 4-16,-2 4 0 0,3-7 7 0,-3 7 5 15,2-7 2-15,-2 7-13 0,0 0-12 16,5-7-14-16,-5 7-11 0,0 0-13 0,0 0-4 15,0 0-6-15,0 0-6 0,0 0-4 16,-29 33-3-16,10-6 0 0,-8 10-4 16,-2 3 4-16,-1 8-9 0,-3-1-4 15,-1 2 0-15,0 3 1 0,0-1-7 0,3 0 1 16,-1 0 18-16,3-5 1 0,-1 5-1 16,1-5-3-16,1-3-3 0,-1 0-4 15,2-1-7-15,2 0 1 0,0-3-3 0,3 1-8 16,-1-1 3-16,0-1 0 0,4-7-7 15,-4 7-2-15,0-1 3 0,0 1-5 0,7-5 2 16,-2-1 0-16,0 1 0 0,4-1-5 16,-4 3 1-16,5-3-4 0,-3 0 1 0,5-1-4 15,-2 2 8-15,0-2-5 0,2 0 3 16,-2 0-6-16,1-2-2 0,-1 2 9 16,-1-1 13-16,1 1 4 0,-3-1-1 0,3-1 5 15,-1 2-5-15,1-4-7 16,-2 2 1-16,0 0-5 0,1 0 0 0,1-1-3 15,0 1-7-15,-1 0 6 0,3 3-1 16,-1-3-3-16,-1 0 1 0,2 4-2 0,-1 0 0 16,3-2-2-16,-3 0 4 0,1 0-4 15,2-2 1-15,-2 0-1 0,2-4 2 0,0-6-4 16,2 3-4-16,-5 5 2 0,1-5 2 16,-2 4-2-16,1 0 3 0,-1-1-2 15,-3 2-4-15,3 2 4 0,-3-1 0 0,3 1 2 16,-4 0-3-16,2 3 1 0,-1-3-2 15,3 1 3-15,0-2 0 0,1 1-1 0,0-7-4 16,5-1-1-16,0-1 3 16,-1 0-3-16,3-2 4 0,-2-1-1 0,2-3 0 15,-1 1-1-15,2-1 0 0,-1 0-3 16,-2-1 1-16,4 1-7 0,-3-3 7 0,3 3-1 16,-3 1 4-16,0-1-5 0,0 1 5 15,0 0-2-15,-1-1-1 0,3-1 11 0,-3 1-1 16,0 0-1-16,4 0-1 0,-3-1-3 15,1-2-1-15,-1 1-1 0,2-2 0 0,3 2 0 16,-6-2 1-16,3 1-1 0,3 0-4 16,-5-1 4-16,2 3-1 0,3-1-1 15,-3-2-2-15,-5 6 1 0,8-3 0 16,-7 5 1-16,5-3 1 0,-5 4 1 16,-2 0-2-16,4-1 1 0,3-4 1 0,-3 2-1 0,3-3 1 15,-1-2-1-15,0-1 3 16,2-2 8-16,-2 1 5 0,0-1 4 0,4-8-1 15,-4 12 1-15,2-9-1 0,2-3-6 16,-1 10 2-16,1-10-2 0,-6 10 1 0,4-4 0 16,0 2-7-16,2-8 3 0,-5 13-2 15,0-4 1-15,3-2-3 0,0-1 1 0,1 1 1 16,-3-1 1-16,4-6 10 0,-4 10 9 16,2-6 2-16,2-4-1 0,0 0 1 0,-1 8-4 15,1-8-2-15,0 0-9 16,0 0 4-16,0 0-4 0,-2 9-3 0,2-9-1 15,0 0-10-15,-2 3-15 0,2-3-23 16,0 0-34-16,0 0-47 0,0 0-80 0,0 0-78 16,0 9-88-16,0-9-111 0,0 0-210 15,0 0 66-15,11-16 55 0,-4 3-321 16,7-15-363-16</inkml:trace>
  <inkml:trace contextRef="#ctx0" brushRef="#br0" timeOffset="22929.58">12686 5184 2375 0,'-2'-9'-30'0,"0"-1"23"0,-2 2 26 0,4 1 30 0,0 0 27 0,0 7 25 0,-6-11 23 15,4 4 13-15,2 7 16 0,-4-9 6 0,4 9 6 16,-5-7-11-16,5 7 1 0,-4-10-1 16,4 10-1-16,-4-7-9 0,4 7-2 15,0 0-15-15,-5-7-11 0,5 7-16 16,0 0-11-16,0 0-11 0,-7-8-9 16,7 8-10-16,0 0-5 0,0 0-17 0,0 0 13 15,-3 30-9-15,-1-12 11 0,4 7 7 16,-2 11 5-16,2 6 4 0,0 1-2 0,2 4 1 15,2 13 6-15,2 0 4 0,-2 1-4 16,3-1-11-16,4-1 2 0,0 1-9 0,0-2-9 16,-4-2-2-16,5 1 1 0,-1-3-3 15,0-1-1-15,-1 4 30 0,1-3 10 0,-5-3 7 16,1 2 8-16,2 0 3 0,-4-2-14 16,-1-7-11-16,1 8-3 0,-1-7 0 15,-2-2-3-15,5 0-3 0,-6-2 0 16,3-6-11-16,2 6-1 0,-5-7-6 15,5 0 15-15,-1 2-1 0,0-3-6 0,1-8 12 16,-3-1 0-16,1 8-9 0,2-4 4 16,-5-3 3-16,7 10-8 0,-4-7-3 0,-4-3-8 15,2 1-3-15,0 10-1 16,4-4-6-16,-6-1 0 0,2-8-5 0,-2 3-4 0,0 0-1 16,0-1-3-16,1 1-2 15,1-2-5-15,-2 2 2 0,2 1-3 0,2-1 1 0,-1-2-3 16,-1 1 0-16,1 1-4 15,1 11-1-15,-1-3 3 0,3 1-7 0,0 0-4 0,-3-1 0 16,6 0 0-16,-4-1 0 16,3-2 0-16,-1 2 0 0,0-1 0 0,2 1 0 15,0-1 0-15,-2 2 0 0,5-1 0 16,-3 1 0-16,3 0 0 0,-4 1 0 0,-3 0 0 16,5 0 0-16,-7 1 0 0,8 0 0 15,-8-2 0-15,1 2 0 0,0 0 0 0,-3-8 0 16,1-2 0-16,0-1 0 0,0 0 0 15,2-1 0-15,-2-1 0 0,-2-4 0 16,1-2 0-16,2 0 0 0,-1-5 0 16,2 1 0-16,-2 0 0 0,-1-2 0 0,-1 1 0 15,2-4 0-15,2 2 0 0,0-1 0 16,-3 2 0-16,1-3 0 0,0-2 0 0,2 4 0 16,-1-3 0-16,-1 1-11 0,-1-2-58 15,-1 4-50-15,0-4-66 0,0 3-100 0,-3-3-139 16,-6 2-170-16,0-3-227 0,-4-2 18 15,-3-5 92-15,-7-4-707 0,-5-14-869 16</inkml:trace>
  <inkml:trace contextRef="#ctx0" brushRef="#br0" timeOffset="26612.76">10936 6402 3598 0,'0'0'-178'0,"-15"-2"39"0,15 2 47 0,0 0 29 0,0 0 26 0,-14-1 24 0,14 1 21 16,0 0 21-16,0 0 15 0,-9-3 6 0,9 3 1 15,0 0-1-15,0 0 3 16,-7-2 6-16,7 2 1 0,0 0 3 0,0 0-7 0,0 0 10 15,0 0 18-15,0 0 22 0,0 0 8 16,0 0 11-16,20-7 2 0,-6 4-9 16,5-2-8-16,3 1-9 0,2-1-8 15,12 0-9-15,-8 0-8 0,10-1-9 0,1 5-8 16,-7-2-4-16,1 3-6 0,6 3-8 16,1-2-2-16,1 1-6 0,-2 2-1 15,3-1-4-15,-1 0-4 0,0-2 3 0,4 3-7 16,0-2 3-16,1 0-5 0,3-2 0 15,5 0-3-15,8-2 2 0,5-1 2 0,-1 0 1 16,0 1 3-16,-1 0-2 16,-2 0-5-16,-15 4-2 0,2-2-1 0,-2 2-1 0,-2 0 0 15,-2 2-3-15,-1 0 3 0,-5 0-4 16,3-1 1-16,-1 2-3 0,-1-1 1 0,-1 0-2 16,5 0 0-16,-2-3 4 15,4 1-2-15,0-2-3 0,7 0 2 0,-2 0 2 16,0 0-1-16,2 0-2 0,-2 0-1 15,-1-2 0-15,-3 4-1 0,-2 0 1 0,-12-2-5 16,-3 2 3-16,-6-2 0 0,-4 2 0 16,1-1-2-16,-4-1 4 0,-3 2-4 0,3-2 2 15,-3 2 2-15,1-2-3 16,0 1 2-16,2-1 7 0,4 0 22 0,2 0 1 16,4-1-3-16,5 1-2 0,-2-2-3 0,-1 0-6 15,3 2 2-15,-6-1-5 16,-3 1 1-16,-3 0-1 0,1 0-4 0,-6 0 0 15,2 0-1-15,-3 0-2 0,0 0 0 16,-3 0-1-16,-10 0-2 0,22 0-2 0,-12 1 1 16,3-1 3-16,3 0-1 0,1 0 1 15,0 0-1-15,6 2-1 0,-2-2 0 0,-2 0 0 16,2 0-3-16,-2 0 2 0,-2 2-4 16,0-2 5-16,-1 0-2 0,-3 1 0 0,0-1-4 15,-13 0 4-15,21 0-2 0,-11 2 0 16,-10-2 1-16,20 0 1 0,-8 2-3 0,-12-2 4 15,23 0-2-15,-8 0 2 16,6 0-3-16,-2 0-2 0,2 0 4 0,2 2-3 16,0-2-3-16,-2 1 3 0,-2-1-3 15,-4 2 0-15,1-2 1 0,-4 0 1 0,-12 0-1 16,22 2-1-16,-15-2 2 0,-7 0 1 16,20 2-1-16,-20-2 5 0,11 0-3 15,-11 0-2-15,0 0 4 0,19 1-1 0,-19-1-2 16,19 0 1-16,-9 0 1 0,-10 0 6 15,16 1 8-15,-16-1 9 0,18 2 4 0,-18-2-4 16,17 2 0-16,-17-2 0 16,13 2-5-16,-13-2 0 0,13 2-2 0,-13-2 4 0,0 0 6 15,16 1 15-15,-16-1 7 16,0 0 9-16,13 0 2 0,-13 0-1 0,0 0 3 16,0 0 13-16,0 0 2 0,16 0 4 15,-16 0 4-15,0 0 1 0,0 0-6 0,0 0-5 16,0 0-1-16,0 0-6 0,0 0-13 15,0 0-4-15,0 0-9 0,13-1 0 0,-13 1-9 16,0 0-21-16,0 0-36 0,0 0-58 16,0 0-98-16,0 0-120 0,0 0-156 0,0 0-164 15,-49-12-212-15,10 5 60 16,-7 0 83-16,-13 0-587 0,-11-2-733 0</inkml:trace>
  <inkml:trace contextRef="#ctx0" brushRef="#br0" timeOffset="28245.6">10858 6491 3068 0,'-3'-5'-268'0,"3"5"33"0,-9-5 26 0,9 5 23 0,-7-3 32 0,7 3 26 0,-4-4 36 16,4 4 25-16,0 0 24 0,-7-5 19 15,7 5 22-15,0 0 18 0,-4-3 28 0,4 3 11 16,0 0 16-16,0 0 20 0,0 0 12 16,0 0 13-16,0 0 18 0,0 0 18 15,-6-9 4-15,6 9 10 0,0 0 11 0,0 0 6 16,0 0 3-16,0 0 3 0,0 0 0 15,-6-7-1-15,6 7-3 0,0 0-6 16,0 0-11-16,0 0-5 0,0 0-9 0,0 0-7 16,0 0-9-16,0 0-9 0,0 0-2 15,0 0 5-15,0 0-4 0,0 0-3 16,0 0 8-16,0 0-27 0,0 0 6 0,36 14 10 16,-22-9 5-16,5 4-2 0,7 4-1 15,3 3-4-15,5-1-1 0,1 0-11 0,11 7 0 16,2-3-13-16,-1 2-8 0,3 0-6 15,0-1-3-15,2 2-15 0,-2-2-3 16,-3 0-5-16,-2 1-6 0,-6-1 3 0,4 3 4 16,-11-4-11-16,0-1 5 0,-1 1-1 15,-1 2-6-15,-1-1 4 0,3-1-3 16,-5 2-4-16,4 0-2 0,-3-1-2 16,3-1-3-16,-1 2-5 0,4-2-17 0,-3-1 0 15,10 6 4-15,-10-7 3 0,-1 2-8 16,-1-1-5-16,0-2 5 0,-1 3-3 0,-3-1 1 15,-1-1 0-15,-2-5-4 0,-7 2-4 16,2-2 0-16,0 1 0 0,-2 1 0 0,1 0 0 16,-1 0 0-16,0-1 0 0,-2-1 0 15,3 3 0-15,-3-3 0 0,1 5 0 16,1-5 0-16,0 2 0 0,0 0 0 0,1 1 0 16,2 5 0-16,0-6 0 0,-3 2 0 15,2 5 0-15,1-4 0 0,-5-1 0 16,6 5 0-16,-4-3 0 0,4 2 0 0,0 1 0 15,-2-1 0-15,-2-2 0 0,1-3 0 16,3 7 0-16,-4-6 0 0,-4-3 0 0,3 2 0 16,-1-1 0-16,-1 1 0 0,-1-1 0 15,-2-2 0-15,1-1 0 0,0 1 0 0,-1-1 0 16,-1 1 0-16,1 0 0 0,1 0 0 16,-3-2 0-16,1 2 0 0,2 0 0 0,-3 0 0 15,3 2 0-15,-1-1 0 0,2 2 0 16,1-3 0-16,1 2 0 0,-3-2 0 0,0 0 0 15,3 4 0-15,-4-4 0 16,3 3 0-16,-3-3 0 0,2 3 0 0,-1-1 0 0,2 2 0 16,-2-4 0-16,-3-1 0 15,0 2 0-15,3-3 0 0,-4 0 0 0,3 1 0 16,-1 1 0-16,-1-2 0 0,0 0 0 16,0 0 0-16,0-1 0 0,-1 2 0 0,1-2 0 15,4 2 0-15,-4-1 0 0,0 2 0 16,4-2 0-16,-4 2 0 0,0-3 0 15,-1 1 0-15,-1 0 0 0,4-2 0 0,-6 1 0 16,5 1 0-16,-5-2 0 0,3 3 0 16,1-3 0-16,-2 2 0 0,2 2 0 15,-1-1 0-15,1 2 0 0,2 1 0 0,-2 0 0 16,2 1 0-16,1 0 0 0,2 1 0 16,-3-1 0-16,-4-1 0 0,5 0 0 15,-4-1 0-15,1 1 0 0,4-1 0 0,-6-1 0 16,3-2 0-16,-5-1 0 0,3 1 0 15,-1-2 0-15,2 1 0 0,-4 1 0 0,1-2 0 16,4 0 0-16,-7 0 0 0,5 1 0 16,0-1 0-16,-2 2 0 0,2-1 0 0,-3 1 0 15,1 0 0-15,0-1 0 0,-1-1 0 16,2 1 0-16,-1-2 0 0,-1 0 0 0,-1 0 0 16,0-1 0-16,-2-6 0 15,6 7 0-15,-6-7 0 0,1 7 0 0,-1-7 0 0,2 7 0 16,-2-7 0-16,2 5 0 15,-2-5 0-15,0 0 0 0,4 5 0 0,-4-5 0 0,0 0 0 16,0 0 0-16,0 0 0 16,3 9 0-16,-3-9 0 0,0 0 0 0,0 0 0 15,-7 7 0-15,7-7 0 0,0 0-72 16,-11 2-954-16,11-2 82 0,0 0 109 0,-16-14-972 16,7 5-1236-16</inkml:trace>
  <inkml:trace contextRef="#ctx0" brushRef="#br0" timeOffset="33644.4">11210 8667 4380 0,'-7'6'-367'0,"7"-6"59"0,0 0 35 0,0 0 41 0,-7 3 41 0,7-3 45 16,0 0 33-16,0 0 29 0,-8 3 22 0,8-3 23 15,0 0 18-15,0 0 10 0,0 0 13 16,0 0 12-16,0 0 4 0,0 0 7 0,0 0 4 15,0 0 6-15,0 0 5 16,0 0 11-16,0 0 8 0,0 0 8 0,0 0 0 16,22-14-3-16,-10 10-4 0,1-5-6 15,7-1-5-15,7-5-3 0,1-3-4 0,12-5 1 16,1 1-1-16,6-2-6 0,-4 2 1 16,5-2-10-16,-3 0 0 0,-2 4-2 0,-2-1-2 15,1 0-3-15,-7 3-3 0,-3 2 1 16,-1 0-4-16,1 2-1 0,1-2 2 0,-3-1 7 15,1 1-13-15,1-1 3 0,-2 0-1 16,1 1 10-16,-1-4 12 0,-3 5 4 16,2-5-2-16,-1 3 3 0,1-2 6 15,0 3 13-15,1-5-1 0,3 2-10 0,-1 0 2 16,0 1 4-16,2 1-19 0,-3-1 0 16,1 3-4-16,1 1-6 0,-3-1 1 15,1 1-1-15,-1 2-4 0,2-1 1 0,-3-2-3 16,3 2-9-16,1 0 7 0,-1-2-1 15,0 2-2-15,2-1-5 0,-1-2 1 0,2 1-5 16,-1 1 4-16,0-1-4 0,2-3 3 16,0 5-6-16,0-1-1 0,1-1 2 0,-4-1 2 15,-3 3 5-15,1-3-6 0,-4 2 1 16,-7 3 5-16,-1-2 2 0,1 1-6 16,-6 0-4-16,2 2 6 0,-1-2 0 15,1 0-3-15,-2-2-2 0,-1 3 3 0,3-3-3 16,2 0-5-16,0-3 5 0,1 1 0 15,6-1-6-15,-1-1 5 0,1 1-2 0,2 1-1 16,2 0-1-16,-2-1 9 0,-1 0-3 16,1 0-3-16,2 0-3 0,-2 1-1 0,-3 2 5 15,-1-3-2-15,-2 6 3 0,-4-1-4 16,-2 0-1-16,0 3 4 0,3-1 0 16,-4-1-1-16,2 0 1 0,2 0 1 0,-4 1-4 15,6-3-2-15,-2 1 7 0,7-5-6 16,0 3 2-16,0-2-2 0,-5 3 3 0,-2 1-5 15,1 0 12-15,4-5-5 0,-6 5 0 16,0 3 0-16,-2-4 1 0,0 1-6 16,-3 2 4-16,3-2 3 0,1 0-4 15,-1 0-5-15,0 0 2 0,5-2-4 0,5-1 5 16,0-1 2-16,0-1-1 0,8 1-2 16,-5 2 6-16,3-3-5 0,-3 2-5 0,1 1 4 15,-2-1 4-15,-4 3-2 0,-6 4 2 16,0-3 9-16,-2 5-5 0,-1-3 3 0,-1 0-6 15,0 1-6-15,-3-1 3 0,-1 3 1 16,0-1 6-16,2 1-5 0,-2 0-3 16,-2-1 2-16,3 0 0 0,1 2-2 15,0-4-1-15,2 2 0 0,-2 2-3 0,1-1 5 16,-1 0-1-16,-2 0 3 0,1 2 0 16,-1-1 3-16,1 0-3 0,-5 3 0 0,3-1-3 15,-2-1 8-15,-6 4 5 0,11-6 1 16,-5 4 10-16,-6 2 4 0,10-6 1 15,-7 2-1-15,-3 4 2 0,12-4 9 0,-9 1-4 16,3-1 1-16,-6 4 1 0,8-6 8 16,-8 6-3-16,7-4-4 0,-7 4-2 0,0 0-3 15,6-4-6-15,-6 4-5 0,0 0-10 16,0 0-24-16,0 0-43 0,0 0-72 0,0 0-75 16,0 0-89-16,0 0-117 15,-45 16-206-15,14-5 50 0,-1 3 63 0,-12 3-216 16,-4 4-213-16</inkml:trace>
  <inkml:trace contextRef="#ctx0" brushRef="#br0" timeOffset="37927.44">13186 8407 1769 0,'0'0'-115'0,"0"0"24"0,0 0 22 0,-5-4 13 0,5 4 19 15,0 0 12-15,0 0 20 0,-4-5 13 16,4 5 11-16,0 0 14 0,0 0 9 15,0 0 13-15,-2-8 13 0,2 8 10 0,0 0 6 16,0 0 7-16,0 0 3 0,0 0 1 16,0 0 7-16,0 0-3 0,0 0-1 0,0 0 2 15,0 0 0-15,0 0-1 0,0 0-4 16,0 0-16-16,0-5-1 0,0 5-13 16,0 0-5-16,0 0-5 0,0 0-5 0,0 0-8 15,0 0-3-15,0 0-8 0,0 0-7 16,0 0-2-16,0 0-9 0,0 0 3 0,0 0-2 15,0 0 0-15,0 0-2 16,0 0-4-16,2 20 0 0,0-11-3 0,0-2 0 0,0 1 0 16,0-1 3-16,-1 1 0 15,1 1-4-15,3-2 0 0,-1 0-1 0,-2-2 2 16,-1 0-1-16,-1-5 3 0,2 10 1 16,-2-10-3-16,0 7 0 0,0-7 3 0,2 7-9 15,-2-7-21-15,0 0-26 0,0 0-33 16,0 0-33-16,-9 3-37 0,9-3-39 0,0 0-40 15,0 0-62-15,-21-10-67 0,15 7-307 16,6 3-161-16</inkml:trace>
  <inkml:trace contextRef="#ctx0" brushRef="#br0" timeOffset="38694.37">13088 8429 1702 0,'0'0'-17'0,"0"0"33"0,0 0 18 0,0 0 18 0,0 0 10 0,0 0 12 0,0 0 6 0,0 0 14 0,0 0 18 16,0 0 22-16,0 0 14 0,0 0 4 16,7 24 6-16,-2-14 0 0,-2 0-11 0,-1 3 5 15,4 0-2-15,-3 3-13 0,-1-5-10 16,0 0-16-16,4-1-9 0,-5 0-11 16,4-1-8-16,-1-1-11 0,0-2-4 0,-3 0 5 15,3 0-3-15,0-3 10 0,-4-3-1 16,5 8 0-16,-5-8-8 0,0 0-5 0,0 0-5 15,22-11-9-15,-17 3-3 16,1 0-2-16,0-4-8 0,2 1-3 0,-5-2-2 16,3-1-4-16,-3 3 9 0,1 0 11 15,-2 3 4-15,3 1-7 0,-4 0-5 0,-1 0-7 16,0 7-5-16,0 0-2 0,4-5-2 16,-4 5-3-16,0 0 4 0,0 0-6 0,-4 29 3 15,3-17 3-15,1 3 0 0,1-2-3 16,-1 5 2-16,0-3-1 0,0 2-4 0,2 0-3 15,-2-3-3-15,2-2 0 0,0 3-3 16,-2-5-1-16,2 0 1 0,-2-1 0 0,2-2-2 16,-2 2 4-16,0-3 0 15,2-1-1-15,-2-5 1 0,0 11 2 0,0-11-8 16,0 0 4-16,0 0-4 0,0 0 2 0,0 0-4 16,0 0-1-16,-16-22 2 0,12 9-5 15,0 1 0-15,1-3 1 0,-3-1 0 16,4 5 0-16,1 1 0 0,-3 1 1 0,2 0-8 15,0 2 2-15,-1 3 0 0,3 4-1 16,0 0-1-16,0 0 10 0,0 0 6 16,0 0-2-16,-9 17-2 0,11-5 0 0,-2 0-1 15,0-1-4-15,4 1 4 0,-3-1-1 16,4 2-1-16,1-2 3 0,-3-1-4 0,1 0 0 16,0-1-1-16,-2-2 0 15,-1-1 2-15,1-1-9 0,0 1-17 0,-2-6-19 16,7 8-29-16,-7-8-43 0,0 5-77 15,0-5-92-15,0 0-95 0,0 0-108 0,0 0-180 16,0 0 51-16,-18-15 66 0,16 6-336 16,4-1-367-16</inkml:trace>
  <inkml:trace contextRef="#ctx0" brushRef="#br0" timeOffset="39426.01">14524 7513 2287 0,'0'0'-61'0,"0"0"29"0,0 0 19 0,-9 2 19 0,9-2 17 0,0 0 15 0,0 0 16 15,0 0 0-15,-7-8-1 0,7 8-2 16,1-11-3-16,1 3-3 0,4-2 0 0,1-3 4 16,7-3-1-16,3-7 0 0,2 0-3 15,2-3 0-15,1-1 4 0,-2 4-2 16,1-2 1-16,0-2 3 0,-4 5 8 15,1 0 5-15,-7 6 8 0,-2 1 8 0,-1 1 7 0,0 2 6 16,-5-1-7-16,1 1 4 16,2 2-8-16,-3 0-6 0,0-2-11 0,3 2 0 15,-5 0-11-15,3-1-3 0,-2 2-6 16,2 2-1-16,-1-2-9 0,-1 4-4 0,0-2-5 16,-2 7-4-16,4-9-23 0,-1 6-32 15,-3 3-36-15,1-6-47 0,-1 6-56 0,2-6-79 16,-2 6-95-16,0 0-182 0,0 0 12 15,0 0 50-15,0 0-132 0,0 0-97 16</inkml:trace>
  <inkml:trace contextRef="#ctx0" brushRef="#br0" timeOffset="49257.72">13762 3843 1765 0,'0'0'77'0,"5"-6"31"0,-5 6 26 0,2-10 30 0,-2 10 19 0,1-10 29 16,-1 5 10-16,0 5 9 0,2-12 6 0,-2 12 3 15,2-11-8-15,-2 11-21 16,0-8-20-16,0 8-26 0,0 0-15 0,0 0-17 0,0 0-13 16,0 0-9-16,-18 25-10 0,2 0-7 15,-4 7 0-15,-4 9-6 0,-3 2-3 16,-4 2 9-16,4-1-10 0,2-1-7 15,2-4-5-15,3-6-8 0,3-4-5 16,2-3-9-16,4-6 0 0,0-3-10 0,2-1-5 16,4-3-10-16,-1-3-35 0,3-2-33 15,-2-2-35-15,3-1-57 0,2-5-83 0,0 0-61 16,0 0-51-16,0 0-60 0,0 0-68 16,16-23-90-16,-7 6-70 0,7-9-365 0,-2-2-461 15</inkml:trace>
  <inkml:trace contextRef="#ctx0" brushRef="#br0" timeOffset="49478.03">13793 3750 2509 0,'8'-16'-54'0,"-3"6"53"0,-1 2 30 15,0 1 17-15,-1 1 1 0,-3 6 3 16,4-7 9-16,-4 7 44 0,0 0 35 16,0 0 8-16,20 25 16 0,-15-10-7 0,2 8 16 15,2 7 2-15,0 3-7 0,0 0-12 16,3 1-17-16,-1 2-12 0,2-1 9 0,1 0-15 15,-1-2-10-15,1-1-11 0,-3 2-10 16,1-6-32-16,-3-4-33 0,1-6-41 0,-5 1-49 16,3-3-71-16,-4-1-68 0,0-4-66 15,-2-3-78-15,-1 0-92 0,-1-4-138 16,0-4 15-16,0 0-219 0,0 0-272 0</inkml:trace>
  <inkml:trace contextRef="#ctx0" brushRef="#br0" timeOffset="49674.55">13866 4084 2063 0,'-14'-1'48'16,"14"1"53"-16,-19-2 42 0,19 2 51 16,0 0 35-16,-14-2 18 0,14 2 17 15,0 0-2-15,0 0-9 0,0 0-4 0,0 0-13 16,0 0-21-16,0 0-18 0,0 0-17 16,25-11-18-16,-11 10-22 0,-1-1-17 0,0 0-50 15,3 1-57-15,-16 1-77 16,21-2-103-16,-12 2-113 0,-9 0-103 0,15 2-135 15,-9-1-146-15,-6-1 55 0,0 0-323 16,-4 14-409-16</inkml:trace>
  <inkml:trace contextRef="#ctx0" brushRef="#br0" timeOffset="50307.05">8516 6073 2872 0,'0'-6'124'0,"0"6"-21"0,0 0-2 0,0 0 17 0,0 0 25 0,4 33-6 0,-4-12-2 15,-2 5-5-15,2 1-10 0,-2 11-6 16,-2-1-13-16,4-8-10 0,4 8-6 0,-4-6-10 16,0-6-11-16,0-1-1 0,0 1-9 15,2-7-53-15,-2-2-44 0,0-3-60 0,2 1-60 16,-2-5-54-16,0-4-80 15,0-5-83-15,0 0-106 0,0 0-55 0,0 0 47 0,9-19-155 16,-7 2-145-16</inkml:trace>
  <inkml:trace contextRef="#ctx0" brushRef="#br0" timeOffset="50674.76">8608 6021 1714 0,'4'-18'10'16,"-1"6"25"-16,1 1 4 0,0 1-1 15,-1 6 4-15,3-2 10 0,0 4 10 16,4-1 4-16,-10 3-2 0,18 1-3 15,-6 4 0-15,-3 0-1 0,3 4 3 0,-1 2 18 16,-5 2 11-16,0 3 16 0,0 3-1 0,-6 1 18 16,2 3 3-16,-2 0 7 0,-5 2 13 15,2-5 5-15,-3-1-4 0,2-2-6 0,2-2-14 16,-1-3-13-16,1 0-9 16,2-3-12-16,-2-1-7 0,4 1-11 0,2 2 12 15,1 0-5-15,4 1 4 0,2 0-3 16,3 3-6-16,8 6-11 0,-1 1 0 0,3-1-1 15,-3 2 4-15,0-3-3 0,-6-3-3 16,-3-1 24-16,-3-1 19 0,-3 1 21 16,-2-4 22-16,-4 1 12 0,-8 4 2 0,-3-1 15 15,-10 7-6-15,-4-4-16 0,-4 1-13 16,-3-1-18-16,-2-2-13 0,0-1-10 0,-2-3-11 16,3-1-13-16,1-2-43 0,7-3-52 15,4-2-61-15,6-3-70 0,1 1-97 0,5-3-127 16,9 0-138-16,0 0-197 15,-12-3-64-15,12 3 87 0,0 0-571 0,0 0-713 16</inkml:trace>
  <inkml:trace contextRef="#ctx0" brushRef="#br0" timeOffset="51440.4">10044 8839 3299 0,'-1'-11'-39'0,"-5"7"63"0,0-2 27 0,-4 2 30 0,-3 0 26 0,-4 2 21 0,-4 2 21 15,-3 6 11-15,-13 6 12 0,-9 5 5 0,2 5 4 16,2 5 4-16,5 8-4 0,1 1-4 15,1 4-9-15,10 0-15 0,2 6-6 16,12-9-10-16,3-3 0 0,6-5-11 16,2-5-9-16,10 7-4 0,3-2-9 15,3-4-2-15,6-1-16 0,3-5-10 0,6-2-4 16,1-5-8-16,4-3-2 0,-2-3-8 16,-1-4-3-16,-11 0-1 0,0 0-9 0,-5 0 4 15,-4-2-2-15,-2 0-7 0,-11 0-36 16,16-4-34-16,-16 4-40 0,7-2-59 0,-7 2-66 15,0 0-104-15,0 0-106 0,0 0-136 16,0 0-212-16,0 0 60 0,0 0 78 16,0 0-485-16,0 0-575 0</inkml:trace>
  <inkml:trace contextRef="#ctx0" brushRef="#br0" timeOffset="52007.56">13028 9665 3366 0,'0'0'145'0,"0"0"-12"0,0 0-5 0,0 0 67 0,0 0 34 0,0 0 4 0,-5 36-1 0,1-13-13 15,1 10-13-15,-3-6-19 0,1 7-19 0,2 0-12 16,-1-5-17-16,2-3-8 16,-2-2-17-16,3-4-14 0,-3-1-25 0,2-2-46 0,0-3-50 15,0 0-55-15,2-3-69 16,0-1-78-16,0-3-93 0,-1-2-80 0,1-5-81 16,0 0-99-16,0 0-56 0,0 0 52 15,-7-28-353-15,7 15-413 0</inkml:trace>
  <inkml:trace contextRef="#ctx0" brushRef="#br0" timeOffset="52258.04">12973 9724 2537 0,'-2'-6'64'16,"2"6"46"-16,0-9 17 0,0 9 4 15,0-8 23-15,0 8 12 0,12-4 17 0,-1 0 10 16,5 4-5-16,2 1-6 0,17 6-5 16,-3 3-2-16,5 3-5 0,-3 3-14 0,4 7-12 15,-6-2-12-15,-7-1-7 16,-2 4 11-16,-6 0 10 0,-8-1 28 0,-4-1 15 15,-7 0-14-15,-8 9-5 0,-5 1-18 16,-14 2-6-16,-7 1-17 0,-1-5-9 0,-2-3-16 16,-5-5-6-16,2-3-14 0,6-2-14 15,-2-7-57-15,2 0-39 0,-3-3-60 0,10-3-78 16,5-4-122-16,1-5-144 0,4-4-183 16,2-3-164-16,7-5 77 0,5-2-639 0,3-1-796 15</inkml:trace>
  <inkml:trace contextRef="#ctx0" brushRef="#br0" timeOffset="53123.05">16367 6274 2498 0,'9'-11'348'0,"-4"3"-39"0,1-1-10 0,-3-1-11 0,-1-2-20 0,2 2-3 16,0 3-13-16,-3-2-17 0,3-1 5 0,-1 3-10 15,-1 0-10-15,-2 7-17 16,0-10-14-16,0 10-27 0,-9-8-13 0,2 2-14 16,-4 5-11-16,-5-1-13 0,-2 4-17 15,-7 1-3-15,-2-1-12 0,0 1 2 0,0 0-20 16,3-1-3-16,1 3-4 0,2-3-4 15,7 0-2-15,1-1-9 0,2 1-4 0,3 0-5 16,-1 0-7-16,9-2-1 16,-13 1-1-16,6 5-1 0,2 2-12 0,-1 7 9 0,4 8 15 15,-5 12 11-15,-1 16 27 16,-2 5 11-16,-1 4 19 0,1 0 1 0,3-2 1 16,-1-2-2-16,5-9 7 0,1-5-8 15,4-1-99-15,1-4 0 0,1-3 0 0,5-1 0 16,3-6 0-16,-2-5 0 0,-1-5 0 15,-1-3 0-15,1-1 0 0,1-5 0 0,0 0 0 16,-3-2 0-16,4-2 0 0,1-2 0 16,-1-2 0-16,-11 0 0 0,25-4 0 0,-12-1 0 15,-1 1 0-15,1 1 0 0,-2 1-354 16,-1 0-298-16,0 0-191 0,-10 2-39 0,0 0 95 16,0 0-802-16,0 0-1031 0</inkml:trace>
  <inkml:trace contextRef="#ctx0" brushRef="#br0" timeOffset="53308.39">16019 6829 4513 0,'-12'-9'93'0,"5"3"41"0,-1-3 39 0,6 3 26 0,1-2 23 0,1 2 26 16,1-1-4-16,1-2-23 0,6 1-24 0,1-1-16 15,3 0-19-15,3 1-26 0,2 0-67 16,-2 1-70-16,3 1-93 0,-4 1-121 15,0 0-155-15,-3 1-180 0,1 3-244 0,-1-4 65 16,-1 2 86-16,-7-1-512 0,-3 4-622 16</inkml:trace>
  <inkml:trace contextRef="#ctx0" brushRef="#br0" timeOffset="54807.48">21673 4096 3186 0,'-7'-11'-31'0,"-4"1"18"0,2 6 10 0,0-2 1 15,-3 4 13-15,-1 2 27 0,-6 8 23 16,-16 9 36-16,-6 15 28 0,-5 10 16 0,-14 20 5 16,1 6 12-16,7 7-6 0,0 1-5 15,4 2 0-15,14-3-14 0,12-17-8 0,10-4-9 16,8 1-5-16,9-4-2 0,17-2-8 16,4-6-9-16,16-7-8 0,8-4-6 0,5-8-7 15,5-5-5-15,-1-9-18 16,2-8-4-16,1-6-2 0,1-8-5 0,2-5-5 15,-2-5-5-15,1-6 2 0,-4-2 10 16,-7-6 34-16,-4-3 24 0,-6-6 23 0,-7-5 10 16,-10-5 15-16,-7-3-15 0,-9-5-4 15,-10-3-17-15,-10-3-17 0,-14-18-12 16,-5 9-10-16,-8 3-9 0,10 26-6 0,-10 6-13 16,2 7-10-16,-1 11-15 0,4 11-25 15,-6 7-30-15,-1 11-40 0,0 5-53 0,-11 12-71 16,4 7-76-16,5 3-87 0,9 3-87 15,8-9-114-15,12-3-184 0,9-6 63 0,5-2-527 16,6-3-676-16</inkml:trace>
  <inkml:trace contextRef="#ctx0" brushRef="#br0" timeOffset="55191.34">22383 4439 3603 0,'-20'-5'53'0,"1"0"7"0,6 3 31 0,1-1 27 0,2 1 30 0,5-2 0 0,5 4-15 0,2-10-17 0,13 0-14 0,25-4-7 15,29-5-10-15,35 0-12 16,20-4-5-16,13 1-25 0,18 3-13 0,54-8-4 15,7 1-3-15,3 8 2 0,0 2-6 16,-46 1-2-16,46-5-2 0,-56 8-7 16,-13-1 1-16,-6 2-1 0,-15 0 8 0,-15-2-2 15,-36 9-3-15,-11-1 6 0,-21-1 7 16,-8 4 7-16,-10-2 5 0,-5-1-2 16,-10 2-9-16,-3-1-2 0,-2 0-1 0,-8 4-7 15,0 0-3-15,4-4-29 0,-4 4-48 16,0 0-71-16,0 0-87 0,0 0-85 15,0 0-136-15,0 0-224 0,-8-13 49 0,8 13 67 16,2-10-252-16,2 4-292 0</inkml:trace>
  <inkml:trace contextRef="#ctx0" brushRef="#br0" timeOffset="55507.92">25399 3895 2448 0,'-48'19'92'0,"1"9"17"0,0 2 10 16,10 5 14-16,2 0 21 0,9 2 13 0,8-6 7 15,11 2 3-15,9-5-13 0,9 5-14 16,15 4-10-16,10-6-11 0,14 0-14 16,4-2-10-16,7-6-12 0,4-4-7 15,-1-5-10-15,5-4-4 0,-2-8-11 0,-2 1-5 16,-2-8-5-16,-15 2-7 0,6-8 4 15,-16 1 0-15,-3-7 41 0,-6-2 7 0,-9-6 1 16,-6-4-3-16,-12 0-11 0,-6-8-9 16,-15-11-10-16,-10 0-9 0,-9-3-10 15,-17-10-11-15,-6 6-29 0,-4 4-41 0,-1 7-66 16,6 18-92-16,-1 6-115 0,-10 8-138 16,5 8-234-16,-1 6 9 0,-1 4 88 15,-1 10-342-15,0 4-406 0</inkml:trace>
  <inkml:trace contextRef="#ctx0" brushRef="#br0" timeOffset="56088.9">21755 5274 2777 0,'8'-15'89'0,"-1"-1"27"0,-2 4 33 0,-1 2 17 0,3 0 30 0,-4 1 14 0,-1 3-13 0,2-2-22 16,-4 8-22-16,0 0-7 0,0 0 32 15,2 28 40-15,-8 10 12 0,3 16 21 16,-8 12 3-16,4 2-21 0,0 6-18 0,-1-2-15 16,5 1-7-16,-6 0-23 0,5-3-14 15,1-2-11-15,-3-3-18 0,4-3-11 16,1-5-11-16,1-13-14 0,0-2-5 0,0-5-9 15,0-8-40-15,0-6-59 0,0-5-49 16,0-1-55-16,0-5-73 0,0-2-92 0,0-3-147 16,0-7-143-16,0 0-184 0,0 0 18 15,0 0 82-15,0 0-543 0,0 0-671 16</inkml:trace>
  <inkml:trace contextRef="#ctx0" brushRef="#br0" timeOffset="56455.7">21642 6239 3610 0,'-28'18'80'0,"-8"9"22"15,-2 8 30-15,-3 4 37 0,3 5 35 16,2 6 24-16,4 1 12 0,3 1-6 0,6 0-6 16,9-3-16-16,5-6-6 0,11-4-15 15,6 1-4-15,11 4-17 0,6-5-20 0,9-5-10 16,8-8-11-16,6-3-15 0,3-7-20 15,-4-9-15-15,5-6-3 0,15-4-9 16,-5-8-7-16,1-5-4 0,-2-2-5 16,-3-6-8-16,-9-2-7 0,-3-5 1 0,-9-1 3 15,-9-6 28-15,-6-3 13 0,-8-5-5 16,-8 2-2-16,-10-12-10 0,-8-6-5 0,-4-1-12 16,-9 2-5-16,-8 7-2 0,-1 7-11 15,-4 7-6-15,-4 9-30 0,-4 9-46 0,-2 6-60 16,9 11-79-16,-6 7-89 0,6 1-125 15,3 6-135-15,0 1-177 0,3 2-90 0,12 0 82 16,5-4-676-16,7 0-855 16</inkml:trace>
  <inkml:trace contextRef="#ctx0" brushRef="#br0" timeOffset="57106.93">26021 4609 4121 0,'-9'-16'22'0,"2"5"9"0,-1 0 23 0,4 5-1 0,-2 0 0 0,6 6 4 0,0 0 71 16,-13 25 48-16,7 14 23 0,-1 15 37 15,1 11-5-15,-3 13 17 0,0 25 7 16,2 3-22-16,0 7-11 0,-4-1-10 16,-1 0-21-16,-1-5-12 0,-3-2-16 0,-1-5-12 15,3-11-11-15,2-19-5 0,-1-9-14 16,2-4-11-16,0-5-10 0,3-15-12 0,1-4-10 15,1-10-5-15,2-3-10 0,1-3-2 16,1-7-54-16,-2 0-7 0,4-3-15 0,0-7-125 16,0 0-104-16,0 0-106 0,0 0-112 15,0 0-128-15,19-27-158 0,-16 15-61 0,4 5 86 16,-5-2-675-16,-2 9-850 16</inkml:trace>
  <inkml:trace contextRef="#ctx0" brushRef="#br0" timeOffset="57441.31">25709 6400 4101 0,'-25'18'107'0,"-3"1"8"0,-7 10 19 16,5 1 24-16,1 3 30 0,6-5 22 15,8-3 14-15,2 0-7 0,3-1 4 0,10-6-6 16,0 0-9-16,10 2-21 0,11 1-17 15,9-2-14-15,8-6-15 0,8-4-16 16,2-6-7-16,12 2-18 0,-10-6-6 16,13-8-17-16,-4-3-17 0,-1-3-11 0,-8-1 0 0,-7-3-5 15,-5-3 3-15,-13 1-2 16,-4-2-4-16,-10 0 3 0,-7 1-2 0,-2-3-5 16,-12-14-8-16,-7-5-3 0,-9-1-7 15,-9-1-1-15,-7-1-4 0,-15-6-30 0,3 17-44 16,-7 5-43-16,-1 8-55 0,-7 7-65 15,1 3-88-15,1 7-107 0,-4 1-100 0,7 9-148 16,-5 1-96-16,6 1 64 16,2 3-601-16,0 1-759 0</inkml:trace>
  <inkml:trace contextRef="#ctx0" brushRef="#br0" timeOffset="57889.22">22900 6561 3786 0,'-17'-2'-15'0,"1"-2"6"0,5 2 27 0,0 0 43 0,1 0 48 0,10 2 30 0,-15-3 5 16,15 3-6-16,-10-3-13 0,10 3-12 0,-7-4-12 15,7 4-10-15,0 0-8 0,0 0-8 16,34-5-7-16,12 2-4 0,30-6-10 0,35-1-6 16,24-2-11-16,13-2-32 0,15 2-40 15,12 0-19-15,52-1 3 0,-48 6 6 0,0-2 1 16,-8 3 6-16,-4-1 2 0,-19 1 4 15,-15 0 8-15,-14 0-1 0,-37 0 7 0,-16 4-1 16,-19 2-6-16,-4-3 18 16,-14 1 7-16,-9 0 0 0,-4 0 0 0,-7 1 2 15,-4 1-1-15,-5 0-1 0,0 0-1 16,0 0-6-16,0 0-11 0,0 0-68 0,0 0-94 16,0 0-119-16,0 0-174 0,0 0-139 15,0 0 56-15,-32-2-313 0,15-1-351 0</inkml:trace>
  <inkml:trace contextRef="#ctx0" brushRef="#br0" timeOffset="58756.56">22772 4971 2564 0,'0'0'33'0,"-5"-5"23"0,5 5 15 0,-2-6 26 0,2 6 28 0,0 0 16 0,-4-8 18 0,4 8 1 15,0 0-13-15,0-6-19 0,0 6-7 0,0 0-12 16,0 0-20-16,29 0 4 0,-13 6-10 15,8 1-4-15,12 5-7 0,14 3-3 16,5 7-9-16,4 4 1 0,24 6-10 0,10-3-7 16,9 8-1-16,13 1 0 0,2 0-7 15,11 2-3-15,13 3 0 0,36 11-4 0,-34-17-5 16,1 5 7-16,-8-5 1 0,-4-2 2 16,-11-6-4-16,-6 0-2 0,-13-5-1 15,-14 0 0-15,-18-8-6 0,-11-2 6 16,-19-1-11-16,-3-5 2 0,-4 2-1 0,-8-3 6 15,-8-3 2-15,-2 0 8 0,-3 0-1 16,-3-1 4-16,2-1-7 0,0 2-4 0,-11-4 0 16,12 4-5-16,-12-4-2 0,13 2 2 15,-13-2-4-15,12 4-4 0,-12-4-25 0,11 2-38 16,-11-2-48-16,9 4-101 0,-9-4-125 16,0 0-194-16,0 0-151 0,0 0 57 15,0 0-402-15,-41-23-491 0</inkml:trace>
  <inkml:trace contextRef="#ctx0" brushRef="#br0" timeOffset="59222.33">25051 4683 2766 0,'-20'-8'-82'0,"-5"4"15"0,-3 4 23 0,-21 4 25 0,-17 9 28 0,-6 4 26 16,-23 12 30-16,-7 7 14 0,-2 8 6 15,-11 12 10-15,-3 4 11 0,-42 22 11 0,4 1 16 16,5-5 3-16,33-18 5 0,0 0 5 15,0 0 5-15,5 1-9 0,7-2-15 0,2-4-12 16,11-4-10-16,3-1-9 0,11-4-5 16,2-4-17-16,7-2-5 0,15-9-2 0,5-1-11 15,3-5-5-15,5 1-3 0,12-7-3 16,1-2-13-16,8-5 4 0,1-2-3 0,7-1-3 16,1-2 0-16,1-1 9 15,4-2 17-15,-1 1 8 0,8-5 1 0,-12 8-7 16,12-8-10-16,-11 0-5 0,11 0-4 15,0 0-5-15,-12 0-28 0,12 0-34 0,0 0-46 16,0 0-61-16,0 0-76 0,0 0-80 16,-7-8-110-16,7 8-186 0,0 0-49 15,2-9 68-15,-2 9-323 0,0 0-374 0</inkml:trace>
  <inkml:trace contextRef="#ctx0" brushRef="#br0" timeOffset="60073.36">21036 3739 2736 0,'0'0'84'0,"-17"-5"-10"0,4 5-6 0,-10 5-6 0,-10 6 9 0,-3 4 10 0,-10 4 17 16,3 5 16-16,-1-2-9 0,2 3-4 15,8-7 6-15,1 2-12 0,7-1-8 0,-1-3-9 16,8-2-5-16,4-3-6 0,4-4-12 16,-1 3 1-16,2-6-7 0,5 2 1 15,-1-2 0-15,6-4 1 0,0 0-9 0,0 0-5 16,0 0-10-16,15-35 3 0,4 6-4 15,6-9-4-15,4-3-1 0,3-4-6 0,3-3 0 16,2-1-3-16,-1 2 0 16,-1 9 1-16,-7 2-8 0,-5 12 1 0,-10 5-2 15,-1 5-7-15,-2 5 0 0,-1 2 4 16,-5 4-8-16,4 3 11 0,-8 0-1 0,13 12-2 16,-3 3 1-16,-3-1 7 0,8 13 0 15,1 2-2-15,0-2 3 0,2-1-2 0,3 0 2 16,-1-3 1-16,4 0-3 0,-9-5 3 15,0-5-1-15,-4-3-5 0,-1 0 2 16,0-2 18-16,-3 0 45 0,-2-3 44 0,-5-5 13 16,0 0-9-16,0 0-14 15,-16 6-13-15,-2-6-10 0,-8-2-4 0,-14 0-6 16,-4 2-5-16,-2-2-10 0,3 4-7 0,-2-2-1 16,4 2-9-16,1 0-2 0,4 4-6 15,7-4-5-15,6 1-5 0,4 1-6 16,6-3-10-16,-1 1-27 0,3 1-40 0,4-1-41 15,-2 2-66-15,4 1-78 0,1 0-95 16,4-5-114-16,-2 9-182 0,2-9-40 16,10 7 70-16,-10-7-327 0,21 0-414 0</inkml:trace>
  <inkml:trace contextRef="#ctx0" brushRef="#br0" timeOffset="60954.76">25681 2689 2853 0,'-2'-8'104'0,"2"8"-7"0,0 0-15 0,0 0 8 0,0 0 43 0,0 0 31 0,-22 38 11 15,11-9 2-15,-2 5-9 0,-4 9-12 0,1 3-30 16,5-7-13-16,-2 7-9 0,-3-1-7 16,5-8-13-16,1-4-4 0,1-3-6 0,2-6-14 15,3-5-8-15,-3-4-32 0,7-3-20 16,-3-3-14-16,1-1-19 0,2-2-41 16,0-6-40-16,0 0-34 0,0 0-17 0,0 0-17 15,0 0-16-15,5-38-8 16,6 20-2-16,0-7 8 0,6-7 19 0,5-6 14 15,3-3 19-15,4-1 14 0,-4 3 13 16,2 3 18-16,-8 10 19 0,-2 5 25 0,-3 1 6 16,-5 9 2-16,-4 2 5 0,3 2 8 15,-3 5 15-15,4 2 16 0,-9 0 3 0,14 9 15 16,-2 0 7-16,-4 2 14 0,-1 3 20 16,-1 1 20-16,-4 3 8 0,-4 7 0 15,-6 6 6-15,-3 2-4 0,-1-4-7 0,5 2 5 16,0-8 23-16,1-5 3 15,-1-2 9-15,6-5-3 0,2 2 13 0,1-1 7 0,7 1-8 16,2 3 5-16,3-1-11 16,-3 3 5-16,0-2-2 0,-1 1 9 0,-4-2 10 15,-5 5 25-15,-4-3 18 0,-8 4 18 16,-5 5 19-16,-9-3 4 0,-6 0-3 16,-6 1-5-16,4-6-12 0,3 2-18 0,-3-5-20 15,-1 0-16-15,4-3-18 0,-4 0-10 16,7-2-14-16,2-2-12 0,4-1-14 0,-3-3-82 15,8 0-86-15,0-2-100 0,1 0-140 16,1 0-179-16,3-2-226 0,-1 3-76 0,1-2 81 16,4 1-568-16,-5 2-751 0</inkml:trace>
  <inkml:trace contextRef="#ctx0" brushRef="#br0" timeOffset="61605.05">21187 6960 3585 0,'-6'-11'-29'0,"-1"4"24"0,-5 1 24 0,-3 6 41 0,-10 6 52 0,-9 6 38 0,-16 9 27 0,-5 12 23 16,-14 15 5-16,5 2 8 0,3 3-11 0,16-8-15 16,9 1-18-16,4 0-7 0,11 0-8 15,4 1-6-15,14-12-14 0,6 2-9 16,10-8-11-16,12 10-9 0,9-8-8 15,13-6-8-15,1-6-10 0,8-3-11 0,1-5-17 16,0-5-50-16,-7-3-42 0,-6 0-53 16,-1-6-69-16,-10 2-94 0,-4-1-104 0,-7-3-114 15,-1 0-152-15,-3-1-74 0,-7 3 73 16,-3-1-469-16,-5 0-567 0</inkml:trace>
  <inkml:trace contextRef="#ctx0" brushRef="#br0" timeOffset="62088.88">25980 7097 3375 0,'0'0'180'0,"0"0"-18"0,0 0-17 0,0 0-17 0,0 0 13 0,-7 17 8 0,-4 1 4 0,4 13-6 0,-2 2-13 15,-1 2-12-15,0 2-12 16,1 3-11-16,2-1-10 0,-2-1-7 0,0-1-11 15,2-2-36-15,-3-4-44 0,4-6-52 16,-1-6-65-16,1-3-80 0,2-4-74 0,-2-4-113 16,0-2-138-16,5-3-80 0,1-3 58 15,0 0-315-15,0 0-352 0</inkml:trace>
  <inkml:trace contextRef="#ctx0" brushRef="#br0" timeOffset="62306.51">26007 7066 2737 0,'2'-14'204'0,"-1"5"-17"0,-1 3-22 0,2 1-21 16,2 1-3-16,-4 4 43 0,16 0 23 16,-3 5 12-16,4 7 11 0,14 9-14 0,5 10-14 15,0 6-16-15,0 3-16 0,-8 1-18 16,-5 2-11-16,-10-5-9 0,-7-1-13 0,-10 4-10 16,-11 2-8-16,-8 1-7 0,-11-3-15 15,-7-2-10-15,-6-5-2 0,-3-1-46 0,-2-4-47 16,-4-5-69-16,3-5-100 0,-1-4-120 15,11-7-143-15,-2-8-184 0,4-4-48 0,1-4 62 16,8-3-470-16,1-5-567 16</inkml:trace>
  <inkml:trace contextRef="#ctx0" brushRef="#br0" timeOffset="64254.67">30241 3707 1942 0,'-11'-16'140'0,"-3"5"-20"0,3-2-34 0,-2 6-26 0,-3 4-13 0,-3 3 12 0,-16 7 20 0,-12 13 16 15,-1 5 6-15,-7 8 5 0,-14 14 13 0,5 6-13 16,1 4 25-16,9 4-9 0,7 4-9 15,12-15-7-15,11 5-13 0,5-2-1 16,11 0 1-16,7-7 2 0,10 2-15 0,12 1 0 16,8-4-10-16,10-8-10 0,8-2 0 15,9-6-4-15,11-7-10 0,5-4 4 0,2-9-9 16,3-3-6-16,-3-8-1 16,-1-9-5-16,-5-6-3 0,-5-5-4 0,-6-6 2 0,-10-4 8 15,-2-7 14-15,-15-6 3 16,-7-9-4-16,-10-2-6 0,-9-5 0 0,-8-3-7 15,-7 0-5-15,-6 2-3 0,-8 1-3 16,-4 5-9-16,-5 6-4 0,-8 11 1 16,-6 5-1-16,-2 10-6 0,-8 10-9 0,8 11-26 15,0 3-41-15,-11 12-79 0,9 5-82 16,4 3-101-16,14-1-124 0,7 1-177 0,10-2 59 16,11-3-272-16,6-1-334 0</inkml:trace>
  <inkml:trace contextRef="#ctx0" brushRef="#br0" timeOffset="64821.09">30364 4557 2589 0,'-1'-10'107'0,"1"-1"6"0,0 5-4 0,0 6-17 0,-2-10-18 0,2 10 1 0,0 0 20 0,0 0 35 16,0 0 34-16,17 27 7 15,2 2 18-15,9 11 0 0,13 4-7 0,15 16-15 0,14 2-13 16,4 3-17-16,2 1-13 16,4 4-9-16,4-2-12 0,4 1-5 0,-1-3 8 15,-1-2 3-15,-4-7-10 0,-8-3-4 16,-2-6-15-16,-22-13-6 0,-8-4-8 0,-3-7-3 16,-13-6-10-16,-7-4 0 0,-3-3-8 15,-3-3 0-15,-4-1-5 0,1 0 0 0,-4-2-7 16,-1-1-5-16,-5-4-31 15,0 0-40-15,13 1-67 0,-13-1-91 0,0 0-93 16,0 0-107-16,0 0-142 0,0 0-166 16,0 0 55-16,0 0-451 0,0 0-574 15</inkml:trace>
  <inkml:trace contextRef="#ctx0" brushRef="#br0" timeOffset="65174.1">31712 5511 2940 0,'-8'-2'41'0,"-9"4"18"0,-6 4 11 15,-15 10 25-15,-10 10 24 0,-2 4 18 16,-8 3 26-16,5 3 23 0,1 1 2 16,3 2-5-16,5-2-6 0,10 1-17 15,5 2-13-15,14-8-12 0,7 3-11 0,8-6-13 16,8 4-5-16,9 0-10 0,15 2-9 15,2-6-10-15,9-5-6 0,2-3-9 0,-4-10-7 16,2-4-7-16,0-3-8 0,0-4-3 16,-1-7-4-16,0 0 0 0,-10-5-5 0,1-2 0 15,-6-3-5-15,-9-3 1 0,-4-1-1 16,-10 1-3-16,-4-7-2 0,-11-9-4 0,-7-8-6 16,-7-2 0-16,-5 4-22 0,-8 3-24 15,-5 4-37-15,-4 8-50 0,-8 6-63 16,-6 5-78-16,-2 3-86 0,-6 9-128 15,0 5-203-15,1 6 48 0,-4 6 66 16,-3 5-298-16,3 1-351 0</inkml:trace>
  <inkml:trace contextRef="#ctx0" brushRef="#br0" timeOffset="65904.72">29970 4635 2375 0,'0'0'-32'0,"0"0"18"0,0 0 20 0,-45 24 22 0,7 1 31 0,-10 6 31 15,-22 12 30-15,-3 5 30 0,-9 5 28 16,-5 7-4-16,-5 2 1 0,-3 1-16 15,5 2 3-15,4-7 3 0,10 0 0 0,2-5-8 16,11-6-7-16,17-9-13 0,2-2-11 16,7-3-12-16,1-2-12 0,12-10-13 15,3 3-10-15,2-7-5 0,4-2-12 16,3-6-6-16,3 1-29 0,3-2-28 0,3-2-24 16,-3-1-47-16,6-5-61 0,-8 6-94 15,8-6-98-15,-6 2-124 0,6-2-184 0,0 0 48 16,0 0-328-16,0 0-393 0</inkml:trace>
  <inkml:trace contextRef="#ctx0" brushRef="#br0" timeOffset="66305.59">28562 5707 2844 0,'0'0'137'0,"-18"-4"-15"16,4 8 3-16,-6 4 22 0,-10 7 25 0,-8 10 9 16,-4 6 13-16,2 4-3 0,-2 4-1 15,1 6-13-15,2 1-17 0,6 2-11 0,5-3-16 16,5 0-9-16,12-9-14 0,5-1-12 16,8-4-4-16,9 2-12 0,8-2-7 0,16 0-6 15,6-6-9-15,11-8-2 0,9-4-9 16,5-8 0-16,6-5-11 0,0-8-6 15,0-3-7-15,-5-3-1 0,-4-4-1 16,-8-9-5-16,-9-4 0 0,-10-1 0 16,-10-6-3-16,-12 4-1 0,-6-5-5 0,-8-2-1 15,-12-13-6-15,-5 1 1 0,-6 0-2 16,-6 3-5-16,-3 3-4 0,2 6 3 0,-5 10-7 16,7 14-12-16,-5 2-19 15,5 10-21-15,1 5-31 0,0 4-43 0,-7 8-82 0,3 2-87 16,5 5-99-16,4 2-187 0,8-3-67 15,8-5 70-15,4 1-386 0,6-2-453 0</inkml:trace>
  <inkml:trace contextRef="#ctx0" brushRef="#br0" timeOffset="66638.64">29496 5978 2948 0,'-39'-4'95'16,"1"-2"13"-16,2-1 20 0,11 4 18 0,4 0 3 15,6 1-3-15,4-2-14 0,5 4-14 16,6 0-8-16,0 0-20 0,57-3-2 16,12 2-14-16,20 1-3 0,43 0-9 0,15-2-15 15,2 0-30-15,-5 2-34 0,-1 0-6 16,-10 0 3-16,-11-2 9 0,-36 0 1 0,-11 1 2 15,-24 1 21-15,-7-2 35 0,-13-1 18 16,-13-1 4-16,-4-1 7 0,-9 0-1 0,-3 0-3 16,-2 5-5-16,-7-12-6 0,-2 5-8 15,-3 0-6-15,-1 0-8 0,2 2-15 0,0 0-51 16,4 2-79-16,2-1-119 0,5 4-132 16,-13-5-192-16,8 2-103 0,5 3 74 0,-11-4-332 15,11 4-391-15</inkml:trace>
  <inkml:trace contextRef="#ctx0" brushRef="#br0" timeOffset="67421.49">30043 2992 2478 0,'-4'-15'-36'0,"4"6"23"0,-4 0-1 0,0 4 1 0,4 5 0 0,-18 0 11 0,2 6 17 16,-11 14 12-16,-9 7 13 0,-7 6 5 0,-4 6 5 16,-14 12 2-16,18-10-5 0,-16 11-4 15,14-12-4-15,8-6-5 0,2-1-2 16,9-8-1-16,3-2-4 0,4-3-6 0,3-5 3 16,5-6-1-16,4 1 3 0,0-4 3 15,6-2-1-15,1-4-4 0,0 0-1 0,0 0-3 16,0 0-8-16,40-33 2 15,-16 8 0-15,10-7 0 0,2-6-5 0,0-1 0 16,0-2-1-16,-4-5 0 0,2 5-2 16,-2 7-5-16,-8 9 16 0,-5 1 16 15,-4 8 3-15,-1 3-3 0,-7 2-6 0,0 3-6 16,3 4-8-16,-4 1 2 0,-6 3-1 16,0 0-3-16,19 12 5 0,-6 2 1 0,0 8-4 15,9 0 3-15,-4-1 4 16,1 3-12-16,3-2 5 0,-8-5-6 0,-1-3-4 15,-4-3 5-15,0-1 4 0,-2-2 40 0,-2-1 40 16,-3-3 35-16,-2-4 1 16,0 0-16-16,0 0-7 0,-21 2-13 0,21-2-8 15,-38-2-10-15,13-2-7 0,-15 1-21 16,-1-1-10-16,0 3-4 0,9-2-5 0,1 3 3 16,2 0-6-16,8 3-8 0,1-3-6 15,0 1-16-15,3 1-29 0,0 2-63 0,1 1-67 16,5-1-84-16,0 4-138 0,5-6-263 15,6-2 53-15,-9 8 72 0,9-8-148 16,-6 9-167-16</inkml:trace>
  <inkml:trace contextRef="#ctx0" brushRef="#br0" timeOffset="67872.8">31049 6457 1745 0,'0'0'-101'16,"0"0"-11"-16,-9-3-21 0,9 3-24 0,0 0-266 0,-18 8 68 0</inkml:trace>
  <inkml:trace contextRef="#ctx0" brushRef="#br0" timeOffset="68457.69">31177 6425 1327 0,'0'0'300'0,"0"-9"23"15,0 9-24-15,0 0-31 0,0 0-27 16,0 0-15-16,0 0 25 0,0 0 35 15,0 0-5-15,0 29-26 0,0-10-25 0,-2 5-20 16,0 0-20-16,2 1-10 0,-2-1-25 16,0 1-18-16,0-4-14 0,1-1-11 0,-1-3-12 15,-3-1-2-15,3-6-11 0,0 2-11 16,0-3 1-16,2-1-3 0,0-8-7 0,-3 10-11 16,3-10-4-16,0 0-9 0,0 0-11 15,0 0-7-15,0 0-15 0,-11-22-16 16,11 8-9-16,0-3-7 0,3-3-1 0,1 1-3 15,0 1 3-15,-1 3 2 16,1 1 3-16,1 3-2 0,-1 1 0 0,-3-2 4 16,3 6-2-16,0-1-1 0,-1 3 3 15,-3 4 2-15,14-5 2 0,-14 5 0 0,0 0 3 16,22 13-1-16,-11-7 2 0,-4 6 4 16,0 1 0-16,-1 2 11 0,-4 1 19 0,-2 3 22 15,-6 3 22-15,-3 7 28 0,-9 0 29 16,2 0 9-16,-2-4 1 0,2 1-14 15,4-7-14-15,2-2-8 0,3-2-10 16,0-3-8-16,7-1-7 0,-1 1-3 16,2 1-10-16,2 3-6 0,-1 2 0 0,2-3-11 15,0 1 0-15,-4 0-1 0,1 2-8 16,-2 0 14-16,-1 0 15 0,-6 2 17 0,-2-1 14 16,-6 3 12-16,-8-1 1 0,1-3-14 15,-3-1-28-15,-3-3-68 0,0-2 0 0,5-1 0 16,1-7 0-16,0 2 0 0,2-4 0 15,-6-4 0-15,5 0-260 0,-5-4-129 0,4-1-120 16,-4-7-134-16,4 2-209 0,-3-4 49 16,5 6 87-16,0 1-651 0,-10-3-821 15</inkml:trace>
  <inkml:trace contextRef="#ctx0" brushRef="#br0" timeOffset="68886.85">28399 6624 3958 0,'12'-11'-19'0,"-2"5"51"0,-7-2 46 0,4 4 41 0,-3-1 33 0,-4 5 13 16,0 0 9-16,0 0 25 0,0 0 20 15,-35 31 7-15,5-2 1 0,-7 6-1 0,-3 3-1 16,2-2-15-16,4 2-12 0,6-3-19 16,4 5-20-16,13-5-14 0,10-6-15 15,4-5-16-15,12 7-6 0,14 3-19 16,7-7-45-16,8-5-78 0,7-1-108 0,8-6-126 16,7-8-172-16,-4-4-211 0,-11-3-169 15,-1-5 81-15,-12 0-711 0,-11 2-899 0</inkml:trace>
  <inkml:trace contextRef="#ctx0" brushRef="#br0" timeOffset="79668">12457 1714 1288 0,'1'-15'406'0,"1"0"-121"0,1 1-62 0,1 2-14 0,0 1 14 0,-3-1 29 0,3 2 17 16,0 2 4-16,-1-1 7 0,-1 2-8 15,0 0-26-15,-2 7-19 0,0 0-18 0,0 0 41 16,0 0-4-16,-4 41-18 0,-5-5-20 16,0 2-13-16,-7 9-19 0,3 1-14 15,1 1-8-15,-1-1-35 0,1 0-8 16,3-9-13-16,0 0-8 0,0-3-8 0,0-1-10 16,0-3-16-16,5-9-29 0,-1-2-63 15,1-4-59-15,1-5-68 0,3 0-58 0,-1-1-71 16,1-3-77-16,1-5-106 0,-1-3-146 15,0 0-113-15,0 0 55 0,27-15-427 0,-13-1-575 16</inkml:trace>
  <inkml:trace contextRef="#ctx0" brushRef="#br0" timeOffset="79851.05">12446 1823 3121 0,'-10'-7'38'15,"0"1"37"-15,6 2 21 0,4 4 30 16,-5-10-10-16,5 10 0 0,4-9-8 0,-1-1-13 15,9 2-16-15,7-3-2 16,9-3-8-16,8-2-8 0,1 2-30 0,-1 1-63 16,2 0-76-16,-2 5-66 0,-1 1-94 15,-9 2-112-15,-3 5-220 0,-10 0 47 16,-1 3-159-16,-8 4-205 0</inkml:trace>
  <inkml:trace contextRef="#ctx0" brushRef="#br0" timeOffset="80055.63">12426 2051 1953 0,'-16'9'108'0,"2"0"21"16,4-3 19-16,1-1 43 0,4 0 27 15,-4-1 20-15,9-4 11 0,0 0 1 16,-3 6-10-16,3-6-21 0,0 0-22 16,0 0-22-16,0 0-20 0,42-12-16 15,-20 6-48-15,0 2-75 0,1-2-92 0,-3-1-89 16,1 3-102-16,0-1-122 0,-2 0-135 15,-1 5-80-15,-6-2 50 0,0 0-173 0,-12 2-219 16</inkml:trace>
  <inkml:trace contextRef="#ctx0" brushRef="#br0" timeOffset="80201.09">12501 2153 1883 0,'-19'11'8'16,"4"1"41"-16,-1 1 34 0,5-4 31 16,-5 1 27-16,5-1 9 0,0 1 7 15,5-3-13-15,-4 0-6 0,7-1 0 16,-3 2-10-16,6-8-11 0,-2 8-10 15,2-8-8-15,15 8-4 0,-1-6-36 0,4 1-74 16,11-3-95-16,9-3-121 0,3-2-177 16,2-2-144-16,7-7 35 0,4-3-88 0,-6-1-103 15</inkml:trace>
  <inkml:trace contextRef="#ctx0" brushRef="#br0" timeOffset="80635.95">13274 1512 1676 0,'-9'-18'101'0,"0"5"47"16,0 3 41-16,0 2 22 0,4 0 15 16,-1 4 3-16,6 4-13 0,0 0 2 0,0 0 23 15,-25 16 11-15,11 13 7 16,3 6 0-16,-3 13 8 0,-4 1-9 16,3 3-15-16,1-1-19 0,1 1-20 0,-1 0-35 15,5 1-11-15,0-2-15 0,3-10-13 16,0-2-15-16,0 2-14 0,1-7-11 0,1-5-2 15,2-7-14-15,1-5-5 0,1-3-6 16,-2-1-14-16,2-3-9 0,0-1-5 0,0-9-8 16,0 7-18-16,0-7-9 0,0 0-15 15,0 0-5-15,13-20-2 0,-12 6 4 16,3-3-2-16,-2 0 4 0,-4-2 1 16,0 0 1-16,-3-1 4 0,-3 2-2 15,-2 3 3-15,-1 5-6 0,-2 2 8 0,-4 6 0 16,-5 4-1-16,-3 6 6 0,-5 6 5 15,4 1-4-15,3 5-1 0,4 3 6 0,2 2 3 16,7-4 1-16,4 1-7 0,4-5-3 16,4 0 0-16,2 0 2 0,3-3-43 15,5 0-52-15,3-3-64 0,3-5-74 0,3 0-88 16,3-4-87-16,5-2-106 16,11-6-171-16,0-2-6 0,8-9 75 0,-1 0-344 0,1-1-438 15</inkml:trace>
  <inkml:trace contextRef="#ctx0" brushRef="#br0" timeOffset="81070.33">13478 1953 2576 0,'-11'-9'22'0,"11"9"32"0,-15 2 25 15,15-2 24-15,0 0 24 0,-23 13 27 16,15-8 17-16,-1 7-2 0,3-3-10 0,3 2 4 16,-6 0-13-16,7-1-9 0,1 4-15 15,-1-3-7-15,2-1-7 0,2 1-10 16,-1-3-7-16,3-2-7 0,6 2-7 0,0-4-9 15,1-1-7-15,3-3-6 0,-14 0-7 16,34-7-2-16,-20 2-7 0,8-2-3 16,-5-3-5-16,-4 3 0 0,1-1 12 15,-3 0 15-15,-2 2 18 0,3 1 19 16,-6-1 11-16,1 2-2 0,-7 4 3 0,10-6-22 16,-10 6-1-16,0 0 0 0,0 0-8 15,-10 21-1-15,1 1-5 0,-5 7-13 0,3 5 3 16,-5 2-4-16,5 2-3 0,-2 10 11 15,3-11 21-15,5 2-6 0,-3-5-8 0,1-2-12 16,5-6 6-16,-3-5 23 16,2-4 15-16,-1 0 9 0,0-4 17 0,-1-1 19 15,1 0 19-15,1-5 3 0,-6 2-9 16,4-2-130-16,-5-1-35 0,-2-4 0 16,-1 2 0-16,1-4 0 0,-6 0 0 0,0-2 0 15,-6-5 0-15,-4-3 0 0,-3-4 0 16,6-1 0-16,0-4 0 0,4 2 0 0,6 0 0 15,3 6 0-15,3 1-419 0,4 2-156 16,3-1-142-16,4-1-174 0,-1-2 57 16,10-3 89-16,3-1-619 0,15-7-818 0</inkml:trace>
  <inkml:trace contextRef="#ctx0" brushRef="#br0" timeOffset="81434.39">13977 2031 3887 0,'0'0'91'0,"0"0"28"0,-32-2 26 0,32 2 21 0,0 0 18 0,0 0 5 0,0 0-2 0,-15-2-8 15,15 2-4-15,0 0-22 0,0 0-13 0,0 0-15 16,20-20-14-16,-9 14-16 0,3-5 0 16,2-1-19-16,4 0-5 0,2-7-5 15,-7 4-8-15,-2 1-5 0,-1-1-4 16,-2 1-5-16,-7 4-9 0,1 0-5 15,-4 1 4-15,0 9-13 0,-13-10-2 0,-1 10 1 0,-6 2-1 16,-15 8-6-16,-3 2 0 16,-7 9 4-16,2 1-5 0,5 3 6 0,6 3-1 15,7-2 5-15,8-1-8 0,2 2 6 16,5-2-8-16,9-3 0 0,2-3-3 16,5 2 2-16,10 4 0 0,0-3-1 0,9-3-1 15,4-3-5-15,1-3-4 0,6-8-27 16,-3-1-51-16,-3-4-65 0,12-2-88 0,-2-3-90 15,18-3-110-15,-7-8-145 0,0 3-181 16,-3-5 49-16,-1 1-512 0,-2-2-684 16</inkml:trace>
  <inkml:trace contextRef="#ctx0" brushRef="#br0" timeOffset="81918.78">15401 1413 3681 0,'-9'-6'132'0,"-1"6"6"15,10 0 17-15,-19 12 44 0,8 3 47 0,-7 11 31 16,-3 16 18-16,3 3-2 16,0 1-28-16,3 3-24 0,1 1-22 0,7-8-15 15,0-1-21-15,-1-2-22 0,4 0-14 0,0-1-11 16,-2-2-17-16,3-2-9 15,-1-7-12-15,0-4-9 0,1 0-1 0,-4-1-15 16,5-5-5-16,-1-3-6 0,-1-3-3 16,4 0-2-16,-2-2-8 0,0-4-6 0,2-5-1 15,0 0-18-15,0 0 2 0,0 0-3 16,18-26-8-16,-7 9 2 0,7-5-2 16,0 0-4-16,-2 5-3 0,-3 3 2 0,-2 5 0 15,-3-2-6-15,1 6 0 16,-1 1 3-16,-3 1 1 0,-5 3 5 0,20 5 2 0,-13 2 1 15,1 0 4-15,0 6-4 0,-5-1-16 16,3 5 0-16,-4-3 0 0,-2 3 0 16,-4 3 0-16,-1 1 0 0,-7 8 0 15,-3 0 0-15,0-2 0 0,-3-3 0 0,-1 2 0 16,2-4 0-16,3-7 0 0,0-5 0 16,2 0-97-16,2-3-111 0,1-3-77 15,4-2-88-15,5-2-98 0,0 0-85 0,-9-13-139 16,14-1-115-16,6-15 68 0,10-11-603 15,8-3-800-15</inkml:trace>
  <inkml:trace contextRef="#ctx0" brushRef="#br0" timeOffset="82151.24">15689 1455 3930 0,'-2'-19'52'0,"-1"4"78"16,-1 3 66-16,-1 2 60 0,2 1 41 0,1 3-11 15,2 6-22-15,-6-8-22 0,6 8 6 16,-9 19 19-16,-5 14-6 0,1 16-16 0,-3 9-21 15,4 3-19-15,-4 6-16 0,5 0-9 16,-2 1-16-16,1 6-16 0,3 0-9 16,-1-3-17-16,0-3-32 0,3-5-41 0,-1-6-77 15,5-15-70-15,-2-1-101 16,1-6-73-16,3-7-73 0,1-8-68 0,0-2-39 0,3-6-32 16,4-4-47-16,-2-5-57 0,5-3-77 15,-10 0-1-15,26-11-505 0,-3-9-637 16</inkml:trace>
  <inkml:trace contextRef="#ctx0" brushRef="#br0" timeOffset="82551.44">15777 2130 2978 0,'18'-28'-49'16,"-2"7"80"-16,-7 5 60 0,-3 5 54 0,0 1 46 16,-4 2 43-16,2 3 25 0,-4 5 8 15,4-8-4-15,-4 8 11 0,0 0-6 0,0 0-15 16,0 0-18-16,0 0-22 0,0 0-31 16,0 0-22-16,-2 35-13 0,2-22-8 15,2-1-20-15,-2 3-11 0,1 1-10 0,1 3-10 16,2-5-13-16,3 1-3 15,-3 0-17-15,4-3-8 0,2-3 1 0,-3 1-12 0,5-5-5 16,-1-1-2-16,5-1-4 16,-1-3-7-16,0 0-4 0,-15 0 3 0,26-2 2 15,-16 2 4-15,-10 0-7 0,21 0 0 16,-21 0-1-16,15 2 10 0,-15-2-3 16,13 2 1-16,-13-2 1 0,12 2 31 0,-12-2 16 15,13 6 4-15,-3-2-8 0,-2 1 14 16,1-2-4-16,2 1 3 0,1-1-2 0,1 1-2 15,5-2-8-15,-4-2-6 0,8-4-5 16,1-1-57-16,9-4 0 0,-1-1 0 0,-6 1 0 16,-3 1 0-16,-5-3 0 0,8-4 0 15,-5 1 0-15,-4 1 0 0,-3-3 0 16,-3 1 0-16,1-5 0 0,0-6 0 16,2-2 0-16,-8 5 0 0,1 3 0 15,-5 3 0-15,1 1 0 0,5 1 0 0,-9 3-420 16,4 0-217-16,-2 3-191 0,0-1-89 15,-2 2 105-15,2 8-745 0,-3-14-999 0</inkml:trace>
  <inkml:trace contextRef="#ctx0" brushRef="#br0" timeOffset="83484.72">17389 1908 3938 0,'4'-7'-136'0,"-2"2"31"0,-2 5 9 0,0 0 10 0,0 0 15 0,0 0 18 0,0 0 51 0,26 14 35 0,-22-6 16 0,3 4 15 16,-3-1 27-16,1 3 9 0,-1 1 29 16,-3-1 14-16,-2 3 3 0,-1 1 3 15,-3-3 2-15,-2 5 4 0,-3-3-12 16,-5 7-8-16,0-5-16 0,-1-5-12 16,1-4-10-16,-2 2-5 0,0-7-15 0,3-1-3 15,1-6-11-15,0-3-9 0,0-4-7 16,3-3-4-16,-2-5-4 0,7-5-7 0,1-5-5 15,8-7-3-15,1 8-4 0,-3 3-1 16,5 5-4-16,-4 5-4 0,1 3-1 16,2 3 2-16,-1 7 3 0,-5 0 2 0,0 0 0 15,34 17-1-15,-9 2 1 0,2 1-5 16,4 4 2-16,6 4 3 0,4-3-3 0,-1-3 0 16,-2 3 0-16,-10-8-4 0,3-1-1 15,-2-3-4-15,-6-3 5 0,-7-4 0 16,4-3-2-16,-6-5 2 0,8-5 0 15,4-6-3-15,1-5 0 0,0-2-1 16,5-10-2-16,-3-8-3 0,2-2-1 0,-5-8-1 16,1-7 2-16,-3-6-4 0,5-19-5 15,-12 15 7-15,0 2 2 0,-7 0 7 0,-3 3 4 16,-7 13 8-16,0 0 15 0,-1 3 15 16,-9 3 6-16,0 5 9 0,-3 2 2 15,2 5 6-15,-1 3 0 0,1 8-11 0,6 4-6 16,-4 1-6-16,6 5 0 0,-1 0-11 15,0 5-11-15,4 3-2 0,0 0 8 16,0 0 5-16,-16 29 1 0,16-2 0 16,-1 17 21-16,2 16 12 0,4 8 2 0,2 2 7 15,3 2-1-15,-3-4-7 0,5 2-5 16,1-5 0-16,3-1-4 0,-1-6-6 16,0-3-4-16,4-2-6 0,0-5-3 0,2-5-4 15,-6-10-4-15,5-6-3 0,1-5-6 16,-3 1-4-16,4-10-3 0,1-6-5 0,-1-2 1 15,5-1-4-15,-1-4-4 0,-4 1-2 16,-2-1 0-16,-3 2-20 0,-4-2-34 16,-1 0-46-16,-12 0-67 0,17-2-68 15,-17 2-84-15,12-1-103 0,-12 1-130 0,6-7-202 16,-5 0-92-16,-1 0 85 0,2-5-613 0,-2 0-821 16</inkml:trace>
  <inkml:trace contextRef="#ctx0" brushRef="#br0" timeOffset="84151.25">18243 2080 3666 0,'3'9'-83'0,"-3"-9"19"0,0 8 28 0,0-8 23 0,0 0 25 0,0 0 17 0,0 0 21 0,8 3 14 16,-8-3 14-16,0 0-7 0,28-8-2 15,-12 3 13-15,3-5 4 0,0 0 24 16,6-5 18-16,2-3 15 0,0-3 6 0,-5-4 1 16,1-2-3-16,2-12-17 15,-2-7-8-15,-5-7-13 0,0-7-12 0,-3-2-10 16,-1-7-6-16,-3 1-12 0,-1-2-9 0,-5 4 32 16,1 9 28-16,-6 18 38 0,2 10 15 15,0 5-13-15,-4 5-15 0,0 11-19 16,-6 8 1-16,8 0 11 0,-40 44 5 15,13 2-2-15,5 9 4 0,2 11-3 0,9 2-4 16,8 0-17-16,5 3-5 0,3-7-2 16,10 0-12-16,4-3-8 0,8-7-7 0,5-3-71 15,3-4-16-15,1-7 0 0,4-8 0 16,-2-9 0-16,-7-6 0 0,-1-7-17 16,-7-4-176-16,-1-2-61 0,-2-4-84 15,-7-2-100-15,1 2-120 0,-5-2-121 16,-9 2-152-16,7-4 67 0,-7 4-637 0,0 0-853 15</inkml:trace>
  <inkml:trace contextRef="#ctx0" brushRef="#br0" timeOffset="84733.74">19559 1323 4141 0,'0'-18'59'0,"-2"4"21"0,2 4 11 0,0-1-2 0,-2 5-4 0,2 6 19 0,0 0 83 0,0 0 67 0,13 51 21 0,-12-8-3 0,7 23-9 0,-5 10-6 0,-3 5-23 0,0 1-19 15,-1 22-15-15,-9-1-19 0,4 0-12 16,-9-5-18-16,-1-7-40 0,3-21-35 15,1-4-45-15,-6-8-37 0,3-8-47 16,3-13-54-16,3-6-39 0,3-7-32 0,0-7-20 16,2-5-46-16,2-5-43 0,1-3-57 15,1-4-59-15,0 0-80 0,0 0-86 16,10-33-122-16,-3-2 44 0,8 0-431 0,1-17-549 16</inkml:trace>
  <inkml:trace contextRef="#ctx0" brushRef="#br0" timeOffset="84966.93">19607 1905 2777 0,'4'-17'-10'0,"0"1"66"15,-3 6 44-15,-1 0 42 0,2 3 26 16,-2 7 15-16,2-10 7 0,-2 10-1 0,4-8-13 16,-4 8 2-16,0 0 10 15,17 0-8-15,-17 0-13 0,24 8-14 0,-12-2-9 16,0 3-2-16,-2 0 2 0,-1 2 11 16,-4 3 11-16,-3-2 3 0,-4 2 6 0,-3 4-3 15,-4-2-17-15,-2 1-18 0,-11 6-15 16,3-2-14-16,1 1-4 0,-2-7-47 15,4-5-60-15,7-2-54 0,0-3-71 0,0-3-70 16,-2-4-83-16,11 2-81 0,-12-13-62 16,10 1-81-16,4-7-90 0,7-12-93 0,8 0 47 15,2 0-347-15,8-2-465 0</inkml:trace>
  <inkml:trace contextRef="#ctx0" brushRef="#br0" timeOffset="85251.32">19824 1728 2648 0,'6'-3'31'0,"-2"-1"60"0,-4 4 50 16,0 0 36-16,8-2 36 0,-8 2 35 0,0 0 39 15,-2 21 23-15,-3-7-17 0,0 1-14 16,-3 5-32-16,3 0-19 0,-1 2-35 0,3 0-19 16,-4 1-14-16,5-1-12 0,2-3-23 15,0-1-15-15,4 0-12 0,3-3-1 16,-2-1-10-16,4-4-18 0,2-1-6 0,1-5-2 16,1-2-9-16,1 0-2 0,3-4-7 15,-1 0-2-15,-2-4-8 0,0-3 0 0,-1 1-3 16,-1-4-2-16,-3 1-3 15,-3-6 1-15,-1-1-3 0,-3-1-6 0,-2 0-4 16,-2-5 3-16,-1 3-1 0,-1 4-6 16,-3-1 0-16,-2 4-8 0,4-1-32 15,-4 5-50-15,-2 6-48 0,-2 1-65 0,2 1-85 16,11 2-95-16,-23 5-116 0,14-3-155 16,2 0-105-16,7-2 60 0,0 0-459 0,0 0-617 15</inkml:trace>
  <inkml:trace contextRef="#ctx0" brushRef="#br0" timeOffset="85435.33">20199 1651 3066 0,'14'-4'33'0,"-5"1"82"0,-1 0 67 16,-8 3 53-16,0 0 41 0,14-2 40 0,-14 2 13 15,0 0-4-15,3 12 14 0,-3 0-9 16,2 5-32-16,-2 4-28 0,2 4-33 16,-2 3-25-16,4 7-21 0,-2 3-22 0,-2-8-55 15,2-4-69-15,-2-1-104 0,0-1-92 16,0-3-82-16,0-3-79 0,1-1-73 0,1-6-63 15,1-1-75-15,1-2-104 0,-1-2-58 16,3-2 46-16,-6-4-388 0,13-2-502 16</inkml:trace>
  <inkml:trace contextRef="#ctx0" brushRef="#br0" timeOffset="85601.1">20429 1655 3134 0,'-4'-18'187'0,"0"5"40"0,0 4 17 0,3 0 13 16,-2 4-3-16,3 5-18 0,-6-10-23 15,6 10-25-15,-2-7-33 0,2 7-79 16,0 0-83-16,0 0-90 0,0 0-82 0,0 0-95 16,0 0-140-16,0 0-262 0,11 19 51 15,-8-9 73-15,3 4-246 0,-2 1-287 16</inkml:trace>
  <inkml:trace contextRef="#ctx0" brushRef="#br0" timeOffset="85983.79">20455 2051 2596 0,'-3'7'227'0,"3"-7"10"16,-6 2 11-16,6-2 10 0,0 0 14 15,0 0 7-15,0 0-22 0,0 0-27 0,0 0-20 16,0 0-23-16,22-14-17 0,-12 8-25 16,3 0-12-16,-2-5-12 0,1 1-16 0,0-4-11 15,-3-3-12-15,3-2-11 0,-7-2-4 16,6-8-7-16,-2-1-5 0,-6 2-7 15,-3 6-7-15,2 5-2 0,-2-1-6 0,0 5-8 16,0-1-5-16,-2 3-4 16,-1 7-4-16,-4 0 0 0,7 4-1 0,0 0-1 0,-16 4-1 15,16-4-4-15,-8 7-1 16,8-7-2-16,2 10 3 0,2-3 2 0,3 0 4 16,4 0-9-16,9 3 2 0,-3-2-1 15,2 3 3-15,-2-1-2 0,6 9 2 16,-2-7 0-16,-4 10-4 0,-4-2 4 0,-5 1-1 15,-4 1 1-15,4 9 2 0,-7-2-6 16,-1-2-55-16,-1-3-52 0,-7 10-51 0,3-9-71 16,-2-5-62-16,2 3-78 0,-5-4-102 15,1-4-143-15,-3 1-69 0,-3-2 63 16,0-3-367-16,-5-4-463 0</inkml:trace>
  <inkml:trace contextRef="#ctx0" brushRef="#br0" timeOffset="86200.28">19966 1976 3167 0,'0'0'290'0,"-18"-3"-9"0,18 3-8 0,-7-2-13 0,7 2-15 0,0 0-23 0,0 0-20 15,0 0-22-15,-2 13-11 16,2-13-23-16,18 21-31 0,0-7-65 0,7 3-97 15,4-1-137-15,5-1-158 0,0-2-208 16,0-4-155-16,-2 0 52 0,-5-1-408 16,-4-5-533-16</inkml:trace>
  <inkml:trace contextRef="#ctx0" brushRef="#br0" timeOffset="86850.41">21802 1699 3198 0,'0'-7'105'0,"0"7"16"0,-3-4 32 0,3 4 43 0,0 0 32 0,-17 25 25 0,7-8 14 0,-3 9-1 0,-1 1-15 0,5-4-12 15,-2 4-22-15,2-3-19 0,7-4-18 16,1-1-25-16,2-2-22 0,3 0-12 16,3-1-5-16,-2-1-12 0,6-3-3 0,3 0-13 15,1-5-13-15,1 0-7 0,-2-4-6 16,6 0-14-16,-7-3 0 0,-13 0-6 16,28-8 0-16,-17 5 5 0,2-7-10 0,-6-1-4 15,-2-1-10-15,-3-2 6 0,-2-5-6 16,-2-3-7-16,-7-10-5 0,0-1 1 0,-5 1-5 15,1 0-4-15,-1 3-8 16,3 0-28-16,2 11-52 0,-1 2-66 0,2 7-86 16,3 3-87-16,-2 4-93 0,7 2-119 15,0 0-202-15,0 0-23 0,-16 8 89 16,16-8-470-16,0 0-609 0</inkml:trace>
  <inkml:trace contextRef="#ctx0" brushRef="#br0" timeOffset="87149.98">22254 1608 3523 0,'4'-2'207'0,"-4"2"23"0,0 0 44 16,0 0 44-16,0 21 23 0,-6-9 2 0,1 4-12 16,-3 2-20-16,0 4-31 15,2 0-26-15,3-1-32 0,-3 1-16 0,4 1-22 0,0-4-16 16,2 0-11-16,0-2-16 0,0-3-17 16,0-2-9-16,0-2-14 0,2-1-5 15,-2-3-8-15,0-6-14 0,4 7-1 16,-4-7-43-16,0 0-30 0,0 0 0 15,15-15 0-15,-9 1 0 0,5-12 0 0,0-9 0 16,7-8 0-16,1-11 0 0,2-2 0 16,0-4 0-16,2-2 0 0,-3 4 0 0,3 4 0 15,-3 1 0-15,-4 9-170 0,-2 13-70 16,-1 4-50-16,-2 6-64 0,-4 5-48 16,-2 7-51-16,3 1-40 0,-3 4-54 15,4 4-89-15,-9 0-87 0,0 0 50 16,13 13-419-16,-13-5-562 0</inkml:trace>
  <inkml:trace contextRef="#ctx0" brushRef="#br0" timeOffset="87300.37">22298 1521 3223 0,'-21'17'61'0,"0"0"36"15,0 2 27-15,4-4 46 0,3-1 8 16,5-2-3-16,2 0-15 0,-1 0-14 0,4 0-13 16,4-4-13-16,8 3-16 0,-1-3-56 15,11-1-98-15,-2-4-108 0,13-1-118 16,11-7-170-16,-1-2-188 0,0 0 40 0,9 2-284 15,15 2-361-15</inkml:trace>
  <inkml:trace contextRef="#ctx0" brushRef="#br0" timeOffset="87617.06">23122 1547 2688 0,'-9'-14'157'0,"4"4"42"0,3 1 49 16,-2 4 33-16,4 5 15 0,-4-7-1 15,4 7 8-15,0 0 42 0,0 0 22 16,13 19-4-16,1 7-18 0,5 3-23 0,2 8-28 16,0 3-30-16,-4-9-23 15,0 2-23-15,-2-2-20 0,-1-2-8 0,-1 0-17 16,-3-6-19-16,-2-4-12 0,-1 2-34 0,-2-7-108 16,2-2 0-16,-2-2 0 0,-1-2 0 15,2 1 0-15,-3-3 0 0,1 1 0 16,2-3 0-16,-6-4 0 0,0 0 0 0,0 0 0 15,25-7 0-15,-13-3 0 0,-3-6 0 16,6-7 0-16,-2-7 0 0,9-13 0 16,-6 0 0-16,0 10-317 0,-1 0-93 0,2 3-84 15,-6 3-108-15,3 8-202 0,-3 2-22 16,-1 2 89-16,0 5-624 0,-3 1-815 0</inkml:trace>
  <inkml:trace contextRef="#ctx0" brushRef="#br0" timeOffset="88233.21">23739 1533 3822 0,'-10'5'56'15,"7"-2"25"-15,3-3 20 0,-9 6 18 16,9-6 21-16,0 0 34 0,-1 8 30 0,1-8 8 16,0 0-12-16,12 7-15 0,-12-7-15 15,14 2-21-15,-2 1-8 0,-12-3-17 0,23 0-15 16,-13 0-8-16,-10 0-11 0,18-3-5 15,-18 3-9-15,16 0-7 0,-16 0-1 16,11-2-4-16,-11 2-17 0,0 0-3 16,0 0-9-16,0 0-7 0,-6 22 3 15,-11 0-1-15,-3 6-8 0,-4-1 0 0,0 9 3 16,4-5-1-16,3 1 8 0,2-3 4 16,4 1 0-16,3-6-8 0,6-3 10 0,2-4-12 15,4 0 0-15,4-2-5 0,3-1 5 16,2-2-15-16,7-4 2 0,0 0-8 15,5-7 3-15,-2 2-1 0,6-6 0 16,9-2-2-16,-2-4-1 0,-2-1-3 16,-4-2 6-16,3 0 1 0,-8-5 4 0,0 0 17 15,-8-5 5-15,-4 3 6 0,-2-8 4 0,-1-2-9 16,-6-4 1-16,-2 2-8 0,-4 3-2 16,-2 4-7-16,3 0 6 0,-6 5-3 15,3 2-6-15,-5 5-9 0,2 6 1 16,-5 0-2-16,-1 6-1 0,13 0-11 0,-32 9-19 15,16-2 6-15,3-1-18 0,6 0 1 16,-2-1 4-16,9-5 4 0,-2 7 4 0,2-7-1 16,23 3 6-16,-1-5 10 0,17 1 0 15,6 1-7-15,-6 0 3 0,3 1 7 16,-8 5 20-16,-3 0 20 0,-1 5 18 0,-3 1 23 16,-8 3 7-16,-6-1 15 15,-1 1-3-15,-6 1-5 0,-2-1-8 0,-3 3-9 16,-1-1-7-16,0-3-6 0,0 3-5 15,-1-1-12-15,-1 0-42 0,0-3-10 0,-2 0-71 16,4-1-62-16,-2 0-47 0,2-2-40 16,2 0-84-16,-2-1-94 0,0-1-90 0,2-1-123 15,0-1-177-15,-2-6 31 0,7 4 94 16,-7-4-503-16,0 0-642 0</inkml:trace>
  <inkml:trace contextRef="#ctx0" brushRef="#br0" timeOffset="88734.73">24901 1030 3086 0,'-6'-34'17'0,"1"0"60"0,-4 1 59 0,-2 10 45 0,6 5 59 0,-3 3 40 15,3 1 11-15,-2 1-14 0,2 3-13 16,-1 9 9-16,6 1 26 0,-19 22 13 0,6 9 4 16,-5 16 6-16,4 12-8 0,1 5-32 15,-3 4-24-15,5 6-17 0,-1 2-25 16,5-1-18-16,1 0-18 0,2-3-49 0,3-6-131 15,-1-2 0-15,-3-4 0 0,8-14 0 16,-3-5 0-16,2-4 0 0,-2-10 0 0,0-2 0 16,0-8-60-16,-2 0-140 0,2-7-17 15,-3 0-20-15,-1-2-13 0,1-6 2 16,3-2 6-16,0 0 20 0,0 0 28 16,-24-15 20-16,17 3 20 0,-2-6 31 15,-7-12 32-15,3 1 32 0,2-3 34 0,-1 3 34 16,5 6 34-16,-1 4 29 0,0 5 26 15,2 2 6-15,3 2-4 0,1 3-10 0,-4-1-4 16,6 8 10-16,-3-7 11 0,3 7-2 16,0 0-2-16,0 0-2 0,0 0-11 15,27-4-10-15,-11 3-5 0,9-2-9 0,2-1-5 16,13-3-8-16,-3-2-5 16,0 2-4-16,-1 1-3 0,-9 1-7 0,-5 1 1 0,-2 6 25 15,-3 3 17-15,-4 3 10 16,1 5 0-16,-5 2 0 0,-1 5-8 0,-5-4-9 15,-1 3-4-15,-4 4-7 0,1 1-8 16,-3-1-35-16,-2 0-42 0,3-4-83 0,-1-3-85 16,-1 2-83-16,2-5-98 0,-1 0-97 15,0-3-114-15,4-4-165 0,0 1-60 16,0-7 86-16,6 6-584 0,-6-6-767 0</inkml:trace>
  <inkml:trace contextRef="#ctx0" brushRef="#br0" timeOffset="88901.15">25107 1545 3744 0,'-4'-16'96'0,"2"5"38"0,1 2 22 0,-1 2 20 0,0-1 13 0,2 8 3 15,-6-5-18-15,6 5-20 0,-4-8-15 0,4 8-27 16,0 0-59-16,0 0-80 0,0 0-111 16,0 0-116-16,0 0-141 0,0 0-224 15,0 0-41-15,0 0 72 0,14 21-309 0,-13-13-380 16</inkml:trace>
  <inkml:trace contextRef="#ctx0" brushRef="#br0" timeOffset="89533.37">25410 1658 2826 0,'-20'1'229'15,"0"1"44"-15,1 5 47 0,-12 5 47 16,-1 1 31-16,-2 5-1 0,-6 2-18 15,1 5-24-15,12-4-31 0,2 2-32 0,2 1-28 16,3-3-27-16,9-2-25 0,4 0-11 16,0-4-21-16,7-1-17 0,7 1-15 0,-2-1-17 15,8 0-32-15,7-5-39 0,6 3-35 16,7-6-35-16,-7-4-54 0,7-4-32 0,6-2-15 16,1-3-5-16,1-3 10 15,-3 0 7-15,-2-4 7 0,0-3 15 0,4-4 10 16,-7 1 6-16,-5-2 8 0,3-9 35 15,-9 1 38-15,-3-1 41 0,-3 0 33 16,-3 2 15-16,-6 8 13 0,1 3 8 0,-3 5-8 16,-5 2-15-16,-5 4-11 0,-3 4-10 15,-1 1-10-15,9 2-6 0,-25 9-8 0,6-1-2 16,-5 8-8-16,-5 1-38 0,8-2-14 16,3-1 0-16,7 0 0 0,6-3 0 0,-1-3 0 15,6-2 0-15,0-6 0 0,11 10 0 16,0-8 0-16,5-2 0 0,5 0 0 15,15-4 0-15,4-4 0 0,0 0 0 0,-1-2 0 16,-1-1 0-16,-2-6 0 16,-2 3 0-16,-4-1 0 0,1 1 0 0,-8 4 0 0,-6 2 0 15,-4 2 0-15,-2 1 0 16,0 2 0-16,-4 1 0 0,-7 2 0 0,0 0 0 16,4 16 0-16,-6-4 0 0,-4 3 0 15,3 1 0-15,1 2 0 0,-4 5 0 0,6 0 0 16,4 4 0-16,1 4 0 0,3 2 0 15,1-2 0-15,-1-2 0 0,0-4 0 16,-5-5 0-16,1-3 0 0,-2-2 0 16,-6-1 0-16,1 1 0 0,-10 3 0 15,-9 3 0-15,-8-2 0 0,-13 3 0 0,2-3 0 16,-9-2 0-16,-1 0 0 0,-1-2 0 16,9-8 0-16,1 0 0 0,0-2 0 0,2 2 0 15,15-9 0-15,-48-8-104 16,55 3-960-16,6 0 114 0,4-1-1115 0,7-2-1479 15</inkml:trace>
  <inkml:trace contextRef="#ctx0" brushRef="#br0" timeOffset="95116.96">9978 12481 3915 0,'-18'-2'282'0,"-1"2"-160"0,8 0-15 0,11 0 7 16,-17-2 33-16,17 2 8 0,0 0-13 0,-4-2-8 15,4 2-14-15,0 0 2 0,53-4-15 16,-5 0-12-16,23 2-8 0,5-1-11 0,5 1-9 16,2-1-49-16,-1 1-48 0,-6-2-80 15,-1 3-101-15,-9-3-119 0,-3 1-154 0,-16-2-215 16,-8 1 46-16,-11 3 71 0,-9-1-340 16,-5 2-403-16</inkml:trace>
  <inkml:trace contextRef="#ctx0" brushRef="#br0" timeOffset="95898.77">11660 12270 2757 0,'4'-14'106'0,"-4"5"41"0,0-1 20 0,0 3-9 0,2 2-9 0,-2 5-22 16,0 0-11-16,0 0 36 0,0 0 30 15,0 0-3-15,-6 31-13 0,4-8-10 0,1 3-13 16,-1 9-7-16,-2 1-13 0,2 2-9 16,0-2-18-16,1-1-2 0,-1-6-10 15,-3-4-10-15,1 0-8 0,2-2-10 16,-3-1-41-16,1-1-48 0,1-2-66 0,-3-4-91 16,4-3-87-16,-1-1-76 0,0-5-100 15,1-1-166-15,2-5 11 0,0 0 59 0,0 0-261 16,0 0-298-16</inkml:trace>
  <inkml:trace contextRef="#ctx0" brushRef="#br0" timeOffset="96148.86">11569 12189 2453 0,'-4'-13'100'16,"2"2"-1"-16,2 4-3 0,4 2-7 16,3 0 13-16,-7 5 11 0,23 0 33 0,2 3-2 15,10 9-3-15,11 7-9 0,-1 5-6 16,5 5-7-16,-3 4-10 0,-3 4-4 0,-8 0 3 15,-7 4 8-15,-9 0 5 0,-6-7-2 16,-10 0 1-16,-6-3-6 0,-7 6 4 0,-5-4-5 16,-3-1-2-16,-9 0-8 0,-9 1-8 15,3-4-11-15,2-7-5 0,-1-3-8 16,2-4-6-16,-1-1-11 0,9-5-11 0,-1-3-36 16,6-4-60-16,0-4-91 0,3 2-116 15,3-6-137-15,3-3-186 0,1-3-97 16,6 0 63-16,7-1-397 0,4-5-489 0</inkml:trace>
  <inkml:trace contextRef="#ctx0" brushRef="#br0" timeOffset="96548.66">12216 12644 3121 0,'0'0'153'0,"0"0"1"0,0 0 16 0,0 0 28 16,0 0 11-16,0 0-12 0,0 0-18 15,0 0-15-15,0 0-10 0,0 0-20 16,0 0-15-16,5-16-9 0,14 13-10 16,2-4-9-16,0 2-10 0,1-3-8 0,-1 2-8 15,-5 0-3-15,-1-1-4 0,1 0-7 16,-7 0-5-16,0-1-4 0,-2-2-6 16,-2 3-4-16,-3-3-4 0,-2 2-7 0,-5 0 1 15,0-1-9-15,-3 2 2 0,-1 3 0 16,-3 1-2-16,-1 3-3 0,-1 2-1 0,-4 3 8 15,0 4 0-15,4 0 2 0,-4 5-1 16,5 0 7-16,1 1-9 0,3 3 5 0,3-3-3 16,4 3 0-16,2-5 2 15,4 4 1-15,5 0-5 0,3-1 1 0,1-3 6 16,14 3-8-16,2-4 2 0,5-4-8 16,2-3 1-16,5-1-26 0,-9-4-40 0,-2 0-50 15,-4-2-58-15,-1-1-68 0,-2-1-78 16,0-1-85-16,-8 0-96 0,1-2-156 0,-1 0 10 15,-1-1 69-15,-5-1-330 0,2-1-380 16</inkml:trace>
  <inkml:trace contextRef="#ctx0" brushRef="#br0" timeOffset="97032.37">12804 12446 2525 0,'0'0'29'0,"0"0"34"15,0 0 24-15,-23 12 27 0,16-3 25 16,-4 1 19-16,4 2 8 0,0 0 1 15,-1 1-10-15,5 0 7 0,-4 1-5 0,1-1-8 16,6-1-13-16,-1 2-6 0,2-3-13 16,-1-1 5-16,0 0-5 0,4 1 2 15,3-5-3-15,-2 0-9 0,3 0-7 0,-1-2-4 16,0-2-13-16,-7-2-10 0,23-4-6 16,-9 1-6-16,-1-2-5 0,1-3-6 0,-3 0 1 15,0-1 2-15,-1-1 7 0,-2 0 3 16,-3-3 15-16,1 5 9 0,-1-2-6 0,-3 2 8 15,1 3-12-15,1-3-8 0,-4 8-15 16,0 0-2-16,0 0-7 0,0 0 0 16,-7 23-6-16,2-1-6 0,-3 14 17 15,5 5-3-15,-3 16 69 0,6 2 21 0,6 3-5 16,1 4 26-16,5-3-3 0,1-1-11 16,0-3 1-16,-1-1-4 0,-1-6 3 0,-4-12-15 15,0-1-131-15,-3-3 0 0,-8-7 0 16,2-5 0-16,-3-2 0 0,-4-3 0 15,-4-1 0-15,-8 3 0 0,-4-4 0 0,-5-5 0 16,-6-2 0-16,-6-3 0 0,-2-5 0 16,-2-2 0-16,-2-5 0 0,-11-7 0 0,2-2 0 15,3-5 0-15,5 0 0 16,7-1 0-16,8 3 0 0,7 5 0 0,5 1 0 16,4 2 0-16,5 4 0 0,1 1 0 15,3-2-116-15,3 4-672 0,6 2-173 0,-3-7 69 16,3 7 101-16,16-17-788 0,4 7-1021 15</inkml:trace>
  <inkml:trace contextRef="#ctx0" brushRef="#br0" timeOffset="97482.57">13751 12057 4261 0,'-18'-3'-117'0,"-4"3"39"0,-1 7 45 0,-11 7 42 0,-7 9 52 0,0 10 40 16,3 5 35-16,4 3 26 0,1 11 23 15,10 1 12-15,4 3 0 0,6-1 10 0,7 0-11 16,5-11-11-16,4 1-22 0,6 5-4 15,9-4-24-15,2-1-12 0,7-6-9 0,5-2-20 16,4-6-13-16,3-2-73 0,1-6-74 16,-4-5-100-16,0-7-149 0,-2 1-161 0,0-8-167 15,-10-1-96-15,-5-3 79 16,0 0-524-16,-6 0-649 0</inkml:trace>
  <inkml:trace contextRef="#ctx0" brushRef="#br0" timeOffset="98181.4">14197 12523 3203 0,'2'-5'63'0,"-2"5"46"0,0-10 4 0,0 10-7 0,4-7-7 0,-4 7 24 0,0 0 30 0,0 0 22 15,16 3 11-15,-5 1-8 0,-2 6-9 16,5 2-2-16,-3 3-11 0,0 0-8 0,-1 1 6 16,-3 1 5-16,1-1-3 0,-6 0 4 15,-1-1 13-15,1 0-10 0,-2-1-14 16,-2 0-15-16,2-2-7 0,-1 0-11 16,1-3-9-16,-2-1-5 0,2-1 18 0,0-7 13 15,0 9 0-15,0-9-19 0,0 0-9 16,0 0-13-16,30-28-6 0,-9 6-13 0,4-2-4 15,4-8-10-15,-3 7-4 0,-1 3-8 16,-2 1-8-16,0 5-5 0,-4 5-7 0,0 7-2 16,-1-1-5-16,-6 8 1 0,6-1-2 15,2 8-5-15,7 5 0 0,-4 1-2 0,0 1 4 16,-1 3-4-16,-2 1-8 0,-1-1-4 16,0-3 0-16,-5-3-5 0,0-1-75 15,-2 1-45-15,1-2-56 0,-2-2-65 0,1 2-69 16,-2-8-65-16,-1 3-55 0,1-6-51 15,1-1-64-15,3-1-72 0,1-4-84 16,2-6 51-16,4 1-503 0,4-9-625 16</inkml:trace>
  <inkml:trace contextRef="#ctx0" brushRef="#br0" timeOffset="98464.43">15121 12558 3009 0,'7'-11'-39'16,"2"7"48"-16,-6-2 30 0,-3 6 25 0,6-7 30 16,-6 7 41-16,0 0 18 0,0 0 9 15,0 0 0-15,0 0-6 0,0 0-5 0,0 21-10 16,2-12-17-16,0-3-8 0,1 4-10 15,1 0-11-15,4 0-6 0,2-1-10 16,1 1-4-16,6-3-10 0,2 1-7 16,-2-4-3-16,3 1-10 0,-4-5 2 0,2 0-4 15,-2 0-4-15,-2 0-1 0,-3-5-4 16,-11 5 0-16,18-6 11 0,-9 0-5 16,-3 2-2-16,-6-3-3 0,0 7-5 0,-6-18 1 15,-5 1-4-15,1 1-6 0,-8-7-1 16,-2 2-3-16,4 3-2 0,2 5-1 0,-3-1-17 15,3 3-25-15,1 2-35 0,-1 4-47 16,1-1-70-16,1 2-85 0,1 2-98 0,2 1-156 16,9 1-147-16,-16 0 66 0,16 0-391 15,-3-5-468-15</inkml:trace>
  <inkml:trace contextRef="#ctx0" brushRef="#br0" timeOffset="98849.42">16015 11763 3054 0,'-1'-18'176'16,"-2"5"17"-16,1 3 8 0,-2 2 3 16,4 8 21-16,0 0 39 0,0 0 31 0,-38 37 46 15,17 4 2-15,3 7-6 0,-4 8-10 16,8 4-18-16,-4 3-16 0,4 1-22 0,3 1-18 16,4 1-28-16,-3-4-23 15,2 1-19-15,4-7-17 0,1-11-17 0,-1-4-15 0,0-4-88 16,2-8-46-16,2-6 0 15,0-4 0-15,-1-3 0 0,-1-3 0 0,0-1 0 16,2-3 0-16,-3-1 0 0,1-2 0 16,2-6 0-16,-3 2 0 0,3-2 0 0,0 0 0 15,-19-9 0-15,9-3 0 0,-5 0 0 16,-1-1 0-16,2 1 0 0,-4 2 0 16,5 3 0-16,-3 3 0 0,4 4 0 0,-8 4 0 15,2 5 0-15,-7 5 0 0,0 3 0 16,7 0 0-16,5-1 0 0,4 0 0 0,4 0 0 15,-2-3 0-15,7 1 0 16,4 0 0-16,0-2 0 0,6-2 0 0,1-1-17 16,6-1-241-16,6-4-113 0,-2-2-119 15,2-4-133-15,13-4-161 0,2-2-27 0,-1-1 82 16,-3-4-668-16,-2-1-850 0</inkml:trace>
  <inkml:trace contextRef="#ctx0" brushRef="#br0" timeOffset="99464.74">16107 12584 3680 0,'-10'5'54'0,"0"-1"42"16,3 0 27-16,-1-2 29 0,8-2 31 0,0 0 18 15,-10 6 1-15,10-6-12 16,0 0-11-16,0 0-1 0,0 0-7 0,0 0-14 16,0 0-18-16,0 0-5 0,48-14-12 15,-27 7-20-15,-4-1-4 0,3-2-12 0,-4 0-3 16,0 1-9-16,-3 1-10 0,-2-1 0 15,-1 2-7-15,-1 2-2 0,-3-1-11 0,-2 0-9 16,-4 6-5-16,0 0-2 0,0 0-3 16,0 0-6-16,-34 17 10 0,9 1-6 0,2 3 10 15,0-3 1-15,0 5 3 0,7-4 1 16,0 1-6-16,7-5 4 0,-1 1-8 16,4-2 2-16,2-4 7 0,4 0 13 0,4 2-5 15,2-5 11-15,4 0-12 0,4-2-8 16,4-3-3-16,3-2 11 0,3-4-6 0,15-3-3 15,1-3 0-15,0-4-9 16,4-3 2-16,-3-3-12 0,-8-1-7 0,3-6-1 16,-4-4-2-16,-3-4-1 0,-2 2-1 15,-6-5-4-15,-4 6 0 0,-4 2-2 0,-3 6 5 16,-5 5 0-16,2 4-4 0,-6 3-3 16,1 5-5-16,-2 2-1 0,0 5 3 0,0 0 3 15,0 0-2-15,0 0 5 0,-21 25 7 16,17-11 4-16,1 1 16 0,1-1 20 15,4 0 30-15,-1 3 26 0,5-2 15 0,5 4 8 16,3-4-104-16,5 8-21 0,2-3 0 16,-6-3 0-16,0-2 0 0,-1-3 0 15,-5 0 0-15,0-2 0 0,-3-1 0 0,2 3 0 16,-6-3 0-16,-2-1 0 0,-2 2 0 16,-1 0 0-16,-9 2 0 0,-3 0 0 0,-10 2 0 15,-2-1 0-15,2-4 0 0,2-2 0 16,3-2 0-16,0 0 0 0,7-2 0 0,-2-3 0 15,2 0 0-15,-3-3 0 0,5-6 0 16,4-4-567-16,3-8-54 0,6-16-10 0,11-17-5 16,10-6-29-16,13-22-15 15,5-2 47-15,2-2-645 0</inkml:trace>
  <inkml:trace contextRef="#ctx0" brushRef="#br0" timeOffset="99648.47">16756 12048 3298 0,'42'-63'-60'0,"-12"13"90"0,-1 6 78 0,0 3 51 0,-10 10 47 0,-2 6 23 0,-4 7 11 0,-3 5-7 0,-3 1-15 0,3 8 24 16,1 5 37-16,-11-1 9 0,33 30 7 15,-18 2 15-15,8 18 4 0,-10 12-15 0,-2 5-16 16,-7 7-17-16,-2 4-21 0,-9 24-19 16,-4-5-2-16,-5-6-21 0,-3-4-147 0,6-18-56 15,-2-3 0-15,-3-5 0 0,2-6 0 16,-2-6 0-16,3-3 0 0,1-13 0 16,1-4 0-16,-2-2 0 0,2-9 0 15,1-6-453-15,1-3-208 0,1-8-228 0,0-1 25 16,10 0 90-16,-13-8-773 0,10 1-992 15</inkml:trace>
  <inkml:trace contextRef="#ctx0" brushRef="#br0" timeOffset="100497.17">18508 12121 4596 0,'-18'-2'67'0,"7"0"7"0,1 2 27 0,10 0 47 0,-9-2 55 0,9 2 51 15,0 0 23-15,-9-4-8 0,9 4-23 0,0 0-26 16,25-17-40-16,5 8-18 16,6 0-12-16,7-1-19 0,2-1-36 0,0 4-47 15,-1 1-57-15,-4-1-89 0,0 0-97 16,-12 1-129-16,-1 3-135 0,-5 2-147 0,-10-1-194 16,1 2 76-16,-13 0 79 0,9 3-498 15,-9-3-611-15</inkml:trace>
  <inkml:trace contextRef="#ctx0" brushRef="#br0" timeOffset="100836.74">18660 12385 3566 0,'-21'-3'228'16,"6"-1"12"-16,1 4 24 0,5-2 40 15,4-1 32-15,5 3-8 0,-9-9-17 0,11 2-25 16,-2 7-33-16,16-15-31 0,-3 7-23 15,6-1-20-15,15-3-62 0,-1 2-84 16,3 3-115-16,3 0-139 0,0 0-178 16,3 1-215-16,2 2-186 0,0-2 76 0,-2 4 78 15,2-4-504-15,-3 2-616 0</inkml:trace>
  <inkml:trace contextRef="#ctx0" brushRef="#br0" timeOffset="101230.31">19577 12153 3539 0,'-4'-13'201'0,"2"2"37"0,0 3 28 0,2-2 25 16,0 3 12-16,0 0 5 0,0 7-14 15,2-11-28-15,2 5-26 0,-4 6-20 16,15 0-22-16,-15 0-16 0,26 12-19 0,-8-4-17 16,0 4-14-16,6 5-15 0,1 0-8 15,-11-5-14-15,-2 2-12 0,-2-4-4 0,-3 2-5 16,-1 0-9-16,-4-2-3 0,2 1-10 15,-2-3 4-15,-2 2-9 0,2-4 5 16,-2 1 9-16,2-1 31 0,-2-6 17 0,0 0-58 16,0 0-51-16,21-10 0 0,1-9 0 15,3-6 0-15,11-8 0 0,5 3 0 0,-2-2 0 16,6 7 0-16,-6 3 0 0,-3 5 0 16,-3 10 0-16,-5 2 0 0,-3 6 0 15,8 7 0-15,-7 8 0 0,-1 3 0 16,-4 7 0-16,-4-1 0 0,0 6 0 0,-3 0 0 15,-5 3 0-15,1 0 0 0,-1-2 0 16,-1 0 0-16,-1-1 0 0,0-7 0 0,-4-3 0 16,1-6 0-16,0-1-44 0,-1-1-371 15,-1-4-96-15,2-4-140 0,1 0-175 0,-5-5 9 16,14 0 84-16,-14 0-693 0,25-12-878 16</inkml:trace>
  <inkml:trace contextRef="#ctx0" brushRef="#br0" timeOffset="101418.42">20672 12184 3784 0,'-5'-7'94'16,"5"7"41"-16,0 0 7 0,-6-6 15 16,6 6 33-16,0 0 19 0,0 0 46 15,0 0 27-15,0 0-18 0,0 0-23 16,27-4-26-16,-8 6-36 0,4-2-68 0,4-2-72 16,3 2-83-16,10-4-107 0,-1 3-124 15,6-4-87-15,2 1-123 0,1 1-253 0,9-4 72 16,-13 0 68-16,-4-1-415 0,-6-3-488 15</inkml:trace>
  <inkml:trace contextRef="#ctx0" brushRef="#br0" timeOffset="101630.57">21448 11786 3021 0,'12'-31'98'0,"-5"8"65"16,-2 3 54-16,2 5 37 0,-3 3 8 0,-1 2-8 16,-3 3-22-16,0 7 29 0,0 0 68 15,0 0 28-15,6 29-3 0,-10 9-2 0,-3 13-22 16,-3 9-28-16,-1 2-24 0,-1 2-25 15,2 1-21-15,5 0-22 0,-3-2-23 0,3-3-18 16,-4-3-93-16,8-13-76 0,-3-4 0 16,0-4 0-16,2-9 0 0,2-5 0 0,-1-4 0 15,1-4 0-15,0-1-173 0,-2-3-225 16,4-2-154-16,-1-4-173 0,-1-4-149 16,0 0 79-16,4 3-795 0,-4-3-1030 0</inkml:trace>
  <inkml:trace contextRef="#ctx0" brushRef="#br0" timeOffset="102531.15">23656 12037 4241 0,'0'-15'-102'0,"2"3"39"0,-2 3 43 0,2 1 26 0,-4 4 26 0,2 4 7 15,0-9 0-15,0 9 55 0,0 0 61 0,0 0 32 16,-9 31 3-16,-2-2-3 0,-3 4-10 15,-4 11-16-15,-7 1-7 0,-2 3-14 0,-4 0-11 16,1 2-16-16,-2-3-12 0,-3 3-10 16,1-5-8-16,6-4-14 0,-1-5-20 15,8-9-40-15,3-2-43 0,5-7-44 16,8-4-44-16,-1-5-46 0,6-4-66 0,0-5-74 0,0 0-45 16,45-17-46-16,0-9-30 15,6-5-26-15,20-15-42 0,1-4-29 0,2-7-378 16,-5 1-386-16</inkml:trace>
  <inkml:trace contextRef="#ctx0" brushRef="#br0" timeOffset="102680.46">23954 12107 2521 0,'32'-38'65'0,"-9"15"67"16,-12 3 44-16,1 8 10 0,-6 3 7 0,-2 3 18 16,-4 6 42-16,0 0 24 0,0 0 2 15,-23 23-12-15,2-1-16 0,4 5-21 0,-3 2-5 16,4 2-20-16,0 0-21 0,-1 1-14 16,3-1-18-16,3 6-12 0,2-3-22 0,3 2-8 15,-4-2-66-15,5 0-88 16,-1 2-95-16,1-5-102 0,-2-4-161 0,4-3-157 0,-8 9-180 15,1-5 67-15,-4-6-550 16,5-3-685-16</inkml:trace>
  <inkml:trace contextRef="#ctx0" brushRef="#br0" timeOffset="102880.11">23028 12291 3708 0,'-30'-12'144'0,"7"3"30"15,1 1 47-15,9 0 33 0,1 1 8 16,7-1-21-16,5-1-25 0,7-5-25 0,26-4-14 16,17-4-36-16,14 1-7 0,33-1-23 15,16 4-60-15,3 3-85 0,6 0-125 16,-2 3-162-16,-9 3-194 0,-26 2-225 0,-3 1 76 16,-11 6 70-16,-20 3-426 0,-4 0-494 15</inkml:trace>
  <inkml:trace contextRef="#ctx0" brushRef="#br0" timeOffset="103081.11">23291 12518 2781 0,'-44'3'150'0,"2"1"45"16,0 1 20-16,4 0 31 0,11-3 38 0,6 0 30 16,6 0 32-16,2 0 5 15,13-2-18-15,-13-2-31 0,13 2-30 0,0 0-24 16,32-16-30-16,10 7-20 0,20-7-60 15,33-5-85-15,5 0-114 0,7 1-135 0,-8 3-186 16,-2-6-208-16,-19 8-195 0,-1 0 82 16,-5-2 73-16,-8 5-491 0,-5 1-591 15</inkml:trace>
  <inkml:trace contextRef="#ctx0" brushRef="#br0" timeOffset="103513.63">24592 12181 3462 0,'0'0'173'0,"0"0"-5"15,-2-6-13-15,2 6 16 0,0 0 17 0,0 0 12 16,24 1-9-16,-24-1-13 0,26 6-14 16,-9 1-17-16,1-2-13 0,-4 2-14 0,2 0-11 15,-3 0-2-15,-1 1 9 0,-5-1 5 16,1 0 10-16,-5 3 1 0,3-5 3 0,-3 5-6 15,-3-4-10-15,0 2-9 0,0-2-11 16,0-6 2-16,0 9-10 0,0-9 26 16,3 5 5-16,-3-5-16 0,0 0-8 15,17-26-11-15,2 3-13 0,3-3-6 0,2-3-6 16,3 4-9-16,-1 1-3 0,3 4-2 16,-4 6-6-16,-2 5-18 0,-5 7 7 0,0 6 9 15,0 3 10-15,7 7 3 0,-1 6 2 16,-1 0-3-16,-5 3-44 0,2 1-8 0,1-1 0 15,-3-4 0-15,5 1 0 0,0-1 0 16,2-5 0-16,-4-4 0 0,0-5 0 0,4-3 0 16,2-4 0-16,9-7 0 0,-2-1 0 15,0-4-44-15,-2 0-189 0,1-3-75 0,-6 0-97 16,-1-4-111-16,-3 4-148 16,-4-3-181-16,-5 2 87 0,-5 3 80 0,3-4-594 15,-3 2-732-15</inkml:trace>
  <inkml:trace contextRef="#ctx0" brushRef="#br0" timeOffset="104364.61">26290 12167 3317 0,'4'-5'-46'0,"0"1"49"0,-4 4 20 0,0 0 21 0,0 0 30 0,0 0 46 15,0 0 39-15,-21 17 26 0,9-6 14 0,1 7 6 16,-6 1 2-16,2 5-1 15,3-5-6-15,5-2-9 0,1-3-13 0,4 4 2 0,2-3-6 16,2 1-6-16,4 2-11 16,1-2-5-16,3-3-13 0,7-1-16 0,0 0-1 15,5-5-14-15,2-2-10 0,2-3-12 16,1-2-3-16,2-2-9 0,-2-3-8 0,7-2-8 16,-7 1-5-16,-6-3 0 0,-3-1-4 15,0-2-10-15,-5-2-4 0,-1-4-2 0,-3 2-2 16,-3-3-8-16,-5-1 2 0,1-7-5 15,-4 2-1-15,-1-10-5 0,-3 5-5 0,1 4 2 16,-4 7-10-16,0 2-13 16,0 5-38-16,-3 3-35 0,-3 6-39 0,-3 5-58 15,0 3-81-15,-12 9-96 0,-1 3-104 16,4 3-120-16,2 4-187 0,6 0 66 0,2 3 75 16,10-3-474-16,3-7-574 0</inkml:trace>
  <inkml:trace contextRef="#ctx0" brushRef="#br0" timeOffset="105030.13">26904 12090 3337 0,'5'-14'147'0,"2"4"6"0,-4 3-14 0,-1 2-7 0,2 2-6 0,-4 3 29 0,0 0 52 16,0 0 28-16,2 18 1 15,-2-7-22-15,-2 3-10 0,0 4-24 0,0-1-20 16,0 1-5-16,2-2-17 0,0-2-2 16,0-2-2-16,0 0 1 0,0-3 0 0,-1-1 18 15,1 1 27-15,1-1 28 0,-1-4 23 16,0-4 2-16,0 0-24 0,0 0-21 0,0 0-24 15,0 0-13-15,0 0-135 0,10-35-16 16,-3 6 0-16,7-8 0 0,4-8 0 0,6-4 0 16,2-8 0-16,10-14 0 15,5-2 0-15,1-2 0 0,-1 0 0 0,-4 22 0 16,-5 9 0-16,-1 6-115 0,-13 13-174 0,0 7-102 16,-7 10-65-16,-4 3-55 0,2 5-79 15,-9 0-145-15,0 0-31 0,3 21 88 16,-4-4-567-16,-10 15-706 0</inkml:trace>
  <inkml:trace contextRef="#ctx0" brushRef="#br0" timeOffset="105181.32">26824 12119 3759 0,'-10'-5'112'0,"5"0"14"0,-1 0 24 16,4-1 6-16,2 6-9 0,2-13-15 15,4 6-12-15,8-2-14 0,6 1-14 0,12-5-16 16,9 4-64-16,10-4-104 15,8 3-137-15,2-1-166 0,3-1-275 0,9 4 64 16,3 3 68-16,4 1-298 0,6 1-322 16</inkml:trace>
  <inkml:trace contextRef="#ctx0" brushRef="#br0" timeOffset="105533.72">28290 11886 2357 0,'-13'-9'133'0,"-1"3"36"15,3 0 10-15,-1 1 8 0,2 3 12 16,-1-1 4-16,5 1-5 0,6 2-14 16,0 0 3-16,0 0 7 0,-17 10-11 15,14-1-14-15,3 1-16 0,1 2-14 0,-1 2-16 16,8 5-10-16,-1 0-9 0,3-1-13 16,5-3-8-16,-1-1-7 0,1 1-7 0,0-5-6 15,2 0-6-15,-1-1-1 0,-3-4-6 16,1 0-3-16,-1-4-4 0,-4 2 3 0,-9-3 19 15,23-5 11-15,-14-2 32 0,-1-2 1 16,-2-2 0-16,-1-3-13 0,-3-2-7 16,0-3-10-16,-2-5-6 0,-2-1-2 0,0-2-11 15,1 4-6-15,-3 3-6 16,2 3-12-16,0 4-5 0,0 1-15 0,1 5-18 0,-6 2-29 16,7 5-43-16,-9-3-67 15,9 3-102-15,-16 13-118 0,11-5-132 0,-1 5-181 16,4-3-71-16,6 0 81 0,10-1-542 15,6-3-671-15</inkml:trace>
  <inkml:trace contextRef="#ctx0" brushRef="#br0" timeOffset="105831.1">28908 11821 3676 0,'7'-6'153'0,"-3"3"4"0,-4 3 14 0,0 0 23 0,0 0 23 16,0 0 15-16,0 0 5 0,-22 17-6 15,13-6-20-15,-5 4-17 0,3 1-19 16,-3 0 6-16,0 7-21 0,3-4-19 15,0-4-15-15,4-1-9 0,0 0-12 16,0-6-9-16,2 1-2 0,1-1-9 0,-2 0-3 16,3-2 50-16,3-6 24 0,-4 5-6 15,4-5-14-15,0 0-13 0,0 0-8 0,-12-17-17 16,10 5-12-16,2-3-10 0,2-5-4 16,3-14-60-16,2-5-12 0,6-12 0 15,4-6 0-15,7-4 0 0,0 3 0 0,2 10 0 16,1 1-25-16,0 9-126 0,-8 13-52 15,3 5-68-15,-4 7-76 0,-3 6-72 16,-1 7-51-16,-5 1-83 0,0 7-119 0,0 1-86 0,-2 7 75 16,-3 5-555-16,-4 3-699 15</inkml:trace>
  <inkml:trace contextRef="#ctx0" brushRef="#br0" timeOffset="105981.43">28707 11933 3642 0,'-12'-6'79'16,"1"1"29"-16,4 1 24 0,-2 1 18 15,9 3 1-15,-5-9-11 0,5 9-13 0,2-10-13 16,-2 10-16-16,19-9-9 0,-1 4-52 16,2 2-68-16,5 0-113 0,3 2-123 0,3 1-172 15,9-3-202-15,0 3 63 0,-4 0 60 16,6 5-247-16,0 2-255 0</inkml:trace>
  <inkml:trace contextRef="#ctx0" brushRef="#br0" timeOffset="106263.68">29469 11972 2542 0,'0'0'310'0,"0"0"-4"0,-2-12 2 16,2 12 7-16,0 0 14 0,0 0 7 15,0 0-1-15,0 0-21 0,0 0 6 0,0 0 3 16,0 0-14-16,0 0-21 0,21 19-22 16,-9-9-23-16,-3 0-25 0,5 2-18 0,1-1-22 15,-4-1-17-15,3-3-17 16,-5 1-14-16,0-1-12 0,-1-2-11 0,-2 0-16 15,-1 0-91-15,-5-5 0 0,10 7 0 16,-10-7 0-16,10 4 0 0,-10-4 0 0,0 0 0 16,0 0 0-16,0 0 0 0,16-17 0 15,-14 2 0-15,7-3 0 0,-2-4 0 0,2-7 0 16,3-7 0-16,-1 1 0 0,0 3-328 16,2 2-147-16,-4 10-104 0,-4 3-127 0,3 6-151 15,-4 5 83-15,2 0-747 0,-6 6-966 16</inkml:trace>
  <inkml:trace contextRef="#ctx0" brushRef="#br0" timeOffset="106881.25">30231 11950 4206 0,'-15'2'-13'0,"0"2"31"0,4-2 23 15,3 0 37-15,8-2 44 0,-15 2 26 0,15-2 17 16,-10 0-2-16,10 0-11 0,0 0-4 15,0 0-12-15,-13 2-7 0,13-2-12 0,0 0-8 16,0 0-13-16,0 0-6 0,0 0-10 16,0 0-10-16,0 0-7 0,25-13-6 15,-22 8-4-15,-3 5 0 0,8-5-8 16,-8 5-5-16,7-6-8 0,-7 6-5 0,0 0-3 16,0 0-6-16,0 0 9 0,-40 17 3 15,15 3 7-15,-3 1 17 0,-5 8 9 16,10-5-3-16,-2 1-2 0,5 2-7 0,4 1-2 15,2-1 3-15,6-3-5 0,6-3 4 16,1-3-6-16,2 1-9 0,9 0 2 0,-1-1 3 16,5-5-5-16,2-1-2 0,6-4-2 15,1 0 1-15,2-6-7 0,-3 0-1 16,1-4 1-16,2 0-5 0,-2-3 1 16,6-7-1-16,-7 1-2 0,3-6-2 0,-10 0-5 15,-2 1 4-15,3-9-8 0,-3-4 5 16,-6-2-7-16,0-2 0 0,-2 1 0 0,-1 4-2 15,-4 8 4-15,0 2-8 0,2 4-5 16,-2 2 3-16,-2 0-9 0,-2 7 2 0,-4 1 2 16,8 4-5-16,-17-2 1 0,17 2 0 15,0 0-4-15,-17 6 11 0,17-6-4 16,0 0 8-16,0 0 0 0,34 7-2 0,-5-7 4 16,13-3-6-16,3 2 4 0,4-2-4 15,-6-1 1-15,-9 4 1 0,-5 1-11 0,-6 2 7 16,2 0 3-16,-8 3 1 0,0 6 17 15,-3 2 0-15,-7-3 8 0,-1 6-4 16,-3-2 1-16,-3 2-4 0,0 0 4 16,-3 2 10-16,-3 2-20 0,3-1-2 0,-1 1-6 15,-3-3-45-15,2 0-50 0,1-2-55 16,0-2-73-16,1 2-94 0,-1 1-66 0,4-3-50 16,-4-3-106-16,8 1-207 0,3-6 10 15,-1 0 79-15,3-5-481 0,-9-1-605 0</inkml:trace>
  <inkml:trace contextRef="#ctx0" brushRef="#br0" timeOffset="107378.59">31287 11474 3218 0,'0'-32'12'0,"-1"4"48"0,-4 7 44 0,-1 1 45 0,1 3 37 0,-1 3 5 16,-1 4 2-16,-1 3 0 0,-3 7 20 15,11 0 26-15,-40 27 14 0,11 14-3 16,-1 8-20-16,1 3-24 0,2 7-25 0,0 3-12 15,4 3-17-15,-3 14-21 0,7-15-28 16,-2 2-11-16,1-4-10 0,6-3-7 0,-4-5-27 16,5-3-29-16,2-13-41 0,1-5-32 15,3-9-20-15,1-5-15 0,2-3-14 0,2-5-6 16,-1-1-24-16,3-4-24 0,-3-2-16 16,3-4 18-16,0 0 15 0,0 0 13 0,-13-18 14 15,8 5 10-15,-5-5 12 16,-2-9 28-16,3 3 28 0,4 3 31 0,-4 2 46 15,5 5 32-15,-1 1 19 0,-1 2 18 16,5 3-1-16,-5-2-3 0,4 3 2 0,2 7-5 16,-2-9-11-16,2 9 11 0,0 0 21 15,0 0 12-15,13-7-8 0,2 7-5 16,1 0-11-16,9-2-14 0,1-2-8 0,14-1-9 16,5-2-6-16,-2 2-6 0,-3-1-11 15,-8 4-9-15,-9 2-15 0,-3 0-2 0,-4 4 2 16,-4 3 4-16,-3 3 15 0,-1 2 7 15,-5 2 0-15,-3-1 1 0,-1 5-6 16,-3 1-5-16,0 1-4 0,-1 0-5 16,-1 1-5-16,0 0-6 0,0-3-58 0,-1 2-58 15,-1-1-74-15,5-5-91 0,-2 3-112 16,-1-5-125-16,5 1-144 0,-3-3-192 0,2 1 78 16,4-2 75-16,0 0-524 0,1-2-659 15</inkml:trace>
  <inkml:trace contextRef="#ctx0" brushRef="#br0" timeOffset="107678.5">31542 12123 3572 0,'4'-26'108'0,"2"5"36"0,-2 4 46 0,0 2 48 0,-2 5 24 0,2-2 10 0,-3 4-19 16,1-1-29-16,2 3-27 0,-4 6-19 15,2-10-21-15,-2 10-19 0,0 0-14 16,0 0-6-16,0 0-12 0,0 0-10 0,-4 33-6 15,-3-18-5-15,-1 2-11 0,0 2-8 16,-1-2-11-16,1 0 0 0,3-3-10 0,0-1-9 16,1 1 6-16,1 0-4 0,1-4 15 15,4 2 7-15,-2 0 7 0,3 0 4 0,1 2-17 16,3-1-2-16,0-1-5 0,0 1 1 16,3 0-9-16,0-3-3 0,-1 3-9 0,2-4 8 15,-1 3-49-15,1-4-57 16,-1 1-73-16,2-3-82 0,-1 0-103 0,4-1-115 15,-2-5-132-15,5 0-187 0,0 0 0 16,0-3 87-16,0 1-530 0,2-2-670 16</inkml:trace>
  <inkml:trace contextRef="#ctx0" brushRef="#br0" timeOffset="116194.74">14812 3863 391 0,'0'0'145'0,"8"-5"-70"0,-8 5-5 0,0 0-24 0,5-5-13 0,-5 5-15 16,0 0-5-16,0 0-5 0,5-5 4 15,-5 5 0-15,0 0-6 0,0 0-6 0,7-5-5 16,-7 5 2-16,0 0-7 0,0 0 5 15,0 0-2-15,10-2 3 0,-10 2 11 16,0 0 7-16,5-4-3 0,-5 4 9 0,0 0 16 16,6-6 14-16,-6 6 2 0,0 0 0 15,4-4 9-15,-4 4 3 0,0 0 5 16,2-5-6-16,-2 5 2 0,0 0 4 16,0 0-2-16,6-5-3 0,-6 5 2 0,0 0-2 15,0 0 0-15,3-5 0 0,-3 5-5 16,0 0 0-16,0 0-2 0,4-6 1 15,-4 6 4-15,0 0 11 0,2-6 6 0,-2 6 5 16,0 0 0-16,0 0-6 0,0 0-4 16,0 0-12-16,0 0-4 0,0 0 13 0,-31 18-1 15,7 1 13-15,0 7-8 0,-10 4 5 16,7 8 4-16,0 1-13 0,2-2 11 16,4 4-9-16,6-10-9 0,5 2-6 15,4-8-6-15,4-2-3 0,2-5-7 16,6 4 2-16,-1-2-6 0,6-4-33 0,1 1-50 15,4-4-62-15,4-3-85 0,4-4-104 16,0-2-161-16,0-4-81 0,1 0 51 0,-1-2-65 16,0-6-55-16</inkml:trace>
  <inkml:trace contextRef="#ctx0" brushRef="#br0" timeOffset="116594.67">15115 3937 1529 0,'0'0'-13'15,"0"0"44"-15,0 0 43 0,0 0 34 0,0 0 25 0,-3 35 25 0,-3-17 13 0,3 2 17 16,-6 2-13-16,6 3 0 0,-3-1-12 16,2-2-13-16,2 2-10 0,1-2-10 0,-1-3-15 15,2-2-15-15,2 0-6 0,-1-1-10 16,-1-5-4-16,4 2-9 0,0-5 4 0,1 1-9 15,3-4-8-15,-2-2-7 0,-6-3-8 16,22 0-2-16,-22 0-2 0,25-8-7 16,-9-2 2-16,1-4-6 0,2-7-1 15,-4 4 2-15,1 3 17 0,-9 4 17 16,5 0 13-16,-5 1-2 0,1 3-6 0,-5 0-17 0,-3 6-4 16,10-5-9-16,-10 5 1 15,0 0-4-15,0 0-3 0,0 0 1 0,8 17-5 16,-6-8-1-16,0 3-1 0,0-2-2 15,-1 2-5-15,1 0-5 0,0 3-33 0,4-4-31 16,-3-1-60-16,2 2-63 0,2-2-63 16,1 1-86-16,-3-3-80 0,5-2-139 15,-2-2-53-15,-1 0 56 0,2-4-188 0,-9 0-218 16</inkml:trace>
  <inkml:trace contextRef="#ctx0" brushRef="#br0" timeOffset="116794.11">15634 3918 2019 0,'9'-36'9'15,"1"0"47"-15,-2 3 45 0,-5 11 25 16,1 5 2-16,0 2-29 0,-3 11-5 16,-1 4 25-16,0 0 23 0,0 0 17 0,-1 47 0 15,-1-6 10-15,-6 18 5 0,1 9-9 16,-3 1-11-16,-1 4-11 0,-11 21-15 0,0-4-6 16,-3-5-11-16,4-20-11 0,-2-5-9 15,5-3-35-15,-4-7-58 0,1-4-92 0,3-5-129 16,-9-5-159-16,7-12-250 0,-5-4 48 15,1-4 54-15,1-7-211 0,0-7-231 16</inkml:trace>
  <inkml:trace contextRef="#ctx0" brushRef="#br0" timeOffset="117443.83">17382 6249 2172 0,'0'0'27'0,"-33"19"33"0,7 8 35 0,-7 10 25 0,-2 10 29 0,-1 2 14 0,6 2 7 0,-3 2 4 16,6-1-10-16,5 0-11 0,7-3-18 0,4 1-14 15,4-11-8-15,5 1-11 0,7-2-10 16,0-2-13-16,6-3-10 0,0 2-42 15,3-6-65-15,1 0-86 0,5-5-76 0,-3-3-88 16,2-9-92-16,-2-4-150 16,2-4 13-16,-2-6-200 0,4-5-210 0</inkml:trace>
  <inkml:trace contextRef="#ctx0" brushRef="#br0" timeOffset="117795.49">17570 6543 2075 0,'0'-23'39'0,"-4"6"28"16,1 2 17-16,-4 3 18 0,5 2-2 15,-3 1 3-15,1 1-5 0,1 2-8 0,1 3 2 16,2 3 19-16,0 0-4 0,0 0-4 16,-18 14-6-16,14-2 7 0,1 1-9 15,-1 4-4-15,4 2-8 0,2 0-7 0,0 2-8 16,1 2-4-16,5-3-12 0,-2 1 1 16,4-4-10-16,-1 0-2 0,-2-5-1 15,3 0 1-15,1-4 3 0,-1-2-1 16,0-5-13-16,3-2 0 0,2-3-3 0,2-4 0 15,2-4-1-15,5-2-1 0,-4-5 23 16,-3 4 20-16,-4 0 20 0,1 3 9 0,-5 2 4 16,-1 2-2-16,-2 0-9 0,2 3-11 15,-3-1-7-15,-1 2-15 0,-4 4-10 0,5-5-3 16,-5 5-3-16,0 0-3 0,0 0-8 16,0 0-26-16,13 15-40 0,-13-10-44 0,1 1-67 15,1 2-50-15,0 0-38 0,4-1-41 16,-5-3-48-16,7 1-39 0,-2-2-71 0,5-3-95 15,-11 0-4-15,23 0-222 16,-6-6-246-16</inkml:trace>
  <inkml:trace contextRef="#ctx0" brushRef="#br0" timeOffset="117962.35">18098 6429 2141 0,'15'-18'42'0,"-4"3"44"16,-3 6 16-16,-3 1-8 0,0 2-9 0,-5 6 49 16,0 0 45-16,0 0 25 0,2 36 3 15,-10 4-2-15,-4 11-8 0,1 8-10 0,-1-1-7 16,-1 2-15-16,0 3-15 0,1 0-15 15,0 1-9-15,-4 0-17 0,1-3-51 0,-2-3-63 16,-7-2-99-16,6-3-105 0,-5-5-121 16,-2-2-174-16,-6-3-97 0,3-4 57 15,-6-3-303-15,-4-4-331 0</inkml:trace>
  <inkml:trace contextRef="#ctx0" brushRef="#br0" timeOffset="118560.33">14048 9530 2568 0,'-7'-15'91'0,"-3"9"-2"0,-1 8 12 0,-3 5 42 0,-10 14 26 0,-7 13 20 0,-4 5-6 15,1 11-7-15,2-1-8 16,1 7-12-16,6 0-18 0,5 2-7 0,6 0-11 16,7-3-14-16,5-9-10 0,6-2-13 15,3-3-23-15,3-4-38 0,5-4-54 0,3-4-64 16,0-4-88-16,1-6-86 0,3-9-98 15,-6-6-110-15,2 0-97 0,-3-5 51 0,2-4-246 16,3-5-258-16</inkml:trace>
  <inkml:trace contextRef="#ctx0" brushRef="#br0" timeOffset="119028.14">14300 9573 2352 0,'-2'-11'124'0,"-2"3"2"16,2 4-5-16,2 4 5 0,0 0 27 15,0 0 20-15,-21 18 8 0,16-5 9 0,-3 8-2 16,-2 8-9-16,4 2-13 0,1 4-13 16,3 0-16-16,0-6-13 0,4-1-12 15,-2-2-9-15,2 1-12 0,2-3-9 0,3 5-7 16,-1-7-4-16,-2-3-10 0,2-5-4 16,-3-4-4-16,7 2-5 0,-4-8-3 0,3-2-1 15,2-4-4-15,1-2-4 0,3-6-4 16,3-4-1-16,0-7-3 0,3-2-1 0,-1-3-4 15,-3 2 2-15,-2 0 23 16,-4 7 17-16,-1 3 4 0,-4 4-4 0,0 1-13 16,-3 4-10-16,-1 2-3 0,-2 3-3 15,0 0-3-15,0 0-3 0,2 26-6 0,-2-13 1 16,0 3 1-16,-2 3-6 0,2-1-1 16,0 3-4-16,2-2-3 0,2-2-2 0,-3 1-8 15,3-4-15-15,2-3-4 0,0-3-10 16,3 0-13-16,1-7-18 0,0-1-20 0,-10 0-18 15,30-9-19-15,-11 1-4 0,8-8 6 16,-4-1 5-16,0-2 10 0,-5 0 8 0,4-3 11 16,-8 1 6-16,0 1 8 15,-3 5 13-15,-1 3 1 0,-4 1 1 0,-1 3 4 16,1 3 2-16,-2 1 5 0,-4 4 13 16,0 0-1-16,0 0-6 0,-4 21-11 0,-2-7-64 15,-3 4-90-15,-6 11-106 0,-4 0-138 16,0-1-148-16,-1-3 60 0,7-2-299 15,1-5-314-15</inkml:trace>
  <inkml:trace contextRef="#ctx0" brushRef="#br0" timeOffset="119261.06">15142 9368 2564 0,'10'-25'188'0,"-7"8"21"0,1 3-17 0,1 7-22 0,-5 7 31 0,0 0 41 0,-5 26 19 0,-2 15 18 0,-6 19 9 15,-5 7 2-15,-3 22-12 0,-1 5-28 16,-3 6-38-16,-2-1-15 0,0 2-21 16,-2 3-24-16,1-4-36 0,-1-4-50 0,4-6-55 15,7-25-56-15,-4-5-73 0,6-8-71 16,-4-7-92-16,5-13-96 0,-6-6-112 0,0-6-198 16,5-6 32-16,-4-8 72 0,3-4-410 15,-6-2-468-15</inkml:trace>
  <inkml:trace contextRef="#ctx0" brushRef="#br0" timeOffset="119861.14">9421 9691 2855 0,'0'0'29'16,"0"0"21"-16,-29 35 22 0,5 4 21 0,-3 11 5 0,-1 8 4 0,-6 17-8 0,7-14 4 0,4-1-11 0,5-2-7 15,5-4-5-15,8 1-15 0,3-10-1 16,7-2-11-16,-1-4-17 0,7-4-44 16,5-3-47-16,1-5-59 0,4-4-73 0,-4-10-101 15,4-2-121-15,-2-5-97 0,0-4 41 16,0-4-163-16,0-1-129 0</inkml:trace>
  <inkml:trace contextRef="#ctx0" brushRef="#br0" timeOffset="120226.71">9741 9953 2151 0,'-1'-12'240'16,"-3"4"17"-16,2 1-4 0,2 2-9 15,0 5-22-15,-6-6 5 0,6 6 11 0,0 0 11 16,0 0-5-16,-11 24-19 0,7-13-20 16,0 4-21-16,2 1-16 0,0 0-19 15,2 2-10-15,0-1-20 0,0 2-8 16,2-1-16-16,2-1-8 0,0-2-12 0,-1 1-18 15,3-3-14-15,0-3-6 0,4-3-6 16,-1-2-3-16,3-1-4 0,1-6 0 0,2-1-2 16,2-6-5-16,8-8 1 0,-2 0 2 15,-3-5-5-15,-2 1 12 0,-5 4 13 16,-1 5 27-16,-5 2 17 0,1 0-5 16,-5 3-13-16,3 1-9 0,-1 0-9 0,-5 6-8 15,0 0 2-15,0 0-5 0,0 0-13 16,3 25-2-16,-4-11-5 0,1-2 3 15,0 0-14-15,1 0-34 0,1 0-40 0,0-2-36 16,4 2-55-16,-5-3-58 0,5-1-63 16,-1 1-39-16,2-4-32 0,0-2-31 0,1-3-29 15,-8 0-26-15,19-3-20 0,-6-4-27 16,1-2 19-16,-3-1-464 0,7-2-410 0</inkml:trace>
  <inkml:trace contextRef="#ctx0" brushRef="#br0" timeOffset="120377.76">10113 10051 2451 0,'16'-17'-1'0,"-4"1"71"15,-4 5 64-15,0 1 47 0,-2 0 16 0,-3 5-5 16,1 3-13-16,-4 2 36 0,0 0 36 15,9 17 22-15,-5 4-9 0,-4 16-12 0,0 7-17 16,-4 14-23-16,-3 11-10 0,-2 2-26 16,1 1-15-16,0-4-20 0,1-1-20 15,-3-6-60-15,-2-3-66 0,3-4-82 16,-4-8-117-16,-1-11-144 0,1-4-168 0,-8-4-181 16,2-7 55-16,-2-7 64 0,0-5-405 15,-4-4-460-15</inkml:trace>
  <inkml:trace contextRef="#ctx0" brushRef="#br0" timeOffset="120911.21">7077 6685 2890 0,'-29'36'23'0,"1"10"17"0,-1 7 7 0,2 5 8 0,7 8-4 0,2-1-2 0,6 0 0 16,3 0-10-16,7-2 1 0,4-3-2 16,7-4-2-16,3 0-2 0,8-6-25 0,7-3-44 15,5-5-66-15,6-5-107 0,3-5-152 16,-2-6-145-16,5-6 48 0,-8-5-133 0,3-8-90 15</inkml:trace>
  <inkml:trace contextRef="#ctx0" brushRef="#br0" timeOffset="121428.61">7728 6797 1668 0,'-14'-4'109'0,"4"2"9"15,-2 1-9-15,12 1-16 0,-11 5-5 0,8 0 0 16,-1 7 14-16,4 5 13 0,0 7 11 16,5 13-1-16,-1 7-13 0,5 7-11 0,2-1-7 15,-6-8-9-15,2 1-11 0,1-6-7 16,0 1-1-16,1-6-4 0,-5-6-13 0,3-7-10 16,-3-4 2-16,1 0-4 15,-1-6-4-15,1-2 0 0,2-4-6 0,1-4 7 16,8-3-13-16,0-8 9 0,5-9 0 15,4-4 14-15,0-9 1 0,-2-4 21 0,-4 7 24 16,-2 5 22-16,-5 5 10 0,0 8-6 16,-7 1-12-16,1 6-11 0,-3 1-4 0,-3 5 11 15,0 0 4-15,8 27-5 0,-6-9-8 16,-1 6-11-16,-1 2-7 0,0 10-8 0,2-1-7 16,3-6-7-16,0-5-6 0,-1-2-4 15,3-2-8-15,-1-4-12 0,4-3-12 16,-1-1-8-16,-1-7-11 0,4-3-12 0,1-2-15 15,3-4-17-15,0-3-10 0,9-13 4 16,0 2 2-16,0-6 6 0,-5 1 3 0,3-2 1 16,-5 1 15-16,-1-1 22 15,-5 10 4-15,-5 5 6 0,-2 5 3 0,-1 6 20 16,-4-1 27-16,2 20 5 0,-6 3-4 16,-3 15-3-16,0 3-1 0,-7 16-10 0,1 2-4 15,1 2-20-15,4-3-56 0,-3 0-94 16,9-3-132-16,-4-10-150 0,11-2-213 0,0-5 8 15,6-6 75-15,2-4-366 0,1-10-396 16</inkml:trace>
  <inkml:trace contextRef="#ctx0" brushRef="#br0" timeOffset="125275.48">9042 14909 2963 0,'-4'-14'297'0,"1"2"-20"0,-2 4-43 0,1 1-51 0,3 1-39 0,1 6-46 16,-6-4 8-16,6 4 33 0,0 0 14 15,-25 29 15-15,10 0-4 0,0 5 3 0,-4 10 6 16,3 3-12-16,3-1-1 0,5-7 5 16,6 1-17-16,2-2-16 0,5-1 0 0,2-2-16 15,4 0-11-15,3-5-7 0,1-2-17 16,3-4-2-16,-5-5-34 0,0-6-59 0,2-1-68 16,1-4-79-16,0-2-103 0,0-4-122 15,1-6-128-15,4-4-174 0,0 0-47 16,3-7 85-16,-1-3-436 0,1-2-558 15</inkml:trace>
  <inkml:trace contextRef="#ctx0" brushRef="#br0" timeOffset="125513.32">9299 15162 3089 0,'0'-7'45'0,"0"7"-2"16,0 0 3-16,0 0 28 0,0 0 38 16,0 0 30-16,23 13 10 0,-5-3 11 15,4 7 4-15,5 4 0 0,-1 1-11 0,9 9-15 16,-5 0-15-16,0 1-9 0,-5-6-11 15,-5 2-12-15,-5-2 9 0,-5-3 21 0,-5-4-13 16,-5-3-1-16,0 4-7 16,-3-5-8-16,-8 4-8 0,-7 2-9 0,-5-1-8 15,-6-2-10-15,-1-2-3 0,-4 0-35 0,-2-4-55 16,-1 1-62-16,2-3-72 16,1-4-88-16,9 0-92 0,5-5-145 0,2-1-224 0,7-3 58 15,-1-1 68-15,7-2-297 16,3-3-369-16</inkml:trace>
  <inkml:trace contextRef="#ctx0" brushRef="#br0" timeOffset="126042.47">10382 15063 2605 0,'-6'-5'83'0,"6"5"31"0,-10-8 21 0,10 8 8 0,-6-6 0 0,6 6-10 0,0 0-10 16,0 0-13-16,11-10-7 0,-11 10-3 16,24 0-7-16,-7 3-4 0,6 6-3 15,4 6 1-15,4 7 2 0,-5 1-10 0,0 9-2 16,-5 0-5-16,-3 2-7 0,0 7-4 16,-5-3-4-16,-4-1-5 0,-2 1-9 0,0-1-3 15,-2-3-1-15,-3-5-3 0,-2-7 25 16,0-3 0-16,0-2 7 0,-2-3 17 0,2-1 11 15,-5-1 25-15,2-2 20 0,-6 1-2 16,-2-3 3-16,-9 2-19 0,-3-6 0 16,-2 1-15-16,-13-1-14 0,-3-3-3 0,-4-1-11 15,6-3-2-15,1-1-13 16,5 1-5-16,8 1-7 0,2 0-9 0,5-4-14 16,-2 1-41-16,5-1-39 0,2 1-59 15,4-2-80-15,-2-1-107 0,10-2-130 0,-1-3-136 16,5 0-202-16,8-6 57 0,5-7 78 15,7 3-384-15,11-8-487 0</inkml:trace>
  <inkml:trace contextRef="#ctx0" brushRef="#br0" timeOffset="126561.53">10805 14911 3034 0,'-4'-14'121'0,"2"4"60"0,2 5 10 16,-2-2-13-16,2 7-14 0,0 0-14 0,0 0 65 15,0 0 4-15,0 0-11 0,12 41-17 16,-5-10-15-16,3 6-18 0,-1 1-14 16,-1 1-16-16,-1 2-8 0,1-2-15 0,-6 2-12 15,0 0-10-15,-2-2-4 0,-4 0-8 16,-4 0-7-16,1-6-4 0,-1-2-4 0,3-9-6 16,1-3-1-16,-1-5 22 0,4-5 18 15,-1-7-3-15,2-2-14 0,0 0-12 16,0 0-4-16,14-25-3 0,-1 0 4 0,2 0-15 15,2 1-9-15,0 3 0 0,-2 3-4 16,-3 6-6-16,-3 3-8 0,3 3-3 16,0 4 21-16,-3 2 8 0,-9 0 0 15,27 10 0-15,-16 2-4 0,4-1-2 0,0 3-12 16,6 5 4-16,-3 3 2 0,-1-7-6 16,-4-1-3-16,-3-5 5 0,-1 3-9 0,-1-6 11 15,1 1-9-15,-3 0 9 0,1-5-3 16,-7-2 0-16,0 0-4 0,31-9-2 0,-19 0-1 15,-1-1-5-15,0 1 5 0,-1-1 22 16,-1 2 14-16,1 0 4 0,-4 3-4 0,0 1-1 16,-6 4-3-16,9-8-12 15,-9 8 0-15,11-3 31 0,-11 3 12 0,0 0-28 16,21 11-52-16,-10-7 0 0,3 3 0 0,6-1 0 16,0-2 0-16,5 2 0 15,15-2 0-15,2-4 0 0,3-2 0 0,-2-6 0 16,-2 0 0-16,-5-3 0 0,-1-2-175 15,-9-1-269-15,-1 2-154 0,-9 2-194 0,-3 0-101 16,-2 1 98-16,-3 3-733 0,-6 2-974 16</inkml:trace>
  <inkml:trace contextRef="#ctx0" brushRef="#br0" timeOffset="127358.58">13027 15172 3877 0,'-4'-4'-175'0,"4"4"45"0,-4-13 34 0,2 7 17 0,2-2 19 0,0 8 14 0,0-9 12 0,0 9 5 0,0-10 3 16,0 4 1-16,0 6 0 0,0-8 5 0,0 8 1 16,0 0 1-16,0-8 1 15,0 8 5-15,0 0-2 0,2-8 6 0,-2 8 7 16,0 0 21-16,0 0 19 0,0-9 26 15,0 9 17-15,0 0 13 0,0 0 15 16,4-10 3-16,-4 10 8 0,0 0 11 0,0 0 14 16,0 0 17-16,0 0 15 0,29 24 5 15,-22-6 3-15,5-1-1 0,3 9-3 0,1 3-4 16,-4 0-11-16,1 0-21 16,-1-2-7-16,-4-1-11 0,-3-5-12 0,4 1-4 15,-6-5-10-15,-1 0-7 0,4-1-4 16,-4-5-11-16,1-1-8 0,-1 2 6 0,0-4 25 15,2-3 14-15,-4-5 0 0,3 7-11 16,-3-7-12-16,0 0-12 0,18-15-9 16,-9 2-7-16,9-10 4 0,1-5-21 0,1-1-2 15,4 1-7-15,-1 3-1 0,-3 1-7 16,-3 10-5-16,-4 3-8 0,1 5-3 0,-1 1 4 16,-1 3-8-16,-12 2 5 0,27 8-9 15,-12 1 7-15,1 3-6 0,-2 1-4 0,6 8 3 16,-2 0-6-16,3-1 3 15,-3 3-2-15,-1-6-51 0,-4-2-43 0,2 0-44 0,-1-2-27 16,-1 1-37-16,-2-7-34 16,1 2-35-16,-3-3-60 0,4-3-58 0,-1-1-49 15,1-4-45-15,-1-1-25 0,3-4-41 16,4-4-80-16,-4-3-499 0,8-5-592 16</inkml:trace>
  <inkml:trace contextRef="#ctx0" brushRef="#br0" timeOffset="127643.71">13894 15213 3018 0,'0'-9'-38'0,"-2"0"48"0,0 2 36 0,2 7 29 0,-8-8 24 0,8 8 14 0,0 0 8 16,0 0 0-16,0 0-4 0,-24 13-16 16,19-5 1-16,4 4-2 0,1 1-12 15,-4 1-7-15,6 0-4 0,1-1-14 16,2 3 1-16,3-5-13 0,3 3 0 0,2 1-2 0,2-8-17 16,5 3 8-16,-4-8-2 15,4 2-8-15,-4-2-1 0,0-2-5 0,-1-2 3 16,0 0-5-16,-2-1 2 0,-1-1 14 15,-4-1 23-15,-3-2 10 0,-1-1 10 16,0-1 2-16,-8-1-7 0,0-4-6 0,-3 0-8 16,1-1-5-16,-4 0-6 0,1 3-8 15,2 0-6-15,-4 3 0 0,-1 3-28 0,-1 4-40 16,-1 3-46-16,-3 0-55 16,1 7-76-16,-2 2-75 0,0 0-131 0,4 2-251 0,2-1 19 15,6-1 70-15,6-3-281 16,0-7-341-16</inkml:trace>
  <inkml:trace contextRef="#ctx0" brushRef="#br0" timeOffset="127792.38">14339 15238 2259 0,'-16'-4'17'0,"0"0"20"0,3 2 3 15,4 0-2-15,-1-1-5 16,10 3-6-16,-15-5-22 0,15 5-70 0,-12-5-126 0,12 5-233 15,-9-2-180-15,9 2-104 16</inkml:trace>
  <inkml:trace contextRef="#ctx0" brushRef="#br0" timeOffset="128441.09">14873 15236 2020 0,'-11'-3'242'0,"11"3"-2"0,0 0 15 0,0 0 21 0,-25 10 11 0,13-1 9 16,5 2-9-16,0 3-21 0,-3 3-21 16,2 2-24-16,4 2-17 0,1-1-22 0,3-4-17 15,-2 1-15-15,4 0-14 0,1 1-10 16,1-3-11-16,4-3-5 0,0 0-10 0,1-3-8 15,3-1-6-15,-1-4-5 0,2-3-8 16,-1-1-2-16,-12 0 0 0,29-7-1 16,-16 1 11-16,1-3 0 0,-5-1 8 15,-2-3-8-15,2-5-5 0,-2-2-10 0,-3-1-1 16,-3-4-10-16,-2-4-5 0,1-6-5 16,-6-5 2-16,-1 3-8 0,0 4-25 15,3 7-6-15,-1 7-15 0,-1 4-9 0,2 4-36 16,-2 6-22-16,-1 3-46 0,7 2-66 15,0 0-75-15,-29 16-112 0,22-5-117 0,-2 7-196 16,2-3-90-16,3 1 89 0,4-1-516 16,8-1-666-16</inkml:trace>
  <inkml:trace contextRef="#ctx0" brushRef="#br0" timeOffset="128725.5">15198 15193 3707 0,'0'0'188'0,"2"-9"-2"16,-2 9-9-16,0 0 5 0,0 0 40 0,0 0 17 15,0 0 0-15,0 0-19 0,-11 23-30 16,10-11-14-16,-1 2-19 0,-2 1-17 0,4-1-11 16,-2 0-9-16,0 4-15 0,0-5-12 15,2 0-7-15,0 1-3 0,-1-4-14 0,1 0 0 16,0-1-5-16,-2-2-8 0,2 0 1 16,0-1 0-16,0-6 37 0,0 0-12 15,0 0-8-15,0 0-10 0,0 0-5 16,0 0-6-16,5-29-3 0,3 7-8 0,0-14-14 15,7-12-71-15,1-5-56 0,-2-1-57 16,8-1-60-16,0 3-67 0,1 2-64 16,-2 7-55-16,-4 14-59 0,-3 4-80 0,-2 8-166 15,-1 11 7-15,-6 0 82 0,1 9-397 16,-6-3-490-16</inkml:trace>
  <inkml:trace contextRef="#ctx0" brushRef="#br0" timeOffset="128875.13">15182 15241 3091 0,'-7'4'131'0,"1"-2"19"0,2 1 21 0,4-3 19 16,0 0 1-16,0 0-18 0,0 0-19 15,0 0-13-15,0 0-16 0,33-16-42 0,-13 11-99 16,5-1-150-16,7-5-195 0,2 3-288 16,1-1 44-16,2 2 65 0,-11 3-230 0,-2 2-259 15</inkml:trace>
  <inkml:trace contextRef="#ctx0" brushRef="#br0" timeOffset="129260.32">16200 15315 2472 0,'-4'-4'197'0,"-4"0"-18"15,8 4-17-15,0 0-11 0,6-13-9 0,-6 13 1 16,15-11-11-16,-2 4-13 0,1 0-13 16,7-3-10-16,7 1-12 0,-7-1-6 0,-1-1-5 15,-6 1-6-15,2 2-5 0,-1-6-8 16,-3 1 2-16,-3 1-1 0,0-2 6 16,-7 1 11-16,0 3 13 0,-4 0-6 15,-1 1 0-15,-5 2 1 0,-3 2 4 16,-5 3 7-16,-5 4 18 0,-3 6 16 0,-8 2 9 15,-3 5 9-15,2 2-9 0,7 1-5 16,2 3-13-16,4 4-9 0,5-2-9 0,7-2-8 16,4 0-2-16,4-3 1 0,4 4-15 15,4-3-10-15,5 5-4 0,9 1-8 0,0-7 2 16,5-1-69-16,5-2-77 0,7-2-96 16,0-6-124-16,7-4-130 0,-2-4-160 15,3-3-164-15,10-6 75 0,-3-2-539 0,0-5-693 16</inkml:trace>
  <inkml:trace contextRef="#ctx0" brushRef="#br0" timeOffset="130062.42">17301 14351 3666 0,'-11'-22'121'16,"-1"7"29"-16,3 2 18 0,0 7 14 0,-1 4 23 15,10 2 27-15,-27 18 22 0,6 11-3 16,-2 13-9-16,6 13 5 0,2 3-15 0,1 5-17 15,9 7-18-15,-3 2-15 0,6-1-11 16,1 3-18-16,-1-3-13 0,-2-4-17 0,4-6-12 16,0-13-11-16,-2-5-11 15,4-6-6-15,-2-8-8 0,0-4-2 0,0-8-12 16,0-3 3-16,-2-2-5 0,4-2-2 0,-2-5-8 16,0-5-5-16,4 6-9 0,-4-6-10 15,0 0-9-15,0 0-9 0,-4-31-15 16,0 10-15-16,-6-10-5 0,-1-1-3 15,-7-2 4-15,2 5 0 0,-4 4 0 0,-1 8-1 16,-1 5 1-16,3 8 0 0,-4 4 4 16,-10 9 14-16,3 5 14 0,-1 6 2 0,-1 9 13 15,9-2 4-15,4 2 0 0,4 2-3 16,5 3-1-16,5-7-4 0,3-3 2 0,8 1 5 16,3 6-7-16,7-2 0 15,6-4 0-15,4-4-16 0,5-6-51 0,1-5-59 16,5-1-55-16,3-8-51 0,0-2-47 15,-2-4-44-15,0-4-42 0,-2-3-19 0,0-1-16 16,-3-7 24-16,-5-1 28 0,7-8 33 16,-7 0 27-16,-7 2 33 0,1-2 50 0,-8 1 63 15,-2 6 71-15,-4 4 78 0,-3 5 65 16,-1 3 38-16,0 0 23 0,-1 0 8 16,-3 6 21-16,0 4 26 0,0 0 7 0,0 0 6 15,0 0-8-15,0 0-15 0,0 0-11 16,-20 22-19-16,18-14-13 0,0 3-7 15,2-2-19-15,0-1-3 0,0 3-23 0,2-4 0 16,4 3-10-16,1-3-10 0,2-2-4 16,5-2-10-16,-3-1-3 0,7-2-8 15,0 0-4-15,0-3-4 0,0-1-4 0,-2 1-4 16,-3-1 3-16,1 1-4 0,-3 1-10 16,-4-2-9-16,-7 4-10 0,0 0 4 0,22 7 8 15,-22 2 20-15,0 6 3 0,-6 10 39 16,1 15 33-16,-6 13-3 0,0 1 15 15,-1 3 4-15,-1-3-131 0,2 3 0 0,-3-4 0 16,0-3 0-16,1 0 0 0,3-13 0 16,-1-2 0-16,1-3 0 0,-2-3 0 15,5-8 0-15,0-4 0 0,-2-4 0 0,4-1 0 16,-6-3 0-16,-5-2 0 0,-3 0 0 16,-2-3 0-16,-6-2 0 0,1-4 0 15,-18-8 0-15,3 2 0 0,2-3 0 0,3-4 0 16,-6-9 0-16,10-6 0 0,7-6 0 15,7-7-537-15,15 2-475 0,4-4 82 0,13-7 106 16,5 1-838-16,2 5-1100 0</inkml:trace>
  <inkml:trace contextRef="#ctx0" brushRef="#br0" timeOffset="130674.75">17917 15363 4354 0,'-46'-6'51'0,"32"3"42"0,2-3 41 0,-1 2 45 0,4 2 29 0,9 2 12 16,-13-8-13-16,10 3-13 0,3 5-29 15,-2-10-24-15,2 10-15 0,11-18-5 0,-2 8-13 16,7 1-34-16,-1-6-16 0,0 2-4 16,2-1-13-16,-1 0 4 0,-2 0-5 15,-2 1-4-15,-2 2-5 0,-5 3-2 0,3-2 10 16,-7 6-17-16,-1 4 4 15,0 0 4-15,0 0 9 0,0 0 17 0,-47 17 17 0,22 5 4 16,-9 9 5-16,4 0 9 16,1 5-8-16,12-3-7 0,0 1-2 0,3-2-7 0,5 1-10 15,5-4 1-15,2-6-5 16,6 1-2-16,1-5 0 0,8 1-2 0,3 2 1 16,9-4-2-16,6-7-1 0,3-1-8 15,-4-8-2-15,13-3-6 0,-4-3-1 16,3-3-3-16,-1-4-8 0,6-9-19 0,-6-3 0 15,4-5 0-15,-6-4 0 0,-3-4-4 16,3-6-28-16,-5-2-16 0,-1-2-1 0,-5 1-1 16,-4 5-16-16,-10 11 9 15,-3 7-6-15,-2 7 5 0,-6 2 3 0,-3 5 8 0,-1 5 7 16,1 3 4-16,0 0 7 16,0 0 11-16,0 0 3 0,-38 14 9 0,29-4 0 15,4 0 15-15,1 2 5 0,4 2 12 16,4 1 14-16,0 6 6 0,8 8 23 0,-1 0-2 15,0 2 20-15,3 0 25 0,-2 2 9 16,4-1-33-16,-7-2-88 0,-1-3 0 0,-4-5 0 16,-3 0 0-16,-1-1 0 0,-1 1 0 15,-7-1 0-15,-1-3 0 0,-7 6 0 16,3-4 0-16,-1-6 0 0,-2-3 0 0,-4 1 0 16,4-3 0-16,-2-5 0 0,2 2 0 15,0-6 0-15,-1 0 0 0,2-8 0 0,2 1 0 16,1-9 0-16,8-7-328 15,4-4-725-15,7-23 116 0,13-1-1060 0,5 3-1415 16</inkml:trace>
  <inkml:trace contextRef="#ctx0" brushRef="#br0" timeOffset="130858.86">19094 15254 5900 0,'0'0'104'0,"0"0"66"0,0 0 42 0,0 0 41 0,0 0 24 0,0 0-4 0,0 0-17 0,18-7-30 15,-9 3-30-15,4 2-27 16,7-1-62-16,6 1-91 0,-1-1-138 0,6-1-122 0,-2 3-133 16,-1-1-140-16,1 2-161 15,-9-1-199-15,1 2 77 0,-8 1 91 0,-1 3-595 16,-4 0-763-16</inkml:trace>
  <inkml:trace contextRef="#ctx0" brushRef="#br0" timeOffset="131008.28">19098 15454 4012 0,'-15'5'229'0,"3"-1"50"0,3-3 58 16,4 1 35-16,5-2 17 0,0 0-10 16,0 0-38-16,0 0-37 0,0 0-35 0,0 0-43 15,37-15-81-15,-13 8-93 0,-1 0-137 16,13-1-115-16,-9 3-124 0,-4-1-140 16,-1 3-156-16,-3 0-203 0,-2-1 77 0,-1 2 85 15,-4 2-499-15,-12 0-627 16</inkml:trace>
  <inkml:trace contextRef="#ctx0" brushRef="#br0" timeOffset="131774.63">20575 15375 3480 0,'-7'-17'106'16,"1"3"39"-16,0 4 50 0,4 1 22 0,2-1 2 0,0 3 7 0,4-1-4 0,0-2-2 0,4 3-16 16,5 0-19-16,3 1-17 15,0 5-11-15,5 1-18 0,4 3-9 0,-3 2-18 16,11 6-7-16,-5 1-13 0,-1 1-5 15,-2 3-12-15,-5-3 5 0,-9-1-1 0,-2-1 12 16,-3 1 21-16,-2-2 17 0,-4 3 3 16,0-4 4-16,-5 2-5 0,0-2-10 15,-1 3-8-15,1-8-8 0,-1 4 23 0,6-8 27 16,-3 6 0-16,3-6-115 0,0 0-40 0,0 0 0 16,3-43 0-16,12 10 0 15,8-9 0-15,4-1 0 0,3 4 0 0,1 3 0 16,-1 5 0-16,-5 9 0 0,0 5 0 15,-3 5 0-15,-2 6 0 0,-3 4 0 16,2 6 0-16,2 3 0 0,-1 3 0 0,4 6 0 16,-3 6 0-16,-2-2 0 0,0 2 0 15,-2 3 0-15,-4-7 0 0,-1-1 0 0,-3-6 0 16,1 3 0-16,-2-4 0 0,-1-2 0 16,1 1 0-16,-3-1-258 0,6 0-221 0,-4-5-136 15,0-2-144-15,-7-1-116 0,20-3 88 16,-7-2-716-16,1-2-948 0</inkml:trace>
  <inkml:trace contextRef="#ctx0" brushRef="#br0" timeOffset="131994.78">21788 14655 4391 0,'-13'-15'29'0,"2"5"40"0,-1 6 44 16,-2 2 39-16,-1 6 34 0,-5 4 26 15,-6 9 17-15,3 9 5 0,-1 10-10 0,4 10-2 16,4 5-20-16,7 7-26 0,4 1-24 15,5 0-13-15,1-1-9 0,7 4-14 0,4 0-10 16,3-4-13-16,0-2-12 0,4-4-45 16,0-8-57-16,0-2-75 0,-2-13-73 15,3-4-83-15,-2-1-105 0,0-11-117 0,-2-2-131 16,0-5-181-16,-3-3 61 0,1-6-570 16,-1 3-753-16</inkml:trace>
  <inkml:trace contextRef="#ctx0" brushRef="#br0" timeOffset="132342.94">22031 15066 3864 0,'0'-16'119'0,"0"2"37"0,0 3 25 16,0 5 12-16,0 6 1 0,0-8 31 15,0 8 26-15,0 0 22 0,0 0 4 16,0 0-7-16,13 21-17 0,-5-9-17 0,-2 2-21 16,2-1-18-16,1 3-18 0,1-1-16 15,-3-1-15-15,1-1-17 0,-1-4-5 16,2 2-19-16,-6-5-10 0,3 1-6 15,-3-1-9-15,-1 1-3 0,4-4-7 0,-6-3-60 16,5 9-12-16,-5-9 0 0,9 0 0 16,-9 0 0-16,13-7 0 0,-6 2 0 0,5-4 0 15,1 1 0-15,1 1 0 0,1 0 0 16,-2 1 0-16,0 0 0 0,0 3 0 0,1 0 0 16,-1 2 0-16,3 2 0 0,-5 2 0 15,5 3 0-15,-5 0 0 0,3 4 0 0,-2-3 0 16,0 5 0-16,-2-2 0 15,1 0 0-15,-2 0 0 0,-1-3 0 0,-2 2 0 16,5 1-358-16,-6-3-121 0,9 0-120 16,-3-2-165-16,3 0-102 0,1 0 90 0,5-1-703 15,6-1-927-15</inkml:trace>
  <inkml:trace contextRef="#ctx0" brushRef="#br0" timeOffset="132524.87">23034 15172 4420 0,'0'0'113'0,"0"0"29"0,0 0 36 16,-34-2 44-16,34 2 26 0,0 0-13 16,0 0-2-16,0 0-14 0,-12-2-20 0,12 2-23 15,0 0-18-15,0 0-59 0,32-10-80 16,-18 10-88-16,4-4-84 0,2 3-99 0,1-3-108 16,-1 0-114-16,5 0-158 15,-4-4-111-15,3 1 79 0,-6-1-463 0,5-10-596 16</inkml:trace>
  <inkml:trace contextRef="#ctx0" brushRef="#br0" timeOffset="132707.99">23416 14794 3315 0,'7'-15'78'0,"-5"1"56"0,-1 3 48 15,-1 3 32-15,2 1 17 0,-2 7-6 16,2-7-24-16,-2 7 35 0,0 0 20 16,0 0-17-16,4 25-6 0,-6-7-23 0,-2 4-21 15,1 14-19-15,-6 3-12 0,4 0-15 16,-3 0-10-16,3-1-25 0,-3 1-65 15,2-1-67-15,0-1-81 0,-1-1-85 16,0 1-116-16,-4-5-117 0,6-5-156 0,1-4-193 16,2-4 75-16,8-1-528 0,3-4-688 15</inkml:trace>
  <inkml:trace contextRef="#ctx0" brushRef="#br0" timeOffset="132958.64">23990 14413 3760 0,'-4'-22'221'0,"4"5"7"16,0 7-8-16,4 3 3 0,-4 7 42 0,0 0 43 15,42 25 16-15,-9 8-8 0,-3 10-16 16,-1 8-26-16,-7 10-25 0,-4 3-21 0,-11 14-21 16,-5 26 5-16,-11 1-6 0,-14-3-22 15,-10 1-15-15,-7-1-20 0,-6-7-16 0,-3-9-118 16,-4-5-15-16,-3-6 0 0,-3-11 0 15,2-4 0-15,-6-8 0 0,9-15-89 0,6-4-203 16,-4-8-74-16,-2-9-103 16,14-7-105-16,1-1-154 0,-6-8-110 0,8-3 94 15,1-2-647-15,-2-6-845 0</inkml:trace>
  <inkml:trace contextRef="#ctx0" brushRef="#br0" timeOffset="133175.57">20960 16128 4039 0,'-38'3'80'15,"9"-1"21"-15,11-2 29 0,2 3 36 16,9-6 17-16,7 3 34 0,0 0 28 0,51-14 10 16,16 1-12-16,39-6-28 0,20-2-22 15,13 0-16-15,12 1-48 0,-1-1-91 16,3 0-91-16,-3-2-102 0,-3 3-136 15,-14 0-169-15,-12 0-240 0,-25 3-49 0,-33 6 91 16,-18 4-480-16,-20 3-605 0</inkml:trace>
  <inkml:trace contextRef="#ctx0" brushRef="#br0" timeOffset="133474.82">21314 16329 3449 0,'10'-19'133'15,"2"7"22"-15,15-5 39 0,7 0 37 16,16-3 25-16,0 5 20 0,6-1 2 16,-3 7-2-16,-9 1-5 0,-2 7-8 0,0 2-14 15,-4 5-13-15,-8 5-11 0,-5 9 5 16,-7 1 12-16,-13 6 10 0,-10 4-2 0,-11 4 0 16,-7 6 0-16,-8 1-25 0,-1-5-225 15,3-4 0-15,7-8 0 0,5-2 0 0,8-5 0 16,5-3 0-16,8-3 0 0,8-2 0 15,21-1 0-15,11-5 0 0,23-4 0 16,5-3 0-16,4-5 0 0,2-2 0 0,17-9 0 16,-24 5 0-16,1-3 0 0,-5-1-1052 15,0 10 62-15,-6 0 106 0,-14 5-907 16,0 3-1219-16</inkml:trace>
  <inkml:trace contextRef="#ctx0" brushRef="#br0" timeOffset="141406.85">25168 15276 1993 0,'-9'-4'825'0,"-2"-1"-266"0,11 5-160 0,-12-5-83 0,12 5-54 0,-12-3-19 16,12 3-11-16,0 0-13 0,-8-4 18 16,8 4-9-16,0 0-13 0,0 0-30 0,29-7-40 15,-8 7 4-15,8 0-33 16,-1-1-35-16,16 2-50 0,-4-1-59 0,2 2-77 16,-4 2-85-16,-10-1-118 0,-3-1-128 15,-3-2-166-15,-8 4-138 0,-3 0 77 0,-6-2-481 16,-5-2-611-16</inkml:trace>
  <inkml:trace contextRef="#ctx0" brushRef="#br0" timeOffset="141573.72">25118 15487 3428 0,'-11'3'94'0,"4"1"12"0,1-1 21 16,6-3 36-16,-7 5 44 0,7-5 37 16,0 0 28-16,0 0 5 0,24 9-23 15,-5-8-30-15,4 0-19 0,6 4-23 16,10-2-20-16,-1 2-53 0,2-1-77 0,-3 2-97 15,-6-2-131-15,-8-1-158 0,2 2-177 16,-5-3-217-16,-4 3 67 0,-2-1 74 0,-1-2-381 16,-3-1-464-16</inkml:trace>
  <inkml:trace contextRef="#ctx0" brushRef="#br0" timeOffset="142405.68">26568 14561 2762 0,'-3'-7'121'0,"-1"0"29"0,-2 1 19 0,6 6 15 0,-1-12 5 0,1 12-3 0,3-10 7 0,5 3-5 0,3 3-9 16,3-2-15-16,7 4-18 0,3-1-13 16,6 1-16-16,9 7-10 0,1-1-12 15,-2 4-9-15,-4 1-10 0,-2 5-13 16,-3-2-4-16,-10 2-4 0,-6-3-3 0,-3 4-8 15,-4-3 2-15,-6 2 3 0,-6 1 8 16,-4 4 13-16,-6 5 5 0,-9-1-2 0,-2 2 5 16,2-3-5-16,1-2 1 0,3-1-8 15,5-5-10-15,5-2-2 0,4-2 3 16,1 0 2-16,4 3 7 0,2-1 2 0,4 1-4 16,3 1-3-16,8 9 0 0,3 0-9 15,-6-4-6-15,6 1-7 0,-3-1-5 0,-1-5-6 16,-3 3-5-16,1-3 2 0,-7 0 4 15,1-1 5-15,-2-1 17 0,-3 2 30 0,-2-2 32 16,-3 4 3-16,-2-2 2 16,-3-3 6-16,-1 1-7 0,-1 1-8 0,-1-1-9 15,-5-2-12-15,1-2-8 0,4-3-21 16,-6 2-59-16,3-3 0 0,1-3 0 0,1-1 0 16,1-4-135-16,12 4-197 0,-16-8-175 15,12-1-207-15,6-3-200 0,5-5 91 16,13-9 86-16,8-8-633 0,10 0-825 0</inkml:trace>
  <inkml:trace contextRef="#ctx0" brushRef="#br0" timeOffset="142641.28">27556 14434 4076 0,'-7'-12'59'0,"-4"5"10"0,0 7 50 0,11 0 36 0,-36 24 38 0,11 2 18 16,-3 11 21-16,-5 4-6 0,8 5-8 15,1 3-22-15,5 2-12 0,3 2-43 0,9 0-16 16,0 1-12-16,7-12-9 0,1 0-6 16,1-4-19-16,4-2-10 0,-1-3-29 0,1-7-29 15,-1-5-33-15,4-2-45 0,-4-3-60 16,3-3-83-16,1-1-108 0,1-4-122 16,3-2-162-16,3-1-152 0,-5-3 75 15,2 0-511-15,1-4-655 0</inkml:trace>
  <inkml:trace contextRef="#ctx0" brushRef="#br0" timeOffset="142973.59">27729 14722 3254 0,'-4'-14'137'16,"0"6"36"-16,4-1 17 0,0 4 28 0,0 5-2 15,8-12 2-15,2 5-4 0,3-1-6 16,3 4-19-16,6-3-22 0,3 4-16 16,1 3-17-16,-1 0-10 0,0 5-17 15,-2 3-6-15,-6 3-4 0,-3 3 8 16,-7 4 7-16,-7 0 13 0,-5 4 27 0,-9 7 11 16,-3-4 24-16,-2 3 5 0,-1-2 4 15,4 0-7-15,4-10-19 0,3 0-19 0,1-1-8 16,5-4-12-16,-1 1-5 0,2-2-16 15,2-2-69-15,4 1-41 0,-1 2 0 0,3-6 0 16,1 3 0-16,5-1 0 0,-2-2 0 16,2 0-289-16,2-3-139 0,1-2-154 15,5-3-189-15,3-2-110 0,9-11 100 0,0-1-736 16,8-9-961-16</inkml:trace>
  <inkml:trace contextRef="#ctx0" brushRef="#br0" timeOffset="143239.01">28541 14195 4025 0,'3'-27'52'16,"1"5"57"-16,1 5 58 0,-5 3 38 0,2 4 25 16,0-1 9-16,1 5 2 0,-3 6 27 15,17 1-11-15,-5 10-10 0,6 12-24 0,5 19-25 16,-9 5-13-16,-3 13-20 16,-5 4-15-16,-10 5-14 0,-5 1-12 0,-14 17-13 15,-2 2-9-15,-4-1-7 0,-3-2-8 16,-6-6-11-16,0-2-6 0,-1-4-10 0,0-6-6 15,5-17-21-15,1-1-35 0,1-4-57 16,-4-1-70-16,4-5-105 0,-4-8-114 0,4 1-119 16,-2-6-157-16,3-8-232 0,1-3 72 15,-1-1 83-15,1-3-559 0,5-4-721 16</inkml:trace>
  <inkml:trace contextRef="#ctx0" brushRef="#br0" timeOffset="143422.76">26475 15946 3929 0,'-29'2'249'0,"15"0"6"15,-2 0 38-15,7-2 39 0,9 0 19 16,0 0-16-16,0 0-29 0,0 0-32 16,0 0-28-16,64-23-29 0,-1 13-73 0,7-3-120 15,7 2-137-15,2-1-151 16,-4 1-186-16,-3 1-225 0,-2 5-131 0,-11 0 92 0,-16 5-624 15,-9 0-793-15</inkml:trace>
  <inkml:trace contextRef="#ctx0" brushRef="#br0" timeOffset="143705.78">26776 16148 4012 0,'-19'4'109'16,"6"1"29"-16,4-1 29 0,0 0 29 15,9-4 17-15,-9 2 3 0,9-2-29 0,0 0-22 16,0 0-18-16,0 0-15 0,38 6-12 15,-19-5-4-15,1 2-25 0,-2 2-7 0,4 7-13 16,-8-2-8-16,2 5-3 0,-7 3 7 16,-5 7 14-16,-4 0 51 0,-9 13 54 0,-13 9 41 15,0-7 29-15,-3 0 18 0,0-2 11 16,8-13 8-16,6-3-190 0,2-7-103 16,3-3 0-16,1-2 0 0,5-1 0 0,5-3 0 15,4 0 0-15,11-6 0 16,5 0 0-16,14-6 0 0,1 0 0 0,2-7 0 15,8-1 0-15,-1-2 0 0,0-1 0 16,3 2 0-16,4 1-282 0,5 2-397 0,7 1-134 16,4 1-102-16,5 1 98 0,5-3-776 15,24 2-1035-15</inkml:trace>
  <inkml:trace contextRef="#ctx0" brushRef="#br0" timeOffset="143922.82">28697 15543 4884 0,'-7'-13'262'0,"3"2"51"0,4 3 15 15,2-1-16-15,5-1-22 0,7-2-31 16,13-4-27-16,7 1-24 0,4 1-39 16,12-1-67-16,0-1-112 0,0 5-124 0,-8 1-110 15,-1-2-119-15,-2 4-136 0,-3 2-179 16,-9 3-126-16,-6 0 74 0,-4 3-595 0,-5 6-783 15</inkml:trace>
  <inkml:trace contextRef="#ctx0" brushRef="#br0" timeOffset="144074.44">28846 15658 4010 0,'-13'5'158'0,"4"-2"40"16,0 1 47-16,9-4 47 0,-11 3 26 15,11-3 14-15,0 0-13 0,0 0-28 0,0 0-31 16,0 0-27-16,0 0-48 0,32 2-96 15,-8-4-164-15,13-2-172 0,3-2-174 0,5-3-252 16,-4 1-145-16,11-4 89 0,-12 3-620 16,9-4-805-16</inkml:trace>
  <inkml:trace contextRef="#ctx0" brushRef="#br0" timeOffset="144473">29995 15003 3620 0,'-11'-19'89'16,"4"2"36"-16,0 5 17 0,1 2 11 0,3 3 5 16,3-1-9-16,0 2-19 0,0 6-11 15,16-8-16-15,-4 5-10 0,3 3-14 16,6 5-16-16,1-1-19 0,-1 3-1 0,-6 4-7 16,-1-1-5-16,-3-1-5 15,-6 3 1-15,1 1 4 0,-4 4 6 0,-2-3 14 0,-2 3 9 16,0-1 8-16,-2 1 3 0,2-2 2 15,-1 0 10-15,3-1 3 0,0 2 10 0,0-3 9 16,2 3 14-16,-1 0 9 16,3 1 17-16,2-3 3 0,-3 4 3 0,4-3 10 15,-2 5 11-15,3-2 2 0,-3 0 7 16,1-1 4-16,-4 1 3 0,-1-1 6 16,-1 1 3-16,0 1-140 0,-5 2-57 0,-2-1 0 15,-3-2 0-15,-4 8 0 0,-2-2 0 16,-4-3 0-16,2 0 0 0,-3-4 0 0,-4-2 0 15,3-3 0-15,0-3 0 0,1-1 0 16,-2-3 0-16,-2-2 0 0,7-1 0 0,-6-2 0 16,5 0 0-16,1-5 0 15,-4-3-482-15,-4-8-490 0,11-1 30 0,6 0 99 16,6 0-841-16,1 3-1120 0</inkml:trace>
  <inkml:trace contextRef="#ctx0" brushRef="#br0" timeOffset="144888.89">29733 14969 4823 0,'-32'5'-81'0,"-15"14"55"0,-7 5 57 0,-14 18 50 0,0 7 37 0,5 5 28 0,2 9 36 0,7 3 19 0,10 3 5 0,15-11-10 16,9 2-15-16,10 0-8 0,10 1-10 16,10 2 2-16,9-1-14 0,5-3-9 15,7-4-20-15,3-7-7 0,7-7-15 0,4-5-8 16,3-10-2-16,5-7-10 0,4-7-9 16,0-5-8-16,-3-7-6 0,11-3-3 0,-1-9-2 15,7-5-2-15,-2-5-4 0,12-11-2 16,-4-9-7-16,-3-9-2 0,-5-6-2 0,-6-13 0 15,-4-8-6-15,-7-3 0 16,-5-10-4-16,-11 0-4 0,-13-2-2 0,-14 19 1 16,-13 6 2-16,-12 4-7 0,-19 9-12 15,-30 2-1-15,-16 15-6 0,-17 11-64 0,-12 10-77 16,-7 14-106-16,3 3-170 0,-3 14-229 16,15 7-260-16,5 7 77 0,7 4 100 15,8-2-679-15,21-1-866 0</inkml:trace>
  <inkml:trace contextRef="#ctx0" brushRef="#br0" timeOffset="148857.35">2723 12896 2023 0,'6'-5'284'0,"-3"0"-48"0,-3 5-21 0,4-6-38 0,-4 6-29 16,0 0-21-16,0 0-27 0,0 0 38 0,0 0 12 16,0 0-6-16,-15 38-7 0,3-10-6 15,3 2-8-15,0 3-11 0,0-1-12 16,6 2-5-16,1-5-8 0,0-4-6 16,6-1-6-16,-1-1-6 0,4-2-5 0,2-1-3 15,0-3 2-15,3-2 20 0,1-1 8 16,0-8-1-16,3 0-9 0,0-5-5 15,4-4-8-15,3-2-7 0,7-10-4 0,3-4-7 16,-3 0-5-16,-1-2-1 0,-4-1-4 16,-3-3 7-16,-3 2-1 0,-1-1-2 15,-7 7-9-15,-2 3-5 0,-2 3-6 0,-2 5-10 16,-3 2-3-16,-2 4 2 0,0 0 1 16,0 0 0-16,-12 43-5 0,5-10 5 0,-1 2-3 15,3 7-2-15,1 1 0 0,2 3-1 16,4-2 2-16,2-1-2 0,1-2 1 0,5-2-2 15,0-3 0-15,1-6-9 0,-2-7-30 16,-2-4-35-16,2-6-49 0,-4-1-60 16,1-2-115-16,1-6-127 0,4-1-176 15,-11-3-118-15,16-5 77 0,-2-3-411 16,1-4-520-16</inkml:trace>
  <inkml:trace contextRef="#ctx0" brushRef="#br0" timeOffset="149087.79">3505 12440 2962 0,'-20'-4'-14'0,"-3"6"23"0,-9 8 36 0,-2 7 44 0,-6 16 38 0,-3 4 15 16,7 10 38-16,2 10 9 0,0 16 7 16,7 7-12-16,13-8-15 0,7 1-14 0,7 4-13 0,5 0-10 15,7-4-10-15,9 14-17 16,0-24-6-16,4-5-9 0,0-6-11 0,4-6-13 15,-1-5-41-15,-2-6-42 0,-3-12-50 16,0-4-84-16,0-5-88 0,-6-7-95 16,2-4-132-16,-4-3-198 0,3-5 60 0,3-2-332 15,6-8-415-15</inkml:trace>
  <inkml:trace contextRef="#ctx0" brushRef="#br0" timeOffset="149571.25">3748 13054 2495 0,'0'0'35'0,"2"-13"28"16,2 8 12-16,0-2-8 15,-4 7 23-15,11-12 16 0,-2 7 20 0,-1-2 3 16,3 2-6-16,0 0-5 0,3 2-12 0,-1 1-11 16,3 0-12-16,-3 4 16 15,3 0-11-15,-2 1 1 0,-2 2-2 0,1 2 3 16,-2 2 11-16,-2 1 10 0,-4 0 6 16,-1 0 6-16,-4 4-7 0,-4 1-7 0,-5 4-13 15,-7 11-8-15,-3-3-8 0,1 1-11 16,-4-2-6-16,1-2-8 0,6-6-4 0,4-2-5 15,3-4-4-15,0-2-5 0,5 1 5 16,1-3 1-16,2 0 1 0,2 3 3 16,3-3-7-16,3 1 1 0,0 1-9 15,1 0-2-15,0 1-1 0,3-1-5 0,-2 0-4 16,-1 0-2-16,-1 1-2 0,2 1-4 16,-5-3 3-16,2 3-2 0,-3-2 0 15,1-1-3-15,-2-1 1 0,-1 0 1 0,-2 0-3 16,0-8-2-16,-3 15-37 0,-6-7-47 15,2 1-67-15,-2-2-111 0,-5 0-119 0,3-7-168 16,-2 3-178-16,13-3 68 0,-18-8-437 16,15-4-560-16</inkml:trace>
  <inkml:trace contextRef="#ctx0" brushRef="#br0" timeOffset="149821.42">4400 12376 3236 0,'-2'-15'78'0,"2"5"15"15,0 3-10-15,0 7-14 0,2-5 36 16,-2 5 52-16,0 0 32 0,23 44 19 16,-5 1-11-16,0 4-3 0,-1 9-10 0,0 6-18 15,-4 6-11-15,-1 24-10 0,-8-12-26 16,-8 22-10-16,-10-1-8 0,-6-2-9 0,2-1-12 16,-5-7-5-16,3-9-4 0,4-20-12 15,-2-6-5-15,-2-3-8 0,-1-4-15 0,1-8-30 16,2-11-29-16,2-3-37 0,-4-5-56 15,4-9-80-15,0-1-102 0,-2-6-119 16,3-2-161-16,-6-5-118 0,2-2 75 16,-1-6-410-16,-11-6-511 0</inkml:trace>
  <inkml:trace contextRef="#ctx0" brushRef="#br0" timeOffset="150056.1">2924 14243 3153 0,'-28'7'130'15,"7"-2"24"-15,4-2 2 16,4 1 19-16,5-2 34 0,8-2 10 0,0 0-1 0,0 0-13 16,38-18-14-16,20 1-18 15,31-8-18-15,12-8-7 0,15-2-40 0,6-5-58 16,4 3-68-16,-4 2-113 0,-4 0-135 15,-13 1-153-15,-4 4-175 0,-16 5-77 16,-28 5 77-16,-7 6-342 0,-17 6-415 0</inkml:trace>
  <inkml:trace contextRef="#ctx0" brushRef="#br0" timeOffset="150637.38">3035 14597 2872 0,'-11'-2'188'0,"11"2"31"0,-17-4 10 0,17 4-12 0,-6-9-2 0,6-1 8 0,7-1 6 0,3-7-13 0,15-8-10 16,9-3-39-16,8 0-10 15,5 6-14-15,1 0-14 0,-2 6-17 0,-6 7-13 16,-4 4-12-16,-7 5-8 0,-4 6-4 16,2 7-11-16,-7 7-4 0,-4 7 0 0,-11 1 24 15,-8 5 12-15,-9 5 28 0,-9 6 25 16,-2-1 20-16,-5 1 14 0,-3-1 12 15,4-3-6-15,4-12-9 0,5-3-5 0,6-6-11 16,3-4-12-16,3-4-6 0,4-4-10 16,2 0-133-16,0-6-3 0,21 2 0 0,3-6 0 15,15-4 0-15,1-4 0 0,10-5 0 16,-1 0 0-16,3 1 0 0,-4 0-293 16,1 1-286-16,-15 1-254 0,0 2-85 0,-2 1 104 15,-1 0-803-15,-8 2-1056 0</inkml:trace>
  <inkml:trace contextRef="#ctx0" brushRef="#br0" timeOffset="151621">4977 13540 4701 0,'-13'-3'-13'0,"3"0"24"15,5 1 15-15,5 2 35 0,-8-5 25 0,8 5 26 0,0 0 10 16,0 0-5-16,17-16-11 0,0 10-10 0,5-3-7 16,10-5-9-16,2 0-10 0,0 1-60 15,2-1-59-15,-2 3-109 0,-3-1-119 0,-1 0-131 16,-5 6-172-16,-7 3-104 0,-5 1 77 16,-8 4-383-16,-5-2-467 0</inkml:trace>
  <inkml:trace contextRef="#ctx0" brushRef="#br0" timeOffset="151804.5">4961 13784 3060 0,'-11'9'182'0,"4"-6"6"0,1 2 23 15,0-1 33-15,6-4 38 0,0 0 20 16,0 0-10-16,0 0-29 0,0 0-14 0,0 0-33 16,43-9-21-16,-22 2-41 0,11-2-57 15,2 1-78-15,2-2-88 0,-2 1-125 16,-1 1-166-16,-3-4-189 0,-5 3-184 0,-3 3 63 15,-8 0-479-15,2-2-617 0</inkml:trace>
  <inkml:trace contextRef="#ctx0" brushRef="#br0" timeOffset="152837.04">6143 13046 3144 0,'7'-10'-21'0,"-6"2"41"0,3 3 6 0,-4-1-5 0,0 6 20 16,0 0 62-16,0 0 37 0,-30 31 28 15,5-4 20-15,-10 12 8 0,-1 6 6 16,-4 4 5-16,-4 14 13 0,8-13-1 15,6 0-3-15,3 0-5 0,6-3-30 0,6-2-12 16,9-9-17-16,6-5-12 0,1-6 9 16,6 6-28-16,6-3-20 0,3-3-10 0,2-4-5 15,7-5-2-15,-2-6-12 0,-3-3-8 16,3-4-3-16,-3-3-4 0,-2-1-3 0,2-5-6 16,-1 0 5-16,-2-3-4 0,-2-1-12 15,-3-3 3-15,-5-1-8 0,-4-1 11 0,-3-2-17 16,-9-3 1-16,0 1 4 0,-8-3-18 15,-6 1-1-15,0 4-5 0,0 7-9 16,2 1-44-16,-1 6-56 0,4 1-78 0,-3 4-133 16,4-2-170-16,0 6-252 15,6-2-74-15,2 3 89 0,0-4-610 0,6 2-787 16</inkml:trace>
  <inkml:trace contextRef="#ctx0" brushRef="#br0" timeOffset="157486.82">3925 15971 2013 0,'5'-5'204'0,"-2"-1"-29"0,-3 6-15 0,4-10-13 0,-4 10-4 16,0-10-8-16,0 10-8 0,-2-11 8 15,-3 5 0-15,-2 0-6 0,0 0-8 0,-3 0-7 16,-5 1-7-16,0 1-11 0,-6 3-3 16,-1 1-5-16,-14 5-6 0,2 6 5 15,-2 3-8-15,-6 9-4 0,-2 2-7 0,5 8-4 16,2-1-9-16,4 2 0 15,11-7-8-15,6-2-3 0,7-4 2 0,7 0-2 0,6-5-4 16,5 2 1-16,13 7 6 16,4-6-7-16,12 7-4 0,7-1 0 0,5-2-2 15,0 3-3-15,-5-2-5 0,-2 0-1 16,-5 0-2-16,-11-2 10 0,-7 1 23 16,-4 0 23-16,-9-1 27 0,-5-4 18 0,-6 3 17 15,-3 0 16-15,-11 6 7 0,0-2 1 16,-5 0-6-16,0-3-8 0,-4-2-11 0,-2-3-13 15,3 0-9-15,5-6-14 0,3-1-6 16,2-5-8-16,4-1-14 0,-1-3-12 0,13-1-60 16,-21-2-76-16,8-6-99 15,4-2-123-15,4-1-131 0,5-1-181 0,4-5-259 16,4-1 84-16,9-10 90 0,6 0-499 16,9-7-654-16</inkml:trace>
  <inkml:trace contextRef="#ctx0" brushRef="#br0" timeOffset="157752.76">4499 15744 3491 0,'-17'-14'24'0,"3"4"31"0,-1 5 34 0,0 5 26 0,-2 3 34 0,-2 6 19 0,-4 9 21 0,-2 7-1 0,2 12-1 0,2 8 5 0,8 1-18 0,5 6-13 16,8-7-19-16,8 11-14 0,5-1-5 0,8-4-13 15,2-2-11-15,3-1-12 0,5-7-10 16,1-4-29-16,1-4-32 0,-10-8-49 16,3-4-57-16,-1-4-81 0,-5-3-74 0,-4-6-82 15,0-3-101-15,-5-3-112 0,0-2-152 16,1-2 63-16,-1-1-343 0,0-7-449 0</inkml:trace>
  <inkml:trace contextRef="#ctx0" brushRef="#br0" timeOffset="158071.01">4802 16073 2884 0,'-2'-10'57'16,"0"3"36"-16,0 0 14 0,2 7 23 0,0 0 20 0,0 0 31 16,0 0 26-16,0 0 4 15,0 0-15-15,-11 24-11 0,9-12-18 0,4 0-13 16,0 0-12-16,0 3-17 0,3 1-8 16,3-3-13-16,-3 1-7 0,7 0-9 15,-1-4-9-15,0 1-7 0,1-5-7 0,1-1 1 16,1-1-12-16,1-4-4 0,4-2-4 15,-2-2-2-15,2-5-5 0,1-2 0 0,-4-1-3 16,2 2-7-16,-3-2-3 0,-3 3 23 16,-3 2 11-16,-2 2-2 0,2 2 0 15,-9 3-9-15,13-2 42 0,-13 2 8 16,9 14-4-16,-4-6-7 0,2 8-10 0,-2 1-5 16,3 3-11-16,3 7 6 0,1-2-14 15,-3 0-13-15,0-7-14 0,3-1-59 16,-2-1-46-16,-1-5-48 0,1 0-62 0,-1-4-82 15,2-5-81-15,3-4-76 0,1-3-97 16,4-6-123-16,6-9-72 0,-2-2 61 0,-4-4-386 16,0-3-518-16</inkml:trace>
  <inkml:trace contextRef="#ctx0" brushRef="#br0" timeOffset="158269.44">5478 15847 2814 0,'8'-46'-20'0,"-2"6"66"16,-1 4 55-16,-3 6 66 0,-2 6 52 15,2 7 17-15,0 4-7 0,-2-1-25 16,4 7-8-16,-4 7 59 0,10 0-3 15,-10 0 29-15,22 36 11 0,-8-5-4 0,2 14-23 16,-2 6-22-16,-5 6-18 0,-1 5-18 16,-2 5-30-16,-7 0-18 0,-4 1-13 15,1 2-14-15,-5-2-14 0,-2-5-25 0,-5-3-35 16,3-6-58-16,-4-4-71 0,-5-8-66 16,6-10-77-16,-5-5-100 0,-3-2-108 0,0-5-142 15,-2-6-231-15,3-4 26 0,-1-5 87 16,2-2-480-16,-5-1-627 0</inkml:trace>
  <inkml:trace contextRef="#ctx0" brushRef="#br0" timeOffset="158473.49">4213 17188 3660 0,'-19'3'273'0,"4"1"29"0,3-4 10 0,5 0 22 16,7 0-2-16,0 0-14 0,0 0-30 15,12-25-31-15,17 7-27 0,21-9-24 16,9-2-16-16,23-6-76 0,-2-5-115 16,4 6-128-16,-4 1-146 0,-13 11-154 15,-3 2-186-15,-8 3-200 0,-16 8 83 0,-12 4-567 16,-6 7-758-16</inkml:trace>
  <inkml:trace contextRef="#ctx0" brushRef="#br0" timeOffset="158754.38">4520 17338 3617 0,'-48'29'29'0,"6"-5"83"0,12-7 57 15,3 0 49-15,6-5 48 0,4-2 41 0,3-2-3 16,5-4-13-16,3 1-19 0,6-5-26 16,0 0-23-16,0 0-24 0,0 0-15 15,52-21-18-15,-18 9-20 0,2 4-14 0,2 1-21 16,0 3-11-16,-3 6-11 16,1 7-9-16,-1 5-7 0,-7 8-4 0,-5 5-13 0,-8 7-5 15,-6 2 2-15,-9 5 37 16,-3 0 28-16,-5 0 32 0,-3-6 15 0,3-4-60 15,0-6-105-15,5-7 0 0,-1-5 0 16,2-1 0-16,4-6 0 0,-2-6 0 0,18-2 0 16,11-10 0-16,14-10 0 0,-4-6 0 15,4-3 0-15,2 1 0 0,3-6 0 16,-1-1 0-16,-1 2 0 0,5-2-484 0,3 1-392 16,16-3-89-16,3 2 110 0,-14 6-849 15,4 2-1139-15</inkml:trace>
  <inkml:trace contextRef="#ctx0" brushRef="#br0" timeOffset="158986.54">5766 16488 5162 0,'-11'-11'219'0,"1"-1"41"0,4 4-2 16,1-2-14-16,5-1-25 0,4-1-22 0,5-3-19 15,12-4-23-15,6 1-15 0,9 0-19 16,10 0-83-16,1 2-99 0,-7 6-104 16,1 1-106-16,-4 3-110 0,-4 6-109 0,-6 0-142 15,-6 3-158-15,-5 4 71 16,0 3-533-16,-7 5-714 0</inkml:trace>
  <inkml:trace contextRef="#ctx0" brushRef="#br0" timeOffset="159137.96">5974 16677 3465 0,'-21'13'28'0,"4"-2"85"0,1-1 66 15,5-3 67-15,1-2 61 0,3 0 42 16,-1 0 7-16,3-2-7 0,5-3-21 0,-8 4-30 16,8-4-28-16,0 0-26 0,0 0-24 15,0 0-22-15,0 0-48 0,49-7-88 16,-24 2-134-16,6-5-150 0,3-1-162 0,-3 1-208 16,1 0-269-16,-7 0 76 0,-7 5 92 15,0-1-516-15,-2 1-671 0</inkml:trace>
  <inkml:trace contextRef="#ctx0" brushRef="#br0" timeOffset="160935.4">6523 16018 3032 0,'9'-17'-158'0,"-2"5"29"0,0 2 36 0,-2 1 18 0,-1 5 7 15,0 0 16-15,-4 4 59 0,0 0 55 0,5 17 44 16,1 5 28-16,0 13 25 16,0 5 8-16,3 12 20 0,0 1 10 0,2 1 3 15,-2-3 2-15,0-1-13 0,-1-11-11 16,2-2 1-16,-3-1-16 0,0-5-15 0,-2-2-14 16,2-6-13-16,-3-5-12 0,0-1-14 15,-2-4-8-15,-1 3-12 0,-1-4-35 0,0 1-55 16,0-1-79-16,-5-1-107 0,1 0-131 15,2-2-164-15,-7 1-204 0,3-3 58 0,0-2-350 16,2 2-468-16</inkml:trace>
  <inkml:trace contextRef="#ctx0" brushRef="#br0" timeOffset="161668.74">6978 16150 2400 0,'0'0'-215'15,"-5"-5"5"-15,5 5-8 0,-7-4-380 0,7 4-97 0</inkml:trace>
  <inkml:trace contextRef="#ctx0" brushRef="#br0" timeOffset="164934.65">7043 16141 1815 0,'-20'12'85'0,"0"8"15"0,-1 7 15 0,-6 10-7 0,0 5 9 0,7-3 13 0,6-8 6 0,5 0 10 0,5-7 19 15,8-5 11-15,3 0-3 0,13 4-8 16,8-6-17-16,10-4-18 0,4-6-15 0,2-3-3 15,3-6-15-15,1-2-8 0,6-5-9 16,-5-3-7-16,-11-2-7 0,-3-6-5 0,-5 1 0 16,-4-3-9-16,-3-2 4 15,-1-2 7-15,-10-3 6 0,-5 4 6 0,-5 0-5 16,-6 0-9-16,-2-8-3 0,-9 0-7 16,-1 4-8-16,-2 0-8 0,-5 5-1 15,-4 5-11-15,0 4 0 0,2 8-9 0,1 5-14 16,-1 6-36-16,-9 5-50 0,2 4-69 15,1 4-90-15,2 4-90 0,6-1-119 0,9-1-211 16,2-5 56-16,2-2-277 16,4 2-369-16</inkml:trace>
  <inkml:trace contextRef="#ctx0" brushRef="#br0" timeOffset="165403.47">6719 15716 2602 0,'-42'6'15'0,"-13"9"27"0,-3 18 39 0,-10 21 43 0,1 17 33 0,7 11 27 0,2 14 14 16,8 7 24-16,12 4 12 0,13 2-6 15,13-7-13-15,13-20-11 0,21 15-15 0,14-9-12 16,14-12-17-16,18-8-13 0,11-14-10 16,11-9-12-16,9-9-17 0,10-9-8 0,5-9-12 15,3-13-7-15,-4-7 3 0,-7-7-26 16,-11-15-15-16,-5-1-1 0,-12-8-1 15,-8-8-5-15,-16 3-8 0,-11-4 3 16,5-22-5-16,-17 7-6 0,-13-8-8 0,-6-10-6 16,-12-5-18-16,-14-25-20 0,-16 0-21 15,-12 5-20-15,-15 1-15 0,-8 9 1 16,-19 8-10-16,-5 12-10 0,-6 16-20 0,-11 16-11 16,0 16-33-16,-5 20-30 0,-1 14-40 15,3 13-66-15,5 18-107 0,8 7-213 0,9 8 3 16,12 6 68-16,12 3-223 0,6-2-268 15</inkml:trace>
  <inkml:trace contextRef="#ctx0" brushRef="#br0" timeOffset="167234.75">10274 7637 1779 0,'-18'3'175'0,"2"0"-21"0,3-3-35 0,2 2-11 0,11-2 13 16,-14 0 18-16,14 0 8 0,-11 0-4 0,11 0-2 15,0 0-1-15,-12-2-17 16,12 2-18-16,0 0-4 0,22-16-16 0,4 3-31 16,9-2-70-16,8-5-79 0,7-3-98 15,2-1-109-15,1-4-213 0,0-2 10 0,-3-4 62 16,-5-3-90-16,-6-5-35 0</inkml:trace>
  <inkml:trace contextRef="#ctx0" brushRef="#br0" timeOffset="167734.46">11020 4942 1560 0,'-4'-11'11'0,"4"11"-2"0,0-6 0 0,0 6-3 0,0 0 2 0,0 0-1 0,0 0-2 0,0 0 10 15,0 0 0-15,0 0 2 0,11 21 2 16,0-8-1-16,-4 2 1 0,2 4 1 16,5 8-1-16,-1 2-5 0,-4 5 4 0,1 1-33 15,0 2-49-15,-5 0-74 0,3 2-144 16,-2 3-157-16,0 0 52 0</inkml:trace>
  <inkml:trace contextRef="#ctx0" brushRef="#br0" timeOffset="168200.57">14079 5235 1219 0,'-4'-7'10'0,"4"7"5"0,-12-7 11 0,5 5 12 0,-6 2 15 0,-5 0 11 0,-7 6 3 0,-12 2 0 0,-13 5 0 16,1 3-9-16,-5 3-5 0,4 0 2 15,1 5-14-15,-1 1 0 0,5 4-7 16,4 0-30-16,4 2-61 0,-1-2-105 16,5 0-220-16,16-4-64 0,6-6 45 0</inkml:trace>
  <inkml:trace contextRef="#ctx0" brushRef="#br0" timeOffset="168685.95">14285 7713 1422 0,'6'2'107'0,"-1"3"-1"0,2 3-11 0,1-1-6 0,2 3-8 0,5 2-9 0,0 2-4 16,6 5-10-16,0-2-6 0,2 0-9 15,0 2-24-15,-4-6-39 0,4 5-52 0,-4-5-77 16,-2-3-131-16,0 1-295 0,-2-1-77 16</inkml:trace>
  <inkml:trace contextRef="#ctx0" brushRef="#br0" timeOffset="169117.79">12349 8882 1777 0,'3'-13'85'0,"1"7"5"0,0 0-12 0,-3 4-9 16,-1 2 7-16,0 0 28 0,0 0 20 15,11 14 15-15,-9 3 2 0,-4 6-14 0,-3 15-12 16,-1 3-2-16,1-2-20 0,-2 13-5 16,-4-13-4-16,6 3-16 0,-3-3-5 0,1-3-20 15,0 0-33-15,-2-3-52 16,6-8-70-16,-1-6-101 0,0-2-140 0,2-3-154 16,-1-2 38-16,1-6-140 0,0-2-109 15</inkml:trace>
  <inkml:trace contextRef="#ctx0" brushRef="#br0" timeOffset="169767.81">12107 8114 1876 0,'5'-4'55'0,"-5"4"-6"0,0 0-6 0,0 0-3 0,9 15-5 0,-5-2-3 15,1 2-2-15,0 4-1 0,4 10-3 16,2 1-1-16,2-4-6 0,-1 3-26 0,0-4-37 16,1-4-39-16,-2-4-43 0,-2-5-58 15,-2 1-123-15,2-1-206 0,-5-5-18 16</inkml:trace>
  <inkml:trace contextRef="#ctx0" brushRef="#br0" timeOffset="170153.71">12705 6929 1536 0,'-12'7'35'0,"-3"6"3"0,-10 8 6 15,-1 3-7-15,-9 7 1 0,5-2-4 0,3-2 0 16,0-2-3-16,2-2-6 0,0 1 1 16,5 1-6-16,-5-5-8 0,4 1-34 0,4-6-48 15,2-3-58-15,4-2-127 0,-3-4-233 16,4 0 5-16</inkml:trace>
  <inkml:trace contextRef="#ctx0" brushRef="#br0" timeOffset="170501.41">10919 7289 1491 0,'0'0'59'0,"0"0"-6"0,0 0-14 0,0 0-1 16,0 0-6-16,0 0 1 0,0 0-3 15,25 17-4-15,1-5 1 0,9 2-5 0,12 1-7 16,7 2-45-16,3 0-64 0,6-1-88 16,4-4-349-16,-3-1-33 0</inkml:trace>
  <inkml:trace contextRef="#ctx0" brushRef="#br0" timeOffset="170871.56">11852 5852 1478 0,'16'-5'-33'0,"-5"3"-3"16,1 2 8-16,-3 4 4 0,1-1 4 0,2 2-4 16,1 4 2-16,2 3 3 15,9 6 1-15,1 6 13 0,14 2-5 0,1 2-25 16,1 1-37-16,8-2-72 0,-2 0-192 16,1-5 148-16</inkml:trace>
  <inkml:trace contextRef="#ctx0" brushRef="#br0" timeOffset="171100.23">12920 5922 1063 0,'15'0'70'0,"1"-2"-6"16,-1 4-20-16,0-2-23 0,2 0-23 0,4-2-40 15,2 2-49-15,4 0-63 0,1 0-177 16,0 0 153-16</inkml:trace>
  <inkml:trace contextRef="#ctx0" brushRef="#br0" timeOffset="172517.12">7643 17849 2458 0,'-23'2'713'0,"9"-4"-179"0,-2-1-136 0,8-2-77 0,-2 0-60 0,8-2-55 0,2-3-48 16,5-6-27-16,15-9-14 0,15-10-11 15,9-2-13-15,11 2-11 16,21-7-13-16,12 3-53 0,3-2-80 0,4 7-111 16,1 5-114-16,-5 2-147 0,-20 5-256 15,-2 3 13-15,-3-3 78 0,-9 3-327 0,-3-2-407 16</inkml:trace>
  <inkml:trace contextRef="#ctx0" brushRef="#br0" timeOffset="187581.76">4025 3750 2481 0,'0'-16'179'0,"0"4"-25"0,-2 3-7 0,-1-3-21 0,-1 2 1 0,3 0-12 0,-3 0 3 16,0 1 24-16,0 2 6 0,1 1-2 15,-3-1-14-15,6 7-9 0,-14-7-13 0,14 7-13 16,-32 8-5-16,-10 15 3 0,-4 11 7 16,-13 18 5-16,-4 9-3 0,0 11 6 15,-1 13-7-15,5 2 2 0,5-1-8 0,7 0 2 16,10 1-12-16,9-7-7 0,14-16-6 0,9-3-7 16,9-6-6-16,3-3-6 15,12-6-3-15,-2-3-5 0,8-6-6 16,-2-8-6-16,0-3-12 0,0-1-34 0,-2-6-36 15,-4-5-33-15,-4-5-47 0,-3-1-30 16,-1 2-54-16,-3-8-86 0,-2 4-102 0,-4-6-141 16,3 4-132-16,-3-4 69 0,0 0-362 15,-16 7-443-15</inkml:trace>
  <inkml:trace contextRef="#ctx0" brushRef="#br0" timeOffset="187981.02">3199 4913 3010 0,'-15'-6'187'16,"6"1"6"-16,0-1 10 0,2 4 16 0,7 2 17 15,-7-8 14-15,7 8 6 0,-6-4-12 16,6 4-22-16,0 0-34 0,-10-6-20 15,10 6-23-15,0 0-11 0,5 23-4 16,4-3 2-16,4 13-8 0,4-1-6 0,8 8-14 16,1-1-5-16,3-1-11 0,3-1-1 15,3-8-10-15,1 0-10 0,-5-8 3 16,3-5-8-16,2-6-11 0,0-3 1 0,-4-5-5 16,7-6 2-16,-3-6-3 0,0-3 7 15,0-1 10-15,2-13-1 0,1 0 2 0,-7-2 3 16,-1-2 1-16,-11 4-6 0,-1-2-4 15,-1-2-6-15,-5 0-8 0,-2 0-1 0,-3 8-8 16,-2 4-21-16,-1 5-44 16,-3 2-59-16,0-1-70 0,0 7-83 0,0 0-101 15,-2 6-98-15,0 0-130 0,0 0-194 0,0 0-11 16,0 0 83-16,0 0-543 16,3 21-698-16</inkml:trace>
  <inkml:trace contextRef="#ctx0" brushRef="#br0" timeOffset="192362.62">1825 7503 3210 0,'2'7'-104'0,"0"2"52"0,1-3 44 0,-3-6 34 0,0 13 26 16,2-6 22-16,-2-7 28 15,2 8 8-15,-2-8 11 0,5 7 9 0,-5-7 7 16,3 5 1-16,-3-5 2 0,0 0 7 16,4 7 4-16,-4-7 1 0,0 0 5 0,7 5 5 15,-7-5 1-15,0 0 0 0,0 0-7 16,0 0-16-16,20-21-13 0,-15 10-9 15,-1-5-15-15,0-6-13 0,1-3-6 0,-5-13-7 16,0-7-14-16,0-14-9 0,-3-3-3 16,1-3-15-16,0-2-5 0,-2 4-10 0,2 3-3 15,-1 12-4-15,1 7 1 16,0 2-5-16,0 9 0 0,2 8 2 0,-2 5-6 16,2 1-1-16,0 5-7 0,0 0-5 0,0 4-2 15,0 7 4-15,0 0 1 16,0 0 4-16,29 29-2 0,-11-2 1 0,9 10 0 15,-2 4-2-15,6 4-12 0,-1-1 0 16,4 2 5-16,2-3 3 0,0-2 5 0,-3-2-1 16,-1-5 1-16,-7-10-1 0,-2-1 5 15,-2-2 12-15,-8-7 10 0,-1-1 12 16,-1-7 17-16,-5 2 18 0,-1-1 23 0,2-2 20 16,-1 0 20-16,-6-5 5 0,0 0-14 15,0 0-14-15,0 0-13 0,0 0-9 0,0 0-12 16,-18-25-9-16,3 13-4 0,-8-6-10 15,-4 5-3-15,-3 1-11 0,3 3-12 16,4 4-22-16,-1 4-25 0,-3 3-35 16,-7 7-37-16,1 2-37 0,0 1-43 15,5 1-57-15,0 4-69 0,5 1-97 0,5-3-105 16,5-1-172-16,-2-2-126 0,5-2 83 16,3-3-561-16,3-2-736 0</inkml:trace>
  <inkml:trace contextRef="#ctx0" brushRef="#br0" timeOffset="192729.27">3239 6663 3736 0,'-10'-3'108'0,"10"3"15"0,-15 0 10 0,15 0 13 0,-13 11 18 0,3 3 6 0,3 1 0 15,1 5-13-15,-6 9-10 0,7-1-17 0,3-6-11 16,0 3-12-16,2 0-9 15,4 1-8-15,1 6-5 0,2-5-13 0,0-5-7 16,-1-1-32-16,-1-4-44 0,3 2-67 16,0-1-73-16,3-7-85 0,-2 1-86 0,2-5-88 15,0-2-148-15,0-3-105 0,1-4 72 16,4-5-373-16,2-3-441 0</inkml:trace>
  <inkml:trace contextRef="#ctx0" brushRef="#br0" timeOffset="193028.66">3487 6592 2866 0,'-4'-8'146'0,"3"2"24"0,1 6 21 0,0 0 22 16,0 0 11-16,0 0 3 0,-24 20-3 15,21-9 0-15,3 4-13 0,-2 1-10 16,2 4-18-16,2-3-14 0,1 3-11 0,3 3 1 16,1-5-14-16,4 0-11 0,-4-5-12 15,2 1-3-15,3-2-18 0,-1-4-2 0,5-1-12 16,-1-3-6-16,-1-4-3 0,2-2-10 15,5-3-6-15,-4-3-9 0,2-3-3 16,-2 0 2-16,-3-5-4 0,-3-2-5 0,-3 0-9 16,-6-3-7-16,-2 2-1 15,-4-3-6-15,-4-9-1 0,-5 6-1 0,-1-2-4 16,0 10-4-16,-2 3-6 0,1 6-43 16,-1 3-53-16,0 3-68 0,-4 5-87 0,2 5-116 15,-1 0-153-15,1 4-204 0,5 1-35 16,1 4 89-16,5-5-532 0,1 1-662 0</inkml:trace>
  <inkml:trace contextRef="#ctx0" brushRef="#br0" timeOffset="193580.24">3842 6514 3331 0,'0'0'156'0,"0"0"36"15,-12-14 2-15,12 14-4 0,0 0-10 0,0 0-16 16,0 0-11-16,0 0 25 0,0 0 20 15,0 0-12-15,15 37-24 0,-5-15-13 16,1 3-12-16,3 2-11 0,-1-2-15 0,-3-1-9 16,-3-5-5-16,1 1-7 0,-3-5-15 15,1-1 1-15,-2 0-4 0,0-2 0 0,1-4 9 16,-3 1 22-16,2-2 7 0,-4-7 10 16,4 7-10-16,-4-7-5 0,0 0-19 15,0 0-2-15,0 0-18 0,3-36-3 0,-3 12-7 16,2-16-9-16,5 1-3 15,0 0-7-15,1 0-3 0,-3 7 1 0,2 6-7 16,-2 7-7-16,-1 6-6 0,-1 1-1 16,3 3 0-16,1 4-6 0,0 3 4 0,-7 2-7 15,0 0 8-15,29 11-6 0,-15-3 0 16,1 4 0-16,1 2 1 0,5 3 0 0,-6 0-3 16,1-1 6-16,-5-2-4 0,-2-5-2 15,-1 1 0-15,-2-2 8 0,1-2-7 16,0 0 5-16,-7-6 11 0,9 3-12 0,-9-3 3 15,11-11 1-15,-4-1-6 16,5-7-27-16,1-11 17 0,2 1-12 0,1-2-1 0,1 4 4 16,-4-1 2-16,-2 9 1 0,-1 3-6 15,-4 4 1-15,1 6-3 0,1 1 3 0,-8 5 9 16,17 2-1-16,-17-2 2 0,22 15-2 16,-15-1 5-16,4 1-3 0,-1 4 5 15,5 7-4-15,-6-2 2 0,3 3-1 16,1 3-14-16,-1-3-32 0,-1-2-36 0,0-4-48 15,0-5-55-15,-4-2-61 0,-2-5-76 16,-1 0-83-16,3-2-78 0,-2-3-107 16,-5-4-164-16,0 0 56 0,0 0-575 0,11-24-735 15</inkml:trace>
  <inkml:trace contextRef="#ctx0" brushRef="#br0" timeOffset="194046.38">4459 5438 3717 0,'-14'-20'27'0,"1"5"60"0,4 4 32 0,1 2 25 0,0 4-2 0,3-1-18 0,5 6-12 15,0 0 27-15,0 0 10 0,-4 35-2 0,13 11-10 16,9 14-11-16,7 20-9 0,3 5-6 16,3 8-12-16,-1 3-2 0,3 5-17 0,-5-2-4 15,3 0-8-15,-7-2-51 16,-1-4-67-16,-2-7-51 0,-2-23-53 0,-6-5-48 15,0-1-27-15,-2-17-25 0,-6-3-15 0,1-4-1 16,-5-11 13-16,-1-7 16 16,0-4 16-16,-1-6 15 0,-3-3 17 0,4-2 12 15,0 0 12-15,-16-19 7 0,9-2 14 16,-4-13 17-16,-3-14 6 0,3-4 21 0,0-4 21 16,2-1 16-16,0 1 24 0,5 1 39 15,-1 10 35-15,-2 4 37 0,2 6 42 0,-1 10 39 16,3 4 30-16,-1 3 31 0,2 2 5 15,-2 6 14-15,1 0 10 0,0 1 5 16,1 2-3-16,-2 0-18 0,4 7 0 0,0 0 1 16,0 0-14-16,0 0-19 0,0 0-10 15,0 0-19-15,0 0-19 0,16 17-12 0,-7-6-14 16,-1-1-11-16,2 2-7 0,1 2-13 16,-2-1-19-16,1-2-32 0,-2 1-39 15,1 0-40-15,-2-1-50 0,-2 1-63 16,-1 1-92-16,-2-5-105 0,-4 0-134 0,-2 0-214 15,4-8 51-15,-5 4 72 0,5-4-358 16,0 0-416-16</inkml:trace>
  <inkml:trace contextRef="#ctx0" brushRef="#br0" timeOffset="194262.23">4800 5360 2927 0,'-9'-21'212'0,"-2"4"33"0,6 5 25 0,1 5 1 0,0 0-11 0,3 2-26 15,1 5-17-15,0 0 35 0,0 0-2 16,7 24 0-16,3 6-26 0,7 14-15 0,4 8-17 16,-1 3-11-16,3 6-19 0,2-1-18 15,-1 3-16-15,-1-2-12 0,-5-3-54 0,3-3-75 16,-4-2-66-16,2-2-75 0,-1-5-84 16,-5-9-104-16,-2-5-90 0,1 1-136 0,-3-4-163 15,-1-7 63-15,-2-5-550 0,-2 0-681 16</inkml:trace>
  <inkml:trace contextRef="#ctx0" brushRef="#br0" timeOffset="194631.04">5278 5995 3278 0,'0'0'124'0,"0"0"60"0,0 0 22 16,0 0 19-16,0 0 13 0,0 0 15 15,0 0-2-15,0 0-1 0,0-11-20 0,0 11-3 16,0 0-8-16,11-10-37 0,-5 4-18 15,4-1-15-15,3 1-6 0,-3-4-20 0,1-1-21 16,0-3-13-16,3-1-32 0,1-7-20 16,-3 1-19-16,-5 2-8 0,-1 4 0 15,-2-2-12-15,-2 2-12 0,-1 3-11 16,-2 3-2-16,-3 1 5 0,-2 8 1 16,6 0 5-16,-21 8-3 0,6 5 3 0,-8 10-1 15,4 4 7-15,-2 1 1 0,4 4 0 16,2 2 3-16,3 2-1 0,3-3 3 0,5-4 3 15,2-5-3-15,2 1 7 0,2-4-10 16,4 0 21-16,1-2-12 0,0-5 1 0,6-4-2 16,-1-3-9-16,4-4-38 0,1 1-47 15,8-8-57-15,7-8-67 0,4-5-80 16,8-8-84-16,0-8-111 0,0-4-147 0,1-9-30 16,7-12 70-16,0 0-410 0,-1-7-483 15</inkml:trace>
  <inkml:trace contextRef="#ctx0" brushRef="#br0" timeOffset="194845.42">6123 4890 2655 0,'-10'-23'-31'16,"-1"3"55"-16,-4 5 51 0,-7-6 61 0,-1 5 63 15,4 3 37-15,2 2 32 0,2 6 10 16,0-1 2-16,1 4-33 0,3 4-16 16,-4 6 7-16,3 7 6 0,-3 13 11 0,1 20-11 15,9 9-12-15,3 10-26 0,6 6-17 16,5 21-16-16,9 2-16 0,1-3-15 0,3-2-20 15,-2-22-17-15,-3-4-65 16,-2-4-86-16,1-2-71 0,-2-5-75 0,-3-6-89 16,0-6-100-16,-6-8-105 0,-1-8-136 15,-2-4-101-15,0-5 78 0,-1-7-529 0,-1-2-640 16</inkml:trace>
  <inkml:trace contextRef="#ctx0" brushRef="#br0" timeOffset="195029.01">5969 5736 3198 0,'-22'2'144'0,"3"-2"62"16,4 4 25-16,3-2 22 0,1 2 21 16,2-2 12-16,9-2 5 0,-16 3-39 0,16-3-24 15,-9 2-17-15,9-2-21 16,0 0-15-16,0 0-28 0,0 0-71 0,39-11-87 16,-6 1-107-16,1-4-101 0,5-2-115 15,4-4-108-15,2-6-185 0,-4 2-65 16,3-2 72-16,-6 1-434 0,4 1-527 0</inkml:trace>
  <inkml:trace contextRef="#ctx0" brushRef="#br0" timeOffset="195395.91">6480 5370 2848 0,'0'0'69'0,"-14"4"53"16,14-4 39-16,-18 1 27 0,18-1 24 15,-9 3 22-15,9-3 14 0,-8 4 14 0,8-4-3 16,-5 7-7-16,5-7-17 0,0 0-38 15,0 10-22-15,0-10-10 0,0 0-17 0,18 8-20 16,-6-8 8-16,-12 0-35 0,34-8-13 16,-15 4-33-16,4-2-11 0,-7-1-6 0,2-1-9 15,2 0-2-15,-7-4 1 0,-1 4-3 16,-3-2-7-16,-4 3-1 0,-3 2-4 0,-2 5 2 16,0 0 13-16,0 0-6 0,-40 19 3 15,10 1 14-15,-6 12 25 0,-2 3 32 16,3 5 28-16,4 1 0 0,9 0 0 0,3 0-3 15,8-9-3-15,4-4-8 16,7-3-14-16,5-4-1 0,2 0-10 0,1-3-10 16,7-3-6-16,0-3-8 0,5-4-2 15,-4-4-3-15,6-2-5 0,-3-4-39 0,3-4-13 16,-1-2-60-16,10-5-64 0,-10 1-59 16,-2 0-68-16,-6 6-79 0,-2-3-87 0,-3 5-115 15,-3 1-160-15,-5 3-114 0,0 0 84 16,0 0-659-16,-43 20-835 0</inkml:trace>
  <inkml:trace contextRef="#ctx0" brushRef="#br0" timeOffset="196112.53">2176 8373 3634 0,'-5'5'47'0,"-2"0"40"0,2 2 26 0,-1 1 30 0,0 6 35 0,-2 5 9 0,4 0 16 15,-1 3 14-15,1 0 9 0,2 2-1 0,1 1-14 16,1-6-13-16,1 1-9 0,3-1 4 16,3 0-10-16,5-4-10 0,1-1-7 15,1-2-18-15,3-6-9 0,4-4-18 16,4-4-13-16,9-6-11 0,0-6-7 16,-1-1-5-16,-5-4-20 0,-4 0-9 0,-6-3-3 15,-6 1-6-15,-6 3-7 0,-5-2-4 16,-6-2-8-16,-7-9-3 0,-7 2-3 0,-4 2-4 15,-9-6 0-15,5 9-10 0,-2 3 3 16,6 6-8-16,1 3-23 0,5 5-47 0,2 6-60 16,3 2-61-16,1 2-65 0,-1 5-70 15,6 4-77-15,3 1-59 0,1 1-64 16,4 0-63-16,3-3-47 0,5 0-29 16,1-4-545-16,7-2-672 0</inkml:trace>
  <inkml:trace contextRef="#ctx0" brushRef="#br0" timeOffset="196380.49">2366 8421 3191 0,'18'10'-61'0,"-3"2"71"0,-4 2 60 15,1 4 70-15,1 11 57 0,-1 6 43 0,-3 2 19 16,-2 2-6-16,1 2 4 0,-2-2 1 16,2 2-12-16,-3 0-13 0,3-2-24 15,-3 0-13-15,5-2-27 0,0 1-17 0,-1-2-15 16,3-2-11-16,-3-3-15 0,-2-9-9 16,0-3-12-16,-3-4-9 0,-1-1 2 0,-1-1 12 15,0-3 18-15,-2-2 17 0,-2 0 4 16,-2 1-6-16,-8 2-8 0,-2-4 0 15,-8 0-1-15,-1-3-10 0,-3-2-8 0,-16-8-13 16,0-3-9-16,-11-9-13 0,3-1-26 16,6-3-40-16,10 7 0 0,2-3-28 15,1 1-105-15,3 0-82 0,8 4-95 16,4 1-111-16,4-2-140 0,4 2-177 0,7-2-91 16,1 1 85-16,5-4-689 0,11-8-882 15</inkml:trace>
  <inkml:trace contextRef="#ctx0" brushRef="#br0" timeOffset="196811.69">2644 8692 4251 0,'-5'4'63'0,"1"0"6"16,4-4 24-16,-3 5 30 0,3-5 12 16,0 0 1-16,0 0-7 0,0 0-14 0,0 0-10 15,0 0-13-15,0 0-10 0,12-24-5 16,-2 10-13-16,-2-1-12 0,1-5-13 15,4-5-7-15,-4 2-7 0,-6 1 0 0,1-1-4 16,-4-2-3-16,-2 0 2 0,-5-8-4 16,0-2-4-16,-6 4-3 0,0-2 6 15,-6 0-4-15,-2-5 0 0,2 9 6 16,0 5 4-16,3 7 3 0,5 4 1 0,0 0-6 0,1 5-4 16,2 1 1-16,-1 5-6 0,2 1-2 15,7 1-3-15,0 0 0 0,-16 13-1 16,12-8 0-16,4 2 0 0,0-7-4 15,4 13 1-15,3-7-2 0,2 0 3 16,2-3 5-16,2-2 0 0,2-1-3 0,0 0 1 16,6-1 2-16,-3-1 2 0,-1 1-4 15,0-1 13-15,-4 2 2 0,3 0-7 0,-3 2 3 16,3-1 7-16,-4 4 12 0,4 2-5 16,-1 1-1-16,1 3 3 0,0 1-5 15,-2 4-4-15,-1-3-1 0,1 1-26 0,1 0-62 16,-4-2-76-16,-1-2-82 15,-1 2-95-15,0-4-99 0,-2 1-160 0,0-4-129 16,3-1 70-16,-3-2-471 0,-7-2-576 16</inkml:trace>
  <inkml:trace contextRef="#ctx0" brushRef="#br0" timeOffset="197711.49">3150 8044 3044 0,'0'-8'139'0,"0"8"43"0,0 0 0 0,0 0-8 0,0 0 3 0,0 0-2 0,0 0 13 0,0 0 7 16,0 0 6-16,0 0-13 0,0 0-21 0,27 21-13 16,-16-13-13-16,-2 1-17 15,3 2-11-15,-5-6-12 0,4 5-10 0,-4-2-6 16,-2 3-10-16,1-3-4 0,-4 1-5 16,0-1-16-16,-4 2-15 0,0-3-17 15,-4 2-17-15,-2-2-8 0,3-3-7 0,5-4-6 16,-21-2-4-16,7-7 0 0,1-7 6 15,-4-7 1-15,4 2 16 0,5 4 7 0,-2-1 11 16,5 4 5-16,-1 5-7 0,3-1-6 16,3 3 0-16,0 1-1 0,0 6 1 0,11-5-1 15,-11 5 2-15,21 0 1 0,-3 4-1 16,4 3-2-16,3-2-15 0,-2 0-36 0,1 0-34 16,1 0-34-16,-2-2-22 15,-2-3-18-15,-1-3 1 0,2-2-8 0,-5-3 4 16,0-5 1-16,-1-1 16 0,-5-2 11 15,-2-5 19-15,-3-1 12 0,0-11 11 16,-6-5 14-16,-2-1 12 0,-5-17 2 0,0 1 23 16,0-6 17-16,-9-2 17 0,3 6 28 15,0 6 29-15,3 17 32 0,4 9 17 0,1 3 0 16,1 9-15-16,1 7-11 0,1 6 5 16,2 0 31-16,-5 35 25 0,12 19 3 15,-2 14-4-15,6 7-6 0,10 25-5 0,1 6-3 16,6 0-7-16,8 0 48 0,4-6 1 15,3-4-9-15,6-9-17 0,-3-8-22 0,-3-8-4 16,-11-20-9-16,-1-4-14 16,-8-10-8-16,-5-9-6 0,-2-3-8 0,-5-7-2 15,-1-7 4-15,-4-2-17 0,-4-6-3 16,-2-3-12-16,0 0-4 0,0 0-9 0,-32-39 2 16,10 10-4-16,-3-15-15 0,-1-4-6 15,-7-6-12-15,7-4 2 0,0 0 4 0,2 5-26 16,1 10 9-16,10 11-4 0,1 12 3 15,3 3-3-15,4 3-6 0,-1 5-3 16,1 4 4-16,5 5 9 0,0 0 8 0,0 0-4 16,0 0 0-16,0 0 3 15,5 28 2-15,4-17-1 0,2-3-6 0,1-2-28 0,0 0-24 16,-3-1-25-16,5-4-21 16,-3 2-15-16,1-6-13 0,-1-1-12 0,2-4 1 15,2-5 1-15,-5-4 11 0,2-13-7 16,-3-5 20-16,-2-3 13 0,3-13 13 0,-8-7 17 15,0-2 19-15,-2 11 42 0,0 3 38 16,-2 6 32-16,2 10 26 0,0 7 10 0,-2 4 10 16,2 5-3-16,0 7-14 0,0 1 12 15,0 6 24-15,0 0 18 0,10 20 9 16,-3 0-12-16,4 10-13 0,3 3-10 0,4 8-10 16,0-7-11-16,5 6-5 15,-6-11-14-15,4-5-1 0,0 2-5 0,-2-6-21 16,-2-2-18-16,-2-9-37 0,-1-1-23 0,-1-4-31 15,-1-4-36-15,5-1-41 0,-4-6-56 16,4-3-73-16,-1-2-104 0,-2-3-112 16,-1-2-188-16,-1 3-50 0,-6 3 83 0,0 3-557 15,-4 0-671-15</inkml:trace>
  <inkml:trace contextRef="#ctx0" brushRef="#br0" timeOffset="197944.88">4651 7457 3797 0,'-4'-13'304'0,"-1"1"28"0,3 4-10 0,0 4 1 0,2 4 5 16,0 0 12-16,0 0 20 0,15 25-23 16,-3 5-30-16,6 14-33 0,2 5-26 0,-1 1-28 15,2 0-39-15,-6 0-67 0,2-4-83 16,-7-7-110-16,3-3-100 0,-2-1-95 0,-1-5-103 15,-1-6-108-15,-5-5-107 0,0-5-118 16,0-5-37-16,-3-5 77 0,4 0-590 16,-5-4-721-16</inkml:trace>
  <inkml:trace contextRef="#ctx0" brushRef="#br0" timeOffset="198094.9">4920 7296 3272 0,'-6'-13'-30'0,"-1"8"43"0,-1 4 23 15,8 1-4-15,0 0 2 0,0 0-3 0,-19 10-5 16,17-6-31-16,2-4-46 0,6 12-58 16,-1-7-84-16,6 1-111 0,2-2-187 15,-2-4 23-15,2 2-142 0,2-2-109 0</inkml:trace>
  <inkml:trace contextRef="#ctx0" brushRef="#br0" timeOffset="198378.69">5366 7136 1779 0,'6'-4'154'0,"-6"0"38"15,0 4 24-15,0 0 15 0,0 0 21 16,-25 18 9-16,12-3-5 0,-7 8 1 0,1 4 0 16,4 2-7-16,-1 3-13 0,5 0-15 15,0 1-21-15,6 0-22 0,5-4-15 16,4-8-15-16,1 3-10 0,4-4 12 0,11 4 32 16,-2-2 49-16,9-1 9 15,-4-4 15-15,0 2 12 0,2-3-1 0,-5 4-1 0,0 2-5 16,-4 0-2-16,-4-1 6 15,-6 1-119-15,-4 1-146 0,-8 10 0 0,-8 3 0 0,1-3 0 16,-10 6 0-16,-3 4 0 16,-3-3 0-16,-2-3 0 0,-3-8 0 0,0 0 0 0,0 0 0 15,3-11 0-15,3-2 0 16,-5-4 0-16,9-7-431 0,0-5-482 0,0-5-15 16,1-2 108-16,2 2-914 0,-8-7-1167 15</inkml:trace>
  <inkml:trace contextRef="#ctx0" brushRef="#br0" timeOffset="199012.58">2223 10389 4775 0,'-9'-34'-28'0,"2"3"43"0,-4-4 20 0,2 2 34 0,5-1 24 0,1 7 25 0,3 5 12 0,2 5-1 15,-1 3-3-15,3 0-11 0,2 3-6 0,-1 2-12 16,5 2-7-16,0 4-7 0,-10 3 6 15,25 5 15-15,-11 3-14 0,0 6 10 16,-3 3-10-16,5 7 0 0,-7-2-9 16,-5 0-1-16,-2-5-7 0,0 7-12 15,-6 1-8-15,-2 6-5 0,-5 0 0 0,-6-6 3 16,4-4-6-16,3-7 0 0,0-4-2 16,-1-3-1-16,-1-4-10 0,-1-6-2 0,-2-4-2 15,0-7-1-15,-3-8 4 0,5 3-16 16,1 2 2-16,7 1 1 0,-1 3-12 15,6 0 2-15,-1 1 0 0,2 2-7 0,5 3-5 16,1-2 13-16,7 4-9 0,3 1 5 16,0-2-4-16,6 4-7 0,2-4-45 0,-1 4-43 15,3-3-49-15,-2 1-56 0,0 0-77 16,-2-2-78-16,-4 4-54 0,0-6-65 0,0-2-58 16,-6-6-123-16,-2 2-22 15,-2-4 69-15,-4-5-396 0,1-12-479 0</inkml:trace>
  <inkml:trace contextRef="#ctx0" brushRef="#br0" timeOffset="199211.8">2410 9506 2754 0,'-13'-41'93'0,"4"7"66"0,-2 17 53 16,6 2 29-16,-1 5 18 0,3 2 21 15,1 2 9-15,2 6-5 0,-4-7-19 0,4 7-34 16,0 0-13-16,0 0-20 16,-2 25-8-16,6 8-20 0,3 6-13 0,6 11-20 15,5 4-8-15,1-2-17 0,3 3-23 0,0-3-68 16,1 2-68-16,4-3-60 15,-3-1-69-15,-1-6-60 0,-2-3-57 0,-2-10-49 16,-2-4-36-16,-3-5-54 0,-3-7-58 16,0-1-27-16,-1-9-22 0,-1-1-458 0,1-6-473 15</inkml:trace>
  <inkml:trace contextRef="#ctx0" brushRef="#br0" timeOffset="199528.8">2759 9972 2607 0,'6'-16'-6'16,"-5"3"58"-16,1 3 53 0,-2-1 54 0,0 4 36 15,0 7 23-15,0-8 7 0,0 8-10 16,2-9-16-16,-2 9-12 0,0 0 4 0,0 0-6 15,0 0-11-15,0 0-14 0,21 24-15 16,-15-13-15-16,3-1-14 0,-1 0-9 16,2 2-11-16,-3-1-9 0,1-2-8 15,2 0-7-15,-3-2-9 0,0 1-5 0,0-3 8 16,0-4-16-16,-7-1-1 0,0 0-6 16,25-6-5-16,-16-2 5 0,4 0-7 15,-1-4-8-15,-1 1 2 0,-1-1 1 0,-2 2 10 16,-1 1 14-16,1 3 32 0,-3 0 10 15,-1 0 20-15,4 2 2 0,-8 4 0 0,6-7-6 16,-6 7-12-16,7-8-14 0,-7 8-7 16,6-4-13-16,-6 4-6 0,10-5-3 15,-10 5-8-15,13-3-12 0,-13 3-42 16,19-4-38-16,-13 1-36 0,5 1-24 0,-1-4-43 16,1 0-52-16,0-1-64 0,3-1-72 0,-1 0-75 15,-3-3-87-15,1 3-122 16,0-4-111-16,-2 7 64 0,-2-2-509 0,1 2-639 15</inkml:trace>
  <inkml:trace contextRef="#ctx0" brushRef="#br0" timeOffset="199878.08">3353 9523 3549 0,'3'-8'160'0,"-3"1"14"16,0 7 4-16,2-7 0 0,-2 7 17 15,0 0 27-15,0 0 14 0,20 26 7 0,-8-11-30 16,-1 2-21-16,5 7-16 0,-1 3-21 15,0-2-16-15,-5-2-4 0,-5-2-19 0,2-1-16 16,-5 3-7-16,0-1-15 0,-4-1-28 16,0 0-29-16,-3 3-29 0,-4-4-31 0,-5 7-38 15,-3-3-41-15,-4-1-39 0,6-6-34 16,-4-7-15-16,3-5 20 0,1-2 24 16,2-9 27-16,-6-6 22 0,1-14 24 0,0-8 27 15,2-14 42-15,7-2 24 0,5 9 19 16,4 4 17-16,4 2 15 0,3 4-2 0,1 10-2 15,4 8 7-15,1 4 11 0,4 4 2 16,-2 5-1-16,4 4-10 0,6 4-4 0,4 4-6 16,3 3-4-16,-1 1-24 15,-1-1-50-15,1 0-58 0,-1 1-59 0,3-3-55 16,-1-1-35-16,2 0-62 0,-9-7-109 16,-2-3-165-16,-3-2-48 0,-4 0 67 0,1-2-342 15,-5-1-377-15</inkml:trace>
  <inkml:trace contextRef="#ctx0" brushRef="#br0" timeOffset="200094.72">3889 9189 2913 0,'-2'-17'332'0,"0"0"10"0,0 5 10 16,1 5-27-16,1 7 11 0,0 0 37 0,0 0 10 16,5 50-9-16,2-8-32 0,2 20-33 15,0 10-31-15,2 21-26 0,3 1-24 0,1-2-27 16,-3 3-29-16,-1-1-44 0,0-24-72 15,-3-2-92-15,0 2-79 0,-3-7-59 16,-1-7-56-16,1-11-50 0,-5-8-72 0,2-11-60 16,-4-5-66-16,2-6-65 0,0-6-88 15,0-5-54-15,0-4 58 0,0 0-439 0,0 0-537 16</inkml:trace>
  <inkml:trace contextRef="#ctx0" brushRef="#br0" timeOffset="200261.16">3799 9469 3018 0,'-7'-20'123'0,"0"5"53"0,-2 5 26 0,4 2 18 16,-1 6 15-16,6 2 8 0,0 0-11 16,0 0-19-16,-21 10-17 0,21-10-25 0,-4 12-22 15,2-5-37-15,2-7-62 0,10 18-74 16,-2-10-91-16,5-3-120 0,1-5-138 0,4 0-219 16,5-5-55-16,-2-1 69 0,8-10-366 15,3 3-424-15</inkml:trace>
  <inkml:trace contextRef="#ctx0" brushRef="#br0" timeOffset="200694.38">5013 8901 3155 0,'-9'-3'358'0,"3"1"-27"0,6 2-11 0,0 0-9 15,0 0-10-15,-12 7-17 0,12-7-20 16,9 12-22-16,-4 0-27 0,5-3-17 0,-1-1-26 16,-1 5-15-16,-1 1-15 15,1 1-1-15,-4 1-25 0,-3 3-22 0,-1-6-23 16,-3 4-32-16,-7 2-36 0,3 0-19 16,-7-2-22-16,-7 3-21 0,4-9-5 0,-4-3-1 15,6-4 8-15,1-6 9 0,-4-8 2 16,-1-11 6-16,1-8 15 0,5-7 23 0,0-10 20 15,9 5 9-15,4 2 13 0,4 4 4 16,4 5 4-16,1 7 11 0,5 8-6 0,2 3 9 16,7 4 1-16,-3 7 8 15,2 1-3-15,8 3-6 0,9 3-4 0,5 2-1 0,-3 2-10 16,13 1-5-16,-10-5-5 0,0 0-1 16,-5-2-9-16,-5-4 4 0,-7 0-6 15,12-6-28-15,-10 1-25 0,1-8-42 0,-2-2-26 16,-1 0-38-16,-4-5-55 0,-6-3-89 15,0 1-99-15,-5 0-113 0,-5 1-167 16,-3 6-92-16,-2 2 80 0,-4 5-586 16,-3 3-715-16</inkml:trace>
  <inkml:trace contextRef="#ctx0" brushRef="#br0" timeOffset="201294.28">3374 10547 3748 0,'-11'8'132'0,"-3"5"19"0,5 1 25 0,-2 3 24 0,-7 10 23 0,7 2 12 0,1-5-9 15,3-2-21-15,3-5-19 0,2 2-19 0,2-2-8 16,6 4-35-16,-1-3-11 0,7-1-12 16,-1-1-40-16,5-3-41 0,1-3-57 0,0-2-62 15,2-4-72-15,0-3-83 0,3-4-81 16,1-3-88-16,4-5-103 0,2-5-154 15,-6 0 54-15,0-4-420 0,-6-1-520 16</inkml:trace>
  <inkml:trace contextRef="#ctx0" brushRef="#br0" timeOffset="201578.22">3603 10514 3095 0,'-5'-4'139'0,"-2"-2"21"0,7 6 11 0,0 0 16 16,0 0 14-16,-16 14 9 0,16-5-2 15,0 6-9-15,3 3-11 0,1 4-21 16,9 10-15-16,5-3-16 0,1 2-13 0,8 3-15 15,-1-10-8-15,0-2-7 0,5-3-10 16,1-5-8-16,-1-4-3 0,-4-3-9 16,-4-6 0-16,-4-2-6 0,1-5-7 15,0-2-7-15,-4-4 1 0,2-2-3 0,-7-3 2 0,-3 0 20 16,-2-2 19-16,-4 0-9 0,-4-4-4 16,-4 2 4-16,-9-8-14 0,-4 0 4 15,-4 3-9-15,-2 1-11 0,-2 5-4 16,4 3-4-16,1 7-10 0,5 3-34 15,-1 5-43-15,5 4-63 0,-2 5-71 0,1 1-89 16,5 4-110-16,-1 5-99 0,1 3-177 16,5-4-67-16,4 4 80 0,0-4-511 0,4 2-624 15</inkml:trace>
  <inkml:trace contextRef="#ctx0" brushRef="#br0" timeOffset="201961.1">4000 10545 3643 0,'-6'-9'240'15,"0"4"17"-15,6 5 18 0,-9-9 33 16,5 5 6-16,4 4-17 0,-8-8-26 0,8 8-31 16,0 0-28-16,0 0-14 0,0 0-12 15,13 21-24-15,1-3-16 0,3 3-10 0,2 3-15 16,2 1-14-16,-2 0-10 0,2-2-30 16,-4-1-21-16,-1-5-11 0,-5-1-17 0,-4-5-10 15,3 0-5-15,-4-3-3 16,-1 1 1-16,1-3-1 0,-3-2-16 0,-3-4-17 15,0 0-18-15,0 0 1 0,0 0-9 16,0 0 7-16,5-22-2 0,-10 3 13 16,4-5 8-16,-3-14-3 0,0 9 5 0,4 5-1 15,0 0 1-15,-2 3 14 0,4 4-6 16,0 3 8-16,2 1 3 0,-1 5 18 0,6 4 12 16,-9 4 6-16,16 0 6 0,-16 0-6 15,29 12 1-15,-8 1-7 0,4 3 2 0,0 1-2 16,1 1-4-16,-5 1-12 0,4-2-33 15,-3-4-38-15,-2 5-38 0,-1-6-40 0,-4 1-55 16,-3-3-59-16,-3-4-69 0,1-1-57 16,-4-2-80-16,0 1-115 0,-6-4-93 15,0 0 66-15,0 0-457 0,0 0-538 0</inkml:trace>
  <inkml:trace contextRef="#ctx0" brushRef="#br0" timeOffset="202329.45">4502 10415 2932 0,'0'-12'120'0,"-2"5"69"0,1 1 25 15,1 6 28-15,0 0 29 0,0 0 12 16,0 0 20-16,0 0 8 0,0 0-18 0,7 31-22 16,3-17-28-16,-1 5-19 0,7 5-24 15,1 0-21-15,0 1-20 0,-4-1-18 16,-1-5-12-16,-1-1-15 0,-3-3-9 0,-1-1-13 16,1-3-17-16,-2 0-22 0,0 0-15 15,-3-1-10-15,1-3-28 0,-4 0-28 16,0-2-33-16,0-5-19 0,-6 8-32 15,6-8-19-15,-9 2-13 0,9-2 7 0,0 0 10 16,-17-17 14-16,9 3 11 0,5-8 12 16,-3 0 7-16,2 1 22 0,4 0 29 0,2 0 18 15,0 1 20-15,4 5 16 0,-3-1 18 16,5 6 19-16,-1 1 12 0,3 4 16 0,1 2 8 16,1 1 0-16,-12 2-12 0,24 4-7 15,-8 2-3-15,-1 2-12 0,2 1-4 16,0 3-9-16,-1-3-46 0,-2 3-33 0,0-4-53 15,1 4-39-15,1-5-54 0,-7-1-53 16,3 0-87-16,-1-4-63 0,-2-2-91 16,-9 0-132-16,20-4-62 0,-9-6 66 15,-1 1-452-15,-1-4-523 0</inkml:trace>
  <inkml:trace contextRef="#ctx0" brushRef="#br0" timeOffset="202677.15">5029 10268 3220 0,'0'0'168'0,"0"0"22"16,0 0 20-16,0 0 16 0,0 0-1 16,0 0-5-16,0 0-12 0,0 0-27 0,0 0-19 15,24 2-10-15,-24-2-21 16,17-2-12-16,-9 2-30 0,2-6-25 0,-1 2-29 0,2-3-21 16,-2 3-20-16,-2-4-18 15,0 0-22-15,-1-2-1 0,-4-1-3 0,2-1 12 16,-4 4 1-16,0 1 3 0,-4 2 2 15,4 5 6-15,-11-3-1 0,11 3 3 0,-23 13-1 16,8-1 9-16,-5 9 12 0,-1 3 10 16,6 1 7-16,0 2 1 0,7-5 1 0,3-1 3 15,3-6-1-15,4 4-1 0,2-3 0 16,1 4-1-16,2-3 0 0,2-4-2 16,2 1-5-16,0 0 0 0,3-6-3 0,1-1-24 15,-2-5-32-15,2-2-36 16,5-4-58-16,6-8-70 0,5-1-66 0,-4-11-76 15,12-5-110-15,-4-5-121 0,2-7 36 16,0-1-331-16,-4-9-365 0</inkml:trace>
  <inkml:trace contextRef="#ctx0" brushRef="#br0" timeOffset="202894.37">5585 9373 2446 0,'-4'-30'26'0,"1"8"51"0,-1 5 47 0,-3 3 37 15,0 7 36-15,2 0 24 0,-3 5 19 16,8 2 11-16,0 0 10 0,-23 18 1 15,19-6 7-15,-3 6 9 0,2 4-12 0,4 2-15 16,2 14-18-16,4 1-18 0,2 6-23 16,3 12-14-16,2 3-19 0,1 3-15 15,-1 3-16-15,2 2-41 0,1-3-60 16,-1-1-70-16,-1-4-77 0,3-2-99 0,-5-1-113 16,-2-6-127-16,3-3-148 0,-6-10-117 15,-3-2 78-15,3-8-559 0,-3-7-669 0</inkml:trace>
  <inkml:trace contextRef="#ctx0" brushRef="#br0" timeOffset="203094.43">5517 9968 3583 0,'-18'0'193'0,"3"6"43"15,3-4 21-15,3 0 8 0,9-2-5 16,-11 2-12-16,11-2-23 0,0 0-21 0,0 0-16 15,0 0-23-15,0 0-44 0,32-20-77 16,-5 3-90-16,1 1-102 0,0-4-129 0,1-2-137 16,10-6-140-16,-5-2-132 0,4 1 68 15,0 0-486-15,3 3-574 0</inkml:trace>
  <inkml:trace contextRef="#ctx0" brushRef="#br0" timeOffset="203462.53">6073 9747 3361 0,'-8'8'212'0,"5"-3"19"15,-1 0 22-15,4-5 19 0,-5 9 32 16,5-9 8-16,0 0-7 0,0 0-25 0,0 0-23 16,14 6-19-16,-14-6-23 0,23-11-39 15,-8 3-48-15,3-4-55 0,4-5-26 0,1-4-37 16,-2-1-23-16,1 1-21 0,-8-3-4 15,0 4 1-15,-5 3 4 0,-5 2-1 16,0-1 7-16,-1 2 2 0,-3 6-2 16,-3-2 0-16,-3 6 2 0,1 3 1 0,5 1 3 15,-33 15 2-15,8 6 2 0,-7 8-1 16,0 3 2-16,11-4 4 0,1 2 0 0,5 0 3 16,3 1-2-16,7-6 4 0,1-2 5 15,4-3 3-15,2-3-2 0,2 0 2 16,2-1-1-16,1-3 2 0,-1-2-12 0,5-2-24 15,1-5-54-15,1-4-78 0,5-4-91 16,0-4-108-16,7-7-114 0,5-7-159 0,3-9-7 16,1-3 63-16,-2-7-413 15,4-5-471-15</inkml:trace>
  <inkml:trace contextRef="#ctx0" brushRef="#br0" timeOffset="203876.97">6650 8632 3056 0,'-13'-17'209'15,"-1"5"49"-15,5 3 32 0,2 4 19 16,-1 2 21-16,8 3 15 0,-15 9 18 16,9 2 1-16,3 3 2 0,-2 10-2 15,5 3-14-15,8 23-21 0,1 4-19 0,-1 6-26 16,2 6-16-16,-3 0-27 0,1 1-86 0,1-2-155 16,-1-3 0-16,0-2 0 0,-3-5 0 15,1-10 0-15,-3-6 0 0,4-2 0 16,-1-10 0-16,-5-6 0 0,3-3 0 15,-4-5 0-15,2 0 0 0,-2-1 0 0,2-5 0 16,-4-2 0-16,2-5 0 0,0 0 0 16,0 0 0-16,0 0 0 0,0 0 0 0,-25-23 0 15,12 9 0-15,-1 1-28 0,-2 1-58 16,-13-1 4-16,4 7-6 0,0 6 7 0,-7 8 30 16,-1 3 29-16,-3 16 25 0,4 6 16 15,5 3 10-15,2 3 2 0,9 2 0 0,2-6-1 16,10-6-1-16,4-6-5 0,2 1-3 15,3-5-3-15,8 1 4 0,-2-5-2 0,1 1-3 16,2-9-16-16,1-3-17 16,-1-2-41-16,1 0-27 0,0-6-44 0,2 0-43 15,-1-1-54-15,0-4-58 0,0 0-75 16,-3 1-81-16,-3-2-92 0,1 3-156 0,-7 0-54 16,3 2 84-16,-7 5-592 0,0 0-709 15</inkml:trace>
  <inkml:trace contextRef="#ctx0" brushRef="#br0" timeOffset="204278.18">5709 10781 3871 0,'-8'-5'270'0,"8"5"12"0,-10-3-3 0,10 3 5 0,0 0-5 0,0 0 16 0,0 0 5 16,-7 12-10-16,7 0-15 0,2 3-26 0,1 0-23 15,2 7-21-15,-1 0-25 0,1 0-15 16,3-1-17-16,-1-1-15 0,1-4-17 16,5 1-6-16,-2-3-19 0,1-6-16 0,0-1-27 15,1-4-28-15,0-5-20 0,5-1-14 16,-1-4-29-16,0-3-18 0,2-2-22 15,2-3 2-15,-2-1 4 0,-8 3 15 16,-2-3 3-16,-2 4 15 0,-5-3 12 0,-4-1 9 16,-3-1 14-16,-4-2 11 0,-7-5 4 15,3 9 6-15,-1 3-3 0,0 4 2 0,3 3-4 16,0 4-12-16,-5 2-40 0,1 6-49 16,-1 5-61-16,-1 9-70 0,-2 1-99 0,7 5-107 15,1-7-113-15,4-1-156 0,5 0-50 16,0-6 82-16,6-1-594 0,2-3-721 15</inkml:trace>
  <inkml:trace contextRef="#ctx0" brushRef="#br0" timeOffset="204560.2">6005 10907 3362 0,'5'10'22'0,"-3"1"74"16,-2 4 38-16,0 0 31 0,-2 6 22 16,2 3 17-16,0 3 14 0,-2 1 6 15,4 10-2-15,2-1-10 0,-1-2-11 0,3 4-16 16,0-3-19-16,0 0-12 0,1 0-20 15,1-4-12-15,4 1-14 0,-7-8-13 0,1-4-9 16,-2-4-7-16,-1 1-6 0,1-3-2 16,-1 1 12-16,-3-1 17 0,-5-1 18 15,1 1 0-15,-5 0 13 0,-2 3 0 16,-5-7-9-16,-5 1-7 0,-8-3-8 0,1-4-16 16,0-3-10-16,-11-5-13 0,-2-6-15 15,1-1-23-15,-1-3-27 0,5 2-38 0,0-3-43 16,4 4-59-16,2 0-64 0,6 1-78 15,3 1-107-15,5 2-114 0,3-1-134 0,4 1-150 16,4-6 72-16,5 3-691 0,3-5-855 16</inkml:trace>
  <inkml:trace contextRef="#ctx0" brushRef="#br0" timeOffset="205010.15">6336 11003 4084 0,'-17'-4'108'16,"0"1"18"-16,-1 0 16 0,9-1 18 15,-1 1 12-15,3 1-2 0,-1 0-12 0,3-3-17 16,-1-4-17-16,3 3-10 0,2-4-18 16,1-2-9-16,1 0-8 0,-1 1-16 0,3-3-17 15,3-1-14-15,-3 1-6 0,-1 1-8 16,0-3-1-16,0 2-3 0,-4-3-1 0,0 0-1 15,-3-2 1-15,-4-1-4 0,2-1 0 16,-2 2 5-16,0 0 4 0,-4 2 2 16,2 0 11-16,-1 7 6 0,1-1 4 15,0 5 0-15,1 0-6 0,-1 6 1 0,2 0-2 16,-5 4-1-16,5-1 7 0,-2 2-1 16,2-1-5-16,2 0 0 0,1-1-3 0,6-3-3 15,0 0 2-15,0 0 2 0,0 0-6 16,0 0 0-16,38-12 3 0,-13-5-9 0,4 5 1 15,-1-5-3-15,-1 2 0 0,-5 3-6 16,-2 2-5-16,-3 1-4 0,-2 3 0 0,1 3-13 16,-3 0-15-16,3 3-14 0,-4 0-14 15,1 4-23-15,1 0-33 0,-3 0-38 16,3 3-57-16,-1-1-63 0,-1-2-71 0,1 4-67 16,-4-4-82-16,3-2-122 0,-2 1-21 15,-10-3 60-15,14 1-401 0,-14-1-449 16</inkml:trace>
  <inkml:trace contextRef="#ctx0" brushRef="#br0" timeOffset="205976.56">6717 10303 3004 0,'2'-6'202'0,"-1"0"29"0,-1 6 11 16,0 0 13-16,0 0 15 0,0 0 2 16,0 0-7-16,0 0-21 0,0 0-18 15,0 0-27-15,0 0-22 0,0 0-16 0,0 0-16 16,0 26-13-16,0-26-11 0,0 11-12 15,-1-3-19-15,-5 2-16 0,2-1-18 0,-5 5-18 16,-5-1-29-16,0 1-22 0,-2 0-28 16,-4 3-28-16,-2-4-26 0,5-1-20 0,-2-2-5 15,3-3 12-15,2-1 15 0,0-3 13 16,3-1 15-16,2-2 9 0,9 0 21 16,-14-7 22-16,10 3 15 0,4 4 14 0,2-12 10 15,3 4 6-15,6 1 1 0,-4-3-1 16,10-2-4-16,7-2-3 0,3-3-4 0,2 0 2 15,1-2-9-15,12-4-26 0,-1 0-30 16,-3-2-37-16,-2-1-26 0,-10 3-16 0,-3-3-19 16,1 0-6-16,-6-1 10 15,-2-2 12-15,-5 2 11 0,-6 1 8 0,-3 2 20 16,-2-4 21-16,-2-10 21 0,0-1 23 16,-7-12 21-16,0 1 17 0,-5-6 9 0,1 2 19 15,-1 3 17-15,-2 3 21 0,6 15 18 16,-1 4 16-16,-1 8 14 0,4 6 6 0,3 3-2 15,-1 4-11-15,2 8-8 0,4 0-2 16,-7 22-1-16,5 5-4 0,4 16-12 16,3 20-3-16,5 10-8 0,4 21-5 15,0 2-6-15,4-3-9 0,-3 4-6 0,0-1-10 16,-4-1-23-16,2-20-18 0,-2-5-20 16,-4-2-24-16,0-4-21 0,-1-2-19 15,0-7-17-15,-4-14-7 0,2-7 6 0,-2-7 4 16,0-10-2-16,-2-1-9 0,-2-8-3 15,0-4-1-15,2-4 5 0,0 0 9 0,0 0 6 16,-20-22 8-16,9 3 13 0,-2-15 10 16,-6-11 19-16,2-4 18 0,-7-5 15 0,6 2 8 15,0 1 12-15,5 7 5 0,1 11 7 16,1 6 4-16,4 10-2 0,1 1-5 0,5 6 2 16,-4 3-2-16,5 7-4 0,0 0 2 15,0 0-7-15,0 0-1 0,0 0-1 0,0 0-6 16,27 19-5-16,-15-14-21 15,4-1-24-15,2-3-27 0,2-2-26 0,5-4-18 16,8-6-29-16,2-1 3 0,-3-6-12 16,0-1-11-16,3-9 0 0,-7-2 18 0,1-5 15 15,-5-4 18-15,-3-5 27 0,-2-3 30 16,-6-7 24-16,1-2 35 0,-3-8 23 16,0-4 27-16,0-6 15 0,-6-1 14 0,3-3 10 15,-5 1 6-15,1 6 9 0,-2 1 12 16,1 10 9-16,-6 19 31 0,1 14 19 0,2 5 22 15,-4 7 17-15,1 8 2 0,3 7 4 16,0 0 3-16,-17 34-5 0,9 15-7 0,-2 11-13 16,8 10-16-16,2 0-14 15,6 5-14-15,3 0-15 0,7 16-13 0,-1-25-16 16,0-8-13-16,3-6-9 0,0-5-9 16,0-4-60-16,-5-10-28 0,1-6 0 0,-5-5 0 15,0-8 0-15,3-4 0 0,-2-6 0 16,-1-1 0-16,-9-3 0 0,21-7 0 0,-8 1-9 15,-1-5-105-15,-1 3-37 0,-2 2-37 16,2 0-51-16,-4 2-57 0,-7 4-71 0,0 0-84 16,0 0-110-16,2 16-174 15,-10-1-2-15,1 2 83 0,0 2-601 0,0-4-715 16</inkml:trace>
  <inkml:trace contextRef="#ctx0" brushRef="#br0" timeOffset="206162.37">7971 10142 3346 0,'8'4'133'0,"-5"2"95"0,-4 3 54 0,1-9 45 0,-10 20 41 0,-2-3 24 0,-6 11 13 0,-9 8 0 15,-3 1-8-15,-5 4-33 0,-5 0-31 16,-2-1-36-16,3 1-29 0,-8-1-42 0,6 0-41 16,-4-4-78-16,4-3-82 0,-2-4-106 15,7 0-122-15,6-9-125 0,1-3-156 16,2-2-174-16,7-8-195 0,2-5 83 15,7 0 74-15,-1-2-670 0,12 0-819 0</inkml:trace>
  <inkml:trace contextRef="#ctx0" brushRef="#br0" timeOffset="207245.85">1526 7678 3952 0,'3'-10'-13'0,"-1"2"17"0,1 0 22 0,-3 8 18 0,0-7 15 0,0 7 0 0,0 0 10 0,0 0 11 0,0 0 8 15,0 0-3-15,-33 19-4 16,22-9-9-16,-2 2-2 0,-1 1-7 0,-1-1-11 16,3-3-4-16,-1 6-2 0,4-5-4 15,-1-2-7-15,1 3-5 0,1-4 2 0,3-3-8 16,-2 2-1-16,7-6 9 0,-7 9-15 15,7-9 4-15,0 0-2 0,0 0-8 16,-18-19-1-16,16 3-2 0,0-7 1 0,-1-3-8 16,1 0-1-16,2 6 2 15,0 0 1-15,0 3 2 0,-2 4 0 0,2-1-6 0,0 5-7 16,2 4 7-16,-2 5 12 16,0 0 11-16,0 0-3 0,25 22 0 0,-8-1 1 15,2 3-3-15,0 1-1 0,0-6-1 16,2 3-2-16,-2-1-4 0,-2-8 3 15,-3-1 2-15,-1 1-4 0,-1-3 2 0,-5-4-2 16,1 0 2-16,-1 0 3 0,-3-4 0 16,-4-2 4-16,12 4-3 0,-12-4-2 0,0 0-2 15,0-18-1-15,-6 3-2 0,-2-3 8 16,-3-10 6-16,-2 5 18 0,1 2 28 16,1 6 22-16,3 5 0 0,2-1-12 0,0 2-13 15,-1 2-4-15,7 7-9 16,0 0-2-16,0 0 4 0,0 0-4 0,-6 24 2 15,10-10-9-15,5 1-3 0,3 2-6 16,9 4 1-16,2-5-5 0,0 1-26 16,-3-5-33-16,0-6-29 0,-5 1-31 0,-2-3-37 15,-2 0-41-15,1-4-47 0,-4 3-68 16,-8-3-66-16,13-3-78 0,-13 3-113 0,0 0-146 16,8-4 60-16,-8 4-384 0,0 0-484 15</inkml:trace>
  <inkml:trace contextRef="#ctx0" brushRef="#br0" timeOffset="-42304.06">31226 3455 884 0,'10'-13'180'16,"-5"1"-76"-16,-1 2-6 0,-2 3 11 0,1-5 0 0,-3 4 5 0,0-4 0 15,3 1-5-15,-6-4 5 0,3 3 10 0,0-1 1 16,-3-4-5-16,-1-4-3 16,0 4-13-16,-1-6 3 0,-4-6 0 0,-3 2-1 15,1-2-6-15,-3 1-5 0,-3 2-15 16,-1 0-2-16,-4-1-10 0,-3 2-4 15,-11-4-5-15,-2 0-6 0,-6 2-8 0,-4 0-9 16,-3 2-1-16,1-2 1 0,-3 2 2 16,-3 1-14-16,-1-2-2 0,3 6 5 0,-4-3 0 15,-1 5-8-15,0-1 3 0,2 4-8 16,-4 1-6-16,0 2 5 0,2 1-1 16,-4 3-5-16,0 3 5 0,-3 0-3 0,-2 5-3 15,-2 0 2-15,-2 6-3 0,-3 2 1 16,1 0 1-16,-3 4 0 0,2 3 0 0,-4 0-4 15,-14 8 11-15,3-1-4 0,22-1-4 16,-1 1-5-16,7 0 2 16,-1 2 8-16,4 3-5 0,0-2-1 0,-2-4-1 15,3 8 1-15,3 2 0 0,-1-6 6 16,5 3-18-16,2 1 8 0,-7 1-5 0,6-2 0 16,1 1 10-16,0 2-10 0,1-2 9 15,2 2-5-15,3 0-1 0,-2-2-1 0,2 0 10 16,1 0-10-16,-2 0 5 0,4 3 10 15,0-2-1-15,-4 3-3 0,5-2-6 16,-4 0 7-16,2 1-3 0,5-1 0 16,-7 0-1-16,5-2 0 0,-2 0 13 15,3 0-11-15,1-1 8 0,0-1-11 0,10-4 11 0,-1 0-7 16,0 3 1-16,-5 3-1 16,7-3-7-16,3 0 25 0,-3 1 1 0,0 8-11 15,-2 1 3-15,2 1 4 0,3-2-6 16,-1 2 3-16,0 1-2 0,-2 0-4 15,4-1 2-15,-4 3-5 0,2 0 0 0,2-2 4 16,-1 2-4-16,-3 3 0 0,2-2-3 16,-2-1 1-16,2-5 0 0,2 5-5 0,4-9 8 15,-2 2 3-15,6-1 0 16,0 2 4-16,-1-1-2 0,3 0 0 0,0 2 2 0,0-1-1 16,2 5-2-16,0-2 6 15,1 3-2-15,-2-1-8 0,-1 0 6 0,3 2 0 0,1-1 0 16,-3 1-4-16,5 0 0 15,-3 3 1-15,0-2-2 0,3 9 1 0,1 3 5 16,0-7-10-16,4-1 0 0,2 0 5 16,4 11-2-16,1-3 0 0,0 0 1 15,4 1-2-15,0-1-1 0,-2 2 0 0,3 0-4 16,-5 0-1-16,2-4-1 16,2 1 0-16,-4-12 1 0,-3 3 2 0,-1-4-2 0,3 1-1 15,2 2 2-15,-4 0 2 16,5 8-4-16,-1-8 6 0,2 5 1 0,1 1 0 0,-2-8 1 15,5 5-2-15,3 0 4 0,-4 0 6 16,6 0-1-16,0 2 5 0,4-2 0 0,1 1 0 16,0 0 0-16,2 0-3 15,-1 0 4-15,2 0-4 0,2-1-3 0,-1-5 1 16,1 3-4-16,0-1 1 0,1-2-2 16,2-2 0-16,3 1-2 0,-1-1 5 0,4-1-2 15,1-2-1-15,4-1 1 0,2-1-2 16,1-2-1-16,8 2-1 0,1 1 0 15,2-2-3-15,2-2 2 0,16 6-2 0,-16-8-3 16,2-1 2-16,13 9-5 16,-13-15 1-16,8 2 4 0,-8-6 11 0,0 5-6 15,0 1 3-15,-2-7-2 0,-3 2-2 16,2 1-1-16,1-1-1 0,-2-5 0 0,0-1-3 16,2-1-2-16,2-4 0 0,-1 5-1 15,1-3 0-15,-4 2 0 0,2-5 1 0,0-3-2 16,-3 7-1-16,-9-9 0 0,1-4 0 15,2 0 0-15,0 0 1 0,15-5-2 0,-6 3 1 16,-2-5 2-16,3-1-4 0,1 0 2 16,-2-1-2-16,0 5 3 0,2-5-3 0,0-1-3 15,2 2 2-15,-6-4 0 0,0 4 0 16,-2-2 2-16,0-3-3 0,-12 8 4 0,9-3 7 16,0-4 7-16,2-1 4 15,-11 9 1-15,9-6 5 0,-2-1 5 0,-1-2 6 16,-11 3-1-16,9-2 0 0,-5 1 5 15,-3 1 4-15,6-7 0 0,-4 5 2 0,4-3 8 16,5-2 9-16,-3-1-3 0,1 1 1 16,1-1 3-16,-1-3-5 0,2 0 0 0,-3 0 0 15,3-3-4-15,0 3-1 0,-3-5-5 16,5 0-4-16,-7-1 0 0,1-2 4 0,-2-3-1 16,2-1 0-16,-6-1 2 0,3 0 6 15,-1-1 4-15,-2-1-2 0,1-1-6 0,-1-1 1 16,-3-2 4-16,3-2 2 0,3 3-1 15,-4-3 3-15,-1-1-3 0,-1 3 3 16,1-3-10-16,2 0 11 0,-2 2 1 16,-1-3 4-16,-3 1 7 0,0-1 4 0,-2 0-8 15,-1-2-71-15,-3-1 0 0,3 2 0 16,-4-1 0-16,1-4 0 0,-4 0 0 16,-1-3 0-16,1 1 0 0,-1 1 0 0,0-2 0 15,-7 1 0-15,6 3 0 0,-8-2 0 16,4 2 0-16,-1 1 0 0,-4 1 0 0,-1 1 0 15,-2 7 0-15,-1-8 0 0,0 11 0 16,-1-4 0-16,0 2 0 0,-3 1 0 0,1-1 0 16,-2 2 0-16,-1 1 0 15,1-1 0-15,1-1 0 0,-3-1 0 0,-1 1 0 16,5-2 0-16,-4 2 0 0,0 0 0 16,1 0 0-16,3 1 0 0,-2 2 0 0,0 2 0 15,2 0 0-15,-3 0 0 0,3 7 0 16,-1-10 0-16,-1 3 0 0,3 0 0 0,-4-1 0 15,3-1 0-15,1 2 0 0,-1-4 0 16,-3 1 0-16,4-2 0 0,-5 1 0 0,-2-4 0 16,-2-1 0-16,-5 0 0 0,-2-11 0 15,-4-2 0-15,-4 2 0 0,-6 1 0 0,-4-2 0 16,-7 2 0-16,-15-15 0 0,-10 8 0 16,-13-2 0-16,-5 1 0 0,-9 6 0 0,-7-1 0 15,-6 3 0-15,-7 3 0 0,4 2 0 16,-3 1 0-16,-2 5 0 0,-3 5 0 0,1 2-427 15,0 0-278-15,12 6-266 16,8 0 91-16,19 9 95 0,4-2-719 0,3 4-951 16</inkml:trace>
  <inkml:trace contextRef="#ctx0" brushRef="#br0" timeOffset="-39406.13">28722 2358 3930 0,'2'-7'-170'0,"0"0"21"15,-1-1 21-15,3 3 15 0,3-3 13 0,2 2 11 0,0 0 15 0,3 0 15 0,3 1 7 0,1 1 5 16,-2 2 6-16,8 2 9 0,-1 2 5 0,-3 2 3 16,4-2 3-16,-8 3 6 15,4 1 4-15,-7 2 5 0,-3 0 1 0,-2-1 13 16,-6 5 19-16,-4 3 5 0,-4-1 6 16,-5 3 3-16,0-2 3 0,-1 0 5 0,-1 0 8 15,1-4 13-15,7-2 2 0,-2-1-1 16,-1 1 9-16,2-4-2 15,5 2-11-15,-1-2-3 0,4-5-9 0,-7 8-10 0,4-4-9 16,3-4 6-16,-6 13-5 0,4-4-2 16,1 2 9-16,-1 2-21 0,0 3-1 0,0 1 3 15,-2-1 1-15,2-2 7 0,-3 2 5 16,-3 2 23-16,-4-2 5 0,1 1 13 16,-1-1 5-16,-9 3 0 0,-3-2-8 15,7-3-4-15,-3-4-8 0,4 0-9 16,0-3-4-16,1 1 2 0,-1-2-7 0,5-3-8 15,2-1-44-15,9-2-47 0,-21-5-72 16,12-2-82-16,-4-3-80 0,4-6-94 0,4-2-122 16,1-3-113-16,4 2 63 0,2-5-170 15,3-9-214-15</inkml:trace>
  <inkml:trace contextRef="#ctx0" brushRef="#br0" timeOffset="-39086.08">28827 2181 1995 0,'-10'-11'-22'0,"-7"5"6"16,2 4 22-16,-10 4 22 0,-15 8 23 0,-15 7 22 16,-6 9 21-16,-15 12 7 0,1 8-6 15,-1 4-1-15,8 5-2 0,4 5-4 0,12 1-13 16,17-12-1-16,14 2-4 0,14-10 17 16,7 1 4-16,14 7 13 0,17-1-10 15,12-6 4-15,25 7-4 0,11-8-20 16,13-5-10-16,8-10-20 0,8-9 11 15,1-7-2-15,-22-8-5 0,-1-8 3 0,-6-4 2 16,-5-9 21-16,-13-3 13 0,-2-10 8 16,-15-9-3-16,-9-8-6 0,-13-7-18 0,-11-8-8 15,-10-1-12-15,-14-5-9 0,-17-18-24 16,-11 11-11-16,-11 6-19 0,-12 13-18 16,-7 15-10-16,-9 8-35 0,7 17-17 0,-10 10-29 15,-6 13-34-15,-20 16-53 0,-1 6-93 16,6 10-172-16,6 0-110 0,12 2 60 0,8 1-130 15,26-9-151-15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03:00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4312 4388 2145 0,'-13'1'313'0,"13"-1"-103"0,-14 2-69 0,14-2-39 0,0 0 0 0,-23 0 4 16,12 2 17-16,11-2 14 0,-23 2 19 0,12-2 15 16,11 0 6-16,-21 1 5 0,21-1-2 15,-17 2 4-15,17-2 3 0,-14 0-3 16,14 0 9-16,0 0-3 0,-15 2-1 0,15-2-14 16,0 0-10-16,0 0-4 0,0 0-23 15,0 0 3-15,-15-2-24 0,15 2-9 16,0 0-17-16,0 0-7 0,0 0-12 15,0 0-6-15,0 0-5 0,0 0-7 0,44 0-3 16,-15 2-1-16,12-2 2 0,7 0-6 16,3 0-6-16,4 0-6 0,6-2-2 0,4 0 1 15,-2 2-9-15,0-1 5 0,-12 1-9 16,-2-2 5-16,-6 2-10 0,-1 0 0 16,-9-2 1-16,-6 2-6 0,-5 0 0 0,-1 0 6 15,0 0 0-15,-2-2-6 16,-4 2-4-16,0 2-2 0,1-4 1 0,2 2 2 0,0-1-1 15,0 1 5-15,2-2-7 0,-3 2 0 16,2 0-2-16,2-2-1 0,0 2 8 16,0-1-6-16,0 1 8 0,-2 0-9 15,2 1-10-15,-4-1 5 0,1 0 0 16,-2 0 6-16,2 2-2 0,-1 0 0 0,-4-1-5 16,0 1 3-16,5 3-2 0,-5-3 3 15,4 0-3-15,-2 3 5 0,3-4-4 0,0 3 4 16,3-1-1-16,-1-2-3 0,0 2 2 15,1-3 0-15,3 1 2 0,1 1 7 0,-3 0-5 16,-1-2-4-16,-2 2-5 16,0-1 1-16,-2-1 9 0,-2 2-10 0,-1 0 3 15,-14-2 5-15,27 2-10 0,-16-2 5 16,3 0-3-16,-14 0 8 0,20 1-4 16,-6-1 4-16,4 2-5 0,2-2 0 0,5 1 8 15,3-1-8-15,3 0 2 0,10-3 18 16,-1 2-19-16,1 1-2 0,0-2 4 0,-6 2-6 15,-7 0 5-15,-1 0-2 0,-4 0 7 16,0 2 0-16,-3-2-11 0,0 3 2 0,-2-2 0 16,-2-1 0-16,-3 2 1 0,1-2 8 15,-1 2-7-15,-13-2 3 0,25 2 7 16,-11-2-5-16,0 0 1 0,2 0 4 0,4-2-6 16,5-2 0-16,2 3 3 0,-2-2-3 15,0 1-2-15,1 0 0 0,-7 0 0 16,3 1 3-16,-8-1-5 0,0 0 7 15,-1 0-3-15,-1 1-4 0,1-2-3 0,-13 3 4 16,19-1 0-16,-19 1-2 0,19 0 8 16,-7-1-2-16,-12 1-7 0,32-4 8 0,-5 4-4 15,4-2 5-15,14-1-6 0,14 0 0 16,-5 1 3-16,7-1-3 0,-14-1 0 16,1 2 2-16,-5-1-2 0,1 1 2 0,-11 1-1 15,-5-1 0-15,1 2 0 16,-9-2 0-16,2 0 7 0,-3 2-6 0,-6-2-5 0,3 2 1 15,-3-1 6-15,-13 1 1 0,23 0-7 16,-14-3 2-16,-9 3 11 0,25 0-13 16,-8 0 4-16,0 3-3 0,4-3 0 15,2 0 1-15,0 0-5 0,3 0 10 0,-4 0-6 16,-1-3 0-16,-1 3 5 0,1 0 0 16,1 0 7-16,-4 0-9 0,3 0 0 0,1 0-6 15,3-3 2-15,0 2 2 0,2-2 1 16,12-1-1-16,3 1 4 0,-1-4-3 15,5 3 3-15,3 0-5 0,-1 0-3 0,13-4 6 16,-13 6-3-16,-2-3 2 0,0 1 1 16,-3 2-3-16,-9 1 3 0,-7-2-2 15,-4 3-5-15,-4-2 15 0,0 0-6 16,-1 0-2-16,-5 0-2 0,-2 0 14 0,-11 2 7 16,19 0 3-16,-19 0 8 0,18-2 7 15,-18 2 7-15,13 0 12 0,-13 0-4 0,15 0-9 16,-15 0-3-16,17-1 0 0,-17 1-7 15,19-1-2-15,-7 1-2 0,-12 0-5 16,17-3-1-16,-17 3 5 0,15 0-15 0,-15 0 10 16,0 0 11-16,16 0 4 0,-16 0 2 15,0 0-41-15,0 0 0 0,0 0 0 0,14 0 0 16,-14 0 0-16,0 0 0 16,0 0 0-16,0 0 0 0,0 0 0 0,0 0 0 0,12-3 0 15,-12 3 0-15,0 0 0 16,0 0 0-16,0 0 0 0,0 0 0 0,13-1 0 15,-13 1 0-15,0 0 0 0,0 0 0 16,0 0 0-16,0 0 0 0,0 0 0 16,0 0-436-16,0 0-257 0,0 0-249 0,-41 1 70 15,19-1 94-15,1 0-742 0,-6-1-966 16</inkml:trace>
  <inkml:trace contextRef="#ctx0" brushRef="#br0" timeOffset="4816.22">22249 4525 3996 0,'-22'-5'-159'0,"4"-1"19"0,-2 3 21 0,7-1 29 0,0 1 25 0,2 1 30 0,0 0 34 0,11 2 36 16,-14-4 39-16,14 4 12 0,-14-4 6 15,14 4 8-15,-10-1-15 0,10 1-2 16,0 0-6-16,0 0-6 0,0 0-5 16,60 9 2-16,-12-2-13 0,24 2-3 0,12 0-8 15,24 4-5-15,14 2-5 0,10-1 1 0,5 3-2 16,6 0-5-16,4 3 2 15,-4-1-8-15,-5-2 5 0,-5-3-10 0,1 4 2 16,-13-5 3-16,-9-3 5 0,-27-5 9 16,-1 0 3-16,-1-3 9 0,-1-2 7 0,1-2 7 15,5 0 5-15,1-1-3 0,3-1-3 16,22 1-6-16,1 1-7 0,-1 4-7 16,-23 0-1-16,-1-1-6 0,-3 3-2 0,-6 1-3 15,-6 2-2-15,-11-4-5 0,-18 1-5 16,-9-3 1-16,-4 3-4 0,-10-3-1 0,-4 0 0 15,-2 2-2-15,-3-3-4 0,-1 2 3 16,-4-2 0-16,3 1-1 0,-12-1 10 0,17 0 6 16,-7 2 11-16,-10-2 2 0,14 0-5 15,-6 2-2-15,-8-2-4 0,12 0 1 16,-12 0-4-16,11 1-3 0,-11-1-3 16,0 0-3-16,14 0-10 0,-14 0-21 0,0 0-29 15,0 0-48-15,11-3-89 0,-11 3-95 16,0 0-102-16,-7-10-133 0,-1 3-169 15,-9-3 58-15,-16-4-432 0,-3 0-528 0</inkml:trace>
  <inkml:trace contextRef="#ctx0" brushRef="#br0" timeOffset="5199.72">22944 4578 2796 0,'-40'0'-9'0,"-2"-2"5"0,2-2 1 0,10 4 1 0,5-1 0 0,5 1 20 0,6-1 49 0,0-2 57 16,4 3 18-16,10 0 4 0,0 0-13 15,0 0-6-15,33-10-11 0,13 6-12 0,30 0-12 16,13 0-8-16,33 4-11 0,14 2-12 15,1 0-3-15,-1-1 1 0,-3 4-8 16,-9-5-8-16,-35 4 2 0,-8-4 22 16,-17 2 21-16,-17-2 22 0,-4 2 21 15,-15-2 10-15,-4-2-2 0,-6 2-7 0,-2-2-13 16,-3 2-11-16,-6 0-9 0,-7 0-10 16,16-2-10-16,-16 2 0 0,0 0-22 0,0 0-16 15,0 0-38-15,0 0-48 0,0 0-70 16,0 0-100-16,0 0-108 0,0 0-131 0,0 0-228 15,0 0 29-15,0 0 74 16,-33 8-351-16,33-8-411 0</inkml:trace>
  <inkml:trace contextRef="#ctx0" brushRef="#br0" timeOffset="6599.47">29235 5339 2883 0,'-6'-10'166'0,"1"1"-10"0,-6 2-16 0,6 4-11 0,-3 1-5 0,8 2 18 0,-23 9 22 16,9-1 13-16,-2 4 9 0,-3 9 3 15,4 3-3-15,5-2-10 0,9 4-10 16,2 7-13-16,12 0-13 0,12 8-14 15,6-4-11-15,5-3-12 0,5-3-11 16,0-4-10-16,2-4-2 0,4-5-16 0,-8-7-4 16,1-5-9-16,1 0-4 0,-9-6-4 15,-5-4-7-15,5-4-3 0,-3-6 1 0,-2-6-7 16,-7-4-4-16,-2-7-2 0,-6-5-1 16,2-12-4-16,-6-3-4 0,-6 6 2 0,-4-13-4 15,-4 3 1-15,-1 2-10 16,-11 3-2-16,-1 7-6 0,-5 7-18 0,-7 14-23 0,-6 6-41 15,-2 11-56-15,-13 8-60 16,-13 13-100-16,-21 15-116 0,-5 4-188 0,3 11-102 16,3 0 78-16,7 3-455 0,7-1-559 15</inkml:trace>
  <inkml:trace contextRef="#ctx0" brushRef="#br0" timeOffset="6866.24">29151 5704 3341 0,'1'-7'142'0,"-1"7"-8"0,0 0 17 15,0 0 32-15,-37 24 14 0,-1 3 5 16,-12 4 4-16,-19 13 4 0,-9 5-10 0,-5 6-20 16,-9 2 10-16,3 5-21 0,-1-8-17 15,0 0-12-15,6-1-17 0,6-3-12 0,6-10-3 16,20-9-15-16,7-1-13 0,5-6-12 15,10-6-38-15,5 0-38 0,5-7-51 16,7 0-48-16,3-4-73 0,1-4-104 0,3-1-111 16,6-2-113-16,0 0-151 0,0 0-1 15,-7-17 72-15,9 9-420 0,2 1-482 0</inkml:trace>
  <inkml:trace contextRef="#ctx0" brushRef="#br0" timeOffset="7216.53">28107 6275 3036 0,'0'0'148'0,"-16"-7"16"0,16 7 15 15,-45 20 27-15,7 3 26 0,-7 2 18 16,4 9 11-16,-4 4 8 0,-2 4 29 0,5-1-1 16,0 0 0-16,8 2-22 0,7-3-20 15,10-7-22-15,4-2-22 0,5 1-21 0,7-5-14 16,4-4-16-16,8 4-17 15,7-1-16-15,5-8-11 0,8-1-27 0,5-1-40 0,1-9-46 16,10-1-40-16,-2-6-31 16,3-3-18-16,-5-2-10 0,-1-2 10 0,-5-3 8 15,-7-4 6-15,1-1 5 0,-11-6 10 16,-2-4 0-16,-5-6 11 0,-5-3 3 0,-6-4 5 16,-2-3 0-16,-5-5 4 0,0-8 0 15,1 11-7-15,-3 6-20 0,3 3-34 0,-3 1-54 16,0 9-78-16,0 3-111 0,1 3-109 15,1 1-149-15,-1 2-120 0,6 3 63 0,4 2-505 16,5-1-624-16</inkml:trace>
  <inkml:trace contextRef="#ctx0" brushRef="#br0" timeOffset="7432.4">29915 5968 3144 0,'10'0'164'0,"-10"0"42"0,11 2-14 0,-11-2-4 16,12 8 27-16,-1 0 24 0,8 5-1 16,9 7-16-16,11 5-21 0,4 6-19 15,3 0-18-15,2 0-17 0,1 3-12 16,-1 0-30-16,0 0-33 0,-5 1-54 0,3 0-71 16,-2 2-90-16,-6-4-113 0,0 1-140 0,-5-4-193 15,-10-4-97-15,-7-2 68 16,0 3-433-16,-9-6-525 0</inkml:trace>
  <inkml:trace contextRef="#ctx0" brushRef="#br0" timeOffset="7781.37">30769 6411 3100 0,'-21'0'134'0,"-2"5"30"16,-6 6 33-16,-3 7 38 0,-12 11 27 15,-2 5 21-15,3 4 17 0,-7 4 13 16,7-3 0-16,2 4-13 0,7-4-20 16,5 1-40-16,9-1-21 0,10-10-24 0,8 0-16 15,5-3-19-15,8 5-12 0,7 0-24 16,5-9-35-16,6-3-39 0,3-7-47 0,0-2-37 16,3-3-23-16,7-3-20 0,-2-4-3 15,-2-4 4-15,-2-3 11 0,-4-1 2 0,-1-6 17 16,-5-1 23-16,-3-5 12 0,-5-3 10 15,-5-4 3-15,-8-6 2 0,-5-7 6 0,-3-5-2 16,-8-13 1-16,-11 2 2 16,-3-1-12-16,-3 5 0 0,-10 3-14 0,-7 6-29 0,-13 13-42 15,-11 7-55-15,-32 6-102 0,17 14-129 16,-27 8-176-16,0 6-222 0,-2 9 72 16,3 3 80-16,1 10-492 0,5 6-578 15</inkml:trace>
  <inkml:trace contextRef="#ctx0" brushRef="#br0" timeOffset="8099">28284 6861 3556 0,'-6'-12'291'0,"0"4"-31"0,-1 3-23 0,-3 3-2 0,-5 2 29 0,-7 3 25 0,-15 9 8 0,-14 6-2 15,-7 5-18-15,1 6-20 0,-2 0-19 16,-2 1-21-16,2 1-19 0,3 2-36 0,1 3-14 16,2-6-17-16,5 3-13 15,3-1-16-15,3-3-37 0,2 0-44 0,9-10-63 0,3 1-62 16,6-1-69-16,6-5-73 0,0-4-94 15,5-2-99-15,-1-1-107 0,1-2-147 0,5-1-40 16,-1-2 68-16,-1 1-586 16,8-3-711-16</inkml:trace>
  <inkml:trace contextRef="#ctx0" brushRef="#br0" timeOffset="8483.04">27375 7320 3547 0,'0'0'101'0,"0"0"28"0,0 0 17 16,0 0 24-16,0 0 32 0,-31 13 32 15,14-1 14-15,-10 9 10 0,-7 10-8 0,-2 4-6 16,-2 7-9-16,0-1-11 0,-1 2-9 16,1 2-21-16,1-3-18 0,2 4-14 15,0-2-19-15,9-5-15 0,1-1-15 16,12-7-8-16,0-4-13 0,5-5-5 0,5 0-12 16,3-8-23-16,1 1-5 0,5-4-19 15,1 3-6-15,1-4-35 0,4-2-5 0,1-3-2 16,-2-1-5-16,3 0-4 0,0-3 4 15,0-1 0-15,-14 0 4 0,27-3 13 16,-14 1-8-16,-1 0 4 0,-12 2-8 0,17-3 20 16,-17 3 1-16,14-4 4 0,-11-2 5 15,1 3 0-15,-4 3 6 0,-2-11-3 16,2 11-1-16,-7-12 4 0,-4 5-17 0,6 0 13 16,-4-1-2-16,0 3 2 0,0-3-1 0,2 4-9 15,-1-1-14-15,2-1-23 0,0 4-35 16,1-3-37-16,5 5-44 0,-8-7-51 15,8 7-50-15,-3-7-65 0,3 7-64 16,5-8-67-16,5 1-93 0,2-1-169 0,12-8 52 16,6 1 60-16,2 0-437 0,16-6-508 15</inkml:trace>
  <inkml:trace contextRef="#ctx0" brushRef="#br0" timeOffset="8714.79">27987 7268 3098 0,'-2'-18'177'0,"2"6"22"0,-4 1 21 0,4 3 25 0,0 0 18 0,0 8 4 0,-2-11-13 15,2 11 10-15,8-5 10 0,-8 5 3 0,0 0-7 16,43 25-28-16,-14-3-21 0,5 11-22 16,1 3-20-16,1 3-22 0,-6 1-39 0,6 2-45 15,-3 4-43-15,-1-4-46 0,0 3-48 16,1 1-44-16,1-3-77 0,-5-4-116 15,-1 0-125-15,-7-10-140 0,1-4-188 0,-6-1 63 16,0-9 79-16,-5-1-512 0,-2-3-592 16</inkml:trace>
  <inkml:trace contextRef="#ctx0" brushRef="#br0" timeOffset="9049.16">28444 7897 3465 0,'-25'9'232'0,"-7"1"14"16,-3 5 12-16,-4 6 22 0,-4 4 32 0,3 1 29 15,4-1 13-15,10-3-14 0,1 3-20 16,8-2-21-16,7-2-20 0,6-1-22 16,4-3-23-16,8 2-25 0,9 3-21 0,8-1-19 15,4-4-34-15,5-3-37 0,2-6-46 16,5-3-44-16,-2-3-56 0,3-4-30 15,-2 0-27-15,-2-7-1 0,-2-2 7 0,-5-4 9 16,-2 0 18-16,-4-5 17 0,-5 0 5 16,-3-7 12-16,-6-2 11 0,-3-4 0 0,-4 1-1 15,0 3 5-15,-6 4 0 0,0 2-11 16,-2-2-28-16,-2 3-37 0,-1 1-53 0,-11-4-69 16,-2 4-94-16,-1 2-107 15,1 5-135-15,4 4-189 0,0-2 49 0,5 5 80 0,4 1-500 16,3 2-587-16</inkml:trace>
  <inkml:trace contextRef="#ctx0" brushRef="#br0" timeOffset="9314.49">30620 6882 3569 0,'0'0'273'0,"0"0"-6"0,0 0 23 16,-19 21 35-16,-6 14 23 0,-5 14 11 16,-12 16-21-16,-2 3-27 0,-3 2-27 15,-2 7-22-15,2-2-32 0,3 0-16 16,2-4-26-16,3-3-23 0,8-16-26 0,1 0-53 16,-4-6-66-16,2-3-83 0,0-2-85 15,-1 0-84-15,1-7-93 0,-2-2-111 0,-4-6-110 16,8-6-176-16,3-6-29 0,6-9 79 15,4 1-611-15,7-6-743 0</inkml:trace>
  <inkml:trace contextRef="#ctx0" brushRef="#br0" timeOffset="9647.42">29982 7742 3499 0,'-25'13'128'0,"6"-4"57"0,-16 6 19 0,-4 9 17 15,-7 4 23-15,-3 2 61 16,-5 6 19-16,4 0 1 0,-1 3-10 0,1 0-28 0,9 0-28 15,0-1-22-15,9-4-27 16,9-6-19-16,2-3-19 0,9 1-18 0,9-4-15 16,5-5-25-16,3-1-30 0,9-2-39 15,11 2-40-15,5-3-43 0,6-5-46 0,6-2-44 16,2-4-35-16,2-6-27 16,0 0-6-16,-3-2 18 0,0-4 21 0,-7 2 27 0,-6-3 44 15,-7 1 31-15,-4 1 44 0,-7-1 39 16,-7-5 29-16,-1 5 18 0,-6-2 9 0,-3 0 7 15,-4-1 1-15,-4 0-13 16,-2 1-7-16,-4 0-6 0,-2 4-11 0,2 1-12 16,0 3-33-16,0 0-46 0,0 4-63 15,5-2-93-15,-4 2-127 0,2-2-142 0,3 2-172 16,-1 0-113-16,14 0 68 0,-12-2-621 16,12 2-757-16</inkml:trace>
  <inkml:trace contextRef="#ctx0" brushRef="#br0" timeOffset="9881.29">30889 6875 3958 0,'-3'-7'194'16,"3"7"14"-16,-3-7 8 0,3 7 44 0,0 0 52 15,0 0 15-15,32 27-10 0,-7-6-29 16,7 12-27-16,1 4-29 0,2 5-34 15,-1-2-22-15,-5 6-22 0,-5-1-66 0,-3 1-69 16,-3-2-77-16,-6 3-51 0,-2-5-64 16,-4-2-73-16,-2 1-82 0,-4 0-79 0,-2-2-85 15,2 1-121-15,0-2-103 0,2-4 70 16,2-7-517-16,3-8-630 0</inkml:trace>
  <inkml:trace contextRef="#ctx0" brushRef="#br0" timeOffset="10215.09">31510 7545 3466 0,'0'0'106'0,"0"0"35"0,0 0 41 15,-43 22 48-15,20-2 37 0,-1 3 42 0,-6 10 25 16,3 2 3-16,2 2-19 0,1-3-29 16,7-2-25-16,1-1-24 0,7 1-27 0,-1 3-17 15,7-3-19-15,3 0-33 0,2-9-10 16,5 8-16-16,0-8-18 0,5-7-29 0,0 0-20 15,0-7-21-15,4 1-23 0,2-6-17 16,-2 0 2-16,4-5-6 0,-4-3 5 16,7-5 6-16,2-6 6 0,0-6 24 15,-4-1 18-15,-4-5 18 0,-6-6 13 16,-2-4 5-16,-9-1 0 0,-11-3-9 0,-9-4-9 16,-15 4-63-16,-10 5 0 0,-11 7 0 15,-6 5 0-15,-9 7 0 0,-2 6 0 0,-1 6-46 16,6 7-174-16,1 5-89 0,12 0-119 15,18 1-134-15,11 2-185 0,12-3-73 0,7-1 90 16,3 1-742-16,4-7-921 0</inkml:trace>
  <inkml:trace contextRef="#ctx0" brushRef="#br0" timeOffset="16497.3">23640 4417 3698 0,'-43'-11'-204'0,"4"1"29"0,-11-3 19 0,1-3 14 0,-1 3 15 0,8 4 23 0,2-2 20 15,4 2 17-15,0 3 17 0,7 0 19 0,6 2 10 16,4 0 5-16,2 0 6 16,4 2 8-16,1-1 3 0,3 0 3 0,-1 3 0 15,10 0-2-15,0 0 6 0,0 0 6 16,0 0 7-16,0 0 1 0,33 14 0 0,3-5 0 16,21 0-3-16,11 4 0 0,11 1 4 15,25 2-10-15,11 5 4 0,7 2-2 0,3 0 0 16,7 0-2-16,2 2 0 0,-1 1-2 15,-1-1 0-15,-8-2-1 0,-4 0-2 16,-9-7 2-16,0 1-1 0,-6-7-2 16,-21-3-1-16,-6-1 4 0,2 0-2 15,-5-6-2-15,-3 3 0 0,1-3-1 0,-3 0-2 0,-6 0 1 16,-1-3 0-16,-9 3-1 16,0 0-1-16,-6 0 0 0,2 0-1 0,0 0 1 15,-3 0-1-15,3 3 3 0,-5-3-2 16,4 1-1-16,-2-5 2 0,1 4 3 0,0-4-1 15,-3-1-6-15,1-3 2 0,-1 2 0 16,2 0 0-16,5-4-1 0,-5 3 1 16,-4-1 0-16,11-2-2 0,-8 3 2 0,6-3 1 15,-5 2-5-15,-2 0 3 16,8-2 0-16,-6 3-1 0,5-3 2 0,0-2-1 0,-10 2 1 16,0-1-2-16,0-1 2 0,-5 2 4 15,2-2 10-15,-4 2 8 0,-5-4 3 16,0 1 7-16,-1-1-1 0,0 0-1 0,-9 2 3 15,-2 0 4-15,-2-2-1 0,4 2-1 16,-5-1 1-16,6-5-4 0,-2 3-8 16,-6 1 1-16,3-1-3 0,0-5 0 15,4-3-2-15,-3 2-2 0,0-3-5 0,-1 0-2 16,-3 5 4-16,-1 1 1 16,1-6-3-16,-2-4-1 0,1 0-2 0,-3-1-6 0,2-3 6 15,-3 2-4-15,0-5-2 0,-1 2 2 16,0-3-4-16,2 1-3 0,-4 0 5 0,6-2-3 15,-3 3-5-15,2-2 9 16,1 2-5-16,-4 1-4 0,5 0 0 0,-2 2 2 16,-1-2-1-16,-3 0-4 0,4 0 5 15,-7 1-4-15,1 4 1 0,-4 3-2 16,0-1-2-16,-6-10 5 0,1 3-1 0,-5 0-1 16,-5 0-2-16,-3 0 1 0,-4-5 2 15,3 6-2-15,-8-4 0 0,-2 0 0 0,-3 2 0 16,-2-2 1-16,-4 2 3 0,-5 0-4 15,4 2 1-15,-5 0 0 0,-2 1-2 0,-1 2 0 16,-7 1-1-16,3 3 1 0,-8 1 1 16,-1-2-5-16,-4 3 3 0,1 2-4 15,-4-3 5-15,3 4-3 0,-7 0 3 16,0 2 1-16,1 1-2 0,-3-3 5 0,-1 5-6 16,1-1 7-16,-2 1-5 0,-4 3 3 15,0-1-1-15,-2 2 2 0,-1 1-5 16,1-2 3-16,0 4-1 0,-1 2 1 0,1-3 0 15,-3 1 5-15,-2 2-6 0,2 0 4 16,1 1 3-16,-1-5-1 0,-2 8-3 0,0-6 1 16,0 6 3-16,1 2-5 0,1 2 1 15,2 2-3-15,-1 4 6 0,-10 11-5 0,-2 5 2 16,2 9 10-16,-1 15-5 0,-3 13 2 16,-3 13-1-16,-33 31 7 0,0 11-1 15,-2 10-3-15,3 6 8 0,10 1-5 16,8-1 0-16,8-8 0 0,34-31 3 15,12-4 0-15,11-3-4 0,10-4 2 0,24-17-7 16,9 5-6-16,16-2-25 0,22 12-31 16,22-3-45-16,21-9-63 0,25-8-92 0,22-4-204 15,54 2-27-15,-30-23-134 0,16-9-122 16</inkml:trace>
  <inkml:trace contextRef="#ctx0" brushRef="#br0" timeOffset="17429.99">28799 4542 1742 0,'-39'-1'61'0,"1"-6"15"0,0 1-1 0,2-1 6 0,0 0 15 0,7 0 16 16,10 2 21-16,-1 0 32 0,6 3 25 15,2-4 13-15,2 0-22 0,9 1-12 0,1 5-24 16,26-15-8-16,30 1-23 0,43 0-10 15,26 3-5-15,26-1-12 0,17 3-18 0,11 4-42 16,59-5-51-16,-13-4-38 16,-58 7 0-16,0-1 7 0,-11-1 3 0,-13 1 7 15,-14 4 4-15,-16 0 3 0,-37 0-5 0,-13 4-3 16,-21-2 2-16,-13-1 3 16,-14 1 0-16,-8-2 9 0,-7-2 4 0,0 6 0 15,-22-12 5-15,-13 3 2 0,-9 1 11 16,-15-5 5-16,-9 1 5 0,-9 0 5 0,-25-7 4 15,-2 2 9-15,0 1 0 0,1 1 10 16,-2 1 1-16,21 6-4 0,2-1 10 0,4 2 3 16,10 2-1-16,18 3-4 0,12-1-2 15,9 1 0-15,10 4-1 0,8 3 3 16,9 1-4-16,2-6-2 0,41 30-1 0,18-4-27 16,37 6-52-16,14 4-67 0,12-7-101 15,6 0-137-15,0-8-208 0,-12-2 55 16,-9-3-162-16,-27-8-167 0</inkml:trace>
  <inkml:trace contextRef="#ctx0" brushRef="#br0" timeOffset="18314.84">28960 4557 2034 0,'-38'-8'64'0,"2"0"3"0,-1-3 3 0,7 1 11 15,8 4 14-15,2-1 27 0,7 4 23 16,7-2-11-16,6 2-9 0,0 3-10 0,32-11-12 16,20 8-16-16,27-2-1 0,10 3-17 15,35 5-8-15,11 1-7 0,1-1-20 0,-1 1-29 16,0 2-32-16,-7-4-27 0,-12 1-24 15,-29-1-14-15,-14-2-3 0,-21 2 4 0,-12-2-1 16,-16 2 11-16,-11-2 8 0,-11 0 10 16,-2 0 6-16,0 0 8 0,-64-6 18 15,14 2 14-15,-17-1 13 0,-9-1 19 16,3-1 22-16,7 0 7 0,9 2 7 16,17 0-3-16,9 2-3 0,8 1-6 0,10 2-22 15,8 2-43-15,5-2-65 0,0 0-95 16,29 17-162-16,5-5-143 0,5-3-122 0,5-3-111 15</inkml:trace>
  <inkml:trace contextRef="#ctx0" brushRef="#br0" timeOffset="26413.21">11609 10015 545 0,'0'0'48'0,"1"-8"2"0,-1 8 47 0,-1-10-30 0,1 10-15 0,-8-8 5 16,3 4 1-16,-5 4 2 0,-2-4 4 0,1 3-6 15,-4 1 5-15,0 1 1 0,-3 3 6 16,2-2 2-16,-2 4-1 0,1 0-5 0,4 2-7 15,-4 1-1-15,5 1 2 0,1 2-4 16,3-1 5-16,-2 1 9 0,7 2-1 16,-1-3-1-16,2 2-4 0,4 1-2 15,2 0-2-15,-1 1-4 0,7 2-2 16,-2 0-3-16,3 0-3 0,1 0-5 0,-1-1-4 16,2-1-5-16,-3 0-2 0,1 1-4 15,-2-2-1-15,-2-1-3 0,-2-1 0 0,1 1 14 16,0-3 9-16,-5-1 18 0,-1 0 13 15,0-1 15-15,-1-1 8 0,-5-2-15 0,0 2-10 16,-1 0-2-16,-3-1-11 0,-1 0 0 16,0-3-12-16,1 0-4 0,-1 1-3 0,-2-2-2 15,4-1-14-15,0 1-22 16,9-2-49-16,-18-2-65 0,18 2-84 0,-14-5-126 0,6 2-228 16,5-4 47-16,-2 1 60 0,5 0-94 15,0 6-36-15</inkml:trace>
  <inkml:trace contextRef="#ctx0" brushRef="#br0" timeOffset="26794.49">11694 10270 1448 0,'0'0'72'0,"0"0"25"0,0 0-1 0,0 0 4 0,20-2 8 0,-15-2 5 0,5 2-6 0,2-2-8 15,-3 2-11-15,5-3-11 16,1 1-2-16,-3-2-13 0,2 4-2 0,-3-2-2 0,1-2-7 16,0 3-3-16,-5-4 1 15,1 2-7-15,-2 1-5 0,-3-2-3 0,-3 6-4 16,-1-12-4-16,-5 6 1 0,6 6-7 16,-16-8 0-16,5 6 2 0,-3-1-5 0,0 3 11 15,-8 0 2-15,3 3 4 0,1 2 4 16,-4 0 16-16,6 4 7 0,-4 2-4 15,9-3 7-15,-1 4 27 0,7 1 8 0,1-3 10 16,2 1-5-16,6 3-9 0,1-1-6 16,6 3-8-16,3-2-7 0,11 7-2 15,2-4-12-15,3 0-13 0,5-2-48 16,-5-3-50-16,2-1-46 0,3-1-57 0,-9-5-65 16,-1-3-78-16,-6-1-79 0,0-2-123 15,-2-1-19-15,0-2-216 0,-6 0-226 0</inkml:trace>
  <inkml:trace contextRef="#ctx0" brushRef="#br0" timeOffset="27044.85">12154 9832 1951 0,'-8'-7'-18'0,"3"1"20"0,-1 5 20 0,6 1 17 15,0 0 45-15,0 0 40 16,-17 12 36-16,11-2 22 0,2 4 14 0,3 5 3 15,-1 5 5-15,-4 10-3 0,1 3-3 16,5 4-16-16,0-2-17 0,2-1-10 0,3 3-18 16,2-2-13-16,-3-1-13 0,3-3-8 15,-1 0-13-15,0-2-6 0,-2-6-13 0,0-6-44 16,1-1-50-16,-3-3-62 0,0 1-75 16,2-7-54-16,-1 0-63 0,-1-3-103 0,3-4-187 15,2-1 6-15,-7-3 54 16,0 0-180-16,20-5-181 0</inkml:trace>
  <inkml:trace contextRef="#ctx0" brushRef="#br0" timeOffset="27379.94">12367 10024 1821 0,'5'-6'-8'0,"-5"6"51"0,0 0 34 0,0 0 36 16,7 22 26-16,-3-7 26 0,-1 2 27 15,-1 3 18-15,2 6-5 0,0 0-8 0,-3 8-14 16,1-2-10-16,1-7-11 0,-3 0-17 16,0 1-6-16,-3-2-6 0,1 0-2 15,2-5-4-15,-1-3-6 0,-1 1 2 0,0-5 3 16,2 0 19-16,-2-2 28 0,0-3 24 16,2-7 7-16,-2 8-23 0,2-8-13 15,0 0-20-15,0 0-12 0,0 0-20 16,0 0-9-16,0-39-7 0,6 17-19 0,4-14-16 15,3-16-40-15,7-3-48 0,-2 0-41 16,5 0-48-16,2 3-44 0,-2 5-42 0,-1 7-62 16,-4 14-44-16,-2 3-54 0,-2 7-50 15,-3 9-35-15,0 1-96 0,-6 4-88 0,1 0 63 16,-6 2-289-16,0 0-337 0</inkml:trace>
  <inkml:trace contextRef="#ctx0" brushRef="#br0" timeOffset="27528.58">12302 10287 2272 0,'-7'6'-36'16,"1"-2"21"-16,3-2 7 0,3-2 3 15,0 0 4-15,0 0 7 0,0 0-4 16,0 0-9-16,49-13-53 0,-23 3-97 0,9-4-177 16,-3 1-230-16,3-1-65 0</inkml:trace>
  <inkml:trace contextRef="#ctx0" brushRef="#br0" timeOffset="27728.06">13012 10256 1567 0,'-10'0'95'15,"10"0"38"-15,-11-5 11 0,11 5 7 0,-4-6 7 16,4 6-11-16,0 0-13 0,9-12-11 15,3 5-12-15,1 2-16 0,8-4-24 16,2 3-67-16,7-5-84 0,5 1-97 0,1-4-148 16,-2 2-153-16,-1 0-159 15,-7 0-135-15</inkml:trace>
  <inkml:trace contextRef="#ctx0" brushRef="#br0" timeOffset="27927.6">13380 9796 1718 0,'0'0'23'0,"-11"-6"13"16,11 6 16-16,-7-1 17 0,7 1 25 0,0 0 18 16,-11 9 11-16,7 1 8 0,2 1 0 15,-1 5-7-15,-2 6-18 0,5-1-8 0,0 5-9 16,0 11-6-16,2 2-7 0,3-3-10 16,-4 1-63-16,5-1-61 0,-1-2-69 15,-1-6-75-15,2-8-83 0,-3 1-135 16,6-6-43-16,-4 0-74 0,3-2-41 15</inkml:trace>
  <inkml:trace contextRef="#ctx0" brushRef="#br0" timeOffset="28261.1">13545 10121 1619 0,'-6'-8'67'0,"3"3"24"16,-5 1 25-16,8 4 24 15,-8-6 20-15,8 6 5 0,0 0-10 0,-7-4-3 0,7 4 3 16,0 0-14-16,0 0-5 15,0 0-10-15,0 0 2 0,-10 16-5 0,10-11-7 16,0-5-8-16,8 12-11 0,-1-6-13 16,5 3 1-16,1 0-8 0,7-1-14 0,-4-1-8 15,4-2-3-15,-6 0-4 0,0-3-5 16,-1 1-1-16,-3-1-1 0,0-2-1 16,-10 0-10-16,12-2 3 0,-5-3-6 0,-7 5 1 15,5-14-6-15,-5 4 4 0,-1-2-9 16,-3-3 0-16,-1 0-6 0,2-1 1 0,-3 1 2 15,2 1-3-15,1 2-5 0,-1-1-3 16,0 5-30-16,1 0-58 0,0 0-33 0,-3 6-44 16,6 2-61-16,0 0-73 15,-5-3-88-15,5 3-187 0,0 0 34 0,0 0-238 16,21-4-265-16</inkml:trace>
  <inkml:trace contextRef="#ctx0" brushRef="#br0" timeOffset="28578.99">13966 10014 2149 0,'0'0'16'0,"0"0"4"0,0 0 2 0,-13 10 38 15,13-10 26-15,0 0 24 0,-6 12 16 16,4-5-5-16,0 3 0 0,2-2-7 0,2 3 5 16,0 1-8-16,2-2-12 0,2 2-8 15,3 1-5-15,2-2-7 0,1 3-15 16,1-6 0-16,-1 2-3 0,-1-3-5 15,0-1 1-15,1-3-8 0,0 0 4 0,-5-1 27 16,-7-2 22-16,17-2 7 0,-17 2-2 16,12-6-3-16,-12 6-12 0,6-14-8 0,-6 5-8 15,-3-3-5-15,1-3-9 0,-1 0-7 16,-5-5-6-16,1 2-6 0,0-1-1 0,-4 2-8 16,4 3-5-16,1 3-6 0,-1 1-23 15,1 2-43-15,-4 0-58 0,3 5-82 16,7 3-78-16,-14-1-107 0,14 1-163 0,0 0-84 15,0 0 67-15,0 0-284 0,0 0-318 16</inkml:trace>
  <inkml:trace contextRef="#ctx0" brushRef="#br0" timeOffset="28812.41">14393 9566 2469 0,'-6'-5'25'16,"-1"5"5"-16,7 0 31 0,-8 14 31 0,2-1 15 16,4 5 3-16,-1 7-6 0,-1 12-14 15,6 6-1-15,2-3-12 0,1 17-6 16,3-3-1-16,2 1-10 0,-3-4-17 16,5-3-38-16,-5-9-42 0,3-4-37 0,-1 0-44 15,-1-4-42-15,0-6-64 0,-3-9-73 16,3-1-112-16,-5-1-63 0,2-5-111 0,-1-1-82 15</inkml:trace>
  <inkml:trace contextRef="#ctx0" brushRef="#br0" timeOffset="29043.94">14443 10048 1627 0,'0'-24'52'0,"0"7"55"0,2 1 47 0,-2 5 29 0,2 1 18 16,-2 4 8-16,0-2-9 0,0 8 22 15,1-6 9-15,-1 6 11 0,0 0-17 0,0 0-19 16,29 18-19-16,-12-6-19 15,4 5-13-15,4 2-16 0,-4 1-16 0,-6-5-12 16,-1-3-11-16,-5-1-9 0,-2 1-9 16,-5-2-6-16,-2-2-6 0,-2 1-8 0,-5-1-18 15,0 3-35-15,-9-3-52 0,1-2-68 16,-8 0-78-16,2-1-62 0,1-3-77 0,-5 0-76 16,5-1-150-16,1-2-36 0,4 1 53 15,2-2-235-15,5 0-261 0</inkml:trace>
  <inkml:trace contextRef="#ctx0" brushRef="#br0" timeOffset="29311.38">14934 10169 2066 0,'0'0'-8'0,"0"0"36"0,0 0 27 0,-36 7 25 15,11-5 30-15,-18 1 37 0,-14 2 28 16,-8 1 10-16,-12-1 4 0,-5-2-5 0,-30-1-5 15,-16 6-19-15,-11 0-15 0,-8-4-15 16,-10 5-15-16,-12 3-13 0,-6 1-8 0,-53 7-7 16,7 5-11-16,11 0-10 15,56 2-12-15,7-3-1 0,11 2-2 0,21 1-6 0,17-3-11 16,29-3-32-16,12-4-64 16,10 1-60-16,15-6-58 0,10-1-67 0,7-2-107 15,5-2-186-15,5-5-32 0,3 0 74 16,2-2-192-16,0 0-185 0</inkml:trace>
  <inkml:trace contextRef="#ctx0" brushRef="#br0" timeOffset="37693">25923 13075 464 0,'0'0'192'0,"0"0"-60"0,0 0-20 0,13 9-27 0,-1-4-5 0,2-5-5 0,6 0-7 15,3 2-6-15,4-4-2 0,0 2-2 0,4 0-8 16,-3 0-5-16,11-5-4 16,-4 4 1-16,-9-1 8 0,3-2 10 0,-5 2-2 15,-1-1 5-15,-4 0 8 0,3-1 2 16,-6-1-4-16,2 0-1 0,-2-2 2 0,-2 0-4 15,3 0-6-15,-3-1-4 0,-1 1-7 16,1-3-5-16,-3-1-1 0,0 1-5 0,1 0-3 16,-1 0-3-16,0 0-2 0,-1-2-6 15,-1 0 4-15,1 0-10 0,0-1 0 0,-1 3 4 16,-2-1 7-16,1-1 6 0,-4 2-2 16,2 1 2-16,0-1 1 0,-5-2 2 0,5 4 2 15,-4-1 1-15,1-5 0 16,-3 6-2-16,0 1-5 0,2-3 4 0,-2 0-3 15,0 1-2-15,-2-1 4 0,2 1-3 0,-3-1-2 16,1 0-4-16,0 1-1 16,-3-1-2-16,1 0-2 0,-2 1-5 0,0-1 2 15,-2 3-7-15,3-4-3 0,-4 3 1 16,-3 0 1-16,1-3 2 0,-1 3-4 0,-1-3 1 16,2 3-3-16,-2-2 3 0,1 1-2 15,-4-1 4-15,5 2-7 0,-2-2 1 0,-1 3-1 16,-1-1 0-16,-1 2 0 0,4-2 1 15,-6 1-2-15,1 3-2 0,2-2-2 0,0 2 2 16,-3-2-1-16,4 2-2 0,-4 1 0 16,0-1 2-16,6 3 4 0,-3-2-6 0,-5-1 0 15,6 2 2-15,0 1 2 0,-6 0-3 16,7 1 2-16,-2-3-3 0,0 3 2 16,-3-1 0-16,5 1-2 0,-2 0 2 15,2 0-3-15,-3 0 3 0,1 1-7 16,1 2 10-16,1-2-8 0,1 0 3 0,-2 1 1 15,1 2-2-15,-1-1-3 0,1 0 9 16,1 0-1-16,1 3-6 0,-4 0-1 0,1-2 1 16,3 2 3-16,-3-2 0 0,1 3-3 15,4 1 6-15,-1-2-4 0,-1 2-1 0,3-2 1 16,-2 1-1-16,3-1 0 0,-2 4 3 16,0-2-2-16,2-1 1 0,1 1 3 0,1 1 4 15,-2 0 19-15,0-1-5 16,1 1 2-16,1 1-7 0,-1-1 1 0,1-1 0 15,-2 2 8-15,6-1-13 0,-5-1-2 16,2 2 7-16,2-3-2 0,-1 2-4 0,1 1-2 16,-2-1-1-16,2-1-3 0,2 1 5 15,-1-1-2-15,1 3 1 0,0-3-3 0,0 4 5 16,0-3-2-16,0 1-2 0,0 3 2 16,1-1 13-16,1 0 5 0,4 1 1 15,-1 1-3-15,5 3-1 0,2-3 3 0,0 1-3 16,8 6-2-16,5-1-5 15,2 1-5-15,0-3 10 0,5 1-8 0,0-2-4 16,0 1 1-16,1-1 4 0,-5-3-5 16,1-1-2-16,-9-5 0 0,-2 2 1 0,-5-3-6 15,-1-2 8-15,-3-1 0 0,0-1-5 16,0 1 2-16,-2 0-3 0,-1-2 0 0,-1 2-10 16,-5-4-35-16,7 4-42 0,-7-4-44 15,7 2-58-15,-7-2-86 0,0 0-105 0,4 6-213 16,-4-6 53-16,0 0-218 0,-11 7-242 15</inkml:trace>
  <inkml:trace contextRef="#ctx0" brushRef="#br0" timeOffset="39475.53">26389 13675 1939 0,'7'-5'10'0,"-7"5"38"0,3-6 27 0,-3 6 25 0,6-6 14 0,-6 6 22 0,4-4 17 0,-4 4 0 16,0 0 10-16,1-8-1 0,-1 8-5 16,2-6 1-16,-2 6-3 0,0 0-5 15,6-7 1-15,-6 7-9 0,-2-7-1 0,2 7-12 16,0-9-7-16,0 9-9 0,-6-8-8 16,6 8-6-16,-5-12-4 0,-1 3-8 15,3 3-7-15,-6-3-8 0,2-1-7 0,-4-1-4 16,1 1-6-16,-5-2-7 0,-1 0-5 15,1-1-5-15,-2 2-5 0,-2-1-7 0,2 0 2 16,-3 1-2-16,2 2-11 0,-1 0 7 16,-3 1-2-16,4 1-3 0,-3-1-2 0,-1 2-2 15,4-2-2-15,-2 3-1 0,2 1 1 16,0-2-6-16,1 4 2 0,-2-4 0 0,2 2-1 16,-2 2 0-16,2-2 0 0,0 0-4 15,0 1 3-15,-1 1-4 0,0 0-1 16,2 2 2-16,-1-2 1 0,3 2-2 15,0 0 1-15,0 2 0 0,1-2-3 0,-1 2-2 16,1 0 5-16,0 1 0 0,1-1-3 16,1 1 3-16,-1 0-1 0,1-1-2 15,0 2 0-15,-1 2 1 0,3-4 0 0,-2 4 3 16,-2-1 0-16,4-1-1 0,0 2 2 16,-1 0 0-16,2-1 2 0,-1 0 0 0,1 2-1 15,-1-3-1-15,1 4 2 0,1-2-1 16,-1 0 3-16,2 1 2 0,-1-1-3 0,-3 3-1 15,4-2 1-15,0 1 5 16,-1 1-2-16,0-1 1 0,-1 1-1 0,2 0-7 16,-2-1 10-16,3 1-4 0,-1 1-1 15,-2 0-1-15,2-1 2 0,1 1 1 0,-1-1 1 16,1-1-2-16,-4 1-4 0,6-1 4 16,-3 2-1-16,3-1 3 0,-1 1-6 0,-2 0 5 15,3 0-1-15,-2-1-1 0,1 1 2 16,1 0 2-16,-1-1-2 0,0 1-1 15,1 0 0-15,-1 0 3 0,2 0 1 0,-5 3-4 16,6-3-1-16,-3 0 3 0,0 0-3 16,2 1 1-16,1-2-1 0,-1 4 5 15,0-3 9-15,0 0 9 0,2-1-7 16,-2 1 8-16,0 0-5 0,2 1-2 0,0-3 2 0,0 2-2 16,0-1-7-16,0 1 5 15,0 0-3-15,0 2-1 0,0-1 0 0,2-1 0 16,0 3-1-16,0-1-1 0,0 0 0 15,-2-1 2-15,0 1-3 0,2-1-1 0,-1 1 1 16,-1 0 2-16,2 0-4 0,2-2 0 16,-2 2 2-16,0 0 20 0,1 0-21 0,2 2 5 15,1-1 2-15,-3 1 4 0,3-2-9 16,-3 2-1-16,6 1 3 0,-4 0-2 0,3-2 4 16,-3 1-6-16,3 1 3 0,0-1-1 15,-1-3 17-15,1 3 11 0,1 0 3 16,-1-3 0-16,3 4-2 0,-1-3 15 15,0-2-3-15,1 2-6 0,0-2 5 16,-1-1-7-16,3 1 1 0,1 2-3 0,1-2 5 16,0 1-9-16,2-1 0 0,1-1-6 15,0 0-1-15,0 0-3 0,-4-2-7 0,2 0-2 16,-1 0-1-16,1 0-1 0,-4-1-3 16,4 0-1-16,-1 0 4 0,1-1-7 0,0 1 0 15,0 0 3-15,2-3-2 0,0 0-4 16,0 1-3-16,0-2-1 0,1 0 4 15,1 0-6-15,-2-2 4 0,5 2-4 0,-3-2-2 16,-2 0 7-16,5-2-8 0,-1 2 3 0,-2-2 6 16,-1 0-9-16,3 0 3 15,-2 0-2-15,-1-2-1 0,1 0 4 0,0 0-1 16,1-2-4-16,1 1-1 0,-2 0 5 16,-3 0-4-16,3 1-2 0,-2-1 2 0,0 0-4 15,-1 0 7-15,2 0-4 0,-3 0 2 16,0 0-4-16,2-2 5 0,-3 2-5 0,0-2 3 15,-2 2-1-15,3-2 2 0,-3 0 0 16,0 2 11-16,1-2 5 0,-3 0 6 16,1 1 1-16,-3-3-2 0,2 2-23 15,1-2-2-15,-3 1 0 0,2-1 0 0,1 1 0 16,0-2 0-16,-2-1 0 0,1 1 0 0,-2 0 0 16,3-2 0-16,-3-1 0 15,1 3 0-15,0-1 0 0,-1-1 0 0,2-3 0 16,-4 3 0-16,4 0 0 0,-4-1 0 15,2-5 0-15,0 7 0 0,-2-7 0 0,-2 5 0 16,6-8 0-16,-2 1 0 0,2-9 0 16,-2-1 0-16,1 0 0 0,1-3 0 0,-3 2 0 15,0-2 0-15,-4 6 0 16,-2 1 0-16,-2 0 0 0,-2 3 0 0,-7-10 0 0,0 2 0 16,-4 0 0-16,-6 2 0 0,-6 4 0 15,-7-3 0-15,-4 0 0 0,1 10 0 0,-7-1 0 16,4 5 0-16,-4 4 0 0,2 5-3 15,-2 1-412-15,10 4-143 0,-6 4-145 16,6-1-198-16,-2 2 82 0,7 2 90 16,5 1-653-16,3 1-835 0</inkml:trace>
  <inkml:trace contextRef="#ctx0" brushRef="#br0" timeOffset="45758.7">9071 11699 1148 0,'-4'-6'414'0,"-1"3"-133"0,5 3-105 0,-16-5-54 0,16 5-16 0,-18 4 2 16,18-4 7-16,-16 7-4 0,8-2 2 0,2-1 7 15,6-4 31-15,-4 9 35 0,4-9 12 16,21 8 0-16,6-2-13 0,18-2-15 16,25-2-15-16,4-2-18 0,4-4-14 0,5-4-10 15,-1 2-11-15,4-5-4 0,-7 2-16 16,-7-2-9-16,-6-1-8 0,-8 3-6 0,-19 1-18 15,-4-1-25-15,-12 4-34 0,-7-2-61 16,-9 5-52-16,-7-1-43 0,0 3-45 0,0 0-36 16,0 0-36-16,-40-1-44 15,21 2-77-15,-8 4-140 0,2 0 36 0,-9 5-159 0,1 0-170 16</inkml:trace>
  <inkml:trace contextRef="#ctx0" brushRef="#br0" timeOffset="46007.71">9299 12001 2098 0,'-13'4'149'16,"4"1"16"-16,0-4 27 0,9-1 18 0,0 0-3 15,0 0 4-15,0 0 0 0,0 0-6 16,39-31-16-16,-6 15-21 0,8-4-12 0,9-2-20 16,6 1-9-16,2-1-12 15,3 0-15-15,2 1-5 0,0 2-12 0,-4 2-11 16,-8 2-9-16,-6 3-26 0,-13 2-18 0,-5 2-24 15,-9 4-22-15,-2-2-14 0,-5 4-9 16,-6 1-15-16,-5 1-45 0,0 0-48 16,0 0-56-16,7 9-75 0,-7-9-89 0,0 0-228 15,-8 12 44-15,8-12 63 0,-6 2-183 16,6-2-176-16</inkml:trace>
  <inkml:trace contextRef="#ctx0" brushRef="#br0" timeOffset="47141.2">17068 11364 2812 0,'-14'3'93'0,"0"1"-65"0,-3 1-10 0,3 2-5 0,1 3 11 0,2-4 21 16,3 0 68-16,6-1 42 0,2-5-4 15,18 12-5-15,7-12-13 0,16 4-11 0,11-4-16 16,15-4-5-16,3 0-10 0,1-4-7 15,-3-3-15-15,-3 1-23 0,-4-6-17 16,-8 3-13-16,-13 0-29 0,-4 3-31 16,-5 0-23-16,-10 1-24 0,-6 2-33 0,-5 2-40 15,-5 2-33-15,-5 3-42 0,0 0-42 16,0 0-50-16,0 0-140 0,0 0-22 0,-30 10-147 16,16-1-136-16</inkml:trace>
  <inkml:trace contextRef="#ctx0" brushRef="#br0" timeOffset="50089.87">23091 10617 1864 0,'0'0'-8'0,"-23"-2"0"0,23 2-2 0,-11 4 5 0,11-4 3 16,-10 2 27-16,10-2 46 0,0 0 37 0,0 0 18 16,0 0 1-16,38 9-8 0,2-5-13 15,14-2-8-15,12 1-13 0,12-2-6 0,0 2-5 16,-2-2-11-16,1-2-4 0,-9-2-5 16,-3 2-6-16,-13-2-5 0,-11-1-4 0,2 0-2 15,-15 0-2-15,-3 1-6 0,-4-1-19 16,-6 1-24-16,-2-1-40 0,-1 1-59 0,-4 1-52 15,-8 2-51-15,0 0-43 16,0 0-127-16,0 0-82 0,0 0-73 0,-43-2-45 0</inkml:trace>
  <inkml:trace contextRef="#ctx0" brushRef="#br0" timeOffset="50257.03">23342 10767 1492 0,'-13'4'2'15,"3"0"19"-15,7-3-3 0,3-1 4 16,0 0 24-16,0 0 16 0,32 2 14 15,-5-4 3-15,11-1-1 0,8-1-8 0,-1 3-5 16,5 0-6-16,0 1-6 0,-3 0-4 16,-1 0-8-16,-4 0-6 0,-4 2-42 15,-10 0-53-15,-5 2-63 0,-5-1-64 16,-3 0-117-16,-8 3-236 0,-3 0-43 0</inkml:trace>
  <inkml:trace contextRef="#ctx0" brushRef="#br0" timeOffset="52156.13">12920 17706 1741 0,'-10'-8'120'0,"5"1"-3"0,-3 5-17 0,8 2-10 16,0 0-5-16,-14 13 5 0,13 3 5 15,-5 6 0-15,2 12-4 0,1 4 1 0,-1-2-7 16,2 2-7-16,2-8-12 16,0-2-9-16,2 7 1 0,-2-6-8 0,4-4-5 15,-4-1-26-15,2-2-38 0,-1-1-46 16,-2-2-54-16,1-2-67 0,-2-2-86 16,-2-3-161-16,2-5-58 0,-2-2-50 0,4-5-43 15</inkml:trace>
  <inkml:trace contextRef="#ctx0" brushRef="#br0" timeOffset="52340.01">12569 17691 1788 0,'-21'-18'147'15,"6"5"14"-15,3 1 6 0,3 2 32 16,2 1 7-16,1-1-4 0,2-3-22 16,8-3-22-16,4-2-13 0,11-10-12 0,10-3-17 15,8 4-11-15,3 1-45 0,5 3-63 16,-9 9-81-16,3 5-85 0,1 3-113 0,3 6-191 15,-6 6-98-15,-1 4 64 0,-3 3-64 16,-6 5-72-16</inkml:trace>
  <inkml:trace contextRef="#ctx0" brushRef="#br0" timeOffset="52806.44">13150 18043 1839 0,'-1'4'148'0,"-3"1"-15"0,4-5-2 16,-2 9-12-16,2-9 1 0,0 0-5 16,0 0-3-16,0 0-7 0,0 0-10 0,9 6-10 15,-9-6-7-15,22-3-15 0,-22 3-17 16,26-9-23-16,-15 6-6 0,1 0-11 0,0-1-2 16,-3 0 3-16,-1-2-5 0,-2-3 2 15,-3 1 0-15,-3-4-2 0,0 0-1 16,-3-5 1-16,-6-4-6 0,-2-10 4 0,-2-2-3 15,-1 6 8-15,3-1 2 16,-3 8 12-16,5 4 8 0,0 3 9 0,2 3-2 16,-2-2 0-16,6 7-9 0,-3-1-2 15,6 6 1-15,0 0-9 0,-11-1 3 16,11 1-4-16,0 0-2 0,0 0 3 0,0 0 2 16,0 0 2-16,29 18 4 0,-15-16 0 15,2-2-9-15,4-2 3 0,2 0 0 0,3-2 0 16,0 2 2-16,-1-1-10 15,-7-1 3-15,3 2 0 0,-4-1 0 16,-2 3-2-16,1 0 9 0,-15 0 5 0,27 5 6 0,-16 0-5 16,3 2-4-16,-3 0 4 15,-2 3-9-15,1 1 1 0,1 2-3 0,-2-1 4 16,3 0-9-16,-2 0-19 0,-1 0-55 0,-1-2-62 16,3 0-74-16,-2-1-97 15,5-2-157-15,-3 0-122 0,1-6 60 0,0-1-79 16,-12 0-95-16</inkml:trace>
  <inkml:trace contextRef="#ctx0" brushRef="#br0" timeOffset="53655.96">13842 17766 1601 0,'0'0'64'0,"0"0"18"0,0 0 0 0,0 0-6 0,0 0-4 15,0 0-2-15,-26 6 0 0,26-6-10 0,0 0-12 16,0 0-9-16,0 0-27 0,0 0-28 16,0 0-30-16,0 0-19 0,0 0-8 15,26-13-4-15,-26 13 7 0,11-4 9 0,-11 4 15 16,7-6 24-16,-7 6 26 0,6-6 13 16,-6 6 17-16,0 0 9 0,1-8 18 15,-1 8 6-15,0 0 8 0,0-9-2 0,0 9-3 16,0 0-9-16,0 0-3 15,0 0-7-15,0 0-6 0,0 0 0 0,0 0 4 0,0 0 3 16,0 0 3-16,0 0 6 16,0 0 12-16,0 28 15 0,4-21 13 15,2 1 5-15,-1-1 0 0,3-2 0 0,0 2-3 16,-1-4 0-16,4 3-10 0,1-5-5 16,-1 0-8-16,-11-1-8 0,20 0-12 0,-20 0 2 15,21-8-7-15,-10 3-9 0,0-3 0 16,-2 0 0-16,-4-1-6 0,2-3-10 15,-3-2 3-15,0-1-2 0,-4-5-1 0,0 1-6 16,-4-6-4-16,-1-8 0 0,-3 0-8 16,-2 4 4-16,3 5 3 0,-3 6 0 15,3 4-2-15,-1 0 1 0,0 4-9 16,-1 3 2-16,-1 2 2 0,3 2-7 16,7 3 1-16,-15 0-6 0,15 0 0 0,0 0 3 15,-18 6 3-15,18-6-2 0,0 0-1 16,-3 7 0-16,3-7 6 0,0 0 0 15,19 9-5-15,-6-6 6 0,-2 1-11 0,5 2 0 16,-2 1 7-16,2 2-2 0,1 1 2 16,0 4 4-16,-1 0 5 0,-1 1 5 0,2 5-3 15,-2-3 1-15,-4 1 5 0,3-1 8 16,-5-1-1-16,2-3-4 0,-4 1 1 16,0-3-5-16,3-1 1 0,-4 2-4 0,0-4-5 15,-1 1-2-15,1-3-14 16,1 0-22-16,-2-1-18 0,-5-5-41 0,14 3-45 0,-14-3-35 15,18-3-20-15,-18 3-11 16,20-7 6-16,-10 2 22 0,2 1 16 16,-5 1 15-16,-7 3 12 0,14-5 14 0,-14 5 27 15,15-4 28-15,-15 4 28 0,13 0 22 16,-13 0 18-16,0 0 18 0,17 4 23 0,-17-4 6 16,14 2 7-16,-14-2 13 0,15 5 6 15,-15-5 2-15,14 2 4 0,-14-2-4 16,16 3-13-16,-16-3-4 0,20-3-9 0,-9 2-3 15,3 0-5-15,-2-3-7 16,1 1-7-16,-1-1-15 0,-1 0-26 0,5 0-33 16,-5 0-25-16,0 0-22 0,1 2-22 15,-2 0-21-15,-10 2-22 0,15-2-18 16,-15 2-2-16,0 0-20 0,17 0-46 0,-17 0-77 16,0 0-118-16,9 4-87 0,-9-4-68 15,0 0-81-15</inkml:trace>
  <inkml:trace contextRef="#ctx0" brushRef="#br0" timeOffset="53923.06">13629 18562 1708 0,'-34'10'186'0,"3"-5"22"0,5-2 21 0,2 0 16 0,10-1 27 0,-2-2 2 0,3 2 4 16,13-2-6-16,-16-2-21 0,16 2-26 15,11-17-24-15,25-10-18 0,25-6-20 16,26-14-25-16,12-1-62 0,7-3-103 0,9 5-99 16,-2 4 4-16,-4 1-1 0,1 7 6 15,-3 4 14-15,-8 3-26 0,-26 9-41 16,-10 2-44-16,-7 6-25 0,-17 2-10 0,-14 2 19 16,-5 3 20-16,-4 1 27 15,-5 2 4-15,-11 0-13 0,0 0-23 0,0 0-55 16,7 5-346-16,-7-5-115 0</inkml:trace>
  <inkml:trace contextRef="#ctx0" brushRef="#br0" timeOffset="54139.84">13442 18657 1919 0,'-25'5'129'0,"11"0"20"0,-2-3 13 0,9 1-2 15,7-3-16-15,0 0-12 0,12-25-11 16,26-4-18-16,18-6-2 0,26-9-11 16,13-1-15-16,12-2-8 0,9-2-48 15,0 5-58-15,1 4-79 0,-15 0-111 16,-4 8-146-16,-30 9-179 0,-14 6 46 0,-20 7-19 16,-11 8-30-16</inkml:trace>
  <inkml:trace contextRef="#ctx0" brushRef="#br0" timeOffset="54191.08">14370 18273 1258 0,'-34'16'-428'15,"-10"1"62"-15</inkml:trace>
  <inkml:trace contextRef="#ctx0" brushRef="#br0" timeOffset="63003.77">20914 14835 1410 0,'2'-6'292'0,"-2"6"-78"0,0 0-37 0,4-8-25 0,-4 8-10 0,6-5 8 0,-6 5 4 16,0 0 4-16,8-8 4 0,-8 8-7 0,0 0-9 16,4-6-14-16,-4 6-8 0,0 0 3 15,0 0-14-15,1-7-4 0,-1 7-9 16,0 0-9-16,0 0-6 0,0 0-5 0,0 0-3 16,0 0-10-16,0 0-7 15,-21-5 8-15,21 5-5 0,-15-2 5 0,15 2-2 0,-23-1-4 16,9 0-6-16,2-2-3 15,-4 3-5-15,1-3-3 0,-3 2-4 0,0 1 0 0,0-2-5 16,-2 0-4-16,4 2-3 16,-1-2-5-16,0 2 0 0,1 0 0 0,2 0-4 15,-2 0-5-15,1 0 0 0,1 2 0 16,1-2-1-16,-1 2-2 0,0 1 0 0,-1 0-3 16,-1 0 2-16,3 3-1 0,-2-1 1 15,2 0-2-15,-3 1-3 0,3 1 5 16,1-2 1-16,-1 4 1 0,2-3-2 0,1 0-3 15,1 2 0-15,-2 1 0 0,0-3 1 16,2 2-2-16,0 2 2 0,1-2-1 16,0 1-2-16,1-1 2 0,0 3-1 15,-4 0 2-15,8 0 1 0,-5-1-4 0,6-1 2 0,-3 3 4 16,1-1 3-16,1-2 5 16,1 1 4-16,1 2-3 0,-1-2 0 0,-2 1-2 15,2 1-4-15,0 0 2 0,1 0-3 16,-1 1 0-16,-2-4 0 0,0 3-2 0,3 0-1 15,-1-2-1-15,-1 1-3 0,-1-1 1 16,4-2-2-16,-4 3 1 0,4-1 0 16,-1 1 0-16,2-3-2 0,-2 1 2 0,1-1 0 15,0 3-2-15,0-4 0 0,-2 4 2 16,4 0 0-16,-2 0-3 0,0 0 0 0,1-1 1 16,-1 0 0-16,2 1 0 15,2 1 0-15,1 0-2 0,-3-1 1 0,-1 0 2 16,5 3-2-16,-2-4-1 0,-3 1 0 15,5-2 2-15,-2 2-1 0,-1 1 2 0,6-1-4 16,-6-2 3-16,3 0 1 0,-1 2 1 16,3-3 7-16,-2 2 4 0,0-2 1 0,-1 2 2 15,3-2-2-15,-5 1 3 0,6-1-1 16,-2 1 1-16,1-1 2 0,-1-1 1 16,1 2 13-16,0-2 4 0,1-1 3 0,-2 1 2 15,3 0 1-15,0 0 2 0,1 1 7 16,1-4 3-16,-1 1-4 0,3-1-1 0,1 0 3 15,-2-2-12-15,0 2-2 0,0-2 0 16,1 2-2-16,1-2-12 0,1-2 3 16,-2 2-6-16,-2 0 3 0,1-2-6 15,1 2-1-15,-1-2 7 0,3 0-11 0,0 0 0 16,2 0 0-16,-1 0-2 0,0-2 0 16,0 0-3-16,0 2-1 0,1-2 3 0,0 0-5 15,0-1-1-15,-1 0-2 0,-2 1 1 16,-2-1 14-16,1 2 11 0,-3-2 6 0,-2 2-1 15,3-1-4-15,-1-2 2 0,-3 2 0 16,2 1-3-16,-3-1-2 0,5 0-5 16,-2-2 0-16,-1 0-3 0,0 1 0 15,3-1 0-15,-1-1-4 0,-2 0 0 16,5-2 14-16,-3 0 7 0,3-1 3 0,-3 1 1 16,-1-3-4-16,2 3 0 0,-1-3-6 15,-2 2 1-15,-3 0-2 0,6-1-4 0,-3-1 4 16,-1 0-25-16,1 0-9 0,1-1 0 15,-3 1 0-15,1-2 0 0,1-1 0 0,1 1 0 16,-2-1 0-16,-1-1 0 0,1-1 0 16,-3-3 0-16,1-3 0 0,-1-2 0 0,-4 1 0 15,-1-4 0-15,0-1 0 0,-1-11 0 16,-6-1 0-16,3 1 0 0,-3 1 0 16,0 0 0-16,-5 1 0 0,0 2 0 15,0 1 0-15,-6 3 0 0,0 1 0 0,-4 2 0 16,-3 5 0-16,-3 1 0 0,-5 4 0 15,-4 0 0-15,-4 5 0 0,-15 2 0 16,13 3 0-16,-3 4-25 0,1 3-156 0,-4 2-49 16,6 1-58-16,2 2-76 0,-2 3-80 15,5 1-93-15,6 0-140 0,7 0-137 0,2-1 84 16,4 2-597-16,5 2-783 0</inkml:trace>
  <inkml:trace contextRef="#ctx0" brushRef="#br0" timeOffset="63954.5">23285 14050 3269 0,'-9'-7'-241'0,"-3"0"45"0,-1 5 39 0,0 1 36 0,-5 4 46 0,-5 4 43 15,-7 3 39-15,-4 8 35 0,-10 5 33 0,4 6 26 16,-2 4 24-16,0 5 16 16,4 1 23-16,3 4 7 0,10-1 1 0,3 4 6 15,7-3 5-15,5-4 6 0,10-3 0 16,6 1-8-16,3-1-6 0,12 4-11 0,6-2-14 16,7-4-14-16,6-3-9 0,4-6-15 15,5-2-5-15,5-4-16 0,1-4-8 0,5-7-5 16,-3-2-10-16,-8-5-4 0,-1-1-4 15,-5-5-6-15,2-5-6 0,-8-2-1 0,-2-6-4 16,-7-3-6-16,3-10-3 0,-8-8-7 16,-10 2 0-16,-7-2-6 0,0-7-3 0,-8 1-11 15,-8-10-13-15,-5 6-7 0,-6 3-10 16,-6 5-10-16,-7 10-18 0,-6 2-16 0,2 14-17 16,-1 6-34-16,-4 6-32 0,-5 5-54 15,-9 7-64-15,4 7-72 0,-1 3-96 16,6 4-181-16,3 3-28 0,7 3 74 15,6 4-285-15,1 3-341 0</inkml:trace>
  <inkml:trace contextRef="#ctx0" brushRef="#br0" timeOffset="64636.98">23897 15534 2182 0,'0'0'-50'0,"-4"-15"39"0,2 7 29 0,-2 1 31 0,3-2 19 0,-3 2 11 15,-2-1 4-15,0 3 8 0,-3 0 0 16,-4 3 14-16,13 2 19 0,-33 2 9 0,10 3 20 16,-9 7 13-16,-4 5 9 15,-7 5 13-15,2 4 5 0,2 4 7 0,3 0 5 16,4 4-9-16,7-1-6 0,6-3-11 15,5-1-8-15,3 3-7 0,8-7-8 0,3-1-11 16,1 0-4-16,11 7-15 0,3-3-13 16,10-5-8-16,8-2-12 0,6-1-6 15,1-5-8-15,2-5-12 0,6-3-7 0,0-4-12 16,1-3-2-16,-1-3-4 0,5-9-4 16,-11-1-1-16,4-6-6 0,-6-2-4 0,-6-6-1 15,-9 2-2-15,-4-3-1 0,-1-12-1 16,-4-3-11-16,-7-5 2 0,-3 5-17 0,-8 0-10 15,-9-5-7-15,-7 5-17 0,-4 3-26 16,-6 8-31-16,-8 4-35 0,-5 8-51 16,-6 4-47-16,2 7-69 0,0 7-75 15,-7 2-116-15,-12 2-209 0,3 7 17 0,0 4 80 16,5 0-350-16,3 3-429 0</inkml:trace>
  <inkml:trace contextRef="#ctx0" brushRef="#br0" timeOffset="65455.5">21997 15393 2578 0,'-17'-7'-32'0,"0"4"16"0,-1 3 23 0,3 0 28 0,-4 6 32 0,-4 0 23 0,-4 11 30 16,-1 3 6-16,1 3 20 15,-4 10 9-15,11-3 2 0,3 2-1 0,2 1 1 16,3 1-4-16,4 1-11 0,8-7-11 16,4 7-12-16,7-1-10 0,7-3-9 15,10 5-12-15,3-4-5 0,7-4-5 0,4-4-7 16,5-5-6-16,-6-7-10 0,2-6-4 15,3-2-3-15,2-4-3 0,0-4-6 0,-5-2-4 16,9-8-1-16,-5-1-3 0,-11-3-1 16,-3 0 0-16,-4-5-5 0,-5-1 1 0,-5-5-8 15,-4-3-1-15,-3-6-4 0,-4-2-4 16,-8-3 1-16,-4 0 1 0,-7-6-11 0,-7 3-19 16,-3 5-29-16,-6 7-34 15,-5 5-44-15,1 9-50 0,-5 7-56 0,-5 5-67 16,-9 4-92-16,3 5-143 0,-19 6-85 15,3 6 56-15,-1 7-227 0,-1 4-279 16</inkml:trace>
  <inkml:trace contextRef="#ctx0" brushRef="#br0" timeOffset="65973.06">21176 15741 2334 0,'-8'-6'21'0,"-2"5"15"0,10 1 30 0,0 0 32 0,-36 7 31 0,19 3 24 0,-2 2 12 16,-6 7 18-16,4 1 4 0,12 1-8 15,0-3-4-15,4 6 6 0,5-6-4 16,7 4-5-16,7 6-9 0,8-1-10 0,10 0-11 15,8-2-12-15,6-5-10 0,6-5-14 16,8-3-8-16,2-6-13 0,-8-5-6 16,9-4-9-16,-2-2-7 0,-2-6 4 0,-6-4-13 15,-4-2-7-15,-10-3-6 0,-8-2 1 16,-4 1-6-16,-7-6-5 0,-6-2-5 0,-5-1-14 16,-9 2-16-16,-6-8-18 15,-5 0-18-15,-4-6-19 0,-10 1-20 0,-4 8-21 0,0 10-29 16,-9 1-31-16,1 11-45 15,-1 5-44-15,-5 2-61 0,4 8-102 0,1 2-209 16,3 5 10-16,2 4 60 0,7 7-221 16,1 2-261-16</inkml:trace>
  <inkml:trace contextRef="#ctx0" brushRef="#br0" timeOffset="67153.44">26729 15325 2379 0,'-6'-10'122'0,"6"10"-6"0,0 0 6 16,0 0 22-16,-33 12 29 0,24-2 11 0,-5 7 6 0,3-1 4 0,-2 9-6 16,3-4-13-16,5 1-15 0,1-1-13 0,4-2-9 15,0 2-10-15,5-2-13 0,4 1-6 16,2-3-8-16,2 0-7 0,1-1-10 0,0-5-5 16,6 1 0-16,-5-6-15 15,2 0-5-15,1-4-6 0,-4-2-7 0,2 0 0 16,-1-2-3-16,1-2-5 0,-3-2-3 15,-1 4-5-15,1-4-1 0,-4 0 3 0,-2 3 16 16,1 1 6-16,0-2-1 0,-3 0-3 16,-5 4-7-16,11-4-10 0,-11 4-5 0,12-3-6 15,-12 3 0-15,13 0-1 0,-13 0 1 16,24 5 4-16,-10-3-2 0,6 2 0 16,-3 0 2-16,5-3-2 0,0 0 0 0,1 1 10 15,-2-2 26-15,-3-2 15 0,4 1 4 16,-3-3 8-16,-2-1-6 0,-1 1 1 0,-2-4-9 15,0 1-8-15,-3-1-3 16,-2-3-5-16,3 1-5 0,-4-2 0 0,-3-2-15 0,3 1-9 16,-5-3-41-16,4 3-44 15,-3 1-42-15,-3-1-48 0,1 3-63 0,-2 4-90 16,0-1-104-16,0 7-120 0,-5-10-160 16,1 6-64-16,4 4 80 0,-3-6-458 15,3 6-594-15</inkml:trace>
  <inkml:trace contextRef="#ctx0" brushRef="#br0" timeOffset="67672.13">27613 15360 2964 0,'0'0'0'0,"0"0"33"0,0 0 29 0,2-9 23 0,-2 9 13 0,0 0 17 0,0 0-2 16,0 0-15-16,6-5-6 0,-6 5-3 15,0 0-11-15,0 0 10 0,0 0-7 16,0 0-12-16,26 8 2 0,-26-8-11 0,13 3-1 15,-13-3-4-15,16-3-7 0,-16 3 0 16,15-3-11-16,-15 3 17 0,14-9-3 0,-11 3 3 16,1-1 1-16,-2-2-12 0,-2 1-5 15,0 8-2-15,-6-16-5 0,-1 8-4 16,-3 2-5-16,-1 0 0 0,-5 0-6 16,-1 5 20-16,4 1-3 0,-2 3 2 15,-1 4-1-15,0 4 7 0,0 0 8 0,3 5 4 16,1-1 8-16,4 4 2 0,5-1 10 15,1-1-8-15,4 1-7 0,1 3-1 0,8-2-7 16,0 0-5-16,3 1 2 0,6-3-5 16,-3-5-8-16,4-1-11 0,0-4-36 0,4-3-30 15,0-2-23-15,-3-2-21 0,3-3-7 16,9-4 5-16,-3-1 10 0,-3-5 4 16,1-2 17-16,-4 0-4 0,-4-6-2 0,-1 2 14 15,-2 2 29-15,-7 1 21 0,-1 5 34 16,-2 0 34-16,-1 2 14 0,-1 1-2 0,0 2-8 15,0 0-12-15,-6 6-7 0,0 0 6 16,0 0 12-16,0 0-6 0,0 0-7 16,1 24-4-16,-2-10-6 0,-1 1-7 15,0 3 8-15,0-2-15 0,2 4-31 0,0-3-48 16,0 0-51-16,2-4-62 0,0 0-61 16,1-1-57-16,3-4-69 0,0 1-100 15,1-6-146-15,1 1-57 0,0-3 61 0,-8-1-267 16,14-1-339-16</inkml:trace>
  <inkml:trace contextRef="#ctx0" brushRef="#br0" timeOffset="68438.83">28189 15370 2293 0,'2'-13'10'0,"0"2"43"0,-2 2 32 0,1 2 24 0,-1 7 10 0,0-10-5 0,0 10-9 0,0 0-11 16,0-8-16-16,0 8-7 0,0 0-3 0,0 0-10 15,2-7-6-15,-2 7-4 0,0 0-1 16,0 0-3-16,0 0-11 0,0 0 1 0,0 0-9 15,0 0 5-15,0 0-6 0,11 18-1 16,-11-18-9-16,4 6 5 0,-4-6 28 16,4 8 33-16,-1-1 20 0,-2 0 23 0,-1 5 14 15,0 0 24-15,0 8 6 0,0 1 10 16,-1 4-6-16,-4 9 4 0,-1 2-4 0,3 0-16 16,-1 0-17-16,-2 0-12 15,3-1-16-15,-6-2-8 0,6-8-10 0,-1 0-7 16,0-4-8-16,1-1-8 0,1-3-7 15,0-3-2-15,-2-4-3 0,2 2 40 16,1-5 39-16,-4 0 9 0,1-2-7 0,4-5-15 16,-15 7-12-16,8-5-11 0,7-2-6 15,-30-4-18-15,12 1-5 0,-3-2-11 0,0-1-3 16,4 1-5-16,-1-1-7 0,4 0-9 16,-2 1-15-16,5 2-5 0,2-1-11 0,-2 1-7 15,11 3-17-15,-9-7-11 0,9 7-5 16,2-12-9-16,5 5 1 0,9-3-17 15,9-5-19-15,7-2-20 0,12-6-12 16,7-2-10-16,7-6-16 0,14-12-24 16,5-7-12-16,2-3-18 0,-1-5-10 0,3-9-2 15,-2-1-1-15,0-8 4 0,-3-7 1 16,-5-2 6-16,-7 0 16 0,-10 2 18 0,-11 1 20 16,-10 1 10-16,-16 17 18 0,-6 4 9 15,-11 16 23-15,-9 5 21 0,-7 4 11 16,-5 8 9-16,-7 6 9 0,0 7 28 0,-7 7 19 15,-5 11 30-15,-7 12 22 0,-1 9 23 16,0 9 18-16,3 8 5 0,0 7 6 0,9 2 9 16,6 3-4-16,5 5-3 15,6 2-8-15,5-2-8 0,11 0-8 0,3-13-8 16,3 0-10-16,6-2-3 0,-2-5-10 16,2-6-4-16,3-1-4 0,-4-9-8 0,-1-3-2 15,0-5 13-15,0-4 22 0,-1 0 14 16,-3 1 19-16,3-8-14 0,-3 1-8 0,7 0-6 15,-10-5-13-15,12 7-1 0,-7-5-8 16,-5-2-17-16,9 6-1 0,-9-6-6 16,13 4-17-16,-13-4 1 0,7 5-8 0,-7-5-6 15,7 5 4-15,-1-1-5 0,-6-4-12 16,12 8-28-16,-7-4-27 0,5-1-40 0,2 1-48 16,-1-1-55-16,4-3-62 0,6 3-76 15,4-7-59-15,11-4-71 0,4-2-74 16,11-7-98-16,1-7-41 0,2-5-442 15,-2-5-588-15</inkml:trace>
  <inkml:trace contextRef="#ctx0" brushRef="#br0" timeOffset="68786.38">29654 14547 3214 0,'4'-28'-13'0,"-1"9"50"0,-1 4 41 0,0 3 18 0,-4 4 11 0,2 8 59 0,0 0 34 0,0 0 17 0,-39 35 26 0,15 4 8 15,1 4 8-15,5 5 8 0,-3 6-11 16,3 6-14-16,3 2-25 0,0 2-21 15,2-5-21-15,0 0-10 0,1 1-22 0,-1-2-14 16,-1-3-6-16,1-3-19 0,-5-3-39 16,0 0-47-16,-1-6-50 0,-5-2-62 15,-2-3-83-15,5-10-79 0,2-5-68 16,6-7-28-16,1-5-8 0,5-10 4 0,-1-1 7 16,8 0 22-16,-7-18 40 0,5 0 50 15,4-9 74-15,3-13 67 0,3 1 82 0,-1 3 91 16,3 3 80-16,-2 9 77 0,-1 4 71 15,-1 4 67-15,-1 1 33 0,4 1 16 16,-2 1 11-16,6 1-16 0,4-3-22 0,8 1-32 16,-2 5-43-16,0 1-34 0,2 4-31 15,0-1-30-15,1 2-221 0,1 0-3 16,0 2 0-16,-1 1-163 0,1 0-218 16,-1 1-175-16,1 2-242 0,-2 0-107 0,-4 2 99 15,-2-1-752-15,-5 4-1002 0</inkml:trace>
  <inkml:trace contextRef="#ctx0" brushRef="#br0" timeOffset="71435.81">27647 16266 4006 0,'6'-16'-134'0,"-4"3"48"0,-2 1 27 0,0 0 21 0,-2 5 40 16,-4-4 33-16,3 4 30 0,-6 1 3 0,2 3 16 15,7 3 12-15,-34 7 10 0,3 9 4 16,-8 7 6-16,3 6 3 0,1 3-7 0,0 2 7 16,10-1-3-16,7-4-2 0,2 0-4 15,9-4-1-15,3-4 6 0,4-1 15 16,4-2-8-16,1 0-2 0,7-2-3 0,11 3-10 16,1-3-1-16,1-8-10 15,0-2-14-15,4-5-8 0,-7-1-8 0,5-1 1 0,-2-5-10 16,5-4-4-16,-6 0-4 0,-7-2-2 15,-2-3-7-15,-4-2-6 0,-5-1-1 16,0-3-6-16,-4 2-6 0,-4-5-15 16,-4 0-15-16,-2-8-20 0,-3 3-17 15,0 6-14-15,1 5-18 0,-1 1-31 0,0 4-33 16,0 5-34-16,0 2-23 0,-1 8-19 16,12-2-16-16,-18 8-12 0,6 3-13 0,1 5-16 15,2 1-22-15,3 0-2 0,1-1 17 16,5-5 28-16,5 1 46 0,1-1 68 0,-1-3 55 15,1 1 45-15,1-1 37 0,-1-1 29 16,4 2 36-16,-1 1 33 16,-2 4 38-16,4 1 23 0,-2 5 18 0,2 7 12 0,-1 2-4 15,1 0-4-15,-4 4-3 0,5-1-16 16,-2 2-9-16,-1 0-20 0,3 1-9 16,-5 0-13-16,3-2-12 0,0 0-9 15,-3-4-11-15,-1-5-3 0,-4-3-8 0,-1-2-3 16,-1-6 11-16,0 4 21 0,-3-1 14 15,-7-2 14-15,-2-1-1 0,-2-1-1 16,-6-2-2-16,-8 1-10 0,1-5-6 0,1 0-17 16,-5-6 2-16,5-2-18 0,-13-2 0 15,7-8-9-15,-1-1-9 0,6-6-53 0,3 0-23 16,5-1-41-16,1 3-48 16,9 1-63-16,0 1-73 0,3 1-88 0,6 2-89 15,0-1-125-15,6 1-229 0,0-2 73 16,5-1 81-16,4 2-348 0,16-3-451 15</inkml:trace>
  <inkml:trace contextRef="#ctx0" brushRef="#br0" timeOffset="72652.33">27931 16647 2917 0,'0'0'79'0,"6"-6"11"0,-6 6 25 0,0 0 23 0,8-5 14 0,-8 5-6 0,0 0-13 16,7-4-18-16,-7 4-10 0,11-5-11 15,-11 5-6-15,14-7-5 0,-6 3-11 16,-8 4-1-16,11-6-4 0,-6-1 8 0,2 2 9 16,-4-2-8-16,-1-1-6 0,-2-1-10 15,0-1-4-15,-2-2-6 0,-3-3-5 16,-5-5 1-16,-1 3-10 0,-3 1-5 0,1 1-3 16,-3 1-6-16,1 4 0 0,2 1-8 15,0 3 0-15,0 2-6 0,1 1 1 0,1 1-6 16,11 2-1-16,-16-2 7 0,16 2-3 15,0 0 4-15,0 0-2 0,0 0 3 16,0 0 2-16,0 0-1 0,0 0 12 0,53-3 3 16,-28-1 8-16,0-2 8 15,-2 1 11-15,1-2 7 0,-4 1 11 0,-4 1-2 16,-4 2-8-16,0 0-2 0,0-1-3 16,-3 3-10-16,-9 1-6 0,13-4-7 0,-13 4-6 15,14-2-3-15,-14 2-1 0,0 0-1 16,14 11-1-16,-9-5-3 0,1 3 0 15,-1 1-5-15,-1 0 0 0,1 2 2 0,6 0-3 16,-4 0 1-16,0-1-4 0,1 1-4 16,2-4 3-16,-1 1 8 0,-2-2 1 0,6 0-6 15,-1-3 0-15,-1-4-2 16,-11 0 3-16,33-6-1 0,-17 0 0 0,3-6-4 16,-2-1-1-16,4-6 9 0,-3-3-4 0,-2 5 3 15,-5 0-4-15,-3 5 1 0,0 0 4 16,-3 3 1-16,3 1-1 0,-5 0-6 15,4 2-6-15,-7 6-6 0,5-7 2 16,-5 7-3-16,0 0 6 0,0 0-1 0,0 0-3 16,0 0-2-16,10 21 2 0,-8-13-4 15,-1 1-1-15,1-1-1 0,4 1-4 16,-2-1-4-16,4-1-3 0,1-2-7 0,3-3-11 16,-12-2-5-16,28-5-10 15,-9-4-8-15,6-6-2 0,0-6-8 0,-3-2 2 0,-1-5-4 16,1-3 6-16,-1-9 5 0,-6 5 7 15,0-10 3-15,-2 9 11 0,-5-2 4 0,-1 0 4 16,-2 11 27-16,-2 7 12 16,-1 3 7-16,2 5-7 0,-4 1-1 0,0 11-4 15,0 0 12-15,0 0 17 0,-16 33 5 16,11 8 14-16,-3 17 2 0,3 9 1 16,-1 3-8-16,4 3-5 0,2 0-4 0,2-1 0 15,4 0-6-15,1-3 1 0,1-8-5 16,2-4-3-16,-3-8-1 0,2-12-5 0,-3-4 4 15,0-11-1-15,-2-5 2 0,0-5 8 16,-2-2 34-16,-1-3 17 0,-1-7-7 0,0 0-8 16,0 0-9-16,0 0-3 15,0 0-2-15,-12-29-9 0,1 14-7 0,0-5-6 16,-3-7 2-16,2 1-7 0,-1 2-5 0,1 4 3 16,2 3 2-16,5 5-9 15,-2-2-1-15,4 4-10 0,-1 1-5 0,2 2-4 16,2-1-1-16,4-1-3 0,6 1-10 15,1-4-13-15,14-2-14 0,4-3-14 0,5 0-8 16,7-7-9-16,7-4-2 0,-1-2 1 16,2-7 8-16,-4-1 5 0,-3-3 7 0,-4-3 7 15,-4-3 3-15,-3 0 9 0,-4 1 2 16,-6 0 14-16,-6 16 24 0,-3 0 20 16,-5 10 16-16,-1 3 0 0,-3 4-4 15,-1 5-10-15,-4 5 1 0,2 3 18 16,0 0 2-16,-20 31-4 0,4-4 8 0,3 7 14 15,1 4 8-15,-1 13-6 0,5-1-5 16,4-8-6-16,4-1-1 0,0 0-5 0,9-4-5 16,-2-3-7-16,2-1-3 0,3-4 1 15,-1-7-2-15,-5-5 2 0,1-5-4 0,2 0 2 16,2-4-3-16,0-5 0 0,1 1 7 16,1-2-7-16,1-2 6 0,-1 0 1 15,-13 0 2-15,21 0-6 0,-21 0-6 0,16 3 1 16,-16-3-5-16,18 0-9 15,-18 0 0-15,15 1-3 0,-15-1-3 0,17 2 0 0,-9 0-6 16,-8-2-34-16,17 4-45 16,-6-1-49-16,5 2-53 0,-1 0-69 0,1-1-73 15,4 6-51-15,7 2-74 0,-4 0-102 16,-4-2-130-16,3 5-70 0,1-4 80 0,-5-1-432 16,0 2-570-16</inkml:trace>
  <inkml:trace contextRef="#ctx0" brushRef="#br0" timeOffset="72852.53">29746 16777 3133 0,'0'0'132'0,"1"2"69"0,-1-2 52 0,0 0 42 0,0 0 45 0,-61 7 42 16,8 1 12-16,-12 6 0 0,-30 3-4 0,-14 3-10 16,-5 5 0-16,-4 4-28 0,-10 4-26 15,2 0-27-15,-5 3-31 0,3 1-23 16,3 2-218-16,8-2-27 0,12 1 0 16,14-2 0-16,11 0 0 0,25-7 0 0,5 0 0 15,8-4 0-15,6 1 0 0,11-5 0 16,2-4 0-16,7-1 0 0,0-5 0 15,5-1-328-15,-3 0-166 0,6-4-82 0,1-3-147 16,-1-1-165-16,8-2 79 0,0 0-678 16,-13-15-935-16</inkml:trace>
  <inkml:trace contextRef="#ctx0" brushRef="#br0" timeOffset="-182994.78">13674 14566 261 0,'0'0'77'0,"0"0"-12"0,10 4 13 0,-10-4-4 0,0 0 11 0,0 0-8 0,0 0 11 0,0 0-11 16,0 0-5-16,0 0-6 0,0 0 0 0,13-2 0 15,-13 2 5-15,0 0-6 16,0 0-6-16,0 0-9 0,0 0-2 0,0 0-4 16,0 0-2-16,0 0-6 0,0 0-4 15,0 0-4-15,0 0 0 0,0 0 0 16,0 0-5-16,0 0 0 0,0 0-5 0,0 0 2 15,0 0-5-15,0 0 1 0,0 0-1 16,0 0-3-16,0 0-2 0,12 0-1 0,-12 0-1 16,0 0-2-16,0 0-2 0,0 0-1 15,0 0 4-15,0 0 4 0,0 0-6 0,0 0-1 16,0 0 1-16,0 0-2 16,0 0-1-16,0 0 2 0,0 0-3 0,0 0 0 15,0 0 0-15,0 0 2 0,0 0 0 16,0 0 3-16,0 0-8 0,0 0 1 15,8 2 0-15,-8-2 8 0,0 0-8 0,9 2 1 16,-9-2-9-16,0 0-16 0,9 4-28 16,-9-4-42-16,10 4-34 0,-10-4-27 0,8 2-37 15,-8-2-237-15,0 0 61 0</inkml:trace>
  <inkml:trace contextRef="#ctx0" brushRef="#br0" timeOffset="-182794.64">13831 14629 1085 0,'0'0'-61'0,"0"0"15"16,0 0 10-16,6 5 4 0,-6-5 7 15,0 0 3-15,5 4 24 0,-5-4 11 16,0 0 11-16,4 5-5 0,-4-5 0 0,6 5 7 16,-6-5-12-16,6 5-5 0,-6-5 4 15,6 6 2-15,-3-1-5 0,-3-5-4 0,10 8 2 16,-7-4 1-16,3-1-32 15,0 1-35-15,4 0-19 0,-3 2-20 0,3-3-174 0,-1 1 211 16</inkml:trace>
  <inkml:trace contextRef="#ctx0" brushRef="#br0" timeOffset="-182644.39">14084 14757 674 0,'0'0'-18'0,"8"4"7"16,-8-4 23-16,0 0 14 0,7 2 11 0,-7-2 10 15,0 0 11-15,9 3 2 0,-9-3-4 16,0 0-8-16,0 0-1 0,5 4 0 0,-5-4-9 15,0 0-1-15,0 0-3 0,0 0-11 16,13 1 2-16,-13-1-11 0,0 0-42 16,14 6-58-16,-9-3-53 0,-5-3-202 0,13 3 145 15</inkml:trace>
  <inkml:trace contextRef="#ctx0" brushRef="#br0" timeOffset="-182460.29">14353 14868 913 0,'0'0'-2'0,"8"4"13"0,-8-4 14 0,0 0-8 16,0 0-3-16,0 0 1 0,0 0 4 15,0 0-2-15,19-2-1 0,-19 2-6 0,0 0-2 16,0 0 1-16,22 0-9 0,-13 0-54 16,-9 0-54-16,14 0-202 0,-6 0 174 0</inkml:trace>
  <inkml:trace contextRef="#ctx0" brushRef="#br0" timeOffset="-182293.03">14710 14947 855 0,'0'0'2'0,"0"0"-4"0,0 0 0 15,0 0 6-15,5 7-1 0,-5-7-4 16,0 0 8-16,12-2-6 0,-12 2 4 0,0 0-2 15,17-2-1-15,-17 2-64 0,17 0-71 16,-17 0-99-16,17 0 79 0</inkml:trace>
  <inkml:trace contextRef="#ctx0" brushRef="#br0" timeOffset="-182111.49">15020 15051 699 0,'0'0'31'0,"0"0"-5"16,0 0 2-16,0 0 0 0,0 0-5 16,0 0 0-16,0 0-5 0,0 0 2 0,0 0-4 15,8 6-38-15,-8-6-51 0,7 2-99 16,-7-2-48-16,8 6 75 0</inkml:trace>
  <inkml:trace contextRef="#ctx0" brushRef="#br0" timeOffset="-181929.03">15287 15228 641 0,'4'5'83'0,"-4"-5"8"15,0 0 4-15,0 0 1 0,0 0 3 16,0 0 3-16,7 3-2 0,-7-3-9 0,0 0-8 16,0 0-10-16,0 0-9 0,0 0-8 15,0 0-32-15,11 2-46 0,-11-2-54 0,13 2-68 16,-8 1-75-16,-5-3-202 0,17 5 69 15</inkml:trace>
  <inkml:trace contextRef="#ctx0" brushRef="#br0" timeOffset="-181776.42">15552 15398 1130 0,'0'0'13'0,"1"6"11"16,-1-6 20-16,0 0 7 0,0 0 10 0,2 8 9 15,-2-8 5-15,0 0-1 0,0 0-12 16,0 0-4-16,5 4-8 0,-5-4-6 0,0 0-3 15,0 0-6-15,9 2-30 0,-9-2-45 16,7 4-49-16,-7-4-59 0,6 4-84 16,1 2-220-16,-4-1 40 0</inkml:trace>
  <inkml:trace contextRef="#ctx0" brushRef="#br0" timeOffset="-181345.3">15802 15631 1214 0,'5'5'20'0,"-5"-5"16"0,0 0 7 15,4 5 1-15,-4-5-5 0,0 0-3 16,0 0 1-16,0 0-5 0,0 0-1 0,0 0-5 16,13 0-5-16,-13 0-1 0,8 3 0 15,-8-3-11-15,0 0-38 0,11 8-35 0,-7-4-40 16,4 2-1-16,0 3 15 16,1 3 12-16,0-4 3 0,2 1 7 0,-2 3 10 15,-4-4 6-15,3 1 10 0,-5-1-3 16,4-4 5-16,-2 2 8 0,-3 1 19 15,-2-7 20-15,9 9 18 0,-9-9 24 0,4 7 11 0,-4-7 11 16,6 6 10-16,-6-6 1 16,0 0-3-16,6 7-12 0,-6-7 1 0,4 5-17 15,-4-5 1-15,0 0-10 0,5 7-1 16,-5-7-2-16,6 6-5 0,-6-6 0 16,5 6-7-16,2-1-3 0,-7-5 0 0,7 11-3 15,-1-6-1-15,-1 0-6 16,-1 2 0-16,2-2-1 0,-6-5 0 0,8 8-4 15,-2-2 4-15,-6-6 9 0,3 7 7 16,-3-7 9-16,8 4 10 0,-8-4 10 0,0 0 2 16,5 7 8-16,-5-7-3 0,0 0-2 15,0 0-6-15,5 6-10 0,-5-6-1 16,0 0-7-16,0 0-21 0,0 0-71 0,4 5-130 16,-4-5-237-16,0 0-196 0,0 0-113 15</inkml:trace>
  <inkml:trace contextRef="#ctx0" brushRef="#br0" timeOffset="-169614.78">13627 14576 1550 0,'0'0'-80'0,"-2"-8"24"0,2 8 13 0,-2-10 1 0,2 10 18 0,0-6 27 16,0 6 23-16,0 0 11 0,-1-7 9 0,1 7 1 15,0 0-3-15,0 0 3 16,0-8 0-16,0 8-3 0,0 0 2 0,0 0-4 16,9-5 10-16,-4 2 6 0,6 0 3 15,-11 3-1-15,18-3-5 0,-4 1-5 16,-1 2-4-16,0 0-3 0,1 0-5 0,0 4 14 16,0-3 4-16,1 2-4 0,3 3-5 15,-4 0-1-15,0-2-6 0,1 3-5 0,1-1-3 16,-3 0-2-16,1 0-2 0,-2 2 1 15,4 1-5-15,-3-3 0 0,5 1 0 16,-4 0-1-16,2 0-1 0,-1-3 1 0,1 4-4 16,-2-1-1-16,-2-2-1 0,1 2-2 15,0-2-2-15,1 0 1 0,-1-1-3 16,-1 2-2-16,1 1 0 0,-1-2 1 16,3 2-4-16,1 0 4 0,-4-2-1 0,6 2-2 15,0-2-1-15,4 2 2 0,-1 0-1 16,1-4-2-16,1 4 0 0,0-2 1 0,0 0-5 15,-2 1 3-15,-2-2 0 0,1 3-1 16,-6-1 1-16,-1-3-2 0,-1 2-1 16,-1 1 2-16,1-2 0 0,-2 0-1 0,-1 1 2 15,-2 0-2-15,3 0 1 0,0 1 1 16,-3-2-3-16,3 0 0 0,-1 1 3 0,3 0-4 16,0-2 2-16,0 3-2 15,4 0 3-15,-3 0-2 0,3 0-1 0,-3-1 1 0,2 1-1 16,-3 0 1-16,-3-4-1 15,1 6 2-15,-1-5-1 0,0 1 0 0,2 2 2 16,-4 0-3-16,2-1 1 0,0 2-3 16,2-2 4-16,-2 0-1 0,0-2 0 15,1 1 2-15,1 1 1 0,0-2-3 0,1 1-2 16,0 1 2-16,0-2 2 0,-1 1-4 16,-2-1-1-16,1 1 3 0,-1 2 1 0,0 0-2 15,1 0-1-15,0 0 3 16,-3-1-3-16,2 1 0 0,-2 0 1 0,0 1-1 15,1-2 6-15,-3 0-6 0,3 1 3 16,-2-2-4-16,0 1 1 0,-6-5 1 16,13 10 1-16,-5-6 2 0,1 1-1 0,0 2-3 15,3-2 4-15,-2 2-3 0,1 0 3 16,-4-1-1-16,3 2-3 0,0-2 3 0,-5 1-4 16,3-2 2-16,0 2 0 0,-1-1 3 15,1 1-2-15,-5-3-1 0,4 1-1 0,-4 1-1 16,3-1 5-16,0 0-3 0,-3-1-1 15,3 0 2-15,-2 4 0 0,2-6 0 16,-1 4 0-16,-1-1 0 0,2 0 1 16,-1 2-4-16,4-1 5 0,-4 2-3 15,1-1-1-15,-1 2 1 0,4-5 0 0,-6 3 1 16,3 0-1-16,-1 2 0 0,3-2 3 16,-3-1 2-16,2 1-1 0,-2 0 1 0,3 0-1 15,-3 1 28-15,5-1 5 0,0 3-4 16,-3-4 1-16,0 0-7 0,4 0-5 0,-6 1-2 15,2-2 0-15,-1 4-2 0,2-2 19 16,0 1-5-16,-3-2-7 0,3 3 3 16,-3 0-2-16,2 2-6 0,-2-2 2 0,3 4 15 15,1-2 6-15,-1 1-3 0,1-2-5 16,-1-1 1-16,-1 3-6 0,1-1-4 16,5-1 1-16,-3 0 3 0,2 1-8 15,-1-3-2-15,-4 0-2 0,1-1 4 0,2 2-3 16,-5-4-7-16,4 2 4 0,-4-2-10 15,-1 0 4-15,1 0 2 0,-1 1-8 16,2-3 7-16,-3 2-3 0,4-1-2 0,-4 0 2 16,-3-4-2-16,10 9 0 0,-5-5 1 15,1 1-3-15,-2-2-5 0,2 2 1 0,-1-1 3 16,1 1 0-16,0-2 1 0,0 2-4 16,0 1 3-16,1 0 3 0,-2 0-6 0,5 0 3 15,-2 3-3-15,3-1 2 0,-2 2 0 16,3-3-4-16,-1 1 5 0,-1 0-2 15,2 0 0-15,-1 2-8 0,1-3 5 16,1 5 4-16,-2-2-4 0,-1-3 2 16,1 5-1-16,-4-6 1 0,4 3 0 0,-4-2 1 15,0 0-1-15,3 1 3 0,-4-3-2 16,2 2-5-16,-3-2 4 0,2 4 2 0,2-4 0 16,-2 2 0-16,2-2-4 0,1 2 4 15,0-2-4-15,-1 2 2 0,2 0 1 0,3 0 3 16,-3 1-7-16,1 0 2 0,-1 0 8 15,-2 0-9-15,2-1 4 0,-4 1 5 16,0 0-5-16,1 0-3 0,0 0 3 0,-1-3 3 16,-1 3-5-16,-1-1 5 15,4 0-1-15,-4 0-1 0,3-1-4 0,-1 0 28 16,2 2 3-16,0 1 15 0,-2-4 23 16,7 2-3-16,-3 1-7 0,-2-1-3 0,1-4-8 15,0 3-4-15,-5-1 10 0,3-2 14 16,-5-1-1-16,4 1-2 0,-7-3-2 0,7 5-5 15,-7-5-4-15,6 4-5 0,-6-4-3 16,0 0-7-16,5 3-27 0,-5-3-71 0,0 0-92 16,0 0-108-16,0 0-109 0,-20-12-156 15,4 7-123-15,-7 2 69 0,-4-2-281 16,-9-2-344-16</inkml:trace>
  <inkml:trace contextRef="#ctx0" brushRef="#br0" timeOffset="-154349.36">17658 13617 2198 0,'0'0'-137'0,"20"-12"24"0,3 7 11 0,17 1 16 0,21-2 12 15,10 6-3-15,5-2 13 0,2 4-1 16,5 0 13-16,-6 2 5 0,-2 0 10 15,-1-4 3-15,-2 0 1 0,-4 0 7 0,-18 0-5 16,-2-4 12-16,-4 2 26 0,-4-2 11 16,-11 2 14-16,-5-1 11 0,-5 0 5 15,-1 1 9-15,-1-2 5 0,-3 1 2 0,-3 1-5 16,2-1-6-16,-3 0-1 0,1-1-3 16,3 1-10-16,-3-1-2 0,0-1-5 0,3 2-1 15,-1-1-3-15,1 2-5 0,-3-1 1 16,1 3-5-16,-1 0-4 0,-11 0 2 15,18 3-4-15,-8 1 2 0,1 1-3 0,-1 2-2 16,0 5 1-16,-3 0 2 0,2 5-4 0,0 3 0 16,2 9-3-16,-4 2 4 15,2 0-5-15,0 2 1 0,-4 2 1 0,1-2-2 16,-1-2 11-16,1 4 5 0,-1-8 1 16,-4-4-5-16,1 0 3 0,-2-1-4 15,2-5 1-15,-2 3 1 0,2-3-2 0,-2-3 1 16,0-1 1-16,-2 1-2 0,2 0-1 15,0-4-1-15,0 1-3 0,0-3-1 0,0 1 0 16,0-1-2-16,0-1 0 16,0 0 0-16,0-7-2 0,-2 12-1 0,2-7-1 0,0-5 2 15,-2 10-2-15,2-10 3 16,0 9-3-16,0-9 7 0,-3 7 1 0,-2-4 9 16,5-3 8-16,-7 9 3 0,-3-6-4 15,1 0 4-15,-5 3-7 0,-9 0-4 16,1 1 0-16,-15 3-1 0,-3-4-2 0,-13 4-2 15,-3 0 2-15,-5-1-5 0,-3-3-2 16,-3 2-1-16,-1-2-1 0,-2-3-1 0,-3 3 0 16,1-4-2-16,-1 0 4 0,2-2-6 15,1 2 2-15,4-1-2 0,-4 0 0 0,9 2 2 16,11-3 1-16,0 3 22 16,2-1 4-16,1 0-1 0,2 0-1 0,6 1-1 0,-1-1-6 15,9 0-1-15,6 0 7 0,4 0 11 16,3-2 4-16,0 0 7 0,3 0-2 15,1 0 2-15,2 0-2 0,-1 0 0 0,13 0-2 16,-20 0-5-16,8-2 3 16,5 0-3-16,7 2-7 0,-20-4-4 0,13 4-4 15,0-3-3-15,-3-1 2 0,2-4-6 16,1 0 5-16,-1-4-6 0,3-1-3 0,-4-7 1 16,6 1-2-16,1-4-4 0,-4-12 4 15,4-2-11-15,1-1 2 0,2-3 1 16,1-2 2-16,6-11-2 0,-5 13-1 0,8 2-7 15,-6 3 2-15,1 12-4 0,-3 4-12 16,1 4-25-16,0 5-36 0,-2-1-20 16,0 3-8-16,0 2-5 0,-2 1-10 15,0 6-4-15,0 0-24 0,0 0-25 0,0 0-46 16,0 0-90-16,0 0-185 0,0 0-178 16,0 0-165-16</inkml:trace>
  <inkml:trace contextRef="#ctx0" brushRef="#br0" timeOffset="-154033.4">17360 13776 1697 0,'0'-7'-97'0,"0"7"15"0,11-7 10 0,3 4 11 0,7-3 19 0,5 3 15 0,17-2 5 0,2-1 13 0,7 3 6 16,7 0-3-16,-5 0 3 0,-5 1 2 15,2 0-4-15,-4 0 6 0,-6 2-3 16,-8 0 2-16,-9 2-4 0,-3 0 4 15,-6 0-11-15,-2-2-29 0,-2 3-39 0,-8 0-76 16,-3-3-178-16,0 0 153 0</inkml:trace>
  <inkml:trace contextRef="#ctx0" brushRef="#br0" timeOffset="-152451.06">15634 16694 1278 0,'0'0'174'0,"5"-6"-49"0,-5 6-22 0,0 0-3 0,0 0-4 0,0-8-4 16,0 8-2-16,0 0-11 0,0 0 0 0,0-10-7 15,0 10-9-15,2-7-8 16,-2 7 1-16,0 0 7 0,2-9 4 0,-2 9 1 16,0 0 1-16,4-8 2 0,-4 8 7 0,0 0 0 15,3-9-3-15,-3 9-6 16,0 0 5-16,0 0-4 0,0-10-3 0,0 10-7 0,0 0 2 15,-7-7-13-15,7 7-4 16,-2-7-2-16,2 7-8 0,-4-8 1 0,4 8-4 16,-9-7 6-16,6 2 0 0,3 5 9 15,-13-10 2-15,10 5 5 0,-5-1 7 16,3 0-3-16,-1 2-7 0,6 4 4 0,-14-13-7 16,7 10-5-16,2-2-1 0,5 5 2 15,-11-10-9-15,4 6-5 0,7 4-2 0,-9-4-8 16,9 4-6-16,-12-6 2 0,12 6-1 15,-15-2-1-15,15 2-2 0,-14 0-1 16,14 0-1-16,-15 2-1 0,15-2-2 16,-14 6-1-16,3-4-1 0,11-2-1 15,-21 10 1-15,10-2-3 0,0 1 1 0,-3 3 17 16,-1 3 3-16,-2 7-1 0,-4 1 12 16,2 9 1-16,1-3 6 0,2 5 0 0,-4 6-1 15,6-9 0-15,2 2-4 0,4-2-4 16,3-6 3-16,5-3-5 0,0-1-1 15,3 1 1-15,1-3-5 0,3 2 1 0,0-3-4 16,2-1 0-16,2 0-3 16,3-1-2-16,-1-3-1 0,3 1-4 0,-1-2 4 0,0-1-2 15,0-2-4-15,-1-2 0 16,1-2 3-16,-2-1-4 0,1 0 1 0,-3 0-1 16,-11-4 0-16,19 0 1 0,-19 0-3 15,15-6 1-15,-9 0 1 0,2-1 0 16,-7-1-2-16,1-4 1 0,-2 1-3 0,0-3 0 15,0 2 6-15,-2-3-7 0,-1 2-3 16,-1 1 2-16,0 2-1 0,-2 0 3 0,0 1-6 16,-1 3-2-16,1-1 3 0,1 2-3 15,5 5-1-15,-10-6 7 0,10 6-7 16,-8-3 1-16,8 3 1 0,0 0-2 0,0 0 3 16,0 0 7-16,0 0-5 0,0 0 1 15,0 0 0-15,0 0 3 0,36 0-4 16,-20 2 0-16,1 1 2 0,-2 4-4 15,2 0 4-15,2 1-1 0,-1 3 4 0,-1-1 0 16,-3 2 4-16,-2 1-4 0,1-1 1 16,-1 5-1-16,-1-3 2 0,2 1-1 15,-2-1 0-15,-2 1-2 0,-2-3 0 0,3 2-2 16,-2-5-41-16,-3-1-51 0,3 2-71 16,-2-2-76-16,2 1-78 0,-5-4-124 0,5-2-199 15,-5 1 7-15,6-2 73 0,-9-2-249 16,0 0-292-16</inkml:trace>
  <inkml:trace contextRef="#ctx0" brushRef="#br0" timeOffset="-151984.25">15887 17188 2412 0,'0'0'93'0,"-32"-7"-2"0,32 7-9 0,0 0 10 0,0 0 0 0,0 0 7 15,0 0-4-15,0 0-9 0,0 0 5 0,0 0-17 16,0 0-9-16,0 0-8 0,17-9-3 16,-17 9-8-16,17-6-9 0,-11 4 3 15,-6 2-2-15,13-6-5 0,-7 2-9 0,-6 4 8 16,5-9 26-16,-5 1-6 0,0 8 0 16,-2-17-8-16,-1 8 8 0,-5-6 0 15,3 2 6-15,-3-1 4 0,2 2 3 16,-2 0 4-16,3 3 7 0,-1 1 7 0,1 1 5 15,0 1-10-15,5 6-5 0,-5-11-10 16,1 6-6-16,4 5-6 0,-4-7-4 0,4 7-1 16,0 0-7-16,0 0-2 0,0 0-4 15,10-8 0-15,-10 8-1 0,17 0-2 16,-17 0-5-16,31 2-1 0,-17 0-3 0,0 0-1 16,1 0 1-16,-3 0-5 15,3 1 0-15,-5 1-3 0,1 1-1 0,-2-2-1 16,2 1-1-16,-2-1-2 0,0 0-1 15,-2 2-4-15,5-1-25 0,-4-1-46 0,-8-3-53 16,13 7-50-16,-5-1-35 0,-1-2-36 16,-7-4-27-16,11 5-36 0,-4 1-21 15,-7-6-15-15,9 6-4 0,-9-6 3 0,9 2 24 16,-9-2-462-16</inkml:trace>
  <inkml:trace contextRef="#ctx0" brushRef="#br0" timeOffset="-151600.96">16139 17065 1955 0,'0'0'-63'0,"0"0"53"0,11-8 49 0,-11 8 49 15,8-5 40-15,-8 5 36 16,3-4 19-16,-3 4 17 0,0 0 28 0,9-8-6 15,-9 8 3-15,0 0-9 0,5-4-11 16,-5 4-23-16,0 0-18 0,0 0-15 16,0 0-16-16,0 0-13 0,9-5-11 0,-9 5-9 15,0 0-12-15,0 0-8 0,0 0-5 16,0 0-10-16,22 7-7 0,-22-7-4 0,0 0-7 16,0 0-6-16,0 0-5 0,13 0-4 15,-13 0-8-15,10-8-1 0,-7 2-7 16,3 1 0-16,-1-5-2 0,1 2-1 0,0 1 0 15,-2 0 1-15,2 0-2 0,-6 7-3 16,5-8 1-16,1 2-2 0,-6 6-2 16,5-5-3-16,-5 5 0 0,0 0 0 15,0 0-1-15,0 0 2 0,0 0-3 0,0 0 2 16,18 11-3-16,-18-11 2 0,5 6 0 16,-5-6-4-16,14 4 0 0,-14-4-6 15,15-2-20-15,-15 2 1 0,21-12-15 0,-8 0-7 16,-4 2 6-16,5-6-5 0,-3-1 10 15,0-1 5-15,0-11-5 0,-4 0 5 0,0-4 5 16,2-2 3-16,-5-1 5 0,-1 0 1 16,-1 7 1-16,2 5 10 0,-2 4 35 15,-1 6 12-15,-1 2 2 0,2 0 0 0,0 4-6 16,-2 8 18-16,0 0 38 0,0 0 24 16,0 0 8-16</inkml:trace>
  <inkml:trace contextRef="#ctx0" brushRef="#br0" timeOffset="-144885.65">2235 15250 1603 0,'2'-12'207'0,"0"3"-5"0,-2 3-25 0,0 6 7 0,0-11-7 0,0 11-39 0,0 0-26 16,0 0-24-16,0 0 48 0,0 0 7 15,0 0 27-15,-16 40 8 0,5-6 6 16,-1 5 12-16,-1 11 3 0,-2-1-10 0,-4-3-11 15,5 0 1-15,5-8-9 0,-2-4-14 16,3-2-19-16,-2-2-10 0,3-5-12 16,1-5-9-16,3-3-14 0,-1-2-7 0,-1-5-7 15,3 2-5-15,1-5-1 16,-1 0-5-16,2-7-35 0,-4 5-60 0,4-5-55 16,0 0-56-16,0 0-64 0,0-27-28 15,4 8-27-15,3-16-27 0,3-6-20 0,3-10-9 16,1-4 11-16,-1-3 18 0,3 2 34 15,-7 3 39-15,-2 10 40 0,-1 4 45 16,0 2 50-16,0 2 44 0,-1 9 43 0,-3 5 35 16,0 4 20-16,0 0 33 0,0 5-7 15,0 2-6-15,1 3-13 0,-3 7 34 16,9-1 18-16,-9 1 9 0,16 14 24 0,-2-1-3 16,8 10-15-16,1 6-2 0,4 3 10 15,6 4-8-15,-1 0-11 0,0 0-15 0,-1-1-10 16,-1-2-7-16,-5-10-11 15,-2 0-7-15,-4-1-7 0,-2-7-5 0,-6-3-7 16,0-2-4-16,-6-3 0 0,2-1 0 16,-3 0-4-16,0-1-1 0,-4-5-6 15,0 0-5-15,0 0-3 0,-22 9-8 0,4-9-3 16,-3 1-4-16,-8-2 0 0,-12-2-3 16,-1 3-6-16,0-4 3 0,0-1-4 0,13 3 0 15,1-1 1-15,3 0-4 16,6 2-3-16,2 1-11 0,1-1-27 0,3-1-33 15,13 2-37-15,-19 0-48 0,11 2-57 16,8-2-70-16,-11 5-109 0,11-5-169 16,-2 3-134-16,2-3 72 0,0 0-274 0,0 0-373 15</inkml:trace>
  <inkml:trace contextRef="#ctx0" brushRef="#br0" timeOffset="-144486.31">2635 15365 2670 0,'2'-5'69'0,"-2"5"17"0,4-9 4 0,-4 9 23 0,3-5 2 0,-3 5-4 0,0 0 39 0,0 0 8 0,0 0-3 15,35 12-11-15,-21-5-8 16,-2 1-11-16,2 2-6 0,-1-2 6 0,0 1-1 16,-1 0-7-16,-1-2-10 0,-2 1-12 15,0-3-9-15,-4-1-5 0,1 1 1 16,-6-5-10-16,12 7 20 0,-12-7 28 0,7 4 11 15,-7-4-11-15,0 0-10 0,0 0-13 16,11-20-11-16,-9 9-10 0,2-3-10 16,2-1-3-16,0-1-14 0,-1 3 1 0,1 1-7 15,1 1-6-15,-3 3-15 0,4 2-2 16,-2 0-6-16,-6 6-3 0,15-2 4 0,-15 2-3 16,19 8 1-16,-8-2-2 15,1 1-2-15,-1 3-1 0,3-2 0 0,-3 3-1 16,0-1 6-16,1 1-6 0,-1-2 2 15,-1-2-2-15,0 0-7 0,-1-1-39 16,0-1-40-16,3-1-56 0,-1-4-88 0,-11 0-72 16,27-4-44-16,-7-1-57 0,0-4-97 15,10-8-161-15,-5-2-17 0,2 0 69 16,0-3-259-16,0 0-344 0</inkml:trace>
  <inkml:trace contextRef="#ctx0" brushRef="#br0" timeOffset="-144285.45">3435 15162 2250 0,'9'-11'4'0,"-2"1"46"0,-1 4 43 16,-3 0 23-16,-3 6 20 0,2-5 9 15,-2 5 25-15,0 0 16 0,0 0 15 16,0 0-5-16,-21 27-12 0,13-8 6 16,-4 11-5-16,-1 3-11 0,1 4-10 15,-2 10-12-15,3-1-17 0,3-7-15 0,6 3-8 16,-1-3-14-16,6 2-9 0,1-3-7 16,3-2-9-16,1-2-9 0,-2-8-39 0,0-4-42 15,-1-7-50-15,-3 2-44 0,0-7-48 16,2 0-56-16,-2-4-85 0,-1-3-104 15,-1-3-111-15,0 0-135 0,0 0 62 0,0 0-218 16,-11-37-292-16</inkml:trace>
  <inkml:trace contextRef="#ctx0" brushRef="#br0" timeOffset="-144136.92">3236 15283 2142 0,'-16'-20'15'0,"1"9"41"16,1-1 35-16,1 2 24 0,1 3 39 0,1 2 12 15,2-1-17-15,1 3-12 0,8 3-22 16,-15-2-9-16,15 2-3 0,0 0-12 0,-7 11-4 15,7-11-11-15,7 16-40 16,2-3-77-16,13 7-116 0,2-1-185 0,0 2-250 16,3-3 52-16,2-1-129 0,-4 1-165 0</inkml:trace>
  <inkml:trace contextRef="#ctx0" brushRef="#br0" timeOffset="-143852.5">4339 14365 2197 0,'-9'-18'181'0,"0"9"-6"0,4 0-21 16,3 8-8-16,2 1 62 0,0 0 24 16,5 23 19-16,4 10 2 0,0 5-1 0,8 15-16 15,0 4-16-15,4-2-20 0,-4 5-20 16,2-2-17-16,1-4-16 0,-4 3-10 15,2-3-13-15,-5-2-14 0,1-7-11 0,-5-11-11 16,-2-1-8-16,-1-9-36 16,-1-2-46-16,0-5-47 0,-1-2-89 0,0-2-94 15,-3-1-98-15,-1-4-132 0,0-2-185 16,0-6-32-16,-5 7 66 0,5-7-314 0,0 0-407 16</inkml:trace>
  <inkml:trace contextRef="#ctx0" brushRef="#br0" timeOffset="-143685.31">4308 15079 2779 0,'-19'-8'151'0,"6"6"45"16,-1-2 47-16,5 0 65 0,2 2 64 0,7 2 30 16,-14-5-8-16,14 5-28 15,-8-4-38-15,8 4-37 0,-2-9-33 0,2 9-26 16,24-9-27-16,-3 2-82 0,13 1-128 16,7 4-132-16,4 0-154 0,2 4-187 15,-1-2-264-15,-1 3-37 0,-5 2 86 0,-3 2-505 16,-5 3-663-16</inkml:trace>
  <inkml:trace contextRef="#ctx0" brushRef="#br0" timeOffset="-143267.62">4864 15240 3496 0,'-20'0'114'0,"20"0"47"0,0 0 60 0,0 0 33 0,-21-4 5 15,21 4-39-15,-6-6-21 16,6 6-25-16,0 0-17 0,2-11-6 0,-2 11-25 15,13-10-10-15,-5 2-12 0,2 2-10 16,-1 1-8-16,0-1-7 0,0 0-6 16,-6 0 1-16,3 2-17 0,-3-3-4 0,-3 7-9 15,-1-17-5-15,-5 5-9 0,1-2-4 16,-13-9-1-16,-1-1-4 0,0 3-1 0,-4-2-2 16,-2 4-2-16,0 2-2 0,5 5 3 15,-2 5-19-15,5 4 4 0,-2-1-4 0,2 1-2 16,4 3 0-16,-1 0-2 15,14 0-4-15,-15 1 3 0,15-1 4 0,0 0 7 16,0 0 6-16,0 0 7 0,38 8 5 16,5-10 3-16,2 0 6 0,-2 0 7 15,2-1-5-15,-4-1 3 0,-7 4-3 0,-9-1-7 16,0 2-8-16,-5-1 0 0,-2 1 14 16,2 3-5-16,-6 2-7 0,2 2-1 0,-3 1-4 15,1 5 9-15,-3 1-11 0,-1 0-2 16,-1 3 6-16,1-1-43 0,-1 1-36 15,-3-4-55-15,2 1-78 0,-3-1-89 0,1 1-102 16,2-1-104-16,1-3-109 16,-3-5-165-16,3 0 73 0,1-4-458 0,1-4-615 0</inkml:trace>
  <inkml:trace contextRef="#ctx0" brushRef="#br0" timeOffset="-142936.59">5341 14965 2961 0,'0'0'-12'0,"-13"-3"35"0,13 3 18 0,0 0 17 0,0 0 24 0,0 0 20 0,0 0 22 0,0 0 31 0,0 0 0 16,0 0 2-16,0 0-2 0,0 0-6 15,36-3-5-15,-19 1 5 0,0 0-14 16,2-1-14-16,-2-2-8 0,1 1-10 0,-1-1 4 16,-5 1 10-16,-1 0 2 0,0 2-3 15,-11 2-9-15,14-7-15 0,-14 7-8 16,3-5-13-16,-3 5-8 0,0 0-5 15,0 0-10-15,-44 13-5 0,18-1-3 0,-2 5-2 16,1 4-7-16,0 0-3 0,6-1-4 16,2 4 2-16,4-2-2 0,3-1 1 0,4-6 2 15,4-1-1-15,1-1 5 0,3-1 16 16,3 0 5-16,3-3 0 0,4-1-5 16,5 2-5-16,4-7-10 0,4 1-40 0,4-3-79 15,6-1-125-15,8-5-187 0,3 0-254 16,-6-3-143-16,2 2 85 0,-2 0-536 15,-8 2-708-15</inkml:trace>
  <inkml:trace contextRef="#ctx0" brushRef="#br0" timeOffset="-142569.52">6008 14963 3715 0,'-25'-5'97'0,"6"1"65"16,6 0 57-16,6 1 27 0,-4-1-8 15,11 4-26-15,-7-7-31 0,7 7-12 16,0 0-19-16,14-15-12 0,-3 6-15 0,0 1-11 16,7-3-11-16,-6 2-5 15,2-3-11-15,-1 1-8 0,-1-1 3 0,-2 2-16 16,-5-3-3-16,2 2-8 0,-5 0-3 16,-4 2-11-16,-1 1 3 0,-5 0-10 0,-5 0-5 15,-4 5-5-15,-6 3-3 0,-13 5-4 16,-2 5-1-16,2 2 1 0,-3 5 17 0,9 3-1 15,-5 6 12-15,10 0 5 0,1 2-3 16,7 1 5-16,6 1 12 0,2-7-4 16,9-2 5-16,0-4 8 0,9 5 17 0,7 1-2 15,9-3-6-15,10-2-9 0,11-1-8 16,6-5-3-16,-4-7-28 0,13 0-75 0,-11-5-95 16,11-3-106-16,-12 1-131 15,1-2-138-15,-5-3-124 0,0 2-207 0,-7-3 75 16,-4-1-617-16,-6-3-838 0</inkml:trace>
  <inkml:trace contextRef="#ctx0" brushRef="#br0" timeOffset="-142353.36">6555 14628 4049 0,'-4'-15'61'0,"4"2"65"16,-1 4 26-16,-1 2 16 0,2 7-17 0,0 0-5 15,0 0 56-15,0 0 26 0,16 20 18 16,-5-2-11-16,1 11-21 0,1 6-13 15,-1-1-30-15,-1 3-33 0,0-2-6 16,-2 2-22-16,0 0-37 0,0-3-51 16,-2-8-45-16,-3-4-50 0,-1 1-61 0,-1-8-68 15,2-1-71-15,-4-2-87 0,0-4-109 16,2-3-132-16,-2-5-138 0,0 0 65 0,0 0-441 16,0 0-583-16</inkml:trace>
  <inkml:trace contextRef="#ctx0" brushRef="#br0" timeOffset="-142201.78">6747 14457 3294 0,'-7'-18'73'0,"1"6"35"16,1 2 24-16,1 1 10 15,-1 4-16-15,5 5-11 0,-5-9-24 0,5 9-7 16,0 0-28-16,0 0-65 0,0 0-89 0,14 19-74 16,-7-7-68-16,6 4-70 0,1-3-58 15,4-1-105-15,-2 1-55 0,5-2-160 16,-4-1-183-16</inkml:trace>
  <inkml:trace contextRef="#ctx0" brushRef="#br0" timeOffset="-141886.84">7062 14508 1904 0,'11'-8'22'16,"-5"-2"54"-16,-1 2 36 0,-5 1 34 0,2 0 29 15,-2 7 26-15,5-10 1 0,-5 10 8 16,0-9-14-16,0 9-16 0,0 0-14 16,-14-5-1-16,14 5-3 0,0 0 1 0,-29 13-3 15,20-5-4-15,-2 2-10 16,3 2-5-16,0 1-12 0,3 1 11 0,3 1 3 15,4 1 17-15,2 0 9 0,3 3 14 16,5-2 17-16,6 2 10 0,2 3-5 0,-4-5 0 16,-2-1-2-16,1-3-14 0,-1-1-13 15,-7-1-13-15,3-3-6 0,-4 0 10 0,0 1 3 16,-5-2 4-16,1 0 8 0,-2-7-14 16,-5 15-153-16,-4-6-15 0,-2 0 0 15,-6-2 0-15,-2-1 0 0,-2 2 0 0,-2-6 0 16,1 2 0-16,-5-1 0 15,2-3 0-15,2 3 0 0,3-6 0 0,-2 3 0 16,5-1 0-16,2 1 0 0,1-2-552 16,7 0-241-16,-1 0-167 0,8 2 105 0,-10-5-856 15,10 5-1145-15</inkml:trace>
  <inkml:trace contextRef="#ctx0" brushRef="#br0" timeOffset="-141119.58">7618 14109 4481 0,'4'-6'-158'0,"0"1"60"0,-4 5 45 0,5-9 28 0,-5 9 32 0,7-5 16 0,-7 5 27 0,11-2 29 0,-11 2 13 0,25 7 13 16,-10 0 0-16,2 2-9 0,0 1-3 15,0 4-7-15,-2-1-5 0,1 1-7 16,-5 1 15-16,-3-1 10 0,-2-2 8 0,-2 0 19 16,-3 2 4-16,-2-2 9 0,-7 1-15 15,-4 3-6-15,-1-1-10 0,-12 3-10 0,-2-2-8 16,2-7-10-16,7-2-11 0,-1-3 2 16,2-4-14-16,-1-4 1 0,-3-5-5 15,6-4-5-15,-2-15-4 0,6-1-5 0,7-5-3 16,8-2-5-16,5 2-2 0,7 1-9 15,2 6-5-15,5 5 19 0,6 3 10 0,1 7 8 16,-1 5 10-16,-2 5 18 0,9 8 8 16,4 0-1-16,-2 4-4 0,2 3-8 15,-2 0 5-15,8 4-10 0,-6-3 15 16,-2-4 12-16,-2 0-3 0,-4 1-2 0,-7-6-3 16,-2 0-26-16,-5-3-63 0,0-1 0 15,-2-1 0-15,-3-1 0 0,1-3 0 0,-1-1 0 16,-2 0 0-16,-1-2 0 0,-3 2 0 15,3-2 0-15,-7-1 0 0,2-1 0 0,-1 1 0 16,-3-4 0-16,-1 1-69 0,-1 1-308 16,-3 0-111-16,-1 1-114 0,2-1-127 15,-5 0-128-15,4 1 79 0,1-1-681 0,3 0-909 16</inkml:trace>
  <inkml:trace contextRef="#ctx0" brushRef="#br0" timeOffset="-140503.27">9232 13515 3924 0,'-1'-19'-79'0,"-3"2"57"0,-2 0 28 0,-4 2 33 0,1-4 39 15,-6-8 40-15,-2 7 8 0,-5-1 1 0,4 7-8 16,2 2-12-16,-4 3-9 15,-1 5 2-15,-8 4 16 0,-9 8-5 0,-12 9 11 0,2 12 9 16,3 6 4-16,2 6-4 16,0 8 11-16,11 0 1 0,1 2-17 0,10 1 7 15,8 0 1-15,7 3-10 0,8-9 8 16,4 7-8-16,11-4-11 0,7 2-3 0,7-5 50 16,6-5-9-16,3-4-16 0,-1-6-11 15,4-7-8-15,-9-9-8 0,-2-1-11 16,-3-7-6-16,-4-3-7 0,-5-3-1 0,1-1 21 15,-1-1 1-15,-2-5-40 0,-2 0-65 16,1-5 0-16,-7-1 0 0,-3 0 0 0,1-9 0 16,-7 0 0-16,-1-3 0 15,0-4 0-15,-7-4 0 0,2-1 0 0,-6 3 0 0,8 8 0 16,-5 5 0-16,5 5 0 16,-1 2 0-16,-2 1 0 0,5 1 0 0,-4 3 0 15,3-2 0-15,-2 2 0 0,4 5 0 16,-2-9 0-16,2 9 0 0,0-7 0 0,0 7 0 15,20-10 0-15,-2-1 0 0,13 2 0 16,1-2 0-16,1-2 0 0,-9 6 0 0,0 0 0 16,-9 2 0-16,0 1 0 0,1 2 0 15,-5 2 0-15,2 2 0 0,-3 0 0 0,1 2 0 16,-2 6 0-16,3 0 0 0,-3 4 0 16,1-2 0-16,-2 3 0 0,-1-1 0 15,1 3 0-15,1 0 0 0,-1-3 0 16,0 0 0-16,-3-1 0 0,3 1 0 0,-2-4 0 15,2 0 0-15,-5 1 0 0,3-3 0 16,-3 1 0-16,6-1 0 0,-5 0-346 16,1 2-276-16,1-2-109 0,-1 1-179 0,5-1 80 15,1 3-786-15,7-2-1056 0</inkml:trace>
  <inkml:trace contextRef="#ctx0" brushRef="#br0" timeOffset="-140086.77">9887 14100 4364 0,'0'0'-69'0,"0"0"65"0,0 0 44 0,0 0 51 0,0 0 32 0,0 0 18 0,0 0-3 0,0 0-10 16,0 0-13-16,0 0-10 15,0 0-12-15,0 0-6 0,0 0-11 0,0 0-7 16,0-16-7-16,0 16-4 0,1-8-7 16,-1 8-7-16,0-12-4 0,0 3-1 0,-1-3-3 15,-3-1-1-15,-1-1-9 0,1-2 1 16,-5-5-1-16,-2-6-7 0,-3 1-2 0,-2 0-2 15,6 6 8-15,-2 3 0 0,3 5 1 16,-1 0-2-16,1 2-3 0,1 1-3 0,3 2-4 16,-2-1-2-16,4 3 2 15,-3-1 2-15,4 1-1 0,2 5-1 0,-3-9 12 16,3 9-4-16,0 0 27 0,7-11 1 16,4 6-1-16,7 0-6 0,3-1 0 0,1 0-8 15,-3 4-6-15,3 0-1 0,-4-2 0 16,2 4-11-16,-5 0 4 0,-2 2-8 15,0 0 7-15,3 2 1 0,-5 2 5 0,3 0-9 16,-3 2-2-16,-2 1 1 0,1 1-3 16,0 2 7-16,-3-1-7 0,1 3-2 0,-2-1-35 15,1 0-44-15,-1 3-57 16,1 1-80-16,1 1-99 0,-2-1-82 0,0-3-81 0,-1-4-64 16,3-1-108-16,2-4-32 15,-3 0-459-15,4-3-601 0</inkml:trace>
  <inkml:trace contextRef="#ctx0" brushRef="#br0" timeOffset="-139253.48">10292 13861 2866 0,'7'-15'-72'0,"-1"-1"66"16,-1 3 72-16,-3 1 59 0,-2 1 62 16,0 3 33-16,0-2 28 0,0 10 1 15,-2-12-18-15,2 12-21 0,0-11-23 0,0 11-19 16,2-8-22-16,-2 8-17 0,0 0-16 16,0 0-6-16,0 0-14 0,0 0-9 0,0 0-8 15,0 0-8-15,0 0-5 16,0 0-8-16,11 22-7 0,-11-22-13 0,-4 13-10 0,4-13-10 15,-6 14-7-15,3-7-7 16,-4-3-3-16,3 2-4 0,4-6 4 0,-7 9-1 16,7-9 0-16,-5 3-7 0,5-3-5 15,0 0-8-15,0 0-16 0,0 0-14 16,0 0-14-16,0 0 3 0,0 0 1 0,23-20 0 16,-10 11-5-16,4-1-2 0,7-7 9 15,1 0 5-15,0-3-7 0,0-6 4 0,-2-1 9 16,4-9-8-16,-5-5 0 0,-3-3-10 15,-6-9-8-15,-1-3 8 0,-2-4-12 0,-7-2 16 16,-3 13 2-16,-2-4 14 0,-3 10 4 16,-6 2 12-16,-1 6 22 0,3 6 32 15,-5 2 21-15,4 7-3 0,-1 8-10 16,1 5 9-16,1 7 5 0,9 0 21 16,-25 22 14-16,10 9 24 0,0 17 24 0,3 8 8 15,3 12 8-15,6 0 11 0,6 5-12 16,6-1-8-16,-1 1 33 0,4-5-1 0,-1-1-8 15,4-6-20-15,0-3-20 0,-3-9-7 16,-2-13-9-16,-3-3-16 0,0-11-1 0,-3-5 1 16,0-2-1-16,2-6 44 0,-4-4 1 15,2-3-11-15,-4-2-15 0,0 0-13 0,15-14-9 16,-12-1-5-16,8-4-12 0,1-12-7 16,0-5-7-16,0 2-1 0,-1 1-7 0,-6 8-4 15,4 6-5-15,-6 4-4 0,1 0-8 16,0 8-8-16,-3-1-8 0,-1 8 5 15,0 0 3-15,0 0 7 0,0 0-2 16,0 0 3-16,8 25-2 0,-5-11-1 16,2-1-4-16,3 1 0 0,-1 0-1 0,9-1 4 15,-5 1 1-15,2-7-18 0,-1 1-1 16,2-3 0-16,2-3 0 0,-1-2 0 0,4-3-40 16,4-5-23-16,8-5 1 0,-2-7-19 15,-4-1-30-15,11-12-3 0,-6-5-12 16,-1-3 9-16,-1-5-8 0,-2-4 4 15,-1 1 12-15,-2 2 10 0,-8 14 14 0,-3 4 35 0,-5 7 21 16,-1 7 18-16,-2 3 21 16,-4 5 26-16,0 3 41 0,0 4 27 0,0 0 13 15,0 0 23-15,0 0 16 0,-21 17 13 16,21-9 11-16,0 2-1 0,2 3-4 0,4 1-175 16,3-1 0-16,7 1 0 0,9 3 0 15,3-2 0-15,8-6 0 0,4 0 0 0,3-1 0 16,2-4 0-16,-6 4 0 0,-10-5 0 15,-4 2 0-15,-4 0 0 0,0 3 0 16,-8 1 0-16,-3 7 0 0,-8 1 0 0,-6 7-493 16,-13 10-227-16,-10 7-222 15,-5 4 74-15,-9-1 97 0,-14 11-724 0,1 0-943 16</inkml:trace>
  <inkml:trace contextRef="#ctx0" brushRef="#br0" timeOffset="-138069.43">1778 16825 4152 0,'-7'-14'-40'0,"0"1"9"0,3 6-4 0,1 4 0 0,3 3 26 0,0 0 52 0,0 0 20 16,5 45-1-16,4-12 0 0,2 4 1 16,5 11-8-16,2 0-2 0,0 1-7 15,2-1 1-15,-3-1-5 0,-2-2 0 16,-3-9-2-16,-5-1-4 0,-3-7-4 15,-2-6-2-15,0-5 5 0,-2-3 1 0,0-2 27 16,0-3 1-16,0-9-10 0,-6 4-3 16,6-4-4-16,0 0-4 0,0 0-7 0,-17-32-4 15,13 10-1-15,-2-11-2 0,1-6-6 16,3-5-4-16,0-11 1 0,2 6 2 16,2-6-10-16,2 11-3 0,3 5 0 0,-1 3-7 15,-1 10-3-15,5 7-4 0,-4 5 2 16,3 5 0-16,1 3-1 0,1 4-2 15,-11 2 4-15,25 8 0 0,-12 7 9 0,5 7 13 16,-7 5 7-16,-6-1 24 0,-1 0 6 16,-1-1 4-16,-3 13 18 0,-5 1 4 15,0 0-10-15,-1-2-6 0,-1-2-3 16,1-1-10-16,-4-4-1 0,6-6-10 16,-1-3 0-16,3-6-6 0,0 2-5 0,0-5-2 15,2 1-4-15,-1 1 0 0,1-3-5 16,0 1 0-16,1 1 1 0,-1-3 6 15,0 2 18-15,0-3 4 0,2 1 3 0,-2-2-12 16,2 1-2-16,-2-1 8 0,0-8-19 16,0 12 17-16,0-5-16 0,0-7 2 0,0 9 0 15,0-9-1-15,-7 11-34 0,0-5-35 16,-2-1-49-16,0 0-89 0,-3-1-105 16,1-1-111-16,0 1-120 0,11-4-203 0,-20 1-35 15,11-1 72-15,9 0-403 16,0 0-554-16</inkml:trace>
  <inkml:trace contextRef="#ctx0" brushRef="#br0" timeOffset="-137153.18">2261 17342 2727 0,'0'0'-68'0,"0"0"40"0,0 0 37 0,0 0 27 0,0 0 32 0,7-6 31 15,-7 6 7-15,0 0 17 0,0 0 14 0,3-8 3 16,3 3 8-16,1-2 2 0,3-2-1 16,1-1-10-16,2-3-7 0,3-3-8 0,1-6-11 15,2 0-8-15,-1 1-8 0,-7 1-11 16,0 3-6-16,-3-4-2 0,-2-1 13 15,-1 3 9-15,-1 2-4 0,-2-3-6 0,0 3-9 16,-2 0-7-16,0 3-8 16,-2-1-3-16,2 3-6 0,-2 4-6 0,2-3-8 15,-2 4-8-15,2 7-9 0,-4-7-1 16,4 7-1-16,0 0 2 0,0 0-3 16,-9 31-4-16,9-17-2 0,2 1 2 0,2 2-4 0,1 2 1 15,4 0-3-15,3 1 1 16,1-6 1-16,3 1 2 0,-1-3 3 15,4-4 0-15,0-4-1 0,0-2 3 0,-1-2 12 16,-2-2 3-16,4-2 1 0,-2-4-2 16,3-2-4-16,1-7-8 0,1-1-1 0,-7 1 8 15,-5 3 15-15,3-1-2 0,-6 1 6 16,-1 0 20-16,0 4 14 0,-2 1 9 16,-1 0-8-16,1 3-10 0,-3-1-23 15,-2 7-13-15,8-9-4 0,-8 9-10 16,0 0 2-16,12 0-1 0,-12 0-3 0,0 0 0 15,16 14-5-15,-6-7 4 0,-2-2-3 16,3 2-4-16,1-4-12 0,1 1-13 16,3-4-20-16,2-2-22 0,5-5-16 0,0 0-11 15,8-8-14-15,-3-4-8 0,-1-3-4 16,6-7 2-16,-11 2 12 0,-3-2 10 16,-1-3 13-16,-4-3 0 0,0-9 9 0,-3-4 1 15,-1-1 7-15,-7-6 7 0,2 2 3 16,-5 6 12-16,-3 6 31 0,1 3 22 0,2 9 27 15,-2 9 0-15,2 3-7 16,-3 1-8-16,3 7-9 0,-2 5-8 0,2 4 5 16,0 0 4-16,-4 31-1 0,2-6-2 15,4 13-1-15,-2 1 4 0,2 7-6 0,2 0-1 16,1 6-1-16,5 3-4 0,3 2 0 16,5-6-32-16,-1-3-59 0,-2-15-44 15,0-4-47-15,3-4-43 0,-2-4-52 0,0-7-38 16,1-7-44-16,-4-4-19 0,0-3-13 15,-13 0 31-15,20-12 38 0,-15 5 35 16,-1 1 63-16,-2-3 66 0,-6-2 43 0,0 2 44 16,-5-3 44-16,-7 0 49 0,0 3 47 15,0 1 35-15,0 0 35 0,-2 2 31 0,7 2 16 16,-1-1-1-16,1 2-6 16,3 0-15-16,8 3-16 0,-15-6-19 0,15 6-19 15,-10-4-8-15,10 4-11 0,0 0-11 16,0 0-45-16,25-8-94 0,0 2-113 15,15 1-130-15,5-1-168 0,16-2-218 0,4 0 70 16,4 1-298-16,3 5-381 0</inkml:trace>
  <inkml:trace contextRef="#ctx0" brushRef="#br0" timeOffset="-136188.02">4138 17019 2645 0,'-18'-10'7'0,"12"5"1"0,0-2 4 0,6 7 5 0,0-15 2 0,2 6 0 0,2-3-3 0,0 2 0 16,3-4 1-16,-1 1-2 0,1-1 9 0,0-1 22 16,-3 1 5-16,-1-3 11 0,1 2 30 15,-2-1 28-15,1-1 20 0,-3-1 1 16,2 2 6-16,-2 3 3 0,2-1 7 0,0 1-12 15,0 1-7-15,1 0-13 0,4-2-10 16,0 4-15-16,-1-1-12 0,1 5-7 16,5 2-4-16,1 3 10 0,-13 1 4 15,33 10-4-15,-8 5-7 0,-1 6-7 16,-5 1 0-16,2 9-3 0,-1 0 20 0,-11 0-5 16,0 2 2-16,-4-4 20 0,-5-4-4 15,-2 1-2-15,-8 6-7 0,-3 1-5 0,1-4-9 16,-5-2-3-16,1-3-3 0,3-7 20 15,0-5 6-15,2-5-12 0,-1-5-10 16,-1-2-7-16,13 0-13 0,-27-15-6 16,14 1-13-16,-1-13-18 0,3-6-18 15,5-3-17-15,3-3-10 0,3 3 4 0,3 0-5 0,1 9 6 16,-2 6-4-16,2 3-1 16,-1 3 2-16,6 3 1 0,-4 3 5 0,4 4 1 15,1 0 5-15,0 5 1 0,-10 0 3 16,28 5 1-16,-11 0 7 0,4 4 13 15,10 3 7-15,-1 1-6 0,-1-1 0 0,1 0 3 16,-5-5-3-16,-6 1 4 0,-2-3-9 16,-2-2 2-16,1 1-1 0,-5-2 1 15,-11-2 3-15,27-6-7 0,-13 0 3 16,-3-4-5-16,0 1 1 0,-1-7-16 0,-1-1-11 16,-1-3-18-16,-3-13-10 0,2-4-5 0,-6-2-11 15,-1-7-4-15,0-12-3 0,-8-8-8 16,3-2-1-16,-5 1 1 0,-1 2 6 15,-1 6 11-15,1 7 7 0,-1 15 3 16,1 6 10-16,4 7 3 0,-4 6 6 0,6 6 2 16,-1 5-2-16,-1 5 13 0,7 2 10 15,-7 17 9-15,0 4 6 0,7 18 2 16,2 7 14-16,6 14 7 0,2 4 0 0,2-1-1 16,6-1 0-16,5-1-2 0,2-3-3 15,4-4 0-15,1-4-1 0,4-5 0 0,-3-8-7 16,1-3 4-16,-7-10-4 0,-1-5 4 15,-1-9 2-15,-5-4-2 0,0-6 0 16,0-3-2-16,3-6-6 0,3-8 1 0,-1-3-2 16,-1-7-3-16,-6-2-3 15,-2-7-18-15,1-13-20 0,-3-6 0 0,-5-6-10 16,1-2 0-16,-7-5-3 0,-1-2 4 16,-1 0 3-16,-3 6 5 0,-2 9 2 0,1 17 5 15,-1 4 5-15,2 10 0 0,0 9-1 16,-2 8 23-16,3 8 17 0,3-1 9 15,-10 29-2-15,4 7 1 0,6 7 8 0,5 15 7 16,2 4 7-16,2-2-6 16,5 2-3-16,-1-6 2 0,6-1-3 0,-4-3-3 0,6-6 1 15,-2-6-7-15,-3-10-6 16,-2-2-9-16,-2-9-28 0,-2-6-41 0,-1-2-60 0,1-5-110 16,1 0-129-16,-2-3-160 15,3-3-248-15,-12 0 52 0,17-1 75 16,-17 1-366-16,14-8-478 0</inkml:trace>
  <inkml:trace contextRef="#ctx0" brushRef="#br0" timeOffset="-135604.2">5884 16358 2991 0,'-17'-11'130'0,"2"5"45"0,1-1 41 0,5 3 33 0,2-1 19 15,7 5-5-15,-14-5-26 0,14 5-27 0,-10-4-22 16,10 4-19-16,0 0-14 0,0 0-18 16,-11 14-13-16,11-7-11 0,0-7-11 15,4 16-10-15,0-8-9 0,-1 1-4 0,3-1-15 16,1-1-5-16,0 0 1 0,-2-4-8 16,-5-3-8-16,12 9-2 0,-12-9-4 0,7 5 2 15,-7-5-7-15,0 0-2 0,0 0-10 16,0 0-9-16,6-19-8 0,-9 9-3 0,-4-2-3 15,0 0-6-15,-1 0 4 16,-4 0 0-16,5 0-4 0,-2 2 0 0,1 1-9 16,0 3-13-16,3 0-17 0,5 6-11 15,-15-2-1-15,15 2-16 0,-18 8-23 16,13-3-8-16,-3 2 1 0,5-2-1 0,1 3 16 16,2-8 8-16,3 14 9 0,3-7 12 15,3 1 4-15,3 2 24 0,3 3 17 0,3 0 10 16,2 8 22-16,3 3 15 0,-2 1 25 15,0 2 12-15,3 11 21 0,1 2 22 16,-1 1 10-16,-6 1 0 0,3 0-13 16,1 1 1-16,-8-2-11 0,2-4-9 0,-5-6-8 15,1 1-13-15,-3-3 2 0,-3-7-10 0,-1-5-3 16,-1-3-2-16,1-2-2 16,-3-2 4-16,-1 1 35 0,-2-3 15 0,-6 1-11 15,2-3-4-15,-10 2-12 0,-3-4-4 16,-1 0-12-16,-3-3-3 0,-7-1-6 15,0-3-8-15,-7-3-6 0,-1-5-5 0,1 1-3 16,2-4-9-16,2-3-32 0,1 0-31 16,6-2-53-16,2-1-62 0,5-1-77 0,7 1-96 15,6 3-91-15,3 1-106 0,6-3-139 16,8-9-151-16,-1 7 90 0,5-6-554 16,2 5-737-16</inkml:trace>
  <inkml:trace contextRef="#ctx0" brushRef="#br0" timeOffset="-135204.39">6078 16579 3370 0,'0'0'-13'0,"0"0"47"0,0 0 61 0,-1-10 64 0,1 10 53 0,0 0 17 15,0 0-3-15,0 0-21 0,0-9-23 16,0 9-20-16,0 0-19 0,0 0-12 0,0 0-16 16,3-6-13-16,-3 6-6 15,10-6-10-15,-10 6-5 0,13-5-11 0,-3 2-8 0,-4-2-3 16,-6 5-5-16,15-11-4 15,-10 6-6-15,1-3-7 0,-1 3-2 0,-4-5-1 16,-1 0-10-16,0-2 0 0,-6-1 4 16,0-6-6-16,-7-7-5 0,-4 2-1 15,-2-3-5-15,0 3 0 0,-2-1-5 0,0 4 2 16,6 3-1-16,4 7 6 0,0-1 1 16,4 4-9-16,0-1-5 0,1 3-3 0,3 0-4 15,3 6 4-15,0 0 6 0,-2-6-4 16,2 6 1-16,0 0 3 0,22-2-2 15,-6 2 3-15,-16 0 0 0,30 0-1 0,-12 0 1 16,4-2 4-16,-5 2-2 16,-2 0-2-16,1 0-2 0,-16 0-4 0,25 0-1 0,-14 2 1 15,2 1-2-15,-1 2-1 16,-1 3-53-16,0 0-56 0,-1 5-86 0,1 2-86 0,1 2-81 16,-3-2-111-16,2 0-205 15,2-1-7-15,-6-3 77 0,4-3-336 16,-1-1-427-16</inkml:trace>
  <inkml:trace contextRef="#ctx0" brushRef="#br0" timeOffset="-134454.7">6609 16225 2690 0,'-4'-6'31'0,"4"6"34"0,-5-11 66 0,0 7 23 16,5 4 19-16,-4-9-14 15,4 9-10-15,-2-7-24 0,2 7-19 0,0 0-12 16,0 0 0-16,0 0-11 0,0 0-10 15,0 0-8-15,0 0-5 0,0 0-7 0,0 0-8 16,0 0 0-16,10 20 0 0,-10-20-5 16,-8 17-7-16,3-9 0 0,-3-1-4 15,-2 1 0-15,1-2-3 0,0-2 1 0,-2 2-1 16,2-4-2-16,9-2 1 0,-15 3-3 16,15-3-4-16,0 0 0 0,-23-9-5 0,20 3-2 15,3 6-3-15,-4-6-2 0,4 6-3 16,0 0 0-16,9-11 0 0,-9 11-3 0,15-6 7 15,-5 4-6-15,3 0 4 16,1 0 2-16,2 2-5 0,4 0 2 0,1 0 4 16,5-2 2-16,-1-2-2 0,4 0-4 15,-3 0 2-15,7-1-1 0,-6-5-1 16,-4 5-7-16,-5-5-15 0,3 0-6 0,-5-4-8 16,-1 2-17-16,1-12-3 0,-5 2 3 15,-6 1-1-15,3-16-5 0,-5 2-15 0,2-8 9 16,0-12-3-16,-3-3 6 0,-2-5 6 15,2 0 11-15,-2 2-3 0,0 15 6 16,0 6 24-16,-2 10 17 0,0 7 8 0,2 4-3 16,-1 8-1-16,1 1-10 15,0 10 26-15,0 0 16 0,0 0 10 0,-11 42 15 16,11-3-1-16,0 8 2 0,2 12 4 16,7 8 42-16,-2 2 0 0,0 3-10 0,7-1-13 15,-3-1-8-15,5-5-8 0,-3-2-5 16,3-5-8-16,-3-10-4 0,-6-13-4 0,3-4-8 15,-2-8 2-15,-5-5-1 0,1-4-1 16,1-2 45-16,-3-5 24 0,-2-4-18 16,0-3-9-16,0 0-12 0,0 0-7 0,0 0-7 15,-9-32-10-15,7 8-5 0,0-2-15 16,6-10-14-16,0-2-6 0,1 5-3 0,-1 7 0 16,2 9-2-16,-4 0-8 0,0 5 0 15,2 6 2-15,1 0-1 0,-5 6-1 16,8-1 5-16,-8 1-2 0,0 0 4 15,17 15-1-15,-11-6-1 0,-1 1 0 16,1 2-2-16,2 0 0 0,-2 2 1 0,-1-3 0 16,-3-4-8-16,2 0-36 0,0 2-40 15,-1-3-50-15,0-1-48 0,-3-5-65 0,4 6-72 16,-4-6-75-16,0 0-83 0,0 0-104 16,0 0-82-16,2-27 71 0,3 6-260 0,4-11-336 15</inkml:trace>
  <inkml:trace contextRef="#ctx0" brushRef="#br0" timeOffset="-134187.64">7364 15770 2362 0,'3'-25'47'0,"1"7"65"0,-2 3 67 0,0 3 62 0,-1 1 33 0,-1 2 10 16,0 2-15-16,0 7-24 0,-1-10-24 0,1 10-22 15,0 0-16-15,0 0-14 16,0 0-17-16,0 0-12 0,-20 23-12 0,20-14-17 16,-2 4-11-16,2 1-6 0,0 1-11 15,2 1-11-15,0 1-7 0,0 0-1 16,3-2-9-16,-2 1-5 0,-1-1-3 0,4-3-8 15,-5-2-3-15,1 2-4 0,2-3 1 16,0-2-5-16,-3 0-2 0,1-1-2 16,-2-6-4-16,5 10-3 0,-1-4-2 15,-4-6 2-15,5 11-2 0,-1-9-1 0,-4-2-17 16,13 8-1-16,-5-4-2 0,-8-4-16 16,15 3-56-16,-5-2-70 0,-10-1-82 15,20 5-100-15,-8-1-113 0,1-2-178 0,5 0-99 16,4 2 78-16,15 1-384 0,8-2-499 15</inkml:trace>
  <inkml:trace contextRef="#ctx0" brushRef="#br0" timeOffset="-133471.54">8402 15646 2698 0,'-6'-5'29'0,"6"5"43"0,-8-9 30 15,8 9 10-15,-4-7-18 0,4 7-3 16,0 0-19-16,0 0 2 0,0 0 11 0,0 0 4 16,0 0-5-16,0 0-11 0,0 0 1 15,0 0-11-15,38 16-1 0,-29-11-7 16,-4 3-1-16,-1-2 7 0,-1 0 20 0,-3 1 18 15,0 3 4-15,-3-2-6 16,-5 1-9-16,1 3-8 0,-5-2-7 0,-3-3-10 16,-1 2-2-16,-2 0-8 0,0-2-7 0,-1 0-6 15,2-2 0-15,0-1-4 0,4-4-14 16,1 0-10-16,12 0-17 0,-19-9-9 16,14 1 2-16,5-4-3 0,2 0-1 15,1 1 4-15,5-1-3 0,-1 1 1 0,3 2 3 16,1 3 0-16,1 1-4 0,1 3 6 15,2 2 1-15,5 2 4 0,1 3-4 0,3 2 0 16,-1 1 5-16,7 1 2 16,-5-1 0-16,-3 2-2 0,-4-3-1 0,0-2 2 0,-4-1 1 15,0 2 5-15,-4-3 6 16,-1-1 0-16,-9-2 1 0,14 2-3 0,-14-2 1 16,0 0-2-16,9-10-1 0,-9 10 2 15,0-11-2-15,0 11-1 0,-7-18-3 16,1 10 1-16,-2-1 1 0,-2-3-2 0,5 4 0 15,-3-1 2-15,3 3 1 0,0 0-10 16,5 6 3-16,-7-10-10 0,7 10 3 0,-6-7 3 16,6 7 0-16,0 0 7 0,0 0 2 15,15-5 7-15,-1 2 9 0,11-1-3 16,13-2 2-16,3-1 5 0,-2-2-8 16,1 0 14-16,-8 1 17 0,-5 4 20 15,-6-1 13-15,-8 2 5 0,0 1 0 0,-3 0-9 16,0 1-8-16,-10 1-6 0,0 0-8 15,17 3-2-15,-13 4-4 0,0 2-1 0,-1 1-8 16,1 0-6-16,0 2-7 0,-3 0-3 16,6 2-25-16,-2 0-43 0,-1-1-60 15,2 1-76-15,-1-1-96 0,5 2-100 0,-4-1-139 16,0-5-194-16,-3-2 58 0,5 2-384 16,0-2-510-16</inkml:trace>
  <inkml:trace contextRef="#ctx0" brushRef="#br0" timeOffset="-133167.78">9307 15712 3115 0,'0'-10'117'0,"0"10"40"0,0 0 35 0,0-9 12 0,0 9-11 0,0 0-15 0,4-10-20 0,-4 10-19 0,7-6-20 16,-1-1-8-16,1 0-21 0,5-2-23 0,-1-1-22 15,1 0-10-15,-2-1-17 0,-1-1-1 16,-2-3-4-16,-2 1-5 0,-3-1-3 0,-4 3-3 15,-6 0-3-15,-9 2 0 0,-1 5 3 16,-5 1-5-16,-3 6 19 0,1 2 12 16,-11 7 15-16,6 2 10 0,1 2 17 15,6 2 5-15,7-2 13 0,5-1 14 0,2 0-2 16,3-2-2-16,2 1-8 0,6-4-7 0,3 3-10 16,2-1 1-16,2-2-6 15,5-2-13-15,6 3-42 0,2-4-61 0,1 1-90 16,-3-2-102-16,3 2-105 0,-4 0-92 15,-6 5-126-15,-3 0-149 0,-8 4 71 0,-12 16-374 16,-10 13-491-16</inkml:trace>
  <inkml:trace contextRef="#ctx0" brushRef="#br0" timeOffset="-132450.35">6272 17716 3135 0,'-25'-10'173'0,"1"2"54"15,12-1 59-15,-1-3 23 0,2-4-3 16,4 3-4-16,2-2 2 0,4 1-28 0,2 1-28 16,2-1-19-16,5 2-14 0,1 0-18 15,2 0-19-15,3 4-16 0,1 1-14 16,-2 2-11-16,2-1-17 0,-3 3-11 15,-1 0-5-15,-3-1-13 0,-8 4-6 16,15-3-9-16,-15 3-3 0,11-4-14 0,-11 4-4 0,11-3 3 16,-11 3-13-16,7-3-2 15,-7 3-2-15,0 0-10 0,11-6-28 0,-11 6-31 16,7-6-31-16,-7 6-30 0,14-5-2 16,-8 1 2-16,1-3 15 0,3 2 6 15,-4 1 3-15,-6 4 8 0,13-6 3 0,-8 1 6 16,-5 5 3-16,9-4-1 0,-9 4 6 15,0 0 7-15,0 0 2 0,0 0 14 0,28 9-10 16,-16-4 4-16,0-2 2 0,8 3-29 16,3-5-48-16,4 1-65 0,0 0-50 15,-2-4-27-15,-2-1-19 0,2-3-1 16,-1 0 14-16,2-11 20 0,-5 5 25 16,4-5 20-16,-10-1 21 0,-4 3 42 0,-1 1 34 15,-2 3 41-15,-3-1 51 0,1 4 36 16,0-1 38-16,-5 2 22 0,3 2 7 0,-4 5 0 15,4-8-11-15,-4 8-8 0,0 0-10 16,6-6-5-16,-6 6-4 0,0 0-9 16,0 0-5-16,21 14-5 0,-13-9-5 0,1 0-2 15,6 2 0-15,2-1-11 0,1-2-2 16,0-2 0-16,2 0-5 0,0-2-9 0,-2 0-14 16,1-2-17-16,0 0-14 0,-4-4-10 15,-2 0-3-15,-1 1-3 0,-2-2-3 16,-3 2 0-16,-3-1 4 0,-3-1 0 15,-1 7 4-15,-7-14 2 0,2 12 7 16,5 2 0-16,-22-4 8 0,9 4-7 0,-4 4 5 16,2 0 5-16,-1 1-4 0,2 3 2 15,0 0-4-15,3 0-21 0,1-1-43 0,2-1-39 16,2 3-47-16,5-2-38 0,2-1-34 16,-1-6-48-16,8 4-51 0,-8-4-72 15,0 0-110-15,42-14-27 0,-15-4-145 0,9-10-192 16</inkml:trace>
  <inkml:trace contextRef="#ctx0" brushRef="#br0" timeOffset="-132254.7">7448 16715 1957 0,'14'-50'53'0,"-6"17"54"0,-3 8 67 0,-3 5 44 15,-2 5 54-15,2 3 26 0,-4 4-1 0,2 1-27 16,0 7-21-16,0 0 8 0,0 0 20 16,-27 33-8-16,14-6-27 0,2 4-24 0,1 1-21 15,6 4-15-15,3 2-18 0,1 1-22 16,1 3-11-16,7-3-17 0,-2 0-46 0,5-3-60 15,0-3-80-15,2-1-87 0,1-3-98 16,0-1-95-16,-3-6-115 16,-2-5-164-16,0-1-69 0,-4-3 74 0,1-3-360 15,-4 2-464-15</inkml:trace>
  <inkml:trace contextRef="#ctx0" brushRef="#br0" timeOffset="-132103.34">7407 17149 3001 0,'-18'-16'164'16,"7"3"53"-16,0 5 62 0,1-2 42 0,3 2 14 15,-1-1-18-15,3 1-23 0,-2-2-31 16,5 4-37-16,1-2-28 0,1 8-35 0,12-15-66 16,-1 7-84-16,6-3-104 15,16 3-117-15,1-2-122 0,5 3-152 0,13-3-251 0,-7 3 51 16,11-2 75-16,-12 4-330 0,1 1-417 16</inkml:trace>
  <inkml:trace contextRef="#ctx0" brushRef="#br0" timeOffset="-131872.09">8156 16482 2990 0,'-17'-9'293'16,"6"1"39"-16,-2 0 4 0,6 3-24 16,7 5-33-16,0 0 19 0,-13 25 6 0,10-2-21 15,-4 14-27-15,5 9-32 16,4 0-17-16,0 13-23 0,4 2-18 0,0-2-19 0,3-1-16 15,0-2-40-15,2-5-53 16,-4-8-70-16,-2-4-67 0,3 0-82 0,-2-8-92 16,0 2-82-16,-1-10-69 0,-3-6-78 15,0-5-141-15,-2-3-81 0,0-4 76 16,0-5-369-16,0 0-492 0</inkml:trace>
  <inkml:trace contextRef="#ctx0" brushRef="#br0" timeOffset="-131705.36">8022 17048 3008 0,'-15'-8'121'0,"5"-1"42"0,3 4 64 16,-1 2 39-16,8 3 15 0,-9-4-12 16,9 4-28-16,-3-6-30 0,3 6-31 15,0 0-52-15,0 0-72 0,14-12-102 0,-1 6-115 0,10 1-108 16,-1 3-127-16,4 0-198 16,-1 0-50-16,-4 2 70 0,5 0-265 15,-1 3-325-15</inkml:trace>
  <inkml:trace contextRef="#ctx0" brushRef="#br0" timeOffset="-131302.79">8341 17085 2614 0,'0'0'194'15,"-7"3"26"-15,7-3 29 0,0 0 13 16,0 0-5-16,-11 3-19 0,11-3-26 0,0 0-22 16,0 0-27-16,0 0-13 0,0 0-25 0,0 0-23 15,0 0-24-15,29-18-24 16,-20 12-10-16,1 1-1 0,-2-2-5 0,-3-3-3 15,3 1-5-15,-2-3 4 0,-2-3-6 16,0-2-4-16,-3-2-4 0,-1-1-1 16,-1-3-1-16,-5-12-4 0,2 6-2 0,3-4 1 15,-6 8 0-15,3 3 2 0,2 7-1 16,-3 1-2-16,1 2-1 0,2 3-5 0,-1 1-2 16,-1 3-1-16,4 5 3 15,-5-7 7-15,5 7 5 0,0 0 1 0,0 0 0 0,0 0-1 16,0 0 6-16,0 0 2 15,0 0-2-15,0 0-1 0,37 17 0 16,-24-14-6-16,3 1-2 0,-1 1 1 0,1 0-3 16,-4 2-2-16,6 3 3 0,-7 4-4 15,0 5-1-15,3 5-2 0,-7 1 3 0,-1-2-3 16,-1 8-5-16,4 0-33 0,-6-4-49 16,1-6-61-16,-2-2-70 0,2-1-30 0,-1-1-32 15,-1-5-22-15,4 1-28 0,-2-7-54 16,0-2-95-16,-4-4-144 0,0 0 51 15,15 0-210-15,-15 0-263 0</inkml:trace>
  <inkml:trace contextRef="#ctx0" brushRef="#br0" timeOffset="-130971.45">8701 16934 2095 0,'0'0'28'0,"-23"2"23"0,23-2 14 0,0 0 2 0,0 0-5 0,-2-9-9 0,2 9-3 0,0 0-5 15,11-14-8-15,-5 8-19 0,6-3-24 16,-1 0-14-16,1-1-14 0,-1 1 0 16,2-1 3-16,-1-1 0 0,-3 2 4 15,0-2 8-15,-5 5 19 0,1-1 30 16,-3-1 21-16,-2 8 7 0,0 0 19 0,-11-10 22 16,11 10 13-16,-12-2 17 0,12 2 7 15,-24 4 14-15,13 0 3 0,-2 3 7 0,1 2 4 16,1 0-5-16,-1 3-8 0,5-1-13 15,1 3-15-15,-2-2-10 0,6-3-9 16,0 3-12-16,2-1-8 0,0-3-14 0,2 1-1 16,3-2-15-16,2-2-44 0,2-1-66 15,4 1-58-15,-1-4-90 0,1-1-97 0,7-1-134 16,-3-4-215-16,0-1 58 0,2-2-260 16,0-4-335-16</inkml:trace>
  <inkml:trace contextRef="#ctx0" brushRef="#br0" timeOffset="-130637.56">9002 16814 2612 0,'-10'2'190'16,"10"-2"36"-16,-13 1 26 0,13-1 33 0,0 0 15 15,-10 6-5-15,10-6-21 0,0 0-26 16,0 0-29-16,0 0-12 0,0 0-30 16,0 0-18-16,0 0-15 0,0 0-19 0,0 0-13 15,0 0-3-15,0 0-16 0,0 0-10 16,0 0-3-16,25-17-8 0,-17 13-17 0,-2-2-3 15,-1 1-5-15,-5 5-11 0,12-9-6 16,-12 9-6-16,1-8-8 0,-1 8-6 0,0 0-1 16,0 0-2-16,0 0-2 0,-39 8-1 15,19 1-2-15,6 4-1 16,-10 3 6-16,8-1 0 0,0-1-2 0,3 3 5 16,1-2 4-16,3 2-9 0,3-3 2 15,-1-2-2-15,2 1 3 0,3-2-2 0,2 0-5 16,0-2-1-16,4 0-20 0,1 0-53 15,0-1-74-15,1-3-100 0,7 2-115 0,-3-2-141 16,3-3-198-16,4 4-39 0,-2-1 84 16,1 4-428-16,-1-2-554 0</inkml:trace>
  <inkml:trace contextRef="#ctx0" brushRef="#br0" timeOffset="-130404.62">9195 17127 3276 0,'-22'-11'170'0,"22"11"57"0,-13-4 41 16,13 4 42-16,-21-1 18 0,6 4 0 16,-10 3 3-16,-11 9 1 0,-15 4-12 0,-7 6-5 15,-3-1-16-15,-1 3-14 0,-19 11-16 16,-3-5-20-16,-1 2-21 0,-3 0-23 0,-1-2-27 16,-1-4-13-16,2 0-57 0,16-10-108 15,5 1 0-15,2-1 0 0,4-2 0 16,2 1 0-16,8-3-222 0,1-1-161 15,14-1-105-15,2-1-76 0,6 0-89 16,4-2-162-16,5-1 20 0,8-4 80 0,4 0-495 16,-4-3-672-16</inkml:trace>
  <inkml:trace contextRef="#ctx0" brushRef="#br0" timeOffset="-129305.64">1682 15509 3104 0,'8'-12'-140'0,"-2"2"51"0,-3 3 38 0,-1 0 8 0,-2 7 1 15,6-9 2-15,-6 9 4 0,0 0 4 16,0 0 23-16,0 0 19 0,0 0 5 16,0 0 1-16,-13 36 1 0,5-20 1 0,2 1-3 15,-3 0-3-15,1 0 0 0,-4 0-2 16,7-3 2-16,-3 1-3 0,1-1 2 0,-1-1 1 16,0-1-4-16,3-2 0 0,1-2 3 15,0-1-1-15,1-1 3 16,3-6 0-16,-9 4-2 0,9-4-5 0,0 0-4 15,0 0-2-15,-2-31-3 0,4 15 3 16,5-1 0-16,-2-1 1 0,-3 1-2 16,2 5-1-16,0 1 1 0,-3 1-8 0,5 3 2 15,-2 2-1-15,-4 5 2 0,0 0 2 16,21 2 0-16,-21-2-3 0,21 14 5 0,-8-6 0 16,1 1 1-16,-3 1 0 0,3 0 1 15,-3 1 2-15,0-3-2 16,-1 0 3-16,-2-2-1 0,-1 1 1 0,-1-2 1 15,-1-2 2-15,-5-3-1 0,7 6-2 16,-7-6 1-16,0 0 1 0,0 0-4 0,0 0 1 16,-22-16 3-16,13 7-2 0,4 1 12 15,-4 2 4-15,4-4 16 0,-1 4-3 16,2 1-5-16,4 5-5 0,-8-8-3 0,8 8-2 16,0 0-2-16,0 0-1 0,0 0-35 15,0 0-50-15,39 14-78 0,-21-5-120 16,11 3-233-16,3-2-10 0,-7-1-17 0,-2-4-33 15</inkml:trace>
  <inkml:trace contextRef="#ctx0" brushRef="#br0" timeOffset="-91163.22">10372 11068 526 0,'0'0'255'0,"0"0"-39"0,-6-7-14 0,6 7-18 0,0 0-12 0,0 0-3 16,-4-5-12-16,4 5-8 16,0 0 9-16,0 0 9 0,0 0 8 0,0 0-1 15,-2-5-3-15,2 5 8 0,0 0 1 16,0 0-1-16,0 0 4 0,0 0-3 0,-3-5-2 16,3 5 0-16,0 0-4 0,0 0-4 15,0 0-8-15,0 0-6 0,0 0-6 0,2-9-6 16,-2 9-10-16,0 0-7 0,0 0-14 15,0 0-11-15,0 0-7 0,0 0-10 0,0 0-5 16,0 0-6-16,0 0-2 0,0 0-10 16,0 0 0-16,0 0 0 0,0 0 9 15,0 0 6-15,0 0-6 0,0 0 7 16,0 0 4-16,7-7 13 0,-7 7-7 0,0 0-1 16,0 0-7-16,0 0 5 0,0 0 2 15,0 0 4-15,23 9-7 0,-16-4-4 16,0-2-8-16,0 2-5 0,4-1-2 0,0 1-4 15,-2 2-10-15,2-2 3 0,5 0-9 16,-3 4-1-16,2-3-5 0,-2-1 1 0,1 2-11 16,-1-2-3-16,1 3 0 0,-3-4-4 15,-2 0 0-15,1 2-6 0,-2-3-3 0,-1 1 1 16,0-1-1-16,-1 0 0 0,-6-3-2 16,10 3-4-16,-2 0 2 0,-8-3 6 15,7 4-7-15,-7-4-3 0,10 6 1 16,-10-6-2-16,9 3 1 0,-3 1 0 0,-6-4 1 0,9 3-3 15,-9-3 4-15,10 3-5 16,-4-1 4-16,-6-2-9 0,0 0 6 0,11 4-3 16,-11-4 2-16,5 2 3 0,-5-2-2 15,0 0-2-15,0 0 4 0,11 3-1 0,-11-3 3 16,0 0-3-16,0 0-4 0,0 0 0 16,3 5 1-16,-3-5-5 0,0 0 4 0,0 0-7 15,0 0 3-15,0 0-1 16,2 4 6-16,-2-4 3 0,0 0-4 0,-2 11 6 15,2-11-2-15,-7 9-3 0,3-4 8 16,-2 2 2-16,0 1-11 0,-3 1 0 0,-5 1 0 16,1 2 0-16,-3 2 0 0,-7 1 0 15,-4 2 0-15,0 1 0 0,-2-1 0 0,2-2 0 16,1-1 0-16,3 0 0 0,4-4 0 16,3-2 0-16,3 1 0 0,0-3 0 0,2 0 0 15,1 0 0-15,0-1 0 0,5-1 0 16,5-4 0-16,-13 8 0 0,7-8 0 15,6 0 0-15,-10 6 0 0,10-6 0 0,-6 6 0 16,6-6 0-16,0 0 0 0,-11 5 0 16,11-5 0-16,0 0 0 0,-5 3 0 0,5-3 0 15,0 0 0-15,0 0 0 0,0 0 0 16,-9 5 0-16,9-5 0 0,0 0 0 16,0 0 0-16,0 0 0 0,0 0 0 15,0 0 0-15,-7 2 0 0,7-2 0 0,0 0 0 16,0 0 0-16,0 0 0 0,0 0 0 15,0 0 0-15,0 0-749 0,7 10-240 0,-7-10 102 16,13 4-1006-16,-13-4-1316 0</inkml:trace>
  <inkml:trace contextRef="#ctx0" brushRef="#br0" timeOffset="-84164.45">16593 10221 2029 0,'0'-9'235'0,"0"1"-42"0,2 1-2 0,-2 0 0 0,1 0 26 0,-1 0 11 0,2-1-2 16,-2 2-7-16,0 6 12 0,2-13 4 16,-2 8-1-16,0 5 5 0,0-11-22 0,0 11-4 15,0 0-12-15,-2-12-21 0,2 12-9 16,0 0 42-16,-14 18 15 0,0 4-8 0,-8 9 1 15,-4 8 8-15,-7 8-7 0,-1 1-8 16,0 0-13-16,0-1-10 0,1-1-15 16,5-3-11-16,1-4-13 0,8-10-43 15,0-2-109-15,7-6 0 0,3-7 0 0,1 1 0 16,3-7 0-16,-2 3 0 0,6-4 0 0,-3-1 0 16,0-1 0-16,4-5 0 0,0 0 0 15,0 0 0-15,0 0 0 0,21-24-360 16,-6 2-122-16,6-5-102 0,6-12-120 0,4 1-120 15,-1 0 64-15,4-4-763 0,-1 3-967 16</inkml:trace>
  <inkml:trace contextRef="#ctx0" brushRef="#br0" timeOffset="-83947.57">16692 9978 4403 0,'1'-6'-20'0,"-1"6"12"0,0-8 8 0,0 8 11 16,0 0 78-16,0 0 67 0,0 0 31 15,11 29 1-15,-7-8 5 0,6 11-5 0,0 4-11 16,-1 3-13-16,5 6-14 0,-3-5-19 16,1-1-8-16,-3-2-11 0,2 1-14 0,-1-3-15 15,1-1-6-15,-3-10-31 0,-5-4-44 16,6-1-51-16,-6-3-49 0,1-1-50 0,0-5-58 16,0 1-79-16,-4-5-80 0,0-2-102 15,0-4-130-15,0 0-56 0,0 0 42 0,0 0-434 16,0 0-517-16</inkml:trace>
  <inkml:trace contextRef="#ctx0" brushRef="#br0" timeOffset="-83764.9">16611 10449 3133 0,'-15'2'168'0,"2"-2"27"16,13 0 30-16,-19 0 41 0,19 0 44 16,0 0 29-16,-16-4-13 0,16 4-13 0,0 0-30 15,0 0-30-15,0 0-32 0,0 0-29 16,0 0-37-16,35-19-71 0,-20 14-94 0,8 0-107 15,1-2-133-15,-1 2-144 16,10-7-165-16,-8 4-175 0,-6-1 60 0,3 1 74 16,5-6-463-16,-4 2-535 0</inkml:trace>
  <inkml:trace contextRef="#ctx0" brushRef="#br0" timeOffset="-83348.54">16625 9861 2856 0,'-25'-7'33'0,"0"3"33"0,-2 3 32 15,-14 4 45-15,-4 4 41 0,-12 9 46 16,-2 6 32-16,-17 17 29 0,2 10 22 16,1 6 6-16,0 9 10 0,6 8 2 0,5 3-7 15,9 6-7-15,15-2-8 0,7 0-15 16,16-16-14-16,8 5-19 0,13-7-19 0,8-1-16 15,19-2-25-15,16 3-16 0,12-5-88 16,13-10-97-16,3-8 0 0,13-7 0 0,-16-16 0 16,2-8 0-16,-2-9 0 0,8-4 0 15,-1-7 0-15,16-7 0 0,-6-9 0 16,-3-3 0-16,-8-5 0 0,-9-4 0 0,-18 3 0 16,2-15 0-16,-4-8 0 0,-18 7 0 15,-6-5 0-15,-10-7 0 0,-8-4-16 0,-5-5-10 16,-11-4 6-16,-16-13 3 0,-12 7 1 15,-9 10-4-15,-10 11 0 0,-9 11-3 16,5 18-18-16,-22 3-38 0,12 17-43 0,-5 8-35 16,-1 5-33-16,2 7-43 0,2 9-56 15,2 5-75-15,7 3-81 0,6 6-109 16,6 3-214-16,2-2 68 0,11-2 73 0,13-4-551 16,7 4-644-16</inkml:trace>
  <inkml:trace contextRef="#ctx0" brushRef="#br0" timeOffset="-82197.81">17262 10386 3249 0,'7'1'29'0,"0"1"56"0,3-1 37 0,2 3 43 0,1-2 38 0,2 1 32 0,6-1 12 15,3 1 2-15,3 1 3 0,11-2-18 16,5 1-17-16,-4-1-20 0,8-2-20 0,-2 2-18 16,7-4-13-16,9-2-18 0,1 1-15 15,1-1-10-15,-2-1-10 0,0-2-11 16,-4 1-8-16,3-3-6 0,-11 4-7 16,-3-2-4-16,7-3-8 0,-7 3-6 0,-6-1 3 15,-2-2-10-15,-2 0-23 0,-2 1 14 16,0-1 12-16,-5-2 7 0,3 3 3 0,-3-3 5 15,-2-5-4-15,2 5-6 0,-3-1 16 16,1-3-2-16,-7 4-2 0,5-3-1 16,-5 1 4-16,1-3 15 0,-4 4 4 0,-2-1 5 15,-4 0-5-15,2-1 2 0,-1 0-3 16,-4-1 0-16,-1 0-7 0,2-1-25 0,-4 3-45 16,1-1 0-16,-5-1 0 0,1 3 0 15,-2-3 0-15,0 1 0 0,-2-1 0 16,1 1 0-16,-5 0 0 0,4-1 0 0,-8-1 0 15,1 0 0-15,-2 3 0 0,-3-1 0 16,3 3 0-16,-7 2 0 0,2-2 0 0,-4 2 0 16,-8-1 0-16,4 3 0 0,2 0 0 15,-1 1 0-15,0 3 0 0,-2 0 0 0,1 0 0 16,-1 2 0-16,-2-2 0 0,1 2 0 16,-3-2 0-16,0 2 0 0,1 2 0 0,-3 0 0 15,4 0 0-15,-3 2 0 16,1 0 0-16,-9 4 0 0,8-4 0 0,-4 4 0 15,1-2 0-15,-3 3 0 0,10-3 0 16,1 2 0-16,2-2 0 0,-1 2 0 0,2 0 0 16,-3-3 0-16,2 2 0 0,0-2 0 15,3 3 0-15,-3-3 0 0,3 2 0 0,4-1 0 16,-4-1 0-16,4 0 0 16,-4 3 0-16,-3-3 0 0,5 2 0 0,-4 2 0 0,1-2 0 15,3 2 0-15,-5-2 0 16,1 3 0-16,-1-1 0 0,5 2 0 0,-3 0 0 15,-3-1 0-15,-2 2 0 0,4 1 0 16,-2-3 0-16,3 1 0 0,1-1 0 0,-9 4 0 16,8-2 0-16,3-1 0 0,4-1 0 15,-4-2 0-15,3 0 0 0,1 1 0 0,1 0 0 16,1 0 0-16,3-1 0 0,0-2 0 16,2 1 0-16,-2-1 0 0,4 0 0 0,5-4 0 15,-11 2 0-15,11-2 0 0,-11 5 0 16,11-5 0-16,-5 3 0 0,5-3 0 0,0 0 0 15,-7 2 0-15,7-2 0 0,0 0 0 16,0 0 0-16,-8 4 0 0,8-4 0 0,0 0 0 16,0 0 0-16,0 0 0 15,0 0 0-15,0 0 0 0,0 0 0 0,-7 3 0 16,7-3 0-16,0 0-96 0,0 0-298 16,0 0-99-16,-7 5-92 0,7-5-167 0,0 0-55 15,0 0 81-15,0 0-749 0,0 0-924 16</inkml:trace>
  <inkml:trace contextRef="#ctx0" brushRef="#br0" timeOffset="-81715.41">17316 9835 3802 0,'5'-5'-97'0,"-2"0"50"0,-3 5 33 0,8-7 43 0,-5 4 53 0,-3 3 39 15,6-7 25-15,-6 7 13 0,4-5-5 16,-4 5-7-16,0 0-9 0,4-5-13 0,-4 5-3 16,0 0 14-16,0 0 24 0,0 0 5 15,-35 15 4-15,17-5 3 0,-11 6 13 0,0-5 6 16,1 3 7-16,-1 0-4 15,8-4-20-15,4 0-15 0,0-1-9 0,2-1-7 16,5-1-3-16,-1 4-11 0,0-3-7 16,0 1-7-16,6-1-3 0,-1 2-21 0,5 3-6 15,-1-3 0-15,4 4 5 0,5-1-5 16,7 3-11-16,8 5-74 0,5-2 0 0,1-3 0 16,3 2 0-16,-1-5 0 0,5-1 0 15,-10-3 0-15,-4 0 0 0,-5-4 0 0,0 0 0 16,1-2 0-16,-5 1 0 0,-5-1 0 15,0 1 0-15,4-1 0 0,-11-3 0 16,13 3 0-16,-13-3 0 0,9 5 0 16,-9-5 0-16,10 2 0 0,-10-2 0 0,0 0 0 15,9 5 0-15,-9-5 0 0,8 4 0 0,-8-4-269 16,0 7-432-16,0-7-218 0,-8 8 68 16,3-1 95-16,-3 3-841 0,-4 6-1037 15</inkml:trace>
  <inkml:trace contextRef="#ctx0" brushRef="#br0" timeOffset="26063.14">28478 6607 324 0,'-6'-3'65'0,"6"3"-7"0,-5-3-9 0,5 3-4 0,-6-5-1 0,6 5 7 0,-10-6 1 0,7 2-6 15,3 4 3-15,-12-8 7 0,7 5 3 16,-3 0 3-16,0-3 2 0,1 3 8 0,-1 1 7 16,-4-4 3-16,7 2 4 0,5 4 5 15,-16-5 0-15,11 4 5 0,5 1 1 0,-10-4 2 16,10 4 0-16,-7-5 0 15,7 5-4-15,-6-4-1 0,6 4-9 0,0 0-7 16,0 0-4-16,0 0-9 0,0 0-6 16,0 0-5-16,0 0 1 0,35-1-8 0,-17 2-4 15,9 3-1-15,9-1-4 0,5 3-4 16,-4 0-6-16,7 0-1 0,0 2-1 16,1-3-6-16,2 3 0 0,0-2-2 0,-1 2 1 15,2-2-4-15,-5-1-2 0,1-1-4 16,-2 2 3-16,0 0-2 0,-6-1 1 0,-6 0-3 15,-5-2 0-15,2 1 6 0,0 0 3 16,-4 0 2-16,2 0-3 0,-1 1-2 0,-1-2 1 16,0 3 1-16,0-3-4 15,-2-1 1-15,2 2-1 0,-4 0-3 0,1 0 1 0,5-1-4 16,0 0 3-16,0 3-1 0,4-1-4 16,5 1-2-16,0 0 3 0,0 2-3 15,2-3-2-15,2 4 7 0,-2-2-10 16,0 1 10-16,1-1-5 0,-1 0 1 15,3 0-1-15,-1-2-4 0,0 1 2 0,0 0 2 16,1-3-4-16,-9 1 4 0,-1-3 2 16,-3 3-6-16,-1-2 4 0,-2 0 1 0,-4-1-4 15,0 1 3-15,-6-2 0 0,2 1-2 16,-1 1-4-16,-5-2 8 0,2 0-3 0,-11 0 1 16,18 0-1-16,-11 2-2 15,-7-2-2-15,18 0 5 0,-18 0-4 0,11 1 1 16,-11-1 1-16,11 0-1 0,-11 0 0 0,12 2 0 15,-12-2-1-15,0 0 5 0,15 0-4 16,-15 0 1-16,10 2-5 0,-10-2 3 16,0 0 1-16,11 2-1 0,-11-2 0 0,0 0 3 15,0 0 3-15,0 0 3 0,11 0 1 16,-11 0 0-16,0 0 3 0,0 0-2 16,0 0-2-16,0 0 3 0,0 0-5 0,0 0-40 15,0 0-65-15,0 0-105 16,0 0-206-16,0 0-105 0,-5-14 42 0,-3 9-93 0,-1-4-68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11:19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10796 2360 1247 0,'0'0'613'0,"1"-8"-106"0,-1 8-75 0,2-8-24 0,-2 8-33 0,0 0-27 0,4-10-32 15,-4 10-41-15,0 0-38 0,0 0-19 0,0 0-33 16,0 0 4-16,0 0-2 0,0 0-13 16,-7 37-21-16,3-19-13 0,-3 5-6 15,0 8-22-15,0 2-5 0,-1-1-13 0,-2-1-5 16,5 1-12-16,-1-7-9 0,0-4-8 15,3-3-2-15,-4-1-36 0,4-1-38 0,-3-3-48 16,2 0-51-16,3-3-59 16,-1-4-64-16,-2 2-80 0,0-5-100 0,4-3-118 15,0 0-169-15,0 0-4 0,0 0 82 16,2-26-361-16,6 6-465 0</inkml:trace>
  <inkml:trace contextRef="#ctx0" brushRef="#br0" timeOffset="484.96">10767 2147 2676 0,'4'-9'58'0,"-4"9"60"0,1-8 52 0,-1 8 44 0,2-7 40 0,-2 7 20 15,0 0 4-15,0-9-9 0,0 9-22 16,0 0-23-16,0 0-30 0,0 0-15 0,0 0-32 15,0 0-42-15,0 0-45 16,0 0-57-16,0 0-78 0,0-8-71 0,0 8-58 16,0 0-75-16,0 0-126 0,-2 25-180 15,-1-15-70-15,1 2 60 0,2 2-264 16,4-4-344-16</inkml:trace>
  <inkml:trace contextRef="#ctx0" brushRef="#br0" timeOffset="732.97">11115 2184 2723 0,'0'-8'216'0,"0"8"18"0,0-12 9 16,0 12-1-16,0 0-17 0,0-5-28 16,0 5-23-16,0 0-13 0,0 0 5 15,0 30-12-15,-2-4-12 0,2 10-15 0,-1 3-10 16,-3 5-12-16,2 2-10 0,-2-2-10 15,4 1-31-15,-2-4-39 0,-4-2-49 0,2-3-60 16,1-2-79-16,-5-7-75 0,6-5-79 16,-1-3-100-16,-1-4-141 0,0-3-67 15,1-3 60-15,2-2-239 0,-5 0-302 0</inkml:trace>
  <inkml:trace contextRef="#ctx0" brushRef="#br0" timeOffset="883.79">10986 2675 2208 0,'-4'-5'145'0,"-1"-1"77"0,5 6 45 15,-9-8 33-15,9 8 22 0,-3-5 6 16,3 5-23-16,0 0-32 0,-4-9-31 16,4 9-35-16,0 0-50 0,16-11-59 0,0 7-87 15,7-4-110-15,17 0-117 0,16-3-124 16,6-1-167-16,7 2-160 0,4 1 60 0,1-1-294 16,0 0-383-16</inkml:trace>
  <inkml:trace contextRef="#ctx0" brushRef="#br0" timeOffset="1349.83">12074 2466 2464 0,'0'0'109'15,"0"0"31"-15,0 0 8 0,-41 3 23 16,41-3 14-16,0 0 12 0,-11 7 27 0,4-1 9 16,3 3-16-16,-4 5-18 0,2-2-19 15,3 3-20-15,-1 2-9 0,0 1-19 0,3-1-9 16,-3 1-12-16,4-1-9 0,4-1-11 15,-3 0-10-15,1-3-5 0,0-2-9 16,4 1-7-16,-3-2-4 0,1-1 1 0,4-3-4 16,2 0-7-16,-3-3 0 0,-7-3-7 15,21 0-2-15,-21 0-1 0,23-5 8 0,-8-1 25 16,-6 2 10-16,3-1 17 16,-2 1-12-16,-3 1 5 0,-7 3-12 0,14-7-10 15,-14 7-15-15,9-4-10 0,-9 4-3 16,0 0 1-16,20 6-7 0,-15-1 2 15,2 2-10-15,4-2-2 0,0 7-3 0,2-4 0 16,2 3-9-16,5-3-18 0,-2 0-15 16,3-1-2-16,4-1 0 0,-2-3 2 0,-4-1 2 15,2-1 4-15,-6-1 7 0,4-1 5 16,-2-3-1-16,2 1 4 0,-6-2 0 16,3-1 3-16,-3 0 5 0,3-3 6 0,-7-3-13 15,3-2-2-15,-3-3-1 0,0-1 2 16,-5-1-25-16,3-4-31 0,-6 5-39 15,3 1-55-15,-2 1-71 0,-2 3-75 16,2 1-98-16,-4 4-131 0,2-1-182 0,-2 3-10 16,2 6 86-16,6-9-378 0,-3 4-485 15</inkml:trace>
  <inkml:trace contextRef="#ctx0" brushRef="#br0" timeOffset="1549.5">12876 2402 2855 0,'6'-5'106'0,"-6"5"61"0,0 0 32 0,8-8 25 0,-8 8 8 0,0 0-15 16,0 0-21-16,0 0 4 0,0 0 18 0,5 21-14 0,-5-7-19 16,-1 3-16-16,-3 4-15 0,-1 3-16 15,3 0-23-15,-5 8-42 0,3-3-46 16,-1-8-52-16,-1 1-66 0,3-1-83 16,-4-4-71-16,5-1-66 0,-1-4-73 0,1 0-101 15,2-3-108-15,-2-4-19 0,2-5-327 16,2 6-417-16</inkml:trace>
  <inkml:trace contextRef="#ctx0" brushRef="#br0" timeOffset="1684.81">12981 2267 2553 0,'4'-25'58'0,"-2"9"58"16,-2 2 40-16,2 1 21 16,0 3 8-16,-2 2-13 0,0 8-18 0,-2-12-20 15,2 12-27-15,0-9-57 0,0 9-68 16,0 0-81-16,2-3-113 0,-2 3-155 0,0 0-222 15,0 0 48-15,7 20-152 0,-3-11-186 16</inkml:trace>
  <inkml:trace contextRef="#ctx0" brushRef="#br0" timeOffset="1918.17">13191 2181 2205 0,'-5'-14'223'0,"5"0"33"0,-1 6 42 0,-5 1 19 15,4 0 6-15,2 7-10 0,-2-8-36 16,2 8-29-16,0 0-29 0,0 0-20 0,0 0-2 16,0 0-20-16,-3 30-25 0,3-6-6 15,-2 14-19-15,0 0-15 0,-2 1-11 0,-2 3-10 16,0-1-46-16,-1 2-48 0,1-1-58 16,-3 8-72-16,-3-1-91 0,1-12-81 15,4-2-102-15,-4-2-138 0,0-2-143 0,4-10 58 16,2-4-401-16,4-5-504 15</inkml:trace>
  <inkml:trace contextRef="#ctx0" brushRef="#br0" timeOffset="2166.3">13583 2009 3234 0,'3'-13'268'0,"-3"2"45"0,0 2 48 15,-3 3 14-15,3 6-2 0,0-9-27 16,0 9-38-16,0 0-38 0,0 0-25 15,0 0-22-15,0 0-21 0,-15 21-19 0,6 8-14 16,-1 6-20-16,-1 13-11 16,-1 1-13-16,0 3-9 0,3 2-16 0,4-2-39 15,-1-7-51-15,1-2-62 0,-2-2-62 16,3-1-68-16,1 0-82 0,-5-4-89 0,5-2-83 16,-2-7-133-16,1-4-205 0,4-7 30 15,2-4 69-15,0-4-484 0,6-1-624 16</inkml:trace>
  <inkml:trace contextRef="#ctx0" brushRef="#br0" timeOffset="2549.76">14172 2164 3594 0,'-2'-14'239'0,"-1"5"39"16,-1 3 25-16,1 1-17 15,3 5-20-15,-2-7-28 0,2 7-35 0,0 0-15 16,0 0 32-16,-11 27 10 0,9-3-17 15,-3 12-16-15,-1 3-19 0,0 4-15 0,-2 11-13 16,3-1-13-16,-1-4-11 0,1-8-15 16,-2-3-13-16,4-4-7 0,-5 1-6 0,5-10-11 15,-1-4-8-15,0-7-5 0,2-2-1 16,2 0-1-16,-1-3-3 0,1-9-8 16,3 6-10-16,-3-6-22 0,0 0-14 0,33-23-2 15,-11-1 0-15,8-5 0 0,4-2-3 16,-2 2-4-16,-8 6 3 0,-1 2 1 0,-5 7-2 15,-6 2-3-15,-1 4-7 16,-4 1-3-16,0 5 4 0,1 0 5 0,-8 2 12 16,0 0 1-16,15 14 2 0,-9-3-3 0,0 0-1 15,-3 5 10-15,-1 0-7 16,2-1-4-16,0 1-14 0,-2 0-50 0,0-3-51 16,0 0-59-16,2-1-70 0,-3 0-85 15,1-1-87-15,2-1-77 0,0-3-97 0,-1 0-140 16,2-2-27-16,2-5 72 0,-7 0-481 15,0 0-631-15</inkml:trace>
  <inkml:trace contextRef="#ctx0" brushRef="#br0" timeOffset="2849.11">14595 2530 3165 0,'0'0'11'0,"-3"-12"49"0,3 12 49 16,0 0 54-16,0 0 38 0,0 0 19 0,-16 18-3 15,12-8-12-15,1 0-15 0,-1 3-16 16,0 0-21-16,4 1-12 0,0-1-15 15,2-1-7-15,4 4-12 0,-3-5-3 0,6 1-7 16,4 1-8-16,-1-5-12 0,0 0-4 16,3-2-11-16,3 0-7 0,-2-5-1 0,-2 3-2 15,-1-4 20-15,1 0 21 0,-14 0 17 16,19-4 12-16,-12-1-9 0,-1-3-4 16,0 0-4-16,-2-3-3 0,-3-1-9 0,-1 0-8 15,-1 1-12-15,-1-1-13 0,-4 0-18 16,-2 1-41-16,-1 1-44 0,-4 4-49 0,-3-2-61 15,-1 8-81-15,-2-3-84 16,0 6-111-16,0-3-133 0,3 0-167 0,4 2-9 16,1-2 77-16,11 0-443 0,-13 2-573 15</inkml:trace>
  <inkml:trace contextRef="#ctx0" brushRef="#br0" timeOffset="3116.3">15019 2080 3381 0,'-2'-13'177'15,"0"4"16"-15,2-1 6 0,0 10 5 0,0-8-10 16,0 8 34-16,0 0 57 0,0 0 17 16,-2 40-20-16,-1-4-19 0,-1 7-17 0,1 11 2 15,-3 9-18-15,1-5-23 0,-5 5-13 16,-2-3-22-16,3 0-17 0,-3-4-19 15,3-4-11-15,-2-4-37 0,1-12-44 0,0-4-68 16,3-7-75-16,2-5-79 0,3-5-91 16,-5-3-82-16,7-3-88 0,0-1-144 15,7-6-206-15,-7-2 38 0,16-2 80 0,4-8-485 16,5-9-623-16</inkml:trace>
  <inkml:trace contextRef="#ctx0" brushRef="#br0" timeOffset="3516.57">15743 2054 3453 0,'-5'-10'175'0,"1"2"60"0,4 3 58 16,0 5 49-16,-5-10 14 0,5 10-11 15,-4-4-35-15,4 4-30 0,0 0-13 16,0 0 23-16,-30 34 28 0,10-5-8 0,-2 10-10 16,-1 6-13-16,4 1-22 15,-2 0-21-15,4 3-123 0,-1-3-121 0,3 0 0 0,0-2 0 16,6-9 0-16,1-3 0 15,3-6 0-15,-2-7 0 0,5-3 0 0,0-3 0 16,1-3 0-16,-1 0 0 0,2 1 0 16,-2-7 0-16,2-4 0 0,4 8 0 0,-4-8 0 15,0 0 0-15,0 0 0 0,0 0 0 16,0 0 0-16,10-20 0 0,-10 20 0 16,-12-7 0-16,1 3 0 0,-9 2 0 0,2 2 0 15,-9 4 0-15,2 2 0 0,-7 5 0 16,-1 3 0-16,5 3 0 0,1 2 0 15,2-1 0-15,8-2 0 0,5-1 0 16,3-3 0-16,4 2 0 0,-1-4 0 0,3 2 0 0,3-3 0 16,7 1 0-16,4-1 0 15,2-1 0-15,4-3 0 0,6-1 0 0,2-2-351 16,4-2-270-16,-1-2-197 0,10-3-92 16,-11 1 100-16,-1-1-782 0,9-2-1033 0</inkml:trace>
  <inkml:trace contextRef="#ctx0" brushRef="#br0" timeOffset="4134.07">16102 2871 4291 0,'0'0'-93'0,"0"0"39"0,0 0 31 0,0 0 42 0,0 0 23 0,35-4 12 0,-24-1 10 0,4-1 1 0,-1-1-1 0,3 0-4 16,0-3 6-16,1-2-3 0,6-5-4 15,-3-4-3-15,2-4 1 0,6-6-2 0,-1-6 8 16,1 2 2-16,2-2 4 0,-3 5 1 16,-4 6 9-16,-1 5 11 15,0 0 11-15,-8 7 16 0,-1 4 12 0,-5-1 1 16,1 6 3-16,1 2-8 0,-1 1 6 15,-10 2 15-15,0 0 8 0,26 9 1 0,-14-1 2 16,-2 4 9-16,-5 4-9 0,3 3-14 16,-5 1-13-16,-1 2-8 0,-2 0-13 0,-2 1-3 15,-1 10-3-15,-7-2-5 0,-3 0-6 16,-2-6-9-16,-3 1-8 0,2-4-27 16,2-6-48-16,1-5 0 0,2-2 0 0,-1 0 0 15,3-3 0-15,-3-4 0 16,4 0 0-16,8-2 0 0,0 0 0 0,-17-14 0 0,14 2 0 15,5-7 0-15,5-13 0 16,8-2 0-16,1 0 0 0,0 1-20 0,2 5-46 0,-5 7 1 16,-1 7 3-16,-5 3 5 15,2 5 7-15,1 2 12 0,-2 4 27 0,-8 0 19 16,17 8 19-16,-9-2 12 0,-1 3 9 16,4 3 8-16,-1 0 10 0,1 3-3 15,3-1-1-15,1-2-62 0,-2-1 0 0,1-2 0 16,1 0 0-16,-1-4 0 0,-2 1 0 15,6-2 0-15,-5-1 0 0,1-3 0 0,-14 0 0 16,25-3 0-16,-16-1 0 0,2-2 0 16,1-3 0-16,-5-1 0 0,3-4 0 15,-7 1-369-15,6-7-225 0,-4-1-182 16,-3-2-146-16,4 0 96 0,-3-11-774 0,-3 8-1040 16</inkml:trace>
  <inkml:trace contextRef="#ctx0" brushRef="#br0" timeOffset="5099.92">17398 3012 4497 0,'0'0'49'0,"0"0"9"0,-14-10 9 0,14 10 16 0,-4-13 25 0,4 13 5 16,4-14-10-16,1-1-10 0,6 1-13 0,7-11-8 15,0 2-20-15,11-12-25 0,-1-3-29 16,5-3-26-16,4-2-27 0,-1-3-21 16,2-3-6-16,5-15-12 0,-6 12 0 0,-5 4 8 15,1 7 11-15,-6 6 11 0,-11 9-2 16,0 6 8-16,-7 6 7 0,-2 2 6 0,-3 5-3 16,1 1 7-16,-5 6-2 0,0 0 7 15,0 0 7-15,0 0 9 0,-23 23-2 16,11-7 6-16,2-1 5 0,1 4 20 0,6-4 14 15,1 2 23-15,2 2 20 16,3 0 19-16,1 1 12 0,2 1 19 0,1 0 15 16,1-1 11-16,2 1 1 0,-1-4-2 15,-2 1 0-15,0-3-1 0,0 2 1 0,-1-3 9 16,-5 1 17-16,1-3 7 0,-2-2 12 16,-2 0-3-16,2 1-14 0,-5 2-15 0,-3-2-12 15,2-3-10-15,-1 1-18 0,-3-3-13 16,-1 0-11-16,-1-1-27 0,1-3-36 15,11-2-43-15,-25-4-55 0,10 1-62 0,2-6-82 16,-5-3-118-16,7-3-128 0,0-2-155 16,3-2-211-16,4-4 71 0,4 3 84 0,5-13-496 15,7-2-633-15</inkml:trace>
  <inkml:trace contextRef="#ctx0" brushRef="#br0" timeOffset="5368.07">18349 1634 3410 0,'-4'-10'45'0,"-1"1"77"0,3 4 29 0,2 5 5 0,-8-4-9 0,8 4-6 0,-12 16 15 15,3 3 13-15,-6 16 16 0,-4 15 14 16,0 13 7-16,-5 22 14 0,-3 7-23 0,4 7-14 16,-4 3-7-16,4 2-19 0,-1 1-15 15,1-4-15-15,1-7-3 0,-1-5-19 16,7-21-6-16,-4-7-19 0,6-6-15 15,-2-5-42-15,-1-7-39 0,5-12-40 0,5-10-38 16,-1-1-42-16,5-8-46 0,-2-3-74 16,5-6-61-16,0-3-60 0,0 0-62 15,0 0-45-15,12-24-34 0,-4 7-59 0,3-15-21 16,1-3-332-16,2-17-411 0</inkml:trace>
  <inkml:trace contextRef="#ctx0" brushRef="#br0" timeOffset="5582.14">18113 2530 2462 0,'4'-15'-24'0,"2"3"58"16,-5 2 40-16,3 3 33 0,0 0 23 15,-4 7 13-15,4-9 4 0,-4 9 20 0,10-3 14 16,-10 3 10-16,0 0 5 16,28 9-7-16,-15-4-11 0,-1 2-10 0,1 0-8 15,-2 1-3-15,-1-1-8 0,0 0-2 16,-5 2-4-16,1-1-6 0,-3 0-9 16,-3 1-11-16,0 1-14 0,-3 0-6 0,-3-1-9 15,-1-1-10-15,-2 2-47 0,-3-3-51 16,2-5-76-16,1 2-96 0,-3-6-109 0,12 2-118 15,-16-11-123-15,5-2-159 0,8-1 60 16,3-8-368-16,1-3-484 0</inkml:trace>
  <inkml:trace contextRef="#ctx0" brushRef="#br0" timeOffset="5900.42">18437 2371 2902 0,'0'0'83'0,"2"6"40"0,-2-6 57 0,0 0 46 16,-2 10 33-16,2-10 4 0,0 0-12 15,0 0-21-15,0 12-11 0,0-12-11 16,6 7-14-16,0-1-17 0,-3 0-24 0,7-1-12 16,-1 0-36-16,1-2-12 0,1 1-27 15,1-4-29-15,5 0-22 0,-17 0-14 0,28-2-5 16,-15-1-16-16,3-3-4 0,-7 1 2 16,3-2 2-16,-4 4-4 0,-8 3-3 15,5-7-1-15,-5 7 9 0,0 0-7 0,0 0 7 16,0 0-1-16,-43 8 1 0,12 8 4 15,1 1 2-15,-9 9 1 0,10-2 0 16,5 0 3-16,-1 1 1 0,4 2-3 16,6-2 4-16,3-5 3 0,7 0 1 0,-1-3 2 15,6-4 0-15,2 0-4 0,4-1-32 16,6 3-52-16,2-5-72 0,8-1-93 16,3-6-99-16,13 1-133 0,3-6-190 0,5-3 65 15,13-6-371-15,1 0-458 0</inkml:trace>
  <inkml:trace contextRef="#ctx0" brushRef="#br0" timeOffset="6114.65">19148 2431 2776 0,'-4'-15'82'0,"-4"1"39"15,1 1 35-15,-3 5 34 0,5 0 28 16,-3-1 15-16,0 3-11 0,1 0-18 0,-4 5-24 16,11 1-14-16,-25 1-5 0,9 7-7 15,-2 0-12-15,0 5-9 0,-3 8-16 0,0 5-8 16,4 1-12-16,6 4-8 0,-1 0-10 15,4 1-11-15,5-5-13 0,1-2-35 16,2-5-44-16,2 3-58 0,1-3-54 16,13 5-76-16,3-4-98 0,-2-7-107 15,3-5-118-15,2-2-130 0,3-2 55 0,1-5-336 16,3-2-425-16</inkml:trace>
  <inkml:trace contextRef="#ctx0" brushRef="#br0" timeOffset="6298.43">19466 2457 2775 0,'5'-18'176'15,"0"5"52"-15,1 3 35 0,-5 3 12 0,1 2 3 16,-2 5-17-16,4-9-28 0,-4 9-23 16,0 0-18-16,0 0-14 0,0 0-17 15,-6 26-15-15,5-12-16 0,-7 4-7 0,2 5-40 16,-2-3-47-16,3 1-66 0,-1 0-76 16,3-6-83-16,-2-1-97 0,3 1-106 0,0-5-147 15,2 0-153-15,0-1 68 16,4-3-359-16,-1 2-460 0</inkml:trace>
  <inkml:trace contextRef="#ctx0" brushRef="#br0" timeOffset="7083.88">19624 2716 2505 0,'25'-10'-133'15,"-15"5"20"-15,3-4 11 0,3-3 16 16,8-8 2-16,1 0 8 0,-2-6 7 0,3-6 9 16,3-6 12-16,-2-5 22 15,0-3 20-15,-1-5 26 0,-3-7 32 0,2 2 19 16,-6 0 15-16,-2 4 21 0,-3 5 24 16,-3 12 10-16,-6 4 18 0,1 8 3 15,-5 4 0-15,-1 3-6 0,0 4-7 0,-3 1-14 16,1 5-19-16,-4 0-18 0,3 3 1 15,3 3-9-15,0 0 17 0,-27 28 8 0,9 5 17 16,2 16 12-16,-4 11 14 0,4 7 4 16,-7 23-6-16,-8-1-8 0,2 4-5 0,1-4 15 15,-1 3-4-15,1-5 26 0,-1-3 12 16,6-20-9-16,-8 13-15 0,7-22 5 16,-1-4 2-16,0-2-5 0,0-8-17 0,1-4-11 15,3-11-13-15,2-1-8 16,-2-4-10-16,-2-4-13 0,8-5-8 0,-2-4-13 15,1-4-25-15,3-4-31 0,1-2-34 16,0-4-31-16,-1-3-25 0,2-7-21 0,2-2-20 16,5-2-13-16,1 4-23 0,3-4-17 15,3-2-32-15,1 1-24 0,5-8-28 0,7 3-11 16,4-2-13-16,9-5-2 0,5-1 5 16,9 1 8-16,-2-1 13 0,9-1 22 15,3-2 25-15,-1-3 22 0,9-6 35 0,-12 9 44 16,-1-1 42-16,-6 2 38 0,0 2 52 15,-10 4 37-15,-9 9 37 0,-2-1 25 16,-6 7 17-16,1 3 7 0,-9 3-3 16,2 3-12-16,-1 0-20 0,-2 3-14 0,-6 3 1 15,0 0 21-15,11 11 5 0,-11-3-8 16,0 5-7-16,0-1-7 0,0 5-11 0,-1 2-9 16,-3 4-13-16,2-5-5 0,-4 4-9 15,2-3-29-15,0-2-41 0,0 1-56 0,3-2-75 16,-3-1-98-16,0-3-106 0,2-2-134 15,-1 1-172-15,1-4-12 0,2-2 70 16,0-5-342-16,0 0-409 0</inkml:trace>
  <inkml:trace contextRef="#ctx0" brushRef="#br0" timeOffset="7231.98">20278 2484 2854 0,'5'-18'241'0,"-1"4"39"0,0 3 6 0,1 3 1 0,-5 3-15 0,0 5-29 0,1-9-29 0,-1 9-31 15,0 0-35-15,0 0-63 0,0 0-86 0,0 0-123 16,0 0-136-16,0 0-168 0,6 22-235 16,-1-15 28-16,5 0 68 0,2 2-255 0,6-1-307 15</inkml:trace>
  <inkml:trace contextRef="#ctx0" brushRef="#br0" timeOffset="7416.47">20594 2512 2293 0,'0'0'224'0,"-17"14"66"0,8-8 54 16,-5 4 47-16,-2 1 45 0,-11 12 17 0,-2-1 0 15,-7 7-18-15,6 2-29 16,7-6-33-16,1 2-42 0,6 0-35 0,4-2-29 16,4-3-30-16,6-5-31 0,4-1-40 15,6-3-46-15,6-1-57 0,0-1-84 0,4-5-81 16,-2-6-82-16,4 3-65 0,-2-6-79 16,4 3-84-16,-5-4-97 0,2 0-136 0,-4-1-144 15,-4 1 68-15,1 0-580 0,-4 0-758 16</inkml:trace>
  <inkml:trace contextRef="#ctx0" brushRef="#br0" timeOffset="8486.07">21521 1884 3883 0,'9'-12'102'0,"-4"4"15"0,4 3-9 0,-6 1 3 0,-3 4 37 0,0 0 53 0,0 0 51 15,-3 31 26-15,-8-4-7 0,-1 7-23 0,-6 13-27 16,1 1-24-16,0 2-12 0,-2-4-22 16,4-2-15-16,4-9-16 0,-2-3-6 15,2-1-16-15,2-4-10 0,3-3-13 16,0-9-10-16,2-1-3 0,1-5-11 0,1-1 1 16,-2 2-4-16,2-3-3 0,2-7-24 15,0 0-19-15,0 0-34 0,0 0-33 16,0 0-16-16,0 0-3 0,19-23 7 0,-14 8 2 15,-4-3 6-15,-1-1-5 0,0 5 3 16,-4-3 3-16,-2 0 9 0,-1 5-2 0,-4 2 4 16,-5 5 4-16,-1 3 9 0,0 4 11 15,-6 3 4-15,2 5 10 0,-7 7 6 0,3 1 5 16,4 5 7-16,8-6 0 16,1 0 3-16,4 1 1 0,5-2 1 0,3-2-1 15,1 1-2-15,1-1 4 0,7-3-2 0,3 0-1 16,3-2-6-16,6-2-35 15,4-4-40-15,-1-3-44 0,3-2-61 0,14-5-63 16,-1-1-36-16,-1-5-46 0,0 2-22 16,6-8-11-16,-12 5 7 0,-3-6 25 0,1 5 30 15,-6-5 36-15,0-1 37 0,-11 7 39 16,2 1 54-16,-7 5 49 0,3 0 43 0,-4 2 31 16,-3 1 22-16,-5 5 41 0,8-2 40 15,-8 2 33-15,0 0 18 0,3 13 3 16,-5-1 8-16,1 1-22 0,-3 3-14 0,-2 5-14 15,3 1-16-15,-1 1-29 0,-1 0-52 16,0-1-72-16,-1-2-100 0,4-1-94 16,1-4-128-16,1-1-163 0,0-5-46 15,0-1 47-15,1-1-192 0,-1-7-220 0</inkml:trace>
  <inkml:trace contextRef="#ctx0" brushRef="#br0" timeOffset="8631.83">21888 2118 2349 0,'0'-14'198'0,"0"2"14"0,0 3-6 0,-2 3-11 0,2 6-27 16,0-8-14-16,0 8-24 0,0 0-68 0,0 0-92 15,0 0-128-15,0 0-166 0,0 0-238 16,-3 29 21-16,5-18 68 0,1 1-67 16,1 5-42-16</inkml:trace>
  <inkml:trace contextRef="#ctx0" brushRef="#br0" timeOffset="9065.04">21934 2482 1674 0,'0'0'248'15,"0"0"23"-15,0 0-3 0,0 0-7 16,0 0 6-16,0 0-20 0,-23-5-24 16,23 5-28-16,0 0-13 0,0 0-17 0,0 0-19 15,0 0-13-15,0 0-16 0,0 0-9 0,0 0-13 16,0 0-9-16,38-8-6 15,-32 5-9-15,-3-4-7 0,2 0-5 0,-3-4-5 16,0 1-7-16,-2-3-5 0,0-1 5 16,-2-1 8-16,0 2 13 0,-1 1 10 0,1 0-1 15,1 0 0-15,-3 3-4 0,0-1-8 16,0 3-5-16,3 0-10 0,1 7-4 0,-8-9-5 16,8 9-10-16,-2-8-3 0,2 8-6 15,0 0 3-15,10-6 1 0,1 2-2 16,6 2-1-16,5 0-4 0,2-1-1 15,2 3-1-15,-3 3-1 0,1-3 13 16,-2 2 17-16,1 4 28 0,-4 2 31 0,2 0 24 16,-8 3 22-16,0 3 5 0,-3 1-7 15,-2 1-11-15,-3 3-12 0,-3 0-15 0,0-1-14 16,0 3-5-16,-2-1-12 0,-2 1-20 16,0-2-42-16,0 1-59 0,2-3-66 0,0-3-65 15,0 1-72-15,0-3-72 0,2-1-89 16,4-3-97-16,0-4-138 0,2 0-138 15,-8-4 62-15,25-6-552 0,-9-1-729 0</inkml:trace>
  <inkml:trace contextRef="#ctx0" brushRef="#br0" timeOffset="9414.92">22734 2430 3796 0,'0'0'121'0,"0"0"36"0,0 0 35 0,0 0 30 0,0 0 21 0,0 0 2 0,0 0-21 0,0 0-32 15,0 0-10-15,0 0-20 0,0 0-11 16,0 0-15-16,10 5-7 0,-10-5-22 0,15 0-21 16,-15 0-30-16,25-2-37 0,-14-1-35 15,4-3-26-15,3 1-16 0,-2 0-5 0,-5-3 1 16,1 3-7-16,-3-7-4 16,-4 6 4-16,-3-1 2 0,-2 7 5 0,-5-12 6 0,-6 8 5 15,-1 2 7-15,-10 2 4 16,-3 2 5-16,-13 7 4 0,-1 3-1 0,-6 9 4 15,2 1 4-15,5 4 12 0,8-7 8 16,5 5 5-16,2 1 3 0,6 1 8 16,1 1 1-16,11-6 0 0,1-2-1 0,4-3-2 15,4-1-1-15,3-1-3 0,4 0-31 16,7-3-49-16,1-3-69 0,5-3-100 0,11 0-88 16,-1-5-119-16,8-4-161 0,2-2-16 15,0-2 68-15,11-1-291 0,4-7-335 0</inkml:trace>
  <inkml:trace contextRef="#ctx0" brushRef="#br0" timeOffset="9615.04">23344 2419 2582 0,'-13'-5'114'0,"-1"0"29"0,1 2 40 0,-2 3 32 16,15 0 28-16,-33 6 6 0,10 0-2 16,3 4-13-16,-9 3-18 0,3 5-34 0,-1 2-21 15,4 2-10-15,0-1-18 0,2 4-16 16,6-1-9-16,3-1-14 0,7-6-35 0,1 1-37 15,6-3-40-15,4 1-58 16,5-3-70-16,4-1-83 0,8-3-90 0,2-4-113 16,1-3-158-16,14-4-39 0,4-3 73 15,14-6-280-15,3-4-322 0</inkml:trace>
  <inkml:trace contextRef="#ctx0" brushRef="#br0" timeOffset="10148.1">24617 1663 2259 0,'-2'-36'33'0,"-3"10"46"0,-5 4 38 16,0 7 24-16,-1-2 41 0,-1 3 30 0,-1 4 4 16,1 6-2-16,-1 3-9 0,13 1 12 15,-39 21 13-15,10 12 2 0,0 10 6 0,-1 10-1 16,-10 23-7-16,1 6-12 16,0 10-18-16,-9 7 5 0,4 7-31 0,3-2-8 15,-4 3-19-15,2-8-26 0,0-5-40 16,6-10-54-16,-1-3-39 0,11-23-31 15,-2-5-27-15,6-7-20 0,3-7-13 0,4-10 4 16,7-9-8-16,3-7-22 0,2-5-28 16,2-6-30-16,2-2-32 0,0 0-22 0,0 0-20 15,14-19-13-15,-9 3-2 0,5-3 10 16,-2-14 22-16,-3-2 29 0,1 0 37 0,-6 6 34 16,-2 3 35-16,-2 4 38 0,-8 2 36 15,-2-1 34-15,-11 0 29 0,-2 9 32 0,-2 6 35 16,2 4 25-16,2 2 27 0,0 0 15 15,2 2 16-15,1 4 2 0,8 0-4 16,0 0-8-16,3 0-15 0,3-1-3 16,6-3-1-16,2-2-11 0,0 0-10 15,24 10-14-15,-1-10-11 0,4-2-14 0,17-3-11 16,4 0-15-16,9-6-23 0,4 1-24 16,-7 0-13-16,-9 3-7 0,-6-1 0 0,-2 0-2 15,-6 4 4-15,-11 1-2 0,0 6 8 16,-6-3 14-16,-2 4 22 0,1 5 13 0,-2 3 14 15,-8 0 5-15,-1 4 2 0,0 3-3 16,-4-2-9-16,-2 3-10 0,1-1-5 16,-4-2-15-16,4-2-30 0,-1 1-41 15,-2-1-53-15,4-3-80 0,-1-2-80 0,3-1-87 16,-2-2-97-16,4 0-131 0,-2-7-94 16,5 6 61-16,-5-6-354 0,11 0-432 15</inkml:trace>
  <inkml:trace contextRef="#ctx0" brushRef="#br0" timeOffset="10298.11">24359 2549 2834 0,'5'-19'147'0,"-3"4"47"0,0 3 38 0,-2 2 26 0,0 1 19 0,-2 2-5 0,2 7-27 0,-4-13-28 0,4 13-24 16,0-9-47-16,-3 6-69 0,3 3-94 16,0 0-122-16,0 0-144 0,0 0-182 15,0 0-208-15,0 0 51 0,0 0 72 16,-1 18-247-16,1-18-285 0</inkml:trace>
  <inkml:trace contextRef="#ctx0" brushRef="#br0" timeOffset="10917.3">24505 2646 2462 0,'-15'-4'154'0,"-3"1"31"0,5 4 38 0,-1 1 34 16,1 2 28-16,-2 4 14 0,-2 1-5 0,1 1-29 15,4 2-19-15,-2 0-30 0,4 0-19 16,3 0-18-16,3 2-15 0,3-2-16 16,2-2-11-16,5 4-11 0,1-4-9 0,5 0-13 15,3 0-10-15,1-3-7 0,0-2-18 16,2-1-3-16,0-1-6 0,0-3-6 16,0 0-3-16,0-3-9 0,0-2-3 0,-4-2-9 15,4-3 6-15,-2-4-8 0,-2-1-4 16,-1-13-4-16,-3 6-9 0,-4-9-10 0,-2 6-10 15,-6 0-2-15,-4 1-7 0,0 1-4 16,-9-6 3-16,-1 8 2 0,2 1-1 0,-4 8 6 16,1 7-1-16,0-1 2 15,-3 4 5-15,2 2 15 0,-5 5 11 0,0 3 5 16,-4 6-3-16,5 2 3 0,2 1-2 16,9-1-3-16,6-3 0 0,2 3-1 0,6-3 0 15,2 3 0-15,6-1-6 0,3-3 0 16,5-2 5-16,2-1-6 0,4-5 1 15,-1 0-5-15,3-4 4 0,10-4-3 0,-1-1-1 16,-2-3 6-16,-4 0 7 0,3-4 18 16,-5-1 8-16,1 1 13 0,-8 2 11 0,0 2 9 15,-2-1 18-15,-4 5 5 0,-1-2-1 16,-3 2 2-16,1 2 15 0,-12 2 12 0,15 0 10 16,-15 0-21-16,12 12-120 15,-3-6 0-15,-6 1 0 0,5 1 0 0,-3 0 0 16,4 4 0-16,-4-2 0 0,3-3 0 15,-1 5 0-15,3-4 0 0,-1 1 0 0,2-3 0 16,3 2 0-16,1-3 0 0,3 0 0 16,-2-2 0-16,6-1 0 0,-3 0 0 15,-1 2 0-15,2 0 0 0,-4 0 0 0,0-1 0 16,-1-1 0-16,1 5 0 0,-7-2 0 16,3-2 0-16,-5 2 0 0,3-1 0 0,0-1 0 15,-1-1-209-15,-9-2-593 16,17 0-179-16,-17 0 105 0,21-4-934 0,-4-1-1239 15</inkml:trace>
  <inkml:trace contextRef="#ctx0" brushRef="#br0" timeOffset="11684.65">26012 2712 4565 0,'-7'11'-142'0,"-1"1"57"0,0-4 48 15,3 2 51-15,-3-1 45 0,5 0 35 0,-2 1 14 16,3 0 7-16,2-1-4 0,2-1-10 16,4 2-9-16,2-1-10 0,1 0-6 0,5-3-10 15,-1-1-6-15,4 3-9 0,0-7-2 16,2 2-7-16,0-3-2 0,2-3-4 15,2-2-3-15,0 0-1 0,-1-3 5 0,5-6 29 16,-4-5 26-16,-10 2 35 16,-1-2 18-16,-6-2 1 0,-1-11 11 0,-5 3-6 15,0 2-7-15,-3 2-3 0,-5-5-16 16,1 7-15-16,-1 4-13 0,-2 3-11 0,-3 3-20 16,1 3-37-16,0 1-48 0,-4 4-63 15,1 0-66-15,-1 3-79 0,7 0-97 0,9 2-104 16,-18 4-123-16,11-3-192 0,7-1 6 15,0 0 71-15,-4 7-476 0,4-7-608 16</inkml:trace>
  <inkml:trace contextRef="#ctx0" brushRef="#br0" timeOffset="11998.05">26597 2447 3527 0,'2'-6'217'0,"2"0"25"0,-4 6 31 0,3-9 40 0,-3 9 5 15,0 0-5-15,0 0-6 16,0 0-10-16,0 0-20 0,-13 34-25 0,2-5-25 15,1 4-25-15,-3 4-20 0,-1-4-18 16,1 2-16-16,-1-2-16 0,-2-4-12 16,3 3-12-16,1-12-13 0,5-2-8 0,-1-5-10 15,5-3-4-15,-2 1-4 0,3-4-12 16,2-7-3-16,0 0-5 0,0 0-38 0,0 0-11 16,21-14 0-16,-3-8 0 0,4-7 0 15,5-9 0-15,3-3 0 0,3-8 0 0,2-5 0 16,12-18 0-16,1 1 0 0,1 1 0 15,-3 8 0-15,-10 18-71 0,-4 6-58 0,-1 4-48 16,-10 11-46-16,-1 3-48 16,-2 7-53-16,-7 4-42 0,-1 4-32 0,-2 2-35 15,-8 3-62-15,0 0-75 0,7 11-133 16,-11-1 17-16,1 6-452 0,-13 6-605 16</inkml:trace>
  <inkml:trace contextRef="#ctx0" brushRef="#br0" timeOffset="12148.13">26554 2512 3028 0,'-16'8'94'15,"-1"-2"60"-15,9-2 20 0,1-4 32 16,7 0 22-16,0 0 13 0,0 0-8 16,0 0-14-16,0 0-23 0,0 0-29 15,0 0-20-15,15-20-66 0,4 13-87 16,2-1-111-16,15-3-143 0,5 1-174 0,-2 0-263 16,17-2 57-16,3 1 72 0,0 5-264 15,8 6-318-15</inkml:trace>
  <inkml:trace contextRef="#ctx0" brushRef="#br0" timeOffset="12717.23">27685 2470 2636 0,'-17'4'198'0,"-2"1"7"0,5 2 14 0,-4 2 26 15,2 2 2-15,-4 10-7 0,2 1-18 16,4 5-19-16,-2-1-21 0,5 3-16 0,-3 0-19 15,3 0-10-15,2-8-15 0,0 0-11 16,7-4-11-16,-3-1-7 0,1-1-12 16,1-1-5-16,-3-2-5 0,1-2-7 0,2-1-2 15,-1-3 9-15,0 0-13 0,4-6-4 16,0 0-7-16,0 0-4 0,0 0-5 0,20-18 3 16,-4-2-17-16,7-4 0 0,1-2-2 15,8-3-3-15,-5 5-6 0,-1 4-1 16,-3 1 3-16,-6 5-2 0,-2 6-4 0,-3 1-1 15,-1 3 2-15,-4 4 1 0,-7 0 3 16,20 7-4-16,-9 2 0 0,-1 0 2 0,-3 3 0 16,3 3-3-16,-2-1 0 15,-1-1-4-15,-1 1 2 0,-1 0 2 0,1-3 0 16,-4 0 3-16,3-1-4 0,-4-1 4 16,3-3-4-16,-2 3 1 0,-2-9 1 0,5 10 3 15,-5-10-6-15,8 4-10 0,-8-4-8 16,0 0-3-16,28-16-4 0,-1 1-1 0,6-6 0 15,6-4 5-15,4 1-1 0,-2 0-2 16,-8 12 16-16,-1 0 6 0,-7 3 12 16,-6 4 8-16,-2-1 16 0,-3 6 21 15,-3 3 21-15,1 0 19 0,-5 4 9 0,1 5-7 16,-3 2 1-16,-1 1-14 0,-2 1-8 16,-2 2-8-16,0 1-7 0,0 0-9 15,0 1-6-15,-2-1-13 0,0 0-55 0,0-4-37 16,2 1-79-16,0-3-74 0,2-1-71 15,0 1-65-15,0-3-76 0,3-2-80 0,0 0-106 16,1-4-151-16,3-1 79 0,5-3-540 16,-1 0-677-16</inkml:trace>
  <inkml:trace contextRef="#ctx0" brushRef="#br0" timeOffset="13014.07">28605 2642 3519 0,'0'0'115'0,"0"0"30"0,-22 2 42 0,22-2 36 16,-25 12 29-16,10-2 11 0,0 4-7 0,-1 0-32 0,3 2-9 0,-1 0-36 0,3 3-18 16,6-2-15-16,1-3-12 0,0-2-12 15,6 1-9-15,2-2-2 0,3 2-21 16,4 0-13-16,5-5-10 0,-3 1-6 0,5-5-9 16,1 4-5-16,-1-4-1 0,2-4-10 15,-5 2 3-15,0-2-5 0,0-2-2 0,1 2 1 16,-5-4 1-16,1-1-7 15,-5-2 0-15,3-4 12 0,-3-1-17 0,-1-3-2 16,-4-2-10-16,-2-1-3 0,0 0-15 16,-2 1-19-16,-4-4-27 0,-1 4-43 0,-3 2-49 15,-4 1-63-15,3 4-73 0,-2 3-80 16,-4 2-93-16,-3 1-137 0,2 2-144 0,0 1 43 16,6 1-499-16,-1 0-656 0</inkml:trace>
  <inkml:trace contextRef="#ctx0" brushRef="#br0" timeOffset="13332.02">28861 2553 3642 0,'0'0'194'0,"0"0"23"0,0 0 19 16,0 0 38-16,0 0 40 0,0 0 24 16,0 0-7-16,0 0-24 0,-12 35-30 15,7-21-34-15,3 3-18 0,-2 1-24 0,2-1-14 16,2 1-19-16,2-1-12 0,0-2-19 15,2 0-11-15,0 1-16 0,2-4-12 0,0 0-6 16,-1-2-11-16,2-2-4 0,-1-3-8 16,2 1-5-16,0-5-37 0,-8-1-27 0,16 4 0 15,-16-4 0-15,20-5 0 0,-11-1 0 16,3-2 0-16,-1-2 0 0,3-4 0 16,-3-1-96-16,2-1-32 0,-1-1-15 15,5-10-31-15,-2 4-17 0,0 0-24 0,-1 1-28 16,-3 3-28-16,-4 2-49 0,4 1-63 15,-2-3-73-15,0 1-117 0,-1 5-194 16,0 1 72-16,-3 0-508 0,5 1-666 0</inkml:trace>
  <inkml:trace contextRef="#ctx0" brushRef="#br0" timeOffset="14564.03">29303 2503 3614 0,'-22'-5'125'0,"22"5"31"0,0 0 28 0,-14-2 34 16,14 2 14-16,0 0 15 0,0 0 8 16,0 0-4-16,0 0-3 0,0 0-28 0,0 0-17 15,23 14-18-15,-12-11-24 0,-1 1-8 16,5-1-20-16,1 1-15 0,-3-2-10 16,2 2-8-16,2-4-16 0,-3 0-9 0,-1 2 0 15,-13-2-12-15,23-2-7 0,-12 2-6 16,-2-4-5-16,-9 4-5 0,16-9-5 0,-10 4-9 15,-5-2-3-15,-1 7 1 0,2-14-9 16,-2 14-4-16,-11-9-5 0,2 6 2 16,-7 1-6-16,-3 4 1 0,-3 1 6 15,-3 3-7-15,-6 7 1 0,1-1 0 0,3 5-3 16,0 0-1-16,6 3 1 0,6-3 1 16,4-1-15-16,3 1 15 0,2-3 1 15,4 1 6-15,2-1-10 0,6-4 7 0,1 3 7 16,7 1-4-16,-1-5-4 0,5-1 4 15,3-1-1-15,1-2 3 0,-3-3-2 0,5 0 2 16,-2-2-12-16,-1-2-2 0,4-2 7 16,-2-1 10-16,-1-2-5 0,-1 1-4 0,2-3 10 15,-3 1 1-15,-5 2-1 0,0-2-3 16,-2 5 10-16,-2-1-1 0,0-1-5 16,-4 2 0-16,-7 3-3 0,13-4 3 15,-13 4-8-15,12-2-2 0,-12 2-1 16,0 0 9-16,0 0-5 0,0 0-7 0,16 4 6 15,-16-4-4-15,11 2 4 0,-11-2-5 16,5 6-4-16,-5-6 0 0,9 6 4 0,-9-6-6 16,10 1 7-16,-10-1-5 0,12 2 3 15,-12-2-6-15,0 0-4 0,21 0-2 0,-21 0 0 16,15 0-5-16,-15 0 1 0,14-5 4 16,-1 3 1-16,-4-2-5 0,3 3 8 0,-3-4-7 15,-2 3 6-15,-7 2-4 16,16-2 2-16,-16 2 3 0,0 0-3 0,15 0 2 15,-15 0 4-15,7 9 0 0,-2-4-2 16,-3 2 6-16,0 1-2 0,-1-2-2 16,1 4-3-16,0-3-6 0,2 1-7 0,0 1-12 15,-3-1-6-15,5 1 0 0,0-2-12 16,4-2 1-16,-1 0 1 0,0-3-17 0,5-1-3 16,1-2-10-16,0-1-7 0,2-3 0 15,1 0 2-15,1-5-3 0,-1-1 1 0,7-6-14 16,-3-3-7-16,1 1 0 0,-1-5 2 15,1-3 0-15,-4 0-2 0,5-6-3 0,1-4 14 16,-3 6 6-16,-1 4 9 16,-4-4 15-16,0 2 17 0,-8 8 14 0,1 2 24 15,-2 6 22-15,-3 0 15 0,1 4 11 16,-2-3 1-16,-2 8 9 0,-2 4 12 16,0 0 21-16,0 0 21 0,0 0 8 0,-31 23-8 15,14 1-5-15,4 5-4 0,1 3-9 16,3 4-4-16,3 0-12 0,2 1 4 0,4-6-15 15,2 8-5-15,4-5 3 0,2-2-15 16,-1-9-12-16,1-3-16 0,0-3-16 0,-1-5-24 16,1 0-21-16,3-3-37 15,1-2-28-15,-1-4-36 0,3 0-26 0,-3-3-26 16,4-3-11-16,-3-2-11 0,0-4-5 0,1-1 0 16,-1-5 1-16,-2-3 14 15,4-11 13-15,-5 0 18 0,-4-2 24 0,2 4 33 16,-5 2 45-16,-2 3 43 0,0 0 54 15,-2-2 29-15,-1 5 28 0,1 4 18 0,-2-2 13 16,3 4 14-16,-3 4-3 0,2 0-8 16,-2 2-8-16,4 7 6 0,-5-5 0 0,5 5-4 15,0 0-4-15,0 0-12 0,0 0-5 16,-9 17-8-16,9-8-5 0,7 1-9 0,0-2-13 16,1 5-29-16,4-3-25 0,-1 0-28 15,4 0-30-15,0 0-25 0,3-1-26 16,-3-4-22-16,-1 1-9 0,2-2 3 15,0-2 1-15,-3 2 10 0,-2-2 15 16,1-1 22-16,-5 1 27 0,1-1 16 0,-3 4 39 16,-3 3 29-16,-2-2 26 0,-5 9 37 15,-5 3 10-15,-5 5 2 0,0 4-11 0,-3-1-8 16,4-1-7-16,-2 1-7 0,5-6-28 16,1 1-36-16,2-2-28 0,4 1-3 0,4-4-15 15,0 1-71-15,9 2-87 0,0-1-96 16,4-5-137-16,3 1-162 0,-2-2 47 15,8-5-252-15,-7 1-301 0</inkml:trace>
  <inkml:trace contextRef="#ctx0" brushRef="#br0" timeOffset="25195.14">13611 4542 2244 0,'0'0'258'0,"-11"1"-100"0,11-1-39 0,0 0 2 0,0 0 15 0,-13 4-1 0,13-4-11 16,0 0-14-16,0 0-5 0,0 0 3 15,-6 6 14-15,6-6 1 0,0 0 21 16,0 0 18-16,0 0 4 0,18 8-2 0,-18-8-8 16,19 4-8-16,-6-2 1 0,0 1-3 15,3-3-7-15,3 2-8 0,3 0-5 0,7 0-4 16,10 0-12-16,0 2-4 0,6-2-10 15,5 0-12-15,11 2-8 0,4-1-6 16,2 0-1-16,-5-3-10 0,-3 4-5 0,-7-3-5 16,-2 1-4-16,-3-2 24 15,1 2 1-15,-4 0-1 0,-8-2 3 0,-9 0-9 16,-3 0-9-16,-2 2-7 0,-1-2 4 16,-3 0-2-16,2 0 7 0,-5 0 3 0,0 2-14 15,2 0 3-15,1-2-5 0,-4 0-5 16,4 0-5-16,-1 0-2 0,0 0 1 0,2 0-9 15,-4 0 0-15,3 0 2 0,-5 3-5 16,1-3-2-16,-14 0-4 0,22 0 0 16,-22 0 1-16,21 0-1 0,-12 0-5 0,-9 0 2 15,23 1-1-15,-11-1-1 0,-12 0-4 16,24 2 3-16,-10-2 0 0,-1 2-4 0,1 0 0 16,3-2 7-16,-2 2-15 0,-2-2 6 15,5 0-3-15,-2 0 1 0,8 3-22 16,-3-3 10-16,2 0-2 0,6 0-2 15,-2 0 8-15,16 2-1 0,-2-2-1 0,4 3 5 16,-4-1-4-16,5 1-2 0,0 1 4 16,2 2 6-16,-3 0-2 0,12 0 2 15,-9 1-1-15,-1 0-2 0,0-2 0 0,-6 2 3 16,-5 0 5-16,-5-4 0 0,-8 1-7 16,-4-1 14-16,-4-1-7 0,-1 1-4 0,-1-3 4 15,-4 4 35-15,3-3 7 16,-12-1 6-16,17 2-6 0,-17-2-2 0,15 0-4 0,-15 0-1 15,19-2-7-15,-19 2-4 16,19 0 2-16,-19 0-9 0,23-1-3 0,-12-1 3 16,1 2-4-16,-12 0 0 0,26 0-4 15,-12 0-5-15,-1-2 6 0,1 2-9 0,-14 0 5 16,27-2-6-16,-14 1 1 0,0-1-1 16,-1 2 3-16,-12 0-1 0,25-3-6 0,-14 1 5 15,0 0 2-15,-11 2-3 0,15-3-4 16,-5 1 5-16,-10 2-2 0,15-2-2 15,-15 2 2-15,11-1 3 0,-11 1-4 0,0 0 2 16,16-4-5-16,-16 4 5 16,0 0-4-16,9-1 1 0,-9 1-2 0,0 0 6 15,0 0 1-15,0 0 4 0,0 0-3 16,0 0-6-16,0 0 1 0,-23-12 3 0,7 12-2 16,-4-3-1-16,-5 1 2 0,-1-2-5 15,-12-1 1-15,-6 0 1 0,-4-1 3 0,-7 0 2 16,-4-4-5-16,-2 3 1 0,-2-3-1 15,2 2 2-15,-4-1-3 0,2 1-3 0,2-2 4 16,2 2-3-16,2-1-3 0,10 3 6 16,1 1-4-16,0 0 6 0,2 2-5 15,4-1 2-15,3 2-3 0,3 1 3 16,10 0-1-16,1 1-1 0,2-2 1 16,2 2 2-16,-2-2 2 0,0 2 1 0,2 0-3 0,-2 0-3 15,2 2-1-15,-2-2 3 16,0 0-1-16,-2 0 8 0,0 0-8 0,-6 0-1 15,4-2 0-15,-4 2 2 0,-2 0-1 16,-7-2-2-16,3 0 3 0,9 2-3 0,-1-1 5 16,-4 1-3-16,5-1 2 0,0 1-1 15,4 0-1-15,-1 0 5 0,5 0-4 0,-2 0-4 16,1 0 2-16,4-3 4 0,1 3 1 16,0 0-2-16,-4 0-3 0,3 0 1 15,15 0 4-15,-28 0-7 0,10 0 4 16,5 0 2-16,-3 3 0 0,4-3-2 15,-6 0 0-15,3 1-1 0,-1 0 2 0,4-1-1 16,-6 0-2-16,5 2 4 0,-3-2-1 16,3 0 0-16,13 0 0 0,-28 2-4 0,13-2 3 15,1-2 5-15,-1 2-5 0,15 0 3 16,-28-2-4-16,10 2 6 0,3-1-6 0,0 1 2 16,0 0 5-16,15 0-2 0,-27-1 1 15,13 1 1-15,1-3-1 0,13 3-2 0,-21-1 0 16,21 1-3-16,-18 0 0 0,18 0 0 15,-14 0 0-15,14 0 0 0,0 0 0 16,-20 0 0-16,20 0 0 0,0 0 0 16,-13-2 0-16,13 2 0 0,0 0 0 0,0 0 0 15,0 0 0-15,-14 0 0 0,14 0 0 16,0 0 0-16,0 0 0 0,0 0 0 16,0 0 0-16,-18 0 0 0,18 0 0 0,0 0 0 15,-16 0-68-15,16 0-129 0,0 0-97 16,-13 0-124-16,13 0-149 0,0 0-233 0,-5-4-45 15,5 4 84-15,0 0-681 0,5-15-893 16</inkml:trace>
  <inkml:trace contextRef="#ctx0" brushRef="#br0" timeOffset="27797.1">13880 4586 3753 0,'0'0'-163'0,"-13"-4"32"0,6 0 30 0,-1 2 40 0,-2 0 53 0,-1-1 39 0,11 3 34 0,-15-4 18 0,4 0 10 15,0 0-4-15,2 0 6 0,0 2-1 16,9 2 7-16,-18-8 8 0,11 6-3 15,7 2-2-15,-11-2-9 0,11 2 1 16,-10-3-10-16,10 3-12 0,0 0 0 0,-11-3-4 16,11 3-7-16,0 0-5 0,0 0-1 15,-11-3-5-15,11 3-2 0,0 0-3 0,0 0-2 16,0 0 0-16,0 0-4 0,0 0-1 16,0 0 2-16,0 0 9 0,0 0 0 0,39-2 1 15,-16 2 0-15,6 2-3 16,13-2-5-16,-1 3-4 0,5-4-4 0,-2 2-4 15,-2-1-2-15,4 1-4 0,-4 1-1 16,0-2-3-16,-10 3-3 0,-3-3-2 16,-6 0-2-16,-3 0-1 0,1 1 0 0,2-1 1 15,-1 1 25-15,-6-1 0 0,5 0 7 16,-6 0 2-16,6 0-3 0,1 2-6 0,-4-2-7 16,3 0 10-16,3 0 11 0,2 2 4 15,0-2-4-15,1 2-4 0,3-1-10 0,1-1 0 16,-1 0-9-16,11 3 0 0,3-1-1 15,-7-2-7-15,4 2 3 0,1 2-6 16,-5-2-3-16,2 0 2 0,-4 0-2 16,-7-2-2-16,1 0-3 0,-1 3 0 15,-4-3 0-15,0 1 1 0,-5-1-4 0,-1 1 4 16,-2-1-1-16,1 0 30 0,-3 0-2 16,-14 0-7-16,23 0 2 0,-23 0 6 0,18-1-15 15,-6 1 1-15,-12 0-2 0,20-1-8 16,-20 1 2-16,25-3 1 0,-9 3-4 0,3 0 0 15,0 0 0-15,4 0-8 0,6 3 6 16,-3-2-2-16,0-1-1 0,1 1-5 16,-2 1 7-16,-2 0-7 0,-1 0-4 0,-2-2 15 15,-1 2-11-15,0 0-5 0,-2 0-3 16,1-2 1-16,-2 0 3 0,0 0 1 0,1 0-1 16,0 0-1-16,0 0 8 15,2 0 0-15,3 0-6 0,-6 0-1 0,2 0 2 16,-3 0 0-16,0 0-4 0,-2 2-1 15,-13-2 0-15,21 0 1 0,-21 0-1 0,17 0 6 16,-17 0-4-16,18 2-2 0,-18-2 9 16,11 2-8-16,-11-2-3 0,14 2 5 0,-14-2-1 15,13 1-1-15,-13-1 4 0,13 3 2 16,-13-3-2-16,17 3-3 0,-9-2-1 16,-8-1 9-16,19 3-1 0,-19-3-10 0,14 2 4 15,-7 0-4-15,-7-2 0 16,0 0-2-16,17 4 6 0,-17-4-6 0,8 2 4 0,-8-2 4 15,0 0-2-15,11 3 14 0,-11-3 5 16,0 0 5-16,0 0 3 0,0 0 13 16,0 0-11-16,0 0-3 0,0 0 2 15,0 0 1-15,0 0-12 0,0 0-1 0,-54 0 1 16,24 0-6-16,-12 0 3 0,-4 0-2 16,-3 0 0-16,1-3-5 0,1 3-5 0,-1-2 4 15,5-2 2-15,-4 0-1 0,4 1 1 16,1 2 11-16,-2-2 8 0,4 0 3 15,0 0 3-15,0-1-6 0,0 2 1 16,0-2-4-16,2 0 1 0,-4 0-2 0,3-1-7 16,0 3 7-16,1-2-8 0,0-2 0 15,7 4-5-15,-6-2 2 0,7 0-2 16,3 1 4-16,1 2-14 0,1-4-2 0,2 4 0 16,2 0 0-16,3-3 0 0,-6 2 0 15,5 0 0-15,-1 1 0 0,-1 0 0 0,-1-3 0 16,-3 2 0-16,5 0 0 0,-7 0 0 15,0-1 0-15,1 1 0 0,-5-1 0 0,2 1 0 16,1 0 0-16,1 0 0 0,-2-1 0 16,5 2 0-16,-2-3 0 0,-3 1 0 15,2-1 0-15,0 1 0 0,-9-1 0 16,4-1 0-16,7 2 0 0,-2-1 0 0,2 1 0 16,0 0 0-16,1 1 0 0,3-2 0 0,2 4 0 15,-2-1 0-15,4-1 0 16,-3 0 0-16,2 1 0 0,0-1 0 0,4 2 0 15,-8-3 0-15,3 2 0 0,1 1 0 16,-4-1 0-16,3-1 0 0,0 0 0 0,-2 0 0 16,3 1 0-16,-4-1 0 0,3 1 0 15,2-3 0-15,-4 2 0 0,4 1 0 0,0-1 0 16,1 0 0-16,5 0 0 0,11 2 0 16,-19 0 0-16,19 0 0 0,-17-1 0 0,17 1 0 15,-12-3 0-15,12 3 0 16,0 0 0-16,0 0 0 0,-15 0 0 0,15 0 0 15,0 0 0-15,0 0 0 0,0 0 0 16,0 0 0-16,0 0 0 0,0 0 0 16,36 8 0-16,-16-6 0 0,0-1 0 0,9 3 0 15,7-1 0-15,6 0 0 0,0 1 0 16,4-1 0-16,1 1 0 0,3-1 0 0,13 1 0 16,-4-1 0-16,0 2 0 0,-9 0 0 15,-3-3 0-15,-1 1 0 0,0 1 0 0,-7-2 0 16,-4-1 0-16,-6 3 0 0,-1-3 0 15,0 1 0-15,-3 0 0 0,2 0 0 0,4-2 0 16,-3 2 0-16,14-1 0 16,4-1 0-16,-1 3 0 0,5-2 0 0,2 0 0 15,11 2 0-15,-11-1 0 0,-4 0 0 16,2 1 0-16,-4 1 0 0,-4-3 0 0,0 1 0 16,-12 0 0-16,-7 0 0 0,-4 0 0 15,-4-1 0-15,-2-1 0 0,1 3 0 16,-14-3 0-16,19 0 0 0,-19 0 0 0,17 1 0 15,-17-1 0-15,11 0 0 0,-11 0 0 16,0 0 0-16,16 1 0 0,-16-1 0 0,0 0 0 16,0 0 0-16,15 0 0 0,-15 0 0 15,0 0 0-15,0 0 0 0,0 0 0 16,0 0 0-16,0 0 0 0,0 0 0 0,0 0 0 16,0 0 0-16,0 0 0 0,0 0 0 15,0 0-141-15,-26 9-584 0,26-9-241 16,0 0 74-16,0 0 101 0,0 0-799 0,0-21-1032 15</inkml:trace>
  <inkml:trace contextRef="#ctx0" brushRef="#br0" timeOffset="28927.17">18243 4339 4122 0,'-29'3'-172'0,"6"0"39"0,3 0 36 0,-2-1 37 0,1 0 47 0,1 0 48 0,-1 1 43 0,-1-3 26 15,3 3 12-15,0-1-2 16,4 0 3-16,2-1 1 0,-1 1-2 0,3 2 0 15,0-4 0-15,2 3-3 0,9-3 2 16,-14 3 4-16,14-3 8 0,-10 4 4 16,10-4-10-16,0 0-15 0,0 0-7 0,31 10-7 15,11-3-10-15,18 1-8 0,11 0-8 16,15 2-7-16,28 1-3 0,14 3-5 0,7-2 0 16,10 2-9-16,1 0-7 0,1 1 0 15,-2 1-7-15,0-2 3 0,-10-5-4 0,-7 3-3 16,-10-2-4-16,-7-5-1 15,-32-3-4-15,0 2 0 0,-9-4-3 0,-1-2 2 16,-8 0 9-16,-12 0 18 0,1-1-2 16,-5-1-5-16,4-2-1 0,-8 4-4 15,3-4-1-15,-4 2-2 0,-7 1-3 0,-9 2-2 16,0-2-6-16,-8 1-2 0,2 2 0 16,-5-1 0-16,-1 0-3 0,-12 1-6 0,16-2 5 15,-16 2 0-15,0 0-3 0,0 0 5 16,0 0-1-16,0 0 3 0,0 0-8 0,0 0-1 15,0 0 6-15,-50 2 0 16,9-6-6-16,-4 0-2 0,-15-1 1 0,-2-2-1 16,-10 0-5-16,-3-1 7 0,-6 0 0 15,-29-5-4-15,-2 1-16 0,-10-3 6 0,-8 1-3 16,-2 2 4-16,-3-1-6 0,0-1 2 16,-4 0 0-16,-2 1 9 0,-1-1-3 15,0-1 4-15,1 5 13 0,-1-3 3 0,8-1 3 16,6 2 3-16,12-3 6 0,8 4 4 15,27 5 0-15,8 0-12 0,8 0 7 0,17 4-7 16,5-2 7-16,13 3 2 0,6 0-1 16,4-2 10-16,4 3 12 0,7 0 0 0,9 0 1 15,0 0-2-15,0 0-10 0,0 0 1 16,0 0-2-16,0 0-1 0,61 9-3 16,-11-6-2-16,22 4 8 0,10-1-18 15,28 3-1-15,9 3 2 0,13-3 6 0,6 3-8 16,7 2-5-16,10-3 0 0,3 5-3 15,-1-2 2-15,-8 0-2 0,-2 0-1 16,-9-2-2-16,-22 1-1 0,-10-4 1 0,-34-4-1 16,-11 0 5-16,-20-2-2 0,-9 1 7 15,-8-4 10-15,-8 2 3 0,0-2-1 0,-5-2-5 16,-11 2-3-16,0 0-8 0,7-5-32 16,-7 5-67-16,0 0-82 0,0 0-94 0,-38-9-124 15,24 9-140-15,-4-1-200 16,-1-1-105-16,0 0 91 0,-2 0-678 0,0 1-870 15</inkml:trace>
  <inkml:trace contextRef="#ctx0" brushRef="#br0" timeOffset="76285.1">14617 5618 2565 0,'-12'-1'91'0,"2"0"8"0,10 1 19 0,-14-2 34 0,14 2 6 0,-9-4 6 0,9 4-30 0,0 0-22 16,-9-3-20-16,9 3 0 0,0 0-10 0,0 0-1 16,0 0-7-16,0 0 0 15,0 0 2-15,0 0-1 0,0 0-2 0,32-2-4 16,-15 4-9-16,4-2-5 0,4 0-6 16,2 0-10-16,3 0 0 0,10 0-5 0,2-2 0 15,-9 0-2-15,10 1-3 0,-1-3-7 16,2 2 22-16,3-1 13 0,3 1 6 15,0-1-1-15,13 1-3 0,-14 0 6 0,12-1-3 16,-9 3-6-16,-2 0-2 16,-1 0-6-16,0 0-1 0,0 0-7 0,-4 2-3 15,-2-1-3-15,3-1 4 0,-6 2 10 16,-6-2-4-16,-3 2-3 0,-3-2-6 0,-1 0 1 16,0 0-4-16,-4 0-2 0,-2-2-5 15,7 0 5-15,-5 2 11 0,2-3 0 0,4 1-3 16,-8 2-2-16,6 0-7 0,1-1-7 15,0 1 3-15,1-2-3 0,-1 2-2 0,1 0 0 16,2 0-7-16,-1 2 2 0,13-2 2 16,-2 0 0-16,2 0-8 0,4 0 3 15,1 0-4-15,1 0-1 0,-1 0 1 0,-1 0-1 16,3 0 0-16,0 0-4 16,-3 0 2-16,-1 0 2 0,-3 0-3 0,-8-2-1 0,-9 4 0 15,-3-4-2-15,1 2 0 0,-6 0 4 16,1 0-7-16,3-2 7 0,-4 1-5 15,3-3 5-15,3 1-3 0,2-3 0 16,0 3 2-16,13 0-3 0,1-2 1 0,-1-1-2 16,2 3 1-16,-7 3 1 0,4-3-2 15,4 1-1-15,-14 0 1 0,3 2 1 0,-3-2-2 16,-1 2 3-16,-4 0-7 0,4 0 10 16,-4 0-3-16,-1-2-1 0,5 1-2 15,2 1 1-15,-2-3-2 0,12 3 1 16,4-2 2-16,-2 0 1 0,4 0 1 15,-4 0-4-15,3 2 0 0,-4 2 1 0,4 0 1 16,-16-2 9-16,-1 2-12 0,-5 0 3 16,-4-2 2-16,1 0 0 0,-4 0-3 0,3 0-3 15,-4 3 4-15,4-3-2 0,0 0 0 16,-4 0-4-16,8 0 3 0,-2 0 2 0,3 0 0 16,6 0-2-16,10 1 1 0,2 3 0 15,-3-2 1-15,2 1 2 0,0 1 0 0,-2-1-2 16,0 4 0-16,-6-5 2 0,-5 1-3 15,4 0 3-15,-5 1-3 0,1-2 4 16,4 1 0-16,-3-1-5 0,1 0-1 16,11-1 3-16,1-1 5 0,6 4-4 0,1-3 0 15,-5 3 1-15,0-3-3 0,2 3 3 16,-6-1-7-16,-1-1 6 0,-4 0 2 16,-9-1-4-16,-1 1 9 0,-3 0-9 0,-3 0 1 15,4-1 4-15,-1-1-6 0,-3 0 6 16,5 2-8-16,0-2 4 0,-1 0 0 0,5 2-3 15,-2-2 2-15,2 1-1 0,2-1 0 16,-1 2-6-16,1-2 13 0,15 2-4 0,-4 2 7 16,2-2-6-16,-2 2 0 0,-2-1 6 15,0 1-12-15,-7-1 1 0,-5-1 0 0,-1 0 3 16,-3-1 0-16,0 1 0 16,1-2 4-16,4 0-4 0,1 0-1 0,1 0-2 15,1 0 3-15,10 2-1 0,5 0 1 16,0 0-1-16,3-1-1 0,-3 2 3 15,3-3-1-15,-3 4 1 0,2-3-2 0,-2 1 3 16,-1 0-5-16,-2 0 4 0,-10-1 0 16,-3 1-3-16,-2 1 2 0,-1-3 1 0,-7 0-2 15,-2 0-2-15,-1 0 7 0,4 0-10 16,0-3 15-16,-2 3-7 0,4-2-5 0,1 2 4 16,3-1-2-16,1 1-2 0,6 0 1 15,10 1 0-15,3 1 2 0,5 1 0 16,10-1 0-16,-11 4-1 0,0-2 3 15,-7 0-2-15,2-1-2 0,-6 3 3 0,-5-5-6 16,-9 2 1-16,-2-3 4 0,-2 0-3 16,2 0 8-16,-4 0-8 0,2 0 0 15,0 0 1-15,0-3-1 0,-1 0 3 0,2 1-4 16,-1-1 2-16,4-3 1 0,-1 3-4 16,-1 0 2-16,-2-3 4 0,0 6-1 0,-2-5-3 15,0 2 2-15,-2 1 3 0,-1 0-1 16,-3 1-5-16,0-3 6 0,0 4-4 0,-13 0 1 15,20-3 2-15,-20 3 0 0,16-1-1 16,-16 1-2-16,11-2 1 0,-11 2 0 0,9-4-6 16,-9 4 2-16,0 0 1 0,11-2 0 15,-11 2 0-15,0 0-2 0,0 0 6 0,0 0-6 16,0 0 4-16,0 0 0 16,0 0 1-16,0 0 1 0,0 0 1 0,-38-1-3 15,38 1 3-15,-30-2-2 0,8 0-1 16,-2-1 4-16,-2 1 1 0,-13-3 0 15,-1 1 0-15,-2 0-3 0,-4-2 1 0,3 3 0 16,-5-2 5-16,1 0-5 0,-1-1 3 16,2 3-2-16,0 0-3 0,3-1 4 0,-4 3-1 15,2-1 0-15,3 0 2 16,-2 1 12-16,10 1 2 0,-7-2 2 0,9 4-2 16,-8-2 1-16,6 0 4 0,6 0 14 15,-14 1-6-15,1-1 9 0,5 2-1 0,8-2-2 16,-3 0-2-16,1 0 6 0,-12 2-6 15,10-2-4-15,1 0 4 0,-7 1 19 0,1-1-21 16,9 0 3-16,-4 2-4 0,-8-2-1 16,-3 2 1-16,4-2-9 0,3 0-2 15,5 0-2-15,-9 1 5 0,5-1-3 0,8 2-4 16,-7-2 7-16,7 0 1 0,-2 2 11 16,-2-2-1-16,3 0-2 0,-3 1-4 0,1-2 0 15,-1 1 1-15,1 0-8 16,-1 0 14-16,1-2-3 0,-11 2-1 0,7 2-6 15,4-2 1-15,-10-2 1 0,6 4-10 16,3-2 2-16,3 0 17 0,-1 0-5 0,0-2 3 16,2 2-2-16,-1 0-1 0,-1 0-4 15,2 0-5-15,-3-2 4 0,-1 2-3 0,1-1 0 16,-10 1-5-16,2-4 0 0,4 3 6 16,6 1-5-16,-13-2-7 0,1 0-1 0,0 1 3 15,6-1-3-15,-6-2-4 0,0 1-1 16,0-1 2-16,1 3-3 0,5-4-1 0,-4 5 4 15,6-4-6-15,3 4 3 0,-9-3-1 16,-2 1-2-16,2-1-2 0,4 1 3 16,3 0 0-16,-9-1-3 0,5 3 5 15,-4-4-5-15,4 4 3 0,-2 0-3 0,-6-2 0 16,11 2-2-16,-1 0 4 0,-4-1-5 16,2-2 2-16,-4 3-3 0,3 0 5 15,9-2-1-15,-14 0 0 0,9 2-3 0,-10-4 1 16,12 3 2-16,-1-1-3 0,3 1 2 15,-3-1 5-15,-7 0-6 0,-1-1 0 0,2 1-1 16,2 0 1-16,9 0-2 16,-3 1 7-16,0 1-1 0,1-3-2 0,1 3-1 0,-2 0 4 15,2-2-3-15,0 2-3 16,-2-2 1-16,2 0 7 0,-1 0-6 0,-3 0 2 16,-7 0 1-16,5 2-5 0,5-2 3 15,-12-1-4-15,0 1 4 0,2 0-2 0,-3 0 0 0,7 0-1 16,-5 2 1-16,-4-4 3 15,3 4 8-15,6 0 13 0,-6-2 3 0,8 0-20 16,3 2-6-16,1 0 0 0,-3 0 0 16,3 0 0-16,-1 0 0 0,2-2 0 0,-1 0 0 15,-1 2 0-15,0-2 0 0,3 0 0 16,-1 0 0-16,-2 2 0 0,5 0 0 16,-5-3 0-16,3 3 0 0,-1-1 0 0,-2 1 0 15,2-1 0-15,1 1 0 16,-1-2 0-16,5 0 0 0,-1 2 0 0,-1-2 0 15,0 2 0-15,1-1 0 0,-3 1 0 0,1-3 0 16,-2 3 0-16,0 0 0 0,-2-2 0 16,3 2 0-16,-1 0 0 0,1 0 0 15,-1 0 0-15,0 0 0 0,4 2 0 0,0-2 0 16,0 0 0-16,3 0 0 0,-3 0 0 16,1 3 0-16,0-3 0 0,1 1 0 0,-4 1 0 15,4 0 0-15,0 0 0 0,-2-1 0 16,-2 0 0-16,0 2 0 0,2-3 0 0,-2 2 0 15,-4 0 0-15,-2 2 0 0,-9-2 0 16,-2 0 0-16,2 0 0 0,-2 1 0 0,2-2 0 16,1 1 0-16,-6-2 0 15,5 2 0-15,-1 0 0 0,-2-2 0 0,2 2 0 16,-2-2 0-16,5 5 0 0,2-5 0 16,-3 0 0-16,6 2 0 0,5-2 0 15,-1 4 0-15,0-4 0 0,3 2 0 0,-3 0 0 16,8-2 0-16,0 0 0 0,0 2 0 15,5-2 0-15,4 0 0 0,-1 0 0 0,13 0 0 16,-22 0 0-16,22 0 0 0,-15 0 0 16,15 0 0-16,-15 0 0 0,15 0 0 0,0 0 0 15,-18 3 0-15,18-3 0 16,0 0 0-16,-11 0 0 0,11 0 0 0,0 0 0 0,-9 3 0 16,9-3-729-16,-7 7-272 15,7-7 114-15,0 0-1009 0,-3 8-1318 0</inkml:trace>
  <inkml:trace contextRef="#ctx0" brushRef="#br0" timeOffset="80601.08">20215 7488 1539 0,'0'0'228'0,"0"0"-52"0,0 0-11 0,0 0 3 0,0 0 14 15,0-7 3-15,0 7-7 0,0 0-3 0,0 0 0 16,0 0 12-16,0 0-2 0,0-8 4 16,0 8-2-16,0 0-1 0,0 0-8 15,0 0-7-15,0 0-5 0,0 0-10 16,0 0-11-16,0 0-5 0,0 0-7 0,0 0-11 16,0 0-7-16,-4-8-6 0,4 8-10 15,0 0 6-15,0 0-18 0,0 0 26 0,0 0-2 16,0 0-2-16,0 0 29 0,0 0-2 15,0 0 3-15,0 25-13 0,0-25-5 0,0 13-6 16,0-5 4-16,0 0-8 0,0 2-8 16,0-1-8-16,0-1-10 0,0 4-1 15,0 0-7-15,0 0 7 0,0 0 2 16,0 0-7-16,0 0-4 0,0 1-5 16,0-1-8-16,0-3-2 0,0 0-4 0,0 4-50 15,0-4-6-15,0 3 0 0,2-1 0 16,-2 1 0-16,2-2 0 0,0 2 0 0,0-3 0 15,0-1 0-15,-1 2 0 0,-1-2 0 16,2 1 0-16,0 0 0 0,2-2 0 0,-1 1 0 16,-1 1 0-16,-1-2 0 0,3 0 0 15,0 0 0-15,-4-7 0 0,5 12 0 0,-1-8 0 16,0 3 0-16,-4-7 0 16,8 11 0-16,-2-6 0 0,-3 0 0 0,3 0 0 0,-1 0 0 15,-5-5 0-15,12 10 0 16,-6-8 0-16,-1 2 0 0,-5-4 0 0,16 7 0 15,-7-4 0-15,1-2 0 0,2 1 0 16,-1 0 0-16,-11-2 0 0,19 2 0 0,-8 0 0 16,-11-2 0-16,21 0 0 0,-11 0 0 15,-10 0 0-15,19 0 0 0,-19 0 0 0,19-2 0 16,-19 2 0-16,15-2 0 0,-15 2 0 16,13-2 0-16,-13 2 0 0,14-3 0 0,-14 3 0 15,13-4 0-15,-13 4 0 0,11-8 0 16,-4 5 0-16,-2-4 0 0,2 0 0 15,-3-1 0-15,2-1 0 0,-1-2 0 16,2 3 0-16,-2-2 0 0,1-4 0 0,-3 4 0 16,1-5 0-16,3 1 0 0,-4-1 0 0,-1-2 0 15,2 3 0-15,7-119 0 16,-11 112 0 0,2 3 0-16,-2 2 0 0,0 5 0 15,2-2 0-15,-4 5 0 0,2-1 0 0,0 1 0 16,0 1 0-16,0 7 0 0,0-12 0 15,0 6 0-15,0 6 0 0,0-8 0 16,0 8 0-16,-4-7 0 0,4 7-596 0,0 0-538 16,-9-3-277-16,9 3 140 0,0 0-200 15,-21 10-374-15</inkml:trace>
  <inkml:trace contextRef="#ctx0" brushRef="#br0" timeOffset="81817.28">22355 7625 122 0,'3'-11'570'0,"-2"3"-163"0,1 1-80 0,2 0-37 0,-2-2-17 0,1 1 4 0,1 0-7 15,0-1 6-15,0 1-6 0,-3 3-17 16,4-1-21-16,-1 0-23 0,-4 6-20 0,0 0 16 16,0 0 19-16,0 0 11 15,14 15-12-15,-10-2-9 0,2 5-6 0,-2 6-16 16,4 8-22-16,-3 1-2 0,4 2-4 16,0-6-11-16,0 3-21 0,-2-1-3 0,6-2-12 15,-4-7-8-15,-2-3-13 0,0-3-6 16,-3-3-1-16,5-1 17 0,-8-2 8 15,5-1 21-15,-1-3 12 0,-3-2 0 0,-2-4-11 16,12 4-14-16,-12-4-14 0,19-11-7 16,-7 2-10-16,3-4-10 0,4-10-61 0,1-2-20 15,7-12 0-15,0 0 0 0,1-7 0 16,1-3 0-16,0 1 0 0,-2 3 0 16,-2 2 0-16,-7 10 0 0,-2 3 0 0,-2 10 0 15,-3 5 0-15,-6 1-254 0,1 4-82 16,-3 4-64-16,-3 1-83 0,0 3-97 15,0 0-174-15,0 0-38 0,0 0 90 0,10 15-621 16,-8-3-780-16</inkml:trace>
  <inkml:trace contextRef="#ctx0" brushRef="#br0" timeOffset="82833.88">20547 7210 3306 0,'-20'-10'-206'0,"-3"0"39"0,1 4 39 0,-14-3 29 0,-3 1 37 0,0 0 33 16,-1 1 37-16,-3 0 16 0,4 5 13 16,-8 4 14-16,6-1 8 0,-3 6 9 0,-5 5 13 15,-3 1 24-15,1 4 10 0,1 5 8 16,0 1 15-16,7 9 8 0,-3 4 2 0,2 3-4 15,4 9-11-15,2 3 0 0,3 3-11 16,5 2 2-16,5 2 0 0,5-1-10 16,4 0-7-16,9 1-9 0,3 0-10 15,8 1-1-15,7-5-5 0,3 4-8 0,11-9-5 16,0 1 0-16,12-8-7 0,7-1-5 16,4-5-1-16,4-1-6 0,9-8-3 15,7-4-5-15,6-6-5 0,2-7-1 0,2-6-3 16,2-3-2-16,0-6-7 0,-2-4 1 15,18-12-2-15,-23 3 27 0,13-15 4 0,-7-3-1 16,-13-5 14-16,-5-10 4 0,-16 5-4 16,2-16-8-16,-17 6-11 0,5-24-3 0,-14-5-7 15,-12 10-8-15,-7-7-1 0,-10-15-7 16,-8 2-1-16,-9 14-4 0,-7 3-5 0,-9 11-2 16,3 25-8-16,-5 1-16 15,-5 7-11-15,-10 12-14 0,-1 8-14 0,0 5-14 0,-4 10-21 16,0 9-21-16,2 8-29 15,0 3-50-15,6 8-54 0,4 0-73 0,9 0-74 16,2 4-97-16,15-6-190 0,7 0 51 16,9-1-412-16,7-6-512 0</inkml:trace>
  <inkml:trace contextRef="#ctx0" brushRef="#br0" timeOffset="83600.33">22784 7171 2643 0,'-14'-12'-151'0,"2"2"23"0,-2 2 38 0,-1-1 27 0,-3 1 33 16,0-2 22-16,-2 3 19 0,-3 3 13 0,-2 0 8 15,1 2 11-15,-2 2 15 0,-3 3 19 16,-10 7 24-16,-1 2 16 0,-5 9 16 16,-3 3 19-16,3 7 3 0,-1 3 8 0,0 6 7 15,4 4 0-15,2 4-1 0,2 2-12 16,1 0-10-16,5 1-13 0,3 4-9 0,11-5-9 16,0 0-10-16,9-11-9 0,5 1-7 15,8 1-5-15,5 1-7 0,11 1-5 0,7-2-6 16,9 0-8-16,3-5-7 0,15-3-1 15,7-2-5-15,5-9-7 0,22 6-1 0,-16-14-2 16,5-6-6-16,-5-5-3 16,1-4 0-16,-7-5-4 0,-5-4 1 0,0-3-2 15,-9-8 0-15,-7-5 12 0,-5-3 2 16,-5-7 0-16,-4-5-2 0,-11-5-5 0,-4-9-5 16,-13-7-4-16,-3-4-7 0,-9 6 0 15,-8-4-1-15,-8 6-4 0,-6 6-3 0,-3 6-26 16,-6 9-21-16,-4 8-29 0,-7 5-35 15,-1 7-45-15,-5 9-59 0,7 8-52 16,-11 6-70-16,-2 2-100 0,2 3-203 0,0 3 27 16,7 3 64-16,-1 1-262 0,-5 0-293 15</inkml:trace>
  <inkml:trace contextRef="#ctx0" brushRef="#br0" timeOffset="85032.19">21110 7820 2121 0,'0'0'0'0,"0"0"28"0,0 0 24 0,0 0 29 0,-5-5 32 0,5 5 34 0,0 0 20 0,0 0 17 0,0 0-8 0,0 0-3 15,-6-5 1-15,6 5-9 16,0 0-7-16,0 0-10 0,0 0-12 0,0 0-11 16,0 0-14-16,0 0-8 0,0 0-10 15,0 0-9-15,0 0-3 0,22-6 2 0,-22 6-8 16,14-1 5-16,-2 1-6 0,1 0-3 15,3-1-4-15,1 1-5 0,4 0-5 0,-3-2-5 16,9 0-4-16,-4 2-4 0,6-2-1 16,-1 2-6-16,-1-1 1 0,0 1 7 15,-5 0-1-15,3-2 1 0,-2 2-6 0,-1-3-1 16,-2 3-2-16,-1 0-1 0,1 0 4 16,-4-2-2-16,4 0 1 0,-1 0-4 15,0 2-1-15,0-2-1 0,-2 1-7 16,0 1 1-16,3-2-2 0,-4 1-4 0,2 1-2 15,-4-3-2-15,2 3-3 0,1 0-3 16,-1 0 1-16,-2 0-2 0,-14 0 1 0,31 0 1 16,-17 0-6-16,-1 3 2 0,-1-3-1 15,-12 0 5-15,22 1-4 0,-10-1-3 0,-12 0 1 16,16 0-2-16,-16 0 0 0,16 0 0 16,-16 0 3-16,0 0 7 0,17 2 5 0,-17-2 2 15,0 0 0-15,14 0-1 0,-14 0-2 16,0 0-1-16,0 0-4 0,0 0 2 0,13 0-1 15,-13 0-1-15,0 0 4 16,0 0-7-16,0 0 2 0,0 0 5 0,0 0 6 16,0 0 3-16,0 0 2 0,15 0 3 15,-15 0 0-15,0 0 6 0,0 0 0 16,0 0 9-16,0 0 1 0,0 0-1 0,0 0-7 16,0 0-6-16,0 0-1 0,-23-20-4 15,16 16-6-15,-3-4-1 0,-3 1 2 0,2-3-5 16,-3 4-1-16,1-2 3 0,1-3-5 15,1 3 0-15,0-1 23 0,-1 0 3 0,1 2 7 16,0-1 4-16,6 2-6 16,-4-2 2-16,1 3-4 0,2-2 4 0,-2 2 0 0,8 5-1 15,-7-7-6-15,1 2-7 0,6 5-1 16,-5-7-9-16,5 7 5 0,0 0-5 16,-9-6-6-16,9 6 5 0,0 0-6 15,-5-6 1-15,5 6-4 0,0 0-1 0,-6-5 5 16,6 5-2-16,0 0 0 0,0 0 6 15,0 0 6-15,0 0-6 0,0 0 6 0,-9-5-9 16,9 5 1-16,0 0-2 0,0 0-9 16,0 0 4-16,0 0-10 0,0 0-3 0,0 0 2 15,0 0 3-15,0 0 1 0,0 0-4 16,0 0 4-16,0 0-1 0,9 22 0 0,-1-13 0 16,-1-2 6-16,3 4-2 0,3 0-2 15,5 1-4-15,-3 0 0 0,2 0 5 16,0 1-6-16,-1-1 1 0,-2-3 0 15,0-1-2-15,-3 2-1 0,-1-3 4 0,0-1-6 16,-1 0 2-16,-4-2-4 0,2 4 2 16,-5-3 0-16,0 1 3 0,-2-6 3 15,-4 14 3-15,-3-5 0 0,-2 1 1 0,-6 0-7 16,-10 6 3-16,8-3 1 0,-2-2 0 16,2-1 2-16,-3 2 3 0,4-2 13 0,-4 1 1 15,8-3 2-15,-1 1-1 0,2-1-12 16,2 0-12-16,1-4 0 0,0 0 0 0,3 1 0 15,-1-1 0-15,6-4 0 0,-10 6 0 16,8-4 0-16,2-2 0 0,-7 6 0 0,7-6 0 16,0 0 0-16,-7 3 0 15,7-3 0-15,0 0 0 0,-8 3 0 0,8-3 0 16,0 0 0-16,0 0 0 0,0 0 0 16,0 0-341-16,0 0-187 0,0 0-162 0,19-12-215 15,-11 6 78-15,-1 0 91 0,4-1-680 16,-1 1-868-16</inkml:trace>
  <inkml:trace contextRef="#ctx0" brushRef="#br0" timeOffset="94149.84">5411 12576 1493 0,'0'0'190'0,"-22"-8"-37"0,22 8-37 0,-12-4-13 0,12 4 0 0,-5-4 4 0,5 4-10 15,0 0-21-15,2-7-3 0,-2 7-10 16,19-6-3-16,8 4-4 0,12-2-6 16,9 0-6-16,12 2-3 0,8-3-4 0,0 2-2 15,1-1-3-15,-5 2-5 0,-3-1-2 16,-13-1 2-16,-4 2-5 0,-4-2-2 15,-11 2 0-15,-7 1 9 0,-4 0 18 0,-2 1 7 16,-4-3 15-16,0 2 4 0,-5 1-8 16,-7 0-2-16,17-2-11 0,-17 2-7 0,13-2-2 15,-13 2-15-15,9-2-38 16,-9 2-52-16,11-2-60 0,-11 2-73 0,0 0-93 16,17 2-151-16,-17-2-68 0,13 0 50 15,-13 0-73-15,22 0-34 0</inkml:trace>
  <inkml:trace contextRef="#ctx0" brushRef="#br0" timeOffset="95648.3">7138 12628 1401 0,'0'0'-45'0,"-5"4"2"0,5-4 7 0,0 0 16 0,0 0 2 0,0 0 19 15,0 0 6-15,0 0 10 0,26 8-4 16,-9-8-2-16,4 2-1 0,8 0-3 0,12 0 10 16,4-2-5-16,2 0-9 0,6 0 5 15,1 0-2-15,9 0 1 0,3 0 0 0,6 0-1 16,1-2 2-16,3 2-3 0,6-2 0 15,-3 2 0-15,-2 2-2 0,-2-2 1 16,-3 2 0-16,-5-2-2 0,-1 1-2 0,-18 1 3 16,2-2-1-16,-6-2 2 0,-4 2-2 15,-7 2-6-15,-7-2 8 0,-7 2 2 0,0-2 4 16,-6 0 18-16,3 0 14 16,-1 0 8-16,-1 0-2 0,-3 0-2 0,-11 0-4 0,21 0-3 15,-12 0-3-15,-9 0-4 16,18 0-1-16,-9-2-7 0,-9 2 8 0,21 0-9 15,-8 0-3-15,0-2-4 0,1 2 0 16,1-1 0-16,6-1-2 0,8 2-5 16,14-2 3-16,7 2-3 0,18-2 0 0,4 2-1 15,-2 2 1-15,0-2-4 0,1 4-2 16,-3-3 0-16,-5 3-1 0,0-1 3 0,-13 0-2 16,-5-1-2-16,-4 0 2 0,-11 0 0 15,-6-1-5-15,-6-1 6 0,-1 0 3 0,-4 0-3 16,0 0 2-16,-1-1 1 15,-12 1-4-15,19-2 6 0,-9 0 3 0,-1 0-8 16,2 0 2-16,-11 2-5 0,18-2 4 0,-9 2-2 16,-9 0 1-16,20-2-1 15,-9 2 0-15,-1 0-1 0,6-2 1 0,4 2 1 16,9 0 0-16,10 0 1 0,9 0-2 16,13 4-4-16,6-4 2 0,-1 1 0 0,4 0-3 15,3 1-1-15,0-2 7 0,-1 2 0 16,2-2-6-16,0 0 1 0,1 0 4 0,-5 0-5 15,-7 0 4-15,-11 0 1 0,-7 0-4 16,-10 2-2-16,-9-4 7 0,-3 2-4 16,-1-2 1-16,-6 0 2 0,0 1-3 0,-1 1 1 15,-3-1 0-15,1-1 2 16,-1 0-3-16,-1 0-1 0,2-1 0 0,0 1 1 16,7 0-2-16,0 1 0 0,9-1 0 15,15-1 2-15,1 3-2 0,5 0 0 0,1 3 6 16,1-3-6-16,11 2-1 0,-12 1 3 15,10-1 0-15,2 0-6 0,-11-1 5 0,9 3 1 16,-8-2 1-16,-2-1 0 0,-1-1-1 16,1 0-2-16,-1 0 2 0,2-1-1 15,-3 1-1-15,-1-2 3 0,0 0 4 0,-5 0-5 16,0 1 0-16,-2-1-3 0,-7-2 5 16,-9 3-3-16,-4 1 1 0,-2-5-2 0,0 5 1 15,-4 0 1-15,-1-2-1 16,1 0 4-16,1 0-6 0,-4 0 2 0,4 1 3 15,3-2-2-15,6 1 0 0,1 0-2 16,14-1 2-16,3 1 0 0,2 0-1 0,5 0-1 16,14 1 5-16,1 1-3 0,3 0-1 15,-1 1 2-15,0-1 0 0,2 2 2 16,-1-2-3-16,1 4 0 0,-2-2 2 0,-2-2-2 16,-15 0 2-16,2 1-1 0,-2-2-2 15,-3-1 2-15,-1 0-2 0,-2-2 1 0,0 0 1 16,0 2-2-16,-5-2 1 0,6-2-1 15,-6 6-1-15,6-4 6 0,-6 1-5 0,-6 1 1 16,-5-2 0-16,-3 3-2 0,-3-2 4 16,-4 3 1-16,2 0-1 0,-6-2 1 15,2 0-2-15,-3 2 8 0,3 0 5 16,-3-2 8-16,0 2-2 0,0-2 3 16,3 2-4-16,4 0-2 0,3 0-3 0,8 0 2 15,17 0-1-15,13 4-3 0,0 0 0 16,2 2 0-16,-2-1-4 0,-4 4-1 0,-12-4 0 15,-1-1 1-15,-16 0 0 0,-3 0-3 16,-5 0 1-16,-6-3 5 0,0 1 0 0,-4-2 4 16,-10 0 0-16,12 0-1 15,-12 0 0-15,0 0 1 0,11-3-3 0,-11 3 6 16,0 0-6-16,0 0-4 0,5-4-40 16,-5 4-80-16,0 0-128 0,0 0-209 15,0 0-146-15,0 0-94 0</inkml:trace>
  <inkml:trace contextRef="#ctx0" brushRef="#br0" timeOffset="97530.35">22975 10204 1571 0,'-16'-4'17'0,"1"-1"20"0,8 3 14 0,-3-1 10 0,2 1 14 0,8 2 13 0,-11-3 19 16,11 3 9-16,-8-4-3 0,8 4-10 16,0 0-12-16,0 0-12 0,32 0-7 0,-1 0-1 15,19 0-7-15,22 4-9 0,13-3-4 16,34 5-5-16,3 0-8 0,3 6-6 0,15 0-5 16,10 5 1-16,14-3-3 15,51 9-3-15,-47-5-4 0,-2 2-4 0,-5-6 3 0,-13 1-2 16,-17-3 1-16,-14-2-5 0,-40-3-1 15,-5-4 2-15,-24-1-2 0,-3-2-2 0,-13 0 4 16,-10 0-3-16,0-2-1 0,-9 1-1 16,-1 1-1-16,-7-2-2 0,-5 2-3 15,0 0 3-15,0 0-5 0,0 0 3 16,-34-11 0-16,0 5 0 0,-11 4-1 0,-2-1 0 16,-16-3 1-16,-10 2-2 0,-2-2 3 15,-9 0 0-15,-23-2-3 0,0-1-3 0,1-1-1 16,-3 2 4-16,0 0 1 0,-5-1-2 15,3 1 2-15,-7 0-2 0,-4 1 2 16,4-1 0-16,-2 2 1 0,3-2 8 0,8 3 8 16,-2-2 8-16,25 2 5 0,1 1 10 15,4 0 0-15,5 2 7 0,9 0-11 0,20 0 0 16,6 0 12-16,13 2 18 16,9 0-5-16,7 2-3 0,12-2-4 0,0 0-9 15,39 7 5-15,24-2-2 0,16 2-4 16,47 5-4-16,15 0-11 0,12 1 1 0,7 1-5 15,6 2-1-15,3-1-1 0,49 3-3 16,-53-5-5-16,0-1-5 0,-13-1-2 0,-8-1 2 16,-15-6-18-16,-42 1-13 0,-14-5 7 15,-23-2-3-15,-7 2 5 0,-14-5-6 0,-11-1 2 16,-8 2 4-16,-6 0-7 0,-4 4 3 16,-25-15 2-16,-11 3 2 0,-19 0 3 0,-16-1-3 15,-28-1-1-15,-8-1 8 16,-4 1-2-16,-5 3 2 0,-6 0-2 0,-7 2 2 15,-8 4-4-15,-6 1 1 0,1 0 5 16,9 2-1-16,11 2-2 0,37 2 0 0,11 0 6 16,11 1-5-16,20 0 2 0,17 2 18 15,13 3 8-15,13-2 1 0,13 4 1 0,36 4-3 16,22 2-2-16,41 2-2 0,18 0-3 16,9-1 0-16,12-1-1 0,9-1-1 0,-2-3-5 15,-2-2 5-15,-8-1-3 0,-10-4 1 16,-20-2 3-16,-35-1-6 0,-15-4 2 15,-23 1-1-15,-9-6-7 0,-11 0 1 16,-13-1 0-16,-6-1-3 0,-10-2 4 0,-10 0-2 16,-13-9 4-16,-9 5-2 0,-17-3-5 15,-5 2 3-15,-4 3-2 0,-1 1-21 0,2 5-70 16,16 3-89-16,-2 0-132 0,13 6-274 16,9 0 40-16,1 2 52 0,1 0-226 0,2 1-211 15</inkml:trace>
  <inkml:trace contextRef="#ctx0" brushRef="#br0" timeOffset="104262.89">21393 10987 827 0,'0'0'215'0,"2"-5"-54"0,-2 5-37 0,0 0 3 0,4-5 3 0,-4 5 0 16,0 0-8-16,0 0-9 16,3-8-4-16,-3 8-1 0,0 0-3 0,0 0 3 15,4-2 3-15,-4 2 7 0,0 0 8 16,0 0 3-16,0 0-1 0,5-5 10 0,-5 5-4 15,0 0-6-15,0 0 4 0,0 0-7 16,0 0-11-16,0 0-9 0,0 0-8 0,0 0-4 16,0 0-9-16,0 0-9 15,0 0-7-15,0 0-11 0,0 0-8 0,0 0-2 16,0 0-2-16,0 0 1 0,0 0 29 16,0 0-4-16,0 0-7 0,0 0-2 0,2 17-4 15,-2-17 0-15,-2 8-2 0,2-8-2 16,0 10-2-16,0-3 11 0,0 0-1 0,0 0-2 15,0 2-7-15,0-1-5 0,0 3-1 16,0-3-4-16,0 2 2 0,0-1-2 16,0 1 1-16,0 0 2 0,-1 1-5 0,1-1-2 15,0 1 0-15,0-1-2 0,0-2-1 16,1 4-3-16,-1 1 0 0,0-5 2 0,2 1-6 16,0-1 0-16,1 0 0 0,-1 1-2 15,2 0 9-15,-3-2 5 0,3 1 10 0,0-2-4 16,-1 4 4-16,5-3-2 15,-2-2-3-15,4 1-2 0,-3 1 0 0,0-1-3 16,4-3 0-16,-4 5-11 0,0-6-1 16,3 4 1-16,0-5-4 0,-1 2-1 0,3 1-1 15,-3-1-3-15,2-1 3 0,1 0-6 16,-3 0-1-16,4-1-6 0,-1-1 5 0,-2 3-8 16,-10-3 4-16,21 0 4 0,-21 0-4 15,17-3 0-15,-7 2-2 0,-3-1-1 0,-7 2 3 16,17-4 4-16,-11 1 16 0,2-1-1 15,-3 1-3-15,2-2 1 0,2-2-3 0,-2 2-14 16,1-4 1-16,-3 2 0 16,4-1 0-16,-4-2 7 0,2-2-7 0,-1-3-1 15,-1 2-2-15,-1-3-1 0,3 0-3 16,-4-1 1-16,-1-2 4 0,2 2-8 0,-2-3 4 16,-2 4 3-16,0-2 1 0,2 3-11 15,-2-1 4-15,0 3 2 0,0-1-6 0,0 2 11 16,0 0-11-16,0 4 0 0,0-4-5 15,0 6 4-15,0-2-6 0,-2 1 0 0,2 7-3 16,0-10 5-16,0 10-18 0,0-10-31 16,0 10-29-16,0 0-42 0,-6-2-50 0,6 2-68 15,0 0-86-15,0 0-83 0,0 0-99 16,-12 17-231-16,12-10 47 0,3 1 77 16,-1 3-470-16,3 2-560 0</inkml:trace>
  <inkml:trace contextRef="#ctx0" brushRef="#br0" timeOffset="104813.29">22645 11258 2826 0,'-18'-7'-108'0,"4"2"32"0,0 2 26 0,3-2 39 0,-1 1 42 0,2 1 36 0,5 0 25 16,-3-2 16-16,8 5 8 0,-13-6 6 16,9 4 9-16,4 2-6 0,-6-5-18 15,6 5-9-15,0 0-7 0,12-9-11 16,-1 8-9-16,9-1-14 0,4 1 1 0,6 1-3 16,20-3-11-16,17 3 1 0,4 3-6 15,3 0-4-15,4 0 1 0,2 3-5 16,6-1-7-16,25 2-7 0,-2 0 6 0,-1 1-3 15,-24-5-3-15,-5 2 5 0,-4 1-4 16,-10-3-11-16,-16-1 7 0,-7-2-2 0,-10 2 1 16,-7-2 2-16,-4-2 4 0,-6 2 14 15,0-2 1-15,-3 0-10 0,-12 2 2 0,19-3-2 16,-19 3-3-16,14-2 1 16,-14 2-4-16,9-2-6 0,-9 2-14 0,0 0-36 15,12 0-65-15,-12 0-74 0,0 0-71 16,0 0-81-16,0 0-115 0,0 0-131 0,11 4 61 15,-11-4-243-15,0 0-247 0</inkml:trace>
  <inkml:trace contextRef="#ctx0" brushRef="#br0" timeOffset="105183.97">23961 11171 2025 0,'0'-6'-8'0,"0"6"19"0,0-8 14 0,0 8 8 0,4-10 4 0,-1 6 9 16,-3 4 0-16,4-4-6 0,-4 4-4 15,0 0 10-15,0 0 7 0,0 0 1 0,20 8-2 16,-17-2 2-16,6 4 14 0,-4-2 0 15,1 6-4-15,-1-1-3 0,-3 0-2 0,2 4-8 16,-1-5-1-16,-3 5-4 16,-3-2-1-16,-3 0-3 0,3 1 0 0,-5-1-6 15,-3 2-3-15,-3-1-1 0,3-3-2 0,-4 3-6 16,0-3 0-16,-1-1-5 0,1 1 1 16,0-3-1-16,0 1-5 0,1-3-7 15,3 0-35-15,-5 0-42 0,7-3-49 0,0-1-60 16,-3 0-75-16,4-2-121 0,8-2-103 15,-13 0-169-15,13 0-143 0</inkml:trace>
  <inkml:trace contextRef="#ctx0" brushRef="#br0" timeOffset="105580.01">24606 11251 1910 0,'0'0'75'16,"0"-11"-6"-16,0 11-8 0,0 0 0 16,0 0 34-16,0 0 17 0,0 0 15 0,20 25 0 15,-9-11 2-15,-2 7-3 0,2 4 2 16,5 4-3-16,-3-3 4 0,2 1-3 15,-2-2 9-15,-4-6-1 0,2-5-3 16,-4 1-1-16,0-3 3 0,-1-4 8 0,-1-1 13 16,-2 0 14-16,3-2 19 0,-2-1-5 15,1-1-16-15,-5-3-15 0,18 0-13 0,-7-4-16 16,4-1-8-16,2-5-12 0,1 0-14 16,7-9-9-16,-3-2-4 0,3-2-10 0,0-4-32 15,-2-1-51-15,-3-1-60 0,-1 0-59 16,1 1-81-16,-5 3-74 0,-3 7-84 0,-7 2-111 15,-1 3-175-15,-4 2 41 0,-4 6 73 16,-1-2-333-16,5 7-365 0</inkml:trace>
  <inkml:trace contextRef="#ctx0" brushRef="#br0" timeOffset="106212.42">23001 11763 2600 0,'0'0'10'0,"4"5"8"0,-4-5 30 0,6 7 47 0,-6-7 46 0,11 3 22 0,-5-1-4 16,-6-2-7-16,19 3-15 0,-9-1-11 15,1-2-9-15,-11 0-12 0,21-2-10 16,-6-1-3-16,-1 3-9 0,-1 0-1 0,-2-4-6 16,1 1-5-16,-1 1 0 0,-2-4 4 15,0 2-8-15,-4-2-5 0,1 2-6 0,-5-2-4 16,-1 6-8-16,-3-8-5 0,3 8-6 15,-13-9-1-15,-1 7-9 0,1 2 5 0,-6 2-8 16,-3 0-1-16,0 3-1 0,1 2 1 16,-10 2 2-16,8 3 4 0,7 0 11 15,2-1 16-15,5 3 8 0,1-2 21 16,6-1 7-16,4 4 8 0,6 0 2 0,6 8-7 16,8-3-9-16,3-1-8 0,1 1-4 15,1-3-6-15,2 1-9 0,-11-8-5 16,2-1-21-16,-6-2-37 0,2-2-54 0,-1-1-64 15,-5 1-94-15,-1-4-105 0,-1 0-121 16,-8-1-176-16,14 0-45 0,-14 0 70 0,0 0-433 16,11 0-503-16</inkml:trace>
  <inkml:trace contextRef="#ctx0" brushRef="#br0" timeOffset="111478.7">8920 14042 1039 0,'-16'-9'144'0,"16"9"-33"0,-5-5-14 0,5 5-14 0,-2-6-6 0,2 6-5 16,0 0-10-16,0 0-11 0,9-10 0 0,0 8-6 16,-9 2-1-16,24-3 0 0,-5 3 1 15,4 0-1-15,9 0-5 0,14 1-1 16,4 1-5-16,11 2 1 0,1-2-4 0,1 3-4 16,2-2-2-16,-2-1-3 0,-12 0-3 15,10 0 1-15,-7-2-6 0,0 0 4 0,-4-2-3 16,-2 2-1-16,0-2-3 0,-6 0 3 15,0 0-2-15,-5-2-2 0,2 2-5 0,-8 0 4 16,-3-2-2-16,10 1 10 0,0-3 2 16,5 2 2-16,-2-2-1 0,5 2 1 15,2 0-5-15,0 0 2 0,-3 0-3 0,3 4-1 16,-1-3-1-16,1 3 0 0,-3 0-2 16,3 0 0-16,-2-1-1 0,0 2-4 15,-1 2 1-15,5-3 1 0,-2 0 1 16,-1 2 0-16,3-2-4 0,-1 0 0 0,5 0 2 15,5-2-4-15,-8 2 1 0,-2-4 2 16,1 4-4-16,0-3 2 0,-3 1 1 0,1-2 0 16,-8 0-5-16,-6 4 2 0,-7-3 2 15,0 2-2-15,-6-1-1 0,-1 0 4 0,0-2-2 16,-3 4 1-16,0-5 1 0,1 3-1 16,-6 0-3-16,4-2 1 0,5 0 2 15,3 0-4-15,11 0 2 0,5-1 0 0,0 1-3 16,6 1 4-16,3 1-1 15,1-1-1-15,-1 1 2 0,5 0-1 0,-4 2-2 16,-2 0 2-16,2 0-3 0,2 0 4 16,-3 0-1-16,1 0-2 0,-2 0 2 0,-3-3-4 15,0 2 4-15,-6 1-1 0,1-2 1 16,-2 0 0-16,3-2 0 0,-4 3-1 0,3-3 2 16,1 1-2-16,0-1 5 0,-1 3-3 15,6-1-1-15,1 0 4 0,1 2-3 0,1 0 1 16,-1 0 1-16,2 0-2 0,-1 0 2 15,3 2-4-15,11 0 3 0,-10-1 0 16,10 1-1-16,0 0 0 0,-2 1-2 0,-11-3 0 16,-3 0 1-16,3 2 3 15,-2-2-5-15,-5 2 1 0,4-2 0 0,-8-2 1 16,-3 2 2-16,-11-2 1 0,-2 2-1 16,0 0-2-16,-4 0 2 0,0-1-2 0,-6 1 3 15,3 0-2-15,-3-2 0 0,2 2-3 16,-1 0 1-16,-3-2 1 0,3 0 0 0,-3 1 2 15,4-1-1-15,-2 0 0 0,10 2 0 16,1 0-1-16,3 0-3 0,14 0 1 16,2 4 0-16,3-3 2 0,0 3-1 0,-2-1-1 15,-1 1 0-15,4-1-1 0,-8 1 2 16,-3-1 2-16,-3 0-1 0,-6 1-1 16,-4-2 1-16,-2-1 1 0,-1 1-4 15,1-2 2-15,-6 0 3 0,5 0-3 0,-5 0 0 16,-2 0-1-16,3-2 2 0,-1 2 0 15,1 0-2-15,-4-1 1 0,1-1 1 0,3 2-1 16,-1-2 2-16,2 2-2 0,7 0-3 16,2 2 1-16,3-2 3 0,14 5-2 0,1-2-4 15,2 1 5-15,2 1 4 0,-3 3-1 16,3-4-1-16,11 4-3 0,-2 1 1 0,0 1 1 16,2 1-1-16,2-5-2 15,2 4 2-15,2 2 0 0,-4-4 0 0,-2 1-1 16,-4-1-1-16,-9-2 3 0,-2-2 1 15,-3-2-2-15,-11 0 0 0,-2-2 1 16,-5 2 0-16,-2-4-2 0,2 2 2 0,-3 0-2 16,4 0 1-16,2-2 1 0,-3 0 2 15,-4 2-1-15,-2-1 0 0,3-2-5 0,-7 3 4 16,0 0 0-16,-1 0 1 0,-12 0-4 16,18 0 0-16,-8 0 4 0,-10 0-6 0,15-4 4 15,-15 4 0-15,12 0-1 16,-12 0 2-16,11-2 0 0,-11 2 2 0,13 0-3 15,-13 0-2-15,14 2 2 0,-14-2 1 16,11 2 0-16,-11-2-1 0,10 2 0 0,-10-2-2 16,0 0 0-16,0 0 2 0,13-2 0 15,-13 2-1-15,0 0 1 0,0 0-1 16,8 2 4-16,-8-2-3 0,0 0 3 0,0 0 0 16,0 0-2-16,0 0 0 0,0 0-2 15,0 0 4-15,-33 6-2 0,22-6 1 0,-5 2-2 16,-2-4 4-16,-5 2-2 0,-6 0-1 15,-12-3-1-15,-6 0 2 0,0-1-2 0,-1 2-3 16,-13-1 3-16,0-2-2 0,11 3 1 16,-9-4 0-16,10 3 0 0,1-1 1 15,-1 3-2-15,-12-4 1 0,2 1 1 0,-6 0-1 16,-4 0 0-16,1-4 2 0,-7 3-3 16,1-3 3-16,-1 1-3 0,-4 0 2 15,0 0-2-15,6 1 0 0,2 2 1 16,0-1-1-16,8 0 1 0,13 3 1 0,2 0-2 15,1 1 2-15,8 1 0 0,4-2-2 16,7 2 2-16,-1 2 0 0,6-2 1 0,-1 1-2 16,-3 3 2-16,0-2-3 0,-1 0 1 15,-3-2 2-15,-8 4-1 0,-4-4-2 0,2 0 2 16,-2 4-3-16,1-2 4 0,-1 0 0 16,1 0-1-16,-4 0 1 0,2-2-1 15,-1 0-1-15,-2 2-2 0,4-2 2 16,-1 3-2-16,-2-6 1 0,6 3 0 15,6 3 2-15,-8-6 0 0,8 3-2 0,-6 0 5 16,5 0-6-16,-5 0 4 0,4 0-2 16,-5 3 0-16,-4-3 0 0,6 0 0 0,-6 0 2 15,6 2 0-15,-5 0 0 0,2 0-3 16,-4 0 2-16,2-2-2 0,2 1 0 0,-2-1 0 16,4 3 2-16,1-3-2 0,4 0 0 15,7 0 2-15,1 0 0 0,4 0 2 16,2 0-2-16,0 2 2 0,4 0-2 0,2 0-2 15,1-2-1-15,-1 2 2 0,5 0-23 16,-1 0-25-16,2 0-25 0,1 1-33 16,0-1-47-16,3 2-73 0,5-4-164 15,-10 6-200-15,4 0-91 0</inkml:trace>
  <inkml:trace contextRef="#ctx0" brushRef="#br0" timeOffset="113311.28">23895 14170 1502 0,'0'0'-55'0,"-19"-2"29"0,11 0 16 0,8 2 26 0,-11-1 20 0,11 1 9 0,-9-4 6 0,9 4 5 16,0 0-3-16,-9-7-5 0,9 7-3 0,0 0-5 15,0 0-5-15,23-10 4 0,-9 7 0 16,8-2 0-16,14-1 3 0,9-1-3 16,-2 2 2-16,7 2-3 0,15-5-1 0,0 4-2 15,6-3-6-15,3 4-3 16,2-1 1-16,4 1-3 0,2-1-4 0,0 1 0 0,-1 0-3 16,4 1 2-16,-5 0-5 0,-1 1 4 15,2 1-4-15,-7-2-1 0,0 2 0 16,-3 2-2-16,0-1-2 0,-1 1 1 15,0 0-2-15,0 1 0 0,2-2-2 0,-2 3-3 16,-2 0 1-16,1 1-1 0,0-2 0 16,-3 1 0-16,1-3 2 0,-1 5-2 0,0-6 0 15,-1 1-2-15,-15 0 1 0,4 1 0 16,-2 0-2-16,0-2 2 0,-2 2-1 16,0-4-1-16,-5 0 2 0,2 0-1 0,-4 1 0 15,0 0-1-15,-4-3 1 0,1 1-1 16,-1-1-1-16,-1 1 1 0,-10-1 3 15,-1-1 0-15,0 3-1 0,2-1-4 16,-4 0 0-16,2 3 1 0,2-2 1 0,12-1 0 0,-2 3 0 16,5-2 3-16,0 2-6 15,-1 0 2-15,4 0 2 0,-2 0-1 0,-1 2 1 16,0-1-1-16,-5-2-2 0,-2 1 3 16,-8 0-3-16,0-2 1 0,-4 0 4 15,0-1-3-15,0-2 1 0,0 3-1 0,2-4 2 16,11 1-3-16,0-1-1 0,4 2 1 15,2-2 0-15,-1 6-1 0,3 0-1 0,1 0 2 16,-4 0-1-16,0 4 0 16,-4-4 1-16,-6 4-1 0,-8-2 2 0,-5 0-2 15,-1 1 1-15,-4-3-1 0,3 2 2 16,-6 1 3-16,2-2 11 0,1 1 6 0,-1-2-1 16,1 0 1-16,0 0-1 0,6 0-4 15,7 0 0-15,3 0-2 0,11 2-4 0,5 0 1 16,3 0-2-16,15 3 0 0,2 0-1 15,4 2-2-15,1 1 0 0,0-1-1 16,-1 2 0-16,1 0-1 0,-4 0-2 0,-2 0 3 16,-10-2-2-16,-9-2 0 0,-8-2 1 15,-10 1 1-15,-8-3 17 0,-4-1 18 16,-3 2 3-16,-3-2-2 0,-1 0-8 0,-10 0-2 16,15-2-6-16,-15 2-1 0,11 0-14 15,-11 0-34-15,0 0-43 0,15 0-56 16,-15 0-77-16,8 2-82 0,-8-2-198 0,0 0-134 15,0 0-114-15</inkml:trace>
  <inkml:trace contextRef="#ctx0" brushRef="#br0" timeOffset="116328.55">15912 13116 1866 0,'0'0'73'0,"0"0"-6"0,-11-12 9 0,9 4 11 0,0-1 15 0,2-1 6 0,0 0 3 15,2-3-5-15,2 0-12 0,-1-2-8 16,5 0-5-16,-1-3-9 0,11-7-6 16,1 1-7-16,6-2-9 0,7-4-6 0,6-1 0 15,6-1-5-15,4 1-8 0,3-1-2 16,4 1-2-16,4-2 0 0,18-2-3 0,-20 6-5 15,0 3 0-15,2 2-6 0,-4 2 3 16,0-1 3-16,-3 5-6 0,-3 3-6 16,-10 1 3-16,-3 5 0 0,-6 1-5 0,-5 0 0 15,-4 3-3-15,-6 1 8 16,-2 1-5-16,-1 1-3 0,-1-1-4 0,1 1 4 16,-1 2 3-16,1-2-1 0,-12 2 2 0,17 2-8 15,-8-2 5-15,-9 0-27 0,18 3-31 16,-11-1-43-16,1 2-51 0,-8-4-84 15,10 3-120-15,-5 0-176 0,-5-3 52 0,0 0-75 16,4 4-54-16</inkml:trace>
  <inkml:trace contextRef="#ctx0" brushRef="#br0" timeOffset="116644.68">17115 12233 1440 0,'0'0'-57'15,"14"-3"27"-15,-14 3 25 0,25 5 15 0,-9-1 27 16,3 4 5-16,0-3 19 0,-1 5 4 16,0-2 3-16,0 1 1 0,-4 1 12 0,0 0 1 15,-3 1-6-15,-1-1 0 0,-2 2 8 16,-3-2 0-16,-3 2-2 0,-2-2-5 15,-2 2-2-15,-1-2-6 0,-6 4-8 0,-2 2-9 16,0-3-3-16,-1 4-4 16,-1-6-7-16,-2 3-3 0,0 0 0 0,-3-5-7 15,3 3-28-15,2-2-19 0,2-3-24 16,-2 0-30-16,4 0-46 0,0-1-49 0,4-2-80 16,-6-1-226-16,11-3-99 0,-5 4-75 15</inkml:trace>
  <inkml:trace contextRef="#ctx0" brushRef="#br0" timeOffset="117277.58">18237 12276 1535 0,'0'0'-23'0,"8"-4"33"0,-8 4 30 0,3-6 21 0,-3 6 18 0,6-4 9 0,-6 4 7 16,2-8-8-16,-2 8-2 0,0 0-9 0,-8-9-6 16,5 5-5-16,-7 0-4 0,-2 2 5 15,1 2-2-15,-2 0-5 0,-2 0-1 0,-7 4-2 16,0 2 0-16,-1-1-2 0,2 1-5 15,0 2 0-15,2-2-10 0,3 0 2 16,3 1 4-16,4-1-1 0,-3 2-4 0,9 0-2 16,-1 2-1-16,4-3 4 15,5 6 2-15,3-1-5 0,4 4-2 0,6 6-5 16,3-2 4-16,4 1-7 0,-3 1-1 16,0-1 1-16,-3-3-10 0,-1-1 4 0,-5-3-10 15,-4-3 8-15,1 1 13 0,-2-2 9 16,-5 1 30-16,-1-3 3 0,-2-2 4 0,-2 4 8 15,-1-3-3-15,-7 1-16 0,0-4 5 16,-3 4-9-16,-3-4-8 0,2-1-2 0,-4-1-8 16,3 1-2-16,0-3-9 0,-2 0-2 15,1 0-6-15,3-3-5 0,-2 3-30 16,4-4-36-16,-1-1-55 0,2 1-56 16,1-2-64-16,4-1-80 0,3 0-105 0,4-2-181 15,-1 1 39-15,7-2-181 0,-1 1-220 16</inkml:trace>
  <inkml:trace contextRef="#ctx0" brushRef="#br0" timeOffset="117610.47">18338 12371 1877 0,'5'-3'-53'0,"-5"3"21"0,9-5 11 16,-9 5 4-16,0 0 36 0,11 0 33 15,-11 0 11-15,7 8 20 0,-3-1 8 0,0 1 9 16,0 6 3-16,0 2-2 0,1-1-9 15,-3 0 2-15,4 2-3 0,-1 3-11 16,4-5 7-16,-4-1 6 0,4 3-8 0,-1-3 11 16,0-4-4-16,1 1 11 0,2-1-8 15,2-4 1-15,-4 0-12 0,4-3-6 0,-1 1-6 16,1-4-8-16,-13 0-4 0,23 0-6 16,-10-4-10-16,-1 1 0 0,-1-1 1 0,1-4-3 15,-3-2-9-15,0-1-2 0,0-3-6 16,0-4-2-16,-4 2-2 0,1-3 1 15,-2 2-5-15,-3-2-3 0,3 2-13 0,1 1-25 16,-5 4-42-16,0 2-52 0,-3 1-42 16,1 5-47-16,-2-2-70 0,4 6-141 0,0 0-149 15,-14 2 70-15,14-2-153 16,-8 10-146-16</inkml:trace>
  <inkml:trace contextRef="#ctx0" brushRef="#br0" timeOffset="118310.67">18574 12369 1666 0,'0'0'-63'0,"0"0"23"0,0 0 29 0,0 0 15 15,-3-6 15-15,3 6 14 0,-11-6 8 0,8 3 8 16,3 3 4-16,-11-6 0 0,3 5 3 16,8 1 5-16,-15-1 2 0,15 1 2 0,-22 1 4 15,9 0-1-15,2 2-3 0,-3 0-3 16,0 2-6-16,2-1-3 0,-3 1-8 0,1 0-1 16,1 2-6-16,4-2-4 0,-1 2-5 15,0-1-16-15,3 1-54 0,2 2-72 16,-4-2-100-16,6 0-176 0,-1-2-247 15,0 0-133-15</inkml:trace>
  <inkml:trace contextRef="#ctx0" brushRef="#br0" timeOffset="119078.3">18782 12369 1809 0,'0'0'12'0,"0"0"15"0,0 0 33 0,0 0 16 0,0 0 27 0,-10 17 15 0,8-10 8 16,2 4 5-16,0 1-4 0,0 0 7 15,4 1-3-15,1 3-3 0,-4-1-7 0,7 0 13 16,1 2-12-16,1-3-10 15,1 3-13-15,4-5 0 0,-1-1-17 0,1-3-6 16,-1 2-12-16,-2-4-1 0,4-1-5 16,-3-1-4-16,1-2-9 0,-1-2 1 0,1 0-4 15,-1 0-9-15,-2-4-3 0,-1-1-9 16,-1 0 7-16,0-4-6 0,3-1-3 0,-4 0 1 16,-1-5-6-16,1 1 2 0,-4-1-28 15,4 0-26-15,-7 1-35 0,3 0-29 0,0 4-47 16,-4 3-60-16,2-3-91 0,-2 3-121 15,0 7-151-15,0-8 50 0,0 8-160 0,0 0-176 16</inkml:trace>
  <inkml:trace contextRef="#ctx0" brushRef="#br0" timeOffset="119545.19">19195 12545 1928 0,'0'0'18'0,"0"0"12"0,0 0 13 0,0 0 7 15,0 0 7-15,0 0-1 0,0 0-2 16,0 0-2-16,-2-16-6 0,2 16-4 0,12-8-4 16,-4 5-4-16,-3-3-2 0,3 0 6 15,-2 1 4-15,2 0-1 0,-5-4-3 16,5 1 2-16,-7-2-1 0,3-1 4 0,-2-1-2 16,-2-6-2-16,0-1-6 15,-2 0-5-15,-2-3-2 0,3 0-3 0,-5-2-4 0,2 7 11 16,1 3 7-16,-3-1-8 15,0 3-5-15,0 2-1 0,2 3-3 0,-5 1-3 16,6 2-2-16,3 4-1 0,-13-2 2 16,13 2-1-16,0 0-2 0,0 0 10 0,0 0 10 15,0 0-2-15,0 0-3 0,0 0 0 16,47 6-8-16,-29-6 2 0,3 2-6 0,1-2 4 16,-4 2-7-16,3 0-2 0,-1-2-1 15,-4 3 3-15,0 1-1 0,1 2 7 16,-3 2 8-16,-3 0 22 0,1 3 1 15,-5 3 7-15,0-2-4 0,-3 3 8 16,2 1-5-16,-3 1-1 0,0 0-4 0,3 3-12 0,-4-1 3 16,-1 0 0-16,3-2-9 0,0 1-2 15,-2-3-3-15,1 3-9 0,-1-4-13 16,2-2-56-16,1 1-71 0,-4-2-64 16,3 1-72-16,2-2-94 0,-1-2-224 0,3-3 40 15,0-1 60-15,-1 0-94 0,4-4-70 16</inkml:trace>
  <inkml:trace contextRef="#ctx0" brushRef="#br0" timeOffset="119729.59">19822 12308 1678 0,'-9'-7'56'0,"1"3"15"0,8 4 15 0,-15-4 20 0,15 4 6 0,0 0 9 0,-21 6-5 15,12 0 5-15,1 2-4 0,-2 4-8 0,5 0-14 16,-1 2-6-16,0 3-15 0,3 0-1 15,1 0-10-15,0 2-3 0,2-2-2 0,0 2-52 16,4 0-56-16,-1 1-77 0,1-4-121 16,4-1-202-16,-1-1-46 0,1-2-130 15,3-1-124-15</inkml:trace>
  <inkml:trace contextRef="#ctx0" brushRef="#br0" timeOffset="120126.5">20280 12357 1672 0,'-9'-3'14'0,"3"0"20"15,6 3 10-15,-8-5 2 0,8 5 5 16,0 0-1-16,0 0-5 0,0 0-3 0,0 0-4 16,23-6-4-16,-12 6-5 0,3-1-1 15,0-3-2-15,4 1 1 0,0-1-2 0,-4-2 8 16,2 2 8-16,-3-4 15 15,-2-3 5-15,-1 1 9 0,-2-3 1 0,-5-1-6 0,-1 3 6 16,-2-1 1-16,-3 0 9 16,-5 3 6-16,-4 1 3 0,-4 2 3 0,-8 0-3 0,-1 2 19 15,-3 6 9-15,-12 6 14 16,2 2 7-16,1 5-6 0,-1 7 5 0,8 0 3 16,3 1-9-16,5 3-7 0,4-1 13 15,5 3-12-15,7-3-5 0,4-3-10 16,9 2-7-16,6 5-10 0,8-3-7 0,6 0-10 15,9 1-7-15,-8-7-4 0,5-3-8 16,-7 0-13-16,-3-7-45 0,-8 0-45 0,-2-4-66 16,-3 0-100-16,-2-2-114 15,-6-2-130-15,-2-2-225 0,0 0 44 0,0 0 78 16,-22 11-268-16,9-5-313 0</inkml:trace>
  <inkml:trace contextRef="#ctx0" brushRef="#br0" timeOffset="121730.69">27077 14252 753 0,'8'-11'274'0,"-8"11"-78"0,-4-10-42 0,4 10-27 0,-7-10-13 0,-2 6-15 0,-4-1-7 16,1 2-9-16,-6 2 1 0,0-1-2 16,-4 2-3-16,1 2-1 0,-6 2-1 15,2-2-4-15,1 3-4 0,-4 5-5 16,3 0-6-16,3-3-6 0,10 2-4 0,-2-2-3 16,4 1-2-16,5 0 16 0,3 1 23 15,6-1 7-15,5 4 1 0,10 5-3 16,8 2-7-16,4-3 2 0,1 5-5 0,6 4-11 15,-8-7 0-15,1 3-8 0,-4-2 4 16,-2 1-5-16,-5 1 7 0,-4-6 11 0,-5 1 21 16,-3-4 8-16,-4-1 12 0,-2 1 13 15,-4 0 2-15,-2-3 1 0,-4 4-7 0,-3-1-10 16,-5 0-7-16,-1-2-10 16,-2 0-7-16,-1-1-8 0,-2-2-4 0,1 0-9 15,3-4-8-15,-4-1-3 0,7-1-8 16,0-1-4-16,-1 0-6 0,3-3-7 0,2 0-31 15,-3-1-42-15,7 1-43 0,0-3-64 16,0 1-77-16,3 2-71 0,4 3-65 16,0-8-75-16,0 8-118 0,16-9-63 0,-3 4 59 15,6-3-231-15,4 4-274 0</inkml:trace>
  <inkml:trace contextRef="#ctx0" brushRef="#br0" timeOffset="121894.11">27291 14444 2094 0,'13'-15'15'0,"-3"4"48"0,-3 1 39 15,-1 2 32-15,-1-1 23 0,-3 4 12 16,-2 5-22-16,9-9-18 0,-9 9-16 0,0 0-3 16,0 0-23-16,0 0-2 0,16 23-7 15,-12-10-10-15,1 3-1 0,-4 1-25 0,1 2-82 16,0-1-79-16,-2 1-116 0,0-2-150 16,-2 1-178-16,0-3 56 0,-2 1-109 0,2-6-115 15</inkml:trace>
  <inkml:trace contextRef="#ctx0" brushRef="#br0" timeOffset="122576.17">27461 14309 1925 0,'-10'-12'101'0,"0"2"19"0,5 1 16 16,-1 1 0-16,0 4-12 0,6 4-15 15,-6-8-17-15,6 8-14 0,0 0 4 16,0 0-15-16,0 0-24 0,0 0-28 0,0 0-36 15,36 21-31-15,-24-5-25 0,-2 2-30 16,-5-1-31-16,2 0-24 0,-4 1 13 0,1-3 22 16,0-2 55-16,-1-3 70 15,-1 0 56-15,0-5 38 0,-2-5 19 0,6 5 26 16,-6-5 10-16,0 0 16 0,0 0-3 16,0 0 8-16,25-10-9 0,-18 7-11 0,-7 3-12 15,16-7-16-15,-9 5-8 0,-7 2-21 16,20 0-8-16,-20 0-7 0,23 7-10 15,-12 0-7-15,0 1-7 0,3 1-1 0,-5 3-9 16,2 1 1-16,-3-2-6 0,3 0-5 16,-3 0-3-16,0-1 2 0,-1-2-6 0,-1-2-4 15,0 1 7-15,1-3-6 0,-7-4-2 16,16 4 2-16,-16-4-3 0,21-8-4 0,-8 1 3 16,0-1-2-16,2-3-8 0,-2 1 5 15,3-2-8-15,-3 2 6 0,-1 1-4 16,-5 3 5-16,3-1-7 0,0 0 4 15,-5 2-3-15,1 1-6 0,-6 4-1 0,0 0-2 16,16-2 7-16,-16 2-6 0,11 9 8 16,-8-2-6-16,5 3-4 0,-3 2 4 15,4 2 0-15,0-1-23 0,-2 3-43 0,3-1-42 16,0 1-38-16,1-1-30 0,-3-1-26 16,-1-2-19-16,-1-1-9 0,0-3 16 15,-1 1 27-15,-1-6 18 0,0 1 18 0,-4-4 14 16,0 0 29-16,0 0 33 0,23-12 30 15,-13 0 17-15,6-11 21 0,2-2 20 16,0-2 6-16,4-3 18 0,4-8 17 0,-6 11 26 16,-4-2 28-16,4 3 25 0,-9 7 20 15,1 5 15-15,-5 1-3 0,-1 4-11 16,-1 1-15-16,-1 0-16 0,3 1-16 0,-7 7-11 16,0 0-8-16,7-1-7 0,-7 1-5 15,0 0-12-15,6 24-5 0,-5-9-31 0,-1 5-44 16,-1 2-43-16,-1 5-51 0,-2 9-38 15,0 2-30-15,1-1-44 0,-4-2-55 16,0-2-32-16,1-8-4 0,3-4 16 16,-1-4 33-16</inkml:trace>
  <inkml:trace contextRef="#ctx0" brushRef="#br0" timeOffset="122762.32">28240 14684 1916 0,'-2'14'-68'0,"0"-7"43"0,2-4 41 0,0-3 40 16,0 0 44-16,0 0 31 0,0 0 35 16,16-22 31-16,-11 8 14 0,4-3 1 0,7-9 4 15,1-2-6-15,-1 3-5 0,0-1-5 16,0-1-12-16,0 4-9 0,-4 5-15 0,0 2-19 15,1 1-14-15,-2 3-13 0,1 0-12 16,0 3-13-16,-1-1-14 0,-2 3-44 0,1 0-47 16,-3 2-64-16,3 0-64 0,-2 0-67 15,-2 2-62-15,-6 3-47 0,7-4-33 16,-7 4-53-16,0 0-120 0,0 0-21 0,0 0-187 16,-31 7-221-16</inkml:trace>
  <inkml:trace contextRef="#ctx0" brushRef="#br0" timeOffset="122910">28411 14415 2026 0,'-3'3'36'0,"3"-3"28"0,0 0 46 0,5 16 49 15,1-9 38-15,1 1 10 0,3 2 4 16,3 6-5-16,3-1-6 0,4 7-19 16,2 1-18-16,-1 0-16 0,2 1-14 0,-3-2-13 15,3-2-14-15,-1 3-37 0,-8-8-86 16,8 6-104-16,-8-4-98 0,0 0-145 16,-3-4-258-16,13 5 53 0,-8-3 73 0,0-3-160 15,0-1-151-15</inkml:trace>
  <inkml:trace contextRef="#ctx0" brushRef="#br0" timeOffset="123843.98">26755 15188 2068 0,'-9'-18'142'0,"7"-1"-9"0,9 5-9 0,26-3-10 0,24 3-19 0,25 2-9 0,42 1-7 15,16 7-5-15,16 2-11 0,11 5-5 16,5 3-16-16,0 5-70 0,-5-2-78 0,-11 0-110 16,-6-2-161-16,-12-4-138 0,-12 1-110 15,-14-7-122-15</inkml:trace>
  <inkml:trace contextRef="#ctx0" brushRef="#br0" timeOffset="135657.1">1959 13164 3048 0,'-10'8'92'0,"2"-4"-30"0,1 4-43 0,-1-1 33 0,4-1 32 16,0 2 32-16,2-2 42 0,6 1 24 15,6 0 9-15,3 0 6 0,14-5-15 0,20-2-13 16,22-2-18-16,7-5-13 16,31-5-9-16,0-5-16 0,-2 0-26 0,-6 0-3 0,-4 0-34 15,-25 0-30-15,-9 1-28 16,-9 0-37-16,-14 7-33 0,-11-1-76 0,-8 4-82 16,-8-2-114-16,-5 5-107 0,-8-2-188 15,2 5 29-15,-13-9-314 0,-5-3-411 16</inkml:trace>
  <inkml:trace contextRef="#ctx0" brushRef="#br0" timeOffset="135890.06">2402 12196 2802 0,'-23'-10'108'0,"5"0"18"0,6 1 20 15,1 0 6-15,5 2 9 0,3 2-13 0,1-3-19 16,2 8-2-16,16-15-20 0,2 11-14 16,18-3-3-16,7 6-10 0,7 4-42 0,9 2-63 15,2 9-86-15,-2 3-106 0,-7 0-151 16,-7 2-256-16,-7 5 57 0,-15-4 63 16,-7 4-139-16,-12 1-141 0</inkml:trace>
  <inkml:trace contextRef="#ctx0" brushRef="#br0" timeOffset="136290.51">1911 15250 2161 0,'-11'-3'284'0,"3"-1"13"0,8 4-7 0,-8-7 6 0,8 7-17 0,-2-8-28 15,2 8-23-15,11-10-26 0,3 1-19 16,8 0-23-16,8-1-70 0,8 3-108 16,2 0-93-16,1 1-138 0,4-6-195 0,-4 8-225 15,2 1 73-15,-6-4-300 16,1 1-378-16</inkml:trace>
  <inkml:trace contextRef="#ctx0" brushRef="#br0" timeOffset="138639.26">4805 16131 2443 0,'-20'-5'-38'0,"2"2"35"0,1-2 27 0,2-1 35 0,4 3 30 16,-5 0 17-16,0-2 24 0,0-2 12 16,1 1 17-16,3 1 0 0,1 0-5 0,4 3 0 15,7 2-11-15,-14-4-10 0,14 4-3 16,0 0-8-16,-9-4 0 0,9 4-3 16,0 0 1-16,0 0-6 0,32-5-7 0,-5 3-13 15,12-1-8-15,8 1-4 16,5-1-8-16,11 3-9 0,0 0-6 0,3 0-5 15,-4 1-6-15,-1 3-6 0,0-1-2 16,-1 2-4-16,-3 1-2 0,-10-3-3 0,1 2-6 16,-3-3-1-16,0 3 0 0,-6-4-2 15,1 1-2-15,-6-2-5 0,-5 0 4 16,-1-2 23-16,1 2 11 0,9-5 11 0,1 2 5 16,-7-1 1-16,-7 0 3 0,4 0-7 15,-7 1-9-15,-1 1-7 0,0-2-4 0,-4 3-4 16,2-1-2-16,-4 0-6 0,1 1-5 15,-1-1-3-15,0 4 0 0,0-2-3 16,3 0-5-16,1 0-3 0,1 1 5 0,4 1-1 16,0-2-3-16,5 0 0 15,2 2-4-15,8-2-19 0,3 1 3 0,4-4 0 16,-1 3 3-16,3 0-4 0,2 0 2 16,-3-2 1-16,-2 2 1 0,0 0 2 0,-2 2-2 15,-13-2-2-15,-4 2 1 0,-3-2 1 16,-2 0-2-16,0 1 3 0,-4-1 1 0,1 0-2 15,-4 2 4-15,0-2 0 0,-1 0-3 16,3 0 0-16,-16 0 2 0,29-2-2 16,-17 2-3-16,6-1 5 0,0-1-2 0,9 0 0 15,11-1 0-15,3 1 1 16,0-2 1-16,-1 0-1 0,4 4-4 0,-4-3 3 16,0 1-3-16,-5 2 4 0,-11-2 1 0,-1 0-3 15,0 2 3-15,-1 0-3 0,-6 0-3 16,5-2 4-16,-8 2-3 0,3 0 5 15,1 0-1-15,-2 0 1 0,4-1 0 16,4 1 0-16,4-2-2 0,-1 2-2 0,5-2 1 16,-1 1-1-16,-1-1 3 0,2 2-1 15,-5-2 5-15,3 2-5 0,-2-2 2 0,1 2-4 16,-5 0 3-16,-2-2 0 0,0 2 1 16,-1-1-1-16,2 2 0 0,-3-1-4 0,1 0 4 15,0 0 12-15,3 0-13 16,7 0-2-16,12-1 0 0,2 1 2 15,3 0-5-15,1 0 4 0,1 0 1 0,-1 0-1 16,-2 0-1-16,0 0 0 0,-5 0 4 0,0 1 0 16,-7-1-2-16,-5 0-5 0,0 2 6 15,-3-2-1-15,2 2 3 0,-1-2-4 16,-2 0 3-16,3 0 1 0,1 0 9 0,0 2-11 16,-1-2-3-16,3 2-1 0,-1-2 4 15,10 1 0-15,1 1 1 0,0 0-2 16,-6-2-1-16,-7 1 1 0,1-1 10 0,-1 2-13 15,3-2 4-15,-1 0-4 16,1 0 7-16,1-2-4 0,1 2-2 0,6-1 4 0,4-1-6 16,-2 0 2-16,4 1 6 15,-2-3-5-15,3 2 0 0,0-1 0 0,-2 0 10 16,3-1-11-16,-1 4 0 0,-4-2-2 16,-1 4 4-16,-4-2-1 0,-9 2 2 0,5-2-3 15,5 2 0-15,-5-2 1 0,-7 3 1 16,3-3 1-16,0 0-1 0,-1 1-1 15,3-2 1-15,-1 1 3 0,1 0-5 0,10-3 1 16,3 3 2-16,-4-2-1 0,4 0 2 16,-5-2-2-16,4 3-2 0,-1-2 1 0,-12 1-1 15,1-1 2-15,-5 3-1 16,3 0-1-16,0 0 4 0,-1 0-7 0,-1 0 5 0,0 0-1 16,2 0 2-16,-3 0 10 15,0 3-12-15,1-1 1 0,2-1 0 0,-3 1 7 16,5-2-4-16,-3 0-5 0,3 0 1 0,-1 0 4 15,-1 0-2-15,2 0 7 16,-3 0-12-16,1 0 10 0,1 0-8 0,-3 0 6 16,5 0-6-16,-1 0-4 0,9 1 4 15,2-1 0-15,2 0-2 0,-3 0 0 0,5 0 4 16,0 2-4-16,-4 0-3 16,2-2 6-16,-4 0 1 0,2 0 0 0,-8 2 0 0,-4-2-6 15,-1-2 4-15,0 2 2 16,-2-2-1-16,-4 2 0 0,-3 0 3 0,-1-2-6 15,-2 2 8-15,1 0-5 0,-6-1 1 16,4-1-3-16,-1 2 2 0,1-1 0 0,-3-1-2 16,0 2 4-16,0-3-1 0,3 3 0 15,-3 0 3-15,3-2-2 0,-3 0 0 16,-13 2 1-16,21-2 0 0,-21 2 25 0,16-2 25 16,-16 2 19-16,16-1 2 0,-16 1 10 15,11-3 2-15,-11 3-7 0,0 0-8 0,14 0 4 16,-14 0-12-16,0 0-3 0,0 0-5 15,13-4 6-15,-13 4 4 0,0 0 5 0,0 0-14 16,0 0-5-16,9-4 0 0,-9 4-9 16,0 0-11-16,0 0-37 0,0 0-89 15,0 0-126-15,0 0-173 0,0 0-240 16,-27-9-250-16,13 6 68 0,1 0 99 16,-1-1-616-16,-1 0-789 0</inkml:trace>
  <inkml:trace contextRef="#ctx0" brushRef="#br0" timeOffset="140873.01">14542 16198 3749 0,'-15'-3'-132'0,"1"-1"23"0,5 1 21 0,-1 1 27 0,10 2 34 15,-13-4 37-15,13 4 32 0,0 0 22 16,-15-3 11-16,15 3 0 0,0 0 2 0,0 0-7 16,0 0-2-16,0 0-6 15,0 0 8-15,0 0 3 0,0 0 0 0,63 2-14 16,-20 1-2-16,16 1-5 0,8-2-3 16,1-1-3-16,9 2-8 0,3-2-3 0,3 0-4 15,5 1 4-15,2-2-7 0,-2 2-1 16,-2 2-3-16,-1-4-2 0,0 2-5 15,-8 0 6-15,-5-2-6 0,-4 0-2 0,-19 0-1 16,-1 3 0-16,-14-3 3 0,-6-3-8 16,-1 3 7-16,0 0 1 0,-7 0 24 0,3-2 9 15,1-2-3-15,-3 2 0 0,1-2-7 16,3-1 0-16,0 2-3 0,2-1 0 16,12-1-1-16,6 2-6 0,4-2-17 0,13 3-2 15,3 0 2-15,4 2-5 0,2 2-2 16,5 2 3-16,-2-1 1 0,9 0-5 15,-6 2-2-15,2 1 2 0,-4-1 2 16,-2-2-5-16,-4 1-1 0,-5-2 6 0,-12 0-3 16,-5 0-1-16,-2-2 1 0,-11-2 0 15,-6 2 0-15,-3-2 0 0,2-2 1 0,-5 0 1 16,0 3-5-16,-5-3 0 0,2 1-1 16,-4 1 2-16,-2-2 0 0,1 1 4 0,-1 1-10 15,-2-1 10-15,1 2-3 0,1-1-4 16,-1 0 1-16,-12 2 1 15,24-2-1-15,-6 2 1 0,1 0 0 0,12 0-1 16,10 2-3-16,9 0 3 0,13 1 0 16,3 0 0-16,3-1 0 0,2 0-2 0,1-1 1 15,2 3 4-15,2-4-7 0,-2 2 1 16,-1 0 2-16,-1-2 1 0,-3 1 0 0,-6-1 4 16,-14 3-11-16,-2-3 5 0,-8 1 4 15,-6-1-2-15,-8 1 0 0,-7-1 6 16,3 0-3-16,-8 2-8 0,5-2 6 15,-2 0 1-15,-2 2-2 0,8-2 0 0,1 0 1 16,15 2-2-16,3 2 0 0,5-2-2 16,1 1 0-16,13 5 3 0,2-2 0 15,-4 0 0-15,1 0 0 0,-9 1-1 0,5-1 5 16,-10-2-6-16,2 2 3 0,-8 0 0 16,1-3-4-16,-8-2 5 0,-8 1-3 0,-3 0-1 15,-3-2 3-15,3 0 3 0,-1-2-6 16,-2 0 5-16,2 1-1 0,7-2-5 15,10-1 5-15,3 0 0 0,6 2-4 0,1 2 1 16,5 0-2-16,-2 4 1 0,-1-2 2 16,-1 2 0-16,-5 0-3 0,-2 0 0 0,-8-1 4 15,-9 1-1-15,0-2-2 16,-2 1 2-16,-3-2-1 0,1 1 6 0,2 0-5 16,3 0 3-16,5 0-1 0,10-2-3 15,6 0 4-15,3 0 0 0,3 0-5 16,-1 3 3-16,10 0 0 0,0-1 1 0,0 3-1 15,-14-3-4-15,2 3 3 0,-6-2-2 16,-4 1 0-16,-11-1 1 0,-4-1 2 0,-6 0-3 16,-3-1 2-16,-1-1 1 0,-1 2 0 15,-3-2 5-15,-10 0-5 0,22 0 0 0,-12-2 0 16,1 1 2-16,3 1-1 0,1-4-2 16,2 3 3-16,4-3-4 0,5 2 5 15,14 0-10-15,3 1 5 0,-2 1-2 0,4 1 2 16,-8 3-1-16,-2-2-1 15,-9-2 3-15,-2 2 7 0,-4-2-10 0,-3 1 4 16,1-1-4-16,-3 2 5 0,-2-2 4 16,1 0-4-16,-14 0 1 0,26-2-3 0,-11-1 1 15,5 1-2-15,-1 0 2 0,7-1-2 16,14 0 0-16,4 1 2 0,8 2-5 16,12 2 1-16,6-2-1 0,2 6 8 0,-4 0-5 15,-2 0 0-15,-5 1 2 0,-12-1-4 16,-4-2 1-16,-5 0 0 0,-9-1 4 0,-5-1-1 15,1 0 0-15,-6-1-2 0,2-1 2 16,-1-1-2-16,5-1-1 0,0 2-3 0,13-2 24 16,0 2 26-16,3 0 0 0,4 2-3 15,-6-2-1-15,4 2-1 0,-6-1 4 16,-6 3 9-16,-8-2-1 0,-7-1-1 16,1-1 3-16,-3 2 16 0,-3 0 5 15,-2-2-3-15,-11 0 0 0,20 2-2 0,-11-2 0 16,-9 0 21-16,0 0 22 0,19 0 7 15,-19 0 7-15,0 0-7 0,18 0-3 0,-18 0 3 16,0 0-2-16,0 0-2 0,15 0-6 16,-15 0 0-16,0 0-3 0,0 0 2 0,0 0-1 15,0 0-6-15,11-2-5 16,-11 2-3-16,0 0-6 0,0 0-79 0,0 0-9 16,0 0 0-16,0 0 0 0,0 0 0 15,0 0 0-15,0 0 0 0,0 0 0 16,0 0 0-16,6-5 0 0,-6 5 0 0,0 0 0 15,0 0 0-15,0 0 0 0,0 0 0 16,0 0 0-16,0 0 0 0,0 0 0 0,0 0 0 16,0 0-47-16,-17-11-470 0,0 6-232 15,-22-1-207-15,-1-1 98 0,3 0 94 16,-4 0-698-16,1 1-912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14:05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5250 2186 763 0,'0'0'269'0,"0"0"-46"15,0 0-9-15,0 0 4 0,0 0 13 0,0 0 0 16,0 0-3-16,0 0-8 16,0 0 13-16,0 0 4 0,0 0-2 0,0 0 3 15,0 0-2-15,0 0-7 0,0 0-5 16,0 0-13-16,0 0-7 0,0 0-14 15,0 0-10-15,0 0-8 0,0 0-15 0,0 0-12 16,0 0-9-16,0 0-11 0,0 0-11 16,0 0-15-16,0 0-9 0,0 0-15 0,0 0-3 15,0 0-11-15,0 0-6 0,0 0-5 16,0 0 0-16,0 0 21 0,0 0-22 16,0 0-5-16,0 0 4 0,0 0 3 0,0 0 3 15,0 0 0-15,9 17-6 0,-9-17-5 16,0 12 11-16,0-7-6 0,0 5-9 15,0-10 7-15,2 16-7 0,-2-6-1 0,0 2-10 16,0-2 12-16,0 0-17 0,2 2 8 16,-1-1-8-16,-1-1 3 0,0 0-3 15,0 3 7-15,0-3 26 0,2 0-5 16,-2 1-2-16,5-1 3 0,-5 0-9 0,2 1 4 16,0-1-9-16,1 0 0 0,-3 2 0 15,0-3-3-15,4 1-1 0,-2-1 0 0,0-1-2 16,1 0-8-16,-1 1 6 0,2 1-5 15,1-3-3-15,-2 2-1 0,-1-2 7 16,2 1 2-16,0-1 3 0,-1-2-1 16,1 4-2-16,1-1-26 0,2 2-4 15,0-5 0-15,-1 4 0 0,-1-2 0 0,4 1 0 0,-2-1 0 16,2 0 0-16,2-2 0 16,-2 3 0-16,0-4 0 0,0 0 0 0,1 1 0 15,-2-3 0-15,-8-2 0 0,16 4 0 16,-7 1 0-16,-9-5 0 0,11 1 0 15,-11-1 0-15,11 2 0 0,-11-2 0 0,0 0 0 16,21-2 0-16,-21 2 0 0,16-1 0 16,-16 1 0-16,16-5 0 0,-8 3 0 0,-8 2 0 15,17-7 0-15,-7 4 0 16,-2-1 0-16,-8 4 0 0,15-9 0 0,-10 5 0 16,6 0 0-16,-8-2 0 0,6 0 0 0,-3 1 0 15,1-3 0-15,0 0 0 16,0-1 0-16,-1-3 0 0,1-1 0 0,1-3 0 15,0-1 0-15,-3 2 0 0,-1-1 0 16,3-4 0-16,-5 1 0 0,1 0 0 0,1-3 0 16,-4 3 0-16,2 0 0 0,-4-1 0 15,4-1 0-15,-2 3 0 0,-2-2 0 0,0-4 0 16,2 5 0-16,-2 1 0 0,-1 0 0 16,1 0 0-16,2 0 0 0,-3 3 0 15,3 3 0-15,-2 0 0 0,0 2 0 0,2 1 0 16,-2 1 0-16,0 1 0 15,2-1 0-15,0 8 0 0,0-8 0 0,0 8 0 16,-5-4 0-16,5 4 0 0,0 0 0 16,0 0-59-16,0 0-626 0,-4 21-179 0,6-10-72 15,0 1 95-15,2 2-794 0,1-1-1072 16</inkml:trace>
  <inkml:trace contextRef="#ctx0" brushRef="#br0" timeOffset="1250.2">5836 1881 4072 0,'4'-7'-193'0,"-4"7"59"15,0 0 46-15,2-10 33 0,-2 10 47 16,0 0 33-16,0 0 38 0,-4-9 35 16,4 9 6-16,0 0 8 0,-9-10-7 0,3 6-8 15,6 4 0-15,-15-6-7 0,4 2-2 16,-2 0 3-16,-3 0-7 0,-2 0 1 16,4 1 3-16,-6 1 7 0,2-2-1 15,-2 3-3-15,-1-2-10 0,-6 3 3 16,2 0-2-16,-6 0-7 0,-12 0 5 0,4 4 5 15,-3 0-9-15,2 0 3 0,-4 1 5 16,3-1-2-16,0 2-4 0,1 0-5 0,1 2-5 16,1-2-5-16,1 3-3 0,2-1-12 15,1 1-4-15,2 1-2 0,1 0-3 16,-3 1-1-16,4 3 0 0,1 1 0 0,1 1-9 16,-1 2-4-16,0-1 9 15,2 6-1-15,2-2-6 0,-1 1 12 0,4 3 3 16,0 3-11-16,1 1-1 0,2 0 2 15,2 2-4-15,-1 1 4 0,6-3 3 0,-1 4 25 16,2 4 10-16,4 0-4 0,1-2-4 16,0-1-5-16,4 3 4 0,0 4 6 15,2-3 8-15,2 1-11 0,0 0-5 0,4-2-3 16,0-1-2-16,1 0-4 0,3-2-3 16,0 1 4-16,3-3 16 0,4 0 8 0,2-3 3 15,6 8 2-15,7-6-43 0,4-2-37 16,5 0 0-16,0-5 0 0,6-2 0 15,1 2 0-15,1-4 0 0,-1-2 0 16,2-5 0-16,2-1 0 0,-10-2 0 16,0-6 0-16,2-2 0 0,-1 0 0 0,1-2 0 15,3-2 0-15,0-6 0 0,-6 0 0 16,11-7 0-16,0-2 0 0,-5 0 0 0,-1-2 0 16,-3-1 0-16,0-4 0 0,-2 1 0 15,-3-4 0-15,-2 0 0 0,1 0 0 0,-6-3 0 16,-1-3 0-16,-6-1 0 0,3-2 0 15,-4-2 0-15,-2 1 0 0,-4 3 0 0,3-7 0 16,-9 4 0-16,4-8 0 16,-4 8 0-16,-2-1 0 0,-2-3 0 0,0-11 0 15,-7 8 0-15,2-1 0 0,-7-8 0 16,-3 2 0-16,-5 1 0 0,-6 4 0 0,-2 2 0 16,-8 1 0-16,-3 8 0 0,0 0 0 15,-13 8 0-15,0 5 0 0,-5 5 0 16,-4 5 0-16,-4 3 0 0,8 8 0 0,-3 2 0 15,-12 5 0-15,2 4 0 0,2 2-121 16,0 1-265-16,2 4-57 0,6 1-53 0,-1-1-50 16,7-2-96-16,11-3-186 0,5 0 76 15,8-2-601-15,9-2-807 0</inkml:trace>
  <inkml:trace contextRef="#ctx0" brushRef="#br0" timeOffset="1950.22">9598 2292 3910 0,'0'-14'-38'0,"2"7"28"0,-2 7 45 16,2-10 42-16,-2 10 32 0,0-6 20 0,0 6 1 16,0 0-5-16,4-8-17 0,-4 8-12 15,0 0 46-15,0 0 33 0,23 23 14 0,-4-3-5 16,2 4-1-16,0 2-15 0,2 2 3 16,5 5 1-16,1-3 6 0,-6-6-4 0,1-2-12 15,-3-1-13-15,-5-6 0 16,-3-2 26-16,-4-5 11 0,2-1 21 0,-4-1 21 15,0 0 22-15,1 0 12 0,-8-6-246 16,10 0-16-16,-10 0 0 0,22-13 0 16,-8 1 0-16,2-2 0 0,4-10 0 0,1-5 0 15,2-8 0-15,1-4 0 0,-1-6 0 16,-1-3 0-16,-4 5 0 0,3 6 0 0,-9 10 0 16,-1 7 0-16,-3 4 0 0,-3 7 0 15,-1 1 0-15,1-2-193 0,-3 8-446 0,-2-1-125 16,0 5-178-16,0 0 88 15,0 0-778-15,0 0-1071 0</inkml:trace>
  <inkml:trace contextRef="#ctx0" brushRef="#br0" timeOffset="2352.78">9926 1848 4404 0,'-11'-9'-123'16,"-5"5"11"-16,2 2 23 16,-4 4 33-16,-5 4 40 0,-9 12 42 0,-14 7 38 15,0 8 13-15,-11 20 19 0,1 11 19 16,8 8 23-16,-1 4 26 0,8 7 16 0,9 0-3 16,7 0-7-16,12-16-1 0,8-2 21 15,10-3-5-15,6-6-12 0,10-2 4 16,6-7 0-16,9-5-16 0,7-10-9 0,5-6-10 15,11-3-14-15,8-11-5 0,3-8-14 16,9-8-11-16,0-7-9 0,21-7-10 0,-3-8-12 16,-2-6-2-16,-7-5-4 0,-11-4-6 15,-4-5-9-15,-12-2-2 0,-15 4-4 0,-7-5-9 16,-9-3 0-16,-6-4 3 16,-6-4 0-16,-11-6-8 0,-9 2-6 0,-9-4-9 0,-8 4 1 15,-10 6-23-15,-18-6-18 16,2 22-33-16,-7 10-42 0,-7 10-45 0,-7 8-58 15,-4 10-61-15,-6 8-69 0,-1 5-79 16,0 5-100-16,0 2-183 0,-16 8-103 16,28-5 90-16,6 1-523 0,7-4-698 0</inkml:trace>
  <inkml:trace contextRef="#ctx0" brushRef="#br0" timeOffset="4067.11">6460 2498 3146 0,'-18'-3'-98'0,"5"-3"38"0,0 5 18 15,2-3 34-15,-1 2 35 0,0-1 46 0,12 3 32 16,-12-5 29-16,12 5 6 15,-16-4 0-15,16 4-7 0,-8-3 3 0,8 3-5 16,0 0 1-16,-11-5-5 0,11 5 0 16,0 0 2-16,0 0-1 0,-6-5-11 0,6 5-6 15,0 0 5-15,0 0 8 0,0 0 9 16,35 0 0-16,-17 0-10 0,9-2-2 16,15 2-15-16,2-3-3 0,3 1-11 0,5 0-7 15,11-1-6-15,1-1-14 0,2 1-5 16,2 0-5-16,4-1 15 0,2-3 10 0,-6 1 1 15,2-2 1-15,-2 0-7 0,-5 1-2 16,-4 1-20-16,-11 0-3 0,-10 0-7 16,-2 4 2-16,-9-2 2 0,-7 2 3 15,-6-1 0-15,-2 3 14 0,-1-2-14 16,1 1 1-16,-12 1-7 0,19-3 0 0,-19 3-8 16,17-2 9-16,-5 0-7 0,-12 2-2 15,19-2-2-15,-8 0 1 0,3 1-9 0,-3-2 0 16,2 1-14-16,3 2 10 0,-4-2-2 15,2 0-5-15,-1 2 1 0,1-2-1 0,1 0 0 16,6-2-6-16,2 1 2 0,3 1-1 16,15-4 13-16,4 0 13 0,16 0-1 0,7-3 1 15,-4 3-8-15,5 0-3 0,-3 0 1 16,2 0 2-16,-2 1-8 0,-13 3-7 16,9 1 7-16,-12-2-4 0,-4-1-5 15,-8 2 3-15,-9 2-6 0,-7-2 5 16,-4 2 11-16,-2-3 2 0,-4 3 6 0,1-1 0 15,-13 1-3-15,20 0-29 0,-11-2 0 16,-9 2 0-16,19-2 0 0,-19 2 0 0,24-2 0 16,-15 2 0-16,-9 0 0 0,23-3 0 15,-12 1 0-15,3 2 0 0,-14 0 0 0,18 0 0 16,-18 0 0-16,22 0 0 0,-22 0 0 16,16-2 0-16,-6 1 0 0,-10 1 0 15,21 0 0-15,-7 0 0 0,-2-2 0 0,4 2 0 16,-1-2 0-16,1 2 0 15,-2 0 0-15,2 0 0 0,-16 0 0 0,27-2 0 16,-18 2 0-16,-9 0 0 0,20 0 0 16,-20 0 0-16,12 0 0 0,-12 0 0 0,0 0 0 15,18 0 0-15,-18 0 0 0,0 0 0 16,13-1 0-16,-13 1 0 0,0 0 0 0,0 0 0 16,18-2 0-16,-18 2 0 0,0 0 0 15,0 0 0-15,14 0 0 0,-14 0 0 16,0 0 0-16,9-2 0 0,-9 2 0 0,0 0 0 15,0 0 0-15,0 0 0 0,0 0 0 16,0 0 0-16,0 0 0 0,0 0 0 16,0 0 0-16,9-6 0 0,-9 6 0 15,0 0 0-15,-16-23 0 0,7 11 0 0,-4-1 0 16,-3-1 0-16,3 2 0 0,-4 0 0 16,-8-7 0-16,2 2 0 0,4 4 0 0,4 1 0 15,-2 2 0-15,-1-1 0 0,5 3 0 16,0 0 0-16,2-1 0 0,-1 3 0 0,2 0 0 15,1 0 0-15,2 0 0 0,-2 4 0 16,2-2 0-16,7 4 0 0,-11-7 0 16,7 5 0-16,4 2 0 0,-6-4 0 0,6 4 0 15,0 0 0-15,-8-4 0 0,8 4 0 16,0 0 0-16,0 0 0 0,0 0 0 0,0 0 0 16,0 0 0-16,0 0 0 0,16 25 0 15,-7-17 0-15,2 2 0 0,5 1 0 16,3 2 0-16,5-1 0 0,1 6 0 15,-2-2 0-15,2-1 0 0,-6-1 0 0,-2-1 0 16,-2 1 0-16,-3-3 0 0,-1-1 0 16,1 0 0-16,-4 1 0 0,-3 0 0 15,-1 0 0-15,-4 2 0 0,-4 3 0 0,-3 1 0 16,-13 8 0-16,-4 4 0 16,-11-4 0-16,1 4 0 0,6-6 0 0,1-5 0 15,4 0 0-15,6-7 0 0,1 0 0 16,7-3 0-16,4-1 0 0,-3 0 0 0,4-2 0 15,4-5 0-15,-12 7 0 0,12-7 0 16,-7 5 0-16,7-5 0 0,-4 5 0 0,4-5 0 16,-7 5 0-16,7-5 0 0,0 0 0 15,-7 5 0-15,7-5 0 0,0 0 0 0,-9 6 0 16,9-6 0-16,0 0 0 0,-5 3 0 16,5-3 0-16,0 0 0 0,0 0 0 0,0 0 0 15,0 0 0-15,0 0-465 0,0 0-573 16,13 7 99-16,-13-7-1016 0,0 0-1375 15</inkml:trace>
  <inkml:trace contextRef="#ctx0" brushRef="#br0" timeOffset="5448.97">4145 5353 3412 0,'2'-10'202'16,"0"-2"29"-16,-4 1-22 0,2 6 36 16,0 5 17-16,-2-13-13 0,2 13-12 0,-3-9-15 15,3 9-24-15,-2-7-8 0,2 7-18 16,-2-8-22-16,2 8-15 0,0 0-6 0,0 0-7 15,0 0 14-15,-11 18-10 0,4 1 10 16,1 3-11-16,-6 11-4 0,5 6 3 16,-2-4-5-16,4 3-8 0,1-1-8 0,2-6-8 15,6 5-4-15,6-5-6 0,-2 1-8 16,5-3-6-16,2-4-3 0,7-4-9 16,-2-4-3-16,1-8-7 0,2 0-16 15,-1-3 0-15,3-4-25 0,-1-2-8 0,0-2 0 16,12-6 0-16,-7-3 0 0,0-1 0 15,-1-4 0-15,-3-1 0 0,-2-4 0 0,-2-1 0 16,-4-2 0-16,-2-2 0 0,-1-4 0 16,-5-1 0-16,0-3 0 0,3-2 0 0,-4-3 0 15,-3 2 0-15,-1 2 0 0,0 8 0 16,-1 6 0-16,0 5 0 0,-3 0 0 16,0 4-38-16,0 4-170 0,0-1-64 0,-3 4-80 15,3 5-109-15,0 0-129 0,0 0-257 16,0 0 45-16,-20 14 92 0,20-9-620 0,0-5-787 15</inkml:trace>
  <inkml:trace contextRef="#ctx0" brushRef="#br0" timeOffset="5882.67">5156 5444 3509 0,'-12'0'-54'0,"1"-2"43"0,11 2 36 0,-21 0 40 0,21 0 43 0,-20 2 39 16,20-2 22-16,-18 2 14 0,18-2-1 0,-13 2-1 15,13-2 1-15,0 0 1 0,-8 2 12 16,8-2 9-16,0 0-9 0,42 7-13 16,6-5-20-16,17-2-15 0,9-2-29 0,8 2-16 15,1-2-13-15,9 0-9 16,2 2-24-16,18-4-15 0,-22 4-32 0,-8-1-16 15,-8-3-38-15,-12 2-44 0,-17 1-21 16,-13-2-13-16,-7 3-26 0,-6-2-55 0,-6 0-74 16,-5 0-73-16,-3-2-85 0,-5 4-123 15,0 0-102-15,4-4 59 0,-4 4-362 0,0 0-443 16</inkml:trace>
  <inkml:trace contextRef="#ctx0" brushRef="#br0" timeOffset="6132.6">6141 5327 2999 0,'0'0'205'0,"-3"-5"10"0,3 5 20 16,0 0 3-16,0 0 18 0,0 0 10 0,0 0-3 15,0 0-4-15,21 14-29 0,-6-1-16 16,-2 1-16-16,4 8-27 0,-1 2-15 16,0 3-22-16,-4 0-6 0,-4-4-18 0,-5-1-7 15,-3-2-8-15,-3-1-7 0,-1 1-5 16,-1 1-3-16,-13 5-10 0,5-8-6 0,-5 4-1 15,-2-4-7-15,1-3-12 0,1-5-12 16,3 0-36-16,2-4-49 0,2-2-55 16,-1-1-70-16,0-2-93 0,12-1-101 15,-13-4-100-15,3-2-124 0,8-2-141 0,-1 0 54 16,3-3-535-16,3 1-681 0</inkml:trace>
  <inkml:trace contextRef="#ctx0" brushRef="#br0" timeOffset="7400.38">7542 5401 3117 0,'0'0'-105'0,"0"0"47"0,10-2 27 16,-10 2 29-16,0 0 25 0,0 0 25 16,9-2 21-16,-9 2 19 0,8-2 8 0,-8 2 1 15,0 0 10-15,13-4 3 0,-13 4 6 16,10-4 2-16,-10 4 9 0,11-4-3 0,-11 4 14 16,0 0 7-16,10-1 6 0,-10 1-4 15,0 0 2-15,9-4 8 0,-9 4-9 0,0 0-5 16,0 0-4-16,8-4-9 0,-8 4-14 15,0 0-11-15,0 0-5 0,3-8-7 16,-3 8-9-16,0 0 0 0,0-10-10 16,0 10-8-16,-3-10-7 0,3 10-10 0,-12-10-7 15,5 3 3-15,-1 0 6 0,-1 2-18 16,-4-2-9-16,1 4 5 0,-5-2-11 16,-1 3-2-16,4 0 13 0,-6 4-16 0,-5 1 3 15,3 1-4-15,-1 2-1 0,-7 6-1 16,-1-1 0-16,10 1-3 0,3-2-8 0,3 2 6 15,4 0-2-15,1 1 3 0,6-1-4 16,4-3 6-16,2 3 1 0,9 6 4 0,1-5 4 16,10 7 1-16,-2-3 10 15,7 1 17-15,-2-1 6 0,-4-6 20 0,-4-1 14 16,0-2 13-16,-6-1 11 0,1-1 8 16,-2 0 6-16,-3-2 0 0,-2-1-5 0,4 2-4 15,-9-5-10-15,9 5-9 0,-9-5-12 16,7 6-23-16,-7-6-60 0,8 5 0 15,-8-5 0-15,4 7 0 0,-4-7 0 0,0 10 0 16,0-10 0-16,-1 13 0 0,-6-4 0 16,3-1 0-16,-1 4 0 0,-3-3 0 0,1 1 0 15,-3 0 0-15,-3 2 0 0,-3 1 0 16,2-3 0-16,-6 1 0 0,3-2 0 16,-2-2 0-16,0 1 0 0,2-6 0 0,1 4 0 15,3-2 0-15,0-2 0 0,1-2 0 16,12 0 0-16,-25-2 0 0,25 2 0 15,-18-6 0-15,8 2 0 0,1 0 0 0,-1 0 0 16,2-2 0-16,8 6 0 0,-11-7 0 16,5 2 0-16,3 0 0 0,3 5-11 15,-7-8-424-15,7 8-101 0,3-8-106 0,-3 8-168 16,7-5-24-16,-7 5 91 16,13-8-679-16,1 8-872 0</inkml:trace>
  <inkml:trace contextRef="#ctx0" brushRef="#br0" timeOffset="7784.65">7973 5511 3986 0,'0'0'32'0,"-3"-12"47"15,-4 7 39-15,7 5 33 0,-4-10 24 0,4 10 10 16,-9-2 10-16,9 2 4 0,0 0 1 15,-14 12-2-15,11-2-31 0,-3 2-6 0,0 1-18 16,3 3-1-16,-1 1-8 16,6 0-3-16,-2-1 5 0,5 1-12 0,3 0-4 15,6-1-6-15,1-3-5 0,2-1 3 16,3-4-17-16,3-1-10 0,2-3-5 16,-5-2-1-16,2-2-5 0,-1 0 9 0,2-2 3 15,0-3 8-15,-6-1 7 0,1 0-3 16,-5-3-5-16,0 0-5 0,-5 0-64 0,-3-5-24 15,-1 1 0-15,-4 0 0 0,-2-4 0 16,-5-2 0-16,-1-1 0 0,0 0 0 0,-3 4 0 16,4 2 0-16,-4 1 0 0,2 4 0 15,-2 2 0-15,-1 2-124 0,3 3-144 0,9 2-69 16,-20 4-95-16,9-1-113 0,0 4-164 16,-1 0-121-16,3 1 82 0,5-4-680 15,4 2-878-15</inkml:trace>
  <inkml:trace contextRef="#ctx0" brushRef="#br0" timeOffset="8082.49">8422 5470 3910 0,'0'0'40'0,"0"0"49"15,12-3 52-15,-12 3 33 0,0 0 28 16,0 0 9-16,9-4-5 0,-9 4-20 16,0 0-15-16,0 0-3 0,13 10-5 0,-10 1-13 15,5-3-14-15,-3 6-9 16,2-1-35-16,6 3-7 0,-2-1-8 0,2 1-5 15,0-1-12-15,0 0-1 0,3-3-8 0,-3-2 4 16,1-1 7-16,-3 0-19 0,-2-4-13 16,1 0 3-16,0-2-1 0,-3-1-1 15,-7-2 0-15,14 2-9 0,-14-2 8 0,16-4-17 16,-7-4 7-16,-2 1-13 0,0-5-15 16,-1-2-20-16,4-6-32 0,1-8-26 0,-1-3-41 15,2 2-49-15,-1 2-50 0,-6 7-74 16,-1 5-94-16,1 1-124 0,-4 6-180 15,1 1 13-15,0 2 74 0,-2 5-431 16,6-5-514-16</inkml:trace>
  <inkml:trace contextRef="#ctx0" brushRef="#br0" timeOffset="8533.68">9123 5529 2753 0,'-7'8'79'0,"3"-5"51"0,4-3 43 16,-5 7 25-16,5-7 36 0,0 0 19 15,0 0 0-15,-6 7-15 0,6-7-21 16,0 0-12-16,0 0-25 0,0 0-14 0,0 0-16 16,0 0-17-16,0 0-12 15,0 0-11-15,0 0-5 0,0 0-12 0,0 0-13 0,31-12-2 16,-28 7 1-16,1-3-2 16,-2 2-1-16,0-3-6 0,-2-1-1 0,0-4-4 0,-4-1-2 15,0-7-9-15,-1 5-3 0,-1-5-6 16,0 7 4-16,0-1-12 0,3 3-7 15,-3 1-2-15,1 3-7 0,-2 1 4 16,2 3-7-16,-3 1-4 0,8 4-4 16,-9-5-1-16,9 5 1 0,0 0 1 0,0 0-1 15,0 0 4-15,0 0-2 0,29-10 1 16,-4 5-7-16,12-2 4 0,1 2-7 0,0 1 8 16,-6 3-9-16,-5 1 7 15,-2 1 3-15,-2 6 29 0,-6 2 26 0,0 3 11 0,-4 1 18 16,-1 3 16-16,-2 3 4 0,-5 1-7 15,-1 1-9-15,1 2-5 0,-4-6-13 16,-1 5-4-16,0-1-17 0,0-3-2 16,0 3-9-16,0-2-29 0,-1-2-42 15,1 0-65-15,0-3-64 0,0 0-85 0,0-3-94 16,0 1-113-16,1-2-123 0,-1-1-150 16,2-1-91-16,6-6 85 0,-3 2-659 0,-5-4-833 15</inkml:trace>
  <inkml:trace contextRef="#ctx0" brushRef="#br0" timeOffset="8749.46">10147 5366 3589 0,'0'-8'44'0,"0"8"83"0,-13-7 47 0,13 7 41 0,-14-2 41 16,14 2 10-16,0 0 44 0,-30 9 12 0,19-1 0 16,0 1-27-16,-1 3-24 0,0 2-21 15,0 3-18-15,3 1-22 0,4-5-19 0,-1 5-23 16,2-3-11-16,4-1-14 0,0 1-17 15,0-1-23-15,4 1-56 0,0-1-86 0,1-2-94 16,5 1-106-16,-4-4-121 0,1 1-146 16,5-1-192-16,-4 0-132 0,1-5 90 0,0 1-713 15,3-1-903-15</inkml:trace>
  <inkml:trace contextRef="#ctx0" brushRef="#br0" timeOffset="9131.2">10629 5441 4357 0,'0'0'132'16,"0"0"40"-16,0 0 33 0,-7-13 51 15,7 13 3-15,0 0-2 0,0 0-20 0,0 0-17 16,4-8-27-16,-4 8-21 0,15-6-16 16,-4 3-15-16,0-1-14 0,2 0-16 15,-2-2-3-15,-2 0-18 0,1-2-7 0,-1 0-11 16,0-1-7-16,2-1-5 15,-8 2-8-15,1-3 2 0,-2 3-9 0,-4-1-9 16,-4-1-2-16,-6 3-9 0,0 2-3 16,-10 2 1-16,-5 1-5 0,-10 5 5 0,-9 4-4 15,-4 7-4-15,2 1 6 0,7 6 13 16,3 4 1-16,7 6 13 0,7-6-1 0,4 4 5 16,7 0 8-16,8-4-5 0,3 0-55 15,4-3 0-15,7 7 0 0,6-2 0 0,4-2 0 16,4-4 0-16,6-3 0 0,1-3 0 15,3-3 0-15,-3-2 0 0,4-3 0 16,-3-3 0-16,-3-2 0 0,-1-4-220 0,2 0-135 16,7-4-123-16,-2-1-152 0,2-7-239 15,0 0 56-15,7-9 91 0,-13 6-674 16,10-10-848-16</inkml:trace>
  <inkml:trace contextRef="#ctx0" brushRef="#br0" timeOffset="9448.67">11961 4584 4053 0,'-5'-17'7'0,"-1"5"35"0,-2 6 20 0,3 2 26 16,5 4 42-16,-37 20 52 0,5 11 38 15,-4 9 59-15,-16 26 36 0,1 9 27 0,-2 15 3 16,-2 9 12-16,-3 9 7 0,5 6-6 15,1 3-31-15,9-6-21 0,1-2-30 0,12 0-138 16,-1-9-138-16,10-6 0 0,5-24 0 16,7-5 0-16,1-7 0 0,3-16 0 0,1-5 0 15,1-8 0-15,2-6 0 0,-1-6 0 16,0-5 0-16,0 0 0 0,0-2 0 0,2-5 0 16,0-5 0-16,2 6 0 15,-2-6 0-15,0 0 0 0,0 0-381 0,0 0-444 0,6-28-110 16,-6 16 100-16,1 0-939 15,-1-3-1203-15</inkml:trace>
  <inkml:trace contextRef="#ctx0" brushRef="#br0" timeOffset="9981.26">12261 5302 5158 0,'3'-11'0'0,"-3"3"52"0,0 1 50 0,0 7 57 0,2-10 65 16,-2 10 33-16,0-7 14 0,0 7-14 0,0 0 1 16,0 0 23-16,0 0 0 0,-7 37-7 15,0-4-18-15,-4 6-26 0,-2 11-99 0,0 3-131 16,0 1 0-16,0-3 0 16,-1-5 0-16,3-12 0 0,1 1 0 0,0-5 0 0,7-7 0 15,-3-4 0-15,4-5 0 16,0-3 0-16,1-3 0 0,1 2 0 0,1-5 0 0,-1-5-257 15,12 2-239-15,-12-2-91 16,23-13-119-16,-9 1-136 0,10-6 68 0,-1-6-766 16,-3-4-985-16</inkml:trace>
  <inkml:trace contextRef="#ctx0" brushRef="#br0" timeOffset="10164.82">12204 5274 4535 0,'-20'-8'57'0,"4"1"58"0,3 2 53 15,4 1 58-15,0 0 65 0,9 4 15 0,-7-6-4 16,7 6-21-16,0-7-26 16,0 7-18-16,14-8-28 0,2 2-22 0,8 3-22 15,11-4-50-15,7 6-68 0,-1-7-103 16,4 7-109-16,-2-2-115 0,2 3-121 0,-4 0-124 16,-1 3-117-16,-6 4-142 0,-9 3 67 15,-9 2-618-15,-11 2-792 0</inkml:trace>
  <inkml:trace contextRef="#ctx0" brushRef="#br0" timeOffset="10714.61">12119 5703 3506 0,'-26'14'56'0,"5"-3"65"15,0-1 28-15,8-2 35 0,1-1 38 0,3-1 33 16,3 0 22-16,-2-4 29 16,8-2 10-16,-4 8-8 0,4-8-23 0,0 0-27 15,18 4-29-15,-18-4-23 0,30 0-24 16,-5-2-53-16,-1-4-64 0,11-4-89 0,2-1-82 15,0-1-78-15,1-2-83 0,8-3-73 16,-4-3-41-16,1-1-16 0,-6-2 10 0,-8 2 34 16,-2 1 37-16,-5-1 32 0,-1-1 53 15,-5 5 50-15,-3 0 53 0,-4 6 53 16,-1 1 57-16,-2 2 52 0,1-4 41 0,-5 7 44 16,2-3 24-16,0 2 28 0,-4 0 21 15,1 0 6-15,1 1 3 0,-2 5-1 0,7-6 4 16,-7 6 15-16,0 0 23 15,0 0 5-15,0 0-6 0,-2 19-7 0,2-7-14 0,-5-1-9 16,3 4-10-16,1 2-17 16,-3-2-18-16,0 1-16 0,1-1-17 0,-1 2-8 15,0-3-14-15,2-2-13 0,0 0-8 16,-1-2-7-16,0-1-8 0,1-2-5 0,2-1-9 16,0-6-5-16,7 5-5 0,-7-5-47 15,16-9-4-15,4-4 0 0,6-7 0 0,5-9 0 16,1 0 0-16,2 0 0 0,-5 10 0 15,-4-3 0-15,-7 8 0 0,-4 1 0 0,-3 5 0 16,0 0 0-16,2 3 0 16,-8 3 0-16,-5 2 0 0,0 0 0 0,25 8 0 15,-18-1 0-15,-1 5 0 0,1 2 0 16,-2 3 0-16,2 2 0 0,-1 3 0 0,-1-1 0 16,1 1 0-16,0-3 0 0,-2 0-35 15,4-2-177-15,-5 1-71 0,3-6-112 16,-3 2-104-16,2-4-101 0,-1 0-147 0,-1-2-37 15,-1-2 88-15,2 0-644 0,-2 0-796 16</inkml:trace>
  <inkml:trace contextRef="#ctx0" brushRef="#br0" timeOffset="10948.73">13297 5424 4081 0,'0'-11'189'0,"0"5"32"0,0 6 31 16,2-12 37-16,-2 12 23 0,0 0 13 16,0 0 3-16,0 0-9 0,0 0-26 0,11 26-26 15,-6-9-26-15,-3 0-25 0,0 7-17 16,-2 1-24-16,-2 0-37 0,0 0-54 0,-3-1-63 16,3-2-87-16,1 2-69 0,-1-5-73 15,-2-2-69-15,0-3-87 0,3-3-83 0,-1-1-89 16,-2-4-104-16,2 0-117 15,2-6 61-15,0 0-605 0,0 0-758 0</inkml:trace>
  <inkml:trace contextRef="#ctx0" brushRef="#br0" timeOffset="11114.74">13437 5228 3824 0,'0'-11'67'0,"-2"2"37"15,2 1 27-15,-2 0 17 0,2 8-8 16,-3-8-10-16,3 8-15 0,0 0-14 0,-1-7-55 15,1 7-53-15,0 0-95 0,0 0-129 16,0 0-163-16,-13 15-250 0,9-11 53 0,4-4 70 16,-2 12-267-16,2-12-276 15</inkml:trace>
  <inkml:trace contextRef="#ctx0" brushRef="#br0" timeOffset="11631.64">13835 4928 2695 0,'-2'-24'293'15,"0"4"17"-15,-1 6 29 0,-2 1 56 0,3 3 30 16,0 4-7-16,0-1-32 0,2 7-39 16,-3-9-29-16,3 9 10 0,0 0-10 0,-8 30-30 15,5-3-27-15,-1 14-23 0,-2 11-23 16,0 4-20-16,0 0-20 0,5 0-15 0,-1 1-73 16,-4-3-87-16,4-6 0 15,1-4 0-15,-1-1 0 0,-3-6 0 0,3-2 0 16,-2-6 0-16,3-6-167 0,-1-5-63 15,-2 0-39-15,2-3-33 0,-1-5-46 16,-1-1-35-16,-3-3-9 0,2-2 7 0,5-4 26 16,-13 0 38-16,13 0 35 0,-19-14 50 15,7 4 61-15,0-5 57 0,1 3 54 0,0-5 61 16,1 6 54-16,3-3 34 0,-1 6 30 16,1 0 14-16,0 1 16 0,4 1 10 0,-3 2 12 15,6 4 19-15,0 0 24 16,0 0 27-16,-2-8 5 0,2 8-4 0,13-4-4 15,1 2-17-15,3-1-13 0,4 1-15 0,11-8-19 16,3 2-7-16,0-2-19 0,-3-1-4 16,0-3 10-16,-1 2 8 0,-9 4 6 15,-3-1-19-15,-6 3-145 0,1 0 0 0,-5 1 0 16,3 2 0-16,-6 0 0 0,-6 3 0 16,0 0 0-16,0 0 0 0,20 10 0 15,-17-3 0-15,-6 3 0 0,3 3 0 0,-2 1 0 16,2 3 0-16,-1 1 0 0,-1 0 0 15,-2-1 0-15,2 0 0 0,0 1 0 16,1-3 0-16,-1-3 0 0,0 1 0 16,0-5-54-16,2 1-526 0,-2-2-142 0,2-7-188 15,2 7 71-15,-2-7 94 0,0 0-731 16,0 0-925-16</inkml:trace>
  <inkml:trace contextRef="#ctx0" brushRef="#br0" timeOffset="12232.78">14086 5341 3910 0,'-3'-9'134'0,"-5"4"52"0,8 5 37 0,-6-10 19 0,0 5 30 0,6 5 7 16,-3-9-13-16,3 9-24 0,-6-7-33 15,6 7-43-15,0 0-71 0,0 0-80 0,11-8-84 16,-11 8-89-16,14-2-107 16,-3 4-87-16,-11-2-71 0,23 5-48 0,-3 2 36 0,7 3 118 15,-2-2 65-15,7 3 29 16,-8-4 23-16,-7-2 19 0,-4 0 33 0,-1 0 71 15,-3 0 73-15,1-1 67 0,-5-1 48 16,-5-3 67-16,12 3 37 0,-12-3 28 0,9 4 24 16,-9-4 12-16,0 0 1 0,11 4-16 15,-11-4-24-15,0 0-22 0,11 4-7 0,-11-4-31 16,1 9-16-16,-1-9-17 0,-1 14-17 16,-1-4-12-16,-2-1-12 0,-1 1-5 15,2 1-17-15,-3-3-10 0,1 2-13 0,-1-2-13 16,2-2-10-16,4-6-14 15,-6 11-8-15,2-5-4 0,4-6-32 0,0 0-16 16,0 0-12-16,0 0-1 0,0 0 4 16,12-31 0-16,3 8-2 0,6-9-4 0,12-6-1 0,-1-8 7 15,2-3 8-15,12-13 6 16,0-5 16-16,-14 16 12 0,-2-4 20 0,1-2 12 16,-6 1 13-16,-6 0-1 0,0 3 1 15,-11 16 6-15,-1 2-1 0,-3 10-9 0,-2 3 7 16,-4 6-17-16,2 4-2 0,-4 4-2 15,-1 4-7-15,-2 3 1 0,7 1 6 16,-24 13-4-16,7 11 16 0,1 7 11 0,0 13 22 16,-2 8 15-16,5 6 5 0,8 6-3 15,1 1 4-15,8 2-8 0,7 3 39 16,14 16 16-16,12-6-11 0,13-6-10 16,9-6-9-16,2-5-14 0,-1-9-8 0,-13-14-28 15,-1-8-37-15,-5-5-66 0,-6-9-53 16,-5-5-42-16,4-6-46 0,-5-4-63 0,0-3-91 15,-5-3-99-15,11-6-100 0,-3-2-133 16,-2-5-93-16,-5-3 74 0,2 4-596 0,-2-2-748 16</inkml:trace>
  <inkml:trace contextRef="#ctx0" brushRef="#br0" timeOffset="12914.75">15933 4797 3869 0,'2'-24'108'0,"-2"4"15"0,2 6 14 0,-2 4 11 16,0 5 3-16,0 5 44 0,0 0 36 0,-6 24 33 16,3 13 17-16,-8 23-14 0,2 14 1 15,0 29-3-15,-1 9-11 0,-1 6-19 16,0 5-17-16,-3 2-23 0,-1-7-11 15,-1 0-20-15,0-5-13 0,-4-13-17 0,3-7-14 16,2-26-12-16,-1-7-23 0,3-7-49 16,4-15-36-16,-1-6 0 0,2-7 0 0,5-8-26 15,-3-7-96-15,3-4-70 0,1-6-70 16,2 0-72-16,0 0-66 0,0-23-67 0,3 5-62 16,3-17-58-16,5-14-85 0,1-4-34 15,-1-5-618-15,5-3-782 0</inkml:trace>
  <inkml:trace contextRef="#ctx0" brushRef="#br0" timeOffset="13149.29">15976 5484 3397 0,'13'-13'-119'16,"-2"3"59"-16,-2 2 43 0,1 5 42 15,-1 1 39-15,2-2 35 0,-11 4 25 0,23 2 22 16,-9 1 16-16,-3 1 10 0,0 0 3 16,1 4 6-16,-4-2 6 0,-3 5 15 0,1-1 19 15,-4 0 5-15,-6 2 13 0,-1 2-10 16,-5 3-11-16,-2-2-24 0,-1 1-14 0,-10 3-21 15,9-4-24-15,-2-7-40 16,1 1-47-16,3-2-48 0,1-4-43 0,2-1-62 0,-2-2-60 16,11 0-78-16,-11-12-59 15,10 2-51-15,1-2-43 0,1-5-43 0,9-2-59 16,-2 0-47-16,10-6 21 0,6 4-520 16,-3 1-517-16</inkml:trace>
  <inkml:trace contextRef="#ctx0" brushRef="#br0" timeOffset="13431.11">16145 5426 2791 0,'13'-2'7'0,"-3"-1"78"16,-10 3 74-16,0 0 51 0,16 9 45 15,-12-3 36-15,0 2 26 0,-2 1 20 0,-2 5 9 16,2-2-20-16,0 5-5 0,4 1-17 16,-4 1-32-16,-1 0-25 0,3-2-27 0,2 0-22 15,-1 2-19-15,5-2-14 0,-4-2-11 16,3-3-15-16,5 0-11 0,-3-3-17 0,7-4-16 16,-4 0-19-16,0-1-21 0,1-4-21 15,6 0-15-15,-6-4-11 0,3-1 1 16,-4 0-5-16,0-4 3 0,-4 1-6 15,-1-4 3-15,-3-2-4 0,2-1-2 0,-6-2 3 16,-2 0 0-16,-2-2-5 0,-4 0 0 16,1 4-16-16,-2 1-17 0,0 2-28 15,-1 3-35-15,-6 3-37 0,3 6-43 0,-3 0-41 16,-4 4-67-16,-1 2-77 0,-2 2-74 16,2 3-92-16,-6 4-143 0,6-1-49 0,4-2 76 15,2 3-523-15,3-3-635 0</inkml:trace>
  <inkml:trace contextRef="#ctx0" brushRef="#br0" timeOffset="13631.76">16647 5407 3563 0,'0'-12'233'16,"2"2"37"-16,1 3 38 0,-3 7 45 16,0-10 27-16,0 10-10 0,2-7-28 15,-2 7-17-15,0 0-32 0,0 0-23 0,0 0-29 16,14 14-24-16,-12-2-24 0,2 5-40 15,-2 5-49-15,0 2-59 0,-4 3-70 0,0-4-73 16,0 2-78-16,0 4-75 16,-1-5-106-16,-1 0-90 0,0-4-93 0,2-3-118 15,1-3-88-15,1-4 70 0,0 1-578 16,1-7-714-16</inkml:trace>
  <inkml:trace contextRef="#ctx0" brushRef="#br0" timeOffset="13798.61">16851 5200 3286 0,'0'-18'39'0,"-1"3"65"0,-1 2 22 16,0 4 12-16,0 2-1 0,2 3-13 15,0 4-10-15,-4-9-14 0,4 9-18 0,0 0-51 16,0 0-80-16,0 0-106 0,0 0-117 16,0 0-145-16,0 0-161 0,0 0 54 15,-10 20-254-15,8-10-266 0</inkml:trace>
  <inkml:trace contextRef="#ctx0" brushRef="#br0" timeOffset="14148.68">16838 5317 2544 0,'0'0'265'0,"0"0"23"0,-1 8 27 0,1-8 22 16,-2 11 36-16,2-11 26 0,2 12-14 0,-2-4-18 16,1 2-34-16,1 2-34 0,2 1-29 15,0-1-28-15,-1 1-24 0,1-1-25 0,0 1-18 16,-2-1-19-16,2 0-21 0,-2-2-24 15,0-1-25-15,0 1-18 0,0-4-23 0,-1 2-17 16,-1-8-12-16,2 9-16 16,-2-9-24-16,4 6-11 0,-4-6-3 0,0 0 5 15,0 0 7-15,23-15 8 0,-12 6 7 16,1-2 18-16,1 2 20 0,0-3 10 0,3 4 15 16,-5 2 4-16,3 2 12 0,-5 1 11 15,2-1 1-15,-11 4 4 0,19 0-1 0,-19 0-4 16,22 8-3-16,-15-1-76 15,0 3 0-15,2 0 0 0,-4 1 0 0,3 1 0 16,-3 1 0-16,1-1 0 0,-3-2 0 0,2 0 0 16,1-1-144-16,-3 1-92 15,1-1-71-15,2-1-94 0,-1-3-100 0,2-3-113 16,-7-2-152-16,14 1 4 0,0-7 85 16,-1-3-610-16,5-5-745 0</inkml:trace>
  <inkml:trace contextRef="#ctx0" brushRef="#br0" timeOffset="14481.05">17650 4681 3705 0,'1'-27'103'0,"-2"4"49"0,-1 5 32 0,0 5 19 15,0 1 11-15,0 6-5 0,-1-2-7 16,3 8 1-16,0 0-10 0,0 0-17 0,-33 39-13 16,20-6-19-16,-2 16-13 0,2 2-28 15,-5 2-32-15,9 3-40 0,-3 5-30 16,4-2-47-16,-4-2-47 0,1-2-58 15,4-16-42-15,0 0-31 0,-1-8-14 0,3-2 4 16,4-9 15-16,-1-5 24 0,-2-1 37 16,2-4 47-16,2-1 57 0,-2-4 65 0,2-5 51 15,0 9 50-15,0-9 43 0,0 0 34 16,2 8 25-16,-2-8 44 0,0 0 15 0,9 10-1 16,-2-8-9-16,-7-2-20 0,15 9-27 15,-6-6-21-15,3 1-21 0,-3-2-41 16,5 1-51-16,-3 0-69 0,0-1-84 0,3-2-98 15,-14 0-122-15,20-2-148 0,-8-1-166 16,0-2-187-16,0-2 72 0,-3 2 82 16,-2-1-523-16,-1 1-626 0</inkml:trace>
  <inkml:trace contextRef="#ctx0" brushRef="#br0" timeOffset="15431.13">4199 7870 2102 0,'4'-12'959'0,"-1"4"-341"15,0 1-173-15,-3 0-125 0,0 7-78 16,2-7-51-16,-2 7-2 0,0 0 51 16,0 0 22-16,0 0 23 0,22 24-10 0,-11-7-11 15,3 5 1-15,6 5-2 0,-1-1-7 16,3 1-20-16,1 0-19 0,-1-4-20 16,1 2-9-16,-3-5-11 0,1-1-177 0,-4-3 0 15,-3-4 0-15,-1-4 0 0,3 1 0 16,-4-4 0-16,2-3 0 0,-1-1 0 15,1-2 0-15,3-4 0 0,2-4 0 0,6-11 0 16,1-1 0-16,-1-5 0 0,5-7 0 16,-3-5 0-16,-2-3 0 0,0-1 0 0,-5-1 0 15,-6 10 0-15,-1 4 0 0,-1 9 0 16,-4 3 0-16,-3 5 0 0,-1 3 0 0,0 5 0 16,-4 4-108-16,0 0-400 0,0 0-81 15,10 16-116-15,-7-7-159 0,7 4 73 16,2 3-782-16,6 6-1016 0</inkml:trace>
  <inkml:trace contextRef="#ctx0" brushRef="#br0" timeOffset="15664.44">5630 7836 4671 0,'-3'-12'87'0,"-1"3"36"16,2 2 41-16,0 2 44 0,2 5 36 0,-2-8 9 15,2 8-18-15,4-7-19 16,3 3-24-16,6 1-22 0,3 1-17 0,5 1-13 16,8-2-33-16,14 3-69 0,2 0-64 0,0 3-92 15,5-2-85-15,-2 2-105 0,-5-1-136 16,-1 2-161-16,-7-2-156 0,-9-2 65 16,-5 5-610-16,-3 0-764 0</inkml:trace>
  <inkml:trace contextRef="#ctx0" brushRef="#br0" timeOffset="15897.27">5985 7749 3792 0,'-11'-7'138'0,"-1"1"35"0,6 2 24 0,-3 1 18 15,9 3 8-15,-7-5-6 16,7 5-2-16,0 0 41 0,0 0 18 0,0 0-4 16,15 29-29-16,-1-11-19 0,2 6-22 15,5 2-20-15,-6 1-13 0,5 2-18 16,-6 4-15-16,-2-4-14 0,-6-4 0 0,-1-3-12 15,-5 5-11-15,-7 4-8 0,-4-1-13 16,-3-2-12-16,-3-1-33 0,-4-3-45 0,-2-4-53 16,0-1-59-16,-1-3-66 0,6-4-86 15,4-4-113-15,0-3-119 0,3-3-136 0,1 0-165 16,10-2 80-16,-23-6-698 0,15 0-880 16</inkml:trace>
  <inkml:trace contextRef="#ctx0" brushRef="#br0" timeOffset="16648.86">7674 7660 3578 0,'9'-6'-174'0,"0"-1"56"0,2 5 50 15,-4-4 46-15,0-1 38 0,4 0 38 0,-6 0 35 16,2 0 29-16,-3 0 22 0,3 0 22 15,-5 0 15-15,3 0 9 0,-1-1 1 0,-2 0-6 16,-4 1-4-16,0-3-10 0,-5 5-7 16,2-4-20-16,-3 2-16 0,-3 2-6 0,-3 0-13 15,2 3-15-15,-6 2-4 0,0 3-10 16,-6 2-4-16,-6 3-13 0,-1 5-5 0,-1 1-7 16,5 3-3-16,1-2-7 0,6 1-3 15,5-6-5-15,6 0-2 0,4-1 2 16,5-1-3-16,7-1 4 0,2 3-2 0,18 5-2 15,5-1 4-15,4 1 6 16,12 1-5-16,-1 2 16 0,0 0-8 0,-11-2 15 0,-6 0 0 16,-1 2 15-16,-6-1 25 15,-6 1 37-15,-10-3 35 0,-1-1 18 0,-4 1 6 16,-4 1 4-16,-2 0 2 0,-5 4-16 16,-8 2-11-16,-2 3-133 0,-5-5-36 0,-1-2 0 15,2-2 0-15,-6-1 0 0,2-1 0 16,6-4 0-16,1-1 0 0,4-7 0 0,2 1 0 15,1-3 0-15,0-3 0 16,-1 1 0-16,1-5 0 0,3-3 0 0,1-6 0 0,3 3 0 16,4-5 0-16,2 0-148 15,6-2-304-15,3-10-42 0,9 2-24 0,0 2-20 16,5-2-9-16,0 2 5 0,8-5 1 16,-2 7 53-16,3-5 81 0</inkml:trace>
  <inkml:trace contextRef="#ctx0" brushRef="#br0" timeOffset="16813.75">7821 7666 3036 0,'28'-27'-114'0,"-5"4"78"0,-8 3 69 16,-2 3 75-16,-3 5 68 0,-2 3 44 0,-3 0 30 15,1 1 10-15,-1 3 2 0,-3 0-20 16,-2 5-17-16,0 0 18 0,0 0 7 16,23 14-10-16,-17 2-35 0,2 5-13 0,1 8-20 15,1 5-21-15,-2-1-6 0,-1 2-28 16,1-3-49-16,-1 1-65 0,2-8-62 16,-6-3-79-16,3-1-98 0,-3-6-99 15,1 1-92-15,0-4-111 0,-1-4-151 0,4-1 46 16,0 0-508-16,-3-4-617 0</inkml:trace>
  <inkml:trace contextRef="#ctx0" brushRef="#br0" timeOffset="16980.45">8139 7385 3035 0,'-6'-14'21'0,"1"3"35"0,1 1 3 0,-1 3-7 15,3 3-6-15,2 4-7 0,-2-6-2 16,2 6 2-16,0 0-16 0,0 0-46 0,0 0-57 15,13 17-61-15,-8-7-91 16,2 1-120-16,5 7-133 0,3 5 35 0,1 1-109 16,1 1-62-16</inkml:trace>
  <inkml:trace contextRef="#ctx0" brushRef="#br0" timeOffset="17280.09">8309 7602 1783 0,'1'4'209'0,"3"0"53"16,-4-4 26-16,4 4 25 0,-4-4 16 0,0 0 1 15,0 0-8-15,5 9 10 0,-5-9 5 16,8 9-1-16,-2-1-15 0,0 1-32 15,-1-1-24-15,1 1-23 0,-1 2-20 0,2-3-21 16,-2 0-16-16,1 2-21 0,-1 0-18 16,3-3-15-16,-2 1-12 0,-4-1-13 15,2-2-11-15,-4-5-3 0,7 9-14 16,-1-5-13-16,-6-4-4 0,0 0-5 0,21-9-13 16,-6-3 2-16,1-2-4 0,7-5-6 15,-3-2 9-15,-1 5-6 0,-8 6-6 0,1 3-6 16,0-1-5-16,-5 4 3 0,-7 4-3 15,18 2 6-15,-18-2-4 0,16 14-5 0,-8-6 0 16,0 5-4-16,-1-2-20 0,3 3-40 16,0 4-56-16,-3-5-73 0,0-1-71 0,4-1-97 15,-4-3-100-15,2-1-90 0,1-4-124 16,0-1-127-16,-10-2 67 0,13-4-676 16,-13 4-847-16</inkml:trace>
  <inkml:trace contextRef="#ctx0" brushRef="#br0" timeOffset="18230.15">8493 5416 3552 0,'4'-3'-154'0,"-4"3"59"0,7-9 46 16,-1 4 48-16,-6 5 49 0,10-10 44 0,-4 4 40 16,-6 6 19-16,7-5 17 15,-1 1 10-15,-6 4 4 0,0 0-1 0,0 0 13 16,0 0 22-16,0 0 10 0,15 15-20 16,-13-3-2-16,-2 5-14 0,2 3-6 0,-2 1-6 15,2 4-15-15,2-1-13 0,-3-1-7 16,9 8-10-16,0-5-1 0,1-4-18 15,1-5-11-15,3-3-5 0,2-2-1 0,4-4-8 16,-6-3-5-16,8-3-6 16,-4-2-7-16,8-5-3 0,3-4-6 0,2-4-7 0,-1-3-2 15,-1-1-2-15,-5-2-1 16,-2 1 9-16,-6-3 3 0,-3 2-4 0,-5 2-8 16,0-1-8-16,-5-3-2 0,3 5-5 15,-6-2-5-15,-1-2-6 0,-1 3-14 0,1 4-37 16,-2 0-46-16,-3 1-73 0,1 4-90 15,3 3-91-15,-5 0-121 0,6 5-138 0,-9-3-206 16,9 3-13-16,0 0 93 0,0 0-660 16,0 0-827-16</inkml:trace>
  <inkml:trace contextRef="#ctx0" brushRef="#br0" timeOffset="19298.34">8890 7386 3704 0,'-4'-12'-37'15,"0"2"44"-15,2 0 24 0,2 1 17 0,-2 3 25 16,2-2 9-16,0 0 16 0,0 1 17 16,2-1 23-16,-2 3 11 0,0 5 12 15,2-9 0-15,-2 9-3 0,0 0-8 16,0 0 25-16,0 0 43 0,0 0 29 0,11 20 6 15,-9 3-13-15,2 14-11 0,0 1-12 16,-3 3-7-16,1 2-13 0,0-1-16 0,1-1-19 16,-1 0-14-16,-2-1-11 15,3-5-14-15,-3-4-15 0,0-5-30 0,0 0-54 0,0-1-68 16,0-7-88-16,0 2-109 0,0-5-129 16,2-1-136-16,-2-2-127 0,0-2-138 0,4-3 3 15,2-2 92-15,-3-1-631 16,-3-4-766-16</inkml:trace>
  <inkml:trace contextRef="#ctx0" brushRef="#br0" timeOffset="19480.41">9025 7728 3487 0,'-4'-25'127'0,"2"3"72"15,2 3 41-15,-2 2 27 0,2-1 25 16,2-3 4-16,0-2-12 0,3 1-18 0,-1 4-29 16,4-4-23-16,0 5-24 0,-1 3-19 15,3 2-53-15,0 3-59 0,-3 1-89 0,0 2-81 16,0 4-75-16,-7 2-76 0,0 0-67 15,0 0-58-15,13 11-68 0,-15-1-78 16,0 0-107-16,-7 9 58 0,-5 7-415 16,-1 1-474-16</inkml:trace>
  <inkml:trace contextRef="#ctx0" brushRef="#br0" timeOffset="19630.38">8945 7715 2755 0,'-6'5'119'0,"0"1"67"0,6-6 28 16,-7 6 38-16,3 0 46 0,4-6 30 15,4 14 21-15,-1-5-9 0,1 4-25 0,4-1-25 16,4 5-28-16,-1-1-20 0,2 1-30 15,4 3-22-15,2 1-32 0,3-2-50 16,-8-7-65-16,2-2-75 0,1 0-85 16,0-1-101-16,0-3-118 0,2-2-111 0,-4-4-118 15,3 0-150-15,3-2 59 0,1 0-560 16,11-9-679-16</inkml:trace>
  <inkml:trace contextRef="#ctx0" brushRef="#br0" timeOffset="19928.93">9951 7016 3680 0,'-10'-22'195'0,"1"3"43"15,0 6 31-15,1 1 28 0,-2 2 14 0,3 6 3 16,-3 4 3-16,-7 10 11 0,-6 15 8 16,-6 17-10-16,3 9-15 0,-1 9-5 15,-5 27-12-15,2 10-13 0,-3 2-23 16,1 4-128-16,0 1-130 0,0 0 0 0,2-1 0 15,-3-3 0-15,5-8 0 0,6-9 0 16,2-23 0-16,5-6 0 0,1-8 0 0,3-11 0 16,6-11 0-16,-2-4 0 0,2-5 0 15,1-4 0-15,0-7 0 0,4 2 0 0,0-6 0 16,0 0 0-16,0 0 0 0,13-17-238 16,-6 1-478-16,2-2-189 0,6-12 42 15,2 0 85-15,3 1-817 0,-2-1-1037 0</inkml:trace>
  <inkml:trace contextRef="#ctx0" brushRef="#br0" timeOffset="20263.46">10757 7178 4430 0,'2'-17'39'0,"-2"5"41"0,0 6 26 0,0-1 19 16,0 7 26-16,0 0 27 15,0 0 32-15,0 0 25 0,-21 46 9 0,9-7-5 16,-2 15 18-16,-4 8 7 0,3 4 0 16,-6 19-8-16,4-15-17 0,-4 17-21 0,5-17-18 15,-2-4-22-15,2 3-34 0,1-9-14 16,0-6-126-16,2-3-4 0,3-17 0 15,-2-2 0-15,7-9 0 0,1-6 0 0,2-5 0 16,2-2 0-16,0-5-40 0,0-5-200 16,0 0-82-16,0 0-98 0,0 0-83 0,15-24-78 15,-7 3-94-15,-4-1-92 0,5-10 68 16,-5-2-642-16,0-1-798 0</inkml:trace>
  <inkml:trace contextRef="#ctx0" brushRef="#br0" timeOffset="20431.18">10376 7790 3677 0,'-27'3'30'0,"2"-1"72"15,4 1 60-15,5 1 54 0,-2-2 42 0,5 2 31 16,1-2 10-16,1 2-3 0,11-4 2 16,-9 6 6-16,9-6-11 0,0 0-25 0,0 0-26 15,23 11-22-15,-3-10-23 0,7-1-32 16,3-1-61-16,12 1-66 0,2-6-77 0,3 1-112 16,1-1-130-16,1-1-156 0,3-5-174 15,2-1-207-15,-1 2 65 0,-1-2 95 16,-3 0-604-16,-10 3-722 0</inkml:trace>
  <inkml:trace contextRef="#ctx0" brushRef="#br0" timeOffset="20797.55">10980 7803 3325 0,'-10'5'115'0,"3"-3"64"15,3 2 29-15,4-4 10 0,0 0 28 16,0 0 30-16,0 0-6 0,0 0 3 0,18 3-26 15,-5-3-27-15,6-3-23 16,-1-1-25-16,6-3-16 0,-3 0-9 0,-1 1-16 16,0-2-15-16,-3 0-13 0,0-1-9 0,-3 1-6 15,-3-3-9-15,-4 0 6 0,0-4 2 16,-4 8-5-16,-3-3-13 0,0 0-10 16,-4 3-7-16,-6 2-5 0,-1 2-9 0,-3 3-7 15,-6 3 3-15,-1 1-8 0,-10 8 5 16,1 2-6-16,1 3-2 0,6 0 4 0,3 2 12 15,2-2 2-15,7-2 12 0,-5 10 0 16,7-7 2-16,6-3-4 0,-1 1 2 0,1-5-1 16,6 2-6-16,2 3-3 0,-1-7-5 15,5 0-3-15,5-2-28 0,1 1-38 0,1-6-64 16,2 0-77-16,3 0-96 0,1-2-143 16,3-2-153-16,0-2-173 0,11-4-80 15,1 1 87-15,-2 0-738 0,-9 1-917 16</inkml:trace>
  <inkml:trace contextRef="#ctx0" brushRef="#br0" timeOffset="21264.37">11512 8015 3904 0,'-13'-4'129'0,"1"2"49"0,2 2 24 0,10 0 3 16,-11-3-2-16,11 3-4 0,-3-3-17 15,3 3-14-15,0 0-22 0,0 0-13 16,11-17-15-16,-6 13-18 0,4-1-16 16,2 0-18-16,-4-5-14 0,2 2-8 0,1-1-4 15,0-3-2-15,-5 0-5 0,-1-1-1 16,0-5 4-16,-3 0 2 0,-1-8 0 0,-5-6-4 16,-1-4 6-16,-1 2-4 0,0 1-2 15,-5 3 7-15,2 9 1 0,1 4-9 0,1-1-1 16,-1 7-3-16,-1 0-4 0,2 4-10 15,1 1 2-15,-1 3-2 0,3-2-4 0,5 5 0 16,-11-3 0-16,11 3 0 16,0 0-3-16,0 0-1 0,25-11 2 0,0 8 1 15,11-1-5-15,0-1-8 0,-2 3 0 16,-7 2 1-16,2 2-4 0,-4 2 5 0,0 1 1 16,-4 4 29-16,-1 0 16 0,-6 4 40 15,-1 1 25-15,-3 4 13 0,-2 1 9 0,-3 2-9 16,-5 0-9-16,0-1-12 0,0 3-12 15,0 2-9-15,-1 0-11 0,1-3-31 0,-2-1-50 16,0-2-63-16,2 2-70 0,2-4-81 16,-2 0-108-16,3-1-118 0,1-4-103 0,2-2-124 15,-2-2-92-15,0-4 64 16,3-1-663-16,-1 1-824 0</inkml:trace>
  <inkml:trace contextRef="#ctx0" brushRef="#br0" timeOffset="21812.6">12022 7689 4065 0,'0'-6'94'0,"0"6"31"0,0-9 26 0,0 9 45 15,0 0 42-15,0 0 28 0,0 0-13 0,20 21-1 16,-15-9-19-16,5 1-11 0,-5 3-27 16,5 1-19-16,-6-3-15 0,3 3-19 0,-3-1-9 15,2-1-19-15,-5-1-7 0,1 0-2 16,3-4-18-16,-1 0-2 0,-4 1-15 15,3-4-8-15,-3 1-5 0,2-3-2 16,-2-5-3-16,2 10-16 0,-2-10-5 0,0 0-13 16,0 0-4-16,0 0-6 0,0 0-10 15,0 0-6-15,7-23-6 0,2 9 12 0,-2-3-16 16,1 6 4-16,-1-1-4 0,-2 2 3 16,4 3 3-16,-4-1-2 0,1 4 7 0,-6 4 4 15,14-3 16-15,-14 3-4 16,0 0 1-16,16 13 13 0,-6-6-7 0,-6 2-3 0,4-1 4 15,-3 1-4-15,3 0 2 16,-5 1-10-16,6-3 3 0,-6 1 0 0,5-2-4 16,-5 0 4-16,5-1-8 0,-5 0-10 0,-3-5-15 15,16 6-11-15,-16-6-14 0,18-1-23 16,-18 1 9-16,20-12-8 0,-2 4 6 16,-4-4 3-16,11-5 4 0,2-3 6 15,-2 1 12-15,-2 0 23 0,-3 5 23 0,-4 4 14 16,-3 0 13-16,-1 4 19 0,-1 3 27 15,-2 0 7-15,3 3 5 0,-12 0 2 0,17 12-1 16,-10-6-7-16,2 6-12 0,-4 2-7 16,1 0-6-16,-1-1-29 0,-1 3-39 0,1 1-9 15,-2-3-32-15,-1-2-33 0,2 3-43 16,1-5-40-16,-3 1-42 0,0-1-48 0,0-3-70 16,2 0-55-16,-1-1-51 0,-3-6-53 15,5 6-50-15,-5-6-85 0,7 1-40 16,-7-1 59-16,0 0-455 0,19-7-529 15</inkml:trace>
  <inkml:trace contextRef="#ctx0" brushRef="#br0" timeOffset="21981.21">12804 7790 2947 0,'13'-16'87'0,"-1"3"73"15,-3 1 57-15,0 3 36 0,2 1 26 0,-6 5 21 16,4 2 15-16,-9 1-16 0,0 0-9 0,18 7-16 16,-13 2-26-16,-1 2-21 0,0 5-27 15,-2-1-35-15,-2 2-57 0,-2 1-58 0,-2 0-49 16,2 1-68-16,0-2-91 15,-3-2-84-15,0 1-64 0,3-3-68 0,1-4-89 16,-3 2-128-16,4-3-58 0,0-1 64 16,0-7-430-16,-2 7-491 0</inkml:trace>
  <inkml:trace contextRef="#ctx0" brushRef="#br0" timeOffset="22129.41">12912 7707 2858 0,'-2'-17'110'0,"2"1"53"0,-2 3 26 0,2 2 14 15,-1 4 1-15,1-3-8 0,0 10-16 16,-2-10-20-16,0 5-37 0,2 5-56 16,-2-8-83-16,2 8-120 0,0 0-152 0,0 0-176 15,0-7-115-15,0 7 59 0,0 0-313 16,0 0-320-16</inkml:trace>
  <inkml:trace contextRef="#ctx0" brushRef="#br0" timeOffset="22512.36">13200 7632 2706 0,'0'0'292'0,"0"0"31"0,0 0 29 0,-28 11 15 15,22-2 21-15,1 3-2 0,-4 2-12 16,7 1-30-16,-7 3-33 0,7-1-29 0,1-1-25 16,-1-3-24-16,2 1-26 0,-2-3-21 15,2 0-19-15,-2-1-15 0,2-1-20 16,-2-1-19-16,-1-1-20 0,6-1-13 0,-3-6-17 15,0 11-17-15,0-5-18 0,0-6-14 16,0 0-13-16,0 0-9 0,0 0 0 16,24-21-5-16,-10 7 3 0,6-8 3 0,2 0 2 15,-3 0-5-15,1 1 12 0,0 6 20 16,-6 2 17-16,-3 4 19 0,0 1 13 16,-3 5 17-16,-1 1-13 0,-7 2-75 0,22 3 0 15,-15 2 0-15,4 6 0 0,-3-1 0 0,-2 3 0 16,1-1 0-16,-3 2 0 0,0 1 0 15,-1-3 0-15,-3-1 0 0,4 1 0 0,-2 0 0 16,3-1 0-16,-2-1-87 16,-3-1-386-16,4-1-112 0,-2-1-112 0,0 0-158 15,0-4 80-15,-2-3 81 0,7 7-675 16,0-3-823-16</inkml:trace>
  <inkml:trace contextRef="#ctx0" brushRef="#br0" timeOffset="23045.59">13593 7753 3831 0,'0'-8'128'0,"0"8"68"0,0 0 51 0,0 0 42 16,0 0 48-16,0 0 27 16,0 0 9-16,0 0-3 0,9 24-29 0,-5-18-29 15,0 1-35-15,-3 1-29 0,4-2-24 16,-3 1-27-16,0 0-45 0,0-2-39 0,-1 0-29 16,-1-5-26-16,0 9-28 0,0-9-21 15,-1 7-19-15,1-7-38 0,0 0-42 0,-16 3-41 16,16-3-31-16,0 0-20 0,-19-7-19 15,11 4-18-15,3-2-2 0,-3 0-1 0,5 0 21 16,-3-2 31-16,1 0 22 0,3 2 33 16,2 5 38-16,0-11 41 0,0 11 40 0,5-6 42 15,-5 6 33-15,9-5 36 16,-9 5 21-16,13-2-1 0,-13 2-6 0,18 2-12 16,-18-2-9-16,23 1-4 0,-8 0-12 15,0-1-3-15,6 0-6 0,6 0-10 0,1 0-8 16,18-2-5-16,1-4-16 0,11 0-17 15,-3-6-38-15,-3-5-46 0,-7 0-39 0,1-9-25 16,-8-3-16-16,0-6-15 0,-2-7-7 16,-2-2 4-16,0-5 0 0,-9-5 14 15,0-1 17-15,-7-1 26 0,-5 1 27 0,-8 14 22 16,-5 4 20-16,0 10 9 0,-5 7 5 16,-1 7 4-16,-3 3 25 0,-3 5 18 0,3 8 17 15,-6 3 26-15,1 7-1 0,-2 13 1 16,0 7 5-16,0 13 5 0,3 6 3 0,2 2-8 15,6 5-1-15,-6 1-9 16,4-2 1-16,2-6-12 0,-1 2 0 0,0-13-9 0,-2 0-2 16,4-7-2-16,3-8-2 15,-1-3-12-15,-2-6-29 0,2 0-39 0,0-3-38 16,2-2-68-16,2-3-100 0,4-2-142 16,-1-4-179-16,5-1-203 0,2-2 52 0,-12 0 83 15,30-7-564-15,2-4-659 0</inkml:trace>
  <inkml:trace contextRef="#ctx0" brushRef="#br0" timeOffset="23313.14">15188 6720 3232 0,'-12'-29'85'0,"1"3"60"0,3 9 28 0,3 5 3 0,1 3 5 0,-2 7 43 0,6 2 42 16,-12 28 37-16,7 13 15 0,-8 24-3 0,-5 37 32 15,0 12 5-15,-11 10-1 0,-1 6-18 16,-11 7-15-16,-13 30-10 0,5-39-27 0,1-7-21 16,-2-7-37-16,-2-11-223 0,4-9 0 15,1-8 0-15,0-5 0 0,8-15 0 0,8-14 0 16,3-6 0-16,1-7 0 0,8-13 0 16,7-5-80-16,3-7-274 0,2-5-100 0,0-2-111 15,5-2-148-15,2-5-104 16,0 0 74-16,0 0-776 0,0 0-963 0</inkml:trace>
  <inkml:trace contextRef="#ctx0" brushRef="#br0" timeOffset="24513.55">15562 7753 4613 0,'-4'5'193'0,"4"-5"9"0,-3 7 43 0,3-7 36 15,-2 8 38-15,2-8 19 0,0 0 0 16,11 6-8-16,-8-3-24 0,-3-3-27 15,19 0-24-15,-5 0-31 0,0-1-23 16,8-2-134-16,-3-1-67 0,13-5 0 0,-7 1 0 16,4-4 0-16,-5-1 0 0,-3-1 0 15,2-4 0-15,-2-1 0 0,-8 0 0 0,-1 2 0 16,-7 3 0-16,0-3 0 0,-5 2 0 16,-7 1 0-16,0 4 0 0,-4 0 0 0,-9 6 0 15,-1 3 0-15,-5 4 0 0,-13 8 0 16,-6 7 0-16,-1 4 0 0,6 7 0 0,6 2 0 15,2-2 0-15,5 6 0 0,9-8 0 16,5 3 0-16,4-1 0 0,6-3 0 0,4-4 0 16,3-5 0-16,5 2 0 0,4-4 0 15,10 5 0-15,0-9 0 0,1-5 0 16,2-4 0-16,0-2 0 0,17-2 0 16,0-6 0-16,7-5 0 0,4-3 0 0,-5-3 0 15,-1 2 0-15,-14 2 0 0,-2-3 0 16,-1 2 0-16,-5-2 0 0,-1 2 0 0,-4 7 0 15,-6-2 0-15,-4 6 0 0,1 0 0 16,-4 0 0-16,-3 3 0 0,-5 2 0 0,12 0 0 16,-12 0 0-16,8 8 0 15,-6 1 0-15,0 0 0 0,-2 2 0 0,0 0 0 0,0 1 0 16,0 2 0-16,0-1 0 16,0 0 0-16,1-1 0 0,-1-4 0 0,2 1 0 0,-2-2 0 15,0 0 0-15,2-2 0 16,2-1 0-16,-4-4 0 0,7 2 0 0,-7-2 0 15,20-6 0-15,-5-5 0 0,9-6 0 16,5-2 0-16,0-1 0 0,-6 1 0 0,3 0 0 16,3 2 0-16,0 3 0 0,-11 2 0 15,0 6 0-15,-5 0 0 0,-1 3 0 0,-3 0 0 16,0 3 0-16,-9 0 0 0,18 4 0 16,-13 4 0-16,3-2 0 0,-2 1 0 15,0 3 0-15,-4 1 0 0,1-2 0 16,-1 4 0-16,4-1 0 0,-3-2 0 0,-1-1 0 15,5 3 0-15,-4-5 0 0,3 0 0 16,-1-4 0-16,3 1 0 0,-8-4-58 0,15 0-470 16,-2-4-66-16,-1-3-68 0,5-3-109 15,8-9-16-15,2-3 77 0,1-13-678 0,1-5-841 16</inkml:trace>
  <inkml:trace contextRef="#ctx0" brushRef="#br0" timeOffset="24880.29">17214 7025 3794 0,'5'-22'63'0,"2"6"94"0,-4 4 58 0,1 2 52 15,-2 3 37-15,-2 7 24 0,0 0 27 16,0 0 18-16,0 0 13 0,-33 39-25 0,10 4-9 16,0 7-10-16,0 3-7 15,-1 6-14-15,1 4-83 0,0 0-238 0,2 2 0 16,2-3 0-16,4-2 0 0,2-7 0 16,1-7 0-16,2-11 0 0,5-3 0 0,-1-10 0 15,3-5 0-15,1-2 0 0,0-5 0 16,2-3 0-16,2-4 0 0,-2-3 0 0,0 0 0 15,0 0 0-15,14-13 0 0,-10 3 0 16,-2-2 0-16,2 1 0 0,-4-3 0 0,-4 4 0 16,-5-1 0-16,-7 7 0 0,-1 2 0 15,-6 2 0-15,-13 9 0 0,0 4 0 16,6 4 0-16,-1 4-20 0,5 0-20 0,4 1 24 16,1 0 24-16,10-3 12 0,4-4 12 15,1 1-16-15,2-9-16 0,6 4 0 16,0-4 0-16,5 0 0 0,1-1 0 0,-1-5 0 15,3 0 0-15,-10-1 0 0,22-1 0 16,-6-4 0-16,-3 3 0 0,5-3-288 16,-7 0-213-16,-1-2-187 0,-3-1-199 0,3 4 73 15,-7 1 86-15,-3 3-729 0,9-10-907 16</inkml:trace>
  <inkml:trace contextRef="#ctx0" brushRef="#br0" timeOffset="25597.38">18682 4582 3859 0,'29'-39'-103'0,"-6"8"46"16,-3 8 50-16,-7 5 43 0,-3 3 43 0,-3 5 31 16,0-1 29-16,-3 3 15 15,0 1 2-15,0 4-9 0,-4 3 9 0,0 0 41 0,-6 31 50 16,-12 18 23-16,-11 11 22 0,-10 25 9 15,-6 9 28-15,-7 6 18 0,-3 6 18 16,-4 5-9-16,-2 1-9 0,1-3-34 16,6-5-155-16,2-5-158 0,6-9 0 0,8-4 0 15,6-9 0-15,9-17 0 0,2-3 0 16,6-6 0-16,-2-4 0 0,7-17 0 0,1-1 0 16,1-7 0-16,3-4 0 0,-2-6 0 15,5-1 0-15,1-3 0 0,-1-1 0 0,0-4 0 16,2-3 0-16,0 0 0 0,0 0 0 15,14-22 0-15,-1 7-535 0,6-9-106 0,12-9-86 16,3 0-136-16,4-1 73 0,1-1-786 16,6 0-1019-16</inkml:trace>
  <inkml:trace contextRef="#ctx0" brushRef="#br0" timeOffset="25982.82">18969 5370 4282 0,'9'-17'-46'0,"-2"0"40"0,0 3 48 0,-3 2 32 15,1 0 42-15,1 2 30 0,-3 0 24 16,-1 3 11-16,0-2-4 0,3 1-13 0,-3 0-14 16,-2 8-18-16,1-6-14 0,-1 6-8 15,0 0-5-15,0 0-3 0,0 0 3 16,-38 14 0-16,23-1 6 0,-3 1-24 16,2-2-10-16,2 2-8 0,3 1-3 0,2 0-12 15,0 1-3-15,7-3 3 0,0-1-7 16,8 2 7-16,1 1 11 0,2-1 8 15,5 3 22-15,6 4 3 0,-1-1 9 0,0-3 16 16,-3-4 4-16,-4 3 4 0,0-3 11 16,0-1 8-16,-5 0 22 0,-2 0-161 0,-2-2-11 15,-1 1 0-15,-2-1 0 0,-2 1 0 16,-1-2 0-16,-2 2 0 0,-2 2 0 0,-3-6 0 16,0 3 0-16,-3-1 0 0,2-2 0 15,-3 0 0-15,3-1 0 0,-1-4 0 0,-1 0 0 16,4-4 0-16,9 2 0 15,-27-8 0-15,15-3 0 0,5-4 0 0,-1-5 0 0,5-6-556 16,5-12-327-16,5-1-42 16,11-11 94-16,5-2-868 0,22-18-1134 0</inkml:trace>
  <inkml:trace contextRef="#ctx0" brushRef="#br0" timeOffset="26628.42">19785 4683 4639 0,'9'-19'-10'0,"-4"1"64"16,1 7 53-16,0 1 53 0,-4 1 29 0,0 2 21 15,-2 7-10-15,6-10-22 0,-6 10-19 16,0 0 64-16,0 0 18 0,-10 53 12 16,-5-5 4-16,-2 6 1 0,-2 8-6 15,-3 4-20-15,-6 19-34 0,1 1-20 0,1-1-15 16,1-4-113-16,-2 3-50 0,10-19 0 16,-2-3 0-16,4-8 0 0,2-1 0 0,-1-7 0 15,5-12 0-15,-2-5 0 0,2-7 0 16,6-3 0-16,-3-7 0 0,2 0 0 0,1-3 0 15,1-3 0-15,-2-2 0 0,4-4 0 16,0 0-197-16,0 0-23 0,0 0 19 0,-12-26 15 16,8 4 20-16,2-2 15 0,-1-12 17 15,-1 2 27-15,0 5 31 0,3 5 33 16,-6 2 31-16,3 3 19 0,-1 4 16 0,-3 1 6 16,3 2-3-16,-2 5 3 0,0-1 4 15,0 6-2-15,1-2 3 0,6 4-7 16,-12-4-1-16,12 4 2 0,0 0 3 15,0 0 4-15,0 0-8 0,0 0 0 0,0 0 4 16,43-4-12-16,-9-7 13 0,2-3-10 16,4 4-7-16,6-5 4 0,-7 1-9 0,-4 2 35 15,-5 1 15-15,-7 5 9 0,-5 0-6 16,-3 3 0-16,-6 1-2 0,-1 0-5 0,-8 2 5 16,0 0 32-16,15 11 7 0,-11-3-2 15,-3 3-7-15,-1 1-19 0,0 2-72 0,0 1 0 16,2-1 0-16,-2 3 0 15,3 1 0-15,1-6 0 0,-1 5 0 0,5-5 0 16,-3 1 0-16,7-3 0 0,3-1 0 16,3-3 0-16,4-2 0 0,-3-2 0 0,4-2 0 15,4-4 0-15,7-4 0 0,-1-1 0 16,-8 1 0-16,1-4 0 0,-3 0 0 0,-8-1 0 16,-4 0 0-16,1-5 0 0,-4 1 0 15,-6-1 0-15,-2-1 0 0,-4-4 0 0,-2 5 0 16,-2-5 0-16,1 6 0 0,-3 0 0 15,-3 2 0-15,-2 2 0 0,-3 5-65 0,4 3-259 16,-4 0-91-16,3 2-95 16,-2 3-102-16,4 0-149 0,-1 4-44 0,3-2 91 15,3 0-641-15,8-2-811 0</inkml:trace>
  <inkml:trace contextRef="#ctx0" brushRef="#br0" timeOffset="27096.08">20097 5378 3754 0,'0'5'47'0,"-2"1"51"0,2-6 27 0,0 0 22 0,0 0 37 0,2 10 21 16,-2-10 11-16,0 0 3 0,0 0-18 0,0 0-30 16,0 0-7-16,5 5-17 0,-5-5-8 15,12 5-8-15,-12-5-17 0,15 0 17 0,-15 0-39 16,25-2-10-16,-7-1-13 0,-4 0-3 16,1-3-5-16,1-2-8 0,0-1-4 15,-2-6-8-15,-2 0 2 0,0-4-7 16,-3 0-2-16,-6-3 0 0,3 0-10 15,-1 2-5-15,-8-1-3 0,3 4 2 0,-4-1-5 16,0 3-1-16,1 1-3 0,-5 2-6 16,3 4-4-16,-3-1 3 0,0 3-3 0,1 1-2 15,-1 2 2-15,8 3-5 0,-8-6 3 16,8 6-2-16,0 0 3 0,0 0 6 0,0 0-2 16,0 0 3-16,44-3-4 0,-17 3 2 15,2-2-1-15,0 2 1 0,-4-3 5 16,-2 3 8-16,-3 3 8 0,-4-3 34 15,4 2 18-15,-7 3 21 0,1 1 4 0,-3 2 10 16,-3 2 3-16,-1 2-5 0,-5 5-11 16,0 0-10-16,2 1-8 0,-2 5-8 0,0-3-7 15,-2 4-9-15,1 0-7 0,1 1-47 16,2 0-2-16,2 6 0 0,0-8 0 16,3 8 0-16,7-4 0 0,0 0 0 0,9-1 0 15,0-6-68-15,6-1-114 0,-1-4-67 16,3-4-105-16,-3-6-114 0,-1-5-48 0,7-5-48 15,0-8-78-15,-4-4-69 0,9-13 18 16,-9-8-580-16,2-3-734 0</inkml:trace>
  <inkml:trace contextRef="#ctx0" brushRef="#br0" timeOffset="27411.4">21180 5068 3360 0,'20'-65'-90'0,"-1"4"52"0,8-26 38 0,0-5 53 0,2 4 51 16,-9 22 68-16,-3 10 55 16,-4 7 44-16,-2 16 12 0,-6 8-1 0,1 6-25 15,-5 4-31-15,1 8-21 0,-2 7 30 16,0 0 33-16,-13 27 9 0,-8 21-9 15,-4 10-13-15,-3 23-12 0,-7 2-16 0,9 4-20 16,3 4-16-16,-2 0-13 0,4-4-18 16,6-17-16-16,3-2-16 0,1 0-51 0,-3-1-56 15,2-6-63-15,0-7-75 0,0-4-82 16,5-9-75-16,-2-7-84 0,-1-5-75 16,2-9-3-16,3-4 20 0,-1-7 40 0,3-8 56 15,3-1 63-15,0 0 65 0,-16-19 71 16,7 0 75-16,0-3 77 0,2-15 57 15,-1-1 70-15,5 4 59 0,-3-1 64 0,6 9 31 16,0 5 7-16,2 6-6 0,2 1-16 16,1 1-20-16,6 1-25 0,5 2-23 0,4-1-29 15,7 1-18-15,8 0-82 0,7 3-113 16,4 0-174-16,12 0-220 0,12 4-235 0,5 1-271 16,4-1 100-16,7 1 88 15,-5 0-690-15,-1 1-866 0</inkml:trace>
  <inkml:trace contextRef="#ctx0" brushRef="#br0" timeOffset="39592.87">4152 10432 1058 0,'0'0'303'16,"2"-7"-49"-16,-2 7-34 0,4-10 8 0,-4 10 25 16,5-12 14-16,-3 8 12 0,-2 4 6 15,2-9 26-15,-2 9 19 0,4-6 24 16,-4 6-1-16,0 0 13 0,1-7 6 0,-1 7-4 16,0 0-12-16,0 0-15 0,3-8-8 15,-3 8-21-15,0 0-16 0,0 0-19 16,0 0-15-16,0 0-18 0,0-12-75 15,0 12-169-15,0 0 0 0,0 0 0 0,0 0 0 16,0 0 0-16,0 0 0 0,0 0 0 16,0 0 0-16,0 0 0 0,0 0 0 0,15 29 0 15,-4-2 0-15,-1 7 0 0,1 4 0 16,0 1 0-16,-2 1 0 0,0-1 0 0,0-2 0 16,3 0 0-16,-1-3 0 0,-3-5 0 15,2-5 0-15,-3-5 0 0,-1-5 0 16,-1-1 0-16,-1-1 0 0,4-3 0 15,-4-1 0-15,2-4 0 0,1 0 0 0,-7-4 0 16,0 0 0-16,32-11 0 0,-16-1 0 16,7-7 0-16,-1-5 0 0,1-3 0 0,4-9 0 15,-2-3 0-15,0-2 0 0,-1-4 0 16,-3 1 0-16,-1-1 0 0,-2 2 0 0,-4 10 0 16,-3 6 0-16,-2 7 0 0,-2 4 0 15,-2 4 0-15,-1 2 0 0,0 5 0 0,-2 1 0 16,-2 4 0-16,0 0-335 0,0 0-415 15,0 0-203-15,0 0 86 0,0 0 102 16,12 19-773-16,-7-11-981 0</inkml:trace>
  <inkml:trace contextRef="#ctx0" brushRef="#br0" timeOffset="39911.1">5716 10462 4647 0,'0'-10'178'0,"0"2"20"0,2 1 24 0,-2 7 24 0,0 0 15 16,0 0 28-16,0 0 16 0,0 0-1 15,0 0-20-15,14 34-29 0,-8-12-22 16,-5 3-26-16,3 0-21 0,-2 0-16 0,0 0-15 15,0-1-104-15,-2-5-51 0,0 0 0 16,0-2 0-16,0-3 0 0,0-2 0 0,0-2 0 16,-2-1 0-16,2-1-163 0,-2-3-125 15,2-5-73-15,-4 5-84 0,4-5-61 0,0 0-79 16,0 0-112-16,0 0-56 0,2-27 73 16,2 11-583-16,4-16-723 0</inkml:trace>
  <inkml:trace contextRef="#ctx0" brushRef="#br0" timeOffset="40042.67">5848 10365 3393 0,'2'-12'11'0,"-2"2"70"0,2 1 47 16,-2 9 22-16,-2-8 26 0,2 8 9 0,-2-7-4 16,2 7-12-16,0 0-19 0,0 0-17 15,0-9-11-15,0 9-28 0,0 0-53 16,0 0-73-16,0 0-99 0,10 16-126 0,-9-6-138 16,5-2-209-16,1 1-3 0,0-2 68 15,4 2-294-15,-2-3-319 0</inkml:trace>
  <inkml:trace contextRef="#ctx0" brushRef="#br0" timeOffset="40361.35">6102 10334 2515 0,'0'0'162'0,"0"0"46"15,0-10 36-15,0 10 17 0,0 0 13 16,0 0-6-16,-6-9-20 0,6 9-9 16,0 0-22-16,0 0-12 0,-16 23-17 0,13-13-22 15,-3 5-17-15,0 3-24 0,3-1-6 16,1 2-12-16,4-1-23 0,1 1-20 0,-1 2-9 15,4-1-7-15,1 1 3 0,2-4-7 16,-2 1-4-16,0-1 10 0,3 0 35 16,0-3 13-16,-3-2 43 0,1 1 31 0,-5-3 16 15,1 0 14-15,1 1 9 16,-4-1 3-16,1-1 3 0,-2 1-10 0,0-2-10 16,-2 1-69-16,-4 1-128 0,0 0 0 15,-1-3 0-15,1 2 0 0,-6 0 0 0,1 1 0 0,-2-4 0 16,0 3 0-16,-2-4 0 15,-1 2 0-15,3-1 0 0,-3-2 0 0,5-1-143 16,2-2-412-16,9-1-169 0,-16-1-177 16,16 1 73-16,-3-7 94 0,3 7-731 0,28-9-912 15</inkml:trace>
  <inkml:trace contextRef="#ctx0" brushRef="#br0" timeOffset="40760.49">7052 10597 4141 0,'8'-17'60'0,"0"2"38"16,-1 1 44-16,1 2 47 0,0 0 41 16,1 3 19-16,-1 1 13 0,1-2-11 0,1 3-3 15,-1 4-3-15,2 2-10 0,-11 1-7 16,23 1-14-16,-11 4-15 0,-1 2-13 16,1 1-11-16,-4 4-4 0,-3-1-11 0,-1-1-8 15,-2 2-10-15,0 1-6 0,-4-1-58 16,-2 2-78-16,-1 2 0 0,-5 0 0 0,-3 1 0 15,-3-3 0-15,-4 4 0 0,-2-4 0 16,5-4 0-16,4-1 0 0,-2-2 0 16,1-1 0-16,1-6 0 0,13 0 0 15,-19-8 0-15,13-1 0 0,6-3 0 16,2-6 0-16,6-3 0 0,7-6 0 0,4 4 0 16,0 5 0-16,6 1 0 0,-5 7 0 15,4 5 0-15,-7 3 0 0,2 2 0 0,0 4 0 16,2 1 0-16,0 3 0 0,0 2 0 15,-2 0 0-15,2-1 0 0,-6 1 0 0,5 2 0 16,-2-5 0-16,2 5-292 0,-8-6-125 16,4 0-90-16,-3-3-110 0,1-1-147 0,-1-2-36 15,0 0 99-15,-1-3-691 16,-3-1-845-16</inkml:trace>
  <inkml:trace contextRef="#ctx0" brushRef="#br0" timeOffset="41175.86">7887 9744 4203 0,'-2'-20'151'0,"-3"5"24"15,3 3 26-15,-1 0 14 0,1 6 10 0,2 6 8 16,0 0 62-16,0 0 25 0,0 0 7 16,9 61-15-16,-6-19-22 0,-3 16-26 15,2 8-33-15,-2-2-21 0,0 6-20 0,0-4-18 16,-2-1-20-16,2 0-127 0,-1-2-25 15,-3-7 0-15,2-10 0 0,-1-3 0 16,1-6 0-16,1-8 0 0,-1-6 0 0,0-5 0 16,0-4 0-16,2 1 0 0,0-5 0 15,-2-3 0-15,0 1 0 0,2-3 0 0,0-5 0 16,0 0 0-16,-13 4 0 0,13-4 0 16,0 0 0-16,-30-13-123 0,14 9 5 0,0-2 14 15,-4 1 7-15,1 4 6 0,0 1 18 16,-6 3 18-16,2 3 18 0,2 3 28 0,3 2 25 15,-2 1 17-15,4 1 12 0,0 3 13 16,7-3 10-16,-3 3 0 0,4-2-4 16,4-2-6-16,3 0-3 0,2-1-6 15,1-2-3-15,4 0-21 0,1 0-47 0,5-2-56 16,5-1-73-16,0-3-89 0,5-1-127 16,-2 0-128-16,3-2-145 0,4-4-175 15,9-3 52-15,-6 2 92 0,6-1-631 0,-3-5-759 16</inkml:trace>
  <inkml:trace contextRef="#ctx0" brushRef="#br0" timeOffset="41742.65">8165 10514 3879 0,'11'-4'131'0,"-11"4"49"0,0 0 38 0,0 0 39 0,0 0 38 0,0-8 22 15,0 8-2-15,0 0-4 0,0 0 5 16,0 0 5-16,12 12-9 0,-4-4-19 0,1 3-10 15,3-1-31-15,-3 0-23 16,2 2-18-16,1 1-140 0,-4-1-71 0,1-1 0 16,-1 3 0-16,-2-3 0 0,-1 2 0 15,-5 0 0-15,0-4 0 0,-1 2 0 0,-5 1 0 16,1 0 0-16,-6 0 0 0,0-2 0 16,-3-1 0-16,3-3 0 0,-2 1 0 0,1-1 0 15,-1-3 0-15,1-1 0 0,12-2 0 16,-22-5 0-16,10-1 0 0,3-6 0 0,0-5 0 15,4-5 0-15,3-2 0 0,7-13 0 16,2 6 0-16,4 2 0 0,1 10 0 0,-2 1 0 16,-1 9 0-16,3-1 0 15,-1 5 0-15,0 3 0 0,3 4 0 0,-1 3 0 16,1 5 0-16,2-1 0 0,7 9 0 16,-3-5 0-16,-2 1 0 0,5 3 0 0,-3-3 0 15,-4-2 0-15,2-3 0 0,-1 2 0 16,0 0 0-16,-4-4 0 0,3-4 0 15,-3 0 0-15,1-1-179 0,-3-2-243 0,0-4-90 16,5 1-90-16,-7-2-141 0,3-4-66 16,-1 1 88-16,4-4-709 0,-7-1-879 0</inkml:trace>
  <inkml:trace contextRef="#ctx0" brushRef="#br0" timeOffset="42008.91">8646 10314 4196 0,'0'-7'180'0,"-2"-1"40"0,2 8 25 0,-2-8 28 0,2 8 20 0,0 0 47 0,0 0 17 0,0 0-2 16,0 0-38-16,7 35-23 0,1-15-24 16,1 9-21-16,-1 6-20 0,0-1-26 0,1 2-33 15,-1 0-170-15,0 3 0 0,-1 0 0 16,-3 3 0-16,1 3 0 0,4 7 0 0,-6-9 0 16,1 0 0-16,-4-1 0 0,-2-2 0 15,-1-2 0-15,-1-3 0 0,-4-5 0 16,-2-1 0-16,3-6 0 0,-3-4 0 15,0-4 0-15,-2 0 0 0,-6-1 0 0,1-3 0 16,-2-2 0-16,-4-3 0 0,2-4 0 16,-2-2 0-16,0-5 0 0,-11-5 0 0,6-6-678 15,4-7-217-15,3-6-3 0,3-13 98 16,10-1-873-16,7-17-1110 0</inkml:trace>
  <inkml:trace contextRef="#ctx0" brushRef="#br0" timeOffset="42177.81">8775 9947 5067 0,'-5'-11'195'0,"5"11"34"0,-6-5-4 16,6 5 9-16,-4-7-12 0,4 7-17 15,-1-5-21-15,1 5-23 0,0 0-50 0,0 0-79 16,0 0-86-16,0 0-104 16,0 0-152-16,27 10-166 0,-13 0-244 0,1 1-33 15,4 7 96-15,3 3-614 0,-4 4-731 16</inkml:trace>
  <inkml:trace contextRef="#ctx0" brushRef="#br0" timeOffset="42842.66">9191 10439 3818 0,'-14'1'205'0,"14"-1"32"0,0 0 12 0,-15 0 4 15,15 0 22-15,0 0 10 0,0 0-10 16,0 0-21-16,0 0-24 0,0 0-23 0,23-12-21 15,-10 7-13-15,3 2-23 0,-5-2-17 16,0 0-11-16,1 1-13 0,-1-3-12 0,-2 2-7 16,2 0-7-16,-6-2-12 0,3-1-11 15,-7-1-2-15,-1 1-6 0,-1 1-7 0,-3-3-10 16,-4 4 0-16,-2 0-8 0,-1 4-3 16,-4 2-2-16,-4 2 4 0,-2 6-7 0,-12 6-3 15,3 3 0-15,1 3-2 16,4 3 12-16,0 2 6 0,1 2 0 0,7 1 3 15,4 0-5-15,5-7 4 0,2-2-2 16,8-3-13-16,2 1-19 0,6-1 0 0,1 0 0 16,6-7 0-16,4-1 0 0,2-2 0 15,4-4 0-15,1-2 0 0,8-5 0 16,2-2 0-16,1-5 0 0,-5-2 0 0,0-2 0 16,-1 2 0-16,-5-2 0 0,-1-1 0 15,0 1 0-15,-9 3 0 0,-4 5 0 0,-3 0 0 16,1 3 0-16,-2 0 0 0,-5 0 0 15,-5 5 0-15,11-4 0 0,-11 4 0 0,0 0 0 16,0 0 0-16,9 14 0 16,-9-14 0-16,0 13 0 0,1-4 0 0,-1-1 0 15,2 0 0-15,0 0 0 0,2 2 0 16,-1-1 0-16,-1-1 0 0,6 0 0 0,-4-4 0 16,2 2 0-16,3-3 0 0,-9-3 0 15,20 0 0-15,-20 0 0 0,18-5 0 0,-2-1 0 16,0-6 0-16,7-3 0 0,-1 1 0 15,-1-3 0-15,-1-3 0 0,3 1 0 0,-5 4 0 16,-2 3 0-16,-2 2 0 0,-4 1 0 16,-3 2 0-16,0 4 0 0,-7 3 0 0,7-4 0 15,-7 4 0-15,0 0 0 0,0 0 0 16,0 0 0-16,7 14 0 0,-7-14 0 0,2 9 0 16,-2-9 0-16,4 6 0 0,-4-6 0 15,3 5-174-15,-3-5-112 0,16-3-62 16,-5 0-62-16,4-4-50 0,4-7-41 15,5-5-36-15,1-3-29 0,3-12-42 0,3 1 4 16,-3-7-653-16,1-3-719 0</inkml:trace>
  <inkml:trace contextRef="#ctx0" brushRef="#br0" timeOffset="43041.33">10202 9999 3267 0,'24'-49'-77'0,"-10"1"69"0,0-5 52 0,-1-2 66 0,-3 1 54 16,-4 13 49-16,-1 7 35 0,-3 8 25 16,0 8 17-16,-4 4 3 0,0 4-2 0,1 8 8 15,1 2 9-15,0 0 3 16,-22 36-5-16,13 1-15 0,-3 15-20 0,1 10-28 15,-2 2-37-15,-1 0-21 0,7 0-15 16,-1 0-18-16,0-4-17 0,4-4-15 0,-3-3-34 16,1-11-86-16,3-4 0 0,-3-1 0 15,4-8-32-15,-4-7-118 0,4-1-72 0,2-6-67 16,-2-3-81-16,0-2-90 0,0-3-88 16,1-1-111-16,-5-1-115 0,6-5 74 0,0 0-656 15,0 0-811-15</inkml:trace>
  <inkml:trace contextRef="#ctx0" brushRef="#br0" timeOffset="43209.01">10035 10326 3659 0,'-10'-11'91'0,"1"3"97"16,3-2 65-16,1 6 55 0,-2-2 35 0,7 6 37 16,-5-5 11-16,5 5 9 0,0 0-3 15,0 0 0-15,0 0-39 0,0 0-35 16,23 0-36-16,-23 0-20 0,27 3-118 0,-13-2-149 16,2-1 0-16,-1 0 0 0,2 1 0 15,-2-2 0-15,6 1-238 0,-3-4-230 16,1 3-145-16,0-4-234 0,-2-1 16 0,6 0 91 15,-2-5-775-15,9 1-960 0</inkml:trace>
  <inkml:trace contextRef="#ctx0" brushRef="#br0" timeOffset="44024.73">12131 9835 4489 0,'10'-16'94'0,"-7"5"19"15,1 2 15-15,-4 9 43 0,0 0 59 0,-5 19 46 16,-10 15 29-16,-5 18 17 0,-1 8 10 16,3 7-13-16,-11 19-21 0,6-5-30 0,5-11-24 15,7-4-25-15,0 1-21 0,5-6-21 16,-2-1-169-16,5-14-8 0,-3-7 0 0,4-10 0 15,2-4 0-15,0-5 0 0,0-3 0 16,0-4 0-16,0-1 0 0,0-3 0 16,0-2 0-16,0-7 0 0,0 0 0 0,0 0 0 15,0 0-200-15,0 0-44 0,9-26-5 16,-9 9 5-16,-1-7 7 0,-3 0 14 16,-2-13 21-16,-2 4 22 0,-1 0 19 0,0 4 30 15,-5 3 33-15,-5 4 32 0,4 8 44 16,-2 4 46-16,-1 3 43 0,-1 3 44 0,1 1 43 15,-2 1 28-15,3 1 24 0,2 2 13 16,4 1 4-16,-1 0-2 0,4 1-5 0,8-3-6 16,-3 7-10-16,3-7-24 0,14 5-128 15,8-5-48-15,3 0 0 0,16-5 0 16,3 0 0-16,10-7 0 0,-11 5 0 0,-1-1 0 16,-3-1 0-16,-10 6 0 0,-7-3 0 0,-5 6 0 15,-2-2 0-15,-1 1 0 16,-5 2 0-16,0 3 0 0,-2 1 0 0,-3 4 0 15,-4 0 0-15,0 4 0 0,-4 3 0 16,0 0 0-16,-1 2 0 0,2-1 0 0,-1 0 0 16,4 2 0-16,-2-1 0 0,6-1 0 15,1-5 0-15,2 2 0 0,2-3 0 0,4-1 0 16,1-2 0-16,4-5 0 0,4-3 0 16,-1-2 0-16,2-1 0 0,11-8 0 0,-1-2 0 15,-5-2 0-15,1-2 0 0,-2 1 0 16,-7-4 0-16,-2-4 0 0,-7 4 0 15,-8 2 0-15,1-2 0 0,-6 0 0 0,-3-3 0 16,-6-4 0-16,-3 2 0 0,1 5 0 16,-1 5 0-16,-1 3 0 0,4 4 0 0,-5 0 0 15,3 6 0-15,-2 1 0 0,-7 8-8 16,8-3-1027-16,-6 0 90 0,0 4 102 16,-1 0-980-16,1 1-1250 0</inkml:trace>
  <inkml:trace contextRef="#ctx0" brushRef="#br0" timeOffset="44658.58">13683 10159 5029 0,'0'0'2'0,"-6"-8"42"0,6 8 37 15,-5-2 35-15,5 2 39 0,0 0 57 16,-14 15 28-16,6-3 32 0,2 5 13 0,0 2 1 16,4 0-5-16,1 1-9 0,4 5-12 15,3-4-11-15,8 10-13 0,5-4-65 16,5 0-171-16,7-6 0 0,1-4 0 0,5-5 0 16,1-4 0-16,-2-4 0 0,-2-4 0 15,7-5 0-15,-4-4 0 0,-1-3 0 0,1-2 0 16,-7-1 0-16,-1-2 0 0,-6-3 0 15,-5-2 0-15,-4 3 0 0,-5 1 0 16,0-3 0-16,-6 0 0 0,1-3 0 16,0 3 0-16,-2-2 0 0,-1 6 0 0,-1 3 0 0,4 2 0 15,-2 0 0-15,0 7 0 16,0 1 0-16,-2 4 0 0,0 0-745 0,0 0-227 16,0 0 100-16,0 0-1033 0,8 21-1328 15</inkml:trace>
  <inkml:trace contextRef="#ctx0" brushRef="#br0" timeOffset="47707.56">4007 12671 1983 0,'0'0'255'16,"0"0"-22"-16,8-7-9 0,-8 7-1 15,0 0 10-15,3-7-3 0,-3 7-9 16,0 0-15-16,5-8 3 0,-5 8-5 0,0 0-1 16,4-5-5-16,-4 5-3 0,0 0-8 15,0 0-12-15,0 0-7 0,0 0-11 0,3-10-12 16,-3 10-14-16,0 0-17 0,0 0-15 16,0 0-2-16,0 0 0 0,0 0 2 15,0 0-3-15,9 20 2 0,-9-10 15 16,0 4 1-16,2 1 4 0,0 3 12 15,0 5-8-15,0 1-6 0,0 1-15 0,1 10-7 16,4-2 1-16,-2 4-8 0,3-5-7 16,1-1-7-16,1 0-5 0,1-2-2 0,1-7-6 15,-2-3 0-15,1 0-10 0,4 3-2 16,-4-5-1-16,3-3-10 0,-3-5-5 0,2 1-32 16,3-3 0-16,1-2 0 0,0-1 0 15,1-4 0-15,0 0 0 0,2-4 0 0,0-1 0 16,1-6 0-16,8-2 0 0,-4-7 0 15,0 1 0-15,0-6 0 0,-5-1 0 16,-1 1 0-16,-4-4 0 0,1-4 0 0,-1-1 0 16,-1-1 0-16,-5 0 0 0,3 2 0 15,-5 0 0-15,2 2 0 0,-5 9 0 16,0 3 0-16,-1 5 0 0,0 3 0 16,-1 0 0-16,0 3 0 0,-2-1 0 0,2 4-18 15,-2 5-173-15,0-7-67 0,0 7-91 16,0 0-115-16,0 0-162 0,0 0-242 0,0 0 71 15,0 0 80-15,11 22-611 0,-6-15-783 16</inkml:trace>
  <inkml:trace contextRef="#ctx0" brushRef="#br0" timeOffset="47943.19">5042 12946 3886 0,'-13'-7'102'0,"6"5"19"0,7 2 15 0,0 0 35 0,0 0 41 0,-9-5 23 15,9 5-4-15,0 0-21 0,0 0-22 16,38-6-35-16,-7 5-11 0,11-2-49 0,9 1-63 16,11-3-77-16,-4 3-102 0,1-3-118 15,-11 0-134-15,0-2-180 0,-4 0-116 16,-5 0 69-16,0 1-440 0,-6-4-540 15</inkml:trace>
  <inkml:trace contextRef="#ctx0" brushRef="#br0" timeOffset="48208.41">5515 12653 3230 0,'0'-9'115'0,"0"9"15"15,5-12 17-15,1 8 24 0,-6 4 16 16,19-2 12-16,-19 2-4 0,27 8-5 15,-7 2-11-15,7 5-15 0,-2 2-18 0,-2 4-10 16,-2 1-9-16,-6 2-12 0,-4-4-12 16,-5 0 0-16,0 1-11 0,-7-4-5 0,-4 1-8 15,1-2 0-15,-5 3 1 16,0-2-6-16,-1 0-9 0,-1-2-11 0,-1-1-2 16,-3-2-5-16,-2 0-13 0,5-5-43 15,1 1-57-15,-1-4-89 0,3-1-127 0,0 1-157 16,-2-6-228-16,11 2-65 0,-16-5 86 15,16 5-505-15,-11-4-618 0</inkml:trace>
  <inkml:trace contextRef="#ctx0" brushRef="#br0" timeOffset="48724.78">6720 12369 3322 0,'9'-23'43'0,"-4"3"48"0,-1 5 41 16,-2 1 24-16,2 4 11 0,-3 3-18 0,-1 7-2 15,0 0 60-15,0 0 52 0,-1 31 34 16,-5 22 22-16,1 11-2 0,-3 8 7 16,-2 24-10-16,4 3-22 0,-1 4-22 0,1 2-25 15,0-1-25-15,0 3-22 0,5-24-19 16,-1-2-17-16,2-5-17 0,-2-6-15 16,0-8-15-16,0-14-60 0,0-7-51 0,1-5 0 15,-3-9 0-15,4-5-17 0,-4-5-106 16,4-3-54-16,-3-4-84 0,1-5-101 15,2-5-100-15,0 0-69 0,0 0-70 0,0 0-102 16,-3-27-41-16,5 3 65 0,-1-15-522 16,-2-6-665-16</inkml:trace>
  <inkml:trace contextRef="#ctx0" brushRef="#br0" timeOffset="48959.46">6715 12951 3149 0,'2'-12'17'0,"-2"3"39"0,3 1 41 0,-1 1 13 0,3 0 18 16,-5 7 17-16,11-7 19 15,-4 5 14-15,-7 2 9 0,25 0 2 0,-25 0-5 16,25 6-10-16,-10 0 1 0,-1 0-10 16,-5 2 6-16,-1 1 4 0,-5 3-10 15,0-2 0-15,-6 2-17 0,-2 2-21 0,-4 2-5 16,-3 0-19-16,-1-1-11 16,0-1-8-16,1-3 15 0,1-3-9 0,1-1-35 0,2-1-51 15,1-6-72-15,7 0-93 16,0 0-117-16,-13-13-125 0,11 3-142 0,2-2-226 15,5-2 64-15,3 0 89 0,1 6-459 16,5-3-549-16</inkml:trace>
  <inkml:trace contextRef="#ctx0" brushRef="#br0" timeOffset="49390.28">7072 13151 2960 0,'0'2'177'15,"0"-2"28"-15,0 0 19 0,0 0 12 0,0 0 13 16,0 0 15-16,0 0 3 0,0 0-23 15,0 0-28-15,0 0-25 0,0 0-19 0,28-6-20 16,-13 0-14-16,1-2-19 0,-2 4-27 16,2-3-15-16,5 1-21 0,-10-2-14 0,2 0-12 15,-1 1-9-15,-6-3-1 16,1-1-10-16,-5-3-2 0,-2 2-3 0,-3-5 3 16,-3-3-4-16,-1-1 0 0,-7-3 0 15,-1-3 1-15,-3 3 0 0,4 2 2 0,-4 5 5 16,7 2 7-16,1 3-3 0,1 2 4 15,1 2-3-15,1 1-2 0,-2 1 0 16,6 0-5-16,-1 0 0 0,0 2-1 0,4 4-7 16,-1-9 2-16,1 9 0 0,0 0 8 15,17-7-5-15,2 4 0 0,7-1 2 0,1 2-8 16,2 2 7-16,1-3-4 16,-1 6-7-16,0-3 6 0,7 8 1 0,-10-2-4 0,-2-1 5 15,-4 5 5-15,-1 2 6 0,-2-1 5 16,-1 3-4-16,-5 2 10 0,-1-1-6 15,-1 2-3-15,0 2 0 0,0-1 2 16,-6 2-10-16,7-3 3 0,-5 3-22 0,2-3-29 16,2-3-53-16,-4 1-58 0,1-1-73 15,-2-2-99-15,1-4-95 0,5 4-154 16,1-3-154-16,2 0 66 0,5-4-504 0,1 1-627 16</inkml:trace>
  <inkml:trace contextRef="#ctx0" brushRef="#br0" timeOffset="49757.43">8015 12911 3499 0,'-8'-6'105'0,"3"2"22"0,5 4 21 0,-7-8 25 0,7 8 11 0,0 0-6 16,-7-5-17-16,7 5-17 0,0 0-14 0,0 0-13 15,0 0-13-15,0 0-10 0,19-12-9 16,-11 12-17-16,1-4-18 0,3-2-18 15,-1 2-16-15,3-3-16 0,-3-1-4 0,0 0 0 16,-1 3 0-16,-4-2-6 0,-2 1 9 0,-3 1-7 16,-1 5 3-16,0 0 2 15,-11-10-2-15,11 10 1 0,-30 8 2 0,10 0 5 0,-8 7 12 16,-8 12 9-16,5-5 11 16,6 3 10-16,-1 8 13 0,7-6-2 0,2 4 7 15,5-4-1-15,8-2 2 0,4-7-5 16,4 1-3-16,2 0-6 0,3-1-8 15,12 1-2-15,-2-7-9 0,11 3-38 0,-3-9-41 16,9 0-60-16,-1-4-70 0,7-4-97 16,-1-2-93-16,2-4-109 0,6-7-180 0,-7 3 10 15,0-7 71-15,1-5-352 0,-7-3-407 16</inkml:trace>
  <inkml:trace contextRef="#ctx0" brushRef="#br0" timeOffset="50190.22">8888 12133 2552 0,'4'-16'151'0,"-4"3"50"0,1 2 2 16,-1 4-12-16,0 1-20 0,0 6 45 15,0 0 61-15,0 0 30 0,2 43 20 0,-4 5-8 16,-1 11-20-16,-1 8-19 0,-2 5-19 16,-2-1-15-16,-1 1-16 0,2-2-12 0,-4 1-24 15,0-3-16-15,2-5-15 0,-1-6-18 16,2-5-11-16,3-11-14 0,-1-6-9 0,5-7-10 15,-3-6-11-15,-1-5-10 16,5-3-4-16,-2-2-6 0,0-2-4 0,2-3-8 16,0-7-20-16,0 8-26 0,0-8-24 15,0 0-36-15,0 0-22 0,13-22-27 0,-12 9-19 16,-1-6-8-16,0-5-4 0,-5-9-7 16,-4 8 8-16,0-4 7 0,-4 3 14 0,-2 9 8 15,-2 4 11-15,-6 6 9 0,-2 5 17 16,-2 4 18-16,-11 3 23 0,0 10 28 0,-2 5 23 15,0 7 23-15,10 3 15 16,6-4 10-16,3 3-2 0,6-2 0 0,4 2-9 16,5-5-1-16,6-1-7 0,5-7 0 0,0 5-6 15,4-4-4-15,4-3-12 0,5-2-54 16,1-5-64-16,3 0-72 0,5-4-85 16,4-3-115-16,7-6-110 0,2 0-143 15,2-4-179-15,-2 0 66 0,7-7 79 0,-2-2-505 16,-11 2-610-16</inkml:trace>
  <inkml:trace contextRef="#ctx0" brushRef="#br0" timeOffset="50541.09">9114 12983 3492 0,'0'0'152'0,"-11"0"20"0,11 0 24 0,0 0 31 0,0 0 28 15,0 0 2-15,0 0-22 16,0 0-23-16,-14 2-11 0,14-2-22 0,0 0-10 15,0 0-18-15,0 0-20 0,41 5-13 16,-25-7-9-16,0 1-7 0,3-1-16 0,-2-1-4 16,-1-3-17-16,-3 3-13 0,2-2-6 15,-1-2-3-15,-7 0-14 0,0-1-6 0,0 1-5 16,-5-2-4-16,-2 2-5 0,-4 1 3 16,-4 0-1-16,-3 3-10 0,-7 0 4 0,1 6 3 15,-6 2-6-15,-9 4 2 16,1 3 19-16,3 1 10 0,1 3 7 0,2 3 9 15,7 1 15-15,0-3 3 0,11-2 3 16,-1 1-4-16,2-1-6 0,4-1-11 0,2 0 0 16,6-1-3-16,0 2-25 0,5-6-51 15,0 2-62-15,8-1-83 0,5-2-105 0,-1-3-146 16,4-3-158-16,0-2-214 0,2-2 37 16,13 0 93-16,-4-3-587 0,-2 1-717 15</inkml:trace>
  <inkml:trace contextRef="#ctx0" brushRef="#br0" timeOffset="50740.66">9761 12959 3719 0,'-16'-3'97'0,"1"1"32"0,-4 4 41 16,1 0 46-16,4 3 23 0,-4 0 29 0,1 5 24 16,0 4-7-16,-3 5-23 0,4 4-23 15,3-3-19-15,5-2-26 0,2 3-18 0,2 0-16 16,4-2-17-16,0-2-40 0,4 1-51 15,3-2-73-15,2 1-81 0,2-1-94 16,0-6-124-16,7 0-132 0,-6-3-153 0,6-2-162 16,1-1 68-16,0-3-594 0,0-1-752 15</inkml:trace>
  <inkml:trace contextRef="#ctx0" brushRef="#br0" timeOffset="51108.96">10096 13019 3438 0,'-8'-8'34'16,"8"8"38"-16,-6-6 32 0,6 6 24 0,0 0 39 16,-3-7 18-16,3 7 7 0,0 0-10 15,0 0-18-15,0 0-12 0,0 0-14 16,0 0-17-16,5-10-5 0,-5 10-13 0,14-3-14 16,-14 3-3-16,13-5-11 0,-6 3-8 15,-7 2-5-15,12-5-11 0,-6 1-8 16,-1-1-5-16,1-1-3 0,0-1-6 15,-4 0-6-15,-2 0 2 0,0 7-6 0,-8-14-5 0,-1 9-2 16,-4 2-2-16,-7-1 0 16,-1 4 3-16,-6 2 13 0,2 5 12 0,-11 1 20 15,6 8 36-15,-1 1 19 0,6 0 10 16,2 3 7-16,3 5 4 0,5 0-2 0,3-2-12 16,10-3-10-16,1-3-7 0,4 4-8 15,11 5-14-15,5-5-19 0,4-1-42 0,-2-7-50 16,10-2-73-16,3-2-67 0,2-4-66 15,-4-5-84-15,-1 0-83 0,6-4-87 16,4-3-87-16,-3 1-128 0,0-6 17 0,0 0-575 16,-1-2-724-16</inkml:trace>
  <inkml:trace contextRef="#ctx0" brushRef="#br0" timeOffset="51423.71">10637 12847 3430 0,'1'-10'-41'0,"2"3"27"0,-3 2 21 16,0 5 22-16,0 0 29 0,0 0 36 0,-12-7 21 15,12 7 15-15,0 0 14 0,-30 16 6 16,13-3 7-16,-6 6 3 0,0 3-6 0,2 1-12 16,0 3-4-16,6 3-11 0,0-2-12 15,7-3-5-15,2-3-8 0,6-4-4 16,6 0-1-16,-2 4 16 0,5-2 12 16,3-2 16-16,-4-1 17 0,3 1 21 15,0-3 13-15,-1-1 17 0,-1-3-8 0,-5 0-10 0,3-1-17 16,-3 0-9-16,1-2-1 15,-1-2-12-15,-4-5-1 0,1 14-1 0,-6-8-4 16,-4 1-68-16,-2-2-78 0,-8 2 0 16,2-3 0-16,-8-1 0 0,1 0 0 0,-5-1 0 15,4-2 0-15,-2 0 0 0,5 0 0 16,-5-2 0-16,8-1-13 0,2 0-333 0,1-3-111 16,5-1-125-16,1 1-165 0,6-3-102 15,4-1 79-15,4 0-736 0,6-2-951 0</inkml:trace>
  <inkml:trace contextRef="#ctx0" brushRef="#br0" timeOffset="51794.61">11176 12783 4380 0,'2'-12'-11'16,"0"1"39"-16,-4 1 29 0,-2 3 29 0,1 2 24 15,-7 1 12-15,10 4 8 0,-32-1-1 16,9 6 1-16,-13 3 1 0,-1 3 12 0,1 3 7 15,-6 4 6-15,1 5 4 0,12-2 8 16,2 1-18-16,4-1-14 0,8-4 5 0,4 1 10 16,1 1 14-16,7 0-2 15,3-2-2-15,1 0-8 0,5 4-12 0,5 6-8 16,5 0 0-16,-1-2-1 0,2-2-3 16,-4-3-11-16,6 1-5 0,-8-4-110 0,2-5-3 15,-8 0 0-15,1-4 0 0,-3 1 0 16,1-1 0-16,-6-1 0 0,0 2 0 15,-5-1 0-15,0 1 0 0,-6-1 0 0,-1-3 0 16,-4 0 0-16,2 0 0 0,-6-3 0 16,1 0 0-16,1-2 0 0,-2-4 0 15,3 1 0-15,2-2 0 0,0-5 0 16,4-2 0-16,3 0 0 0,2-2-150 0,7 0-564 0,2 1-192 16,5-1 11-16,2 1 107 15,5-3-823-15,10-3-1052 0</inkml:trace>
  <inkml:trace contextRef="#ctx0" brushRef="#br0" timeOffset="52112.67">11330 12983 4197 0,'4'-5'5'15,"-4"0"51"-15,0 5 21 0,0 0 41 16,0 0 47-16,0 0 39 0,0 0 27 0,0 0 18 16,-36 20-5-16,27-8-7 0,2 0-18 15,-4 5-21-15,8-3-18 0,-5 0-12 16,6-1-17-16,1 1-10 0,2 1-10 0,-1-3-15 15,2-2-7-15,7-1-13 16,0 3-6-16,-2-6-10 0,6 3-3 0,-1-7-18 16,1 2-13-16,-2-2-13 0,3 0-2 15,-14-2 0-15,18 0-7 0,-18 0 0 0,18-6-1 16,-12 2-3-16,-3-3-2 0,1-3-3 16,-4 0 0-16,3 1-3 0,-8-3-4 0,3-1 2 15,-1-5-1-15,-1 2-1 0,0 1-5 16,1 3-1-16,-1 1-5 0,-2 3-27 0,0-1-44 15,0 6-58-15,6 3-77 0,-11-4-111 16,11 4-147-16,0 0-189 0,-17 12-187 0,13-3 80 16,4 1 80-16,2 0-592 15,3 4-736-15</inkml:trace>
  <inkml:trace contextRef="#ctx0" brushRef="#br0" timeOffset="52491.13">11626 13170 3598 0,'4'-8'23'0,"-4"8"25"0,3-11 32 0,-1 5 25 16,2-4 24-16,3-1 16 0,-4-3 4 16,6-3-4-16,1-1-11 0,4-9-13 0,-2 0-8 15,4-2-11-15,-1-2-13 0,3 0-7 16,-6-3-7-16,4 4-8 0,-1 1-7 16,-3 4-3-16,-3 5 5 0,0 7 6 0,-3 3-6 15,0 1-2-15,-4 3-5 0,2-2-2 16,0 2-9-16,-4 6 6 0,0 0 33 15,7-6 14-15,-7 6 13 0,0 0 8 0,0 0 32 16,31 12 4-16,-18-8 1 0,4 3 6 16,4-1 0-16,2 3 2 0,1 0-5 15,5 1 1-15,0 5 6 0,-10 0 15 0,2 1 9 16,-8 5 3-16,-4-3-172 0,-4 5-20 16,-1 3 0-16,-6-2 0 0,2 0 0 15,-5 1 0-15,3 0 0 0,-3-2 0 16,1 0 0-16,2-3 0 0,1-5 0 0,-3 2 0 0,4-5 0 15,-2 2 0-15,0-2 0 16,2-3 0-16,0-1 0 0,0 2-492 0,0-3-262 16,0-1-177-16,0-6 91 0,-2 12 84 15,2-5-747-15,-1 5-948 0</inkml:trace>
  <inkml:trace contextRef="#ctx0" brushRef="#br0" timeOffset="53192.57">13816 13145 4377 0,'1'-21'1'0,"1"7"34"15,2 2 29-15,-4 3 18 16,0 1 14-16,5 2 3 0,-5 6 38 0,0 0 43 16,0 0 38-16,-34 9 24 0,10 7 2 15,-1 2 4-15,0 1-2 0,2 1-4 0,0 2-12 16,7-2-9-16,2-2-18 0,5-3-12 16,3-1-10-16,2-2-10 0,4-1-17 0,2 2-9 15,4-5-10-15,5 0-86 0,5-1-49 16,3-3 0-16,3-4 0 0,5-2 0 0,9-5 0 15,-1-3 0-15,-3 0 0 0,-3-2 0 16,-5-3 0-16,-5 1 0 0,-3 0 0 0,-5-3 0 16,-3-2 0-16,-5-2 0 15,-3 0 0-15,-2-4 0 0,-1 1 0 0,-3 1 0 16,3 6 0-16,-5 0 0 0,2 4 0 16,-2 2 0-16,-1 3 0 0,2 4 0 0,-5 1-342 15,2 3-120-15,10 0-102 0,0 0-114 16,-21 3-175-16,21-3 70 0,0 0 92 15,0 0-608-15,0 0-756 0</inkml:trace>
  <inkml:trace contextRef="#ctx0" brushRef="#br0" timeOffset="53492.63">14260 12835 3776 0,'17'-11'144'0,"-5"3"45"0,-3 0 27 16,-4 1 20-16,1 4 19 0,-6 3 12 0,8-7 4 16,-8 7 25-16,0 0 36 0,13 13-1 0,-7-3-21 15,-4 5-25-15,-2 3-28 0,0 3-24 16,0 4-26-16,-4 12-30 0,-2-4-17 15,1-1-18-15,-1-8-35 0,4-3-107 0,1-3 0 16,-2-7 0-16,-1 1 0 0,4-4 0 16,0 1 0-16,-2-3 0 0,2-6 0 0,0 0 0 15,0 0 0-15,0 0 0 0,0 0 0 16,14-25 0-16,-5 4 0 0,2-9 0 0,5-6 0 16,5-10 0-16,5-4 0 15,8-5 0-15,7-14 0 0,-5 16 0 0,0 5 0 0,0 9 0 16,-1 6-158-16,-13 10-231 0,2 5-73 15,-11 7-46-15,-1 5-37 0,-5 4-43 16,-2 2-76-16,-5 0-69 0,0 0 60 0,0 12-508 16,-7 1-645-16</inkml:trace>
  <inkml:trace contextRef="#ctx0" brushRef="#br0" timeOffset="53624.81">14346 12829 3511 0,'-18'6'105'0,"7"0"31"0,3 0 27 15,-1-3 29-15,3 0 23 0,6-3 7 16,-9 4-3-16,9-4-10 0,0 0-19 0,0 0-22 15,0 0-35-15,38-2-70 0,-20 0-104 16,5 0-144-16,2-2-165 0,11-6-214 0,-1 3-121 16,-1-1 78-16,-1 0-445 15,3-2-526-15</inkml:trace>
  <inkml:trace contextRef="#ctx0" brushRef="#br0" timeOffset="54272.79">15842 12951 2847 0,'0'-12'142'0,"-2"1"29"0,2 3 30 16,-4-3 44-16,2 5 35 0,2 6 40 0,-2-12 37 16,2 12 23-16,0-7-1 0,0 7-14 15,0 0-19-15,2-8-33 0,-2 8-24 16,0 0 25-16,0 0-2 0,22 13-12 0,-10 1-22 16,5 9-36-16,1 4-132 0,-4 2-110 15,0 1 0-15,-3 4 0 0,1-5 0 0,-2 0 0 16,-1-3 0-16,-6-5 0 0,4-4 0 15,-3 1 0-15,-1-7 0 0,-1 1 0 0,0 1 0 16,2-5 0-16,-2-1 0 16,-2 2 0-16,0-9 0 0,3 10 0 0,-3-10 0 15,2 8 0-15,-2-8 0 0,9 4 0 16,-9-4 0-16,0 0 0 0,27-17 0 0,-4 0 0 16,2-8 0-16,9-10 0 0,4-6 0 15,1-8 0-15,14-16 0 0,-2-1 0 0,-1 1 0 16,-12 14 0-16,-5 5 0 0,-5 7 0 15,-5 8 0-15,-4 7 0 0,-5 3 0 0,-7 8 0 16,0 1 0-16,0 1 0 0,-2 3 0 16,-3 2 0-16,4 5 0 0,-6 1 0 0,0 0 0 15,0 0 0-15,0 0 0 16,9 14-818-16,-9-4-160 0,0 2-1197 0,-2 2-1581 0</inkml:trace>
  <inkml:trace contextRef="#ctx0" brushRef="#br0" timeOffset="56073.58">3783 13311 3349 0,'0'0'148'15,"0"0"-2"-15,5 6-2 0,-5-6 11 0,0 0 20 16,0 0 2-16,0 0-6 16,0 0-13-16,0 0-10 0,0 0-2 0,23-1-7 15,-23 1-9-15,19-9-12 0,-4 2-10 16,-2-1-6-16,5-1 0 0,-3-1-6 0,0 1 0 16,-2 1-15-16,-2-1-5 0,3 1 5 0,-3-1-7 15,1 1-7-15,-4 1-8 0,-3 1-5 16,3 2-6-16,-2-2-5 0,-6 6-2 15,9-8-4-15,-9 8-6 0,8-7 2 16,-8 7-7-16,5-4 2 0,-5 4-6 0,7-4 3 16,-7 4-7-16,0 0-3 0,5-8 3 15,-5 8-6-15,0 0-1 0,0 0 3 0,6-4-3 16,-6 4 0-16,0 0 2 0,0 0 0 16,0 0 2-16,7-5 7 0,-7 5-2 15,0 0-3-15,0 0 5 0,0 0-4 0,6-6 0 16,-6 6-6-16,0 0 6 15,0 0-5-15,8-6 1 0,-8 6-3 0,0 0-6 16,0 0 3-16,6-4 8 0,-6 4 2 16,0 0-3-16,0 0-5 0,0 0 11 0,0 0-6 15,0 0-9-15,0 0 3 0,0 0-3 16,3-8 7-16,-3 8-10 0,0 0 2 0,0 0-21 16,0 0-33-16,0 0-33 0,0 0-55 15,0 0-65-15,0 0-94 0,0 0-99 16,0 0-116-16,-23 12-158 0,14-8-69 0,2 4 77 15,-3-3-483-15,-2 1-612 16</inkml:trace>
  <inkml:trace contextRef="#ctx0" brushRef="#br0" timeOffset="57638.76">4020 12605 2947 0,'5'-6'-67'0,"-5"6"39"0,2-6 30 16,-2 6 32-16,0 0 27 0,5-13 18 0,-1 9 17 16,1-4 8-16,-1 2 18 0,0-2 12 15,2 4 2-15,-6 4 4 0,9-13 1 16,-5 9 7-16,-4 4-2 0,6-10-4 15,-6 10-9-15,3-5-5 0,-3 5-6 0,4-6-5 16,-4 6-3-16,0 0-2 0,8-7-1 16,-8 7-1-16,0 0-1 0,0 0-7 15,0 0 2-15,4-5-3 0,-4 5 19 0,0 0 24 16,0 0 26-16,0 0 11 0,4 18 4 16,-4-11-2-16,0 3 2 0,2 2-9 0,-2-1-13 15,0 3-5-15,0 0 2 0,-2 1 2 16,4 2-9-16,-4 2-5 0,2-1-13 0,2 2-67 15,-2-2-68-15,1 0 0 0,-1-1 0 16,0 1 0-16,0-2 0 0,2 1 0 0,0-4 0 16,-2 5 0-16,2-4 0 15,-4 1 0-15,4-1 0 0,-2-1 0 0,0 1 0 16,0-1 0-16,0-1 0 0,0 1 0 16,-2 1 0-16,2-2 0 0,2 0 0 15,-4-2 0-15,2 0 0 0,0-1 0 0,2 1 0 16,-4-1 0-16,4-1 0 0,-2 1 0 15,0-1 0-15,0-8 0 0,0 12 0 0,2-5 0 16,-2 0 0-16,0-7 0 0,4 12 0 16,-2-4 0-16,2-2 0 0,-4-6 0 0,4 12 0 15,-1-7 0-15,3 1 0 0,-1 0 0 16,-1 0 0-16,6-1 0 0,-2 2 0 16,1-2 0-16,3-3 0 0,-1 4 0 15,2-4 0-15,3 2 0 0,-2-1 0 0,4-2 0 16,1-1 0-16,-4 0 0 0,1 0 0 15,-1 0 0-15,0 0 0 0,0 0 0 0,1-1 0 16,-1 1 0-16,0-3 0 0,-4 3 0 16,5-2 0-16,-3 0 0 0,-2 0 0 0,3-2 0 15,-1 2 0-15,-1 0 0 0,-1-3 0 16,0 1 0-16,1-2 0 0,-3 2 0 0,5-6 0 16,-1 2 0-16,-2-1 0 15,3-6 0-15,-1 3 0 0,-1-2 0 0,-3 2 0 16,2 1 0-16,1-5 0 0,-4 4 0 0,-1 0 0 15,2 0 0-15,-2-1 0 0,0 1 0 16,1 0 0-16,-3-2 0 0,2-1 0 16,-2 1 0-16,1-1 0 0,-3-2 0 15,1-1 0-15,0-5 0 0,-2 1 0 0,1-3 0 16,-3 0 0-16,3-4 0 0,-1 2 0 16,-2 1 0-16,0-1 0 0,2 1 0 0,-4 2 0 15,4 5 0-15,-4 1 0 0,2 3 0 16,0 1 0-16,0-1 0 0,-2 3 0 0,2 1 0 15,-3 3 0-15,3-4 0 16,0 4 0-16,-1 1 0 0,-1 0 0 0,2 7 0 16,-2-12 0-16,2 9 0 0,0 3 0 15,-4-5 0-15,4 5 0 0,0 0 0 0,0 0 0 0,-13 13 0 16,11-1 0-16,-4-1 0 16,4 4 0-16,-2 2 0 0,3 2 0 0,-1 3 0 15,-2 2 0-15,2 2 0 0,0-1 0 16,2 4 0-16,-2 8 0 0,1 1 0 0,-1-1 0 15,0-2 0-15,0 0 0 0,-3 0 0 16,2 0 0-16,1-6 0 0,0-5 0 0,-2-2 0 16,1 0 0-16,-1-1 0 15,0-4 0-15,1 3 0 0,-2-3 0 0,-1 0 0 16,3 1 0-16,-3-3 0 0,1 3 0 16,-1-3 0-16,-2 3 0 0,-1-1 0 0,1-4 0 15,-2 1 0-15,1-4 0 0,1 2 0 16,-1-3 0-16,1-1 0 0,0-1 0 15,1 0 0-15,-2-2 0 0,0-2 0 0,0 1 0 16,0-1 0-16,9-3 0 0,-23 4 0 16,9-4 0-16,14 0 0 0,-26 0 0 0,10-2 0 15,0 0 0-15,-2-1 0 0,1 1 0 16,0-3 0-16,-4 0 0 0,-2 0 0 0,2-2 0 16,0 0 0-16,0 2 0 0,1-2 0 15,-2-1 0-15,3-1 0 0,1-3 0 0,-9-2 0 16,5-4 0-16,-1 1 0 15,5-6 0-15,0-5 0 0,5 3 0 0,0 0 0 16,1-5 0-16,0 2 0 0,7 3 0 16,-1 2 0-16,1 3 0 0,1 3 0 0,0 0 0 15,1 1 0-15,-2 1 0 0,3 1 0 16,0 2 0-16,2 1 0 0,-1 1 0 0,-1 2 0 16,0-1 0-16,2 2 0 0,-2 0 0 15,2 1 0-15,-2-2 0 0,2 8 0 0,0-9 0 16,0 9 0-16,-2-8 0 0,2 8 0 15,0-6 0-15,0 6 0 0,0 0 0 16,0-9 0-16,0 9 0 0,0 0 0 0,0 0 0 16,0 0 0-16,0 0 0 0,22 12-215 15,-11-7-861-15,2 1 134 0,0 0-1084 0,0 5-1442 16</inkml:trace>
  <inkml:trace contextRef="#ctx0" brushRef="#br0" timeOffset="58789.07">4055 14683 5014 0,'4'-9'-263'0,"0"2"68"0,-4 7 65 16,5-9 57-16,-5 9 64 15,4-10 47-15,-4 10 48 0,3-10 38 0,-3 10 29 16,6-9 21-16,-6 9 1 0,5-7 8 16,-5 7-11-16,5-6-10 0,-5 6-15 0,0 0-19 15,0 0 8-15,0 0 53 0,15 14 5 16,-7 4 8-16,3 11 1 0,-3 6-15 15,4 4-14-15,3 10-2 0,-3-2 3 0,2 1-13 16,1-2-16-16,-3-10-12 16,-1 2-8-16,3-5-22 0,-1-4-104 0,-6-6 0 15,4-5 0-15,-8-4 0 0,3-2 0 0,-2-3 0 16,1 0 0-16,-1-1 0 0,-1-6 0 16,-3-2 0-16,14 3 0 0,-14-3 0 15,22-14 0-15,-10-2 0 0,8-7 0 0,-2-5 0 16,-2-3 0-16,4-12 0 0,3-1 0 15,-3-4 0-15,1-5 0 0,1-1 0 0,-2 3 0 16,-1 3 0-16,-4 5 0 0,-4 14 0 16,-3 7 0-16,-2 7 0 0,-1 2 0 15,-1 4 0-15,-2 5 0 0,-2 4 0 16,0 0 0-16,0 0 0 0,0 0 0 0,-13 22-725 16,7-9-266-16,-2 1 74 0,3 1 105 0,-1 6-802 15,-5 8-1054-15</inkml:trace>
  <inkml:trace contextRef="#ctx0" brushRef="#br0" timeOffset="59290.39">5332 15040 4192 0,'-19'-10'-45'0,"-3"3"40"0,4 1 31 16,2 1 30-16,1 0 40 0,1 1 52 0,3 1 35 15,-1-1 23-15,3 1 12 0,9 3-9 16,-15-5-14-16,15 5-18 0,-8-5-6 0,8 5 15 15,0 0-12-15,0 0-5 0,57-4-16 16,-5 2-39-16,20 1-8 0,7-3-10 0,-1 1-33 16,3-3-65-16,0 1-55 0,-7-1-50 15,-3 1-62-15,-10-1-56 0,-14 1-50 16,-4-1-50-16,-6 0-40 0,-10 1-65 0,-7-1-62 16,-4 2-141-16,-7-1-18 15,-3 1 67-15,-3-1-291 0,-1 0-359 0</inkml:trace>
  <inkml:trace contextRef="#ctx0" brushRef="#br0" timeOffset="59554.8">6031 14727 2413 0,'2'-5'126'16,"-2"5"16"-16,0 0-17 0,2-7-2 16,-2 7 33-16,0 0 33 0,23 14 16 0,-10-2-3 15,3 4-13-15,4 6-14 16,-1 3-16-16,-2 3-16 0,1-2-13 0,-4 3-11 15,-2 3-8-15,-4-8 11 0,-3-2-3 16,-3-3 8-16,-2 2 7 0,-2-1-8 16,-3 1-8-16,-3-2-10 0,-1-1-12 0,-7 5-9 15,-5-3-7-15,-1-1-8 0,-5-3-9 16,0-2-49-16,-3-1-61 0,0-2-77 0,5-3-116 16,1-2-143-16,6-3-213 0,-1 0-128 15,3-1 81-15,5-2-451 0,11 0-564 0</inkml:trace>
  <inkml:trace contextRef="#ctx0" brushRef="#br0" timeOffset="60504.81">7089 14875 3110 0,'8'-11'62'0,"-7"2"63"0,1 3 30 0,0 0 20 0,-2 6 11 16,4-6 2-16,-4 6-3 0,0 0 39 15,0 0 32-15,0 0 15 0,19 21-15 16,-15-7-14-16,1 5-21 0,-1 3-6 0,0-1-11 16,-1 2-20-16,-1-4-14 0,-2-1-12 15,0 0-23-15,3-1-9 0,-3-4-15 0,0 2-14 16,2-2-6-16,-2-3-6 15,0-1-13-15,0-1-7 0,2-1-2 0,-2-7-2 0,2 12-3 16,-2-12-5-16,0 9-8 0,0-9-3 16,0 0-14-16,0 0-7 0,0 0-12 15,0 0-15-15,0 0-7 0,0 0-14 16,14-23-6-16,-14 16 8 0,4-2 2 16,0-2-10-16,0-1 2 0,-2 3-2 0,2-5 9 15,-2 1-3-15,1-1 3 0,-3 1 4 16,0-1 1-16,0-3 3 0,-1 0 1 0,-5-5 2 15,1 4-2-15,-4 1-2 0,2-2 11 16,-1 5-6-16,-4-1-1 0,3 3 3 0,-4 3-12 16,-1 1 10-16,0 2-3 15,-4 6-1-15,0 0 7 0,-5 6-1 0,-10 5 1 16,5 1 3-16,-1 8-3 0,2 2 4 16,2 4 10-16,4-1 10 0,4 3-8 0,3-2 3 15,5-1 12-15,6-4 6 0,4-1 5 16,1 3 5-16,7 6 16 0,7-2-13 15,1-2-2-15,4 1 2 0,2 1-6 0,2-4 1 16,0 2-5-16,1-1-2 0,1-4 1 16,-2 2-1-16,-4-1 5 0,-6-5 5 0,-1-1 9 15,-3 1 33-15,-4-5 18 0,-1 3 16 16,-2-3-44-16,-4 1-71 0,-2 0 0 0,-4-2 0 16,-2 2 0-16,-1 0 0 0,-5-4 0 15,0 2 0-15,-4-2 0 0,1 0 0 16,-2-5 0-16,2 1 0 0,-4-2 0 0,2-2 0 15,-2 0 0-15,0-2 0 16,-2-5 0-16,5-2 0 0,-2-1 0 0,4 0 0 16,4 1 0-16,0 1-571 0,4 1-272 15,4 2-102-15,3 1 105 0,1 4-858 0,0 0-1132 16</inkml:trace>
  <inkml:trace contextRef="#ctx0" brushRef="#br0" timeOffset="61041.5">7176 15588 4959 0,'0'0'9'0,"0"0"47"0,0 0 41 0,2-14 35 0,-2 14 5 16,4-9 10-16,2 5-21 0,-1-3-13 16,7-2-21-16,0-2-6 0,1 3-15 15,0-5-10-15,2 0-3 0,-1 1-3 16,-1 0-4-16,-2-1-9 0,1-3 0 0,-3 4-4 15,1-3-4-15,-2-1 1 0,-1 1-4 16,-1-1 2-16,-1 0-3 0,1-1 9 0,0 2 6 16,-4 1 17-16,2 1 14 0,-2 1-5 15,0 3-3-15,-2 1-7 0,1 1-18 16,-1 7 2-16,0 0-11 0,0 0-7 16,0 0-3-16,0 0 3 0,0 0-3 15,-9 36-4-15,7-17-2 0,2 0 5 0,0 2-9 0,0 1-2 16,4-1-5-16,0-1 5 15,1-5-1-15,4 3-9 0,0-5 10 0,0-3-4 16,2-3-6-16,3-2-12 0,1-3-4 16,1-4-14-16,2-4-10 0,12-6-8 0,-5-3-3 15,2-3 1-15,-2 1 5 0,0-5 3 16,-3-1 8-16,-1-1 3 0,-5-2 6 16,1 2 2-16,-5 6 19 0,-3 4 19 0,-2 4 4 15,-1-1 3-15,1 4-6 16,-4 0-11-16,1 3 0 0,-4 4 4 0,0 0-4 0,0 0-1 15,5 25 8-15,-5-6-13 16,0 1 5-16,0 5-5 0,0 2 6 0,0 0 0 16,0 0-16-16,2-2-32 0,2-1-43 15,1-3-45-15,2 1-61 0,0-5-64 0,3 0-86 16,-1-7-79-16,1-5-117 0,1 1-141 16,3-6-24-16,1 0 70 0,0-4-404 15,-2-3-508-15</inkml:trace>
  <inkml:trace contextRef="#ctx0" brushRef="#br0" timeOffset="61254.73">8112 15112 2979 0,'-4'-10'69'0,"2"3"12"0,-3 1 20 0,5 6 31 16,-14-2 33-16,14 2 14 16,-17 8 22-16,5 3 4 0,-1 5-1 0,-6 9-15 15,0 4-15-15,-2 8-19 0,6-3-13 16,2 1-16-16,1-2-15 0,5 3-8 0,2-8-12 15,4-7-29-15,1 1-35 0,1-6-40 16,-1 1-44-16,7-2-57 0,-2-3-73 0,7-2-87 16,-5-5-132-16,7-3-197 15,-1-2-43-15,2 0 68 0,2-4-313 0,6 1-372 16</inkml:trace>
  <inkml:trace contextRef="#ctx0" brushRef="#br0" timeOffset="61523.48">8522 15126 2703 0,'-10'-1'133'0,"10"1"34"0,-22 8 38 0,6 0 33 15,-7 9 33-15,1 7 16 0,-7 6 10 16,-1 5 17-16,1 4-15 0,4 0-19 15,7-6-19-15,4-2-24 0,4 2-23 16,2-8-14-16,6-2-28 0,2-5-12 0,2 1-19 16,5-2-31-16,-4-1-65 0,6-2-73 15,1-3-94-15,0-2-127 0,3-1-182 16,4-6-209-16,-2-2-147 0,5 0 86 0,-2-1-583 16,3 0-744-16</inkml:trace>
  <inkml:trace contextRef="#ctx0" brushRef="#br0" timeOffset="62171.09">8501 15263 3772 0,'0'0'26'0,"0"0"14"0,0 0 37 0,0 0 34 15,0 0 14-15,0 0-5 0,0 0-11 16,0 0-10-16,30 13-10 0,-14-12-10 0,-3 1-5 15,6-4-9-15,2 1-4 0,-4-1-7 16,3-2-8-16,-4 1-2 0,0-2-8 0,0 0 0 16,-2-2 0-16,-3 2-7 15,1-4-1-15,-4 2 0 0,-3 3 0 0,-1-2-8 16,-4 6-4-16,0-8 1 0,0 8-3 16,0 0-3-16,0 0 11 0,-38 10 16 15,15 7 21-15,-4 4 26 0,-1 11 13 0,-1 2 28 16,2 4 8-16,7-1 10 0,4-4-11 15,7-2 0-15,-1 0-9 0,8-5-8 0,4-6-13 16,2-2-6-16,0-3-7 0,5 2-1 16,2-7-14-16,3 1-9 0,1-6 2 15,3 1-9-15,0-4-13 0,7-7-30 0,9 0-34 16,1-5-19-16,0-5-30 0,2-6-30 16,3-7-24-16,1-1-22 0,-1-3-4 0,-4-4 10 15,0-4 5-15,-2-2 12 0,-6-3 14 16,3 0 14-16,-2 3 22 0,-6 5 25 15,-8 12 30-15,-4 4 22 0,-1 6 2 16,-5 3 4-16,2 4-3 0,-5 2 17 0,-2 6 20 16,0 0 14-16,0 0 13 0,0 0 4 15,0 0-8-15,0 0-4 0,-9 27-7 0,7-15 0 16,0 1 2-16,2 1 5 0,0 1 23 16,2-1 20-16,0 4 20 0,1-1 10 15,3 1 12-15,-5 0 14 0,1 1 2 0,0-2-3 16,0 2-3-16,-2 0-5 15,-2-2-10-15,0 0-102 0,0 1-44 0,-3-1 0 0,-2 0 0 16,-2 0 0-16,-2-2 0 0,-3 1 0 16,1-1 0-16,-1-3 0 0,0-1 0 15,3-3 0-15,-3-1 0 0,3-2 0 0,-5-2 0 16,3-1 0-16,-3 0-258 0,7-4-411 16,9 2-238-16,-19-5 7 0,11 1 105 15,5 0-791-15,3 4-1026 0</inkml:trace>
  <inkml:trace contextRef="#ctx0" brushRef="#br0" timeOffset="62588.74">9397 15540 4564 0,'0'-14'-78'0,"4"1"23"0,-3 2 18 0,5-3 24 0,1 1 9 0,5-4-5 15,7-12 15-15,2 0-14 0,6-13-14 0,3 1-11 16,-1-7-6-16,3-3-1 15,-3-1 24-15,0 1-3 0,-3 5 3 0,-7 4 28 16,-3 15 15-16,-5 6 8 0,-4 5-7 16,-1 3 7-16,-6 4 2 0,0 4 20 15,0 5 22-15,0 0 12 0,0 0 6 0,0 0-6 16,-40 19 1-16,27-5-3 0,3 1-2 16,1 4-4-16,1 0 7 0,4-1 4 0,4-1 4 15,2 1-3-15,6 1 7 16,-1 2 4-16,9 5 11 0,-1-3 19 0,4 3 24 0,0-4 12 15,-2 0 15-15,2 3 4 16,-8-8-6-16,1 1 6 0,-4-4 5 0,-1 1 9 16,-3-1-4-16,0-1-8 0,-4 0-10 15,-4 1-15-15,-2 0-168 0,1-1 0 16,-7 3 0-16,-3-4 0 0,-1 0 0 0,2-1 0 16,-6-2 0-16,4-3 0 0,-4-1 0 15,5-2 0-15,0-3 0 0,2-2 0 0,-1-4 0 16,3-3-218-16,2-1-360 0,6-8-113 15,1 1-144-15,7-4-11 0,2 1 86 0,6-5-690 16,3-2-899-16</inkml:trace>
  <inkml:trace contextRef="#ctx0" brushRef="#br0" timeOffset="62888.04">9883 15135 3668 0,'9'-9'-61'0,"-3"1"74"16,-3 2 70-16,1 0 35 0,-4 6 25 0,4-6 8 15,-4 6-1-15,0 0-5 0,0 0 19 16,0 0 16-16,0 0 4 0,1 25-13 0,-2-13-15 15,1 2-14-15,-4-3-15 0,2 7-5 16,2-5-13-16,-2 1-7 0,2 0-12 0,2-2-6 16,0 0-6-16,2 0-1 0,-3-4-9 15,6 1-5-15,0-4-11 0,3 0-3 16,-3-1-1-16,3-2-7 0,-10-2 0 16,19 0-8-16,-19 0 5 0,15-4 6 15,-15 4 21-15,11-9 23 0,-7 2 21 0,-1 0 10 16,-3 7-4-16,-3-15-1 0,-1 3-9 15,3 2-7-15,-3 0-11 0,0 1-24 0,1-1-11 16,-3 1-14-16,2 3-54 0,-2-1-69 16,6 7-78-16,-11-7-96 0,5 7-116 0,6 0-142 15,0 0-205-15,-17 7-100 0,11-2 94 16,2 2-646-16,4 1-827 0</inkml:trace>
  <inkml:trace contextRef="#ctx0" brushRef="#br0" timeOffset="63287.49">10125 15354 3647 0,'0'0'54'16,"0"0"56"-16,0 0 33 0,0 0 22 15,0 0 18-15,16-10 2 0,-16 10-5 0,8-7-18 16,-2 4-13-16,-6 3-15 0,13-9-17 16,-5-1-8-16,-3 2-12 0,5-5-14 15,-2 2-10-15,-1-5-5 0,1-1-10 0,-2-4-3 16,1 1-8-16,-1-1-2 0,-2 1 10 15,-1 3 9-15,1 1 22 0,-1 3 11 0,-3 3 17 16,2-2 1-16,0 4-21 16,-2 2 0-16,1-3-12 0,-1 9-11 0,2-12-8 15,-2 12-6-15,2-7 4 0,-2 7-1 16,0 0 16-16,0 0 0 0,23 3-2 0,-8 2-4 16,1 0-5-16,2 7-6 0,2-3-3 15,-4 3 3-15,9 4 18 0,-6 2 13 0,-4 2 2 16,-1-6 2-16,-5 4-7 0,1-1-9 15,-2 1-8-15,-3-3 0 0,-1 0-49 16,-2 0-21-16,2-1 0 0,-1-2 0 0,-3 0 0 16,2-3-57-16,0-1-170 15,-2 1-103-15,3-2-130 0,-3-2-168 0,0-5-270 0,0 8 85 16,4-2 93-16,-4-6-660 16,0 0-834-16</inkml:trace>
  <inkml:trace contextRef="#ctx0" brushRef="#br0" timeOffset="63806.01">12019 15057 4120 0,'0'0'101'0,"0"0"36"0,-27 13 36 0,16-4 36 0,-5 1 34 0,1 1 28 16,2 5 8-16,-2-3 2 0,3 5-21 0,-3 5-20 15,8-1-22-15,0-1-20 0,7-1-19 16,7 1-18-16,-2 1-18 0,8 2-12 16,6-1-13-16,6-4-23 0,2-4-28 15,4-3-30-15,-7-8-21 0,-1 0-12 0,-4-2-2 16,0-4 1-16,-2 0-1 0,-2-2 2 15,1-1 0-15,-5-3 4 0,-3 0 8 16,1-5 10-16,-7 1 6 0,0-2 3 0,-4-6-5 16,0-1-4-16,-1-2-21 0,-6 2-3 15,2 0 5-15,1 6-6 0,3 0-20 16,-3 1-43-16,1 6-57 0,-4 0-61 16,4 4-75-16,-3 4-91 0,8 0-111 0,0 0-130 0,0 0-239 15,-21 8 65-15,21-8 85 16,0 0-547-16,0 0-686 0</inkml:trace>
  <inkml:trace contextRef="#ctx0" brushRef="#br0" timeOffset="64087.72">12544 15063 3664 0,'6'-5'195'15,"0"1"22"-15,-6 4 13 0,6-4 8 16,-6 4 6-16,0 0 27 0,0 0 4 0,0 0 8 16,0 0-6-16,7 19-23 0,-8-11-27 15,2 2-21-15,-2 3-17 0,2-1-26 0,-2 2-14 16,1 1-13-16,-2-2-14 15,0 1-9-15,0-4-14 0,2 0-8 0,-2-1-11 0,2-1-1 16,-2-1-3-16,2-7-6 16,0 11-6-16,0-11-8 0,0 0-5 0,0 0-11 15,0 0-9-15,0 0-30 0,13-40-1 16,1 10 0-16,5-14-14 0,4-2-59 0,3-6-38 16,-1-2-39-16,-1 4-29 0,1 5-35 15,-2 8-44-15,-12 7-70 0,3 10-83 16,-4 4-86-16,-3 5-98 0,0 2-177 0,-4 2 54 15,-1 4 74-15,-2 3-454 0,0 0-567 16</inkml:trace>
  <inkml:trace contextRef="#ctx0" brushRef="#br0" timeOffset="64237.66">12609 15017 3483 0,'-11'6'301'0,"2"-2"27"0,0-1 14 15,9-3 11-15,-9 4 13 0,9-4-17 16,0 0-28-16,0 0-31 0,0 0-34 15,0 0-64-15,50-23-118 0,-18 8-138 0,4 2-154 16,0-3-177-16,0 1-231 0,0 3-161 16,-6 0 81-16,-2 5-607 0,-1 4-769 0</inkml:trace>
  <inkml:trace contextRef="#ctx0" brushRef="#br0" timeOffset="64738.63">13751 15042 3505 0,'2'-13'129'16,"-4"4"54"-16,0 2 18 0,2 7 9 15,-2-10 15-15,2 10 29 0,0 0 43 0,0 0 10 16,-27 24 20-16,10 0 6 0,2 5-5 15,1 3-18-15,3 1-19 0,6 4-27 16,1-1-25-16,8 0-22 0,-1-2-17 16,10 1-20-16,5-7-12 0,3 0-145 15,8-7-23-15,1-3 0 0,6-10 0 0,4-2 0 16,1-9 0-16,0-2 0 0,1-7 0 16,4-5 0-16,-3-3 0 0,4-1 0 0,-10-6 0 15,-4-2 0-15,-3-6 0 0,-3-3 0 16,-4-4 0-16,-3-3 0 0,-4-1 0 0,-5-2 0 15,-2 7 0-15,-6 5 0 0,5 2 0 16,-6 10-416-16,-4 6-309 0,-6 9-221 0,2 3 86 16,0 5 87-16,6 1-748 0,-13 12-965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20T05:05:59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11950 16936 3145 0,'-23'3'111'0,"8"1"-62"0,0-1-27 0,1 0-7 16,3 1-4-16,0-1-8 0,1 0-2 0,0 3 3 15,1-5 0-15,9-1 3 16,-10 6 1-16,10-6 4 0,0 5 0 16,0-5 9-16,30 7 10 0,17-4 4 0,27-3 8 15,20 0 17-15,46-3 7 0,22-4 8 16,73-4 0-16,19-6 10 0,22-2-11 0,11 1-6 15,24-3-2-15,7 6 6 0,4 1-3 16,-5 8 3-16,-1 4 5 0,-15 6-4 0,-9 2-9 16,-27 0-2-16,-21 7-4 0,-68-3-10 15,-8 2-3-15,-12-2-7 0,-18 2-2 16,-16-2-4-16,-12 1-5 0,-33-3-1 0,-13-1-9 16,-17-4 3-16,-6 1-4 0,-9-2-3 15,-7 1-2-15,-8-1 0 0,-3-1-3 16,-1 1-8-16,1-2-4 0,-14 0-2 15,0 0-1-15,5 4 3 0,-5-4-2 0,0 0 3 16,-44 4-6-16,-1 0-7 0,-20-1-3 16,-14 1-6-16,-10-1 6 0,-31 1-2 15,-8 1 1-15,-3 0 6 0,-3-2-3 0,-6 1 7 16,-4 1 0-16,9 0-3 0,2 2 1 16,-2-3 2-16,11 0 4 0,11-2-3 0,25 0 4 15,12 1 11-15,7 1 9 0,24-2 11 16,6-2 7-16,11 0 6 0,9 1-1 15,10 2-6-15,9-3-3 0,0 0 4 16,34 6 12-16,35 0 19 0,39 0 7 16,26 2 3-16,22 1-4 0,16 2-8 0,61 1-2 0,9 2-8 15,-3 1-6-15,-10-3-9 16,-56-2-10-16,-5-1-10 0,-12-1-8 0,-17-4-9 16,-22 0-6-16,-40-2-7 0,-14 0-3 15,-18 0 1-15,-15-4 2 0,-10 2-1 16,-8-2 2-16,-10 0-3 0,-2 2 3 0,0 0 4 15,-63-10-3-15,-6 5 6 0,-21 2-3 16,-44 1 3-16,-24 4-2 0,-20 1-4 0,-64 2 6 16,-5 5 1-16,-9 3 0 15,1 7-1-15,0 1-2 0,15 1 3 0,9 0 1 0,63-3 3 16,18-2 4-16,21-2 7 16,46-5 13-16,20-6 15 0,28-1-3 15,24-3 0-15,20-3-7 0,30-5-3 0,33-2-5 16,50-4-6-16,31 0 5 0,67-1-2 15,10 4-4-15,4 5-3 0,2 0-1 0,-49 5-17 16,-2 1-24-16,-6 3-24 0,-17 1-28 16,-25 2-36-16,-17-4-33 0,-43 1-27 0,-30-1 7 15,-17 2 20-15,-16-4 15 0,-7 0 23 16,-7 0 10-16,0 0 10 16,-61-9 7-16,0 1-23 0,-11 1-64 0,-12-2-71 15,-38-1-88-15,-9 3-105 0,-8 0-112 16,-8 2 32-16,-4-2-120 0,4 4-136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15:21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5350 840 1088 0,'4'-9'295'0,"1"4"-48"0,-5 5-2 15,3-10-14-15,-3 10 5 0,4-9 11 0,-2 3 2 16,-2 6-4-16,6-11 21 0,-5 6 14 16,-1 5 4-16,0-8 3 0,0 8-22 0,0 0-31 15,0-11-19-15,0 11-25 0,0 0-15 16,0 0-14-16,-32 24-12 0,7-2-6 15,-5 8-18-15,-5 1 0 0,-1 2-17 0,2 1 0 16,-2 0-9-16,1 0-11 16,3-3-4-16,10-7-11 0,-2 0-9 0,9-6-8 15,2-6-2-15,5 1-9 0,-4-5 7 16,5 0-13-16,2-3-16 0,-1 3-30 16,-1-3-23-16,7-5-36 0,0 0-59 0,-11 3-74 15,11-3-60-15,0 0-18 0,-13-16-2 16,10 9 1-16,-2-3-3 0,0-7 6 15,1-3 14-15,2 1 25 0,-2-5 24 0,1 0 23 16,-3-10 30-16,1 2 31 16,0 3 30-16,-1 0 35 0,6 3 28 0,-1 3 30 0,-1 4 19 15,2 0 42-15,-2 5 24 0,4-1 24 16,-2 3-4-16,0 2-11 0,2 3-10 16,-1 2-2-16,-1 5 44 0,0 0 16 0,0 0 3 15,36 20 5-15,-16-1-8 16,3 5-9-16,-1 3-14 0,9 7-6 0,-3-1-11 15,3 2-10-15,-4-9-8 0,-3-2-7 16,-2 1-10-16,-2-2 2 0,-2-6-13 16,-6-4-15-16,-1-2-9 0,-4-1-7 0,0-2 0 15,2 0-1-15,-4-4-7 0,-5-4-10 16,6 4-18-16,-6-4-7 0,0 0-3 0,0 0 2 16,0 0 3-16,2-26-1 0,-4 14 2 15,-2-3-3-15,1-7 1 16,-8-9 0-16,6-3 3 0,-1 11 6 0,3 3 1 0,-1 5 12 15,0 1 0-15,1 3 2 16,1 1-9-16,-1 2-3 0,1 3-1 0,2 5 2 16,0 0 5-16,0 0 11 0,0 0 1 15,0 0 8-15,-25 17 5 0,19-9 15 16,-1 2 8-16,-2 1 4 0,-3-1-3 0,4 0-2 16,-3 1-3-16,1-5 18 0,5 1 31 15,-3-2 44-15,5 1 35 0,3-6 20 0,-11 5 10 16,11-5-2-16,0 0-18 0,0 0-17 15,0 0-17-15,0 0-17 0,0 0-20 16,0 0-9-16,-11-12-12 0,11 12-15 0,0 0-12 16,0 0-22-16,0 0-25 15,0 0-23-15,0 0-69 0,0 0-76 0,0 0-73 16,33-2-92-16,-18 2-85 0,2 0-101 16,8-7-216-16,11-1-100 0,-2-4 74 15,-2-2-544-15,-3-2-751 0</inkml:trace>
  <inkml:trace contextRef="#ctx0" brushRef="#br0" timeOffset="1000.77">7801 2373 3246 0,'8'-15'-115'0,"-3"1"64"0,2 4 50 0,-3 1 44 0,-3 3 61 0,-1 6 28 16,4-10 25-16,-4 10 6 0,2-7-6 0,-2 7-8 15,0 0 34-15,0 0 25 0,-20 29 2 16,4-4 3-16,-2 0-3 0,-2 3-16 16,-3 1-18-16,3-1-19 0,-3-1-11 0,5 0-16 15,0-1-6-15,2-1-13 16,0-2-9-16,3-4-11 0,3-5-13 0,4-2-2 16,-1-5-6-16,3 3-5 0,1-6 1 0,-3 2-2 15,6-6 15-15,-6 7-4 0,6-7-6 16,0 0-17-16,-10-15-7 0,8 1-5 15,2-3-14-15,0-8 6 0,0-1-4 16,6-9-7-16,1-1 1 0,-2 3-8 0,1 9 2 16,-5 7 0-16,-1 2 4 0,2 5-19 15,0 1-10-15,-2 1-5 0,0 8 4 0,0 0 7 16,0 0-2-16,0 0 1 0,20 20-1 16,-13-8 2-16,4 2 3 0,1 1 8 15,6 5-4-15,-2-2-2 0,-3-5-1 0,3-1 1 16,-5-3 3-16,-2-1-7 15,0 0 10-15,-2-2 12 0,-2-3-1 0,1 3-1 0,-6-6-3 16,9 6 0-16,-9-6-3 16,0 0-1-16,0 0-2 0,0 0 1 0,0 0-2 15,0 0-3-15,0 0-1 0,-13-27-1 16,8 19-3-16,-4-3 0 0,0 4 2 16,0-3-1-16,2 2 8 0,-4-1 4 0,4 2-17 15,1 2-1-15,-1 2 1 0,7 3-9 16,-14-7-4-16,14 7 1 0,0 0 5 0,-27 12-7 15,14-2 6-15,2 2-3 0,1 0 1 16,1-2-6-16,3 3-5 0,3-5-2 0,1 0-2 16,6-1-13-16,-1-1-22 0,10-2-31 15,1-4-57-15,5 0-67 0,2-6-76 16,4 0-85-16,-7-2-122 0,2 1-252 16,-6 1 15-16,-11 2 73 0,1 2-431 15,-4 2-567-15</inkml:trace>
  <inkml:trace contextRef="#ctx0" brushRef="#br0" timeOffset="33276.24">24604 10381 1258 0,'-4'-12'485'0,"-4"3"-198"0,3 2-87 16,-3-2-28-16,0 5 3 16,-1-4 5-16,-2 2 8 0,-3 4-6 0,-3 0 8 15,2 2 1-15,-9 4 8 0,-12 8 9 16,-3 10 14-16,-8 7 11 0,2 9 1 0,-1 4 2 15,-8 16-1-15,4 5-3 0,0-3-10 16,16-7-15-16,5 5-19 0,4 3-13 0,8 2-6 16,6-4-12-16,8 1 5 15,12 0-15-15,6-8-9 0,10 0-17 0,9-9-8 16,8-1-10-16,7-6-12 0,8-7-4 0,4-7-9 16,8-6-6-16,6-8-10 0,0-4-5 15,4-8-5-15,-3-6-9 0,13-9-3 16,-16-5-2-16,9-6-4 0,-23-1 1 0,8-16-5 15,-22 7-1-15,-3-7 3 0,-12-2-5 16,-6-7-3-16,-11-2-2 0,-9-7-7 0,-9-7 0 16,-9 0-2-16,-11-17-7 0,-8 6 1 15,-6 9-4-15,-9 11 3 0,4 20-10 16,-8 6-19-16,-5 10-17 0,-6 10-24 16,-3 9-27-16,-2 8-35 0,-3 8-41 0,4 7-50 15,-1 5-64-15,-15 11-89 0,22 0-91 0,7 0-106 16,4-1-197-16,8 1 20 0,14 0 88 15,6-6-552-15,7 1-672 0</inkml:trace>
  <inkml:trace contextRef="#ctx0" brushRef="#br0" timeOffset="33858.32">24420 10851 3140 0,'5'-9'-36'0,"-1"0"35"16,-2 2 36-16,-1 3 32 0,-1 4 41 0,2-10 24 0,-2 10 8 15,4-5-8-15,-4 5-11 16,0 0-5-16,0 0 34 0,0 0 9 0,0 0 0 15,2 22-2-15,-2-8 5 0,0 0 1 16,0 5-5-16,0 2-13 0,0-1-8 0,2 2-6 16,1 2-1-16,3-1 0 0,0-3-3 15,7 7-14-15,5 0-4 0,0-7-3 16,5-2-14-16,-1-4-4 0,-2-4-5 0,1-4-5 16,1-2 7-16,-1-4 7 0,-3-2-6 15,5-3-4-15,6-8-15 0,-4-2-29 0,-1-1 10 16,-3-4-5-16,0-6 0 15,-4 1-8-15,1-6 2 0,-4-2-11 0,6-12-21 0,-4 1-22 16,-4 9-22-16,1 0-21 16,-2 4-23-16,-2 8-36 0,-6 7-56 0,3 2-96 15,-1 3-99-15,-2 5-75 0,-3 4-111 16,0 2-187-16,0 0 58 0,0 0 86 0,0 0-441 16,11 19-512-16</inkml:trace>
  <inkml:trace contextRef="#ctx0" brushRef="#br0" timeOffset="34225.08">25657 10911 3151 0,'-24'3'110'0,"3"-3"17"0,7 0 27 16,1 0 57-16,13 0 56 0,-15 1 34 16,15-1 12-16,0 0-31 0,0 0-22 0,0 0-23 15,0 0-16-15,67-18-23 16,2 11-17-16,6-3-20 0,31 1-13 0,4-3-20 16,0 0-23-16,5 0-20 0,-2-1-21 15,6 1-11-15,-5 0-9 0,7 4-9 0,-16-4-16 16,-26 3-13-16,-4 2-20 0,-12-3-9 15,-18 5 0-15,-6 0 3 0,-8 2 2 0,-11-1-1 16,-1-1-11-16,-4 3-10 0,-1 1-15 16,-3-3-29-16,-4 3-46 0,-7 1-69 0,0 0-105 15,0 0-99-15,0 0-147 0,0 0-185 16,0 0 70-16,0 0-542 0,-27 10-671 0</inkml:trace>
  <inkml:trace contextRef="#ctx0" brushRef="#br0" timeOffset="34540.83">27016 10522 3146 0,'-9'0'-15'0,"9"0"10"15,0 0 30-15,-5 9 45 0,5-9 38 16,11 20 17-16,4-6 21 0,6 9-2 0,6 0-3 15,5 6-15-15,0 3-9 0,1 0-11 16,-1 1-15-16,-9-8-1 0,-5 6 4 16,-4-5-2-16,-4 4 12 0,-9-7 10 15,-2-1 12-15,-7 1 28 0,-7 4 4 0,-8-2-6 16,-3 2-7-16,-5-6-15 0,-10 1-13 16,-2 0-12-16,-4-5-12 0,1 1-16 0,-1-4-45 15,8-2-49-15,1-1-73 0,2-5-104 16,5 0-130-16,6-4-157 0,4-1-246 0,6-2 55 15,0 1 67-15,4 0-415 0,11 0-494 16</inkml:trace>
  <inkml:trace contextRef="#ctx0" brushRef="#br0" timeOffset="36210.04">24442 10865 2604 0,'0'0'-40'0,"-4"-4"39"16,4 4 27-16,0 0 30 0,-6-8 41 0,6 8 29 16,-1-6 41-16,1 6 16 15,-2-5 3-15,2 5 5 0,-2-9 2 0,2 9-4 16,0-7 2-16,0 7-4 0,0 0 0 16,-2-7-7-16,2 7-9 0,0 0-6 0,0-9-16 15,0 9 0-15,0 0-11 0,0 0-9 16,0 0-8-16,0 0-8 0,-5-8-8 0,5 8-7 15,0 0-13-15,0 0-12 0,0 0 15 16,0 0 18-16,0 0 1 0,0 0-11 0,0 0-11 16,-5 24 10-16,5-15 7 0,-2 1-8 15,2 2-2-15,-2 2-14 0,2 0-3 16,0-2-19-16,-2 1-12 0,2 3 15 16,0-3 1-16,0 1 7 0,0 0 0 0,0 0-10 15,0-2-7-15,0-1 1 0,0 2-5 0,0-3-5 16,0 0-4-16,0 0-1 15,0-1-2-15,0 2 0 0,0-3-1 0,0 0 7 16,2 2 5-16,-2-5 1 0,2 4-5 16,0-2-30-16,0-2-11 0,-2 2 0 0,0-7 0 15,3 10 0-15,0-4 0 0,1-1 0 16,0-1 0-16,-1 2 0 0,3 0 0 0,-1-1 0 16,4-2 0-16,-2 2 0 15,1-3 0-15,-1 0 0 0,-2 3 0 0,6-4 0 0,-11-1 0 16,13 6 0-16,-5-5 0 15,-3 3 0-15,-5-4 0 0,11 3 0 0,-11-3 0 16,13 1 0-16,-13-1 0 0,14 0 0 16,-14 0 0-16,18 2 0 0,-18-2 0 0,16 0 0 15,-16 0 0-15,18-3 0 0,-18 3 0 16,18-3 0-16,-9 0 0 0,-9 3 0 0,15-2 0 16,-6 0 0-16,-9 2 0 0,14-4 0 15,-14 4 0-15,14-6 0 0,-5 6 0 0,-9 0 0 16,15-6 0-16,-8 4 0 0,-7 2 0 15,14-4 0-15,-14 4 0 0,13-5 0 0,-13 5 0 16,14-6 0-16,-11 2 0 16,-3 4 0-16,11-6 0 0,-5 1 0 0,-2-1 0 0,4 0 0 15,-4-2 0-15,3 2 0 16,-3 0 0-16,1-4 0 0,4 3 0 0,-6-3 0 16,5 2 0-16,-3 0 0 0,1-1 0 15,0 1 0-15,2-5 0 0,-1 3 0 0,0-2 0 16,2-2 0-16,-4 2 0 0,4 0 0 15,-1-3 0-15,0-1 0 0,0 0 0 0,-1 1 0 16,-2 1 0-16,1 1 0 0,1 1 0 16,-6 1 0-16,3 1 0 0,0 0 0 0,-1 1 0 15,-3 2 0-15,4 0 0 16,-2 1 0-16,0 0 0 0,-2 6 0 0,2-13 0 0,0 6 0 16,-2 0 0-16,1-1 0 15,-1 1 0-15,0 0 0 0,3 0 0 0,-1 0 0 16,-2 7 0-16,0-12 0 0,0 7 0 15,0 5 0-15,0-8 0 0,0 8 0 0,0-7 0 16,0 7 0-16,0 0 0 0,0-9 0 16,0 9 0-16,0 0-757 0,0 0-228 0,0 0 102 15,0 0-1010-15,0 0-1316 0</inkml:trace>
  <inkml:trace contextRef="#ctx0" brushRef="#br0" timeOffset="36874.4">27811 10706 5064 0,'6'-10'-117'0,"0"1"55"0,-2 3 47 0,-1-1 40 0,1 1 43 16,-4 6 31-16,7-5 14 0,-7 5 12 0,0 0 12 15,0 0 18-15,31 11 36 0,-17-3-9 16,1 2 5-16,0 2 7 0,2 1-1 0,-1-2-4 16,-2 1-3-16,2 0 3 15,-3-3 0-15,-1-2-4 0,-3 0-9 0,1-2-2 16,-3 0 1-16,1 0-6 0,-2-2-149 0,-6-3-20 15,11 7 0-15,-11-7 0 16,10 4 0-16,-10-4 0 0,0 0 0 0,17-6 0 16,-10 1 0-16,0-5 0 0,0 0 0 15,2-5 0-15,0-4 0 0,2-9 0 0,0-1-213 16,-4 4-248-16,-3 4-70 0,-4 4-74 16,0 3-124-16,-6 3-83 0,-1 5 82 0,-6-2-668 15,-3 6-850-15</inkml:trace>
  <inkml:trace contextRef="#ctx0" brushRef="#br0" timeOffset="37191.01">28160 10471 3670 0,'-2'-4'-52'0,"-2"-4"28"16,-4 5 19-16,8 3 39 0,-20-2 56 16,2 5 38-16,-14 8 23 0,-9 10 29 15,-6 6 15-15,-1 6 9 0,1 4 4 0,-3 3 17 16,5 3-4-16,1 3 25 0,8 0-4 15,3-2-9-15,8 2-14 0,11-3 1 0,5-5-4 16,14-2-20-16,8-1-16 0,12 4-17 16,11-5-17-16,7-5-14 0,11-4-10 0,3-4-16 15,6-9-8-15,0-4-12 16,-10-8-16-16,8-3-20 0,0-6-15 0,-3-7-9 16,-5-2-11-16,-6-9-5 0,-1 0-10 0,-10-5-8 15,-5-3-12-15,-6-2-18 0,-12 0-18 16,-8-3-24-16,-5-8-28 0,-9-11-27 15,-10 3-29-15,-9 1-29 0,-9 7-39 0,-14 4-67 16,-24 7-74-16,-10 6-86 0,-11 12-131 16,15 9-179-16,-7 7 72 0,-3 6-601 0,-18 9-755 15</inkml:trace>
  <inkml:trace contextRef="#ctx0" brushRef="#br0" timeOffset="37942.55">23708 10727 3730 0,'20'-6'-69'0,"-7"0"14"0,-2 1 0 0,-3 1 9 15,-1 2 29-15,-7 2 16 16,11-3 12-16,-11 3 14 0,0 0 27 0,0 0 50 16,0 0 29-16,0 0 19 0,-61 10 5 15,2-4 15-15,-11-2 4 0,-12 0 5 0,-28-1-8 16,-8-4-10-16,-6 1-12 0,-6-2-17 16,-2-1-14-16,5-2-11 0,3-2-15 0,11 0-5 15,27 0-8-15,5 3-10 0,6-2-10 16,9 2-25-16,7-1-25 0,14 3-37 0,4 1-49 15,8-1-82-15,9 4-94 16,3-2-108-16,-6 3-128 0,6 2-194 0,2-1 48 16,-2 2 82-16,2 1-354 0,-10 5-387 15</inkml:trace>
  <inkml:trace contextRef="#ctx0" brushRef="#br0" timeOffset="38492.1">20855 10694 2840 0,'0'-8'316'0,"0"4"-34"0,0 4-19 16,0 0 7-16,0 0 9 0,-34 16 9 0,18-4-8 15,-8 6-17-15,0 3-28 16,-1 1 9-16,-10 7-34 0,5 0-18 0,-4 1-21 15,7-4-11-15,-4 3-17 0,6-5-16 16,4-5-12-16,6-4-10 0,3-5-16 0,3 1-3 16,4-3-6-16,-3-3 3 0,6-1-7 15,2-4-8-15,0 0-15 0,23-17-10 0,2-8-6 16,11-5 1-16,4-5-5 0,4-4-3 16,2-3-3-16,1 1 2 0,-5 4-10 15,-2 3-4-15,-6 5-2 0,-11 9 5 16,-2 7-10-16,-6 3-15 0,-2 6 10 0,-1 4 2 0,-1 5 2 15,2 6-3-15,-1 4 2 16,1 7 1-16,3 6 3 0,-1 1 0 0,2 2 1 16,-2 1-1-16,8 8 2 0,4-1-5 15,-6-8 5-15,2-4-6 0,-2-2 5 0,-4-2-5 16,-2-7 1-16,-3-2 1 0,-5-4 1 16,1-2 4-16,-3-2 24 0,-3-1 23 0,-2-5-5 15,0 0-6-15,0 0-8 0,0 0-7 16,-20-16 0-16,2 6-7 0,-8-7-1 0,-5 3-5 15,2-1-3-15,-1 3-14 0,-1 2-4 16,9 1 0-16,-3 1 0 0,8 6 0 0,0 0-32 16,3 0-34-16,1 2-43 15,1-2-45-15,12 2-58 0,-18 4-68 0,11-2-99 0,-2 0-96 16,9-2-110-16,-5 6-236 16,5-6 69-16,0 0 78 0,0 0-568 0,0 0-704 15</inkml:trace>
  <inkml:trace contextRef="#ctx0" brushRef="#br0" timeOffset="38842.43">20964 10384 3602 0,'-30'2'64'0,"-9"6"22"0,-14 15 45 0,-21 17 41 0,-2 10 33 15,-5 3 20-15,5 10 24 0,2-2 22 16,2 6 8-16,7 4-1 0,10 1-13 15,8 1-15-15,19-17-18 0,8 1-14 0,8-2-14 16,13-10-13-16,15 8-13 0,13-5-17 16,16-4-14-16,26 2-14 0,10-7-13 0,16-13-14 15,11-11-11-15,6-9-22 0,12-12-15 16,-2-9-18-16,-1-9-25 0,-4-5-9 0,-17-8-15 16,-9-6-10-16,-16-7-2 15,-14-9 3-15,-11-3 0 0,-25 3-3 0,-13-6-5 16,-10-5-8-16,-10-9-11 0,-17-20-32 15,-15 2 4-15,-10 8-1 0,-6 8-1 0,-7 11-1 0,-5 16-3 16,10 21-13-16,-8 14-8 16,-2 11-18-16,-4 8-28 0,-2 13-45 0,-2 5-69 15,-3 17-92-15,6 7-95 0,20-5-155 16,5 2-151-16,10 3 73 0,7-3-561 0,13-4-702 16</inkml:trace>
  <inkml:trace contextRef="#ctx0" brushRef="#br0" timeOffset="39740.89">22195 10510 3617 0,'2'-10'-3'0,"-2"3"3"16,0 7 5-16,-6-6 7 0,6 6 35 0,0 0 32 15,-28 8 20-15,6 1 9 0,-12 5 2 16,-15 7 2-16,-3 0-2 0,-1 1-4 0,-1 3-3 16,7-6-4-16,11-6 12 15,8 0 19-15,4-5 27 0,9 0 32 0,4-2-4 16,5-3-21-16,6-3-7 0,0 0-18 15,0 0-14-15,43 9-10 0,-4-3-12 0,3 1-9 16,8 7-13-16,-3 3-7 0,1 4-9 16,-7-1-19-16,-1 6-40 0,-3 1-57 0,-8-4-62 15,-3 1-67-15,-3-1-92 0,-4 2-83 16,-4-6-89-16,-5-2-110 0,-1-4-144 0,-1 0 62 16,2-1-467-16,-5-4-572 15</inkml:trace>
  <inkml:trace contextRef="#ctx0" brushRef="#br0" timeOffset="40508.6">24737 11379 3277 0,'-7'-10'141'0,"-3"5"19"0,4-1 6 0,3 2 13 16,3 4 23-16,-6-7 20 0,6 7 8 16,-5-3 10-16,5 3-8 0,0 0-12 0,0 0-14 15,0 0-14-15,32 10-6 0,4 4-14 16,14 3-21-16,8 8-16 0,26 7-14 0,13 6-5 16,14 4 5-16,13 1-13 0,8 3-13 15,3-1-12-15,-2 2-7 0,-8-3-8 0,-5-6-5 16,-11-4-5-16,-13-5-5 0,-34-10-7 15,-8-2-2-15,-18-7-5 0,-4 2-2 0,-7-5 6 16,-5-2 4-16,-7-1 4 0,-1-1 8 16,-3-1-6-16,-9-2-5 0,15 6-2 15,-9-4-9-15,-6-2-7 0,9 2-1 16,-9-2-40-16,10 4-53 0,-10-4-83 0,0 0-91 16,7 0-128-16,-7 0-149 0,0 0-171 15,0 0-142-15,0 0 76 0,8-8-702 16,-8 8-903-16</inkml:trace>
  <inkml:trace contextRef="#ctx0" brushRef="#br0" timeOffset="41591.22">26715 11735 3748 0,'0'-10'-22'0,"0"1"68"0,0 9 34 0,0-11 17 15,0 11 15-15,0-8 11 0,0 8 30 16,0 0 46-16,0 0 39 0,0 0 24 15,0 0 2-15,-5 40-13 0,3-23-16 0,-2 7-21 16,1 0-6-16,-4 8-19 0,3-4-28 16,3-4-13-16,-3 0-18 0,-2-4-8 0,1 1-17 15,-4 0-42-15,6-6-44 0,-7 3-47 16,5-7-47-16,-2 1-47 0,-2-1-64 16,4-4-75-16,-3-5-75 0,3 1-49 0,5-3-31 15,0 0-25-15,-12-11 11 0,10 3 11 16,2-5 25-16,4-3 47 0,2-4 61 0,5-7 70 15,4 0 68-15,-1 2 62 16,1 0 66-16,0 3 45 0,0 6 46 0,-1 3 36 16,-5 0 31-16,0 5 32 0,3-1 20 15,-2 3 11-15,2 0 2 0,-1 0-2 0,2 4-3 16,-1 2-6-16,-1 0-13 0,0 2-8 16,1 4-8-16,-1 1-7 0,3 0-7 0,-5 3-2 15,0 1-1-15,0-1 0 0,-2 2 3 16,-3 0 7-16,-4 0 11 0,-2 0 11 0,0 0-3 15,-4 2 8-15,2-1-7 16,-4-1 1-16,5-1-17 0,-1-1-14 0,-1 1-15 0,3-3-12 16,-2 2-6-16,-1-1-8 15,3-1-5-15,1 0-4 0,1 3-11 0,-2-1-5 0,2 3-7 16,-2-1-8-16,-2 1-10 16,2-1-55-16,1 0 0 0,-3 2 0 0,2-2 0 15,-2 0 0-15,-2-4 0 0,0 4 0 16,3-5 0-16,-5 2 0 0,1-2 0 0,-5 0 0 15,-1-2 0-15,1-2 0 0,-7-1 0 16,4-2 0-16,0 0-25 0,15 0-294 16,-25-5-133-16,16 0-135 0,-1-6-160 0,0 1-107 15,8-2 87-15,2-3-743 16,4-2-956-16</inkml:trace>
  <inkml:trace contextRef="#ctx0" brushRef="#br0" timeOffset="41907.11">26828 11719 4335 0,'-19'-9'-80'0,"-3"4"43"0,2 1 56 0,-5 6 47 16,-11 5 38-16,-5 5 35 0,-11 8 26 0,4 7 5 15,1 6 35-15,0 6 0 0,4 6 5 16,2-1-8-16,11 2-8 0,5 0-7 16,8-4-13-16,14-1-5 0,4 1-3 0,12 5-9 15,10-4-10-15,12 0-8 0,2-6-21 16,12-7-7-16,2-8-16 0,8-3-9 15,4-5-18-15,6-9-26 0,-1-3-21 0,-2-6-9 16,-5-4-4-16,0-7-4 0,-5-1 0 0,-6-8-7 16,-9-3 3-16,-7-6 0 15,-5-2-7-15,-4-4 2 0,-9-9-6 0,-9-3-3 16,-5 5-19-16,-7-14-22 0,-9-4-17 16,-3 2-28-16,-6 2-32 0,-8 7-46 0,-5 1-66 15,-10 8-90-15,-18-2-98 0,-9 4-123 16,13 15-227-16,-1 2 72 0,-4 4 78 15,2 4-493-15,-3-1-592 0</inkml:trace>
  <inkml:trace contextRef="#ctx0" brushRef="#br0" timeOffset="42376.11">25087 10401 3032 0,'-1'-7'45'0,"1"0"25"0,0 7 24 0,12-15 23 0,4 3 20 0,18-8 23 0,16-1 13 0,6-1 1 0,5-1-8 16,5 0-15-16,24-4-16 0,1 3-13 15,-14 5-11-15,-5 0-12 0,-4-1-13 16,-1 3-6-16,-12 2-9 0,-5 1-5 0,-16 4-9 16,-1-1-11-16,-12 5-14 0,-4 0-20 15,-5 0-14-15,-3 4-20 0,-5-2-24 0,-4 4-25 16,0 0-41-16,0 0-51 0,0 0-56 16,-19-5-60-16,19 5-93 0,-27 5-152 15,10-1-65-15,-3 1 58 0,6-2-254 0,3-1-272 16</inkml:trace>
  <inkml:trace contextRef="#ctx0" brushRef="#br0" timeOffset="43072.83">25833 9878 2397 0,'-27'-10'108'0,"6"3"28"0,3 0 36 0,2 2 36 16,5 2 35-16,0-3 25 0,0 3 9 15,2 1-14-15,9 2-16 0,-5-3-10 0,5 3-11 16,0 0-17-16,34 7-17 0,2 1-19 15,5 1-17-15,15 3-18 0,3 1-12 0,-2 1-12 16,-1 1-11-16,-6-1-21 0,-14-2-12 16,-8 0-12-16,-7-2-6 0,-11 0-6 15,-6 0-1-15,-8-1-5 0,-8 1-2 16,-15 4 2-16,-5 1-8 0,-4-3 2 0,-13 3-4 16,4-5 0-16,-5 2-9 0,11 2 1 15,3-7-5-15,3 1 0 0,8-2-3 0,9 1-2 16,2-5 0-16,3 4-12 0,1-1-24 15,4 0-42-15,2 0-54 0,4 2-64 0,0-7-90 16,8 10-90-16,2-6-111 0,1 1-183 16,7-2-49-16,-2-3 82 0,7 0-466 15,4-1-562-15</inkml:trace>
  <inkml:trace contextRef="#ctx0" brushRef="#br0" timeOffset="43340.16">26931 9850 3235 0,'-12'-8'92'16,"0"1"15"-16,-2 4 30 0,-4 1 30 16,0 0 30-16,-4 4 20 0,-3 1 3 0,0 1-4 15,3 1-13-15,3 2-11 0,0 3-11 16,4 2-11-16,-1-2-7 0,9 4-7 0,-1 1-4 15,6 1-21-15,2-3-11 0,2 4-9 16,9 5-8-16,5-1-23 0,3 4-72 0,4-3-77 16,3-3-93-16,-1 0-122 15,6-7-129-15,-6-4-155 0,-5-1-163 0,0-3 68 16,-3-2-517-16,-4-2-644 0</inkml:trace>
  <inkml:trace contextRef="#ctx0" brushRef="#br0" timeOffset="43675.1">27066 9755 3037 0,'-25'-6'-29'0,"0"2"45"0,-3 6 49 0,-16 2 58 15,-11 8 49-15,-2 4 40 0,-1 3 33 16,-1 6 25-16,4 2 12 0,6 4-3 16,1 3-15-16,6 4-9 0,12 0-9 15,7 2-18-15,12-6-6 0,6 2-13 0,12 0-13 16,11 5-21-16,12 0-19 0,15-4-7 15,7-4-21-15,11-3-13 0,3-6-12 0,0-10-14 16,-1-2-15-16,-4-4-12 0,-11-8-18 16,-3-5-12-16,-4-4-11 0,-9-6-11 0,-4-5 2 15,-8-3-16-15,-4-8-9 0,-11-4-12 16,-7-4-11-16,-9-10-12 0,-9-1 0 0,-4 0-12 16,-8 0-22-16,-9 5-18 15,-8 3-28-15,-3 4-27 0,-7 9-36 0,-10 7-54 0,-1 8-73 16,-7 7-78-16,-3 9-116 15,-2 5-227-15,3 7 54 0,-20 11 80 0,6 8-440 16,4 8-518-16</inkml:trace>
  <inkml:trace contextRef="#ctx0" brushRef="#br0" timeOffset="46758.46">29446 10694 3069 0,'0'0'42'0,"0"0"-30"0,0 0 55 0,0 0 56 15,0 0 19-15,-11 19-21 0,1-5-10 16,-1 1-17-16,-2 3-7 0,3 0-4 0,1 1 2 16,1-2 11-16,4 2 18 0,2-1 9 15,4-1 3-15,2-3 0 0,5 1-4 16,6 2-4-16,6-1-7 0,4-6-6 0,-3 0-4 16,0-5 6-16,-1-3 8 0,-2-2 6 0,2-2-5 15,-2-1 10-15,-1-3 6 16,-2-2-7-16,0-4-6 0,-5-3-9 0,-2 1-3 15,0-5-21-15,-7-4-12 0,-1 4-8 16,-4-5-7-16,1 1-6 0,-8-8-1 16,2 6-5-16,1 7-10 0,-3 1-11 0,-1 1-5 15,1 3-32-15,-3 5-25 0,0 4-37 16,-3 2-45-16,1 2-65 0,-2 2-94 0,-6 6-107 16,-5 6-132-16,5-4-256 0,5 0 69 15,7-1 83-15,4 0-463 0,3-1-554 0</inkml:trace>
  <inkml:trace contextRef="#ctx0" brushRef="#br0" timeOffset="47305.59">29616 10842 3190 0,'-14'-16'21'0,"14"16"9"0,0 0 16 15,0 0 19-15,8-7 17 0,-8 7 17 16,12-3 3-16,-5 1-4 0,2-2-10 0,3 4-5 15,1-5 7-15,3 2 3 16,-1-2 0-16,-1 1 0 0,0 0-6 0,0-2 1 0,-3-1 8 16,4 2 1-16,-3-4 2 15,1 3 2-15,-3-1-5 0,0 0-2 0,-1 2 1 16,-2 0 3-16,0 0-1 0,-2 1-3 16,1-1-4-16,-6 5-11 0,9-7-13 0,-9 7-7 15,8-3-12-15,-8 3-6 0,0 0-4 16,0 0-3-16,9 10-4 0,-7-3 0 0,0 5-4 15,0 0-6-15,0 1 2 0,2 3 1 16,-1 2-6-16,4-4 0 0,0 5 2 0,0-3-7 16,1 0 1-16,2-5 4 0,-3-1-3 15,1 1 2-15,1-3-4 0,1-2-1 16,1-2-2-16,1-1-1 0,3-3-5 0,-2-3-1 16,5 1-15-16,-3-4-3 0,4-3-4 15,2 0-2-15,2-8 4 0,-1-2-1 16,1-3 3-16,-1 2-1 0,-8 6 2 15,2-1 4-15,-7 4 2 0,1 0-2 0,-2 2 6 16,-3 2-3-16,3 0 0 0,-4 2 1 16,1 2-2-16,-5 3 1 0,0 0 8 0,0 0 1 15,0 0 2-15,14 14 0 0,-10-6-1 16,-3 1-2-16,5 3 4 0,0 0-3 16,2 1-5-16,1 4-25 0,4-5-32 0,1 2-35 15,1-1-36-15,0-3-35 0,0-4-37 16,1 0-33-16,0-5-36 0,6 1-35 15,-3-5-39-15,1-3-15 0,4 0-8 0,4-10-1 0,-1 0 10 16,-2-6 19-16,0-3-443 16,4-9-273-16</inkml:trace>
  <inkml:trace contextRef="#ctx0" brushRef="#br0" timeOffset="47640.74">30714 10597 1946 0,'27'-54'-101'0,"-7"3"28"0,5-6 27 0,0-1 30 16,-4-2 40-16,1 1 55 0,-2 8 43 16,-3 6 34-16,-6 15 32 0,-3 6 23 0,0 2 4 15,-3 10-16-15,1-5-22 0,-2 9-9 16,-2 3 23-16,-2 5 33 0,0 0 15 0,0 0 1 15,-2 46-13-15,-2-6-13 16,-3 15-20-16,-2 3-12 0,4 6-16 0,-1 1-15 16,2 0-15-16,1-4-15 0,1-1-10 15,2-9-12-15,-2-5-13 0,0-3-19 0,4-2-40 0,-2-11-32 16,0-3-34-16,0-7-38 16,2-1-31-16,-2-5-20 0,-2-1-20 0,-3-1-20 15,4-4-3-15,-3-4 6 0,-2 0 14 16,6-4 22-16,0 0 8 0,-28-14 13 0,17 2 10 15,-11-13 15-15,8-2 17 0,-2 2 30 16,-1-4 27-16,2 4 39 0,5 7 22 0,2 1 23 16,1 5 24-16,1 1 10 15,1 1 8-15,3 3-2 0,-2 1-8 0,0 0-12 16,4 6-8-16,0 0-11 0,0 0-5 0,8-8-28 16,-8 8-65-16,23 2-103 0,-3 2-122 15,5 4-163-15,13-2-267 0,17 4 38 16,1 3 76-16,7-5-290 0,1 2-337 15</inkml:trace>
  <inkml:trace contextRef="#ctx0" brushRef="#br0" timeOffset="48138.95">31291 10639 2584 0,'-23'-9'86'0,"4"3"9"0,2 5 4 0,3-3 24 0,3 4 30 16,11 0 17-16,-21 5 0 0,12-1 1 0,1 4-1 15,1 0-17-15,2 1-11 16,5 3-11-16,2-2-12 0,6 4-8 0,3 0-15 16,9 0-5-16,7 1-13 0,-2-1-7 15,2-6-7-15,-4-1-7 0,0-1-2 0,-1-4-9 16,-4-2 0-16,2-1-6 0,-4-3-3 16,0 0-6-16,-1-4 1 0,-1 0 4 0,-2-4 3 15,2-3 2-15,-4 1 6 0,-3-2 0 16,-2 3 3-16,2-3 7 0,-1 2 5 0,-5 2-3 15,3 6-9-15,-2-3-4 0,0 2-12 16,-2 7-6-16,0 0 1 0,0 0 8 16,0 0 3-16,-17 20-6 0,7 0-3 0,-1 9 0 15,0 5-3-15,2 0-2 0,4 4-1 16,-1-1-2-16,6 2-2 0,-1 3-1 16,2-2 9-16,-1-1-12 0,0-8 0 15,0-5 11-15,-1-4 8 0,-1-3 9 0,0-2 9 16,-2-2 17-16,-4-1 33 0,-3-4 14 15,-7 1-1-15,-2-3-7 0,-5 0-5 0,-9-3-12 16,1-2-7-16,3-6-10 0,-13 3-7 16,4-4-6-16,-3 3-25 0,1-7-5 0,5 1-2 15,10 1-3-15,3-1-23 0,4-2-40 16,3 1-51-16,7-3-45 0,2 1-63 0,3 0-82 16,4 1-105-16,6-1-127 0,1 0-182 15,7-1-96-15,1 4 91 0,2-3-582 16,5 2-735-16</inkml:trace>
  <inkml:trace contextRef="#ctx0" brushRef="#br0" timeOffset="48638.74">32005 10943 3626 0,'0'0'16'0,"0"0"19"0,-24 3 42 0,-11 4 54 0,-19 5 61 15,-16-2 27-15,-9 1 22 0,-34 4 24 16,-5 2 23-16,-4 0-22 0,2 4-9 0,-6-2-13 15,2 2-17-15,6-1-15 0,-2-1-12 16,2-3-8-16,8 1-19 0,12-3-16 0,26-2-18 16,11 1-16-16,5-3-9 0,20-1-19 15,8-2-29-15,7-2-34 0,4-3-36 0,1 4-38 16,5-4-45-16,2 0-41 0,1-1-50 16,0 1-57-16,8-2-83 0,0 0-90 0,0 0-79 15,0 0-116-15,0 0-149 16,0 0 61-16,-5-9-552 0,5 9-704 0</inkml:trace>
  <inkml:trace contextRef="#ctx0" brushRef="#br0" timeOffset="50438.52">30035 14342 1118 0,'-21'-13'461'0,"2"6"-175"0,-2 1-81 16,-5 6-28-16,-13 6-9 0,-10 6-7 0,-4 9-3 15,-3 10 5-15,-9 15 27 0,3 5 4 16,6 5 4-16,3 2-12 0,15-7-9 0,5 2-6 16,8 4-16-16,9 3-10 0,6-2-7 15,11 0-11-15,11-4-8 0,9 0-6 16,7-2-10-16,17-8-9 0,14 6-8 15,-4-17-6-15,5-4-8 0,2-9-11 0,10-4-3 16,0-8 4-16,3-6-16 0,-1-7-4 16,-1-4-5-16,-4-8-3 0,-5-5-1 15,-7-5-1-15,-7-6-1 0,-4-6 4 0,-10-10 1 16,-8-4-3-16,-5-3 2 0,-12-6-8 16,0-7-5-16,-11-3-5 0,-7-4-1 0,-8-15 0 15,0 20-5-15,-16-8-4 0,2 23-4 16,-7 10-21-16,-5 6-20 0,-11 15-17 15,-5 7-39-15,-4 12-36 0,-4 6-55 16,1 9-78-16,-3 11-87 0,2 0-153 0,-15 15-190 16,21-5 64-16,3-1-385 0,9 5-489 15</inkml:trace>
  <inkml:trace contextRef="#ctx0" brushRef="#br0" timeOffset="50872.23">29934 14734 3024 0,'6'-11'92'0,"-3"5"42"0,2 1 16 0,-5 5 5 0,2-9 16 0,-2 9-17 15,0 0-6-15,0 0 51 0,0 0 21 16,0 0-8-16,-14 39-13 0,1-11-18 15,-1 4-14-15,1-2-18 0,-3 2-15 0,5 1-11 16,-2-4-12-16,1-1-11 0,5-6-9 16,1-4 0-16,-2 0-22 0,3-5-5 0,1-1-23 15,-2-1-40-15,6-2-42 0,-3-3-41 16,1 2-60-16,0-4-97 0,2-4-101 16,0 0-108-16,0 0-139 0,0 0-109 0,29-16 60 15,-16 5-374-15,6-10-485 0</inkml:trace>
  <inkml:trace contextRef="#ctx0" brushRef="#br0" timeOffset="51040.11">29959 14736 3027 0,'-11'-13'90'0,"-1"3"44"15,3 4 43-15,3-1 51 0,0 1 22 16,6 6-4-16,-8-8-10 0,8 8-17 0,-2-4-16 16,2 4-21-16,0 0-24 0,20-6-15 15,-5 6-17-15,6 0-31 0,7 3-79 0,-1 1-87 16,11 0-100-16,-2 3-106 0,-2 0-115 15,-7 0-151-15,-7-2-132 0,-8 2 68 0,-1 0-343 16,-6 2-430-16</inkml:trace>
  <inkml:trace contextRef="#ctx0" brushRef="#br0" timeOffset="51223.46">29894 14855 2808 0,'-10'-6'82'0,"3"2"18"0,7 4-2 16,-10-4 14-16,10 4 18 0,0 0 7 15,-7-4-2-15,7 4-21 0,0 0-18 16,0 0-8-16,0 0-35 0,0 0-60 16,0 0-72-16,42 8-71 0,-33-2-75 0,1-2-65 15,-3 3-88-15,3 1-107 0,-7 0-14 16,-3 1-127-16,-1 3-124 0</inkml:trace>
  <inkml:trace contextRef="#ctx0" brushRef="#br0" timeOffset="51372.48">29810 15025 1749 0,'-19'11'45'0,"4"-5"42"16,4 0 43-16,-1-3 36 0,5 0 36 15,-1 0 34-15,8-3 16 0,-12 4 8 16,12-4 2-16,0 0-5 0,-9 5-14 0,9-5-15 16,0 0-16-16,0 0-15 0,0 0-25 15,21 14-18-15,-6-11-30 0,2 1-64 0,0 0-75 16,3-1-107-16,1 0-100 0,-1 0-131 16,-1-3-187-16,1 0-108 0,-5-3 69 0,-6 3-291 15,-9 0-353-15</inkml:trace>
  <inkml:trace contextRef="#ctx0" brushRef="#br0" timeOffset="51772.1">28377 14497 2680 0,'-17'-17'162'15,"-2"2"29"-15,5 2 38 0,3 5 42 16,-1-2 32-16,7 5 26 0,-3-4 11 0,3 4-9 16,5 5-22-16,2-10-25 0,-2 10-34 15,34-9-25-15,7 7-43 0,7 6-17 16,19 3-23-16,8 3-50 0,20 9-82 0,4 1-88 16,-4 5-121-16,-4-4-156 0,-22-4-204 15,-4-1-223-15,-5-6 68 0,-17-1 77 16,-9-3-442-16,-9-2-549 0</inkml:trace>
  <inkml:trace contextRef="#ctx0" brushRef="#br0" timeOffset="52038.46">29080 14311 3112 0,'8'-12'31'0,"2"2"1"0,3 4 12 0,4 6 34 15,2 0 12-15,6 4 37 0,13 9 12 16,6 7 0-16,-2 7 4 0,-5 6-9 0,-2 5-5 15,-5 1 0-15,-10 1-11 0,-7-5 5 16,-11-1 21-16,-6 0 21 0,-7-1 30 0,-9-2 15 16,-10 3 10-16,-5-5-6 15,-2-2-10-15,-5-4-15 0,0-3-13 0,6-5-20 16,1-2-17-16,3-3-10 0,7-4-15 16,6 2-5-16,4-4-29 0,2-2-78 15,1 1-96-15,12-3-126 0,-17-5-156 16,13-3-192-16,2 2-268 0,4-4 72 0,4-3 89 15,3-3-509-15,2-1-649 0</inkml:trace>
  <inkml:trace contextRef="#ctx0" brushRef="#br0" timeOffset="52405.29">30974 13408 3107 0,'10'-21'-12'16,"0"3"48"-16,-5 4 42 0,1 2 20 15,-3 3 12-15,0 4 5 0,-3 5-16 16,2-6 62-16,-2 6 45 0,-18 17 36 0,-8 18-1 15,-8 8 6-15,-16 15 25 16,-1 8 3-16,-3-1-14 0,2 3-15 0,4 0-16 16,-2 0-26-16,4-3-15 0,16-12-15 15,-5-5-18-15,9 1-16 0,3-6-15 0,0-4-11 16,5-8-15-16,3-4-8 0,1-1-8 16,3-9-39-16,4-1-54 0,0-4-60 0,-2-3-60 15,6 3-64-15,-3-4-74 0,2-4-75 16,1 2-128-16,3-6-120 0,-10 2-185 0,10-2 50 15,0 0 76-15,-12-14-439 16,9 2-560-16</inkml:trace>
  <inkml:trace contextRef="#ctx0" brushRef="#br0" timeOffset="52771.21">30319 13902 3043 0,'-2'-15'13'16,"2"4"29"-16,-1 3 17 0,-1 1 8 15,2 7 31-15,0 0 67 0,0 0 42 0,0 0 27 16,-33 24-1-16,19 2-12 0,2 4 4 15,0 4-19-15,2 1-16 0,3 1-21 16,3-2-17-16,2-3-15 0,2-5-12 0,0 0-12 16,2-2-9-16,0-5-14 0,0 0-15 15,2-3-9-15,-3-3-12 0,3-1-6 16,0-2-10-16,1-2-14 0,6-3-14 16,0-3-4-16,2-2-5 0,-13 0 2 0,38-8 0 15,-13-7 5-15,3-1-5 0,-3-1 0 16,-6 3 2-16,-2 2 19 0,-5 3 13 0,-3 1 9 15,-1 1 11-15,0 0 3 0,-1 2-3 16,-1 0-2-16,-1 0 4 0,-5 5-7 16,12-7-12-16,-6 3-6 0,-6 4-4 0,7-3-4 15,-7 3 12-15,11-5-13 0,0 2-1 16,-2-1-4-16,0 1-6 0,3-1-36 0,-3 1-34 16,3-4-61-16,-2 2-85 0,-1-2-111 15,0-3-128-15,-2 1-159 0,0 0-183 0,-2 1 76 16,1 1-550-16,-2 1-719 15</inkml:trace>
  <inkml:trace contextRef="#ctx0" brushRef="#br0" timeOffset="53123.49">31005 14820 3348 0,'-21'-4'39'0,"6"0"65"0,2 4 43 0,1-3 44 0,12 3 45 0,-13-1 51 16,13 1 30-16,-9-6 12 0,9 6-28 0,0 0-34 15,9-14-22-15,7 9-31 0,20-7-20 16,5 6-22-16,18-2-19 0,6 2-18 16,3-1-70-16,2 2-75 0,-4 2-79 0,1-1-92 15,-6 1-79-15,-11-1-74 16,-5 2-78-16,-17 1-98 0,-1-2-166 0,-7 1-35 0,-9 0 77 16,-4-1-362-16,-7 3-471 15</inkml:trace>
  <inkml:trace contextRef="#ctx0" brushRef="#br0" timeOffset="53437.8">31395 14519 3016 0,'-9'-17'114'0,"2"2"36"0,0 3 34 15,2 3 25-15,-1 1 11 0,3 2-14 0,3 6-20 16,-11-8-10-16,0 8 22 15,11 0 20-15,-59 14 13 0,8 1-23 0,-2 4 14 16,-3 1 6-16,1 0 3 0,1-3 5 16,5 2-5-16,12-5-2 0,1-5-6 0,12 0-13 15,7-4-13-15,2 3-14 0,-1-5-18 16,7 3-19-16,-1 0-12 0,4-1-13 0,5 0-9 16,1-5-105-16,1 15-7 0,10-3 0 15,0 2 0-15,2 0 0 0,10 5 0 0,0-1 0 16,5 2 0-16,1-2-52 0,9 4-234 15,4 0-70-15,2-5-100 0,-1 1-107 16,-4-7-168-16,-6 1-126 0,1 1 92 0,-8-1-638 16,-7 4-855-16</inkml:trace>
  <inkml:trace contextRef="#ctx0" brushRef="#br0" timeOffset="54238.59">28871 16128 4123 0,'-15'8'18'16,"15"-8"3"-16,0 0 8 0,0 0 17 0,0 0 8 0,-8 5 3 0,8-5-3 15,0 0-5-15,0 0-7 0,0 0-7 16,0 0-11-16,0 0-16 0,0 0-16 15,0 0-20-15,0 0-37 0,0 0-29 16,0 0-16-16,0 0-12 0,13-17-13 0,-5 6-12 16,5 0-4-16,8-9 3 0,-2-3 3 15,10-9 14-15,5 0 16 0,0-1 10 0,4-6 12 16,3-3 9-16,0-1 12 0,-1 0 35 16,3 6 35-16,-5-1 37 0,-6 5 32 15,-9 9 20-15,-5 3 30 0,-4 6 23 0,-1 3 22 16,-3 4 7-16,-2-1 0 15,-4 6-6-15,-4 3 26 0,0 0 18 0,0 0 18 0,-27 18-3 16,-2 1 0-16,-11 7 12 0,-4 3-5 16,-1-4-13-16,-1 4 3 0,-3 0-10 0,2 0-18 15,0-4-9-15,7-1-13 16,9-3-15-16,2-4-11 0,6-1-15 0,3-6-12 16,4-2-12-16,5-1-8 0,4-3-7 15,0-1-4-15,0 0-10 0,7-3-3 16,0 0-8-16,0 0-16 0,0 0-21 0,8-25-15 15,13 1-23-15,13-12-24 0,7-5-15 16,0-4-8-16,15-9 10 0,-15 8-1 0,0 3 9 16,-7 4 9-16,-4 7 2 0,-6 10 3 15,-12 4 9-15,1 6 11 0,-2 2 7 16,-6 2 6-16,1 4 29 0,-6 4 24 16,0 0 14-16,0 0 0 0,1 16-3 0,-2-8-2 15,-1 1 1-15,0 3-3 0,2-2-1 16,2 2 1-16,0 0-6 0,1 1 3 15,9 3-64-15,-1-1 0 0,11 4 0 0,0-7 0 16,6 4 0-16,3-2 0 0,-1-5 0 16,-5 0 0-16,0 0-147 0,-7-3-171 0,-3-1-83 15,-2-1-60-15,-5 4-41 0,-6-2-68 16,0 1-136-16,-6 2-65 0,-2-2 72 0,2 3-531 16,-2 0-692-16</inkml:trace>
  <inkml:trace contextRef="#ctx0" brushRef="#br0" timeOffset="55887.95">30510 15636 3686 0,'0'-11'98'0,"0"11"-15"16,0-10-12-16,0 10-3 0,0 0 25 15,0 0 30-15,0 0 21 0,-24 35 5 16,13-10-7-16,-4 2-8 0,0 3-12 16,1-1-11-16,1 0-12 0,2 0-10 0,1 2-6 15,2-7-9-15,3-3-6 0,-1-4-8 16,3-2-13-16,1-2-45 0,-3-1-42 0,1-1-47 16,3-3-66-16,-1 2-70 0,2-5-84 15,0-5-120-15,0 0-146 0,0 0-80 16,0 0 64-16,0 0-259 0,0 0-334 0</inkml:trace>
  <inkml:trace contextRef="#ctx0" brushRef="#br0" timeOffset="56054.51">30248 15648 2362 0,'-20'-17'147'0,"2"1"41"16,5 4 29-16,3 3 39 0,5 1 18 16,-1 1 12-16,2 0-6 0,4 0-25 15,0 7-32-15,10-15-27 0,2 8-16 0,8 0-25 16,5 4-47-16,3 3-68 0,10 1-101 15,5 5-130-15,-3 1-131 0,-4 3-171 0,-2-2-188 16,-4 4 61-16,-8 1-332 0,-3-4-431 16</inkml:trace>
  <inkml:trace contextRef="#ctx0" brushRef="#br0" timeOffset="56838.24">30230 16037 2956 0,'-18'4'168'0,"7"-7"7"15,11 3 17-15,-14 3 25 0,14-3 17 16,0 0-7-16,0 0-22 0,0 0-21 16,0 0-21-16,0 0-20 0,0 0-24 0,0 0-39 15,52-5-40-15,-31 3-42 16,-2 0-37-16,2 2-21 0,-4-3-3 0,2 3-3 0,-5 0 6 16,-1-2-1-16,-13 2 8 15,21 0 6-15,-21 0 6 0,13 2 14 0,-13-2 25 16,10 5 12-16,-10-5 13 0,0 0 9 0,7 3 10 15,-7-3 4-15,0 0-2 16,8 4 2-16,-8-4-1 0,0 0 1 0,7 4-2 16,-7-4 2-16,0 0 3 0,0 0-7 15,21-1-5-15,-5-2-4 0,-1-2-3 0,6-4-13 16,2 2-11-16,6-5-5 16,-5 2-3-16,-7 1 4 0,0 3-6 0,-1 0 4 15,-3 2-3-15,-5 1-2 0,-1-1-3 0,-7 4-3 16,13-3 8-16,-13 3 14 0,0 0 0 15,0 0 3-15,12 10-1 0,-8-2-3 0,-4-8 0 16,6 12-1-16,-5-5 2 0,3-1-3 16,-2 3-1-16,2-2 2 0,4 0 0 0,-1 0-4 15,6-2-19-15,-1-1-30 0,3-2-28 16,-1 0-35-16,4-2-33 0,6-5-29 16,2-1-20-16,9-2-15 0,-3-6-1 15,2-2 3-15,10-7 6 0,-6 0 16 16,0-4 26-16,-2-4 19 0,5-3 29 0,-5-5 28 15,0-4 32-15,-2 0 46 0,-2 1 62 16,-7 3 50-16,-5 14 45 0,-2 1 41 0,-4 7 22 16,-5 3 11-16,1 3-2 0,-2 5-18 15,-3-3-22-15,1 4-25 0,-6 5-15 16,0 0 15-16,0 0 14 0,0 27-20 16,-6-5-15-16,-6 9-14 0,1 4-11 15,-2 0-5-15,1 2-14 0,3 1-9 0,-2-1-7 16,-1-3-11-16,5 1-6 0,1-9-9 15,1-5-6-15,0-4-8 0,-1-3 0 0,5-2-3 16,-1-1 3-16,-2-1-3 0,-2-2 8 16,5-3-15-16,1-5-2 0,0 0-3 0,-14 1 0 15,14-1-7-15,-22-10-3 0,4 0-3 16,-11-2-3-16,-1-1 1 0,-4 3 1 16,0 1 3-16,5 5 14 0,6 2 9 0,3 0-4 15,2 4-6-15,0 1 2 16,4 0-15-16,0 6 3 0,5 1-7 0,3 3 0 15,4-1 2-15,4 0-42 0,4-1-57 0,5 5-45 16,14 5-33-16,7 1-89 0,9-2-130 0,-7-2-181 16,0-7-255-16,0 0 61 15,-2-3 83-15,-5-1-486 0,-2-2-626 0</inkml:trace>
  <inkml:trace contextRef="#ctx0" brushRef="#br0" timeOffset="94664.07">9490 5315 1074 0,'-21'0'515'0,"3"2"-183"15,2-2-75-15,-2 0-20 0,5 0-4 0,13 0 20 16,-28 0-9-16,10-2-15 0,5 2 4 15,13 0-12-15,-25 0-3 0,14 0-17 16,11 0-7-16,-17 2-11 0,17-2-6 0,-20 1-8 16,20-1-4-16,-13 4-4 0,13-4-7 15,-9 3-8-15,9-3-5 0,-6 6 30 16,6-6-7-16,0 0 20 0,13 10-7 16,2-6-11-16,8-1-12 0,18 0-15 0,6-1-12 0,16-1-15 15,10-1-11-15,4-1-11 16,8-1-7-16,0 2-9 0,9-2-4 0,22 2-9 15,6-3-5-15,-4 0-5 0,-6 1-5 16,-20 0-8-16,-8-3-2 0,-4 0-5 0,-10 0 12 16,-7-2-8-16,-17 3-1 0,-6 1-2 15,-8 0 0-15,-9 1 1 0,-2-1 21 16,-4 1 6-16,-2 0-60 0,-3 0 0 16,-1 1 0-16,-11 1 0 0,20-2 0 0,-20 2 0 15,12-2 0-15,-12 2 0 0,0 0 0 0,0 0 0 16,0 0 0-16,0 0 0 15,0 0 0-15,-43 7 0 0,16-5 0 0,-11 3 0 16,-8-3 0-16,-3 1 0 0,-15-1 0 0,-6-1 0 16,0 3 0-16,-5-4 0 0,-1 0 0 15,0 1 0-15,-4-1 0 0,-2 2 0 16,-2 0 0-16,1-2 0 0,-1 2 0 0,2 1 0 16,1 1 0-16,4-1 0 0,2 0 0 15,5 1 0-15,5 0 0 0,15-1 0 0,8 0 0 16,10 0 0-16,5-1 0 0,8 0 0 15,4 0 0-15,1-2 0 0,5 1 0 0,9-1 0 16,-13 2 0-16,13-2 0 16,0 0 0-16,0 0 0 0,47-2 0 0,1 1 0 15,22-3 0-15,15 2 0 0,27 1 0 16,4-1 0-16,2 2 0 0,2 3 0 0,0 1 0 16,-5-1 0-16,-26 2 0 0,-6-3 0 15,-13 0 0-15,-17 0 0 0,-9 0 0 16,-12-2 0-16,-7 0 0 0,-5 1 0 0,-6-1 0 15,-6-3 0-15,-8 3 0 0,0 0 0 16,0 0 0-16,-24-12 0 0,-17 6 0 0,-4 1 0 16,-18-3 0-16,-5 1 0 0,4 2 0 15,-5 1 0-15,8-1 0 0,12 2 0 16,3-1 0-16,8 1 0 0,6 1 0 0,9 1 0 16,5-1 0-16,0 0 0 0,6 1 0 15,3-1 0-15,9 2 0 0,-16-2 0 16,16 2 0-16,0 0 0 0,0 0 0 0,0 0-786 15,0 0-209-15,0 0 95 0,43 5-974 16,-31 2-1298-16</inkml:trace>
  <inkml:trace contextRef="#ctx0" brushRef="#br0" timeOffset="95414.59">9545 6861 4785 0,'-26'0'-114'16,"1"-4"62"-16,0 0 57 0,-4 4 56 0,-7-4 56 16,-2 1 59-16,3 2 44 0,-3-1 29 15,4 0 14-15,6 2 8 0,-1 2-1 16,6-2-1-16,3 0-2 0,-2 2-5 16,8-1-13-16,-2-1-16 0,3 0-11 0,13 0-16 15,-20 3-18-15,20-3-144 0,-11 0-44 16,11 0 0-16,0 0 0 0,0 0 0 0,46 10 0 15,5-8 0-15,21 0 0 0,13-2 0 16,4 0 0-16,29 2 0 0,1-4 0 0,-28 2 0 16,1-2 0-16,-8 2 0 0,-5-4 0 15,-12 0 0-15,-19 3 0 0,-9-2 0 0,-6 3 0 16,-12-3 0-16,-2 0 0 0,-8 1 0 16,-5-2 0-16,-2 1 0 0,-4 3 0 0,0 0 0 15,-29-8 0-15,2 6 0 0,-14-2 0 16,-11 4 0-16,-13 2 0 0,-1-2 0 0,-4 4 0 15,-2-2 0-15,8 2 0 16,15-4 0-16,4 2 0 0,11-2 0 0,9 2 0 16,7-1 0-16,2 1 0 0,3 0 0 15,3 0 0-15,10-2 0 0,-7 3 0 0,7-3 0 16,0 0 0-16,25 6 0 0,-6-5 0 16,9 3 0-16,10-2 0 0,-7 0 0 0,-1-2 0 15,-3 0 0-15,-1 0 0 0,-3 0 0 16,-2 0 0-16,3 0 0 0,-4-2-84 15,3-5-969-15,-2 1 99 0,-1 3 107 0,0-3-940 16,-2 1-1215-16</inkml:trace>
  <inkml:trace contextRef="#ctx0" brushRef="#br0" timeOffset="108928.81">26374 11712 1140 0,'0'-7'233'0,"2"1"-60"16,0 0-28-16,-2 6-26 0,2-10 7 0,-2 10-1 15,2-7 3-15,-2 7-2 16,0-6 6-16,0 6 9 0,0 0 1 0,0-8 0 16,0 8 4-16,0 0-7 0,3-8 0 15,-3 8-13-15,0 0-9 0,0 0-18 0,0 0-3 16,0 0 16-16,0 0 3 0,0 0-9 16,8 18-9-16,-3-7-12 0,-2 3-8 0,3 3-6 15,-3 1-7-15,3 1-6 0,-1 1-8 16,0 1-3-16,1-1-7 0,-4-3 1 0,-1 2-7 15,-1-2-8-15,0-3 3 16,-3 1-1-16,-3 1-3 0,-6-3 1 0,-3 3 14 16,-10 1 21-16,-5-3 16 0,-2-4 13 15,-6 1 4-15,-3-5 3 0,1 0-3 0,1-4-3 16,-2 1-7-16,9-3-6 0,8 2-9 16,4-2-6-16,4 1-8 0,2-1-2 0,2 1-6 15,1-1-2-15,11 0-7 0,-16 0-9 16,16 0-34-16,-11 2-49 0,11-2-82 0,0 0-119 15,-11 2-131-15,11-2-162 0,0 0-160 16,0 0 51-16,-9 3-473 0,9-3-597 16</inkml:trace>
  <inkml:trace contextRef="#ctx0" brushRef="#br0" timeOffset="112626.62">24623 10363 2747 0,'0'0'-216'0,"0"0"36"0,0 0 27 0,0 0 27 0,0 0 21 16,0 0 30-16,0 0 19 0,0 0 20 16,0 0 21-16,0 0 3 0,0 0 12 0,0 0 12 15,0 0 10-15,0 0 13 16,-11-2 7-16,11 2 9 0,0 0 6 0,0 0-1 15,0 0 2-15,0 0-5 0,0 0 3 16,0 0 2-16,0 0-2 0,0 0-1 0,-12-4-3 16,12 4-3-16,-8-2-5 0,8 2 5 15,0 0 4-15,-13-2 8 0,13 2-6 0,-12-1-4 16,12 1 1-16,-9-4-1 0,9 4-1 16,-13-4-1-16,13 4-3 0,-14-1 1 15,14 1-3-15,-14-3 2 0,5 3-3 16,9 0-2-16,-15-2-4 0,15 2-4 0,-15-2 6 15,15 2-5-15,-17 0-7 0,17 0 6 16,-16 0-3-16,16 0-2 0,-14 0-2 16,14 0-2-16,-16 2 0 0,9-2 3 0,7 0-6 15,-15 2 2-15,6 1 1 0,0-2-2 16,9-1-5-16,-16 4 5 0,11-2-1 0,5-2-2 16,-15 5-6-16,8-5 1 0,-3 6-1 15,2-4 10-15,3 2-10 0,-6-2 3 0,6 3-6 16,5-5 5-16,-13 7-2 0,8-6 1 15,-2 3 0-15,0-1-4 0,1 2 8 0,-1-1-8 16,7-4 5-16,-12 10-6 0,2-5-2 16,5 0-1-16,-2 0 9 0,-2 2-2 15,4-2-1-15,-3 0 18 0,3 1 7 16,-3 0 0-16,0-1-4 0,1 2-2 0,1-2-1 16,1 2-4-16,-4-2-6 0,4 3 3 15,-1-2-7-15,1-1 4 0,1 2-4 16,-3-2 1-16,2 2-3 0,-1 0-1 0,3-2-4 15,-1 3 4-15,-2-4-8 0,3 4 2 16,-2-4 2-16,0 5-1 0,1-3-2 0,0 0 1 16,0 0-7-16,1 0 1 15,-1 0 4-15,-1 1-1 0,2-1-1 0,-3 1 1 16,4 0 34-16,1-2 3 0,-3 1-4 0,-2 1-1 16,4 0 0-16,-1 0 2 0,-2 0-6 0,1 0-3 15,1 0-3-15,1 0 2 16,-4-1-5-16,5 1-1 0,-1 0-2 0,-2 0-2 15,0 0-1-15,1 0-3 0,2-2 3 16,-3 1-4-16,0 1 0 0,4-7 1 0,-2 11-2 16,-1-6 3-16,1 1-4 0,2-6 7 15,-6 9-2-15,5-5 18 0,-1 2 1 0,2-6-4 16,-7 9 1-16,3-3-6 0,4-2-1 16,-3 3-3-16,1-2 0 0,-2 1 0 0,4-6-5 15,-2 11 0-15,1-5-1 0,1-6-2 16,-4 10 1-16,2-4 0 0,-2 0-1 0,4-6-1 15,-3 11 1-15,3-11-3 0,-3 10 0 16,1-6 1-16,2-4-3 0,-4 12 1 16,2-7 0-16,2-5-2 0,-3 11 1 15,3-11 7-15,-6 9 18 0,4-2-2 0,2-7 0 16,-1 8-5-16,-1-2 0 0,2-6-4 16,-5 13-1-16,3-6-1 0,0 0-3 15,2-7-2-15,-2 15 4 0,1-8-6 0,1 1 3 16,0 1-3-16,-2 0 5 0,2-9 8 15,0 15 1-15,0-6-4 0,0-1 2 0,0 1 0 16,2-1 5-16,-1-1 2 16,1 2 2-16,0 0 5 0,3-1 1 0,-3 0-3 15,1 1-4-15,3-1 2 0,-1 2-5 16,-1-3 1-16,3 1-2 0,-2 0-6 0,3 0-1 16,-1 0-1-16,-2-1 3 0,6 1 6 15,-6 0 1-15,4-1 11 0,2 2-1 0,-2-2-1 16,-2-1-5-16,2 4-5 0,3-4 1 15,1 1 1-15,-3 0 0 0,2-2-6 0,-1 2-1 16,3 0 5-16,-5-2 0 0,2 0-4 16,-1-1-2-16,1 2 3 0,0-4-1 0,1 4-8 15,-1-3 4-15,1-2-2 16,-2 3-4-16,1-1 1 0,-1-1-6 0,1 2 5 0,0-3-3 16,-1 3-4-16,-10-4-3 0,20 3-2 15,-9-1 3-15,-11-2-8 0,14 3 5 16,-3-3 4-16,-11 0-2 0,16 2 0 15,-16-2 0-15,20 3-6 0,-9-1 3 16,-11-2 0-16,19 2 4 0,-10-2-4 0,-9 0-1 16,23 1 0-16,-10-1-1 0,-13 0-1 15,22 2 2-15,-11-2 1 0,-11 0 3 0,23-2-7 16,-12 2-1-16,-11 0 4 0,25 0-8 16,-25 0 12-16,19 0-7 0,-10 2-3 0,-9-2-2 15,20 0 5-15,-20 0 2 16,16 0 0-16,-16 0-5 0,20 2 3 0,-20-2-1 0,17 2 5 15,-17-2-5-15,17 0-3 16,-17 0 1-16,20 0 3 0,-20 0-2 0,18 1 5 16,-18-1-4-16,16 0 1 0,-16 0 3 15,16 0-4-15,-16 0-1 0,20 0 7 0,-20 0-4 16,14 3-2-16,-14-3-2 0,22 0 1 16,-22 0 6-16,21-3-4 0,-12 3-3 0,-9 0 3 15,21 0 3-15,-9-1 5 0,-12 1-9 16,23 0-1-16,-23 0 1 0,17 0 1 0,-17 0 1 15,19-2-5-15,-19 2 5 0,15 0 1 16,-15 0-1-16,13-2-1 0,-13 2-5 16,11-2 8-16,-11 2-2 0,0 0-2 15,18 0 2-15,-18 0-1 0,0 0-1 0,16-1 0 16,-16 1 5-16,13-2-5 0,-13 2 1 16,14-2 1-16,-14 2 4 0,16-5-3 15,-9 4-5-15,-7 1 7 0,16-4 0 0,-8 2-4 16,-8 2 6-16,12-2 1 0,-12 2 0 15,14-6-10-15,-4 4 0 0,-10 2 1 0,12-3 1 16,-12 3 3-16,11-6 2 0,-11 6 0 16,9-4-2-16,-9 4-3 0,12-6-2 0,-12 6 6 15,7-5 0-15,1 2 0 16,-8 3-3-16,7-7 2 0,0 0 6 0,-4 2-5 0,-3 5-10 16,10-7-5-16,-7 2 4 15,3 0-3-15,-6 5-1 0,10-12 7 0,-5 3 2 16,1 2-4-16,0-1-1 0,1-1 2 15,-2 1 3-15,-2 1-5 0,3-3 8 0,-1 1-2 16,1-1-3-16,-2 0-5 0,0 1 3 16,2-1 5-16,-4 0 0 0,5 0-2 0,-3-4 6 15,-1 5 0-15,3 0-1 0,-1 0 0 16,-4-1-6-16,5 0 11 0,-6 1 3 0,5 0-16 16,-3-2 10-16,4 0-2 15,-2 1-5-15,-3 2 3 0,6-3-1 0,-3 1 4 0,-3-2-4 16,5 2-4-16,-4-1 13 15,1 0-14-15,-1 0 2 0,4 1-4 0,-3 0 11 16,0-1-7-16,-1-1 2 0,2 2 1 16,-2 3 0-16,1-3 0 0,-1-1 0 0,0 2 2 15,0 0 3-15,0 1-7 0,0-2 4 16,0 0 0-16,-2 1 1 0,0-1-4 0,0 1 2 16,0-1-1-16,0 0 4 0,-2 1-2 15,2-1-5-15,-2 2 1 0,0-1 1 0,-2 1 0 16,2-3-2-16,-1 3 0 0,-1-2 3 15,0 1 0-15,-2 1 0 0,0-1 2 16,3 0-4-16,-3 1 7 0,1-1-6 16,-3 1 0-16,0-4 2 0,-1 1-1 0,-2 1-3 15,-3-2 3-15,1-1-9 0,-3 1 15 0,-1 2-1 16,2-3 3-16,-4 1-8 0,2 0 0 16,-6-5-1-16,-1-1-2 0,0 3 4 15,1 3-1-15,-3-3-2 0,-1-1-1 16,0 3 8-16,2-1-8 0,-5 3 3 0,7 2 0 15,-7-3-2-15,5 6 5 0,4-2-8 16,-1 4 6-16,4 1-1 0,-1-1 0 0,-2 0-2 16,4 3 0-16,-3-2 1 0,4 3-17 15,-4 0-48-15,7 0-50 0,-6 2-61 0,2-1-83 16,0 3-93-16,1 1-81 16,-1 2-95-16,5-3-211 0,-1 6 36 0,2-2 80 0,1 4-430 15,5 2-527-15</inkml:trace>
  <inkml:trace contextRef="#ctx0" brushRef="#br0" timeOffset="113810.19">23798 11579 2773 0,'7'-6'-88'0,"-7"6"24"0,8-2 18 0,-8 2 15 16,8-4 20-16,-8 4 22 0,5-5 15 15,-5 5 16-15,8-4 6 0,-8 4 3 16,5-5 1-16,-5 5 7 0,0 0 5 16,7-7-6-16,-7 7-6 0,0-8 4 0,0 8-1 15,-7-9 1-15,7 9-2 0,-5-10 6 16,-3 5-1-16,3 1-1 0,-5-1 0 15,0 0 1-15,1 2 4 0,-5 0 5 0,1 2 0 16,-2 0-10-16,-4 2 1 0,0 0-5 16,-1 2 5-16,2 0 2 0,0 1-6 0,4-1-6 15,0 1-5-15,3 2-5 16,0 0 2-16,2 2 9 0,4-1 6 0,1 3 10 0,4-1-3 16,2 3-2-16,3 1-10 0,6 5-2 15,-2 0-6-15,2-1-4 0,1 2-3 0,-1-1-5 16,-2-1-3-16,1-1-1 15,-2-2-4-15,-3 1-1 0,-3-2 2 0,2-1 14 16,-4-2 15-16,-4 1 25 0,1-1 15 16,-5 0 8-16,-1 0 9 0,-5-1-2 0,1-2 1 15,-3-2 2-15,2 0-10 0,-4-1-10 16,0-1-4-16,4-2-4 0,-4-2-14 16,3 1-3-16,2-2-8 0,0-1-6 0,0 1-4 15,1-1-9-15,1-2-5 0,1-1-45 16,0 1-51-16,6 0-77 0,-1 0-87 15,5 5-93-15,-2-9-94 0,2 9-86 0,7-6-195 16,-7 6 33-16,14-4 76 0,-3 4-374 16,4 0-436-16</inkml:trace>
  <inkml:trace contextRef="#ctx0" brushRef="#br0" timeOffset="114394.25">23961 11771 2570 0,'0'0'-63'0,"4"-7"30"0,-4 7 33 0,3-7 31 0,-3 7 21 16,2-6 11-16,-2 6-4 15,0 0-7-15,2-6-9 0,-2 6 1 0,0 0 22 16,0 0 21-16,0 0 14 0,0 0 6 16,0 0-4-16,-31 16 15 0,23-12 1 15,-2 6-1-15,3-5-10 0,0 3-8 0,-4-2-10 16,6 4-9-16,-1-4-4 0,3 1-6 15,-1-1-3-15,0 2-5 0,4-8-7 0,0 10 1 16,0-10-5-16,2 9-5 0,-2-9-4 16,8 8-4-16,-3-4-1 0,-5-4-7 0,9 3-4 15,-9-3 3-15,0 0-5 0,0 0-3 16,23-5 1-16,-23 5-1 0,11-9 2 16,-2 4 6-16,-4 0 6 0,-5 5 6 15,8-8 0-15,-8 8-6 0,5-7-4 0,-5 7-5 16,7-4-4-16,-7 4-4 0,0 0-3 15,5-5 0-15,-5 5 0 0,0 0-5 0,0 0 2 16,0 0 2-16,0 0 0 0,0 0 2 16,27 5 0-16,-27-5-2 0,19 6 1 0,-6-5-1 15,0 1-3-15,1 0 2 0,3-1-1 16,-1 1-5-16,-2 0 2 0,0-4-2 16,1 4 1-16,-15-2-3 0,21 2 2 0,-21-2-2 15,19 0 3-15,-19 0 3 0,14 0 0 16,-14 0-3-16,9 3 2 0,-9-3 22 15,7 3 8-15,-7-3 1 0,9 5 7 16,-9-5 12-16,9 9 7 0,-6-6 4 0,-3-3-2 16,12 9-7-16,-2-4-1 0,-1 0-7 15,2-1-6-15,1-1-5 0,3 2-25 0,-1 1-41 16,0-2-52-16,0-3-55 0,-3 0-74 16,0 1-69-16,0 0-58 0,-4 1-75 0,0-1-93 15,-1 1-146-15,-6-3 31 0,0 0-402 16,8 4-491-16</inkml:trace>
  <inkml:trace contextRef="#ctx0" brushRef="#br0" timeOffset="114709.63">23294 12044 2846 0,'-36'-5'8'0,"0"0"32"0,8 1 23 0,3 2 17 0,6-1 35 0,3 3 42 16,4-3 18-16,1 0 6 0,11 3-13 0,0 0-14 15,0 0-12-15,33 9-16 16,15-5-11-16,26 6-12 0,31-1-13 0,8 3-18 16,0-2-33-16,6 3-3 0,3 1-1 15,-2 3 0-15,-2 0-8 0,-7 2-6 0,-9-5-36 0,-29-4-16 16,-8 0-15-16,-22-5 8 15,-5 1 7-15,-11-3-15 0,-6 0 8 0,-6-3-34 16,-5 0-39-16,-2 0-36 0,-8 0-45 16,0 0-64-16,0 0-101 0,0 0-192 0,3-8 5 15,-3 8 56-15,0 0-147 0,-2-9-133 16</inkml:trace>
  <inkml:trace contextRef="#ctx0" brushRef="#br0" timeOffset="123124.36">29808 14826 1033 0,'0'0'306'0,"-7"-3"-89"0,7 3-58 16,0 0-20-16,0 0-2 0,0 0 0 15,0 0-8-15,0 0-6 0,0 0 0 16,0 0-4-16,0 0-7 0,0 0-9 16,36 3-11-16,-36-3-15 0,25 3 4 0,-12 3 2 15,-1-4 5-15,-3 0-2 0,4 0 2 16,-1-2-1-16,-12 0-2 0,19 6-7 0,-11-4 0 15,-8-2-7-15,16 2 1 0,-16-2-9 16,13 2 7-16,-13-2-9 0,12 0-6 16,-12 0-6-16,13 1-3 0,-13-1-6 0,20 0-16 15,-20 0 3-15,17-1-33 16,-6 1-44-16,-1-2-69 0,-10 2-75 0,15-4-110 16,-5 0-168-16,-10 4-103 0,9-2 47 0,-9 2-183 15,0 0-204-15</inkml:trace>
  <inkml:trace contextRef="#ctx0" brushRef="#br0" timeOffset="124092.17">30056 14727 1928 0,'-9'-4'56'0,"1"1"19"0,0 0 5 0,8 3 5 0,-9-4 14 16,9 4 15-16,0 0 9 0,-9-5 18 15,9 5 3-15,0 0 4 0,0 0-29 0,0 0-5 16,0 0-8-16,0 0-14 16,0 0-13-16,0 0-12 0,22-7 0 0,-22 7-4 15,0 0-8-15,19 0-2 0,-19 0 18 16,0 0-7-16,18 2 7 0,-18-2 7 16,0 0 10-16,0 0 7 0,14 0 10 0,-14 0 8 15,0 0-3-15,0 0-2 0,0 0-3 16,0 0 0-16,0 0-4 0,0 0-7 0,0 0-8 15,0 0-8-15,0 0-10 0,-26-10 6 16,11 8-15-16,1-2-5 0,1 3-3 16,-1-1 4-16,3 1-15 0,-2-3-3 0,13 4-6 15,-17-2 4-15,17 2-6 16,-13-1-3-16,13 1 2 0,0 0-3 0,-14-4-3 0,14 4 5 16,0 0-5-16,0 0 1 15,-11-1 0-15,11 1-1 0,0 0 5 0,0 0 3 0,0 0 5 16,0 0 6-16,-12-4 8 15,12 4 1-15,0 0 11 0,0 0 0 0,0 0-1 16,0 0 8-16,0 0-2 0,-10-3 11 16,10 3-10-16,0 0 3 0,0 0-8 15,0 0-4-15,0 0 2 0,0 0-10 0,0 0-3 16,0 0 4-16,-7-5-4 0,7 5-9 16,0 0-5-16,0 0-3 0,0 0-7 0,0 0-3 15,0 0-8-15,0 0-1 16,0 0-1-16,0 0 2 0,-12 13 26 0,8-6 2 15,1 1 7-15,-5 5-1 0,3 2 14 16,-3-1 9-16,0 5 3 0,-5 4 2 0,-3 3-2 16,4-2-2-16,-2-4-1 0,3-3-7 15,-1 1-3-15,2-1-3 0,1 1-56 16,0-1 0-16,0 0 0 0,2-5 0 0,0 0 0 16,-2 1 0-16,3-4 0 0,-1 1 0 15,4 1 0-15,-1-3 0 0,-1 1 0 0,1-1 0 16,0-1 0-16,2 0 0 0,2-7 0 15,-4 14 0-15,2-8 0 0,2-6 0 0,5 12 0 16,-4-6 0-16,5-1 0 16,3 1 0-16,-2-2 0 0,7 4 0 0,1-4 0 15,3 2 0-15,-4-2 0 0,0-1 0 16,1 3 0-16,-1-3 0 0,-1 0 0 0,-1 1 0 16,-1-2 0-16,-11-2 0 0,17 4 0 15,-9-1 0-15,-8-3 0 0,11 1 0 16,-11-1 0-16,9 3 0 0,-9-3 0 0,0 0 0 15,0 0 0-15,16 3 0 0,-16-3 0 16,0 0 0-16,0 0 0 0,11-3-225 0,-11 3-232 16,0 0-112-16,8-5-126 15,-8 5-181-15,4-6 71 0,-4 6-747 0,0 0-996 0</inkml:trace>
  <inkml:trace contextRef="#ctx0" brushRef="#br0" timeOffset="124507.43">29903 14911 4099 0,'-5'-4'-91'0,"5"4"30"0,-11-3 23 0,11 3 21 0,-8-4 25 16,8 4 58-16,0 0 33 0,0 0 44 15,-10-5 18-15,10 5-1 0,0 0-10 0,0 0-14 16,0 0-12-16,0 0-15 0,31-5-9 15,-18 6-11-15,-13-1-10 0,25 0-7 0,-10 0-10 16,-4 2-4-16,-11-2-8 16,25 2-6-16,-17 0-5 0,-8-2-7 0,17 2-15 15,-17-2-26-15,11 1-31 0,-11-1-39 16,0 0-47-16,14 0-49 0,-14 0-63 16,0 0-66-16,0 0-100 0,0 0-159 0,6 4-78 15,-6-4 70-15,0 0-293 0,0 0-348 16</inkml:trace>
  <inkml:trace contextRef="#ctx0" brushRef="#br0" timeOffset="130345.35">1296 4108 2252 0,'0'0'193'0,"3"-12"-57"16,-3 12-14-16,0 0 17 0,0 0 4 15,0 0 22-15,0 0 5 0,0-8-7 16,0 8-12-16,0 0-2 0,0 0-4 0,0 0-1 16,0 0-1-16,0-9 0 15,0 9-6-15,0 0-3 0,0 0-11 0,0 0-8 16,0 0-5-16,0 0-12 0,0 0-6 15,0 0-11-15,0 0-7 0,-12-4-8 0,12 4-7 16,0 0-7-16,-22 4-5 0,22-4-4 16,-30 5-7-16,8 0-4 0,-1 2-4 15,-2 0 1-15,3 0-7 0,-10 3 0 16,3 2-2-16,6-3-3 0,2-2-3 0,2 1-1 16,4-1-2-16,-3 3-1 0,3-1-2 0,-2 1-1 15,4-2-3-15,2 3 2 16,-3-2-3-16,5-1-3 0,-2-1 3 15,2 0-2-15,2 1-1 0,0-1 4 0,1 0-2 16,-1 0-1-16,2 0 0 0,1-1 0 0,2 2-3 16,2-8 2-16,-7 11 1 0,7-3-1 15,0-8 1-15,0 14-3 0,2-9 2 16,2 4 1-16,-1 0 0 0,1 0-2 16</inkml:trace>
  <inkml:trace contextRef="#ctx0" brushRef="#br0" timeOffset="133239.67">1131 4238 1727 0,'0'0'-3'0,"4"-5"20"0,-4 5 11 0,5-5 15 0,-5 5 17 15,0 0 22-15,3-4 12 0,-3 4 7 16,0 0 3-16,0 0 6 0,0 0-6 0,0 0 7 16,0 0 4-16,0-11 8 0,0 11-6 15,0 0 16-15,0 0 2 0,0 0 3 16,0 0 1-16,0 0 4 0,0 0-9 0,0 0-11 16,0 0-9-16,0 0-13 15,0 0-7-15,-15-4-12 0,15 4-6 0,0 0-14 16,0 0-4-16,-24 7-6 0,11-3-1 15,2 0-4-15,-2 1-4 0,-2 2-4 0,1 0-4 16,-3 3-6-16,3-2-2 0,2 1-2 16,-4 1-5-16,3 0-4 0,-1 0 3 15,1 3-2-15,-1-1-2 0,3 2 1 0,0 1-5 16,1-4 2-16,1 1-3 0,1 0-5 16,-4 4 1-16,7-1 8 0,-3-1 1 15,1 1-4-15,1-1 0 0,0 1 1 0,2-1-3 16,0-2 0-16,3 2 0 15,1-2 2-15,1 1 2 0,3 3-1 0,-2-1 0 16,6 1 0-16,-2-3 1 0,1 5 0 16,1-3-1-16,2 3 0 0,-1-4 2 0,2 4 4 15,1-2 12-15,-1 0 0 0,-2-2-7 16,-2 0-1-16,0 1 9 0,-3 2 31 16,0 4 5-16,-2-2 6 0,-4 1 7 0,0 1 3 15,-2 2 8-15,-8 11 7 0,1-4-1 16,-2 1 6-16,-3-3-4 0,-2-1-4 0,0-3-9 15,-1 2 4-15,6-9-7 0,-1-2 0 16,3-1-8-16,2-1-4 0,-1-5-15 16,4 0-1-16,1 2-5 0,-1-6-3 15,2 2 4-15,4-6-9 0,-7 7-4 16,7-7-10-16,-3 8 5 0,3-8-6 0,10 8-5 16,0-4 2-16,1 0-12 0,3 1 2 15,0 5-5-15,2 0-3 0,-1 2-1 0,1 3 1 16,-2 9 0-16,-2 4-5 0,-4 6 10 15,-5 5-4-15,-6 6 2 0,-5 13 10 16,-7-1 14-16,-4 1 7 0,-2-1 17 0,-2-2 3 16,0 0-6-16,1-2 7 15,0-7-1-15,1-1 1 0,4-1-6 0,2-10-5 16,4-2-3-16,0-3-3 0,2-7-8 0,7-5-1 16,-1-1-3-16,1-4-2 0,2-1 2 15,2 1-2-15,3-1 1 0,1-1-31 16,4-2 0-16,1 1 0 0,1 1 0 15,1-8 0-15,0 1 0 0,1-1 0 0,-1 0 0 16,-1-2 0-16,-12 0 0 0,20-2 0 16,-8 0 0-16,-12 2 0 0,19-3 0 0,-11 1-202 15,-8 2-115-15,11 0-130 0,-11 0-153 16,0 0-232-16,11 0-27 0,-11 0 103 16,0 0-665-16,0 0-872 0</inkml:trace>
  <inkml:trace contextRef="#ctx0" brushRef="#br0" timeOffset="199976.14">18418 13182 2093 0,'-3'-10'183'0,"-4"2"-30"0,2 1-28 0,-3 1 5 0,3 2 6 0,-6 2 13 0,0 0 9 0,11 2 12 16,-34 7 24-16,2 7 18 0,-10 10 16 16,-4 8 9-16,1 9 10 0,-12 15 10 0,1 6-9 15,6 4 4-15,7-3-19 0,10-10-12 16,9 0-3-16,0 1-21 0,13-6-3 15,9-7 2-15,8-2-8 0,11 5-6 16,9-4-16-16,15-8-14 0,10-3-15 0,6-6-17 0,10-12-10 16,0-5-9-16,3-10-7 15,2-3-11-15,1-11-8 0,-4-3-10 0,-8-3-8 16,-4-5-7-16,-5-3-1 0,-11-5-5 16,-7-3-5-16,-5-5 2 0,-9-4-34 0,-8-7-7 15,-10 0 0-15,-5-2 0 0,-7-4 0 16,-5 6 0-16,-7-2 0 0,-3 5 0 0,-4 9-27 15,-2 6-33-15,5 14-30 0,-5 9-21 16,-1 7-18-16,0 8-24 0,-7 8-31 16,-7 9-35-16,2 7-58 0,4 7-83 15,4 3-97-15,6 2-113 0,10-4-199 0,9-3 41 16,11 0 70-16,2-8-498 0,11 6-623 16</inkml:trace>
  <inkml:trace contextRef="#ctx0" brushRef="#br0" timeOffset="200292.52">19080 13609 3444 0,'-25'-9'102'0,"4"1"20"0,-3 1 18 16,10 4 27-16,-4-3 42 0,5 3 30 15,3-2 9-15,3 3-10 0,7 2-8 0,-8-7-19 16,8 7-27-16,23-7-16 0,35 1-23 15,17 0-15-15,45 0-11 0,26-3-18 0,24 4 13 16,79 0-22-16,2 5-10 0,2 2-8 16,1 1-6-16,-4 2-25 0,-14 2-28 15,-65 0-26-15,-6-2-21 0,-13 0-22 0,-15-2-24 16,-24 1-34-16,-40-1-34 16,-21-3-23-16,-7 2-6 0,-15-2 3 0,-10 0 14 15,-4-2-11-15,-9 1-12 0,-3-3-24 16,-4 4-33-16,0 0-51 0,0 0-78 0,-25-10-102 0,10 5-140 15,-2 0 42-15,-3 0-278 16,0 1-330-16</inkml:trace>
  <inkml:trace contextRef="#ctx0" brushRef="#br0" timeOffset="200827.49">21854 13268 2674 0,'-9'-4'196'0,"0"1"-10"0,9 3-5 0,-7-3 6 0,7 3 33 0,0 0 44 0,0 0 21 0,0 0-11 0,31 24-17 16,-6-8-21-16,5 5-23 15,10 6-19-15,-1-1-20 0,-2 6-21 0,-1-3-14 16,-5 0-15-16,-6-5-8 0,-7-2-21 16,0 0-2-16,-7-3-12 0,-5-2 2 0,-6-1 16 15,-4 2 16-15,-5-1 17 16,-11 7 9-16,-6 1 5 0,-13 0-4 0,0 0-7 16,-5-2-18-16,-4 3-8 0,-2-3-9 0,3-3-14 15,3-3-6-15,8-3-12 0,5-4-8 16,8 0-10-16,7-1-22 0,4-4-33 15,2 2-46-15,1-5-55 0,4 1-50 0,3 0-63 16,2-3-88-16,0 0-123 0,0 0-136 16,0 0-180-16,30 0-46 0,-13-3 81 15,6-4-630-15,0 2-798 0</inkml:trace>
  <inkml:trace contextRef="#ctx0" brushRef="#br0" timeOffset="201142.82">22582 13534 3416 0,'-4'-9'-289'0,"4"9"-119"0,-2-8-98 0,2 8 29 0,-1-6-114 0,1 6-90 0</inkml:trace>
  <inkml:trace contextRef="#ctx0" brushRef="#br0" timeOffset="201775.64">22803 13384 1608 0,'-4'-7'43'0,"0"2"16"15,1 0 7-15,3 5 17 0,-12-7 21 0,2 7 24 16,10 0 29-16,-26 7 33 0,-3 5 12 15,-9 13 22-15,-2 4 16 0,-2 8 16 0,0 4 13 16,3 4 7-16,-2 1 1 0,7 4-3 16,1 2-10-16,7-3-9 0,7-1 7 0,7 2 3 15,9-9-22-15,6 0-8 16,9-3-7-16,10 3-19 0,11-7-21 0,7-1-13 16,7-7-21-16,11-6-13 0,5-6-15 0,1-6-12 15,9-6-12-15,1-9-10 0,3-5-8 16,12-11-21-16,-5-8-12 0,-4-3-11 15,-5-4-5-15,-11-8-1 0,-16 5-8 16,5-13-2-16,-17 2-4 0,-5-4-1 0,-12-8-1 16,-6-2-10-16,-11-5 1 0,-8 1-4 15,-7 4-1-15,-8 2-4 0,-9 10 1 0,-8 8-2 16,-12 14-35-16,-7 7-51 0,-14 14-49 16,-2 9-51-16,-10 11-62 0,-20 9-93 0,-2 8-110 15,3 10-149-15,8 2-218 0,7 3 64 16,8-4 80-16,7 4-553 0,19-7-690 15</inkml:trace>
  <inkml:trace contextRef="#ctx0" brushRef="#br0" timeOffset="202758.54">18323 13621 3211 0,'0'-5'-113'0,"0"5"31"16,0-12 40-16,0 8 35 0,0 4 32 0,0-13 19 0,2 6 28 15,-2 7 14-15,2-12 27 0,-2 12 0 16,0-9-1-16,0 9-7 0,0 0-9 0,0-8-9 15,0 8 40-15,0 0 15 0,0 0-8 16,0 0-7-16,-10 29 8 0,8-15-9 0,-2-3-5 16,4 1 0-16,-2 2-10 0,2 1-5 15,0-3-13-15,4 5-7 0,0-5-7 16,0 2-4-16,4 1-10 0,-1-3-3 0,2-3-6 16,3 1-5-16,3-2-4 0,-3-4-3 15,1-1-3-15,3-1-4 0,-3-2-5 16,1-2-2-16,0-3 0 0,8-2-2 15,-10 0-7-15,1-6-1 0,-1-1-5 0,-1-1-4 16,-2-5-7-16,-4-3-14 0,3-6-20 16,-1-4-24-16,-3-2-14 0,-1 8 1 0,-3 6-5 15,0 4-11-15,2 5-22 16,-2 2-43-16,0 0-58 0,0 3-37 0,0 7-35 0,0 0-68 16,5-6-129-16,-5 6-155 15,0 0 56-15,0 0-313 0,17 19-370 0</inkml:trace>
  <inkml:trace contextRef="#ctx0" brushRef="#br0" timeOffset="203492.4">22723 13547 2652 0,'10'-13'118'0,"-5"6"49"0,3-2 18 0,0 4 7 0,-3 1 16 0,-5 4 14 16,15-4 21-16,-15 4 19 0,20 10 12 15,-9-2-3-15,3 3 17 0,0 6-14 0,6 1-10 16,-2 5-8-16,2-1-12 0,-3 0-14 16,3 0-13-16,0-5-19 0,-5-5-15 0,0 2-16 15,-2-3-8-15,-1-2 2 0,-1 0 0 16,1-5-3-16,-2 1-11 0,1-3-13 0,3-2-11 15,-14 0-90-15,32-8-33 16,-14-3 0-16,7-5 0 0,2-3 0 0,0-8 0 16,2-4 0-16,-1-10 0 0,3 0 0 15,-5-1 0-15,3 2-181 0,-9 12-106 0,-2 1-69 16,-7 10-114-16,-3 5-135 0,-6 3-166 16,-2 8-24-16,0 1 75 0,0 0-643 0,-21 18-816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37:37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6098 2929 823 0,'5'-10'335'0,"1"4"-45"0,-1 1-13 15,-3-1 10-15,-2 6 5 0,7-8 14 16,-7 8-9-16,3-9-9 0,-3 9 22 0,0 0 20 15,2-9 21-15,-2 9-2 0,0 0-4 16,0 0-3-16,0-7-11 0,0 7-21 16,0 0-32-16,0 0-26 0,0 0-31 15,0 0-20-15,0 0-16 0,-19 16-4 16,-1 7-16-16,-9 13-12 0,-6 7-6 0,-3 7 12 16,-9 11-19-16,10-13-13 0,6-2-14 15,-3 1-107-15,7-4-6 0,3-6 0 0,5-9 0 16,4-3 0-16,1-6 0 0,5-5 0 15,5-2 0-15,-4-4 0 0,4 1 0 0,3-5 0 16,1-4 0-16,0 0 0 0,0 0 0 16,0 0-275-16,-6-29-120 0,12 9-72 15,4-10-56-15,1-5-66 0,5-11-92 0,0-1-106 16,5 1 59-16,3-3-546 0,0-3-734 16</inkml:trace>
  <inkml:trace contextRef="#ctx0" brushRef="#br0" timeOffset="216.64">6084 2701 3376 0,'8'-14'-51'15,"0"4"38"-15,-3 5 35 0,-1-1 19 16,-4 6 23-16,7-6 1 0,-7 6 77 16,0 0 52-16,18 20 23 0,-9-1 25 0,5 6-1 15,1 10-5-15,2 6-7 0,0 5-13 16,0 0-30-16,1 3-31 0,-1-2-7 0,0 2-13 16,-2-4-14-16,-1-9-3 15,-3-3-25-15,0-2-34 0,-3-7-44 0,-2-3-45 16,-1-4-53-16,-1-2-51 0,-2-4-55 15,-2-3-61-15,2-1-68 0,-2-7-88 16,0 3-100-16,0-3-170 0,0 0 47 0,0 0-402 16,-6-24-504-16</inkml:trace>
  <inkml:trace contextRef="#ctx0" brushRef="#br0" timeOffset="384.29">6114 3113 2915 0,'-11'3'101'0,"0"-3"38"0,11 0 24 16,-14 1 33-16,14-1 23 0,0 0 20 15,0 0-4-15,-11 1-7 0,11-1-8 0,0 0-16 16,0 0-8-16,29-9-34 16,-6 3-20-16,11-1-17 0,0 0-89 0,4 0-106 15,-4-3-99-15,1 4-123 0,-9 0-150 0,-1 1-242 16,-3-2 26-16,-8 1 70 0,-3 1-302 16,-4-1-373-16</inkml:trace>
  <inkml:trace contextRef="#ctx0" brushRef="#br0" timeOffset="799.84">5825 2474 2597 0,'-38'2'46'0,"-4"8"14"0,-12 16 43 0,-14 13 45 0,1 12 46 16,-1 7 24-16,9 5 24 15,4 12 28-15,3 3 12 0,8 12 3 0,7 3 4 16,8-3-26-16,8 3-5 0,11-16 15 16,10-1-31-16,11 0-19 0,11 11-16 15,12-8-18-15,13-9-18 0,17-10-5 0,6-10-19 16,14-12-16-16,9-11-13 0,8-9-11 16,8-12-11-16,1-10-8 0,5-11-13 0,-3-8-6 15,0-11-8-15,-1-7-35 0,-12-10-25 16,-12-3-14-16,-12-7-2 0,-10-8 3 0,-14-6-4 15,-11-4-2-15,-11-5 16 16,-14-7-21-16,-15 13 5 0,-13-22 7 0,-12-1-7 16,-11 2-14-16,-14 7-5 0,-9 10 1 15,-8 14-21-15,-5 12-11 0,-2 15-20 0,5 17-19 16,-3 9-27-16,-5 12-26 0,-1 7-37 16,0 7-48-16,5 9-70 0,-10 11-67 15,7 4-82-15,20-4-175 0,11 1-79 0,9 2 59 16,11-9-416-16,7 4-547 0</inkml:trace>
  <inkml:trace contextRef="#ctx0" brushRef="#br0" timeOffset="1266.78">7321 3048 2834 0,'-18'0'-31'0,"-4"-1"34"0,5 2 27 0,0 1 30 0,1-2 33 0,2 0 34 15,0 0 26-15,14 0 9 0,-22 0 3 16,22 0-11-16,-16 0-15 0,16 0-16 0,0 0-10 16,0 0-5-16,0 0-10 0,72-5-11 15,5 2-15-15,45-1-2 0,24 3-6 16,30-1-5-16,70 2-15 0,11 3 2 0,10 1-16 16,1-1-4-16,-13 0-6 0,-7-1-1 15,-59-2 3-15,-2-2-5 0,-6 4 4 0,-16-4-9 16,-18 1 0-16,-16-1-2 0,-41 0 1 15,-15 2 4-15,-12-1-11 0,-22 1 4 16,-8-2 0-16,-14 0-6 0,-6 1-6 16,-3-1-10-16,-10 2-22 0,8-4-32 15,-8 4-30-15,0 0-41 0,0 0-56 0,0 0-80 16,-25-12-128-16,14 9-231 0,-2-1 36 16,2 1 73-16,2-2-163 0,-1 0-181 0</inkml:trace>
  <inkml:trace contextRef="#ctx0" brushRef="#br0" timeOffset="2116.52">11076 2875 2268 0,'-4'-13'272'15,"4"13"9"-15,-2-9 10 0,2 9-1 0,2-7-7 16,-2 7-17-16,0 0-15 0,0 0 119 16,0 0 28-16,-2 36-24 0,-2-12-37 15,0 14-31-15,-2-1-29 0,2 5-29 0,-1-5-22 16,-1 1-23-16,3 2-19 15,-6-7-23-15,7-4-53 0,-3-6-79 0,-1 0-74 16,-1-3-80-16,0-1-67 0,0-3-71 16,2-4-75-16,-5-1-85 0,2-4-97 0,2-3-100 15,6-4-117-15,0 0 54 0,0 0-500 16,-16-19-647-16</inkml:trace>
  <inkml:trace contextRef="#ctx0" brushRef="#br0" timeOffset="2499.85">11049 2931 3221 0,'7'-21'-29'0,"0"1"55"0,-2 3 42 15,3 3 30-15,-3-3 38 0,6 0 21 16,3 2 14-16,3 1 1 0,0 2 0 16,4 4-3-16,2 4-17 0,0 3-9 15,2 4-8-15,7 7-6 0,2 4-4 16,-3 3-2-16,-5 4-9 0,-1 2-8 0,-3 2 16 16,-9 5 13-16,-2 0 7 0,-10-4 30 15,-6-2-1-15,-1 8 0 0,-7 1 0 0,-4-1 13 16,2-5 1-16,-1-1-5 0,4-5-2 15,-1-6-10-15,6-3-10 0,3-2-10 0,-1 1-13 16,3-5-13-16,2 4-11 0,0-10-6 16,9 13-60-16,2-3-45 0,3-2 0 15,1 4 0-15,3-1 0 0,-6 1 0 16,4 0 0-16,-7-2 0 0,2 1 0 16,-2 2 0-16,-4-2 0 0,-1-1 0 0,-4 2 0 15,0 1 0-15,-5-2 0 0,-5 1 0 16,-4 2 0-16,-11 4 0 0,0-4 0 0,-5 1 0 15,1-3 0-15,-5-3 0 0,2-1 0 16,1-3 0-16,-6-2 0 0,2-3 0 0,7 0 0 16,-14-6 0-16,5-2-355 0,3-3-482 15,3-9-115-15,7-1 89 0,1-8-900 16,9-3-1194-16</inkml:trace>
  <inkml:trace contextRef="#ctx0" brushRef="#br0" timeOffset="2832.54">11188 2447 4771 0,'-23'-8'-95'0,"-4"4"33"0,1 7 65 15,-26 9 57-15,-6 14 58 0,-14 16 50 0,-1 16 43 16,-6 6 31-16,7 10 24 0,4 8-14 16,6 10 5-16,7 9-19 0,15 1-15 0,13-1-19 15,18-1-18-15,18-3-16 0,18-3-15 16,15-6-13-16,15-7-11 0,14-9-12 15,14-11-12-15,12-5-16 0,8-13-8 16,9-11-11-16,7-10-6 0,0-7-53 16,-6-15-13-16,-7-10 0 0,-8-9 0 0,-12-8 0 15,-13-12 0-15,-3-9 0 0,-8-8 0 16,-9-9-14-16,-9-4-5 0,-10-10 4 0,-7-11-7 16,-17-6-1-16,-7-3-13 0,-10-4-12 15,-13 3-1-15,-12 6-6 0,-13 10-23 0,-10 16-25 16,-14 11-27-16,-12 16-38 0,-15 13-53 15,-6 11-65-15,15 13-92 0,-24 14-119 0,7 7-165 16,0 6-135-16,11 5 53 16,3 5-564-16,9 3-766 0</inkml:trace>
  <inkml:trace contextRef="#ctx0" brushRef="#br0" timeOffset="3515.62">11026 4520 3456 0,'0'-14'-134'0,"0"3"30"0,-2-1 22 16,2 4 35-16,0-1 40 0,0 9 24 0,-2-15 31 15,2 7 23-15,0 8 20 0,0-16 36 16,-2 9 14-16,2 7 13 0,0-12 12 0,0 12 3 15,0-10-5-15,0 10-16 0,-2-7-18 16,2 7-10-16,0 0 48 0,-3 23 34 0,-10 26 33 16,-5 12-5-16,-9 24 7 15,0 18 6-15,2 11 21 0,-3 19 18 0,-1 9 9 16,-9 45-4-16,10-43-9 0,-6 41-7 16,9-49-6-16,1 0-6 0,4-4-208 0,3-11-51 15,0-6 0-15,7-12 0 0,2-28 0 16,1-8 0-16,2-8 0 0,-2-16 0 15,3-7 0-15,2-9 0 0,-1-3 0 0,1-7 0 16,0-5 0-16,2-5 0 0,-2-4 0 16,2-3 0-16,0 0 0 0,0 0 0 0,0 0 0 15,-7-30 0-15,3 21 0 16,0-5 0-16,-2 2-240 0,-3 1-477 0,0 1-148 0,-4 2-8 16,2 3 86-16,-6 1-815 0,4 2-1041 15</inkml:trace>
  <inkml:trace contextRef="#ctx0" brushRef="#br0" timeOffset="3815.96">10279 6944 4572 0,'-5'-10'78'0,"5"10"22"0,0 0 26 0,-47 8 45 0,17 6 57 0,-2 5 49 15,-13 9 26-15,0 7 3 16,2 4 8-16,4 6 0 0,5 6-1 0,1 1-7 16,8 5-23-16,7 0-17 0,9 3-32 15,9-2-234-15,13-5 0 0,3 0 0 0,11-2 0 16,9-5 0-16,8-6 0 0,5-4 0 16,3-8 0-16,5-4 0 0,4-9 0 0,-11-10 0 15,-3-5 0-15,11-8-23 0,-9-4-636 16,-1-11-168-16,-8-4-66 0,-6-5 81 0,-7-6-881 15,-5-2-1127-15</inkml:trace>
  <inkml:trace contextRef="#ctx0" brushRef="#br0" timeOffset="4182.47">10136 6711 4679 0,'-40'-7'-24'0,"-6"5"35"15,-13 6 41-15,-2 10 68 0,0 6 53 0,-17 12 44 16,0 16 46-16,1 7 39 16,7 14 13-16,3 12 10 0,8 4 2 0,11 8-17 0,9 6-13 15,14 2-16-15,10-4-17 0,15-18-37 16,16 16-175-16,15-5-52 0,17-4 0 16,17-11 0-16,15-11 0 0,17-13 0 15,11-10 0-15,12-14 0 0,10-11 0 0,3-16 0 0,3-12 0 16,-1-12 0-16,-2-6 0 15,-11-13 0-15,-13-6 0 0,-14-13 0 0,-12-9 0 16,-15-5 0-16,-13-7 0 0,-15-4 0 16,-17-4 0-16,-14-6 0 0,-20-3 0 0,-14-1 0 15,-16 6 0-15,-16 3 0 0,-16 14 0 16,-11 12 0-16,-11 16 0 0,-6 16 0 0,-11 12 0 16,-5 11 0-16,1 11 0 0,3 6 0 15,3 9 0-15,7 4 0 0,6 3-399 0,4 3-294 16,24-3-226-16,2-1 59 0,2 1 86 15,-1-4-772-15,-1 0-990 0</inkml:trace>
  <inkml:trace contextRef="#ctx0" brushRef="#br0" timeOffset="4832.31">5560 7440 4034 0,'-2'-26'-117'15,"0"3"56"-15,-1 6 68 0,-1 0 62 0,2 0 53 16,0 4 42-16,2-1 48 0,-1 0 44 16,-4 0 51-16,1 4 1 0,2 3-4 0,2 1-21 15,0 6-28-15,-2-9 0 0,2 9 17 16,0 0 1-16,0 0-8 0,4 39-11 15,-8 0-28-15,-1 13-16 0,1 5-23 16,-1 1-81-16,-4-2-106 0,2 1 0 0,-2 0 0 16,1-5 0-16,0-14 0 0,3 0 0 15,-5-3 0-15,3-5 0 0,3-6 0 16,0-6 0-16,0-3 0 0,0 0 0 0,2-3 0 16,0-5 0-16,-1 2 0 0,-1-2-1 15,2-1-309-15,2-6-43 0,-3 8-39 0,-2-4-28 16,5-4-19-16,0 0-17 0,-6 3-21 15,6-3-21-15,0 0-75 0,0 0-86 0,0 0 54 16,-11-17-418-16,11 7-498 16</inkml:trace>
  <inkml:trace contextRef="#ctx0" brushRef="#br0" timeOffset="5215.39">5483 7256 2936 0,'-11'-16'54'0,"4"7"40"15,1-1 46-15,1 4 33 0,1-2 24 0,1 4 7 0,3 4 1 16,5-11 13-16,6 7 5 0,10 0 2 15,6 4-12-15,18 4 5 0,11 6-8 16,1 9-14-16,0 6-16 0,-4 7-11 0,-7 2-17 16,-8 10-15-16,-7 3-6 0,-12 3-3 15,-12 1 5-15,-8-6 13 0,-15 7 11 0,-3 0 16 16,-9-1 2-16,-5-2 1 0,-3-2-4 16,-2-2-5-16,0-4-15 0,-4-2-15 0,1-4-12 15,2-5-50-15,3-3-75 0,7-11 0 16,0-1 0-16,6-7 0 0,5-5 0 15,0-5 0-15,-1-4 0 0,0-6-303 0,-4-12-166 16,4-5-160-16,1-14-201 16,-2-6-6-16,5-3 81 0,3-5-731 0,7-2-933 0</inkml:trace>
  <inkml:trace contextRef="#ctx0" brushRef="#br0" timeOffset="5599.63">5503 6772 4328 0,'-40'2'-6'0,"-15"9"25"16,-10 11 47-16,-19 12 37 0,-6 13 37 15,-1 14 35-15,-1 11 36 0,-1 10 34 0,-23 36 8 16,9 8 10-16,33-27 1 0,3 8-12 16,16 2-17-16,13 4-4 0,19-1-2 15,18-2-17-15,21-5-21 0,18-6-15 16,16-10-16-16,25-8-15 0,20-11-17 0,15-12-12 15,19-14-61-15,6-13-55 0,10-11 0 16,5-17 0-16,1-14 0 0,1-13 0 0,-5-12 0 16,26-25 0-16,-46 4 0 0,-19-7-2 15,-15-12-76-15,-13-6 12 0,-13-11 6 16,-19-11 4-16,-14-10 8 0,-15-4 2 16,-18-6-1-16,-19-6 5 0,-14 1-1 0,-16 1 1 0,-30-19 6 15,1 50 3-15,-12 16-4 0,-6 21 4 16,-13 19-2-16,-3 18 6 0,-6 14-35 0,1 16-46 15,1 13-43-15,3 8-61 16,7 9-84-16,8 12-90 0,13 9-111 0,8 2-194 16,13 5-50-16,10-2 69 0,8 1-558 15,15-11-694-15</inkml:trace>
  <inkml:trace contextRef="#ctx0" brushRef="#br0" timeOffset="6165.62">6727 10752 3332 0,'7'-17'95'0,"-1"0"55"0,-2 3 49 16,-3 4 45-16,3 0 47 0,-2 3 39 0,0-1 28 15,-2 2-2-15,0 6-17 16,4-6-19-16,-4 6 22 0,0 0 4 0,-1 24-9 15,-2-4-27-15,-3 14-27 0,3 4-42 16,-1 1-25-16,0 2-114 0,2 3-102 0,-3-1 0 16,1-2 0-16,-1-5 0 0,4-7 0 15,-1-7 0-15,0-1 0 0,0-5 0 0,2 1 0 16,-2-6 0-16,0 1 0 16,2-4 0-16,0-2 0 0,0-6-476 0,0 0-117 0,0 0-115 15,0 0-159-15,-3-23 70 0,3 9 85 16,3-6-661-16,1-15-828 0</inkml:trace>
  <inkml:trace contextRef="#ctx0" brushRef="#br0" timeOffset="6333.3">6778 10626 3627 0,'-6'-15'84'0,"-1"1"78"0,1 3 44 16,0-1 40-16,4 2 32 0,0-3 30 16,4 1 0-16,4-3 4 0,7-2-12 0,10-1-23 15,6-2-27-15,5 5-29 0,6 1-21 16,4 4-25-16,-2 3-73 0,1 2-108 15,-2 5-124-15,-7 0-155 0,4 3-170 0,-6 1-171 16,-1 4-147-16,-8 3 58 16,-8-1-668-16,-5 5-836 0</inkml:trace>
  <inkml:trace contextRef="#ctx0" brushRef="#br0" timeOffset="6533.56">6734 10897 4022 0,'-15'0'148'15,"4"4"43"-15,1-4 28 0,10 0 31 0,0 0 38 16,-17-2 9-16,17 2-8 0,0 0-37 16,0 0-26-16,0 0-22 0,34-21-21 15,0 8-47-15,5 3-98 0,14-2-107 0,-2 0-117 16,-4 5-123-16,-8 1-130 0,1 0-125 16,-11 6-181-16,-8 0 69 0,-5 4 64 0,-7-1-457 15,-5 5-541-15</inkml:trace>
  <inkml:trace contextRef="#ctx0" brushRef="#br0" timeOffset="6682.22">6923 11013 2883 0,'-29'19'78'16,"-1"-1"88"-16,-1-4 50 0,4 5 53 0,1-4 46 16,5-3 35-16,6-4 12 0,2-1-9 15,2-2-19-15,2 1-13 0,7 1-26 0,2 1-28 16,0-8-25-16,13 13-26 0,3-9-25 16,11 2-78-16,1-4-106 0,16 2-133 0,6-4-115 15,3 2-132-15,8-6-155 0,4-2-226 16,-6-2 17-16,0-1 82 0,-6-4-557 15,-7-4-676-15</inkml:trace>
  <inkml:trace contextRef="#ctx0" brushRef="#br0" timeOffset="7065.43">7000 10188 3600 0,'-60'-10'101'0,"9"8"38"15,-18 7 40-15,-4 12 58 0,-20 14 45 0,1 12 35 16,-3 13 22-16,4 15 14 0,1 6 4 16,10 9-1-16,8 5-9 0,16 7-7 0,13 2-8 15,22 2-30-15,15-1-20 16,19-4-25-16,19-5-186 0,18-6-71 0,17-10 0 16,13-9 0-16,21-6 0 0,14-10 0 15,14-12 0-15,12-10 0 0,6-11 0 0,6-15 0 16,-1-12 0-16,4-13 0 0,-9-12 0 15,-8-12 0-15,-18-9 0 0,-15-7 0 0,-17-12 0 16,-18-10 0-16,-16-5 0 0,-17-9 0 16,-17-8 0-16,-17-8 0 0,-17-5 0 0,-16-3 0 15,-17-1 0-15,-28-24 0 0,3 42 0 16,-10 10 0-16,-11 15 0 0,-9 15 0 0,-6 17 0 16,-7 13 0-16,-1 16 0 0,7 11 0 15,26 11-141-15,0 7-332 0,12 8-141 16,7 7-256-16,7 2 26 0,6 2 94 15,5 2-780-15,5 2-975 0</inkml:trace>
  <inkml:trace contextRef="#ctx0" brushRef="#br0" timeOffset="8149.11">6065 4367 3833 0,'12'-17'-270'0,"-5"3"32"16,1 3 40-16,-4-1 37 0,2 0 37 15,-3 3 37-15,1 1 30 0,0-4 31 0,-4 1 10 16,1-1 13-16,-1-1 18 0,0 1 12 16,-1-3-2-16,1 1 6 0,0 1 12 0,0 1 5 15,0-2 3-15,0 4-2 16,0 1-3-16,0 1-4 0,0 8-8 0,0-12-5 16,0 12-3-16,-2-7-1 0,2 7 0 15,0 0-6-15,0 0 3 0,-19 20 3 16,5 4 7-16,-2 9 21 0,-4 15 30 0,-5 10 11 15,-5 24 15-15,1 11-6 0,2 4 4 16,4 4 2-16,3 6-15 0,-1 8-12 0,4 4 3 16,3 6-6-16,3 3-16 0,0 1-1 15,3-4-3-15,-1-3 0 0,-1-12 8 16,0-11-6-16,3-24-2 0,-1-11 18 16,1-6 7-16,-1-6 2 0,4-17-7 15,0-7 3-15,3-6 7 0,-3-6 8 0,4-3 13 0,-2 1-2 16,2-4 4-16,-2 1-7 15,2-3-12-15,0 1-4 0,0-9-16 0,-2 14-4 16,0-10-9-16,2-4-12 0,0 10-1 16,0-10-6-16,0 7-10 0,0-7-28 0,0 9-32 15,0-9-41-15,0 0-54 0,0 9-60 16,0-9-68-16,0 0-90 0,-6 8-157 16,6-8-206-16,0 0 52 0,-9 3 62 0,9-3-371 15,-13 6-441-15</inkml:trace>
  <inkml:trace contextRef="#ctx0" brushRef="#br0" timeOffset="8800.28">5619 8695 2975 0,'-3'-9'168'0,"-3"2"9"0,4 2 8 0,2 5 15 0,-3-7 11 0,3 7 9 16,0 0 4-16,0 0 13 0,0 0-4 15,30 33-2-15,0-2-14 0,10 1 12 0,23 23-12 16,14 3 34-16,9 8 27 0,12 4-3 16,11 3-8-16,37 14-12 0,-1-3-15 0,-28-21-18 15,1-3-15-15,-1-1-17 0,-8-11-19 16,-8-1-60-16,-15-9-111 0,-27-12 0 0,-9-6 0 15,-16-2 0-15,-3-7 0 0,-10-1 0 16,-6-2 0-16,-6-4 0 0,-1 0 0 16,-8-4 0-16,4 4 0 0,-4-4 0 15,0 0 0-15,0 0 0 0,0 0 0 0,0 0 0 16,0 0 0-16,0 0 0 0,0 0 0 16,0 0 0-16,0 0-404 0,0 0-291 15,-23-14-236-15,23 5 85 0,2-1 86 0,1-6-789 16,3-1-993-16</inkml:trace>
  <inkml:trace contextRef="#ctx0" brushRef="#br0" timeOffset="9199.64">9004 8144 4180 0,'2'-5'-61'0,"-2"2"46"0,0 3 20 16,0 0 37-16,0 0 39 0,-29 14 50 0,1 6 38 15,-17 16 24-15,-16 19 19 0,-7 10 7 16,-4 12 1-16,-10 6 3 0,0 5 5 0,-32 24 3 16,30-21 16-16,2-2 8 0,1-6 9 15,7-3 2-15,4-7-3 0,9-6-19 0,4-9-18 16,19-14-20-16,1-7-44 0,8-4-162 16,7-9 0-16,3-4 0 0,6-6 0 0,3-3 0 15,2-3 0-15,5 0 0 16,-3-6 0-16,6-2 0 0,0 0-417 0,0 0-127 0,-3-18-131 15,0 7-192-15,1-7 71 16,-4-7 84-16,6 2-710 0,-5-15-872 0</inkml:trace>
  <inkml:trace contextRef="#ctx0" brushRef="#br0" timeOffset="9714.56">6964 7524 3818 0,'-18'0'-78'16,"0"0"33"-16,5-3 32 0,0 3 45 0,1-1 46 0,1 1 32 16,11 0 20-16,-17-3-3 0,17 3-10 15,-13-2-19-15,13 2-5 0,0 0-9 0,0 0-11 16,0 0-2-16,0 0-8 15,77-4-7-15,-5 4-2 0,7-1-9 0,14 1-10 16,33-6 3-16,4 4-4 0,5-4-4 16,1 0-5-16,-5 0-2 0,-3 0-3 0,-12-1-4 15,-32 0 0-15,-8 1 0 0,-15 0 4 16,-17 3-6-16,-6-2 38 0,-7 1 19 0,-15-1 2 16,0-2 1-16,-9 1-6 0,1-2-1 15,-5 3-13-15,-2-1-2 0,-1 6-7 0,0-10-4 16,0 10-11-16,0 0-45 0,-1-14-74 15,1 14-113-15,-5-5-149 0,5 5-208 16,0-10-123-16,0 10 58 0,0 0-500 16,-2-8-593-16</inkml:trace>
  <inkml:trace contextRef="#ctx0" brushRef="#br0" timeOffset="10914.29">6414 6859 3061 0,'-6'2'-12'0,"-1"0"25"0,1 2 17 0,6-4 22 16,0 0 32-16,-12 3 0 0,12-3 7 16,0 0-7-16,0 0-8 0,0 0-5 15,0 0-16-15,0 0 2 0,0 0-6 16,50-21-8-16,-12 4 2 0,12-3-9 15,5-7-1-15,21-8 2 0,8-6-10 0,10-3 5 16,4-2-2-16,6-7 2 0,6 1-3 16,6-6-1-16,2-7 1 0,31-19-10 0,-36 13-3 15,29-16-5-15,-35 22 5 0,-8 2-7 16,-2 0-1-16,-4 5-6 0,-8 1 2 0,-9 6-3 16,-7 1-2-16,-7 3-2 0,-16 8 7 15,-2 3-9-15,3 0 5 0,1 1-5 0,0-3 4 16,-1 4 5-16,1-5-1 15,-2-2 4-15,-2 4-6 0,3-3-2 0,10-11 5 16,-9 13-2-16,0-1-5 0,-2 1-2 16,-1 4 1-16,1-1 4 0,-2 3-2 0,-2-1-2 15,2 2 2-15,-5 1-5 0,2-4 5 16,-1 3 4-16,-3-2 1 0,6-3-12 16,0-2 1-16,5-1 4 0,1 1 1 0,16-8 1 15,-9 10 0-15,-3 0-3 0,4 3 2 16,-5 2-3-16,-3 3-1 0,-3 5-1 0,-12 6 4 15,-1-1-1-15,-5 3 4 16,-4 5 3-16,-10 1 20 0,0 1 1 0,-3-1 33 16,2 1 22-16,-3-1 5 0,1-1 11 0,-1 1 1 15,-4 2-2-15,5-2-6 0,-2 0 4 16,-3 2-5-16,2-3-7 0,2 4-1 16,-5-1 0-16,2 3-3 0,0-4-3 0,-3 4-1 15,-4 4-8-15,5-6-1 0,-5 6 4 16,8-7 4-16,-8 7 13 0,1-7 10 15,-1 7 5-15,6-1 19 0,-6 1 4 0,0 0 16 16,6-6 3-16,-6 6 2 16,0 0-4-16,4-4-6 0,-4 4-7 0,0 0-7 0,0 0-10 15,8-4-9-15,-8 4-14 16,0 0-13-16,0 0-54 0,0 0-94 0,1-7-114 16,-1 7-136-16,0 0-166 0,-14-9-211 15,0 9-124-15,-3-5 79 0,-6 3-678 0,-4 1-876 16</inkml:trace>
  <inkml:trace contextRef="#ctx0" brushRef="#br0" timeOffset="14314.32">8569 2830 928 0,'0'0'337'0,"-15"-5"-90"16,15 5-20-16,0 0-4 0,-7-7 4 0,7 7 2 15,0 0 7-15,-8-5-7 0,8 5 15 16,0 0 9-16,-10-5 1 0,10 5 5 16,0 0-1-16,0 0 1 0,-9-3 5 15,9 3 1-15,0 0-5 0,0 0-6 0,0 0-5 16,-10-2-6-16,10 2-10 0,0 0-10 15,0 0-8-15,0 0-6 0,0 0-13 16,0 0-8-16,0 0-14 0,0 0-12 0,0 0-15 16,0 0-11-16,0 0-13 15,0 0-13-15,0 0-14 0,0 0-62 0,0 0-34 0,0 0 0 16,0 0 0-16,0 0 0 16,23 24 0-16,-7-12 0 0,0 2 0 0,8 2 0 15,4 3 0-15,6-2 0 0,0 1 0 0,-3 0 0 16,5-3 0-16,-2 1 0 15,-7-5 0-15,-4-2 0 0,-2 0 0 0,-10-3 0 16,1-1 0-16,0 1 0 0,-5-1 0 16,-2 0 0-16,2 0 0 0,-7-5 0 0,5 14 0 15,-8-4 0-15,-6 7 0 0,-7 5 0 16,-2 2 0-16,-7 2 0 0,-7 1 0 0,-4 2 0 16,-2-1 0-16,0-2 0 15,-1-2 0-15,11-7 0 0,-1 2 0 0,5-4 0 0,5-3 0 16,4-3 0-16,1-1 0 0,5-2 0 15,1-1 0-15,-2 0 0 0,5-1 0 16,-3 0 0-16,3-1 0 0,5-3 0 16,-10 2 0-16,4 2 0 0,6-4 0 15,-7 5 0-15,7-5 0 0,-6 3 0 0,6-3 0 16,0 0 0-16,-8 6 0 0,8-6 0 16,0 0 0-16,-8 6 0 0,8-6 0 0,0 0 0 15,0 0 0-15,0 0 0 0,-1 4 0 16,1-4-408-16,0 0-637 0,0 0 111 0,0 0-1040 15,1 17-1392-15</inkml:trace>
  <inkml:trace contextRef="#ctx0" brushRef="#br0" timeOffset="15397.53">8309 5607 5124 0,'1'-11'-207'16,"3"3"60"-16,-4 3 57 0,0 5 64 15,4-12 50-15,-4 12 48 0,2-11 26 0,-2 11 16 16,2-8 13-16,-2 8 6 0,1-7 4 16,-1 7 2-16,0 0-1 0,0-10 1 0,0 10-12 15,0 0-2-15,0 0-10 0,0 0 8 16,0 0 30-16,0 0 20 0,0 0 5 16,-1 27 9-16,-7-8 4 0,-3 10 7 0,-5 2 10 15,3-2 6-15,-6 4 0 0,-4 6-4 16,4-8-210-16,0-2 0 0,1-2 0 15,2 1 0-15,-2-4 0 0,7-7 0 16,4-1 0-16,-2-6 0 0,4-2 0 0,1 1 0 0,2-1 0 16,2-8 0-16,4 12 0 15,3-7 0-15,6 1 0 0,5-3 0 0,3 0 0 16,8-3 0-16,12 2 0 0,4 0 0 16,2 0 0-16,3 0 0 0,-2 0 0 0,-3-1 0 15,-1-1 0-15,-13 2 0 0,-3-2 0 16,-9 1 0-16,-1-2 0 0,-4 2 0 0,-2-1 0 15,-1 0 0-15,-11 0 0 0,17 0 0 16,-7 0 0-16,-10 0 0 0,15 0 0 0,-15 0 0 16,0 0 0-16,14 0 0 15,-14 0 0-15,0 0 0 0,0 0 0 0,11 0 0 16,-11 0 0-16,0 0-119 0,0 0-900 16,0 0 66-16,0 0 114 0,0 0-950 0,-27-14-1219 15</inkml:trace>
  <inkml:trace contextRef="#ctx0" brushRef="#br0" timeOffset="16113.35">5720 5165 4422 0,'8'-8'-315'0,"-2"1"42"15,-1 0 47-15,-1 2 39 0,3 1 52 0,-2-2 35 16,-1 3 28-16,-4 3 32 0,9-9 24 15,-5 5 25-15,-4 4 19 0,5-3 20 0,-5 3 19 16,0 0 32-16,0 0 31 0,0 0 41 16,0 0 30-16,-15 25 4 0,-4-2 3 15,-1 4 5-15,-9 8 7 0,2 0-4 0,-3 0 6 16,1 3-9-16,2-5-30 16,4-6-3-16,2 0-12 0,6-3-14 0,1-5-15 0,3-3-14 15,4-5-12-15,1-1-7 0,0-2-19 16,2-1-3-16,1-2-5 0,3-5-22 15,0 0-48-15,-6 3-57 0,6-3-61 16,0 0-74-16,0 0-80 0,7-27-91 0,-1 12-82 16,0 1-82-16,2-3-134 0,-3 1-15 15,1 1 58-15,2-3-396 0,1-2-479 16</inkml:trace>
  <inkml:trace contextRef="#ctx0" brushRef="#br0" timeOffset="16379.62">5775 5053 2807 0,'12'-12'19'0,"-4"3"33"0,-3 2 29 16,1 0 30-16,-1 2 28 0,0 2 27 16,-5 3 28-16,13-5 25 0,-13 5 16 0,25 8 21 15,4 6 1-15,-1 3 4 0,8 9 13 16,0 3-25-16,2 2-15 0,3 0-20 16,-5 0-12-16,0-2-18 0,-8-7-14 0,-3 1-19 15,0-3-13-15,-4-1-7 0,-6-6-16 16,-2-2-11-16,-1-4-5 0,-4 0-5 0,-3-2-11 15,4 0-8-15,-4 0-2 0,-5-5-9 16,9 2-24-16,-9-2-53 0,0 0-70 16,0 0-69-16,15-7-94 0,-15 7-130 15,7-5-161-15,-7 5-223 0,2-5-15 0,-2 5 78 16,0 0-613-16,0 0-768 0</inkml:trace>
  <inkml:trace contextRef="#ctx0" brushRef="#br0" timeOffset="17579.83">10566 5499 3298 0,'0'-9'-146'0,"0"9"58"15,0-6 56-15,0 6 51 0,2-11 50 16,-2 11 57-16,-2-12 34 0,2 12 33 0,0-12 29 15,0 12 20-15,0-11 13 0,0 11 7 16,0-6-6-16,0 6-31 0,0 0-25 0,0-8-19 16,0 8-10-16,0 0 31 15,0 0 16-15,2 26-4 0,0-6-10 0,0 6-11 16,6 9 0-16,-4 1-9 0,5 0 3 16,0 0-17-16,4-1-1 0,-2-2-15 15,4-4-8-15,-2-4-8 0,2-1-11 0,-1-5-48 16,-1-5-79-16,-1-7 0 0,-1 3 0 15,6-7 0-15,0-1 0 0,6-4 0 0,11-7 0 16,2-2 0-16,7-8 0 0,0-3 0 16,2-5 0-16,-7 1 0 0,-2-3 0 0,-4-5 0 15,0 4 0-15,-9 4 0 0,0 4 0 16,-4 1 0-16,-3 6 0 0,-5 5 0 16,-4-2 0-16,0 6 0 0,-2 0 0 0,1 1 0 15,-3-1 0-15,-3 6 0 0,4-6 0 0,-4 6 0 16,0 0 0-16,0 0 0 15,0 0 0-15,0 0-403 0,0 0-375 0,0 0-159 16,0 0 78-16,-20 15 99 0,8-10-755 16,-3 2-960-16</inkml:trace>
  <inkml:trace contextRef="#ctx0" brushRef="#br0" timeOffset="18995.59">7769 7240 3908 0,'6'-2'-111'0,"-6"2"59"0,5-7 45 0,-1 3 41 16,-4 4 41-16,6-6 48 15,-6 6 25-15,0 0 10 0,2-6-1 0,-2 6-8 16,0 0-11-16,0 0-13 0,0 0 8 0,0 0 26 15,0 0 20-15,-28 17 7 0,3 0 12 16,-8 2-2-16,-9 4-4 0,-4 2 6 16,0 1-16-16,-1 0-15 0,-1-3-15 0,7 1-7 15,6-7-7-15,7-3-2 0,6-3 1 16,6-3 0-16,2 0 4 0,7-3 2 16,-3-1-1-16,2 0 0 0,2 0 1 0,6-4-143 15,-7 0 0-15,7 0 0 0,0 0 0 16,0 0 0-16,0 0 0 0,0 0 0 0,25 2 0 15,-16 6 0-15,9 0 0 0,0 4 0 16,7 7 0-16,6 3 0 0,7 7 0 16,2-1 0-16,2 1 0 0,-1-2 0 15,0-4 0-15,-3 0 0 0,-8-5 0 0,-3-4 0 0,-5-2 0 16,-8-3 0-16,-1-3 0 16,-3-1 0-16,1-1 0 0,-3 1 0 0,-2-2 0 15,-6-3 0-15,11 6 0 0,-11-6 0 16,8 1 0-16,-8-1 0 0,0 0 0 0,0 0 0 15,10 1 0-15,-10-1 0 0,0 0 0 16,0 0 0-16,7 4 0 0,-7-4 0 0,6 4 0 16,-6-4-62-16,4 5-760 0,-4-5-147 15,0 0 101-15,-6 10-992 0,6-10-1286 0</inkml:trace>
  <inkml:trace contextRef="#ctx0" brushRef="#br0" timeOffset="20512.34">8255 8681 4544 0,'0'0'-307'0,"-7"-3"61"15,7 3 45-15,0 0 43 16,0 0 34-16,0 0 36 0,0 0 32 0,0 0 20 16,0 0 16-16,-4-5 13 0,4 5 23 15,0 0 12-15,0 0 19 0,0 0 13 0,0 0 7 16,0 0 6-16,0 0-7 0,0 0-8 15,0 0-6-15,0 0-4 0,0 0-1 0,0 0-12 16,0 0 2-16,-5-12-8 0,5 12 0 16,0 0-8-16,0 0 5 0,0 0-6 0,0 0-2 15,0 0 1-15,2-11 4 0,-2 11 7 16,0 0 8-16,0 0 2 0,-2-8-4 16,2 8 0-16,0 0-7 0,0 0 2 0,0-10-8 15,0 10 2-15,0 0-2 16,0-7-7-16,0 7 3 0,0 0-1 0,0-10-5 15,0 10-1-15,7-12 0 0,-5 8 1 16,-2 4 14-16,3-10 8 0,-3 10 16 0,4-11 14 16,-4 11 18-16,2-8 14 0,-2 8 11 15,4-9 5-15,-4 9 3 0,1-6 0 0,-1 6 2 16,0 0 1-16,2-8 6 0,-2 8-8 16,0 0-3-16,0 0-1 0,4-8-7 0,-4 8-7 15,0 0-10-15,0 0 1 0,0 0-26 16,0 0-7-16,0 0-1 0,0 0 39 15,0 0 19-15,0 0 0 0,-4 37 1 16,1-16 6-16,-3 2-4 0,-1 9 15 16,-4-1 4-16,4-2-2 0,-2 2-6 0,1-2 7 15,0-4 7-15,3-7-46 0,-3-5-96 16,4 2 0-16,-1-3 0 0,2-2 0 0,-1-1 0 16,3-1 0-16,-3-1 0 0,4-7 0 15,-2 12 0-15,2-12 0 0,-4 8 0 0,4-8 0 16,0 6 0-16,0-6 0 0,0 0 0 15,0 0 0-15,8 3 0 0,-8-3 0 0,15-3 0 16,-15 3 0-16,31-4 0 0,-9-1 0 16,15 0 0-16,1 0 0 0,4-1 0 15,0 2 0-15,0-2 0 0,2 0 0 16,1 4 0-16,-1-4 0 0,-2 3 0 0,-2 1 0 16,-12-2 0-16,-4 4 0 0,-5 0 0 15,-6-2 0-15,0 0 0 0,-13 2 0 0,19-2 0 16,-10 0 0-16,-9 2 0 0,14-2 0 15,-14 2 0-15,0 0 0 0,15 0 0 0,-15 0 0 16,0 0 0-16,12-2 0 0,-12 2 0 16,0 0 0-16,0 0 0 0,0 0 0 0,0 0 0 15,0 0 0-15,0 0-730 0,0 0-244 16,0 0 85-16,0 0 105 0,-34 12-853 0,20-12-1076 16</inkml:trace>
  <inkml:trace contextRef="#ctx0" brushRef="#br0" timeOffset="21728.61">6589 9157 4042 0,'-9'-6'-212'0,"5"-1"42"0,-6 2 40 0,6-2 36 16,-1 1 45-16,-1-2 42 0,1 1 47 15,-2-2 39-15,2 6 28 0,1-5 22 16,0 2 7-16,1 2 11 0,3 4 6 16,-8-11 6-16,7 9 4 0,1 2 1 0,-7-8-4 15,7 8-9-15,-2-4-12 0,2 4-16 16,0 0-14-16,-3-8-9 0,3 8-13 15,0 0-5-15,0 0 13 0,0 0 13 0,0 0-5 16,7 27-5-16,-1-13-1 0,5 3-6 16,7 8-5-16,2-1 1 0,3 3-14 0,8 6-9 15,-1-4-5-15,-5-5-2 16,-2-2-11-16,-2-2 4 0,-4-4-13 0,-6-3-3 16,1-4-1-16,-6-1 0 0,0 1-4 0,-5-1 42 15,-2 4 32-15,-9 0 26 0,-11 5 19 0,-8 1 26 16,-3-1 14-16,-16 3 14 15,-3-3 5-15,-4 0-126 0,-2-5-81 0,-3 1 0 16,1-2 0-16,14-3 0 0,4 1 0 16,5-3 0-16,9 0 0 0,9-3 0 0,2 1 0 15,3-3 0-15,1 2 0 0,5-1 0 16,7-2 0-16,-16 2 0 0,16-2 0 0,-11 3 0 16,11-3 0-16,-9 2 0 0,9-2 0 15,0 0 0-15,-9 2 0 0,9-2 0 0,0 0 0 16,0 0 0-16,0 0 0 15,0 0 0-15,0 0 0 0,0 0 0 0,0 0 0 16,0 0 0-16,0 0-496 0,24 8-515 16,-24-8 99-16,10 2-1051 0,-10-2-1382 0</inkml:trace>
  <inkml:trace contextRef="#ctx0" brushRef="#br0" timeOffset="22866.83">6670 7521 4811 0,'0'0'-310'0,"0"0"60"0,-6-2 45 16,6 2 38-16,0 0 40 0,0 0 36 15,0 0 33-15,0 0 17 0,-8-4 16 0,8 4 7 16,0 0 9-16,0 0 1 0,0 0 10 16,0 0-3-16,0 0 5 0,0 0 8 0,0 0 8 15,0 0-4-15,0 0 2 16,0 0-3-16,0 0 20 0,0 0 23 0,0 0 16 0,0 0 5 15,0 0 2-15,0 0-2 16,0 0-12-16,34 9-3 0,-20-6-10 0,-1-1 1 16,4 2-9-16,0 1 1 0,2-2-7 15,1 1-12-15,-2-1 3 0,4-2-4 0,-5 3-4 16,-2-3 4-16,1 1-5 0,-5 2 1 16,-2-3-3-16,-2-1-3 0,-7 0 1 15,16 4-4-15,-9-2 3 0,-7-2-3 0,12 0 5 16,-12 0-5-16,10 1 1 0,-10-1-6 15,0 0-13-15,13 2 9 0,-13-2-2 0,0 0-13 16,8 2-45-16,-8-2-74 0,0 0-94 16,0 0-138-16,0 0-263 0,0 0 45 0,0 0 73 15,0 0-250-15,0 0-246 0</inkml:trace>
  <inkml:trace contextRef="#ctx0" brushRef="#br0" timeOffset="23879.92">8346 7539 2023 0,'-7'-3'-17'0,"7"3"26"0,-16-4 17 15,7 1 16-15,0 1 26 0,1 0 23 16,-2 1 21-16,10 1 16 0,-13-4 6 0,5 3 10 16,8 1 9-16,-9-4 3 15,9 4-8-15,0 0-9 0,-8-4-10 0,8 4-5 16,0 0-8-16,0 0-4 0,0 0-2 15,0 0-1-15,0 0-4 0,25-7-6 16,-12 7-16-16,5 0-2 0,2 0-7 0,5 3-5 16,4-2-5-16,9 2-15 0,4 1 3 15,2 0-4-15,2-2-3 0,-1 2-4 0,3 2-1 16,-5-4-6-16,2 4-6 16,-5-2-2-16,-10-1-4 0,-3 0-4 0,-7-2 3 0,0 2 7 15,-1-2 4-15,-4 1 10 0,2 0 8 16,-2 0 3-16,1-2-3 0,0 0-5 15,0 1-1-15,3-1-2 0,-2 2-4 16,4-2-4-16,3 0-5 0,1-2-2 0,0 2-5 16,2-1 0-16,0-1-2 0,0 2-3 15,-2-2 2-15,-5 0-4 0,1 2 0 0,0-1 6 16,-6-2 15-16,1 3 5 0,1-1 7 16,-4 1 6-16,0-1-6 0,-1-1-2 15,-1 2-1-15,2-1-7 0,-1 1 2 0,-1-2-10 16,-11 2 0-16,24 0-4 15,-15 0-4-15,-9 0 1 0,19 0-8 0,-19 0 9 16,15-2 17-16,-15 2 5 0,0 0 12 16,16 0 6-16,-16 0 16 0,0 0-5 0,0 0 6 0,14 0 1 15,-14 0-12-15,0 0-3 16,0 0-10-16,0 0 11 0,0 0-24 0,0 0 2 16,16 0-9-16,-16 0 9 0,0 0-6 15,0 0-8-15,0 0-5 0,0 0 4 0,0 0-7 16,0 0-5-16,0 0-2 0,0 0 8 15,13-2-9-15,-13 2-3 0,0 0 2 16,0 0-5-16,0 0-7 0,0 0-44 0,0 0-63 16,0 0-89-16,0 0-135 0,0-6-163 15,0 6-225-15,0 0-86 0,-13-9 70 16,3 2-667-16,-3 0-851 0</inkml:trace>
  <inkml:trace contextRef="#ctx0" brushRef="#br0" timeOffset="24579.42">8264 7478 3424 0,'-13'0'-215'0,"13"0"38"0,-7-4 42 0,7 4 32 0,0 0 37 0,-12-3 24 0,12 3 27 16,-7-4 28-16,7 4 18 16,-10-2 18-16,10 2 10 0,0 0 11 0,-6-4 16 0,6 4 7 15,0 0 8-15,0 0 4 16,0 0-7-16,0 0 8 0,0 0 2 0,0 0 7 16,0 0 6-16,0 0 0 0,0 0 6 15,0 0-1-15,44 4-4 0,-21 0-7 0,13 1-8 16,8 2-11-16,11 2-6 0,8-1-18 15,2 1 1-15,4 3-9 0,-1 0-4 16,1-2-8-16,-7-1-5 0,1 1-1 0,-5-3-5 16,-17-2-6-16,-2 2 0 0,-10-4-3 15,-7-2 25-15,-5 3 18 0,-4-2 9 0,-1-1 13 16,-12-1 9-16,17 2-1 16,-17-2-15-16,12 0-10 0,-12 0 3 0,0 0-24 15,15 0-14-15,-15 0-46 0,0 0-60 0,0 0-72 16,8 4-92-16,-8-4-108 0,0 0-126 15,0 0-235-15,0 0 26 0,-29 8 71 16,29-8-422-16,-21 4-495 0</inkml:trace>
  <inkml:trace contextRef="#ctx0" brushRef="#br0" timeOffset="25196.37">6568 7490 2561 0,'-15'0'-132'0,"15"0"30"0,0 0 28 0,-9 2 33 16,9-2 22-16,0 0 50 0,0 0 37 0,2 10 37 15,-2-10 28-15,11 5 18 0,0-1 0 16,5 2-3-16,7-2-4 0,9 6-10 0,2-2-8 15,6 1-11-15,0-1-14 16,2-1-6-16,-2-2-10 0,-4 1-10 0,-5-3-7 16,-7-1-1-16,-6 1 4 0,-3-2 26 15,-3 1 20-15,-3-2 24 0,-9 0-8 0,15-2-14 16,-15 2-14-16,6-6-12 0,-6 6-6 16,0-7-17-16,0 7-29 0,0 0-50 0,-6-12-57 15,0 8-84-15,6 4-91 0,-9-5-103 16,9 5-134-16,-9-3-134 0,9 3 49 15,-10-1-322-15,10 1-367 0</inkml:trace>
  <inkml:trace contextRef="#ctx0" brushRef="#br0" timeOffset="29397.74">4870 1781 2449 0,'-2'-8'-18'0,"2"-2"41"0,0 1 29 0,0 1 31 15,0-2 33-15,0 0 50 0,0 10 32 16,2-13 10-16,-2 13-7 0,0-8-18 16,0 8-20-16,0 0-13 0,0 0 40 0,0 0 25 15,0 0-14-15,-6 29-12 16,5-11-16-16,-3 3-8 0,2-2-15 0,-2 5-15 15,4-2-14-15,-3 2-10 0,1-3-8 0,0-3-13 16,0 1-6-16,-2-2-11 0,4 1 1 16,-4-5-13-16,2-1-42 0,-2-2-44 15,2 1-54-15,2-3-64 0,-3-3-57 16,3-5-98-16,0 0-107 0,0 0-132 16,0 0-167-16,0 0 58 0,0 0-405 0,13-20-525 15</inkml:trace>
  <inkml:trace contextRef="#ctx0" brushRef="#br0" timeOffset="29594.67">4714 1673 3101 0,'-19'-5'40'0,"2"1"9"0,2 1 30 16,3 1 45-16,12 2 43 0,-17-3 39 16,17 3 6-16,-12-3-13 0,12 3-20 15,-7-4-20-15,7 4-14 0,0 0-15 16,0 0-11-16,27-14-17 0,3 4-42 0,8 0-71 15,2 0-94-15,2-1-95 0,2 5-82 16,-3-3-124-16,-5 2-230 0,-10 2 14 0,-7 2 69 16,-3 3-215-16,-16 0-256 0</inkml:trace>
  <inkml:trace contextRef="#ctx0" brushRef="#br0" timeOffset="29844.19">4535 2058 2213 0,'-10'9'59'16,"5"1"15"-16,-1-6 26 0,5 2 43 0,1-6 78 16,-4 7 47-16,4-7 29 0,0 0 17 15,16 4-18-15,-16-4-23 0,31 0-26 16,-6-3-25-16,15 0-21 0,2-2-26 0,1 1-14 16,4-2-15-16,-6 2-22 0,1-4-42 15,-5 3-37-15,-10 1-40 0,-7 0-40 0,-3 0-41 16,-4 2-44-16,-2 0-45 0,-2 0-37 15,-2-2-23-15,-7 4-38 0,9-4-44 16,-9 4-50-16,0 0-70 0,2-3-86 0,-2 3-64 16,0 0-239-16,0 0-303 0</inkml:trace>
  <inkml:trace contextRef="#ctx0" brushRef="#br0" timeOffset="30913.46">5212 1872 2465 0,'-12'0'100'15,"12"0"8"-15,-17 4 27 0,17-4 57 16,-12 1 39-16,12-1 34 0,0 0 3 0,0 0-13 16,0 0-21-16,0 0-14 0,0 0-14 15,0 0-14-15,0 0-16 0,45-10-17 16,-9 5-18-16,5 0-17 0,5 0-6 0,-2 0-15 15,0-1-8-15,-4 0-14 0,-10 4-6 16,-5 0-9-16,-5-2-12 0,-6 3-6 16,-1 1-9-16,-1-2-14 0,-12 2-13 0,17-1-21 15,-17 1-30-15,14-2-25 0,-14 2-47 16,0 0-49-16,16 0-60 0,-16 0-78 0,7-2-118 16,-7 2-159-16,0 0-135 15,7-3 69-15,-7 3-360 0,0 0-478 0</inkml:trace>
  <inkml:trace contextRef="#ctx0" brushRef="#br0" timeOffset="31264.87">5646 1664 2832 0,'-13'-5'57'0,"13"5"7"0,-8-3 21 16,8 3 6-16,0 0 9 0,0 0-3 16,-8-3-15-16,8 3 7 0,0 0 40 15,0 0 23-15,13 18-6 0,-2-7-12 0,0 0-7 16,2 3-18-16,-1 0-9 0,-3 1-5 16,1-3-12-16,-3 3-1 0,1-1 1 15,-5-2 11-15,1 1 13 0,-2-1 2 0,-4 0 2 16,0 3-5-16,-5-3-11 0,-1 2-9 15,-2-4-9-15,3 2-5 0,-2-2-7 16,1-3-7-16,3 0 1 0,-2-2-12 16,2 1-26-16,5-6-55 0,-9 6-86 15,9-6-95-15,-13 2-74 0,13-2-99 0,0 0-171 16,-20-8-130-16,18 2 58 0,2 6-362 16,-3-13-469-16</inkml:trace>
  <inkml:trace contextRef="#ctx0" brushRef="#br0" timeOffset="31876.68">6125 1564 2770 0,'0'0'36'16,"-6"-9"37"-16,6 9 32 0,0 0 58 0,0 0 41 15,0 0 23-15,0 0 15 0,0-8-10 16,0 8-13-16,0 0-18 0,0 0-21 16,0 0-15-16,4-9-19 0,-4 9-19 15,0 0-16-15,0 0-12 0,0 0-7 16,0 0-9-16,0 0-7 0,7 26-3 0,-3-9 1 15,0-2 2-15,-3 2 5 0,1 0-8 16,5 4-4-16,-4 1-7 0,1-2-3 0,3 0-6 16,-3 1-5-16,0-7-7 0,1 1 0 15,-2-1-3-15,1-4-7 0,-2-1 5 16,1 1 0-16,-1-2 22 0,0-1 23 0,-2-7 16 16,0 10 19-16,0-10 5 0,2 10-6 15,-2-10 11-15,-2 7-11 0,2-7-12 16,0 0-10-16,0 11-13 0,0-11-7 15,-5 5-5-15,5-5-9 0,-12 6-7 16,4-2-8-16,8-4 7 0,-13 7-2 0,8-4 7 16,5-3 9-16,0 0-10 0,-9 5-3 15,9-5-32-15,0 0-20 0,0 0 0 0,0 0 0 16,0 0 0-16,0 0 0 0,35 2 0 16,-18-4 0-16,4 1 0 0,-2 1 0 15,0-2 0-15,-4 0 0 0,-1 2 0 0,-14 0 0 16,18-1 0-16,-18 1 0 0,18 0 0 15,-18 0 0-15,11-2 0 0,-11 2 0 0,0 0 0 16,12-2-17-16,-12 2-172 16,0 0-61-16,0 0-74 0,0 0-92 15,13 0-99-15,-13 0-158 0,0 0-178 0,5-3 71 0,-5 3-640 16,0 0-872-16</inkml:trace>
  <inkml:trace contextRef="#ctx0" brushRef="#br0" timeOffset="32561.59">7039 1446 3662 0,'0'0'-154'0,"0"0"30"16,-9-6 31-16,9 6 33 0,0 0 57 15,-18 11 51-15,9-5 38 0,-1 4 27 0,-3 8 20 16,-3 3 16-16,2 6 7 0,3-7 9 16,0 1-4-16,4-2-7 0,1 1 5 15,6-5-2-15,-1 3-9 0,2-1 24 16,5-2 16-16,1-1 8 0,5 1 9 16,3-3-8-16,6-3-13 0,3-1-17 0,-1-2-14 15,4-4-15-15,2-4-8 0,0 0-16 16,-3-4-6-16,-3 0-13 0,6-5 9 15,-2-4-4-15,-9 1-9 0,-4-1-8 0,-1 0-8 16,-4-4-6-16,2 0-9 0,-10-3-8 16,1 3-12-16,-2 2 3 0,-2-2-12 0,1-1-3 15,-10 3-7-15,4 0-5 0,0 5-14 16,-3 0-15-16,0 2-33 0,-3 3-41 16,1 5-54-16,-3-2-51 0,4 2-59 0,-6 2-69 15,4 2-59-15,1-2-68 16,1 4-118-16,11-4-230 0,-12 2 48 0,12-2 87 15,0 0-386-15,0 0-520 0</inkml:trace>
  <inkml:trace contextRef="#ctx0" brushRef="#br0" timeOffset="32860.23">7542 1510 2896 0,'0'0'61'0,"-19"0"34"0,19 0 51 16,0 0 40-16,-14 2 58 0,14-2 34 0,0 0 8 16,0 0 4-16,0 0-12 0,0 0-21 15,0 0-14-15,0 0-28 0,0 0-22 0,0 0-22 16,0 0-15-16,0 0-20 0,48-12-62 15,-23 10-85-15,0 0-87 0,-1 0-92 16,1 0-104-16,-2-1-103 0,-3 3-133 0,-2-6-204 16,-2 3 55-16,-1-2-434 15,-3 1-582-15</inkml:trace>
  <inkml:trace contextRef="#ctx0" brushRef="#br0" timeOffset="33128.48">7739 1373 3166 0,'0'0'95'0,"-10"-3"16"0,10 3 19 16,-10-4 6-16,10 4 2 0,0 0-15 15,0 0-12-15,0 0-17 0,0 0-8 0,0 0-1 16,-2 18-6-16,2-18-7 16,12 18-10-16,-8-3-8 0,2-1-3 0,-3 3-3 15,1-2 0-15,-2-1-6 0,-2 3-2 0,2-5-1 16,-4 3-2-16,-2-1 0 15,0 3-1-15,-5 0 0 0,-1-3-8 0,-3-1-2 16,-1 1-28-16,-1-4-46 0,3-2-61 16,-4-1-63-16,7-1-71 0,-2-3-105 15,2-3-214-15,9 0-62 0,0 0 56 0,-9-12-226 16,9 4-282-16</inkml:trace>
  <inkml:trace contextRef="#ctx0" brushRef="#br0" timeOffset="33627.58">8154 1417 2510 0,'-14'-3'227'16,"14"3"19"-16,0 0 21 0,-12-3 22 0,12 3 2 15,0 0-13-15,-6-9-31 0,6 9-32 16,0 0-17-16,4-10-22 0,-4 10-22 0,0 0-13 15,5-8-21-15,-5 8-15 0,0 0-5 16,6-6-17-16,-6 6-10 16,0 0-2-16,0 0 5 0,0 0 12 0,3 27 23 0,-3-13 29 15,-1 3 2-15,1 2-6 16,-2 3-16-16,2 1-10 0,2 0-6 0,-2 4-8 16,1-3-14-16,3 0-11 0,-2-5-10 15,2 1 3-15,0-2-7 0,-2-7-6 16,0 1-5-16,0-2-4 0,0 1-5 0,0-3 4 15,-2-1-3-15,0-7 1 0,0 14 11 16,0-14 8-16,-4 10 0 0,0-4 12 0,4-6 4 16,-16 12 1-16,7-8 12 0,-3-1 21 15,3 1-40-15,2 2-68 0,-3-2 0 16,10-4 0-16,-12 6 0 0,12-6 0 16,-7 4 0-16,7-4 0 0,0 0 0 0,0 0 0 15,0 0 0-15,21 7 0 0,-1-7 0 16,0 2 0-16,3-2 0 0,-3 0 0 15,-2 0 0-15,-5 2 0 0,1-2 0 16,-14 0 0-16,18 0 0 0,-18 0 0 0,18 0 0 16,-18 0 0-16,9 0 0 0,-9 0-370 15,0 0-346-15,0 0-267 0,5-6 82 0,-5 6 109 16,0 0-714-16,0 0-953 0</inkml:trace>
  <inkml:trace contextRef="#ctx0" brushRef="#br0" timeOffset="34927.15">12754 2164 3968 0,'0'-5'-110'16,"0"5"37"-16,0-12 33 0,0 12 36 0,2-12 47 15,-2 12 44-15,0-5 28 16,0 5 25-16,0 0 8 0,0-12 5 0,0 12 0 16,0 0-17-16,-2-9-12 0,2 9-18 15,0 0-10-15,0 0-19 0,0 0-6 0,0 0 14 16,0 0 35-16,0 0-5 0,-9 32-4 15,3-9-9-15,3-1 1 0,-6 9 1 16,6-6-2-16,-3-2 0 0,1 0-17 0,-1 0-12 16,1 0-7-16,0-1-2 0,1-5-5 15,0-1-10-15,-1 1-8 0,3-5-4 16,0 0-38-16,0-3-52 0,2 0-54 16,0-2-63-16,-1-2-75 0,1-5-92 0,3 7-114 15,-3-7-134-15,0 0-153 0,0 0 61 16,27-15-426-16,-20 6-574 0</inkml:trace>
  <inkml:trace contextRef="#ctx0" brushRef="#br0" timeOffset="35110.51">12641 2104 3235 0,'-20'-10'40'0,"4"3"31"16,3-3 51-16,1 6 51 0,3-2 42 0,4 2 22 15,5 4 6-15,-11-7-19 0,11 7-26 16,-9-5-18-16,9 5-23 0,0 0-15 0,0 0-23 15,23-7-50-15,-1 7-63 0,4 2-80 16,14 0-88-16,2 6-95 0,-2-1-91 16,0 3-121-16,-4-2-197 0,-4 0 36 0,-7 0-331 15,-12 1-439-15</inkml:trace>
  <inkml:trace contextRef="#ctx0" brushRef="#br0" timeOffset="35309.58">12541 2376 2710 0,'-15'5'59'0,"7"1"27"0,0-4 25 0,8-2 43 0,-11 6 37 16,11-6 21-16,-4 4 18 15,4-4 9-15,0 0 0 0,0 0-17 16,19 11-18-16,-2-5-24 0,0-3-15 0,6 4-17 16,2-3-16-16,0 1-37 0,0-2-69 15,1 2-71-15,-3-1-95 0,0-1-105 0,-2-1-116 16,1-4-166-16,-4 2-153 0,2-3 55 15,-9-1-321-15,0-1-424 0</inkml:trace>
  <inkml:trace contextRef="#ctx0" brushRef="#br0" timeOffset="35559.86">13005 2259 2763 0,'0'0'113'0,"0"-12"46"0,0 12 21 0,0 0 27 16,0 0 19-16,-1-8 7 0,1 8-13 16,0 0-18-16,0 0-22 0,0 0-17 0,12-4-15 15,-12 4-9-15,26 6-13 0,-5-1-14 16,4 0-10-16,0 3-11 16,5 0-11-16,-3-4-8 0,-6 1-7 0,-2-1-50 0,-4 0-38 15,-2 0-53-15,1-4-80 16,-3 2-82-16,-2 0-127 0,-9-2-200 0,16-4-127 15,-7 0 62-15,-5 0-340 0,3-3-447 16</inkml:trace>
  <inkml:trace contextRef="#ctx0" brushRef="#br0" timeOffset="35860.19">13307 2139 3005 0,'-10'-4'181'0,"7"4"-1"15,3 0 5-15,0 0-15 0,-8-5-16 16,8 5-15-16,0 0-12 0,0 0 7 0,17 20-5 16,-3-6-5-16,4 10-14 0,3 1-11 15,-1 1-9-15,-5-2-4 0,-6-2-6 0,-3-2 2 16,0-4 9-16,-4 1 11 0,-2 1 6 16,-4-3 1-16,-1 3-10 0,-6-1-8 15,0-2 1-15,-3-1-12 0,-2-2-9 0,-4 0-4 16,2-4-7-16,-1 1-7 0,-5-1-8 15,4-3-26-15,4 1-49 0,-1 0-65 0,6-4-79 16,0 1-80-16,0-1-100 0,2 0-158 16,9-2-226-16,0 0 54 0,0 0 74 0,-13-5-312 15,13 5-403-15</inkml:trace>
  <inkml:trace contextRef="#ctx0" brushRef="#br0" timeOffset="36694.44">13902 2369 2787 0,'-4'-6'116'16,"4"6"38"-16,0 0 15 0,0 0 22 0,5-15 26 0,-1 11 15 0,2-6-6 16,0 5-14-16,3-5-15 0,2 2-5 0,-3-1 0 15,0 3-5-15,0-2-2 16,-3 4-24-16,2 0-13 0,-7 4-17 0,7-4-17 16,-7 4-15-16,0 0-16 0,0 0-4 15,0 0 63-15,0 0 18 0,11 16 9 0,-11-3-12 16,0 1 15-16,-2 3-1 0,2 5-13 15,-2 3-6-15,2 2 6 0,2 1-15 16,-2 0-12-16,0-3-12 0,0 2-11 0,2-3-10 16,-2-3-17-16,0-4-81 0,2-1 0 15,-2-3 0-15,0-1 0 0,2-2 0 0,-2-2 0 16,-2-1 0-16,2-7 0 16,-2 14 0-16,0-6 0 0,-2-3 0 0,4-5 0 15,-13 12 0-15,2-8 0 0,-5 1 0 0,3 2 0 16,0-4 0-16,5 2 0 0,-2-2 0 15,10-3 0-15,-11 7 0 0,11-7 0 16,-10 5 0-16,10-5 0 0,0 0 0 16,-2 7 0-16,2-7 0 0,16 7 0 0,1-4 0 15,0 1 0-15,6 1 0 0,-1-2 0 16,0 1 0-16,-3-1 0 0,-2-1 0 0,-3 0 0 16,-3 0 0-16,-11-2 0 15,17 3 0-15,-9-1 0 0,-8-2 0 0,13 1 0 0,-13-1 0 16,6 4 0-16,-6-4-630 0,0 0-265 15,0 0-47-15,0 0 91 0,-18 6-806 16,7 0-1095-16</inkml:trace>
  <inkml:trace contextRef="#ctx0" brushRef="#br0" timeOffset="37876.56">12922 3122 4720 0,'-8'-9'-108'16,"2"5"19"-16,6 4 41 0,-16-8 36 0,6 8 36 16,10 0 43-16,-31 4 20 0,13 7 10 15,-11 3 11-15,2 2 6 0,2 3-2 0,4 1-4 16,4 1-4-16,5-2-5 15,3-5-6-15,5 1-6 0,3-1-1 0,1 0 1 16,1-1 18-16,7-1 12 0,2 0 14 16,3-3-6-16,6-2-5 0,5-1-10 15,3-5-12-15,0 0-3 0,2-3-10 0,3-6-4 16,-3 3-6-16,-6-2-5 0,-7-2-8 16,2-4-6-16,-2-1-2 0,-5-1-2 0,-4-5-3 15,0 1-10-15,-4 0-7 0,-3-1-5 16,0 3-6-16,-3 1-4 0,0-1-3 0,-3 0-2 15,1 5-9-15,-3 0-4 0,-2 4-17 16,1 2-36-16,0 3-30 0,-3 0-43 16,1 3-56-16,11 0-59 0,-25 3-75 15,13 0-81-15,0 1-101 0,5 0-139 16,3 1-104-16,4-5 66 0,0 7-483 0,0-7-625 16</inkml:trace>
  <inkml:trace contextRef="#ctx0" brushRef="#br0" timeOffset="38075.69">13236 3191 3598 0,'0'0'198'0,"0"0"8"15,0 0 37-15,0 0 37 0,0 0 32 0,0 0-4 16,-14 0-28-16,14 0-32 16,0 0-30-16,0 0-21 0,0 0-20 0,32 3-21 15,-14-1-99-15,7 2-97 0,10 4-94 16,-7-3-102-16,6 3-109 0,-7 0-115 0,-2-6-125 15,0 2-138-15,-7-2 66 0,0-2-465 16,-5-2-590-16</inkml:trace>
  <inkml:trace contextRef="#ctx0" brushRef="#br0" timeOffset="38308.9">13528 3089 3166 0,'0'0'67'0,"-12"-2"10"0,12 2-3 16,0 0 36-16,-5-6 3 0,5 6 0 0,0 0-5 15,0 0 15-15,0 0 59 16,-2 19 27-16,6-6-21 0,-1 1-20 0,1 1-17 0,1 5-16 16,-4-2-9-16,1 2-9 15,-2-3-13-15,0 3-12 0,-2-1-5 0,1-2-8 16,-6-1-7-16,2 2-7 0,-5-1-7 16,-2 0-10-16,1-3-45 0,2-2-58 0,-1-1-76 15,1-2-83-15,-1-1-112 0,1-5-140 16,3 0-227-16,6-3 29 0,-6 4 77 15,6-4-331-15,0 0-399 0</inkml:trace>
  <inkml:trace contextRef="#ctx0" brushRef="#br0" timeOffset="38591.97">13925 3217 2839 0,'9'-3'175'0,"0"-1"18"0,-1 0 10 0,-8 4 18 15,17-1 16-15,-17 1 0 0,21 1-13 16,-10 5-13-16,1 1-4 0,1 4-6 0,-2 3 1 15,-6 0 22-15,1 5 47 0,-8-1 3 16,-5 4-5-16,-6 8-14 0,-1-3-7 0,-10-1 5 16,3-1-4-16,-2-4 0 15,5-2-10-15,2-3-18 0,7-6-17 0,1-1-119 16,5-1-85-16,3-2 0 0,0-6 0 0,14 13 0 16,10-9 0-16,13 2 0 15,10-1 0-15,15 1 0 0,7-3 0 0,-1 0 0 0,0 1 0 16,-2-3 0-16,1 3 0 15,-18-1-160-15,-3-3-476 0,-14 4-187 0,-11-4-89 16,-8 0 77-16,-4 0-806 0,-9 0-1079 16</inkml:trace>
  <inkml:trace contextRef="#ctx0" brushRef="#br0" timeOffset="39576.72">11886 6904 4686 0,'0'-9'261'0,"0"0"-70"0,-3 3-1 15,3 6-1-15,0-8-6 0,0 8-8 16,0 0-11-16,0 0 55 0,0 0 3 16,0 0 12-16,-13 31-16 0,7-13-18 15,-3 10-16-15,1 2-16 0,2 4-13 0,1-10-14 16,1 0-16-16,0-2-10 0,3-2-16 16,-4 1-27-16,3-4-72 0,-2 1 0 0,4-4-56 15,-1-3-121-15,-3 0-70 0,2-4-105 0,-2-2-141 16,4-5-119-16,-7 0-176 15,7 0 2-15,0 0 81 0,-4-17-647 0,4 5-807 16</inkml:trace>
  <inkml:trace contextRef="#ctx0" brushRef="#br0" timeOffset="39759.01">11759 6843 3958 0,'-15'-6'142'0,"0"1"48"0,4-1 52 15,1 0 52-15,2 1 36 0,8 5 12 16,-9-7-10-16,9 7-30 0,-6-5-32 0,6 5-29 15,0 0-24-15,0 0-20 0,23-10-20 16,-4 10-20-16,4 0-18 0,6 2-62 16,-1-2-83-16,-1 4-85 0,13 0-102 15,-8 5-109-15,-5-1-126 0,-8 0-132 0,0 3-174 16,-5 2-38-16,-11 0 75 0,-1 0-604 16,-4 4-758-16</inkml:trace>
  <inkml:trace contextRef="#ctx0" brushRef="#br0" timeOffset="39961.15">11605 7258 3803 0,'-15'5'177'0,"1"-1"49"16,7-1 41-16,-1-1 54 0,8-2 39 15,-9 3 15-15,9-3-10 0,0 0-31 16,0 0-31-16,0 0-30 0,0 0-26 16,0 0-27-16,47-1-25 0,-18-1-18 0,1 2-25 15,-1 0-67-15,14 0-91 0,-7 0-103 16,-8 0-116-16,3-2-123 0,-4 0-130 15,-3 2-132-15,2-1-194 0,-6 1 40 0,-2-2 76 16,3 0-621-16,-8 2-766 0</inkml:trace>
  <inkml:trace contextRef="#ctx0" brushRef="#br0" timeOffset="40175.51">12177 7042 4034 0,'-8'-7'235'16,"5"3"41"-16,-3-4 37 0,1 5 5 16,5 3-9-16,0-9-25 0,0 9-31 0,9-7-24 15,2 5-22-15,5-1-24 0,2 0-23 16,7 1-20-16,4 2-70 0,-3 0-87 0,1 2-89 16,0-1-88-16,-7-1-109 0,3 0-108 15,-10 2-125-15,3 1-155 0,4-2-20 16,-8-1 70-16,-4 3-516 0,0 0-623 0</inkml:trace>
  <inkml:trace contextRef="#ctx0" brushRef="#br0" timeOffset="40344.58">12168 7124 3221 0,'-24'-2'46'0,"5"0"20"0,4 2 6 16,1-3 22-16,7 3 3 0,7 0-8 0,-13-3-17 15,13 3-57-15,0 0-62 0,0 0-59 16,0 0-85-16,0 0-111 0,0 0-158 0,43 0-37 16,-29 0 46-16,1 1-134 0,-1-1-84 15</inkml:trace>
  <inkml:trace contextRef="#ctx0" brushRef="#br0" timeOffset="40725.46">12322 6973 1877 0,'0'0'182'16,"-14"-2"39"-16,14 2 28 15,0 0 20-15,-15 0 16 0,15 0 0 0,0 0 0 16,0 0 20-16,-9 6-11 0,9-6-12 15,0 0-20-15,7 14-18 0,3-8-11 0,2 5-22 16,2 1-22-16,8 5-7 0,-4-4-22 16,0 1-16-16,-4 0-10 0,0-1-9 15,-1-1 11-15,-3 0-5 0,-2 1 14 0,-5-2 5 16,-1 2 12-16,-4-4 0 0,1 3 0 16,-7-1-8-16,-2 1-8 0,-5-1-14 15,-1 2-17-15,0-2-9 0,0-3-34 0,0 1-72 16,0-4 0-16,3 2 0 0,4-2 0 15,-1-2 0-15,0-3 0 0,10 0-103 16,-14 2-205-16,14-2-117 0,-9-8-125 0,7 2-161 16,0-1-125-16,2 7 70 0,4-15-762 15,-2 8-972-15</inkml:trace>
  <inkml:trace contextRef="#ctx0" brushRef="#br0" timeOffset="41226.46">12962 6803 4264 0,'-6'-6'207'0,"-1"0"36"0,7 6 27 15,-6-6 4-15,6 6-8 0,0 0-25 16,0 0-23-16,0-8-23 0,0 8-21 0,0 0-17 15,21-8-19-15,-12 8-14 0,-9 0-8 16,27 2-17-16,-15 1 5 0,3 4 25 0,-3 2 31 16,-5 0 22-16,0 4 12 0,-1 1-12 15,-2 1-4-15,-4 5-102 0,0-1-76 0,-2 4 0 16,-4 8 0-16,4-3 0 0,-1-3 0 16,-1-3 0-16,4 2 0 0,2 0 0 0,-2-4 0 15,0-2 0-15,0-1 0 0,0-3 0 16,2-1 0-16,0 0 0 0,-2-4 0 15,0-1 0-15,0 1 0 0,0-3 0 16,0 0 0-16,-4 2 0 0,0-3 0 0,-1 2 0 16,-7-2 0-16,2 0 0 0,-2 0 0 15,1-1 0-15,2-1 0 0,2 1 0 0,-2-1 0 16,9-3 0-16,-11 5 0 0,11-5 0 16,-5 4 0-16,5-4 0 0,0 0 0 0,0 0 0 15,0 0 0-15,25 8 0 0,-11-6 0 16,4-2 0-16,2 0 0 0,0 0 0 0,-4 0 0 15,2 2 0-15,-5-2 0 16,1 0 0-16,-14 0 0 0,19-2 0 0,-11 2-773 16,-8 0-202-16,0 0 87 0,0 0-1001 15,0 0-1313-15</inkml:trace>
  <inkml:trace contextRef="#ctx0" brushRef="#br0" timeOffset="41875.53">12205 6994 4795 0,'-13'3'-215'0,"13"-3"63"0,-12 2 59 0,12-2 65 0,0 0 74 16,-12 0 58-16,12 0 35 15,0 0 19-15,-14 0 8 0,14 0 6 0,0 0 8 16,0 0 0-16,0 0-13 0,0 0-7 16,0 0 1-16,0 0 1 0,0 0-11 0,0 0-11 15,50-2-13-15,-26 4-16 0,5-2-11 16,0 0-9-16,-1 0-9 0,-1 3-15 0,-1-2-1 16,-7-1-10-16,-1 1-3 0,-5-1-2 15,0 0-5-15,-1 0 2 0,-12 0 13 16,15 0-3-16,-15 0 6 0,12-1-5 0,-12 1-7 15,0 0-8-15,9-1-10 0,-9 1-3 16,0 0-31-16,0 0-43 0,0 0-60 0,0 0-47 16,0 0-72-16,0 0-91 15,0 0-109-15,0 0-129 0,0 0-209 0,-21-10 5 0,21 10 80 16,-10-3-583-16,10 3-720 16</inkml:trace>
  <inkml:trace contextRef="#ctx0" brushRef="#br0" timeOffset="42391.5">12392 6855 3293 0,'-11'-9'33'0,"2"2"47"0,-2 0 41 15,4 3 35-15,2 0 50 0,5 4 41 16,-11-4 27-16,11 4 6 0,-9-6-7 0,9 6-7 15,0 0-7-15,-5-7-6 0,5 7-5 16,0 0-1-16,-8-5-15 0,8 5-10 16,0 0-17-16,0 0-12 0,0 0-12 0,0 0-9 15,0 0 10-15,0 0 13 0,0 0-7 16,0 0-3-16,0 0-185 0,0 0 0 0,17 27 0 16,-12-17 0-16,2 4 0 0,2 1 0 15,0 5 0-15,5 3 0 0,-1 2 0 0,1 4 0 16,-1-3 0-16,3 1 0 15,-7-7 0-15,-4 1 0 0,1-1 0 0,-2-2 0 16,-4-1 0-16,-2 1 0 0,-6 3 0 16,-1-1 0-16,-7 3 0 0,-2 1 0 0,-7-4 0 15,-2 2 0-15,0-6 0 0,-3 0 0 16,3-2 0-16,4-2 0 0,8-4 0 0,1-1 0 16,5-2 0-16,2 0 0 0,-1 0 0 15,8-5 0-15,-10 6 0 0,10-6 0 0,-5 5 0 16,5-5 0-16,0 0 0 0,0 0 0 15,0 0 0-15,0 0 0 0,0 0 0 0,0 0 0 16,0 0 0-16,0 0 0 0,0 0 0 16,0 0 0-16,9 10 0 0,-9-10 0 0,0 0 0 15,0 0 0-15,0 0 0 16,0 0-715-16,0 0-241 0,8 3 70 0,-8-3 86 0,0 0-844 16,0 0-1082-16</inkml:trace>
  <inkml:trace contextRef="#ctx0" brushRef="#br0" timeOffset="45657.39">11849 7949 4680 0,'-9'-9'-121'16,"-3"6"33"-16,0 3 54 0,12 0 53 0,-25 3 42 15,11 2 26-15,-8 4 10 0,6 1-2 16,-7 9-2-16,3 1-5 0,7-3 0 0,4-1-1 16,5 0 3-16,4-3-2 0,0 3-5 15,6-1-9-15,1-1-3 0,4 1-4 0,3-2-4 16,3-1-2-16,2-4-3 16,4-1-4-16,-4-5-7 0,6-1-4 0,0-2-5 15,-4-1 1-15,1-5-6 0,1 0 1 0,6-5 8 16,-10 0 1-16,-4 0-1 0,-1-1-1 15,-5-3-7-15,-1 3-5 0,-7-3-1 0,-1-1-1 16,-1-1-9-16,-3 2-4 16,0-1 3-16,2 2-7 0,-3 1-10 0,-2 3-19 15,-2 2-9-15,2 4-23 0,-2 2-32 16,-2 2-42-16,11 1-47 0,-20 2-70 0,10 2-83 16,2 2-101-16,1-2-138 0,3 1-131 15,4-5 75-15,4 10-431 0,3-4-524 0</inkml:trace>
  <inkml:trace contextRef="#ctx0" brushRef="#br0" timeOffset="45874.41">12548 8020 3214 0,'0'0'161'0,"-7"-2"11"0,7 2 6 15,-4-5-10-15,4 5-14 0,0 0-15 16,21-4-14-16,-6 2-13 0,6 2-22 0,2 0-63 16,6 0-103-16,9 2-117 0,-6-2-123 15,1 0-182-15,-7 0-98 0,1-2 63 16,-5 4-259-16,0-2-280 0</inkml:trace>
  <inkml:trace contextRef="#ctx0" brushRef="#br0" timeOffset="46126.79">12897 7899 2479 0,'0'0'175'0,"-5"-3"-3"15,5 3-1-15,0 0-16 0,-7-4 30 16,7 4 27-16,0 0-3 0,0 0-12 0,9 18-14 16,-6-10-13-16,1 5-16 0,2-1-12 15,-3 1-12-15,-3-1-6 0,2 2-8 16,-4 3-6-16,-1-1-12 0,-3 1-9 15,-1 1-8-15,-4-1-13 0,0-1-1 0,-2-1-8 16,3-5-6-16,1 3-15 0,-2-3-26 16,3 0-38-16,-2-3-67 0,3-2-99 0,2-4-131 15,5-1-163-15,0 0-195 0,0 0 39 16,-13-11 78-16,15 4-335 0,4-5-380 0</inkml:trace>
  <inkml:trace contextRef="#ctx0" brushRef="#br0" timeOffset="46408.41">13381 7915 2540 0,'6'-9'223'0,"-1"2"43"0,-1 2 32 0,3 0 14 15,-7 5 9-15,3-6-5 0,-3 6-23 16,0 0-25-16,13-1-14 0,-13 1-13 16,0 0-16-16,18 17 1 0,-14-6-5 0,-3 6 0 15,-2 1-2-15,-5 5-5 0,-6 6 9 16,-1 2-12-16,-1-2 3 0,1-5-12 0,1-2-10 15,3-4 0-15,3-6-24 0,1 1-37 16,1-3-131-16,2 1 0 0,4-3 0 0,4-1 0 16,3 0 0-16,9-4 0 15,0 1 0-15,7-4 0 0,5 0 0 0,8-4 0 16,3-1 0-16,-5 0-24 0,-4-2-562 0,-7 2-147 16,-6 0-195-16,-3 3 91 0,-11 0 87 15,-5 2-724-15,0 0-921 0</inkml:trace>
  <inkml:trace contextRef="#ctx0" brushRef="#br0" timeOffset="47757.8">7872 11911 4105 0,'3'-7'21'15,"0"-1"53"-15,1 3 49 0,-2 0 39 0,-2 5 37 16,0 0 26-16,3-10-9 0,-3 10-29 16,0 0-20-16,0 0 3 0,0 0 15 15,0 0-11-15,2 22-15 0,-2-9-11 0,-2 5-22 16,2-1-6-16,0 3-11 15,0-3-20-15,-2 3-5 0,2-1-7 0,2-4-6 16,-2-1-12-16,0 1-3 0,0-3-33 16,0-2-53-16,0-1-58 0,0-1-67 0,0 1-82 15,0-4-130-15,0-5-153 0,0 7-168 16,0-7-69-16,0 0 76 0,0 0-546 0,0 0-688 16</inkml:trace>
  <inkml:trace contextRef="#ctx0" brushRef="#br0" timeOffset="47942.22">7787 11884 3326 0,'-18'-8'98'0,"2"3"53"16,3-1 34-16,4 4 41 0,1-1 43 15,8 3 53-15,-13-7 9 0,13 7-9 0,-7-5-26 16,7 5-27-16,0 0-21 16,0 0-35-16,20-10-20 0,3 6-44 0,4 1-100 15,3 1-113-15,10 2-114 0,2 2-132 16,-4 0-129-16,-3-1-153 0,1 6-158 0,-8 3 68 15,-7-1-553-15,-6 6-698 0</inkml:trace>
  <inkml:trace contextRef="#ctx0" brushRef="#br0" timeOffset="48123.87">7803 12187 3682 0,'-15'5'105'0,"3"-3"39"0,3 0 32 15,9-2 36-15,-12 2 26 0,12-2 7 16,0 0 4-16,-9 3-23 0,9-3-18 15,0 0-14-15,0 0-20 0,0 0-24 0,0 0-41 16,30 11-76-16,-16-9-86 0,7-2-111 16,-2 0-129-16,6-2-126 0,2-2-127 0,-3 1-154 15,3-2 56-15,-2 1-487 0,-1-1-600 16</inkml:trace>
  <inkml:trace contextRef="#ctx0" brushRef="#br0" timeOffset="48441.04">8171 12083 2954 0,'4'-8'60'16,"-3"1"72"-16,-1 7 50 0,0-11 26 15,0 11 31-15,0-9 22 0,0 9 24 16,2-6-30-16,-2 6-12 0,0 0-4 16,0 0-19-16,0 0-4 0,7-5-13 0,-7 5-17 15,0 0-23-15,0 0-12 0,18 11-17 16,-18-11-9-16,10 9-11 0,-6-5-10 16,-4-4-11-16,9 10-10 0,-7-5-10 0,-2-5-6 15,6 7-10-15,-6-7-6 0,3 7 2 16,-3-7-4-16,7 4-6 0,-7-4 7 0,0 0-4 15,11 3-13-15,-11-3-3 0,0 0-5 16,27-9 5-16,-16 7-3 0,3-1-4 0,-3 0-9 16,0 1 2-16,5 0-9 0,-16 2 7 15,21-1-11-15,-10 1-1 0,2 3 7 16,-1-1-2-16,1 1-6 0,3 4 3 16,-4-3-38-16,2 2-27 0,-3-1-48 0,4 2-46 15,1 0-67-15,-5-4-92 0,5 3-105 16,-5-5-119-16,6 3-159 0,-2-4-60 0,1 1 75 15,0-1-541-15,-2 0-686 0</inkml:trace>
  <inkml:trace contextRef="#ctx0" brushRef="#br0" timeOffset="48841.05">8878 12005 3346 0,'-10'3'36'0,"10"-3"50"0,0 0 22 16,-12-3 36-16,12 3 30 0,0 0 33 15,0 0 2-15,0 0-14 0,0 0-21 0,0 0-16 16,47 0-19-16,-28 0-22 0,4-2-60 15,4 4-90-15,-1-4-133 0,1-2-152 16,-1 2-182-16,3 1-162 0,0-2 64 16,-3 3-379-16,1-2-455 0</inkml:trace>
  <inkml:trace contextRef="#ctx0" brushRef="#br0" timeOffset="49757.02">9516 11834 2981 0,'0'0'154'0,"-4"-8"8"0,4 8 9 0,-2-9 25 16,2 9 32-16,0 0 12 0,-5-8-2 15,5 8-25-15,0 0-21 0,0 0-11 16,0 0 4-16,0 0-4 0,0 0-10 0,0 0-18 16,0 0-17-16,0 0-12 0,0 0-15 15,34 10-5-15,-34-10-14 0,7 3-4 16,-7-3-13-16,0 0-2 0,9 4-10 0,-9-4-4 16,0 0-7-16,0 0-9 0,9 3 1 15,-9-3-7-15,0 0-3 0,0 0-4 0,0 0 1 16,7 5-1-16,-7-5-4 0,0 0-6 15,0 0 4-15,0 0-4 0,0 0 0 0,0 0 2 16,0 0 1-16,0 0-10 0,0 0 2 16,0 0 0-16,0 0-2 0,0 0-1 15,0 0 3-15,0 0 0 0,13-11 5 16,-13 11 14-16,0 0 24 0,0 0 10 0,0 0 7 16,0 0-2-16,0 0-1 0,1-8-9 15,-1 8-10-15,0 0-6 0,0 0-3 0,0 0-3 16,0 0-5-16,0 0-6 0,0 0 2 15,0 0-2-15,0 0-1 0,0 0-3 16,0 0 2-16,0 0 4 0,4-6 6 0,-4 6 14 16,0 0 6-16,0 0 4 15,0 0-2-15,0 0-45 0,7-5-13 0,-7 5 0 0,10-10 0 16,-4 8 0-16,-6 2 0 16,9-9 0-16,-9 9 0 0,6-7 0 0,-6 7 0 15,5-5 0-15,-5 5 0 0,7-6 0 16,-7 6 0-16,0 0 0 0,0 0 0 0,0 0 0 15,0 0 0-15,5 20 0 0,-5-8 0 16,0 1 0-16,0 8 0 0,0 1 0 0,2 2 0 16,0 3 0-16,2-2 0 0,1 8 0 15,-1-2 0-15,6 1 0 0,-4-9 0 0,-1-3 0 16,1-5 0-16,-2-1 0 16,-1-4 0-16,-1 0 0 0,3 1 0 0,-3-5 0 15,-1 3 0-15,-1-2 0 0,0-7 0 0,2 10 0 16,-2-10 0-16,0 11 0 0,-5-5 0 15,-7 1 0-15,-3 0 0 0,-3 3 0 16,-3-1 0-16,1 2 0 0,0-3 0 0,6-2 0 16,0 2 0-16,3-4 0 0,0 0 0 15,2-1 0-15,9-3 0 0,-7 8 0 16,7-8 0-16,0 0 0 0,16 8 0 0,4-6 0 16,5-1 0-16,5 2 0 0,10-3 0 15,4 0 0-15,-9 3 0 0,-9-3 0 16,-3 0 0-16,-4 0 0 0,-1 1 0 0,-6-1 0 15,2 0 0-15,-3 0 0 0,-11 0 0 16,17-1 0-16,-17 1 0 0,12 0 0 0,-12 0 0 16,0 0 0-16,0 0 0 0,0 0 0 15,0 0 0-15,0 0 0 0,0 0-580 16,0 0-429-16,0 0 105 0,-46 3-1034 0,29 0-1358 16</inkml:trace>
  <inkml:trace contextRef="#ctx0" brushRef="#br0" timeOffset="53639.77">9326 11900 4979 0,'0'0'-120'0,"0"0"52"0,-4-7 30 15,4 7 35-15,0 0 53 0,0 0 46 16,-5-7 31-16,5 7 12 0,0 0 8 16,0 0 1-16,-4-7-4 0,4 7 7 15,0 0 4-15,0 0 26 0,0 0 17 0,0 0 0 16,0 0-4-16,-2-8 4 0,2 8-2 16,0 0-14-16,0 0-17 0,6-9-16 0,-6 9-9 15,1-9-8-15,-1 9-5 0,6-9-8 16,-6 9-14-16,5-8-105 0,-1 3 0 0,-4 5 0 15,8-10 0-15,-2 4 0 0,1 1 0 16,-1 0 0-16,4-3 0 0,-1 3 0 0,2-4 0 16,5 2 0-16,-3-1 0 0,3-1 0 15,-1 1 0-15,-2 2 0 0,2-2 0 16,-1 3 0-16,-1-2 0 0,1 0 0 16,-5 3 0-16,0 0 0 0,0-1 0 0,-2 3 0 15,-7 2 0-15,15-6 0 0,-8 2 0 16,-7 4 0-16,20-3 0 0,-20 3 0 15,15-1 0-15,-15 1 0 0,17-2 0 0,-17 2 0 16,17 0 0-16,-17 0 0 0,0 0 0 16,15 0 0-16,-15 0 0 0,12 2 0 0,-12-2 0 15,10 4 0-15,-10-4 0 16,11 6 0-16,-11-6 0 0,8 9 0 0,-4-5 0 0,-1 2 0 16,1 1 0-16,0 0 0 15,-1-2 0-15,1 1 0 0,-2 2 0 0,2-2 0 0,-2 2 0 16,0 0 0-16,0-1 0 0,-2 1 0 15,0-8 0-15,0 16 0 0,0-8 0 16,-2 1 0-16,2-1 0 0,-2 1 0 16,2-1 0-16,-2 1 0 0,-2-2 0 0,2 2 0 15,0-3 0-15,0 3 0 0,2-9 0 16,-3 14 0-16,1-8 0 0,0 3 0 0,-2-3 0 16,2 0 0-16,-1 2 0 0,-2 0 0 15,1 0 0-15,-1-1 0 0,1 1 0 0,-1 2 0 16,-1-1 0-16,0-1 0 0,-2 2 0 15,5-2 0-15,-5 0 0 0,3-1 0 16,-2 2 0-16,2 0 0 0,-3-2 0 16,1-1 0-16,-2 3 0 0,4-2 0 0,-1 0 0 15,-1-2 0-15,2 2 0 0,-6-1 0 16,6 1 0-16,-3 0 0 0,3 0 0 0,-4-3 0 16,2 4 0-16,2-3 0 0,-3 2 0 15,1 0 0-15,-2-2 0 0,2 2 0 0,2 0 0 16,-5-1 0-16,2 0 0 0,1 0 0 15,-3 1 0-15,0-1 0 0,3 0 0 0,-2 2 0 16,-1-4 0-16,2 3 0 0,1-2 0 16,-1 0 0-16,5-1 0 0,-6 0 0 15,6 0 0-15,-3 0 0 0,6-4 0 16,-7 5 0-16,7-5 0 0,-8 4 0 0,8-4 0 16,-6 4 0-16,6-4 0 0,0 0 0 15,-8 4 0-15,8-4 0 0,0 0 0 0,0 0 0 16,0 0 0-16,-1 5 0 0,1-5 0 15,0 0 0-15,0 0 0 0,0 0 0 16,30 3 0-16,-12-3 0 0,0 0 0 0,3 0 0 16,2 3 0-16,2-2 0 0,1 1 0 15,3-1 0-15,-2 1 0 0,-2 0 0 0,1 0 0 16,-6 0 0-16,-4 0 0 0,2-2 0 16,-3 0 0-16,0 3 0 0,-2-3 0 15,-1 1 0-15,1 1 0 0,0-2 0 0,1 2 0 16,-3 0 0-16,1-2 0 0,-3 2 0 15,3-2 0-15,-12 0 0 0,15 0 0 16,-6 3 0-16,-9-3 0 0,14 2 0 0,-14-2 0 16,11 1 0-16,-11-1 0 0,0 0 0 15,11 0 0-15,-11 0 0 0,0 0 0 0,0 0 0 16,13 0 0-16,-13 0-292 0,0 0-758 16,0 0 115-16,0 0-1076 0,0 0-1428 0</inkml:trace>
  <inkml:trace contextRef="#ctx0" brushRef="#br0" timeOffset="54240.5">7595 12829 5208 0,'0'-8'-201'0,"0"8"39"0,0 0 61 15,0 0 71-15,0 0 50 0,0 0 43 0,-25 13 27 16,20-6 14-16,-4 3 12 0,3-2 7 16,1 3 14-16,-2 1 14 0,5-1 16 0,0 1-14 15,2 1 26-15,2-1 6 16,2 0-4-16,4 2-7 0,1-4-13 0,6 0-6 15,7-1-14-15,-5-2-16 0,5-1-13 16,1-6-12-16,4 2-8 0,0-5-6 0,-2-1-13 16,2-1-7-16,-5-3-4 0,-1-1-6 15,-1 1-7-15,-4-2 0 0,-2-3-5 0,-1-1-11 16,-6 3-2-16,-2-5-4 0,-1-1-3 16,-4-1-5-16,-2 1-2 0,-2-5-3 0,-1 1-4 15,-2 6-10-15,2 1-8 0,-5-3-18 16,0 7-14-16,-1 2-29 0,-3 4-25 0,-1 2-33 15,2 2-39-15,-6 6-39 0,1 0-57 16,-2 2-89-16,1 1-78 0,-6 7-109 16,8-4-150-16,5 1-83 0,5-1 80 15,5-6-546-15,4 2-700 0</inkml:trace>
  <inkml:trace contextRef="#ctx0" brushRef="#br0" timeOffset="54555.88">8006 12814 3659 0,'5'-8'76'0,"2"6"35"0,-5-2 24 0,-2 4 25 16,4-6 18-16,-4 6 4 0,0 0-17 16,0 0-20-16,0 0-1 0,0 0 12 15,0 0-12-15,0 0-7 0,21 10-9 16,-15-4-14-16,-1 0-16 0,6 0-7 16,-4 1-5-16,2 1-9 0,1-2-10 0,3 1-2 15,3-2-8-15,-1-1 6 0,2-1 1 16,-4-1 0-16,3-2 7 0,-3 0-1 0,3-2-2 15,-2-2 7-15,1-1-3 0,-1-1 5 16,-1 0-4-16,-1-2-5 0,-5-1-12 0,4-1-2 16,0 0-10-16,-4-5-2 0,0 1-5 15,-3 1-2-15,4-1-20 0,-6 0-28 0,2 2-29 16,0 4-54-16,-3 1-64 16,-1 2-62-16,0 5-63 0,0 0-71 0,-11-5-75 15,11 5-110-15,0 0-207 0,-23 10 58 0,16-3 65 16,-1 0-400-16,4-2-500 0</inkml:trace>
  <inkml:trace contextRef="#ctx0" brushRef="#br0" timeOffset="54789.8">8642 12589 3016 0,'7'-17'113'0,"-3"1"49"16,0 5 40-16,-2 1 37 0,1 2 31 15,-3 2 5-15,0 6-16 0,4-9-30 0,-4 9-20 16,0 0 18-16,0 0 11 0,0 0-22 15,8 27-15-15,-6-10-19 0,-2 3-16 16,2 3-15-16,-2 0-15 0,0 4 0 16,0-1-11-16,-2-1-16 0,4 1-12 0,-2-2-12 15,0-5-45-15,0 1-52 0,0-3-72 16,0-2-66-16,2-2-68 0,-2 0-79 16,0-3-67-16,0-3-93 0,2-1-116 0,-2-6-163 15,0 0 57-15,-4 6-516 0,4-6-659 16</inkml:trace>
  <inkml:trace contextRef="#ctx0" brushRef="#br0" timeOffset="54956.3">8590 12827 3126 0,'-13'-3'-31'0,"1"0"60"16,-1 0 41-16,5 1 62 0,1-2 51 15,7 4 48-15,0 0 24 0,-17-4 9 16,17 4-2-16,0 0-7 0,-10-4-13 16,10 4-27-16,0 0-11 0,0 0-17 15,0 0-22-15,0 0-19 0,32-4-40 0,-10 2-81 16,-3 2-106-16,6-2-144 0,4 0-173 15,-4-1-239-15,14 1-91 0,5 2 81 0,-5 0-492 16,8 2-608-16</inkml:trace>
  <inkml:trace contextRef="#ctx0" brushRef="#br0" timeOffset="55155.84">9171 12864 3471 0,'-16'-7'163'0,"4"3"38"16,4 1 34-16,1 0 30 0,7 3 8 0,-10-4-18 16,10 4-22-16,0 0-25 0,0 0-25 15,0 0-9-15,35-4-32 0,-15 6-78 0,7 0-87 16,4 0-105-16,6 0-139 0,2 1-169 16,-6-2-239-16,-7-1-14 0,-2 4 74 0,-1-4-417 15,-3 2-506-15</inkml:trace>
  <inkml:trace contextRef="#ctx0" brushRef="#br0" timeOffset="55572.37">9196 13055 3140 0,'-23'-5'141'0,"7"1"22"15,4 4 37-15,-1 0 48 0,13 0 34 0,-14-6 22 16,14 6 28-16,-9-4-25 0,9 4-28 16,0 0-31-16,0 0-23 0,0 0-23 15,37-10-22-15,-12 7-16 0,13-3-75 0,3 5-102 16,1-1-120-16,-5-1-148 0,4 1-154 15,-1-2-178-15,-12 3-150 0,-3-3 78 16,-6 4-533-16,-3-2-681 0</inkml:trace>
  <inkml:trace contextRef="#ctx0" brushRef="#br0" timeOffset="56007.01">10056 12896 3603 0,'0'0'67'0,"-17"0"41"0,17 0 41 0,-23 5 40 15,10-1 27-15,-1 0 18 0,1 7 41 16,-1 1 7-16,1 2-13 0,1-1-8 16,7 1-7-16,-1 1-1 0,4 2-5 0,2 1-8 15,4-3-10-15,5 2-18 16,5 0-16-16,6 4-20 0,9-4-16 0,3-3-17 16,5-5-13-16,-1-5-9 0,6-2-18 15,1-4-31-15,-4-5-72 0,3-2 0 0,-3-6 0 16,2-4 0-16,-7-3 0 0,-7 3 0 15,-2-6 0-15,-8-1 0 0,-3-3 0 0,-9 3 0 16,-7 3 0-16,-5-10 0 0,-11 4 0 16,-12-4 0-16,-6 5 0 0,-9 9 0 0,-9 6 0 15,6 8-144-15,-17 3-248 0,-3 9-157 16,0 6-179-16,4 1-163 0,5 5 86 0,2 6-787 16,11 4-1034-16</inkml:trace>
  <inkml:trace contextRef="#ctx0" brushRef="#br0" timeOffset="58155.69">2004 8293 4189 0,'2'-11'-125'0,"-4"3"58"15,4-2 52-15,-4 2 59 0,2-1 40 16,0 9 43-16,0-12 34 0,0 12 18 16,2-10 8-16,-2 10-14 0,0-9-17 15,0 9-18-15,0 0 53 0,0 0 16 16,0 0-13-16,16 21-8 0,-11-7-24 0,1-1-13 15,-1 5-13-15,-1 3-17 0,0-3-9 16,0 1-13-16,0-2-7 0,-2 2-5 0,2-2-12 16,-2 0-11-16,-2-2-58 0,0-2-63 15,0 0-67-15,1-1-72 0,-1-3-74 16,0 0-58-16,0-3-87 0,0-6-121 0,0 0-201 16,0 0 31-16,0 0 83 0,0 0-424 15,6-31-522-15</inkml:trace>
  <inkml:trace contextRef="#ctx0" brushRef="#br0" timeOffset="58338.46">2022 8143 3112 0,'-14'-10'57'0,"1"6"27"0,1-3 32 15,3 2 50-15,-2 0 29 0,4 1 28 0,7 4 5 16,-13-6-9-16,13 6-15 0,-7-6-14 16,7 6-21-16,-4-6-15 0,4 6-19 0,0 0-11 15,0 0-6-15,17-9-15 0,-1 3-3 16,0 4-62-16,9-2-63 0,0 0-76 15,-6 4-79-15,2 0-92 0,-2 2-78 0,-2 4-97 16,-3 0-185-16,-7 5-7 16,-1 2 74-16,-8 1-294 0,-2 7-342 0</inkml:trace>
  <inkml:trace contextRef="#ctx0" brushRef="#br0" timeOffset="58507.06">1941 8561 2557 0,'-5'9'116'16,"1"-3"19"-16,2 0 24 0,2-6 25 0,-1 8 24 15,1-8 12-15,0 0-4 0,0 0-12 16,1 9-16-16,-1-9-19 0,0 0-18 0,19 0-14 16,-19 0-31-16,27-4-70 0,-4 1-92 15,-2-3-122-15,3 2-150 16,6-6-210-16,-5 2-96 0,-1 1 67 0,-3-1-278 16,-3-1-331-16</inkml:trace>
  <inkml:trace contextRef="#ctx0" brushRef="#br0" timeOffset="58872.26">2315 8361 2729 0,'0'0'271'15,"0"0"9"-15,0 0 10 0,-2-9-5 0,2 9 1 16,0 0-21-16,0 0-20 0,0 0-32 16,0 0-21-16,0 0 15 0,0 0 16 15,0 0-17-15,0 0-26 0,0 0-17 0,16 19-11 16,-16-19-12-16,7 12-14 0,-3-7-12 15,-1 0-8-15,-3-5-16 0,6 10-5 0,-3-6-9 16,-3-4-5-16,5 7-11 16,-5-7 7-16,0 0 4 0,9 5-17 0,-9-5 3 15,0 0-7-15,0 0-6 0,13-14-8 16,-8 5-4-16,2 1 0 0,-3-1-2 16,2 1-5-16,-3 1-6 0,1 1-5 0,-4 6-5 15,6-9-4-15,-6 9-5 0,6-5-7 16,-6 5 10-16,0 0-3 0,0 0 3 0,25 6-4 15,-14 0 0-15,2-1 1 0,3 3-51 16,0 1-68-16,2-4-70 0,3 2-83 16,-4-2-75-16,6-2-78 0,-2-1-91 15,1-4-143-15,1-6-91 0,0 3 67 16,2-9-537-16,-4 0-682 0</inkml:trace>
  <inkml:trace contextRef="#ctx0" brushRef="#br0" timeOffset="59056.22">2874 8095 3601 0,'1'-9'202'16,"-1"9"31"-16,0 0 8 0,4-5 31 0,-4 5 42 16,0 0 17-16,4-8-8 0,-4 8-25 15,0 0-29-15,9-6-30 0,3 3-21 0,5 0-21 16,2-1-23-16,4 0-74 16,3 1-122-16,11-3-135 0,-1-2-167 0,0 4-200 15,41-13-333-15,-59 11 95 16,-6 3 74-16,-10 3-563 0,-2 0-712 0</inkml:trace>
  <inkml:trace contextRef="#ctx0" brushRef="#br0" timeOffset="61505.47">3010 8257 3568 0,'-13'-1'65'0,"1"-1"33"0,12 2 25 15,0 0 35-15,-22 0 42 0,22 0 25 0,0 0 2 16,-8-5-30-16,8 5-18 0,0 0-17 15,0 0-16-15,21-16-17 0,-8 11-14 0,6-1-10 16,1-1-16-16,2-2-42 0,1 4-45 16,2-2-58-16,7 0-63 0,-5 1-74 0,-4 0-83 15,-1 1-88-15,-2 0-108 0,-1-6-215 16,0 1 56-16,-2 2 66 0,-2-3-276 16,-1 3-326-16</inkml:trace>
  <inkml:trace contextRef="#ctx0" brushRef="#br0" timeOffset="61837.87">3527 7868 2323 0,'5'-14'86'15,"0"3"22"-15,0 0 9 0,-1 0 16 16,0 4 0-16,3-4 15 0,2 1 0 0,7-2-5 16,4 2-7-16,0 0-17 0,3 6-10 15,2 0-7-15,-2 3-10 0,1 2-4 0,1 4-13 16,-4 2 4-16,-3 3 14 15,-5 3 25-15,-6 1 13 0,-3 1 17 0,-6 4 21 16,-9 8 20-16,-5 0 18 0,-2-2 22 0,-4-1-12 16,-1-3 14-16,9-7-10 15,2-2-6-15,2-1-14 0,5-5-12 0,-1 4-16 16,4-5-14-16,2-5-6 0,6 14-13 16,7-6-12-16,8-3-9 0,15 0-15 0,5-2-22 15,0-1-59-15,1-4-84 0,-10 2-83 16,-3-1-82-16,0 1-94 0,-4-2-104 0,-6 2-94 15,-4-1-136-15,-5 1-146 0,-10 0 77 16,9 3-606-16,-9-3-786 0</inkml:trace>
  <inkml:trace contextRef="#ctx0" brushRef="#br0" timeOffset="62337.77">2212 9104 3895 0,'0'-5'28'0,"0"5"18"16,-4-8 13-16,4 8 22 0,0-6 30 15,0 6 15-15,0 0 3 0,0 0 10 0,0 0 6 16,0 0 12-16,-15 17 6 0,11-5-13 16,0-2-15-16,2 2-12 0,1-3-11 15,1 3-12-15,1 0-4 0,1 1-7 16,2-3-6-16,2 1-2 0,4-1 7 15,-1-2-1-15,4-1-5 0,4-3-9 0,-2-1-3 0,3-1-7 16,-1-4-4-16,-2 0-1 16,3-1-5-16,-4-2-5 0,0-2-7 0,-3 2 2 15,-1-5-5-15,-2 1-13 0,-1-5 8 16,-3-1-3-16,-2-3-5 0,-4-1-2 0,0-1-7 16,0-3-1-16,-3 3-4 0,0 5-7 15,1-1-4-15,-1 1-14 0,1 3-22 16,2 2-37-16,-1 1-44 0,-1 4-60 0,0 0-75 15,4 5-81-15,-10 0-99 0,10 0-133 16,-16 7-195-16,7-2 60 0,5-2-516 16,1 2-678-16</inkml:trace>
  <inkml:trace contextRef="#ctx0" brushRef="#br0" timeOffset="62804.42">2580 8944 3091 0,'2'-9'-93'0,"-2"9"32"15,0 0 9-15,0 0 31 0,-6-5 43 0,6 5 39 16,0 0 28-16,0 0 17 16,0 0 9-16,0 0 18 0,-7 19-12 0,7-19 6 15,2 12 10-15,-2-12 20 0,9 13 12 0,-2-8 3 16,5 1 7-16,3-1 5 0,3-2 5 15,-2-1 6-15,2-2 6 0,-4-2-3 16,4 1 9-16,-5-1-6 0,1 2-2 16,-3-4-1-16,-11 4-16 0,19-1-14 0,-19 1-15 15,13 0-16-15,-13 0-7 0,0 0-16 16,16-2-12-16,-16 2-12 0,0 0-12 0,13 0-8 16,-13 0-8-16,0 0-8 15,0 0-7-15,16-2-14 0,-16 2-10 0,0 0-14 0,0 0-8 16,0 0-2-16,16 0-4 15,-16 0 3-15,0 0-1 0,0 0 12 0,16-2-16 16,-16 2 7-16,0 0 2 0,11-1-4 16,-11 1 1-16,0 0-2 0,14-4 0 15,-14 4 2-15,0 0 5 0,13-1-6 0,-13 1 5 16,9-4-8-16,-9 4-39 0,10-5-48 16,-10 5-52-16,11-8-62 0,-5 4-73 0,-1-1-103 15,2 0-113-15,-2-2-161 0,-1 2-149 16,-4 5 83-16,0 0-582 0,-4-11-763 0</inkml:trace>
  <inkml:trace contextRef="#ctx0" brushRef="#br0" timeOffset="63121.3">2820 9021 3648 0,'0'0'41'0,"-27"-6"51"0,16 5 27 16,-1-1 49-16,12 2 51 0,-16-4 70 15,16 4 46-15,-14-1 22 0,14 1-4 0,-8-4-15 16,8 4-26-16,0 0-34 16,0 0-28-16,18-18-24 0,0 9-24 0,11-3-19 15,5 0-21-15,0 0-16 0,5 2-30 16,-3-2-45-16,0 1-52 0,-11 5-75 0,-2-1-73 15,-6 3-54-15,0 0-52 0,-6 2-39 16,0-2-41-16,0 2-36 0,-6 0-53 16,-5 2-55-16,0 0-71 0,0 0-97 0,0 0-71 15,0 0 67-15,0 0-400 0,0 0-506 16</inkml:trace>
  <inkml:trace contextRef="#ctx0" brushRef="#br0" timeOffset="63371.02">2748 9155 2990 0,'-14'5'151'0,"5"0"60"15,-1-1 43-15,4 1 55 0,6-5 78 0,-9 4 49 16,9-4 17-16,0 0-29 0,0 0-34 16,0 0-21-16,41-31-12 0,-12 18-17 0,5-5-30 15,11 1-28-15,0-3-25 0,-6 6-34 16,-1-1-175-16,-2 3-48 0,-2-2 0 15,-4 4 0-15,-3 1 0 0,-6 2 0 0,-6 2 0 16,-3 2 0-16,-1-1 0 16,0 3-40-16,-2-1-326 0,-9 2-93 0,0 0-98 15,0 0-126-15,0 0-169 0,0 0 71 16,0 0-734-16,0 0-959 0</inkml:trace>
  <inkml:trace contextRef="#ctx0" brushRef="#br0" timeOffset="63704.89">3485 8763 4402 0,'11'-17'101'15,"-2"3"35"-15,2 1 22 0,-2 1 32 0,7-2 36 16,-2 0 26-16,9-4 3 16,-3 4-17-16,0 7-25 0,1-1-26 0,-1 8-15 15,-2 0-13-15,2 4-15 0,-4 7-6 16,0 3 9-16,-5 3-1 0,-3 3 4 0,-8 4 2 15,-10 10 1-15,-3 1 6 0,-8-6 8 16,-4 8-21-16,7-8-146 0,-2-6 0 0,6-4 0 16,5-5 0-16,2-4 0 0,1 1 0 15,4-3 0-15,1-3 0 0,1-5 0 16,14 9 0-16,6-8 0 0,8-1 0 0,16-1 0 16,2-5 0-16,8-4 0 15,-9 2 0-15,-4-3 0 0,0 3 0 0,-3 1 0 0,-4 0 0 16,-9 0 0-16,-5 4 0 15,-6 0 0-15,-5 1 0 0,-3 0-549 0,-6 2-379 0,8-4 1 16,-8 4 98-16,0 0-857 16,0 0-1122-16</inkml:trace>
  <inkml:trace contextRef="#ctx0" brushRef="#br0" timeOffset="73106.02">17077 2752 4254 0,'2'-9'304'0,"-2"9"-5"15,0 0 15-15,2-8 5 0,-2 8-2 16,0 0-44-16,0-9-23 0,0 9-29 0,0 0-38 15,0 0-19-15,0 0-17 0,0 0-24 16,0 0-13-16,0 0 3 0,0 0 13 0,-20 36-8 16,9-5-6-16,-7 1 16 0,-1 12 4 15,2-3-2-15,-4-3-76 0,6-3-54 16,-4 6 0-16,4-8 0 0,1-6 0 0,3 2 0 16,1-10 0-16,3 0 0 0,-1-5 0 15,3-2 0-15,-1-1 0 0,2-1 0 16,-2-3 0-16,2 0 0 0,4-7 0 15,-5 9 0-15,5-9 0 0,-4 6 0 0,4-6 0 16,0 0-282-16,0-22-260 0,6 1-51 16,5-10-61-16,3-5-45 0,4-10-101 0,5-6 58 15,6 1-577-15,-4 0-777 0</inkml:trace>
  <inkml:trace contextRef="#ctx0" brushRef="#br0" timeOffset="73303.75">17104 2648 3320 0,'9'-14'-78'0,"-5"1"86"0,-1 1 72 15,1 4 56-15,0 1 41 0,-3 1 20 16,-1 6 8-16,4-8-7 0,-4 8 14 0,0 0 39 15,0 0 19-15,32 16-18 0,-18-3-12 16,8 12-23-16,-4 1-1 0,3 3-13 0,1 1-17 16,2 8-16-16,-3-9-17 15,-2-2-13-15,0 2-15 0,-4 0-7 0,2-4-12 16,-1 0-12-16,-1 0-11 0,-5-7-62 16,-5-2-70-16,1-2-71 0,-1-1-62 15,-1-4-69-15,1 1-72 0,-3-1-83 0,-2-2-90 16,-2-2-108-16,2-5-152 0,0 0 67 15,-2 6-476-15,2-6-630 0</inkml:trace>
  <inkml:trace contextRef="#ctx0" brushRef="#br0" timeOffset="73504.77">17324 2975 3229 0,'-21'-5'36'0,"2"1"47"0,-2 2 38 16,0 1 32-16,0 1 18 0,1 0 14 15,-3 1-3-15,-2 1-10 0,1 0-17 16,6 2-11-16,-1-3-19 0,1-1-13 0,5 4-15 15,0-4-5-15,1 0-17 0,12 0-39 16,-16 4-31-16,16-4-63 0,-14 0-65 0,14 0-61 16,0 0-76-16,-11-4-128 0,11 4-170 15,1-11-66-15,5 3 64 0,1 0-263 16,5 1-308-16</inkml:trace>
  <inkml:trace contextRef="#ctx0" brushRef="#br0" timeOffset="74019.78">18201 2311 2495 0,'8'-10'160'0,"-7"3"47"0,-1 1 30 16,0 6 22-16,2-8 9 0,-2 8-7 0,0 0-26 15,0 0-25-15,0 0-23 16,0 0 51-16,0 0 21 0,6 25-13 0,-8 1 2 16,-2 12 16-16,2 3-1 0,-1 4-6 15,-5 8-12-15,2 0-7 0,0-9-17 0,3-1-18 16,-5-2-19-16,5 0-14 0,-4-7-14 16,1-2-14-16,5-6-10 0,-3-6-13 0,2-3-32 15,0-5-87-15,0-1 0 0,2-1 0 16,0-2 0-16,0-8 0 0,0 13 0 0,-1-9 0 15,1-4 0-15,0 0 0 0,0 0 0 16,0 0 0-16,0 0 0 0,0 0 0 16,0 0 0-16,-4-23 0 0,-3 9 0 0,4 1 0 15,-7-1 0-15,-1 3 0 16,-3-1 0-16,-2 2 0 0,-5 5 0 0,-4 3 0 16,-6 4 0-16,-7 3 0 0,0 5 0 15,0 2 0-15,3 2 0 0,7 1 0 0,4 2 0 16,4-5 0-16,7 2 0 0,3-1 0 15,5 1 0-15,-1-3 0 0,4 1 0 0,2 1 0 16,6-2 0-16,1 0 0 0,7-1 0 16,3-1 0-16,4-1 0 0,0-3 0 0,1 1 0 15,3-3 0-15,4-3 0 0,0 2-107 16,-3-2-393-16,1-4-141 0,4 3-178 16,-6-1-64-16,1 0 95 0,-3 2-727 0,0 2-959 15</inkml:trace>
  <inkml:trace contextRef="#ctx0" brushRef="#br0" timeOffset="74289.77">18597 2830 4189 0,'-3'-13'47'0,"3"13"60"0,-5-7 45 0,5 7 29 0,0 0 14 0,-4-7 1 15,4 7-20-15,0 0 43 0,0 0 39 0,0 0-7 16,0 29-16-16,2-12-8 0,-2 5-6 15,2 5-15-15,-2 2-20 0,0 12-11 0,5 0-30 16,-8 2-11-16,1-4-10 16,0 0-16-16,-3-6-6 0,-3 2-11 0,3-10-7 15,-4-2-11-15,-2 3-6 0,-3-1-30 16,-6-3-48-16,3-6-73 0,0-4-78 0,-2-2-80 16,-3-3-90-16,4-1-107 0,0-6-112 15,2-4-118-15,-4-2-158 0,6-2 68 16,-2-3-639-16,5-7-850 0</inkml:trace>
  <inkml:trace contextRef="#ctx0" brushRef="#br0" timeOffset="74435.44">18463 2714 4059 0,'8'-20'50'0,"-2"3"82"0,-2 8 65 0,0-1 50 16,-2 0 21-16,-1 4 0 0,1-1-24 16,-2 2-24-16,0 5-27 0,2-9-23 15,-2 9-40-15,8-7-111 0,-8 7-108 0,13 0-136 16,-13 0-161-16,33 5-210 0,-10 1-161 15,2 0 79-15,-3 0-501 0,8 8-644 0</inkml:trace>
  <inkml:trace contextRef="#ctx0" brushRef="#br0" timeOffset="74836.86">18938 2853 3672 0,'0'0'275'0,"0"0"11"16,0 0-6-16,0 0 2 0,0 0 3 15,0 0 8-15,20-2 14 0,-17 7-4 16,7 4-20-16,-1 1-23 0,5 5-28 0,-3 0-22 16,0-1-20-16,-1 2-16 0,-1-3-19 15,1 2-11-15,-6-3-16 0,2 0-13 16,-4-4-4-16,-1 4-11 0,-2-5-9 0,-3 2-76 16,-3 1-15-16,2-1 0 0,-4-6 0 15,-1-1 0-15,10-2 0 0,-23-4 0 16,14-1 0-16,-3-5 0 0,5-9 0 15,1-2 0-15,2-1 0 0,4-1 0 0,2-3 0 16,4 7-8-16,-2 1-12 0,-1 3-3 16,3 5 2-16,-3-1 1 0,2 5 17 0,4 2 23 15,1 4 1-15,-10 0 0 0,26 8 1 16,-8-1-11-16,11 6-11 0,-4 1 0 16,4 0 0-16,0 4-49 0,-3-3-116 0,1-1-91 15,2-1-88-15,-6-4-81 0,-3-4-82 16,2-1-111-16,-5-2-178 0,3-4 21 0,-4-2 93 15,2 0-534-15,-3-2-678 16</inkml:trace>
  <inkml:trace contextRef="#ctx0" brushRef="#br0" timeOffset="75002.39">19566 2728 3494 0,'-5'-9'112'0,"1"4"45"0,4 5 39 0,0 0 42 16,-11-2 46-16,11 2 26 15,0 0 7-15,-25 12-6 0,16-3-16 0,-1 3-30 16,1 3-18-16,-2 4-25 0,0-2-21 15,4 4-19-15,1-2-20 0,3 1-15 0,-1 0-21 16,2 0-47-16,2-6-91 0,0 3-104 16,2 0-102-16,4-3-111 0,-3-2-145 15,5-1-188-15,-2-3-149 0,3-2 76 0,1 0-621 16,4-3-812-16</inkml:trace>
  <inkml:trace contextRef="#ctx0" brushRef="#br0" timeOffset="75668.56">19932 2869 3881 0,'0'0'93'0,"0"0"26"16,-14-2 23-16,14 2 29 0,0 0 25 0,0 0 10 16,-13-2-19-16,13 2-12 15,0 0-13-15,0 0-19 0,0 0-18 0,0 0-11 16,18-14-7-16,-18 14-13 0,18-7-8 15,-11 5-3-15,2-4-3 0,0 2 14 16,-4-1 22-16,3 0 14 0,-3 0 13 0,4 0 5 16,-6-2-1-16,1 0-2 0,-2-2-14 15,0 2-12-15,-2-1-9 0,0 8-14 0,-4-17-12 16,0 10-10-16,1 0-8 0,-6 2-8 16,9 5-2-16,-16-3-12 0,2 3-4 0,-5 2-3 15,0 4-5-15,-4 3 0 0,-4 3-1 16,5 0-5-16,4 0-2 0,3 0-1 15,2-2-3-15,3 2-19 0,5-4-1 0,-2 4 0 16,5-5 0-16,4 3 0 0,7-2 0 16,2 0 0-16,4-3 0 0,4-1 0 0,2-3 0 15,0 2 0-15,8-7 0 16,7-2 0-16,-2-1 0 0,0-2 0 0,-1 0 0 0,-8 2 0 16,-6 3 0-16,-4 0 0 0,-4 0 0 15,-1 2 0-15,-10 2 0 0,19-2 0 16,-19 2 0-16,0 0 0 0,19 6 0 15,-12 0 0-15,-3-1 0 0,3 4 0 16,-2 0 0-16,1-1 0 0,-3-1 0 0,3 1 0 16,-1 0 0-16,2-4 0 0,-3 2 0 15,-4-6 0-15,9 8 0 0,-4-5 0 0,-5-3 0 16,16 4 0-16,-16-4 0 16,20-4 0-16,-6 1 0 0,1 0 0 0,1-2 0 0,-2-1 0 15,-3 4 0-15,0-2 0 16,-2 0 0-16,-9 4 0 0,16-5 0 0,-16 5 0 15,9-1 0-15,-9 1 0 0,0 0 0 16,0 0 0-16,21 4 0 0,-21-4 0 16,9 8 0-16,-1-4 0 0,-4 1 0 0,4 1 0 15,-3 0 0-15,3 0 0 0,-3 0 0 16,5-1 0-16,-2 0 0 0,3-1 0 0,-11-4 0 16,23 0 0-16,-7-2 0 0,6-2-437 15,8-6-345-15,6 0-168 0,0-2 85 0,-2-3-889 16,9-4-1185-16</inkml:trace>
  <inkml:trace contextRef="#ctx0" brushRef="#br0" timeOffset="75885.86">21237 2469 4581 0,'4'-19'23'0,"-3"4"88"0,-1 3 75 0,0 3 43 16,-1 1 32-16,1 8 23 0,-2-7-7 16,2 7 18-16,0 0 28 0,-39 40 9 0,8 7-15 15,-8 18-19-15,-7 5-5 0,2 6-12 16,4-1-181-16,-2 0-100 0,6 3 0 15,2 1 0-15,9-17 0 0,3-10 0 0,2-3 0 16,6-11 0-16,7-4 0 0,-2-13 0 16,3-1 0-16,2-6-198 0,0-7-278 15,2-4-74-15,2-3-96 0,0 0-135 16,-6-22-43-16,3 0 94 0,-3 1-626 0,1-13-810 16</inkml:trace>
  <inkml:trace contextRef="#ctx0" brushRef="#br0" timeOffset="76018.21">20733 2764 3841 0,'0'-27'125'0,"0"8"69"15,0 3 59-15,-1 6 38 0,1 1 22 0,0 9 6 16,0 0 27-16,0 0-4 0,0 0-32 16,0 0-29-16,0 40-27 0,1-23-29 15,5 2-71-15,-1 1-103 0,8-3-130 0,5 5-158 16,0-6-191-16,1-4-233 16,-1-5-177-16,6-1 68 0,-5-6-688 0,-4 0-906 15</inkml:trace>
  <inkml:trace contextRef="#ctx0" brushRef="#br0" timeOffset="76604.75">18246 4156 4335 0,'2'-22'170'0,"0"2"17"0,-2 6 21 0,2 2 30 16,0 3 32-16,-2 1 19 0,0 8-11 15,-2-9-14-15,2 9 34 0,0 0 43 16,-6 26 23-16,-1 6 8 0,-2 10-33 0,-1 10-101 16,-1 6-238-16,-2 2 0 0,6-1 0 15,3-2 0-15,3-13 0 0,1-1 0 16,1-4 0-16,3 0 0 0,3-6 0 0,2-8 0 15,-5-3 0-15,-1-7 0 0,1-1 0 16,0-2 0-16,-3-3 0 0,3 1 0 0,3-5 0 16,-6-2-413-16,-1-3-602 0,0 0 83 15,0 0 97-15,0 0-864 0,23-15-1134 0</inkml:trace>
  <inkml:trace contextRef="#ctx0" brushRef="#br0" timeOffset="76853">18494 4497 4894 0,'0'0'160'0,"4"-6"47"0,-4 6 34 0,0 0 24 16,0 0 23-16,0 0 37 16,0 0 9-16,14 15-11 0,-7-1-19 0,2 2-27 15,7 13-25-15,-1-1-27 0,0 2-129 16,-2 1-96-16,1 1 0 0,-5 0 0 0,-5 3 0 16,-6-6 0-16,-1 3 0 0,-7 1 0 15,-4 0 0-15,0-2 0 0,-8-2 0 0,-6 4 0 16,3-8 0-16,-4-3 0 0,1-1 0 15,-3-4 0-15,2-1 0 0,2-5 0 16,2-4 0-16,5-2 0 0,4-3-242 16,0 0-393-16,7-2-171 0,9 0-101 0,-20-2 95 0,15-2-817 15,5 4-1067-15</inkml:trace>
  <inkml:trace contextRef="#ctx0" brushRef="#br0" timeOffset="77667.77">19857 4427 4253 0,'12'-5'-147'0,"-5"0"32"0,0 1 27 15,1-1 34-15,0 0 40 0,0 0 36 0,-1 0 27 16,0-2 14-16,4 0 6 16,-6-1 18-16,2 4 12 0,-1-4 23 0,-1 3 21 0,-5 5 11 15,9-12 5-15,-7 4-1 16,0 2-10-16,-2 6-9 0,0-15-6 0,-2 7-14 16,-2 2-10-16,-3-3-12 0,0 1-6 15,-2-2-12-15,-3 5-10 0,-1 2-8 0,-2 3-4 16,-2 0-5-16,-5 3-17 0,-3 1-12 15,1 3 3-15,-4 3-5 0,5 2 1 16,3-1-5-16,5 1-1 0,3-3-5 0,5 4 7 16,3-3-2-16,4 0 0 0,6 0 5 15,4 6 5-15,7-1 9 0,10 3 3 0,-3 1 4 16,5 4 5-16,2-6 5 16,-6 2 1-16,-3 3 17 0,-3-3 15 0,-1 1 18 15,-7-5 32-15,-4 3 21 0,0-3 16 16,-5-1 7-16,-2 1 11 0,-2-3 0 0,-1 3 2 15,-5 2-122-15,-1-3-70 0,-3 1 0 16,-1-1 0-16,-2 0 0 0,-4-2 0 0,3-2 0 16,-4-2 0-16,1 1 0 0,-1-4 0 15,5-3 0-15,0 0 0 0,-2-2 0 0,1-4 0 16,2-1 0-16,-2-5 0 0,3 3 0 16,6-2 0-16,-2 3-237 0,6-3-404 15,3 1-169-15,1 1-93 0,10-2 93 0,0 0-819 16,5-1-1068-16</inkml:trace>
  <inkml:trace contextRef="#ctx0" brushRef="#br0" timeOffset="78019.81">20417 4593 4845 0,'0'0'96'0,"0"0"22"0,0 0 30 0,0 0 37 0,0 0 33 0,0 0 28 16,0 0-11-16,0 0-8 0,8 12-17 15,-6-6-18-15,1-1-19 0,7 2-12 16,-2 0-14-16,3-2-14 0,4 0-25 0,2-3-12 16,1 1-4-16,0-2-14 0,4-2-9 15,1-2-8-15,-3-4-7 0,-1 0-5 0,3-2-1 16,-9 3-3-16,1-4-2 16,-7 0-4-16,-2 1-4 0,-1-3-4 0,-4 1-22 15,-4-1-9-15,-1-2 0 0,-4 4 0 16,-5-4 0-16,1 7 0 0,-7-1 0 0,3 4 0 15,-2 3 0-15,-2 1 0 0,5 4 0 16,-8 0 0-16,3 3 0 0,5 1 0 0,0 3-11 16,1-1-89-16,1 2-34 0,3-2-37 15,6 4-34-15,-2-3-36 0,5-3-46 16,2 1-61-16,6-1-79 0,0-2-105 0,5 0-179 16,5 0-46-16,1-3 84 0,4-1-549 15,6-1-686-15</inkml:trace>
  <inkml:trace contextRef="#ctx0" brushRef="#br0" timeOffset="78652">20739 4534 3241 0,'0'0'-39'0,"0"-10"39"0,0 10 32 16,0 0 39-16,2-10 29 0,-2 10 25 0,2-7 9 15,-2 7 10-15,0 0 6 16,0 0 1-16,0-10-3 0,0 10-7 0,0 0-7 16,0 0-7-16,0 0 20 0,0 0 16 15,0 0 20-15,0 0 5 0,-19 31 24 0,11-17-21 16,0-1 0-16,3 3-14 0,-1-1-5 16,-1 0-18-16,0 0-8 0,4-1-7 15,-1-2-9-15,2-2-11 0,0-2-12 0,1 0-4 16,1-1-8-16,0-7-4 0,0 13-12 15,0-13-8-15,1 7-4 0,-1-7-33 16,0 0-40-16,0 0-33 0,0 0-26 0,0 0-24 16,25-12-12-16,-19 6-22 0,-2 0-15 0,-1-3-13 15,6 2-6-15,-8-3 4 16,3 1 12-16,0 1 7 0,0-1 9 0,-3 3 5 16,-1 6 12-16,4-13 10 0,-2 6 5 15,-2 7 10-15,2-9 7 0,-2 9 8 0,0-12 2 16,0 12 9-16,-2-11 5 0,2 11 4 15,-4-11 2-15,4 11 6 0,-5-8 6 16,1 2 8-16,4 6 15 0,-10-8 26 0,2 5 21 16,8 3 16-16,-16-1 17 0,16 1 13 15,-29 2 14-15,12 4 5 0,-5 0 19 0,-8 6 15 16,-2 5 28-16,-1 2 5 16,-5 8 15-16,-1 2 3 0,3 4-1 0,0 2-10 15,8 1-15-15,6 0-16 0,4-6-11 16,7 1-14-16,6-4-10 0,3-7-14 0,4 3-4 15,7 6-4-15,2-9-9 0,6 4-9 16,7-8-6-16,-2-3-4 0,-1-4-34 0,2-6-38 16,4-1-49-16,-5-2-27 0,7-4-66 15,5-1-61-15,1-2-64 0,-11 2-90 0,-7 2-109 16,-2 0-140-16,-5 1-187 0,0 2 50 16,-10 0 86-16,0 0-573 0,0 0-703 15</inkml:trace>
  <inkml:trace contextRef="#ctx0" brushRef="#br0" timeOffset="79051.08">21145 4586 3689 0,'-6'-4'84'0,"6"4"39"0,-15 0 41 0,15 0 47 0,-16 10 44 16,4-1 33-16,-1 6-11 0,-9 7 14 0,1 2 3 15,5 0-4-15,0 0-5 0,3-3-14 16,5-3-14-16,4-1-13 0,2-1-12 16,2-1-11-16,2-1-10 0,2 0-8 15,4-1-9-15,3-6-87 0,-2 3-107 16,7-6 0-16,-1-2 0 0,0-2 0 0,7-2 0 15,-6-2 0-15,4-1 0 0,0-2 0 16,-1-2 0-16,-3-1 0 0,-1-3 0 0,-4 1 0 16,-5-2 0-16,2-1 0 0,-6-2 0 15,-2 1 0-15,-2 1 0 0,-2-2 0 0,0 3 0 16,-2 0 0-16,-3 8 0 16,1 1 0-16,1 3-250 0,7 2-196 0,-19 2-59 0,7 0-41 15,2 4-79-15,3 1-111 16,0-2-26-16,-4 2 74 0,8-2-548 0,1-1-697 15</inkml:trace>
  <inkml:trace contextRef="#ctx0" brushRef="#br0" timeOffset="79269.48">21202 4691 3286 0,'8'-2'21'0,"-1"1"85"15,-7 1 69-15,0 0 76 0,12 10 78 16,-11-2 72-16,-1 6 16 0,-1 3 10 0,-7 17-5 16,1 6-13-16,-11 12-17 0,2 4-29 15,-6 6-23-15,1 3-31 0,-6 13-31 0,9-14-25 16,-3 0-241-16,1 1-12 15,4-4 0-15,-2-3 0 0,3-6 0 0,0-5 0 16,3-11 0-16,1-5 0 0,3-8 0 16,2-7 0-16,5-1 0 0,-3-5 0 0,2-2 0 15,2-4 0-15,0-4-183 0,0 0-405 16,0 0-142-16,15-24-169 0,-3 7 80 0,8-12 82 16,9-12-703-16,1-1-891 0</inkml:trace>
  <inkml:trace contextRef="#ctx0" brushRef="#br0" timeOffset="79585.42">21522 4761 3882 0,'0'-7'122'15,"-1"1"47"-15,1 6 22 0,-2-7 26 0,2 7 35 0,0 0 53 16,0 0-4-16,0 0 8 16,0 0-11-16,-10 25-14 0,10-14-27 0,-1 3-16 15,1 1-11-15,-3 3-20 0,1-1-17 16,2-1-21-16,0-1-13 0,0 1-17 0,2-2-15 15,1-3-12-15,0 1-100 0,1-2-15 16,3-3 0-16,3-1 0 0,-2-4 0 0,-8-2 0 16,22 0 0-16,-22 0 0 0,23-8 0 15,-7 4 0-15,-7-6 0 0,2 1 0 0,-1-3 0 16,-2-1 0-16,-3-3 0 16,1 1 0-16,-2-3 0 0,-3-1 0 0,-1 0 0 15,2 1 0-15,-2 2-35 0,0 4-231 16,0 2-55-16,-2 1-82 0,2 1-97 15,0 1-125-15,-1 0-192 0,-3 2 43 0,4 5 84 16,0-10-589-16,0 10-738 0</inkml:trace>
  <inkml:trace contextRef="#ctx0" brushRef="#br0" timeOffset="80234.37">21930 4718 3922 0,'-8'6'200'0,"8"-6"24"0,-3 5 40 16,3-5 46-16,0 0 19 0,0 0-6 0,11 7-21 16,-3-6-28-16,-8-1-27 0,20 0-21 15,-4 0-24-15,-3-1-14 0,3-1-25 16,-1-1-13-16,0-3-16 0,2 3-11 16,-3-4-16-16,-1 0-10 0,-1-1-12 0,-5 1-8 15,0-2-19-15,-3 0-12 0,0 2-13 16,-4 3-6-16,0 4-12 0,0 0-22 0,-17-5-5 15,17 5 0-15,-25 9 1 16,8 2 2-16,-9 5-2 0,1 4-3 0,-2 1 4 16,4 1 7-16,0-2 5 0,8-1-8 15,1-4 2-15,5 1-1 0,4-3 7 0,1-1 5 16,0-2 2-16,4-2 7 0,4-1 0 16,0-1 4-16,5-4 7 0,5 2-5 0,-1-6-2 15,6-2 4-15,1-2-20 0,15-5-4 16,0-1 0-16,-1-2 0 0,-2-2 0 0,-1 2 0 15,-5 2 0-15,-3 2 0 0,-4 1 0 16,-3 2 0-16,-3 2 0 0,-2 0 0 0,1 3 0 16,-3-1 0-16,3 1 0 0,-5 0 0 15,-7 2 0-15,17 2 0 0,-11 2 0 16,4-3 0-16,-7 4 0 0,7 0 0 0,-7 1 0 16,4-1 0-16,-4 0 0 0,3 0 0 15,0 0 0-15,-3-1 0 0,-3-4 0 16,10 6 0-16,-10-6 0 0,8 5 0 15,-8-5 0-15,11 2 0 0,-11-2 0 0,14-3 0 16,-5-1 0-16,0 0 0 0,5-2 0 16,-1-2 0-16,-4 2 0 0,3 1 0 0,-3 0 0 15,1 0 0-15,-2 3 0 0,-1-1 0 16,-7 3 0-16,11-3 0 0,-11 3 0 0,14 1 0 16,-14-1 0-16,0 0 0 0,13 5 0 15,-7-1 0-15,-6-4 0 0,10 5 0 0,-6-2 0 16,-4-3 0-16,5 5 0 15,-5-5 0-15,6 6 0 0,-6-6 0 0,3 3 0 16,-3-3 0-16,0 0-575 0,0 0-197 16,0 0-139-16,24-12 77 0,-15 3-900 0,3-2-1167 15</inkml:trace>
  <inkml:trace contextRef="#ctx0" brushRef="#br0" timeOffset="80468.69">23220 4036 4711 0,'-3'-17'14'0,"-3"3"59"0,0 5 34 0,-2 5 31 0,1 0 37 16,7 4 35-16,-21 4 44 0,8 4 18 0,-10 11 5 16,1 10 16-16,-2 11-12 15,5 6-12-15,1 5-20 0,4 6-21 0,0 4-25 16,3 7-20-16,0 2-17 0,0 0-78 16,2-1-88-16,2-4 0 0,1-4 0 0,0-1 0 15,0-15 0-15,3-3 0 0,-1-7-60 16,4-7-183-16,-2-6-60 0,0-6-79 0,0-3-72 15,2-5-70-15,-2-2-68 0,2-3-73 16,0-3-56-16,0 0 48 0,0 0-543 0,0 0-678 16</inkml:trace>
  <inkml:trace contextRef="#ctx0" brushRef="#br0" timeOffset="80599.89">22830 4871 3266 0,'-11'-10'61'0,"-2"-1"90"0,4 4 58 16,4 5 40-16,-3-1 43 0,8 3 55 15,-10-6 16-15,10 6-6 0,0 0-23 0,-7-4-12 0,7 4-18 16,0 0-25-16,0 0-29 15,0 0-23-15,0 0-65 0,0 0-91 0,36 0-125 16,-20-2-117-16,-2 0-148 0,9-4-164 16,10-3-190-16,1 3-110 0,-2-2 70 0,2-4-664 15,3 4-830-15</inkml:trace>
  <inkml:trace contextRef="#ctx0" brushRef="#br0" timeOffset="80833.67">23327 4683 4055 0,'0'0'196'0,"0"0"52"16,-8-9 39-16,8 9 36 0,0 0 37 0,0 0 30 16,0 0 2-16,0 0-24 0,-2 22-24 0,2-10-31 15,0 7-28-15,2-3-28 0,2 7-30 16,-2-2-81-16,-2-1-146 0,0-1 0 16,2 2 0-16,-4-1 0 0,2-1 0 0,-2-1 0 15,0-1 0-15,0-5 0 0,2-3 0 16,-2 1 0-16,2-3-281 0,0-7-151 0,0 0-100 15,0 0-110-15,0 0-148 0,0 0-1 16,-5-19 86-16,3 4-662 0,0-1-820 16</inkml:trace>
  <inkml:trace contextRef="#ctx0" brushRef="#br0" timeOffset="80955.53">23317 4600 3675 0,'0'-14'24'16,"2"2"71"-16,-4 5 39 0,2-1 28 15,0 4 8-15,0 4-7 0,0-12-20 0,0 12-13 16,0-7-20-16,0 7-56 0,0 0-86 15,8-2-139-15,-8 2-173 0,0 0-251 0,0 0-18 16,28 9 73-16,-14-2-333 0,3 4-355 16</inkml:trace>
  <inkml:trace contextRef="#ctx0" brushRef="#br0" timeOffset="81533.85">23708 4691 2918 0,'0'0'385'0,"0"0"6"15,0 0 19-15,0 0 11 0,-34 4 2 16,34-4-22-16,-6 11-38 0,3-2-37 0,-2 3-33 16,3-2-31-16,-1 2-28 0,1 0-44 15,-4 0-40-15,3 0-42 0,-3 2-42 0,-1-1-32 16,4-1-26-16,-3-2-39 0,3-3-32 16,-3-1-20-16,-1 2-10 0,7-8-6 0,-12 0-2 15,12 0 4-15,0 0 10 0,-11-17 8 16,12 5 20-16,-1-3 12 0,8-5 31 0,-3-1 44 15,7-7 29-15,-1 6 39 0,-3 7 25 16,-2 3 11-16,2 3 31 0,-3 0 0 16,3 5-2-16,0 0-8 0,-8 4-14 15,18 0-11-15,-18 0-15 0,22 4-11 16,-9-4-12-16,0 4-73 0,4 2-17 0,1-4 0 16,-2 3-14-16,2-4-107 0,-1-1-30 15,0 2-17-15,1-5-15 0,2-4-5 0,-1 0-5 16,1-5 5-16,4-5 2 0,-1-9 10 15,-2-1 10-15,4-10 0 0,-7-7 3 16,6-4 3-16,-1-9-1 0,-2-7 9 16,1-17-3-16,3-5 22 0,-9 17 11 0,-5 1 20 0,-8 4 34 15,-3 6 24-15,-3 15 34 16,-3 9 24-16,-1 12 32 0,-3 10 43 0,-1 7 42 0,-5 11 48 16,-6 11 54-16,-3 23 42 15,2 13 30-15,1 12 18 0,6 25-11 0,10-13-22 16,10 4-26-16,5 18-29 0,12-5-17 15,3-7-5-15,19-3-170 0,0-9-43 16,5-7 0-16,-10-21 0 0,-4-6 0 0,-5-10 0 16,-8-10 0-16,-6-5 0 0,-1-4 0 15,-3-3 0-15,3-3 0 0,-5-4 0 0,6 0 0 16,-3 0 0-16,-3-2-520 0,0 0-207 16,-9 0-197-16,20 5 81 0,-15-4 92 15,-5-1-754-15,6 11-952 0</inkml:trace>
  <inkml:trace contextRef="#ctx0" brushRef="#br0" timeOffset="82451.24">25123 4894 3958 0,'0'0'131'0,"0"0"67"0,0 0 11 0,3 2 8 0,-3-2 8 0,0 0 14 0,0 0 21 16,0 0-7-16,0 0-16 0,0 0-20 16,19 0-23-16,-19 0-23 0,23-4-18 0,-9-2-19 15,1 0-19-15,0-2-29 16,0 1-20-16,3-5-11 0,-6-3-15 0,1-2-2 0,-4-1-13 15,0-12-3-15,-2-1-4 16,-1 4-4-16,-6 3-1 0,0 4-2 0,-2-3 4 16,-4 3-7-16,1-1 5 0,-2 4-9 15,-5 1 3-15,2 5 2 0,-1 3 0 0,-1 0 0 0,-1 6 3 16,-1 0 6-16,14 2 4 16,-24 10 2-16,11-2-3 0,0 1-4 0,2-3 7 15,8 2-1-15,-1 0 0 0,4-1-1 16,0-7-4-16,16 8 5 0,-1-6-7 0,6-4 4 15,13-4 0-15,4-2-8 0,1-1 1 16,-1 1 3-16,-6 2 2 0,-5 1 10 16,-7 1 12-16,-2 4 19 0,-6 0 13 15,2 4 15-15,-4 1 7 0,0 5-18 0,-1 2-76 16,-3 3 0-16,-3 3 0 0,1-1 0 0,0 1 0 16,-4-1 0-16,1 1 0 0,-1-3 0 15,0-1 0-15,0-1 0 0,5-1-9 16,-3-1-288-16,0-5-104 0,1 1-113 0,-1-2-149 15,-2-5-191-15,11 2 66 0,-11-2 89 16,18-7-650-16,-7 0-804 0</inkml:trace>
  <inkml:trace contextRef="#ctx0" brushRef="#br0" timeOffset="82833.85">25993 4496 4127 0,'-8'-11'212'0,"8"11"25"0,0 0 41 0,0 0 40 0,0 0 17 0,0 0-8 16,0 0-29-16,0 0-27 0,0 0-26 16,0 0-37-16,20 17-14 0,-13-12-27 15,4-3-29-15,1 0-33 0,-12-2-36 0,22 1-29 16,-8-2-32-16,-3-3-18 0,3-1-9 16,-3-1-10-16,0-1-4 0,0-2-11 0,-6 0 1 15,1-1-4-15,-4 0-1 16,-2 1-4-16,-4 1 2 0,-2-1-4 0,-3 2-7 0,-5 3 1 15,-2 3 2-15,-6 2 12 16,-3 5 2-16,-9 5 6 0,4 1 5 0,-1 6 18 16,6 1 26-16,2 1 30 0,5 4 14 15,6-6 15-15,4 1 2 0,8-4 4 0,0 1-4 16,4-1-7-16,3 3-4 0,4-3-7 16,2-1-4-16,2-4-26 0,6-3-29 0,0-1-45 15,-2-2-53-15,3-4-60 0,5-2-71 16,0-2-78-16,9-4-86 0,-1-4-97 15,1-1-147-15,6-10-93 0,-1-3 63 0,-4-2-564 16,-3-3-699-16</inkml:trace>
  <inkml:trace contextRef="#ctx0" brushRef="#br0" timeOffset="83099.73">26943 2946 3714 0,'-16'-11'131'15,"3"6"27"-15,-1 0 24 0,3 3 35 16,11 2 34-16,-29 16 32 0,10 11 16 0,-4 23 18 16,3 15 4-16,-5 25-7 0,3 14-2 15,6 8-13-15,-4 7-15 0,4 17-23 0,-6 7-18 16,3 9-22-16,-10 41-17 0,6-43-24 16,-3-6-180-16,-9-3 0 0,3-6 0 15,-8-7 0-15,1-14 0 0,3-5 0 0,-3-13 0 16,5-14 0-16,9-23 0 0,8-10-163 15,-4-8-95-15,11-15-53 0,3-10-77 16,2-10-77-16,7-4-87 0,-2-2-100 0,0 0-111 16,23-27 56-16,-1-4-630 0,1-8-794 15</inkml:trace>
  <inkml:trace contextRef="#ctx0" brushRef="#br0" timeOffset="83351.28">26638 4354 3515 0,'3'-9'-12'0,"-3"2"53"0,4 1 47 16,-4 6 33-16,9-4 34 16,-9 4 16-16,0 0 11 0,0 0-2 0,29 11 5 15,-22-2-2-15,2 2 0 0,-2 1-1 16,0 1 1-16,-5 1 18 0,2 2 9 16,-8 1 0-16,1 3-13 0,-7-1-5 0,-5 7-11 15,-2-2-19-15,-4-3-15 0,3-7-30 16,3-2-17-16,0-3-24 0,0-1-59 0,3-6-73 15,1 0-61-15,11-2-84 0,-20-4-109 16,11-2-134-16,6-5-176 0,1-1-156 0,2-2 73 16,3-2-637-16,7-2-796 15</inkml:trace>
  <inkml:trace contextRef="#ctx0" brushRef="#br0" timeOffset="83852.27">27182 4590 3889 0,'0'0'165'0,"-13"-4"25"0,13 4 14 0,-13-4 11 15,13 4 6-15,-12-2-8 0,12 2-21 16,0 0-22-16,-7-4-15 0,7 4-21 0,0 0-40 16,0 0-32-16,0 0-36 15,0 0-29-15,21-9-16 0,-16 3-7 0,-5 6-6 16,11-12 5-16,-5 4 2 0,1-1 2 15,-6-3 4-15,3 1 7 0,-2-2 4 0,-2-1 0 16,-2-2 8-16,0-2-1 0,-3-5 5 16,-6-6 0-16,-1 1 3 0,-4 2 1 0,1 0 5 15,-3 3 8-15,6 6 7 0,-2 4 6 16,3 5-5-16,1 0-6 0,-2 3-3 16,5 5 1-16,7 0-3 0,-18 0-2 0,18 0 0 15,-13 5-3-15,13-5 2 0,-3 8-3 16,3-8 0-16,0 0-2 0,21 12-3 15,-8-8-16-15,6-3-12 0,4-1-10 16,3-1 4-16,13-3 3 0,-8 1 0 0,-7 2 11 16,-3 1 25-16,-4 0 25 0,2 3 35 15,-3 2 50-15,-5 4 30 0,-2 1 31 0,-4 3 20 16,-2 7 8-16,-3-1-12 0,-2 7-15 16,1 9-16-16,-4 1-19 0,1 0-15 0,2 0-15 15,1-6-11-15,1-4-16 0,0-3-30 16,1-2-39-16,1-2-55 0,2-4-64 15,1 0-70-15,0-4-66 0,4 2-69 0,1-6-97 16,2-3-123-16,1-3-166 0,0-2-109 16,6-5 76-16,0 0-705 0,12-10-876 15</inkml:trace>
  <inkml:trace contextRef="#ctx0" brushRef="#br0" timeOffset="84233.86">27733 4278 4081 0,'-8'6'131'0,"4"2"47"15,3-4 40-15,1-4 50 0,1 17 58 0,1-11 14 16,4 3 4-16,2-3-21 0,1 2-32 16,7 0-29-16,-3-3-28 0,2 0-21 15,2-1-21-15,-1-3-22 0,1-1-23 16,0-1-33-16,2-1-31 0,-2-1-28 0,0-2-14 15,-1-3-32-15,-4 0-22 0,1 0-11 16,-6-5-17-16,-2 3-17 0,-1 2-8 0,-4-5 4 16,-4 1 2-16,-5 2 3 0,-5 1 4 15,-2 1 6-15,-7 4 4 0,-1 4 3 0,-13 4 7 16,1 6 1-16,0 5 20 0,-5 5 3 16,9 1 12-16,5 2 15 0,5 3 11 15,2 1 10-15,5 2 5 0,9-5-6 0,4 0 0 16,2-5-1-16,4 3-8 15,2-3-6-15,5 0-39 0,0-1-44 0,7-7-70 16,0 1-78-16,7 1-85 0,2-7-112 16,-2 0-124-16,4-6-164 0,-2 0-72 0,-1-4 72 15,10-2-625-15,0 1-776 0</inkml:trace>
  <inkml:trace contextRef="#ctx0" brushRef="#br0" timeOffset="84700.52">28166 4233 3916 0,'-12'2'91'0,"-1"1"47"0,2 2 44 0,1 7 46 16,-2-3 31-16,5 3 20 15,-3 0-16-15,4 3-24 0,3 1-21 0,-1-1-18 16,4-1-19-16,-2-2-22 0,2-1-15 16,2 2-14-16,0-1-15 0,0-2-9 0,0-3-9 15,-1 2-10-15,-1-2-15 0,0-7-10 16,6 8-7-16,-6-8-8 0,5 5-22 0,-5-5 5 15,0 0-23-15,0 0-3 0,0 0-13 16,18-11-12-16,-12 4-6 0,2-3 4 16,1 2 1-16,0 0 8 0,3-1-3 0,-1 1 2 15,-1 1 5-15,-2 1 29 0,1 2 18 16,-1-1 8-16,-8 5 7 0,15-4 2 0,-15 4 5 16,0 0 14-16,21 9 0 15,-16-2-8-15,2 1-9 0,-2 1-1 0,1 1-9 16,1 2-2-16,-3-2-8 0,0 1-3 15,2-1-2-15,-2 0-4 0,-1 0-4 0,1-1-3 16,0-2-22-16,-1-1-12 0,-3-6-15 16,9 9-14-16,-4-5-22 0,-5-4-31 0,11 3-20 15,-11-3-14-15,14-2-5 0,-14 2-18 16,21-1-23-16,-21 1-25 0,19-4-13 16,-8 3-32-16,1-3 2 0,-3 2 16 15,2-1 23-15,1 1 9 0,-2-1 1 0,-1-3-12 16,1 3-19-16,-3-2-33 0,1-2-47 0,-3-1-57 15,6-5-109-15,-6 0-111 16,2-4 38-16,7-13-263 0,5 0-295 0</inkml:trace>
  <inkml:trace contextRef="#ctx0" brushRef="#br0" timeOffset="84933.31">28810 3551 2145 0,'9'-46'-4'0,"-3"8"54"0,-4 7 27 0,-2 11 37 15,0 2 21-15,2 7 11 0,-2 0 21 0,-2 6 13 16,2 5 28-16,0 0 23 0,0 0 19 15,0 0 1-15,-15 42 4 0,11-7 3 0,2 8 13 16,0 12 13-16,2 6 15 0,0 8-7 16,2 5-19-16,-2 3-23 0,0 2-24 15,-6-1-19-15,3 0-19 0,-7-3-23 16,0-3-41-16,-3-3-53 0,0-5-70 0,0-8-69 16,1-3-66-16,2-13-64 0,1-6-67 15,5-6-75-15,0-9-61 0,0-3-77 16,4-5-85-16,-2-5-118 0,4 0 40 0,-2-6-497 15,0 0-605-15</inkml:trace>
  <inkml:trace contextRef="#ctx0" brushRef="#br0" timeOffset="85117.45">28659 4350 3088 0,'-19'-16'170'0,"2"7"98"0,-1 3 58 16,7 0 65-16,-1 4 37 0,3 0 36 16,9 2-3-16,0 0 3 0,0 0-13 15,0 0-39-15,0 0-41 0,0 0-37 16,0 0-33-16,32 16-41 0,-10-16-258 0,5 0-2 15,7-6 0-15,2 0 0 0,0-4 0 16,1 3-178-16,-9 3-210 0,7-4-138 16,-10 2-126-16,-5 0-225 0,-4 4 73 0,-7-1 91 15,-9 3-666-15,0 0-831 0</inkml:trace>
  <inkml:trace contextRef="#ctx0" brushRef="#br0" timeOffset="98265.8">16306 8623 1045 0,'4'-5'426'0,"-4"5"-116"0,7-11-67 0,-6 7-17 0,-1 4 10 0,2-9 13 15,0 4 1-15,0 0 2 0,-2 5 14 16,2-10 9-16,-2 10-7 0,2-8 0 16,-2 8-1-16,1-9-2 0,-1 9-1 15,0 0-8-15,0-8-2 0,0 8-17 0,0 0-18 16,0 0-13-16,2-10-16 0,-2 10-8 15,0 0-18-15,0 0-16 0,0 0-16 0,0 0-12 16,0 0-15-16,0 0-13 0,0 0 2 16,0 0-10-16,-21 25-1 0,12-7 5 0,-9 11 12 15,2 2 4-15,-8 6-7 0,0 3-6 16,-1-1-56-16,2 0-35 0,4-5 0 16,2-5 0-16,2 1 0 0,2 1 0 15,1-3 0-15,1-6 0 0,1-3 0 0,6-4 0 16,-2-3 0-16,4-2 0 0,-5 1 0 0,5-3 0 15,0 2 0-15,1-4 0 16,-3 0 0-16,2-2 0 0,-3 1 0 0,5-5 0 16,0 0 0-16,-7 10 0 0,7-10-4 15,0 0-378-15,0 0-99 0,0 0-101 0,-9-17-107 16,9 7-149-16,3-4 71 0,7-5-746 16,2-6-958-16</inkml:trace>
  <inkml:trace contextRef="#ctx0" brushRef="#br0" timeOffset="98497.21">16261 8578 4125 0,'2'-16'-27'0,"0"3"64"0,0 3 52 16,-2 2 32-16,0 1 28 0,0-1 17 15,0 8-7-15,1-6-18 0,-1 6 17 16,0 0 36-16,0 0 6 0,29 16-9 16,-9 5-8-16,-2 4-22 0,5 0-12 0,0 5-1 15,6 2-28-15,-9-5-3 0,1 2-8 16,1-1-6-16,-8-1-28 0,4 0 4 0,-3-4-3 15,-1-4-29-15,-3-1 13 0,-6-7-10 16,3 1-37-16,-2-3-39 0,1 0-39 16,-3-1-54-16,4-3-74 0,-7-1-108 0,3 2-120 15,-4-6-145-15,0 0-210 0,0 0 60 16,-7 9 77-16,7-9-508 0,0 0-613 0</inkml:trace>
  <inkml:trace contextRef="#ctx0" brushRef="#br0" timeOffset="98697.61">16317 8936 3603 0,'-13'-1'287'0,"4"-2"34"16,9 3 28-16,0 0 2 0,-14-2 11 0,14 2-12 15,0 0-27-15,0 0-26 0,0 0-34 16,-3-3-27-16,3 3-24 0,0 0-20 0,0 0-18 16,23-8-29-16,-23 8-63 0,25-4-68 15,-14 2-97-15,6 0-117 0,-4-2-139 0,1 0-139 16,3 2-158-16,-3 0-186 0,-3-3 82 15,-4 3 77-15,0 0-561 0,-7 2-688 16</inkml:trace>
  <inkml:trace contextRef="#ctx0" brushRef="#br0" timeOffset="99031.38">17165 8715 3441 0,'0'0'101'0,"-12"0"54"0,12 0 47 15,0 0 50-15,0 0 57 0,0 0 46 0,-15-1 20 16,15 1 6-16,0 0-1 0,0 0-13 15,0 0-18-15,0 0-17 0,-5-11-41 0,5 11-32 16,16-10-23-16,-3 3-27 0,6-3-26 16,6-5-169-16,4 1-14 0,-1 2 0 0,-5 4 0 15,-4-1 0-15,-3 6-136 0,-5-3-220 16,0 3-131-16,-3 0-136 0,1 1-194 16,-9 2-8-16,15-2 86 0,-15 2-692 15,0 0-882-15</inkml:trace>
  <inkml:trace contextRef="#ctx0" brushRef="#br0" timeOffset="99282.42">17118 8791 4183 0,'-11'6'174'16,"5"-4"34"-16,6-2 34 0,-11 3 29 16,11-3 23-16,0 0 15 0,0 0-1 0,0 0 12 15,0 0-9-15,0 0-26 0,0 0-25 16,39 2-23-16,-12-5-29 0,7-1-32 0,2-4-18 15,-7 4-17-15,-6 0-35 16,-2 0-106-16,-4 0 0 0,1 1 0 0,-7 0 0 16,3 1 0-16,-3 0 0 0,-11 2 0 15,15-1 0-15,-15 1 0 0,11-4 0 0,-11 4-8 16,0 0-334-16,0 0-116 0,0 0-115 16,0 0-154-16,0 0-120 0,0 0 78 0,0 0-750 15,-37 7-965-15</inkml:trace>
  <inkml:trace contextRef="#ctx0" brushRef="#br0" timeOffset="100932.63">16285 8702 3946 0,'5'-6'-101'0,"-5"6"51"0,2-6 48 0,-2 6 41 16,3-11 33-16,-1 5 34 0,0-2 34 15,0 4 27-15,0-5 18 0,-1 2 8 16,1 0 5-16,0 1 8 0,-2 6-5 0,2-11 2 15,-2 11-3-15,0-8-7 0,0 8-16 16,0-10-15-16,0 10-9 0,0 0-20 16,2-8-15-16,-2 8-12 0,0 0-9 15,0 0 5-15,0 0 12 0,0 0 9 0,-22 30 15 16,4-1 13-16,-5 9 8 0,-4 6 8 16,-3 5-12-16,-12 19 1 0,-1 6-72 0,-3-3-84 15,0-1 0-15,6 1 0 0,7-16 0 16,5 0 0-16,1-4 0 0,5-5 0 0,2-3 0 15,9-8 0-15,-1-4 0 0,5-8 0 16,1-3 0-16,3-5 0 0,-4-3 0 16,3 0 0-16,3-5 0 0,-3 3 0 0,0-3 0 15,2-2 0-15,2-5 0 0,-1 10 0 16,1-10 0-16,0 0 0 0,0 0 0 16,0 0 0-16,0 0 0 0,0 0 0 0,0-29 0 15,3 17 0-15,5-8 0 0,0 1-350 16,5-10-391-16,4 0-207 0,0-4 84 0,8-8 91 15,4-1-763-15,1-1-979 0</inkml:trace>
  <inkml:trace contextRef="#ctx0" brushRef="#br0" timeOffset="101296.67">16474 8524 4433 0,'6'-16'-11'0,"0"4"59"15,-5 3 58-15,1 1 60 0,0 1 45 0,0 0 44 16,-2 7 1-16,0 0 4 0,-2-14-14 16,2 14-24-16,0 0-23 0,0-7-27 0,0 7-1 15,0 0 54-15,0 0 1 0,16 38 4 16,-7-6 7-16,10 11 3 0,2 3-5 16,0 5-171-16,2 2-64 0,4 2 0 15,0 1 0-15,-1 0 0 0,2 0 0 0,-1-1 0 0,0-4 0 16,-2-5 0-16,-4-4 0 0,-6-11 0 15,0-2 0-15,-5-7 0 0,-3-7 0 16,0-1 0-16,-4-2 0 0,3-3 0 16,-3-1 0-16,-1-1 0 0,2 0 0 0,0-4 0 15,-4-3 0-15,2 5 0 0,-2-5 0 16,0 0 0-16,0 0 0 0,0 0 0 0,0 0 0 16,-13-15 0-16,7 10 0 0,-2-2-385 15,0 2-379-15,-5-5-175 0,0 3 78 0,2-3 98 16,-3-2-760-16,3 3-969 0</inkml:trace>
  <inkml:trace contextRef="#ctx0" brushRef="#br0" timeOffset="101848.38">16466 8973 3995 0,'-22'-4'-8'0,"1"1"61"0,-2 1 40 15,-1 2 45-15,2-1 48 0,-1 1 48 0,2 0 57 16,3-2 20-16,0 4 22 0,3-4 7 15,1 2-8-15,14 0-11 0,-21 0-21 16,21 0-14-16,-17 0-22 0,17 0-18 0,0 0-12 16,0 0-9-16,0 0-208 0,0 0-17 15,52-17 0-15,-7 11 0 0,16-4 0 0,10 0 0 16,5-2 0-16,3 0 0 0,-2-2 0 16,-5 3 0-16,-8 3 0 0,-18 0 0 15,-9 2 0-15,-10 2 0 0,-6 0 0 0,-8 0 0 16,-4 0 0-16,-9 4 0 0,0 0 0 15,0 0 0-15,-54 0 0 0,10 6 0 0,-14 1 0 16,-3-2 0-16,-1 6 0 0,-1-5 0 16,2 2 0-16,6 0 0 0,11-4 0 0,4 4 0 15,1-3 0-15,14-1 0 0,3-4 0 16,5 4 0-16,2-2 0 0,3 0 0 16,5-2 0-16,-3 2 0 0,10-2 0 0,0 0 0 15,0 0 0-15,0 0 0 0,0 0 0 16,42-12 0-16,-6 5 0 0,7-1 0 0,-4 0 0 15,6 2 0-15,-9 0 0 0,-10 3 0 16,-5 0 0-16,-6 0 0 0,-3 1 0 16,-7 4 0-16,-5-2 0 0,0 0 0 0,0 0 0 15,-36 15 0-15,0-3 0 0,-2-2 0 16,0-1 0-16,3-1 0 0,3 2 0 0,10-3 0 16,2-3 0-16,7-1 0 0,-1 0 0 15,5-1 0-15,-1 0 0 0,5 0 0 0,5-2 0 16,0 0 0-16,0 0 0 0,0 0 0 15,0 0 0-15,0 0 0 0,0 0 0 0,0 0 0 16,0 0-344-16,26-14-666 0,-14 7 83 16,1 2 92-16,2-2-891 0,4-3-1159 15</inkml:trace>
  <inkml:trace contextRef="#ctx0" brushRef="#br0" timeOffset="103029.88">16726 8424 4415 0,'5'-9'-157'0,"-1"2"63"0,-2 2 64 16,-2-2 64-16,0 7 45 0,-8-15 44 0,-1 8 28 15,-3-3 23-15,-3 2 7 0,-2-1 2 16,-3 0-1-16,-15-3 2 0,2 1-6 0,1 2-5 16,-4-2-3-16,0 2-4 0,-2 5 1 15,-3-4-14-15,3 4-3 0,-1 2-17 0,-4 2-8 16,1 4-10-16,-3 0-12 0,-1 3-11 16,-8 3 2-16,0 6-8 0,4-1-13 0,-4 6 7 15,9-1-10-15,1 5-2 0,2 4-8 16,2 3-6-16,-4 4-4 0,6 3-2 15,2 1 5-15,1 3 1 0,8 4-6 0,-7-1 2 16,8 5 0-16,3 4 1 0,2 0 1 16,3 5-52-16,0 0 0 0,7 0 0 15,1-1 0-15,6 2 0 0,6-3 0 0,2 0 0 16,1-1 0-16,7-2 0 0,1-6 0 16,6 0 0-16,5-6 0 0,2-4 0 0,7-4 0 15,5-6 0-15,5-4 0 0,9-4 0 16,3-5 0-16,4-4 0 0,8-5 0 0,-3-3 0 15,5-2 0-15,-2-6 0 0,5 0 0 16,-3-5 0-16,-5-5 0 0,1 0 0 0,-8-1 0 16,-1-6 0-16,-6 1 0 15,-3-4 0-15,-7 2 0 0,0-6 0 0,-6 0 0 16,0-1 0-16,-1-4 0 0,-5-2 0 16,-1-2 0-16,0-7 0 0,2-4 0 0,-4-1 0 15,-2-6 0-15,-5 2 0 0,3-8 0 16,-4 1 0-16,2-1 0 0,-7-1 0 0,-2 1 0 15,-5 0 0-15,-1 5 0 0,-6 9 0 16,-2 3 0-16,-1 3 0 0,-3 2 0 0,-2 0 0 16,1 5 0-16,-5 2 0 0,-1 2 0 15,0 0 0-15,-4 1 0 0,-2 1 0 0,0 0 0 16,-12-4 0-16,1 3 0 0,-4 3 0 16,0 2 0-16,4 7 0 0,-18-2 0 15,8 9 0-15,-4 3 0 0,1 0 0 16,-5 4 0-16,-2 3 0 0,3 2 0 0,-12 2 0 15,4 2 0-15,2 2 0 0,-1 3 0 16,1 2 0-16,0 3 0 0,3 4 0 0,4 1 0 16,1 4 0-16,5 4 0 0,-2 0 0 15,3 10 0-15,2 0 0 0,5 4 0 0,0 1 0 16,1 3 0-16,6-1 0 0,4 2 0 16,3 0 0-16,3 0 0 0,2-2 0 15,6-4 0-15,-2 9 0 0,8-9 0 16,1 2 0-16,2 2 0 0,2 11 0 0,1-5 0 0,8 3 0 15,0-3 0-15,2-2 0 0,0-2 0 16,2 1 0-16,5-6 0 0,-2-1 0 16,5-1 0-16,4-3 0 0,0-4 0 15,1-2 0-15,8-3 0 0,0-3 0 0,7-2 0 16,0-2 0-16,5-5 0 0,3-3 0 16,5-4 0-16,3-1 0 0,-9-7 0 0,12 0 0 15,5-6 0-15,-1-2 0 0,-3-5 0 16,-2-3 0-16,-2-3 0 0,-3-4 0 0,-4-3 0 15,-3-1 0-15,-5-2 0 16,-3-4 0-16,1-2 0 0,-1-4 0 0,-3 1 0 16,-2-5 0-16,-4-5 0 0,0 0 0 15,-1-2 0-15,-4 0 0 0,-3-1 0 0,-2 0 0 16,-8 3 0-16,0 2 0 0,-3 6 0 16,-7-1 0-16,-4-2 0 0,-2-2 0 0,-9-9 0 15,-5 0 0-15,-6-2 0 0,-4-1 0 16,-7 2 0-16,-4 4 0 0,-1 0 0 0,-3 4 0 15,-2 6 0-15,-2 5 0 0,2 5 0 16,-5 6 0-16,-2 8 0 0,6 7 0 0,-4 6 0 16,-1 4 0-16,-10 10 0 15,2 5 0-15,0 3 0 0,-1 2 0 0,3 7 0 0,1 1 0 16,3 2 0-16,7-1 0 16,6-3-793-16,10-7-199 0,4-2 104 0,10-3-989 0,6-2-1300 15</inkml:trace>
  <inkml:trace contextRef="#ctx0" brushRef="#br0" timeOffset="103896.72">16231 8744 4765 0,'5'-8'-256'0,"-1"-1"54"0,1 3 55 0,-1-1 63 16,2-2 65-16,-4 2 67 0,2 1 40 15,0-3 30-15,-1 2 24 0,-1 0 25 0,-2 7 17 16,8-10 14-16,-6 5 18 16,-2 5 14-16,1-9-1 0,-1 9 0 0,2-7-21 15,-2 7-16-15,0 0-13 0,0 0-17 0,0 0-24 16,0 0-11-16,0 0 7 0,0 0 15 16,-11 38-1-16,-2-4-5 0,-4 12 11 15,-5 6-15-15,6 1 0 0,-7 7 6 0,1-3-17 16,0-1-128-16,3-3 0 0,-1-3 0 15,6-5 0-15,2-9 0 0,2-7 0 0,3-5 0 16,2-7 0-16,-1-1 0 0,3-5 0 16,-1-2 0-16,3 2 0 0,-3-5 0 15,2 1 0-15,2-7 0 0,0 0 0 0,0 0 0 16,0 0 0-16,0 0 0 0,7-26 0 16,4-3 0-16,0-3 0 0,6-14 0 15,4-6 0-15,4-5 0 0,0-5 0 0,9-18 0 16,2-2 0-16,2 2 0 0,0 9 0 0,-9 18 0 15,3 5 0-15,-5 8 0 0,-7 11 0 16,-4 5 0-16,-5 7 0 0,-2 1 0 16,2 6 0-16,-6 2 0 0,1-1 0 0,-3 7 0 15,-3 2 0-15,0 0 0 0,25 24 0 16,-11 3 0-16,-1 4 0 0,7 9 0 0,2 3 0 16,-1 2 0-16,2-1 0 0,2 0 0 15,2-1 0-15,-1-2 0 0,0-2 0 16,-1-3 0-16,-7-11 0 0,0-3 0 0,-4-4 0 15,-3-5 0-15,-3-2 0 0,-2-3 0 16,2-1 0-16,-5-2 0 0,1 0 0 16,0 0 0-16,-4-5 0 0,5 5 0 0,-5-5 0 0,0 0 0 15,0 0 0-15,0 0 0 16,0 0 0-16,-11-18 0 0,4 13 0 0,-11-2 0 16,-3 2 0-16,-13-2 0 0,-8 3 0 15,-4 4 0-15,-3 4 0 0,-14-1 0 0,0 6 0 16,6-1 0-16,9-3 0 0,7 4 0 15,3-1 0-15,7-2 0 0,10 0 0 0,3-4 0 16,2 1 0-16,4 1 0 16,1-2 0-16,0 0 0 0,0-1 0 0,4 2 0 0,7-3 0 15,-13 0 0-15,13 0 0 16,-10 2 0-16,10-2 0 0,0 0 0 0,-7 2 0 16,7-2 0-16,0 0-1043 0,0 0 90 15,0 0-1154-15,21-16-1517 0</inkml:trace>
  <inkml:trace contextRef="#ctx0" brushRef="#br0" timeOffset="104496.61">16434 8851 6041 0,'-42'-8'-130'0,"1"4"24"0,-7 0 41 0,0 4 56 16,2-2 61-16,5 0 55 0,10 2 42 0,6-3 16 15,8 3-8-15,2 0-20 16,7 0-11-16,8 0-8 0,4-13-12 0,20-5-12 0,30-7-12 15,32-13-10-15,14-8-13 0,19-6-11 16,5 0-3-16,32-24 2 0,-40 24-19 16,-9-8 1-16,-10 9 2 0,-14 1-15 15,-19 4 7-15,-26 11-5 0,-15 8-8 0,-15 8 2 16,-12 7-6-16,-16 9-1 0,-27 4-2 16,-29 15 13-16,-39 22-8 0,-9 15 2 0,-36 30 17 15,10 9 4-15,5 3-1 0,10 2-4 16,40-23 2-16,11-4 3 0,12 1 1 15,14-8 1-15,24-13-3 0,18-3 6 0,16-7-11 16,18 2 8-16,16-11-6 0,13-4 1 0,14-7-7 16,16-9-1-16,11-11 2 0,23-5 0 15,10-7-3-15,3-9 2 0,-2-11-9 16,-4-2 3-16,-9-3-5 0,-12-3-4 16,-21 1 6-16,-25 6 7 0,-14-2-9 0,-10 2-2 15,-18 2 1-15,-11 2-3 0,-19-11-3 16,-11 1-2-16,-20 1 0 0,-24-2-2 0,-4 10-3 15,10 8 0-15,-3 8-2 0,-3 5-3 16,6 8-29-16,0 3-26 0,6 8-53 0,6 4-60 16,8 1-88-16,3 2-123 0,15-3-122 15,5 3-159-15,6-5-164 0,6 1 81 0,4-4-720 16,1 1-919-16</inkml:trace>
  <inkml:trace contextRef="#ctx0" brushRef="#br0" timeOffset="106313.78">15573 11221 2111 0,'-4'-11'242'0,"0"-1"-3"0,1 0 15 16,-1 4 35-16,-1-2 2 0,2 1-3 16,-1-2-7-16,-2-1-9 0,3 4 3 15,-3-1 7-15,4 0 10 0,1 3-27 0,1 6-20 16,-7-8-32-16,7 8-22 0,0 0 20 16,0 0 39-16,0 0 3 0,-17 34 1 0,14-1 1 15,-4 5 2-15,5 7 8 0,1 2-6 16,-3 11-102-16,2 1-157 0,0-12 0 0,4 1 0 15,-2-3 0-15,0-2 0 0,0-6 0 16,0-5 0-16,2-9 0 0,-2-3 0 16,0-3 0-16,2-4 0 0,-2 0 0 15,0-2 0-15,2-2 0 0,-2-1 0 0,0-8 0 16,0 0 0-16,0 0 0 0,0 0 0 0,0 0 0 16,5-22 0-16,0 0 0 0,-2-17 0 15,7-3 0-15,-3-15 0 0,5-1 0 16,-1-4 0-16,3-2 0 0,-1 4 0 0,-2 3 0 15,1 3 0-15,-5 18 0 0,3 4 0 16,-7 8 0-16,4 3 0 0,-3 7 0 0,-3 2 0 16,3 1 0-16,0 3 0 0,-1 5 0 15,-3 3 0-15,0 0 0 0,25 15 0 16,-3 2 0-16,-2 6 0 0,3 3 0 16,9 8 0-16,-1-1 0 0,-1 1 0 0,3-1 0 15,-3-3 0-15,-7-7 0 0,0-2 0 16,-6-7 0-16,-1 1 0 0,-7-7 0 0,0 0 0 15,1-1 0-15,0-4 0 0,-1-3 0 16,-9 0 0-16,30-12 0 0,-5-5 0 0,0-8 0 16,8-4 0-16,-5-6 0 0,3-1 0 15,-3-1 0-15,-3 0 0 0,-4 8 0 0,-6 3 0 16,-2 9 0-16,-3 5 0 0,-2 0 0 16,-3 7 0-16,-1 1 0 0,-4 4 0 0,0 0 0 15,10 25 0-15,-4-4 0 16,-3 12 0-16,1 6 0 0,2 0 0 0,-1 15 0 15,4-3 0-15,2 1 0 0,0-7 0 16,1-3 0-16,-5-9 0 0,4 1 0 0,1-4 0 16,-3-8 0-16,-3-4 0 0,-1-3 0 15,0-5 0-15,1 2 0 0,-4-6 0 0,1 3 0 16,-1-3 0-16,2-1 0 0,-4 1 0 16,0-6 0-16,0 0 0 0,3 7 0 0,-3-7 0 15,0 0 0-15,0 0 0 0,0 0 0 16,0 0 0-16,0 0-35 0,-14-20-1029 0,14 13 95 15,0 7 107-15,0-12-927 0,3 0-1219 16</inkml:trace>
  <inkml:trace contextRef="#ctx0" brushRef="#br0" timeOffset="106613.64">16985 11337 5255 0,'-15'-2'51'0,"0"2"52"0,5-3 65 0,10 3 86 16,-15-3 58-16,15 3 29 0,-10-2 2 15,10 2-43-15,-4-6-32 0,4 6-29 16,0 0-25-16,34-15-23 0,-11 10-39 0,13-3-152 15,1 2 0-15,1 0 0 0,0 2 0 16,-6 0 0-16,-5 3-191 0,-4 1-215 0,-1 0-128 16,-2 0-133-16,-3 1-216 0,-2-1 73 15,-6 4 86-15,0 0-628 0,-6 1-808 16</inkml:trace>
  <inkml:trace contextRef="#ctx0" brushRef="#br0" timeOffset="106812.19">17065 11522 4061 0,'-15'7'140'0,"7"-1"48"0,0-3 48 0,3-1 67 16,5-2 59-16,-8 6 17 0,8-6 0 16,0 0-10-16,0 0-14 0,0 0-21 0,0 0-33 15,27 5-34-15,-10-5-25 0,2 0-22 16,4 0-165-16,3 0-55 0,3-1 0 0,-1-1 0 16,-3 2 0-16,-2 0 0 0,-3-2-143 15,-3 2-183-15,-5-2-104 0,0 1-89 0,0-3-112 16,-2 1-199-16,-7-2 43 0,3 0 78 15,-2 0-589-15,-4 5-756 0</inkml:trace>
  <inkml:trace contextRef="#ctx0" brushRef="#br0" timeOffset="108080.32">20038 9604 3411 0,'5'-12'-114'0,"1"1"51"0,-2 1 49 16,-2 3 43-16,0-1 39 0,2 1 45 16,-4 0 37-16,2 2 25 0,-2 5 1 0,2-12-12 15,-2 8-21-15,0 4-12 0,0 0 16 16,0 0 20-16,-22 18 9 0,11-1 6 15,-5 10 10-15,0 4 7 0,-2 1 22 0,5 3-16 16,-6 6-12-16,2 2-9 0,3-9-21 16,3 2-8-16,-1 0-21 0,1 0 5 15,2-2-10-15,4-3-12 0,-6-6-12 0,8-4-9 16,-7-1-9-16,9-5-6 0,-3-1-13 16,-3-2-9-16,6-2-5 0,-1-1-2 0,0-3-15 15,2 0-29-15,0-6-47 0,0 0-80 16,0 0-72-16,0 0-77 0,0 0-90 15,17-21-72-15,-5 4-73 0,5-9-61 0,3-4-147 16,5-8-5-16,2-1 76 0,2-3-442 16,-4 1-552-16</inkml:trace>
  <inkml:trace contextRef="#ctx0" brushRef="#br0" timeOffset="108328.42">20177 9525 2798 0,'8'-16'-40'16,"-3"3"46"-16,1 3 51 0,-3 2 46 15,-1 2 36-15,3 1 18 0,-3-1-11 0,-2 6-15 16,0 0 67-16,0 0 34 15,16 17 12-15,-4 3 13 0,1 9 4 0,5 1 13 16,-2 11-4-16,8 2-9 0,-3-3-24 16,-1 3-15-16,1-2-23 0,-5-10-37 0,4 10-18 15,-2-10-7-15,-3-4-16 0,0 0-12 16,-2-1-6-16,-1-6-12 0,0-3-11 0,-5-5-6 16,-2-4-11-16,4 2-31 0,-6-3-34 15,1-1-51-15,2 0-54 0,-3 0-107 0,-3-6-126 16,8 0-112-16,-8 0-104 0,0 0-181 15,0 0-3-15,0 0 85 0,4-14-506 16,-4 14-626-16</inkml:trace>
  <inkml:trace contextRef="#ctx0" brushRef="#br0" timeOffset="108528.6">20226 9965 3215 0,'-18'-3'27'0,"-2"-1"77"0,7 2 54 15,1-1 57-15,3 3 48 0,9 0 33 16,-14-3 25-16,14 3-20 0,-7-5-13 0,7 5-25 15,0 0-21-15,0 0-25 0,21-12-23 16,0 8-16-16,3 2-19 0,5 1-17 0,14-3-15 16,-4-1-51-16,-5 3-66 0,-5 2-77 15,-6 0-75-15,-2 0-108 0,-2 0-112 0,-3 2-67 16,-5 2-74-16,-2-1-146 16,-4 2-42-16,-4 2 74 0,-2 4-433 0,-8 4-522 0</inkml:trace>
  <inkml:trace contextRef="#ctx0" brushRef="#br0" timeOffset="108896.14">19968 10981 3168 0,'-2'-13'140'0,"-2"5"42"16,2 3 37-16,2 5 26 0,-3-9 8 16,3 9-18-16,0-6-23 0,0 6 3 0,0 0 53 15,0 0 11-15,7 23-2 0,-3-7-12 16,-3 6-10-16,5 0-8 0,-4 2-23 0,1 2-16 15,-3-1-25-15,2 2-15 0,-2-1-19 16,0-3-12-16,2 1-17 0,-2-5-12 0,0 0-26 16,-2 0-44-16,2-6-57 0,-2 1-61 15,2-2-81-15,0 0-76 0,0-3-80 16,-1-1-114-16,-1-2-109 0,2-6-113 16,-6 3-133-16,6-3 64 0,0 0-615 0,0 0-793 15</inkml:trace>
  <inkml:trace contextRef="#ctx0" brushRef="#br0" timeOffset="109312.34">20004 10977 3697 0,'0'-12'-21'0,"0"-1"46"0,1 1 50 0,1 2 44 15,2 1 28-15,1-2 14 0,6-2 7 16,-2 2-14-16,7-1-14 0,0 2-14 0,5 3-12 16,3 1-13-16,0 4-8 15,-3 2-10-15,-2 0-8 0,3 4-7 0,1 2-7 0,-5 3-5 16,-1 1-6-16,-3 0-3 15,-5 1-1-15,-4 4 2 0,-3-1 4 0,-2 2 0 16,-4 3 11-16,-5 2 7 0,2-2 0 16,-5-1 1-16,3-2 5 0,-1-1-9 0,4 0-6 15,0-6-8-15,3 2-3 0,-3 0-5 16,4 1 0-16,2 0 0 0,0-1-8 0,2 1 5 16,2-2-3-16,-1 3 2 0,1 4 9 15,3-5-2-15,-2 1-5 0,1 0-5 16,-3 2-4-16,3-3 5 0,-2 0 4 15,-1-2 9-15,-1-1 13 0,-2 2 17 0,3-2 20 16,-6 0 14-16,1 2 15 0,-1-2 10 0,-5 1-2 16,-1 0-4-16,-5 0-4 0,1-2-2 15,-4 0-68-15,-4-1-61 0,0-1 0 16,2-5 0-16,-2 2 0 0,2-3 0 0,1 0 0 16,2 0 0-16,-4-4 0 0,9 2 0 15,-3-2 0-15,3 1 0 0,2 2-227 16,9 1-292-16,-14-4-212 0,14 4-185 0,-9-2 81 15,9 2 96-15,0 0-698 0,0 0-886 16</inkml:trace>
  <inkml:trace contextRef="#ctx0" brushRef="#br0" timeOffset="110061.32">20108 12112 3606 0,'0'0'-136'0,"0"0"36"0,0 0 33 16,-2-8 31-16,2 8 39 0,7-7 40 0,-6 2 48 16,3-2 29-16,0 2 18 0,-2 0 23 15,-2 5 13-15,3-9 16 0,-3 9 13 0,6-7 6 16,-6 7 10-16,0 0 6 15,2-8 5-15,-2 8-5 0,0 0-12 0,0-7-24 0,0 7-18 16,0 0-19-16,-8-12-17 0,3 8-16 16,5 4-7-16,-18-6-11 0,7 6-7 0,-6 0-9 15,-4 3 7-15,-16 9-11 0,-1-1 14 16,-9 9 15-16,-3 4 10 0,4 3 9 16,7 2 7-16,1-1 6 0,5 2 1 15,12-1-1-15,4-2-10 0,7 2-132 0,8-5 0 16,4-4 0-16,10 8 0 0,9-3 0 15,7-4 0-15,6-2 0 0,14-1 0 0,-10-4 0 16,5-5 0-16,-2-2 0 0,6-4 0 16,-6 1 0-16,-7-2 0 0,-9-2 0 0,-2 1 0 15,-4-2 0-15,-3 1 0 0,-3 1 0 16,-3-1 0-16,1 0 0 0,-11 0 0 16,15 1 0-16,-15-1 0 0,13 0 0 0,-13 0 0 15,10 2 0-15,-10-2 0 0,0 0 0 16,9 3 0-16,-9-3-719 0,0 0-286 15,0 0 117-15,0 0-1009 0,-17 14-1321 0</inkml:trace>
  <inkml:trace contextRef="#ctx0" brushRef="#br0" timeOffset="110594.99">19971 13447 5412 0,'-2'-14'-95'0,"-1"-1"75"0,-1 5 77 0,-1 2 60 0,3 1 42 15,2 7 39-15,-1-10-13 0,1 10-22 0,-2-8-18 16,2 8 10-16,0 0 35 0,0 0-5 16,3 41-13-16,2-18-15 0,-1 12-10 0,1 0-16 15,1 2-12-15,-2-8-11 16,-3-4-11-16,1 0-13 0,0-2-5 0,0-3-11 16,0-1-7-16,1-2-7 0,-3-5-16 0,2 2-43 15,-2-1-45-15,0-5-43 0,0 0-51 16,0-2-79-16,0-6-84 0,0 0-80 15,0 0-62-15,0 0-48 0,0 0-43 16,1-26-54-16,-1 9-83 0,0-6 0 0,0-4-521 16,-1-10-663-16</inkml:trace>
  <inkml:trace contextRef="#ctx0" brushRef="#br0" timeOffset="110829.84">19988 13383 3170 0,'0'-21'-82'0,"3"5"54"0,-1 1 49 16,-1 3 39-16,-1 2 27 0,2 1 19 0,4 1 6 15,-1 3 8-15,3 1 16 0,4 4 9 16,-12 0 10-16,32 11 5 0,-3 4 5 0,5 12-7 15,-2 6 4-15,0 2-6 16,1 4 0-16,-6 0 11 0,-4-1 0 0,-9-6 6 16,0-1 21-16,-8 0 24 0,-2-7 19 15,-4-2 18-15,-4 1 11 0,-3-2-7 16,-7 5-8-16,-1-3-17 0,-3-4-21 0,-3 0-15 16,-1-2-20-16,-5 0-16 0,0-5-102 15,2-2-60-15,2-3 0 0,1 0 0 0,1-3 0 16,-4 2 0-16,5-6 0 15,0 2-317-15,3-2-159 0,0 3-143 0,-1 1-165 0,4 1-73 16,-8 6 83-16,5-1-710 0,-3 9-932 16</inkml:trace>
  <inkml:trace contextRef="#ctx0" brushRef="#br0" timeOffset="111394.37">19847 14543 4243 0,'6'-18'-61'0,"1"2"61"16,-1 2 63-16,0 2 51 0,2 2 37 16,-5 0 22-16,5 1 5 0,-3 1-3 15,2 1 0-15,-3 2-4 0,-1-2-6 16,-3 7 0-16,9-7 12 0,-9 7 33 0,0 0 16 15,0 0-13-15,0 0 2 0,0 0 7 16,0 0-2-16,20 16-7 0,-20-8 0 16,0-1-16-16,-4 5-11 0,2-2-9 0,1 4-167 15,-4 1-10-15,-1 0 0 0,3 7 0 16,-5 0 0-16,5-1 0 0,-8 10 0 0,6-1 0 16,-4 1 0-16,1-5 0 15,5-4 0-15,-4 0 0 0,3-1 0 0,-1 0 0 16,-3-3 0-16,7-2 0 0,-3-4 0 15,-1-3 0-15,3 1 0 0,1-3 0 0,-1-1 0 0,2-6 0 16,-2 12 0-16,2-12 0 16,-2 8 0-16,2-8 0 0,2 6 0 0,-2-6 0 15,0 0 0-15,23-6 0 0,-10 2 0 16,3-1 0-16,1 0 0 0,3-3 0 0,4 1 0 16,4-3 0-16,1 4 0 0,1-4 0 15,3 2 0-15,1-1 0 0,2 1 0 0,0-1 0 16,-4 0 0-16,3 2 0 0,-9 1 0 15,-3-1 0-15,0 2 0 0,-5 1 0 0,-1-2 0 16,-3 3 0-16,-3-1 0 0,0 2 0 16,-3-1 0-16,-1 1 0 0,-7 2 0 0,11-3 0 15,-5-1 0-15,-6 4 0 16,6-3 0-16,-6 3 0 0,0 0-823 0,0 0-179 16,0 0 103-16,-15-12-960 0,7 8-1285 15</inkml:trace>
  <inkml:trace contextRef="#ctx0" brushRef="#br0" timeOffset="111678.26">19993 14340 4849 0,'-13'-7'-149'0,"2"2"60"0,2 1 64 0,3 0 59 0,6 4 65 15,-11-4 54-15,11 4 34 0,-8-5 21 0,8 5-26 16,0 0-6-16,-3-7-21 0,3 7-18 16,11-11-15-16,0 7-15 0,6-4-12 0,6 2-16 15,10-3-18-15,-7 1-45 0,-2 4-50 16,1-2-51-16,-1 3-53 0,-10-1-66 0,0 2-63 16,1 0-54-16,-7 2-60 0,0-4-93 15,-8 4-148-15,0 0-26 0,0 0 68 0,0 0-319 16,0 0-381-16</inkml:trace>
  <inkml:trace contextRef="#ctx0" brushRef="#br0" timeOffset="111896.64">19930 14549 2879 0,'-9'5'287'0,"4"-1"33"0,5-4 45 16,-8 3 58-16,8-3 13 0,0 0 7 15,0 0-31-15,0 0-35 0,0 0-40 0,27-12-34 16,-10 6-31-16,4 2-30 0,0-2-26 16,1 2-50-16,-4 0-86 0,-3 0-103 15,-1 0-105-15,-3 4-98 0,-11 0-83 16,15 2-100-16,-11 2-104 0,-4-4-149 0,0 6-125 16,0-6 76-16,0 0-578 0,0 0-748 15</inkml:trace>
  <inkml:trace contextRef="#ctx0" brushRef="#br0" timeOffset="113528.93">21187 9302 3385 0,'6'-19'-141'0,"-5"2"51"0,1 0 30 15,2 1 34-15,-2-2 29 0,1-1 27 16,-2-1 35-16,-1 1 21 0,-1-2 45 16,1 3 22-16,-3 2 14 0,3 3-3 0,0 1-10 15,-2 0-18-15,2 3-17 16,-2 1-15-16,2-1-10 0,0 9-14 0,0-8-4 15,0 8-3-15,0 0 15 0,0 0 6 16,0 0 3-16,0 0 10 0,7 29 11 0,-6-7 9 16,3 10 22-16,3 11 6 0,-3 9 7 15,2 12 0-15,-3 4 11 0,-1 5-2 0,5 5-6 16,-5 5-2-16,-1 16-27 0,1 9-10 16,4-5-2-16,-1-3-9 0,3 5-14 0,0 2-2 15,1-5-10-15,2-7-11 0,0-21-7 16,-4 3-1-16,0-3 0 0,4-1 18 0,-8-1 7 15,5 0-7-15,-5-1-4 0,5-3-2 16,-6-1-41-16,1-4-41 0,-3 0 0 16,7 0 0-16,-4-2 0 0,-1-3 0 0,4-3 0 15,-3-9 0-15,5 7 0 0,-2 0 0 0,2-12 0 16,-5 0 0-16,1 1 0 16,2 2 0-16,-3-4 0 0,4 4 0 0,-3 2 0 15,-4-3 0-15,1 3 0 0,-1-5 0 16,0 4 0-16,0-2 0 0,0-1 0 0,0 3 0 15,0-1 0-15,-1-1 0 0,-1 1 0 16,2-1 0-16,-2-2 0 0,2 0 0 0,0-2 0 16,0-2 0-16,0-4 0 0,2 4 0 15,-2-2 0-15,2 2 0 0,-1 0 0 16,-1 1 0-16,2-1 0 0,2 6 0 0,-4-3 0 16,0 7 0-16,-2-3 0 0,-2 11 0 15,3-1 0-15,-3-8 0 0,2 0 0 16,-3-1 0-16,3 0 0 0,-3 0 0 0,1-3 0 15,2 0 0-15,-1-3 0 0,-1 0 0 16,0-6 0-16,4-2 0 0,-1-8 0 0,-2 4 0 16,3-3 0-16,-2 2 0 0,0-1 0 15,2 1 0-15,-2-1 0 0,-2 1 0 0,3 8 0 16,-5 1 0-16,2 3 0 0,-1-6 0 16,-3 4 0-16,0 1 0 0,3-4 0 0,-3 2 0 15,2-4 0-15,-4 0 0 0,7-7 0 16,-1-2 0-16,0-1 0 0,1 1 0 15,-4-5 0-15,4 5 0 0,-1-1 0 16,-2-1 0-16,3 2 0 0,-1 2 0 0,0-1 0 16,2 2 0-16,-4 8 0 0,2-8 0 15,1 0 0-15,1-1 0 0,-4 0 0 0,2-2 0 16,4-5 0-16,-1 1 0 0,-3-1 0 16,2-5 0-16,-3 1 0 0,5-3 0 0,-1 2 0 15,1-3 0-15,-2-1 0 0,2 4 0 16,-2-6 0-16,2 5 0 0,0-1 0 0,-4 0 0 15,4-1 0-15,0 4 0 0,-2-2 0 16,4-1 0-16,-2-2 0 0,0 1 0 0,0 0 0 16,0-2 0-16,4-1 0 0,-2-1 0 15,1 1 0-15,9-1 0 0,1-3 0 16,10-1 0-16,10-1 0 0,13-1 0 16,5-3 0-16,12-1 0 0,1 1 0 0,2 1 0 15,-3-1 0-15,-13 1 0 0,-3 2 0 16,-8 0 0-16,-4-2 0 0,-10 1 0 0,-4 1 0 15,-5 1 0-15,0-2 0 0,-3 2 0 16,1-2 0-16,-7 2 0 0,4-1 0 0,-11 1 0 16,14-2 0-16,-6 0 0 0,-8 2 0 15,11-2 0-15,-11 2 0 0,10-3 0 0,-8-2 0 16,0-2 0-16,-1-3 0 0,-1-2 0 16,-1-7 0-16,-5-15 0 0,-10-12-624 0,-7-8-373 15,-3-4-1237-15,-11-26-1638 0</inkml:trace>
  <inkml:trace contextRef="#ctx0" brushRef="#br0" timeOffset="114260.54">21230 9176 5716 0,'-9'-7'-309'0,"2"-1"70"0,1 4 62 16,3-2 67-16,3 6 66 0,-11-7 56 0,11 7 32 15,-3-7 19-15,3 7 7 0,2-9-5 16,-2 9 2-16,15-10 16 0,4 3-4 0,8 2-4 16,10 0-5-16,8 1-7 0,2-4-6 15,6 1-3-15,-4 2-5 0,-4 0-6 16,-3 1-4-16,-4-2-2 0,-9 2-5 0,-6 2 0 15,-7-1-5-15,-2 1 5 0,-1 1-7 16,-4-1-3-16,-9 2-4 0,13-4-20 16,-13 4-29-16,0 0-45 0,1-5-61 15,-1 5-97-15,0 0-96 0,0 0-117 0,0 0-198 16,0 0-24-16,0 0 79 0,0 0-374 16,0 0-442-16</inkml:trace>
  <inkml:trace contextRef="#ctx0" brushRef="#br0" timeOffset="115728.96">22176 8003 2862 0,'2'-13'81'0,"0"1"58"0,-2 2 38 0,0 2 32 16,-2 2 24-16,2 6 13 0,0-9-8 0,0 9-23 15,-2-6-26-15,2 6 5 16,0 0 27-16,-21 18 1 0,4 8-31 0,-4 4 15 16,-2 9 6-16,2 5-16 0,-2-2-10 15,4 2-9-15,2-3-6 0,4-4-11 0,1-4-18 16,1 2-9-16,2-5-14 0,-3 2-11 15,0-1-15-15,1-6-1 0,-1 2-16 0,1-7-23 16,4-5-33-16,-5 1-34 0,5-5-40 16,-1-1-33-16,3-2-45 0,0-4-60 0,-1-1-53 15,6-3-53-15,0 0-38 0,0 0-18 16,14-36-18-16,7 8-18 0,4-11-12 16,-1-4-10-16,5-4 10 0,2-5 42 15,-6 3 47-15,1-1 59 0,-5 4 62 0,-4 5 62 16,-6 8 53-16,0 6 53 0,-4 5 45 0,-2 4 52 15,-3 7 42-15,2-1 23 16,0 1 23-16,-3 5 12 0,1-3 1 0,0 3 1 16,3 0-14-16,-5 6-7 0,7-6 41 15,-7 6 24-15,0 0 3 0,27 8-10 0,-10 2-8 16,8 7-12-16,0 6-18 0,1-1-13 16,7 9-17-16,-8-8-14 0,0 3-13 0,-3 2-6 15,-1-3-14-15,-2 1-12 16,0-1-9-16,-3 0 2 0,-5-4-16 0,-2-3-38 0,-3-2-35 15,0-1-41-15,-1-1-51 16,-3-4-70-16,4 1-80 0,-4-2-70 0,-1-1-71 16,-1-3-100-16,0-5-188 0,0 0 43 15,-5 7 68-15,5-7-339 0,0 0-390 0</inkml:trace>
  <inkml:trace contextRef="#ctx0" brushRef="#br0" timeOffset="115928.61">22119 8301 2692 0,'-19'2'57'0,"4"-4"33"0,1 2 47 0,14 0 42 0,-16-2 32 16,16 2 13-16,0 0-4 0,-13-2-16 0,13 2-13 15,0 0-7-15,0 0-21 0,35-6-11 16,-9 5-17-16,14-3-17 0,6 4-10 16,0 0-36-16,0 0-71 0,4 0-51 15,-3 3-96-15,3-2-122 0,-3 0-145 0,-3-1-215 16,0 0 13-16,-10-1 68 0,-6 1-294 15,3-1-325-15</inkml:trace>
  <inkml:trace contextRef="#ctx0" brushRef="#br0" timeOffset="116243.67">24059 7784 2735 0,'4'-19'298'0,"-2"7"38"16,-2 1 28-16,3 1 25 0,-3 4 1 0,0 6-16 15,0-11-47-15,0 11-40 0,0 0-27 16,0 0 17-16,0 0-1 0,-1 30-22 0,1-10-20 16,-2 18-21-16,4 3-22 0,-4 0-18 15,4 2-14-15,-1 3-11 0,-2-5-15 0,2-1-18 16,-2 0-12-16,1-4-12 15,-2-6-27-15,-4-4-64 0,3-3-9 0,-2-1-82 0,-1-1-91 16,3 0-77-16,-5-9-107 16,6 1-105-16,-4-5-105 0,2 0-157 0,2-5-62 15,2-3 84-15,0 0-649 0,0 0-814 16</inkml:trace>
  <inkml:trace contextRef="#ctx0" brushRef="#br0" timeOffset="116676.79">24105 7817 3758 0,'-4'-15'-6'0,"2"1"54"16,2 4 31-16,2-3 14 0,3 3 22 16,3-1 18-16,6-5 5 0,0 6-3 15,6-1-11-15,-1 3-11 0,3 2-12 16,3 4-6-16,2 2-9 0,-2 6-8 0,7 4-9 16,-3 3-3-16,-2 2-3 0,-2 2-8 15,-10 0-1-15,-4 0 4 0,-3 0 9 16,-4 0 9-16,-3 2 9 0,-6 2 4 0,-5 8 0 15,-7-3 3-15,0 4-1 0,-7-5 10 16,4-4-3-16,1 3 19 0,4-7-2 0,-1-4-3 16,9-1-12-16,0-4-4 0,-2 1-7 15,4-2-10-15,1 2-2 0,4 1 2 0,0-2 15 16,2 1-4-16,3 1-3 16,4 4-3-16,2-1 2 0,0 5 2 0,1-3-9 15,1 2-6-15,3 5-2 0,-4-1-9 16,-2-4 5-16,-4-1 12 0,0-1 10 0,-3 1-54 15,-1-3-35-15,-2 1 0 0,-2 0 0 16,-1-1 0-16,-5 1 0 0,0-3 0 0,-7 4 0 16,-1-3 0-16,0-2 0 0,-7-1 0 15,0-2 0-15,-12 1 0 0,7-3 0 0,3-3 0 16,1 0 0-16,3-2 0 0,-1 0 0 16,8 0 0-16,0-2 0 0,1 2 0 0,3-1 0 15,10 1-51-15,-17-1-643 16,11-4-232-16,6 5 28 0,-6-7 103 0,6 7-847 0,0-11-1079 15</inkml:trace>
  <inkml:trace contextRef="#ctx0" brushRef="#br0" timeOffset="117514.4">26082 7790 4118 0,'11'-8'-225'0,"-6"5"49"15,3-2 56-15,-7 0 39 0,3 0 45 0,-4 5 35 16,7-11 37-16,-7 4 17 0,0 7 21 16,2-14 11-16,-2 8-1 0,-2-2-1 0,-1 1-4 15,-3-1-4-15,1 0-6 0,-4 4-9 16,-4 2 0-16,-3 2 2 0,-7 2 11 0,-15 10 8 15,-10 7 19-15,-4 5 14 0,-1 5 10 16,5 8 15-16,-2-1 13 0,9-1 0 0,5 3 5 16,5 1 1-16,12 0 23 15,8-9 16-15,7-1 12 0,10-6 24 0,7 6 2 0,19 2-7 16,12-2-18-16,8-3-18 16,6-6-21-16,8-3-14 0,-1-3-15 0,-4-1-16 15,-4-5-12-15,-16-2-12 0,-10 0-10 16,-6 0-39-16,-7-3-53 0,0-2 0 0,-4 2 0 15,-1-1 0-15,-4 0 0 0,-9-2 0 16,16 4 0-16,-16-4 0 0,13 0 0 0,-13 0 0 16,0 0 0-16,10-8 0 0,-10 8-183 15,2-3-157-15,-2 3-107 0,0 0-106 0,-2-12-138 16,2 12-149-16,-7-12 76 16,4 7-723-16,-1 0-935 0</inkml:trace>
  <inkml:trace contextRef="#ctx0" brushRef="#br0" timeOffset="117876.97">27567 7602 3896 0,'4'-27'-3'0,"-4"6"67"0,0 6 40 0,0 0 31 16,0 2 36-16,0 4 24 0,-2-3 2 16,2 4-18-16,0 8-22 0,0 0 27 15,0 0 24-15,0 0 10 0,-19 38 11 0,11-4 0 16,1 4 4-16,-1 5-4 0,5 0-13 16,-1-1-19-16,-3 3-16 0,6 0-36 0,-3-1-15 15,0-1-12-15,2-3-9 0,1 0-11 16,-1-4-11-16,0-9-11 0,-2-6-32 0,2-1-43 15,1-3-40-15,-4-1-55 0,3-3-52 16,2-1-51-16,0-1-45 0,0-5-84 16,0-1-103-16,0-5-81 0,0 0-95 0,0 0-183 15,0 0 70-15,5-29 75 0,-2 7-476 16,3-13-588-16</inkml:trace>
  <inkml:trace contextRef="#ctx0" brushRef="#br0" timeOffset="118144.79">27592 7519 3124 0,'2'-16'3'0,"3"3"37"0,-1 1 30 16,3 5 40-16,-4 0 22 0,7 1 33 16,1 5 26-16,2 2 22 0,11 6 17 0,8 12 5 15,9 8 14-15,1 8-10 0,2 6-19 16,-4 3-1-16,-2 2-4 0,-8 1-8 16,1 3-13-16,-8-3 0 0,-7 6-6 15,-7-6-5-15,-3-6-8 0,-8 0 8 0,-6 0 2 0,-4-6-7 16,-2-2-10-16,-6-2-15 15,0-4-13-15,-5-3-13 0,0-2-11 0,-2-1-13 16,-3-5-61-16,-1-3-42 0,-1-3 0 16,1-4 0-16,6-5 0 0,-1 2 0 0,-1-6 0 15,1-2-89-15,1 1-203 0,4-6-130 16,1 0-127-16,6-4-150 0,1-1-156 0,2-2 75 16,8 3-752-16,1 2-977 0</inkml:trace>
  <inkml:trace contextRef="#ctx0" brushRef="#br0" timeOffset="118659.99">29246 7502 4452 0,'8'-12'13'0,"-1"3"42"16,1-1 43-16,-5 0 43 0,1 4 41 0,-1 0 51 16,-1-1-21-16,-2 7-14 15,-7-16-18-15,0 7-15 0,-4 2-27 0,-9 0-8 16,-4 1-9-16,-14-2-10 0,0 2-7 16,-3 1-5-16,1 1-9 0,8 1 1 0,3 2-17 15,3-1-8-15,5 2-5 0,2-2-12 16,1 2 2-16,5-2 0 0,13 2-2 0,-21 0 0 15,21 0-2-15,-16-2 2 16,16 2 0-16,-14-1-3 0,14 1-6 0,0 0-5 0,-15 0-8 16,15 0-6-16,0 0-5 0,-14 3 2 15,7 4 27-15,1 7 17 0,-3 4 21 16,-3 14 8-16,-5 11 25 0,2 0 5 16,0 8-59-16,-1-3-62 0,1-2 0 0,7-5 0 15,2 1 0-15,3-1 0 0,3-2 0 16,3 0 0-16,5-1 0 0,2-1 0 15,1-6 0-15,3-2 0 0,1-3 0 0,0-3 0 16,2-6 0-16,1-3 0 0,-4-4 0 16,6 0 0-16,-4 1 0 0,4-3 0 0,-4-1 0 15,-4-3 0-15,3 2 0 0,-1-1 0 16,-5-1 0-16,2 1 0 0,-4-2 0 0,-2 1-60 16,1-1-597-16,-1 1-156 0,-5-4-104 15,-1 6 98-15,1-6-856 0,0 0-1111 16</inkml:trace>
  <inkml:trace contextRef="#ctx0" brushRef="#br0" timeOffset="118859.74">28749 8026 4995 0,'-15'-6'142'0,"3"1"64"0,5-3 60 16,-1 4 35-16,3-2 3 0,0 0-14 15,5 6-28-15,0-11-29 0,0 11-24 0,12-12-25 16,-1 5-19-16,5 2-37 0,4-2-68 15,5 3-95-15,0-1-110 0,2 4-137 0,0 1-157 16,-1-4-178-16,-4 2-247 0,2 1 75 16,-5 0 90-16,-6-2-619 0,-1 2-775 15</inkml:trace>
  <inkml:trace contextRef="#ctx0" brushRef="#br0" timeOffset="120476.74">30608 8064 3400 0,'-9'-9'-75'0,"-2"1"37"0,-1-1 24 0,3 3 22 0,-2 0 39 16,-1 2 48-16,3 0 43 0,-4-1 46 15,8 1 17-15,-1 1 7 0,1 0-7 16,5 3-19-16,-8-8-20 0,8 8-13 15,8-9-20-15,5 1-15 0,10 2-12 0,7-2-8 16,8 0-11-16,1 3-10 0,-1-1-6 16,-8 1-9-16,-5 2-1 0,-4 1-10 0,-4-1-4 15,-2 2-6-15,-1-2 0 0,-3 2-5 16,-3-1 0-16,-8 2 1 0,17-2-1 16,-12 2 1-16,-5 0-3 0,0 0 1 15,12 4 10-15,-12-4 19 0,2 12 6 0,-4 0-1 0,1 5 3 16,-6 15 21-16,3 4 6 15,-3 3-7-15,3 7 10 0,-1 12 1 0,1 6 4 16,-1 4-8-16,8 2 0 0,-1 2 14 16,2 1 4-16,1 2-11 0,6 22-6 0,0-1 75 15,2 2-10-15,2-2-1 0,2 1 9 16,0-2-133-16,0 1-36 0,-1-4 0 0,-1 0 0 16,-2-2 0-16,-2-19 0 0,7 19 0 15,-5 2 0-15,1-20 0 0,-3-2 0 0,2 1 0 16,-1-1 0-16,-1 0 0 15,3 0 0-15,-5 1 0 0,2-3 0 0,-5-1 0 16,2-4 0-16,-4 0 0 0,-1 0 0 16,1-2 0-16,0-1 0 0,-2-2 0 0,-1 4 0 15,3-2 0-15,-2 0 0 0,1-2 0 16,1 0 0-16,-1 1 0 0,3-2 0 0,-3 1 0 16,1-1 0-16,0-3 0 0,-1 2 0 15,2-12 0-15,-3 2 0 0,0 0 0 0,0 1 0 16,0-2 0-16,-2 0 0 0,1 4 0 15,-1-1 0-15,0 12 0 0,2-4 0 0,2 2 0 16,0-2 0-16,-1-1 0 0,4 1 0 16,-4-1 0-16,5 0 0 0,-4 0 0 0,-1-2 0 15,3-7 0-15,-6-2 0 16,2 2 0-16,-2 0 0 0,-2-3 0 0,0 1 0 16,-2 1 0-16,1-1 0 0,-1-1 0 15,-2 2 0-15,-2 7 0 0,2 2 0 0,-3-3 0 16,4-10 0-16,-1 12 0 0,0-12 0 15,0 3 0-15,1-1 0 0,-1 1 0 0,2 1 0 16,-1-1 0-16,0-1 0 0,1-4 0 16,3 0 0-16,-3-2 0 0,2-6 0 0,-2-7 0 15,3 0 0-15,1-5 0 16,-2-1 0-16,0 1 0 0,2-5 0 0,-2 1 0 0,2-1 0 16,0-1 0-16,-2-1 0 15,2 0 0-15,-2-1 0 0,2 1 0 0,-3 0 0 16,3 1 0-16,0-1 0 0,0 3 0 15,0-3 0-15,0 0 0 0,0-1 0 0,3 2 0 16,-3-1 0-16,2 0 0 0,-2 0 0 16,2 1 0-16,0-1 0 0,0 2 0 0,0 3 0 15,-1 0 0-15,5 4 0 0,-1 2 0 16,1-1 0-16,1-1 0 0,-4 1 0 0,3 0 0 16,-1 0 0-16,3-3 0 0,-7-2 0 15,6-1 0-15,-3-3 0 0,-1-1 0 0,-3-2 0 16,4 1 0-16,-2-1 0 0,0-2 0 15,0 1 0-15,-1-2 0 0,3 2 0 0,1-1 0 16,-3 0 0-16,-1-3 0 0,-1 3 0 16,4-2 0-16,-4-6 0 0,4 10 0 15,-2-8 0-15,-2-2 0 0,2 9 0 0,-2-9 0 16,1 6 0-16,-1-6 0 0,0 6 0 16,0-6 0-16,0 0 0 0,0 0 0 0,0 7 0 15,0-7 0-15,0 0 0 0,0 0 0 16,-7 7 0-16,-2-3 0 0,-7-1 0 15,-5 1 0-15,-3 4 0 0,-13-1 0 0,1 0 0 16,0 0 0-16,2 1 0 0,5-1 0 16,6-2 0-16,3-1 0 0,4-1 0 0,0 0 0 15,5 0 0-15,-2-1 0 0,3 2 0 16,3-2 0-16,7-2 0 0,-13 1 0 16,13-1 0-16,-12 2 0 0,12-2 0 0,-11 2 0 15,11-2 0-15,0 0 0 0,-13 0 0 16,13 0 0-16,0 0 0 0,0 0 0 0,-11 1 0 15,11-1 0-15,0 0 0 0,0 0 0 16,0 0 0-16,-7-5 0 0,-2-37 0 16,2 21-637-16,4-4-365 0,-3-10-1226 15,4-5-1632-15</inkml:trace>
  <inkml:trace contextRef="#ctx0" brushRef="#br0" timeOffset="146889.03">20287 9810 3429 0,'0'0'162'0,"-7"5"-95"16,7-5 25-16,-8 3 29 0,8-3 17 15,0 0 12-15,0 0 3 0,-7 1-19 0,7-1-19 16,0 0-11-16,0 0-10 0,0 0-8 15,0 0-11-15,-6 4-9 0,6-4-7 0,0 0-11 16,0 0-27-16,0 0-40 0,0 0-56 16,0 0-64-16,0 0-65 0,0 0-51 15,0 0-64-15,0 0-88 0,-4 7-201 16,4-7 49-16,0 0 68 0,0 0-202 16,0 0-188-16</inkml:trace>
  <inkml:trace contextRef="#ctx0" brushRef="#br0" timeOffset="147238.99">21991 8494 2005 0,'-9'3'30'0,"9"-3"2"0,0 0-3 0,0 0-6 0,-12 0 3 0,12 0-5 16,0 0-1-16,0 0 3 0,0 0-8 0,0 0-19 16,-13 0-43-16,13 0-52 15,-12 4-69-15,7-1-158 0,-5 1-212 0,-1 2-40 16</inkml:trace>
  <inkml:trace contextRef="#ctx0" brushRef="#br0" timeOffset="150937.24">21999 9356 1582 0,'0'0'82'0,"0"0"30"0,0 0 27 0,0 0 30 16,0 0 39-16,0 0 38 0,0 0 23 15,0 0 11-15,0 0 4 0,0 0 3 0,0 0-4 16,0 0-4-16,0 0-3 0,0 0-10 16,0 0 0-16,0 0-10 0,0 0-21 15,0 0-10-15,0 0-13 0,0 0-20 16,0 0-10-16,0 0-18 0,0 0-11 0,0 0-11 16,0 0-11-16,0 0-6 0,0 0-12 15,0 0-9-15,0 0-7 0,0 0-2 0,0 0-8 16,0 0-6-16,-16-10-9 0,16 10-1 15,0 0-9-15,0 0-3 0,0 0-4 16,0 0 1-16,0 0-2 0,0 0-9 0,0 0-4 16,0 0 4-16,-13 0-36 0,13 0-9 15,0 0 0-15,-19 2 0 0,19-2 0 0,-15 2 0 16,15-2 0-16,-15 1 0 0,5 1 0 16,0 1 0-16,1-3 0 0,9 0 0 0,-20 4 0 15,9-2 0-15,2 0 0 16,0 2 0-16,1-4 0 0,-2 4 0 0,1 1 0 15,-1 0 0-15,3 0 0 0,-3 1 0 16,0 0 0-16,5 0 0 0,-5 3 0 0,-1 3 0 16,1-2 0-16,3 1 0 0,-2 5 0 15,-4 1 0-15,6-3 0 0,0 3 0 0,-1 2 0 16,0 0 0-16,4-2 0 0,1 0 0 16,-1 0 0-16,2 0 0 0,0 1 0 0,2-2 0 15,0 1 0-15,2 0 0 16,0-1 0-16,0-1 0 0,1 1 0 0,-1-1 0 0,4-1 0 15,-1 0 0-15,-2 0 0 16,6-2 0-16,-1 2 0 0,-3-4 0 0,7 0 0 16,-1 1 0-16,2-3 0 0,-1 0 0 0,3-1 0 15,5-1 0-15,3 0 0 0,-5-4 0 16,3 0 0-16,6-1 0 0,-4-1 0 16,2-1 0-16,-1-1 0 0,-1 0 0 0,0-3 0 15,1 2 0-15,-2-2 0 0,-1-2 0 16,-3 2 0-16,-4 1 0 0,2-1 0 0,-3 0 0 15,1 2 0-15,-5-4 0 0,0 0 0 16,3 0 0-16,-2-1 0 0,-1-3 0 0,1-2 0 16,-3 1 0-16,3-5 0 0,-1-2 0 15,3-8 0-15,-1-5 0 0,-4 1 0 16,3 0 0-16,-2 0 0 0,-3 6 0 0,-3 1 0 16,2 2 0-16,-2-3 0 0,-2 4 0 15,-2-3 0-15,-2 3 0 0,1 0 0 0,-5 3 0 16,3-2 0-16,-7 5 0 0,-3 1 0 15,-10-1 0-15</inkml:trace>
  <inkml:trace contextRef="#ctx0" brushRef="#br0" timeOffset="152521.1">21867 9406 688 0,'0'0'281'0,"-4"5"-51"0,4-5-32 0,0 0-11 16,0 0-7-16,0 0 4 0,0 0-6 16,0 0-7-16,0 0 6 0,0 0 4 0,0 0 2 15,0 0 4-15,0 0 2 0,0 0 4 16,0 0-5-16,0 0-3 0,0 0-7 16,0 0-16-16,0 0-13 0,0 0-8 0,0 0-7 15,0 0-8-15,14-12-8 0,-5 6-10 16,1 0-8-16,0 1-3 0,1 0-4 0,-2 1-6 15,1-1-3-15,1 2-3 0,0-2-5 16,1 1-3-16,0-2-10 0,-3 2-5 16,1-1-7-16,-3 3-2 0,4-1-6 15,1 0-6-15,-4-1-3 0,-8 4-3 0,19-3-3 16,-10 3-4-16,-1-4-2 0,-8 4-4 16,16-3-2-16,-16 3 0 0,11 0-1 0,-11 0-3 15,11-2-3-15,-11 2 2 0,0 0-3 16,15 0 0-16,-15 0 1 0,11 2-1 0,-11-2 1 15,13-2-2-15,-13 2 1 0,12 2-6 16,-12-2 6-16,12 2-1 0,-12-2-6 0,13 0 3 16,-13 0-2-16,0 0-2 0,13 1 2 15,-13-1-14-15,9 0-25 0,-9 0-46 16,0 0-78-16,0 0-130 0,0 0-163 0,0 0-232 16,0 0-6-16,0 0 76 0,0 0-464 15,-41 4-551-15</inkml:trace>
  <inkml:trace contextRef="#ctx0" brushRef="#br0" timeOffset="157169.23">10667 8170 1658 0,'0'0'256'0,"2"-7"-40"15,-2 7-28-15,0 0 1 0,5-3 12 0,-5 3 8 16,0 0-7-16,0 0-4 0,0 0 12 16,0 0-7-16,0-10-10 0,0 10-10 15,0 0-8-15,0 0-8 0,0 0-3 16,0 0-4-16,0 0-2 0,0-7-5 0,0 7 1 15,0 0-9-15,0 0-4 0,0 0 2 16,0 0-9-16,0 0-12 0,0 0-11 16,0 0-9-16,0 0-16 0,0 0-4 0,0 0-10 15,0 0-10-15,0 0 10 0,0 0 38 16,0 0-5-16,0 0-1 0,3 22-19 0,-1-14 1 16,2 4-7-16,0 0 23 15,-3 2-4-15,5 3-9 0,-2 0-2 0,0 6-6 16,2-1-5-16,-1 1-9 0,-3 0 0 15,6 8-2-15,-1 2 14 0,1-4-3 0,0-2-5 0,-1 3-8 16,-1-6-1-16,0-1-32 16,1 1-30-16,-3-3 0 0,2 2 0 0,-1-1 0 15,4-1 0-15,-6 0 0 0,5-1 0 16,-5 2 0-16,3-3 0 0,-2 3 0 0,0-5 0 16,-2 0 0-16,2 0 0 0,-1 2 0 15,-3-4 0-15,2 5 0 0,0-5 0 0,0 3 0 16,0-1 0-16,0 1 0 0,-2-3 0 15,2 3 0-15,-2-3 0 0,1-1 0 16,-1 1 0-16,0 2 0 0,2 1 0 16,-2-1 0-16,0 1 0 0,0-1 0 0,0 0 0 15,-2 1 0-15,1 1 0 0,1-1 0 16,-2-1 0-16,-2-1 0 0,2 1 0 0,0 1 0 16,-1-3 0-16,-1 1 0 0,2-1 0 15,-3 0 0-15,4-3 0 0,-3 4 0 0,2-3 0 16,-2-1 0-16,3-1 0 0,-1-1 0 15,-4 0 0-15,2 1 0 0,1-1 0 0,-6 2 0 16,4-1 0-16,-3 3 0 0,-1-2 0 16,-1 1 0-16,-1 1 0 0,-1 1 0 0,-1-1 0 15,0 1 0-15,-1-3 0 16,1 2 0-16,-2-2 0 0,-2 0 0 0,1-2 0 0,3-2 0 16,-1 1 0-16,3-2 0 15,-2-2 0-15,0 2 0 0,-2-2 0 0,3-2 0 16,-3 3 0-16,3-3 0 0,-5 0 0 15,4 1 0-15,-6-2 0 0,3-2 0 0,3 2 0 16,-4-2 0-16,0 0 0 0,2-2 0 16,-3 0 0-16,3-2 0 0,-1 3 0 0,5-1 0 15,-1-1 0-15,-2 1 0 0,-1-3 0 16,5 1 0-16,-5-2 0 0,1-1 0 0,1 0 0 16,2 0 0-16,-3-3 0 0,5 1 0 15,-5-1 0-15,3-2 0 0,2 0 0 16,-5-3 0-16,5 3 0 0,-2-5 0 0,-1 3 0 15,0-3 0-15,5 0 0 0,-3-3 0 16,3 1 0-16,1-3 0 0,-1-7 0 16,-2 3 0-16,6 4 0 0,-3-14 0 0,4 2 0 15,0-2 0-15,2 7 0 0,-2-8 0 16,2 6 0-16,0 2 0 0,0 2 0 0,2-9 0 16,-2 5 0-16,2-5 0 0,-2 1 0 15,2 4 0-15,0-6 0 0,0 6 0 16,0 6 0-16,-1-11 0 0,-1 7 0 0,2 3 0 15,-2 2 0-15,2 0 0 0,-2 4 0 16,0-1 0-16,3 2 0 0,1 0 0 0,-3 3 0 16,-1-3 0-16,2 3 0 0,0 0 0 15,0-1 0-15,0 1 0 0,2 1 0 16,-1 0 0-16,-1 1 0 0,4-1 0 0,-4-1 0 16,4 1 0-16,-1 0 0 0,-3-1 0 15,2 0 0-15,0 7 0 0,-1-3 0 0,-1 2 0 16,0 3 0-16,1-1 0 0,-1 2 0 15,0-2 0-15,-1 1 0 0,-1 1 0 0,0 6 0 16,2-8 0-16,-2 8 0 0,2-8 0 16,-2 8 0-16,2-7 0 0,-2 7 0 15,0 0 0-15,2-8 0 0,-2 8 0 0,0 0 0 16,2-5 0-16,-2 5 0 0,0 0 0 16,0 0 0-16,0 0 0 0,0-9 0 15,0 9 0-15,0 0 0 0,0 0 0 0,0 0 0 16,0 0 0-16,0 0 0 0,0 0 0 15,0 0 0-15,0 0 0 0,0 0 0 0,0 0 0 16,0 0 0-16,0 0 0 0,-22 12 0 16,11-4 0-16,-2 6 0 0,-8 7 0 0,0 0 0 15,0 0 0-15,-2 4 0 0,2 1 0 16,-4-2 0-16,4 1 0 0,-1 1 0 0,2-2 0 16,1-2 0-16,4-4 0 0,4-3 0 15,1-3 0-15,3-4 0 0,-1 3 0 16,5-5 0-16,-4 2 0 0,3-1 0 15,1-3 0-15,-1 0 0 0,4-4 0 0,-6 8 0 16,1-4 0-16,5-4 0 0,-4 6 0 16,4-6 0-16,-4 4 0 0,4-4 0 0,0 0 0 15,-4 5 0-15,4-5 0 0,0 0 0 16,0 0 0-16,0 0 0 0,0-19 0 0,6 11 0 16,-4-3 0-16,6 1 0 0,-5-2 0 15,3-1 0-15,-1 2 0 0,2-3 0 0,-2 3 0 16,5-3 0-16,-5 3 0 0,5 0 0 15,-4 0 0-15,-1 1 0 0,3 2 0 0,-3-3 0 16,2 3 0-16,0-1 0 16,1 1 0-16,-3-1 0 0,2 0 0 0,2 0 0 15,-2 3 0-15,1-2 0 0,-3-1 0 16,4 2 0-16,-4 0 0 0,2 1 0 0,-3 0 0 16,2 0 0-16,0 2 0 0,-2 0 0 15,1-1 0-15,-5 5 0 0,6-7 0 0,-6 7 0 16,7-7 0-16,-7 7 0 0,5-4 0 15,-5 4 0-15,4-4 0 0,-4 4 0 0,0 0 0 16,9-2 0-16,-9 2 0 0,15 8 0 16,-7-2 0-16,5 3 0 0,1 5 0 0,2-2 0 15,7 9 0-15,1-1 0 0,0 2 0 16,2 0 0-16,3 0 0 0,1-1 0 16,-3-1 0-16,-2-1 0 0,-3-5 0 15,-8-2 0-15,-2-2 0 0,-1-2 0 0,-3-3 0 16,-1 3 0-16,1-4 0 0,-2 0 0 15,0 2 0-15,-3-2 0 0,1 0 0 0,-4-4 0 16,8 5 0-16,-8-5 0 0,8 6 0 16,-8-6 0-16,3 2 0 0,-3-2 0 0,6 4 0 15,-6-4 0-15,0 0 0 0,5 6 0 16,-5-6 0-16,0 0 0 0,0 8 0 0,0-8 0 16,-11 14 0-16,0-5-133 0,-3 8-920 15,1-4 118-15,0 3-1129 0,0-1-1478 16</inkml:trace>
  <inkml:trace contextRef="#ctx0" brushRef="#br0" timeOffset="161253.63">13286 6960 5783 0,'0'0'-208'0,"-14"-2"59"15,14 2 63-15,-7-5 50 0,7 5 51 16,0 0 34-16,-7-3 15 0,7 3 0 0,0 0-4 16,0 0-6-16,0 0-6 0,0 0-7 15,0 0-2-15,0 0-4 0,25-6-4 0,-12 6-5 16,1 0-3-16,2-2-5 15,5 4-26-15,0-2-34 0,-2-2-36 0,2 2-43 16,-6 0-45-16,3-2-45 0,-6 2-44 16,4-2-48-16,-5 0-51 0,0 0-47 0,1-3-78 15,-4-3-94-15,-1 2 24 0,0-2-244 16,-4 3-281-16</inkml:trace>
  <inkml:trace contextRef="#ctx0" brushRef="#br0" timeOffset="161468.29">13488 6799 2074 0,'-4'-6'-38'0,"0"-1"42"0,4 7 38 0,-2-8 39 15,-1 4 26-15,3 4 23 0,0 0 19 16,-4-8-1-16,4 8-6 0,0 0-9 0,0 0 7 16,0 0 21-16,0 0 3 15,0 0 1-15,0 0-16 0,0 27-9 0,4-12-7 0,-2 5-2 16,-1 1-11-16,1 4-11 16,0 1-12-16,0-1-7 0,0 3-7 0,0 6-8 15,-1-5-6-15,1-5-9 0,1-2-8 16,-3-1-4-16,0-1-1 0,2-3-9 0,0-1-34 15,0-3-38-15,-2-1-61 0,2 0-72 16,-1-3-67-16,-1-1-73 0,2-3-127 16,0 0-183-16,-2-5 54 0,7 3-320 0,-7-3-366 15</inkml:trace>
  <inkml:trace contextRef="#ctx0" brushRef="#br0" timeOffset="161786.35">13974 6694 2485 0,'-2'-7'39'0,"2"7"25"0,-4-8 15 16,4 8 19-16,0 0 1 0,0 0 6 0,0 0 17 15,0 0 48-15,0 0 13 0,0 0 9 16,0 0-7-16,0 39 2 0,2-20 0 0,0 3-12 15,0 2-13-15,-1 10-13 16,1-2-12-16,3-7-12 0,-5 1 5 0,5-1-13 16,-1 6-7-16,2-5-11 0,-3-4-11 15,1-5-9-15,3 0-8 0,-6-3-5 0,1 0-12 16,2-2-35-16,0-4-48 0,-3 1-57 16,1-1-64-16,2-1-112 0,-4-7-112 0,9 4-135 15,-9-4-176-15,20-7 70 0,-9-1-428 16,4-3-516-16</inkml:trace>
  <inkml:trace contextRef="#ctx0" brushRef="#br0" timeOffset="162004.57">14380 6853 3173 0,'0'0'151'0,"-16"-4"18"16,16 4 24-16,0 0 6 0,-3-3-6 15,3 3-12-15,0 0-17 0,15-9-17 0,-5 6-14 16,1 1-15-16,4-1-27 0,0 2-52 16,6-3-71-16,-3 2-93 0,2 2-103 0,2 0-106 15,1 0-133-15,-5 0-155 0,3 2 57 16,-6 0-312-16,-1 1-360 0</inkml:trace>
  <inkml:trace contextRef="#ctx0" brushRef="#br0" timeOffset="162168.07">14436 6982 2355 0,'-18'5'32'16,"9"0"40"-16,-1-1 32 0,2-1 28 0,8-3 31 16,-11 3 27-16,11-3 13 0,0 0-2 15,0 0-10-15,-12 2-18 0,12-2-13 0,0 0-15 16,0 0-18-16,0 0-27 0,25 7-81 16,-9-7-107-16,2 0-134 0,3-2-151 0,15-1-232 15,2-1 43-15,-1-2 74 0,1-1-202 16,0-3-185-16</inkml:trace>
  <inkml:trace contextRef="#ctx0" brushRef="#br0" timeOffset="162452.15">15106 6728 2049 0,'4'-12'88'16,"0"2"15"-16,-1 1 10 0,1 3 4 15,3 0 14-15,-2 0 8 0,-5 6 7 0,17-2 1 16,-17 2-13-16,21 5 4 0,-8 2 5 15,-1 1 7-15,-3 3 24 0,-2 1 28 0,-1 3 28 16,-6 2 21-16,-2 2 19 16,-2 1 13-16,-1-1 13 0,-2 3 5 0,-2-5-9 15,4 2-11-15,-3 1-10 0,6-5-19 0,-1-1-29 16,-1 0 0-16,4-1-2 0,4-1-16 0,1 0-34 16,5-1-19-16,3 1-17 15,6-4-16-15,0 1-78 0,14-1-41 0,-7-3-89 16,9 2-123-16,-7-3-97 0,-5-1-100 15,2-1-94-15,-4-1-125 0,-6-1-219 0,-2 2 74 16,-3 0 89-16,0-1-587 0,-10-1-731 16</inkml:trace>
  <inkml:trace contextRef="#ctx0" brushRef="#br0" timeOffset="162919.9">13812 8040 3358 0,'0'0'56'0,"0"0"77"0,0 0 36 0,0 0 40 0,0 0 43 15,0 0 32-15,0 0 18 0,0 0-18 16,0 0-26-16,0 0-33 0,0 0-19 0,13-2-19 16,3-4-21-16,1 3-22 0,5-2-11 15,3 1-22-15,2-1-60 0,-2 1-58 16,4 0-64-16,-4 0-71 0,-3 1-86 16,-3 0-84-16,1 1-72 0,-6-2-97 0,-1 2-161 15,-1-1-35-15,-4-1 79 0,-8 4-418 16,3-4-490-16</inkml:trace>
  <inkml:trace contextRef="#ctx0" brushRef="#br0" timeOffset="163151.13">13934 7810 2947 0,'-6'-7'81'0,"3"2"30"0,3 5 29 16,-4-8 21-16,4 8 21 0,-5-4 4 15,5 4-17-15,0 0 6 0,0 0 30 0,0 0-1 16,0 21-15-16,5-7-13 0,-1 6-14 15,-1 2-12-15,-1 2-14 0,4 10-11 16,-3 1-15-16,3-2-11 0,0-2-12 0,0-2-7 16,-2-9-4-16,-1 1-14 0,1 1-29 15,0-5-30-15,-1-2-45 0,-1 1-38 16,-2-4-53-16,3 1-76 0,-3-4-81 0,2 0-102 16,-2-1-145-16,-2-1-150 15,2-7 79-15,2 8-437 0,-2-8-517 0</inkml:trace>
  <inkml:trace contextRef="#ctx0" brushRef="#br0" timeOffset="163484.54">14389 7827 3255 0,'-2'-8'213'0,"1"1"13"0,-3 2 16 16,4 5 16-16,-6-7 4 16,6 7-22-16,0 0-20 0,0 0 10 0,0 0 6 15,0 0-10-15,4 21-15 0,0-9-20 16,-1 8-26-16,1 2-6 0,2 2-26 0,-3 0-15 16,2-2-11-16,-1 3-8 0,-1-4-10 15,1 1-3-15,-2 0-10 0,4-5-4 0,-5-2-20 16,1 1-52-16,0-4-58 0,0 0-59 15,0-2-61-15,1-2-74 0,-2-1-78 0,-1-1-94 16,0-6-122-16,2 8-217 0,-2-8 69 16,0 0 80-16,0 0-471 0,0 0-556 0</inkml:trace>
  <inkml:trace contextRef="#ctx0" brushRef="#br0" timeOffset="163686.1">14728 7915 3427 0,'-9'-4'250'0,"4"1"18"15,5 3 11-15,0 0 18 0,-12-5 16 0,12 5-5 16,-2-6-33-16,2 6-30 0,0 0-29 16,15-7-21-16,-2 4-63 0,3-2-84 0,3 4-92 15,-2-3-91-15,4 2-121 16,-4-1-120-16,2 1-135 0,-4 0-204 0,-1 2 46 0,-1 2 81 15,-1 0-419-15,-3 0-481 16</inkml:trace>
  <inkml:trace contextRef="#ctx0" brushRef="#br0" timeOffset="163867.73">14739 8024 2771 0,'-12'4'165'0,"2"0"48"0,3-4 25 15,7 0 20-15,0 0 26 0,-14 4 27 16,14-4 5-16,0 0-29 0,0 0-31 15,0 0-27-15,0 0-23 0,0 0-55 0,0 0-72 16,40-4-94-16,-19-2-111 0,4 0-138 16,11 1-145-16,-2-7-185 0,2 2-85 15,3-5 81-15,-3 1-449 0,-2 1-521 16</inkml:trace>
  <inkml:trace contextRef="#ctx0" brushRef="#br0" timeOffset="164235.85">15369 7664 3120 0,'0'0'91'16,"0"-12"43"-16,0 12 22 0,1-9 8 16,1 3 7-16,3 0-1 0,0 2-10 0,1-2-11 15,1 3-11-15,-7 3-11 16,16 0-8-16,-16 0-4 0,15 7-3 0,-8 0 1 0,0 1 15 16,-4 1 7-16,-1 2 12 15,0 0 8-15,-2 1 14 0,-2 2 4 0,-1 2 9 16,-6-1-6-16,0 2-3 0,0-1-9 15,1 1-10-15,2-5-10 0,-1 1-12 0,3-2-10 16,0-1-3-16,2-1-4 0,2 2-4 16,0-2-8-16,0 3-2 0,4-2-9 15,0 0 0-15,-1 1-4 0,1-1-9 0,0 0-5 16,0-3-50-16,-2 3-24 0,0-3 0 16,-2 2 0-16,2-1 0 0,-2-8 0 0,-6 17 0 15,0-8 0-15,-3-1 0 0,-4 4 0 16,-3-6 0-16,-3 3 0 0,-3-5 0 0,-2 2 0 15,-1-2 0-15,0-4 0 0,-1 3 0 16,-2-3-94-16,1 1-622 0,4-1-246 0,4 2 81 16,-2-2 87-16,4 2-819 15,1 0-1054-15</inkml:trace>
  <inkml:trace contextRef="#ctx0" brushRef="#br0" timeOffset="169867.94">23907 9295 2589 0,'0'0'368'0,"0"0"-99"0,0 0-31 0,11 0 5 15,-11 0 4-15,0 0 0 0,0 0-5 16,0 0-15-16,0 0-1 0,0 0 4 0,0 0-12 15,0 0 6-15,0 0-13 0,0 0-17 16,0 0-9-16,13-7-16 0,-13 7-17 16,0 0-16-16,16-3-15 0,-16 3-5 15,12 0-17-15,-12 0-9 0,16-2-6 0,-16 2-6 16,15-4-8-16,-15 4 8 0,12-3 4 16,-12 3 3-16,7-3 8 0,-7 3-3 0,0 0-4 15,11-4-8-15,-11 4-8 0,0 0-5 16,9-6-7-16,-9 6-4 0,0 0-3 15,5-6-23-15,-5 6-28 0,0 0 0 0,10-3 0 16,-10 3 0-16,0 0 0 0,0 0 0 16,0 0 0-16,0 0 0 0,0 0 0 0,0 0 0 15,1 20 0-15,-1-4 0 0,0 4 0 16,-1 5 0-16,1 10 0 0,-2 3 0 0,2 1 0 16,0 0 0-16,2 2 0 0,-2-6 0 15,3 1 0-15,1-8 0 0,-2-4 0 0,0-4 0 16,-2-3 0-16,1 1 0 15,-1-5 0-15,0 0 0 0,0-4 0 0,0 0 0 16,3-1 0-16,-3-8 0 0,0 12 0 16,0-6 0-16,0-6 0 0,0 11 0 0,0-11 0 15,0 8 0-15,0-8 0 0,-3 7 0 16,3-7 0-16,-9 7 0 0,0-2 0 0,-7 0 0 16,2-2 0-16,-8 4 0 0,4-2 0 15,-2 1 0-15,3-1 0 0,0-2 0 16,1 0 0-16,4 1 0 0,0-1 0 0,2-1 0 15,5 1 0-15,5-3 0 0,-11 4 0 16,11-4 0-16,0 0 0 0,0 0 0 0,0 0 0 16,28 10 0-16,-6-10 0 0,5 2 0 15,4-2 0-15,8 3 0 0,-3-3 0 0,-8 0 0 16,1 2 0-16,-3-2 0 0,-3 0 0 16,-4 2 0-16,-2-2 0 0,-1 0 0 0,-3 0 0 15,-1 0 0-15,-12 0 0 0,18 0 0 16,-10 0 0-16,-8 0 0 0,15 1 0 0,-15-1 0 15,13 0 0-15,-13 0 0 16,0 0 0-16,14-1 0 0,-14 1 0 0,0 0 0 0,0 0 0 16,5-4 0-16,-5 4 0 15,0 0 0-15,0 0 0 0,-21-6-677 0,21 6-320 16,-24 1-1219-16,-1 4-1621 0</inkml:trace>
  <inkml:trace contextRef="#ctx0" brushRef="#br0" timeOffset="173400.19">25806 9314 972 0,'-7'-9'296'0,"-2"2"-138"15,-2 2-43-15,0 2-14 0,4-1 2 16,-5 1 14-16,-1 1 4 0,-1 0-1 0,-1 2 14 16,2 0 4-16,-4 2 16 0,-3 2 20 15,-3 1 12-15,3 3 8 0,-9 6 3 0,1 3 2 16,1 4-5-16,2 2-9 15,-2 3-3-15,7 3-6 0,2 0 0 0,5 0-8 16,3 3-3-16,7-8-14 0,1 0-6 0,4 2-9 16,1-4 1-16,9 8-4 0,5-2-8 15,2-3-7-15,6-2-10 0,8-3-9 16,-1-7-10-16,8-1-7 0,-1-2-6 16,4-6 15-16,-2-4 16 0,2-4-2 0,-3-2 5 15,-4-6 6-15,-2-2 4 0,-2-5 3 16,2-8-5-16,-3-8-3 0,-6-3-11 0,-4-3-8 15,-6-5-12-15,-5 5-8 0,-6-2-8 16,-4 0-9-16,-4 1-8 0,-6 1-7 16,-3 7-21-16,-6 5-3 0,-7 7-4 15,-13-5-33-15,-1 18-42 0,-1 4-62 0,-6 5-67 0,4 2-89 16,-3 4-125-16,-8 4-142 16,14-1-227-16,4 0-21 0,4 4 93 0,13-4-627 15,0 1-784-15</inkml:trace>
  <inkml:trace contextRef="#ctx0" brushRef="#br0" timeOffset="175499.6">27531 9263 3394 0,'-4'-9'-164'0,"4"9"33"0,0 0 36 0,-1-7 32 0,1 7 34 0,0 0 30 0,-2-5 25 0,2 5 12 0,0 0 9 15,0 0 11-15,0 0 9 0,-4-7 18 16,4 7 12-16,0 0 7 0,0 0 8 0,0 0 8 16,0 0 6-16,0 0-2 0,-5-5-2 15,5 5-3-15,0 0-6 0,0 0-5 16,0 0-5-16,0 0-8 0,-3-5-10 16,3 5-5-16,0 0-8 0,0 0-10 0,0 0-3 15,-8-4-7-15,8 4-4 0,0 0-7 0,-7-3-4 16,7 3-4-16,0 0-1 15,0 0-6-15,0 0-1 0,-12-3-2 0,12 3-3 16,0 0-1-16,-9-2-3 0,9 2-2 16,0 0-3-16,0 0 2 0,-10-4-1 0,10 4 0 15,0 0-4-15,0 0 1 0,0 0 2 16,0 0-5-16,-15 0-2 0,15 0 4 0,0 0-4 16,0 0 1-16,0 0 1 0,-10-2-1 15,10 2 1-15,0 0 1 0,0 0 6 0,0 0 13 16,0 0 1-16,0 0 0 0,-17 0 2 15,17 0-4-15,0 0-1 0,-11-1-2 0,11 1-2 16,0 0-2-16,-13 0-1 16,13 0-2-16,0 0-4 0,-14 1 1 0,14-1 0 15,-15 2-3-15,5 0 8 0,1 0 5 16,-2 0 3-16,-5 4 1 0,-1 0 14 0,0 2 10 16,-12 6-1-16,2 3-2 0,1 2 0 15,-1 1 5-15,1 2 0 0,1 4-2 0,6 3 2 16,-3 0-1-16,8 3-2 15,1 1 3-15,4 0-4 0,7-2 8 0,4-5-5 16,9 6-2-16,1 3 2 0,8-6-4 16,2 0-8-16,15 0 5 0,1-4-4 0,3-5-9 15,-3-8-2-15,3 0-2 0,1-7 2 16,2-5-1-16,-1-2 11 0,2-4 12 16,-6-3 8-16,-3-5 9 0,0-5-6 0,-1-7 0 15,-7-5-2-15,-6 0-4 0,-5-3-8 16,-4-10-3-16,-6 5-7 0,-5-1-6 0,-4 1-1 15,-1-1-3-15,-7 5-6 0,-7 6-8 16,-3 4-7-16,-9 6-30 0,-3 5-40 0,-9 8-68 16,-1 2-69-16,-2 6-95 0,-1 3-117 15,-7 8-139-15,10-2-248 0,5 3 17 0,1 1 87 16,8 2-589-16,6 3-744 0</inkml:trace>
  <inkml:trace contextRef="#ctx0" brushRef="#br0" timeOffset="177348.33">28935 9233 3366 0,'0'0'-83'16,"-2"-12"34"-16,2 12 24 0,-3-6 29 16,-1 4 47-16,4 2 46 0,-16 0 37 0,16 0 25 15,-28 8 20-15,2 6 6 0,-3 3 9 16,1 5-7-16,-7 8 9 0,2-1 3 16,4 6-2-16,4 0-1 0,5-4-12 15,5 2-2-15,3-1-1 0,7 1-9 0,3-4 14 16,6-4 1-16,5 8-13 0,9-2-8 15,5-2-4-15,11 3-11 0,6-9-12 16,6 0-9-16,3-11-9 0,-5-1-13 0,-1-7-8 16,4-2-10-16,-4-6 1 0,-1-1-14 15,-4-7-5-15,-2-2-4 0,-5-6-11 0,-6-4-4 16,-7-6-6-16,0-4-6 0,-9-2-4 16,-5-2-9-16,-6-1-28 0,-5-1 0 0,-10-3 0 15,-8 4 0-15,-4 6 0 0,1 11 0 16,-5 4-21-16,-3 4-85 0,-2 7-60 0,2 3-66 15,1 6-79-15,-1 1-101 0,0 4-118 16,10 0-155-16,2 3-142 0,7-5 86 16,4 4-674-16,4 0-866 0</inkml:trace>
  <inkml:trace contextRef="#ctx0" brushRef="#br0" timeOffset="181615.5">21994 10781 1338 0,'0'0'195'0,"-3"-8"-69"15,3 8-41-15,0 0 2 0,0 0 10 16,0 0 13-16,-4-9 7 0,4 9 4 15,0 0 6-15,0 0-4 0,-4-4-5 0,4 4-7 16,-5-6-1-16,5 6 3 0,-9-5 8 16,-2 3 7-16,0 1 2 0,-2 1 4 0,-2 1 1 15,-7 4 8-15,-2 1 2 16,-9 5 2-16,1 7 9 0,-6 5 0 0,0 2 7 16,9-3-6-16,-7 11-8 0,6 1-1 15,3 2 7-15,8-3-7 0,4-1-6 0,5 3-7 16,4-8-9-16,6 0 18 0,6-2-4 15,2 7-12-15,7-3-9 0,2-3-10 0,4-4 15 16,6-3-4-16,-1-4 1 0,-1-8-6 16,0-2-7-16,4-3-15 0,0-4-19 0,7-3-7 15,1-3-6-15,-1-5 6 0,0-4-8 16,0-8-13-16,-4-7-2 0,-2 2 4 0,-9 1-14 16,0-10-8-16,-5 7 3 15,-5-5-2-15,-6 2-8 0,3 0-1 0,-8 6-6 0,-2 4-4 16,-4 2-3-16,-1 4-11 15,-14-3-29-15,-6 5-36 0,-4 5-52 0,-5 9-70 16,4 1-84-16,-10 7-103 0,0 1-105 16,0 2-148-16,5 4-172 0,1 1 91 0,5 3-626 15,8 4-795-15</inkml:trace>
  <inkml:trace contextRef="#ctx0" brushRef="#br0" timeOffset="197611.29">23825 10761 1437 0,'0'0'191'16,"0"0"-36"-16,-2-10-10 0,2 10-2 0,0 0-4 15,0-7-8-15,0 7-7 0,0 0-11 16,0 0-3-16,-2-9-9 0,2 9-10 0,0 0-1 16,0-7-5-16,0 7 3 0,0 0 2 15,0 0 2-15,0 0 3 0,0 0-7 0,-4-6 2 16,4 6-1-16,0 0-8 0,0 0-1 15,0 0-12-15,0 0-9 0,-12-4-1 0,12 4-6 16,0 0-1-16,-27 5-2 16,14 0 4-16,-4 0 1 0,-3 2 6 0,-2 4 7 15,-6 0-3-15,-1 5-2 0,2 2 13 16,2 2 0-16,1 0-5 0,5 3-2 0,-1 0-4 16,6 5-1-16,2 1-3 0,2-5-1 15,7-1-2-15,1 1-4 0,4-2-7 0,1 2 0 16,7 5-2-16,7 0 1 0,6-4 16 15,4-3 10-15,6-3 2 0,1-5 0 0,5-3-5 16,1-2 4-16,3-6-4 0,-4-1 7 16,6-6-3-16,-4-1-3 0,-1-5-8 15,1-2 3-15,-7-5-8 0,4-7-3 0,-4-4-7 16,-9 6-11-16,-4-6 3 0,-2-2-14 16,-6-3 1-16,-2-1-3 0,-3 0-3 15,-2 1-2-15,-6 6-4 0,-2 4-1 16,-6 3-6-16,1 1 0 0,-6 1-1 0,-5 7-17 15,-8-3-31-15,-1 5-30 0,0 7-45 16,-4 1-62-16,1 1-73 0,-12 6-79 0,3 0-88 16,-2 1-151-16,1 0-151 0,8 3 81 15,5-2-451-15,6-1-561 0</inkml:trace>
  <inkml:trace contextRef="#ctx0" brushRef="#br0" timeOffset="199112.51">25578 10626 2843 0,'0'0'-91'0,"-14"4"39"16,14-4 29-16,0 0 42 0,-7 2 45 16,7-2 46-16,0 0 45 0,0 0 22 0,0 0 19 15,0 0 7-15,0 0 0 0,0 0 1 16,0 0-7-16,0 0-10 0,0 0-11 15,0 0-10-15,0 0-13 0,0 0-9 16,32-6-9-16,-32 6-7 0,9-3-4 0,-9 3-5 16,11-4-2-16,-11 4-3 0,0 0-8 15,11-5-7-15,-11 5-14 0,0 0-5 0,9-4-12 16,-9 4-9-16,0 0-8 0,0 0-6 16,0 0-9-16,0 0 0 0,12 14-5 0,-14-4-3 15,2 2 3-15,0 3-7 0,0 5 4 16,0 3 12-16,0 3 3 0,0 12-1 15,2-8-8-15,-2 7-1 0,2 0-1 0,0-8-4 16,-1-2 1-16,-1-5-5 0,2 2 4 16,-2-6 31-16,4-4 4 0,-4 1-6 0,2-4 4 15,-2-1 8-15,0-1 11 16,0 0 6-16,2-2 7 0,-2-7-2 0,-2 11-2 0,2-11-6 16,-2 11-5-16,-2-7-6 15,-1 1-8-15,-5 1 1 0,-2 0-11 0,-2 0-3 16,-2 0-4-16,1-2-26 0,-1 2-21 15,4-2 0-15,0 2 0 0,0-3 0 0,5-1 0 16,1 2 0-16,6-4 0 0,-11 4 0 16,11-4 0-16,-4 8 0 0,4-8 0 0,11 5 0 15,1-1 0-15,6-2 0 16,7 4 0-16,15-6 0 0,3 5 0 0,-2-5 0 16,4 0 0-16,-2-3 0 0,-3 3 0 0,-8-2 0 15,-5 0 0-15,0 0 0 0,-4 0 0 0,-4 0 0 16,-4-2 0-16,-1 4 0 15,-1-3 0-15,-13 3 0 0,19-1 0 0,-12 0 0 16,-7 1 0-16,15-4 0 0,-15 4 0 16,12 0 0-16,-12 0-110 0,0 0-509 0,9 6-173 15,-9-6-134-15,-1 9 98 0,1-9-844 16,-4 14-1108-16</inkml:trace>
  <inkml:trace contextRef="#ctx0" brushRef="#br0" timeOffset="200711.4">27382 10836 4275 0,'-7'-3'-140'0,"7"3"69"16,-6-6 55-16,6 6 56 0,-4-3 50 0,4 3 45 16,0 0 21-16,-8-6 3 0,8 6-5 15,0-8-7-15,0 8-8 0,0 0-9 0,6-10-4 16,-1 7-4-16,-4-1-5 0,-1 4-9 16,11-10-15-16,-5 7-3 0,0-2-4 0,-6 5 0 15,8-7 2-15,-3 6-7 0,-5 1-4 16,0 0-9-16,10-7-10 0,-10 7 1 0,5-4-13 15,-5 4-9-15,0 0-6 0,0 0-2 16,0 0-4-16,0 0 0 0,0 0-4 16,6 13 1-16,-6-2-7 0,-2 2 6 15,2 6 36-15,0 5-7 0,2 11-10 0,1 1-2 16,-2 1-2-16,3 1-3 0,2-2-1 16,-5 0-2-16,3-9 32 0,2-3 8 0,-4-3-3 15,-1-4-7-15,1-3 6 0,1-3 18 16,-1 1 19-16,-2-2 9 0,0 0 9 15,2-3 2-15,-2 0-2 0,0-7-9 0,0 12-67 16,2-7-45-16,-2-5 0 0,-9 8 0 16,4-1 0-16,-6-3 0 0,-5 1 0 0,-1 0 0 15,-4 2 0-15,4-5 0 0,0 4 0 16,-3 0 0-16,6-3 0 0,0 2 0 0,3-1 0 16,0-3 0-16,-1 3 0 15,4-1 0-15,3-1 0 0,5-2 0 0,-8 7 0 0,8-7 0 16,11 11 0-16,7-7 0 15,6 1 0-15,15 0 0 0,0 0 0 0,7 1 0 16,0-2 0-16,-1-2 0 0,1 0 0 16,-4-2 0-16,0 0 0 0,-5 0 0 0,-11-2 0 15,3 1 0-15,-11 0 0 0,4-2 0 16,-7 2 0-16,-2-1 0 0,0 2 0 0,1-2 0 16,-7 2 0-16,-7 0 0 15,18-2 0-15,-18 2 0 0,9 0 0 0,-9 0 0 16,11-1 0-16,-11 1 0 0,0 0 0 0,0 0-537 15,0 0-474-15,0 0 91 0,0 0 93 16,0 0-838-16,-16 17-1102 0</inkml:trace>
  <inkml:trace contextRef="#ctx0" brushRef="#br0" timeOffset="205061.52">29067 10650 4199 0,'-8'-11'-192'0,"3"2"47"0,-5 5 33 16,3-1 33-16,-5-1 44 0,3 2 43 0,-5 3 28 15,-1 1 33-15,-4 4 34 0,-6 1 13 16,-10 8 9-16,5 3 2 0,-2 3 5 16,-4 8-4-16,7-3 3 0,6 2-7 15,4 3-14-15,4 2-4 0,4 1-7 0,3 3-8 16,6 1-2-16,4-5 9 0,6 3 2 16,6-2-2-16,6-1-3 0,10 2-8 15,12-5 0-15,4-6-18 0,6-7-2 0,2-3-8 16,5-6-6-16,-9-6-7 0,9-4 1 15,-1-7-9-15,-6-3 2 0,-4-6 1 0,-3-4-6 16,-7-3 0-16,-4-3-4 0,-7-5-3 16,-9 4-3-16,-4-3-1 0,-7-2-3 0,-7 4-7 15,-7-3 0-15,-4 2-2 16,-8 2-4-16,-6 7 2 0,-10 4-4 0,-1 6-28 16,-6 7-30-16,-2 4-42 0,-4 6-45 15,5 4-56-15,-11 5-90 0,5 5-108 0,16-2-170 0,-1 1-177 16,5 3 82-16,5-4-491 15,5 5-615-15</inkml:trace>
  <inkml:trace contextRef="#ctx0" brushRef="#br0" timeOffset="208943.53">22123 11973 3000 0,'0'-9'-92'0,"0"1"35"0,0 2 29 0,0 6 24 16,-2-9 23-16,2 9 25 0,-2-8 7 16,2 8 18-16,-2-10 9 0,2 10 14 0,-4-7-1 15,4 7 3-15,-8-6-11 0,5 2 3 16,3 4 3-16,-13-1 11 0,13 1 9 15,-23 3 11-15,5 0 16 0,-2 8 0 16,-11 4 2-16,3 4 5 0,-5 1 0 0,5 0-5 16,-7 9 0-16,2 1-7 0,11-2-10 15,1 0-8-15,1 1-4 0,6 0-12 0,4 0-4 16,2-5-8-16,6-1-2 0,4-2-8 16,6 10 18-16,5-6-4 0,9 1-1 0,2-5-12 15,9-2-5-15,3-7-6 0,5-3-7 16,4-4 0-16,-4-5-11 0,3 0 1 0,-4-7-9 15,-2 2 19-15,-4-7-4 16,1-3 5-16,-7-5-12 0,-3-3-2 0,-2-4-1 0,-4-2-8 16,-7-2-6-16,-3-4 0 15,-3 0-4-15,-6-2-4 0,0 6-5 0,-8-1-6 16,1 1 3-16,-7 5-8 0,-1 7-6 16,-1 7-20-16,2 1-12 0,-8 5-31 0,4 4-35 15,-7 4-48-15,-9 4-53 0,-3 7-74 16,-7 6-75-16,3 3-90 0,-3-4-141 0,4 5-170 15,-3-1 86-15,16-3-509 0,-5 0-638 16</inkml:trace>
  <inkml:trace contextRef="#ctx0" brushRef="#br0" timeOffset="210675.94">24093 11976 3043 0,'0'-6'-123'0,"0"-2"44"16,0-2 41-16,0 4 37 0,-1-3 33 0,1 1 28 16,-2 0 17-16,0 0 19 15,-5 0 4-15,6 1-6 0,-7 0-6 0,1 3 3 16,-3 1 19-16,-1 3-4 0,-4 2 10 15,-6 3 18-15,-3 5-4 0,-4 4 7 0,-5 6 0 16,5-1 3-16,-6 12 6 0,3 0-14 16,6-1-7-16,7-1-9 0,2 0-2 0,1 1 8 15,7 1-11-15,2-5-12 16,5-2-4-16,2 0 4 0,7 5 12 0,6 0-6 0,7-4-6 16,3-1-6-16,6-6-2 15,15 1-4-15,-7-7-3 0,1-7-2 0,4-1 2 0,-9-4 2 16,4-2-5-16,-2-5-1 15,1-2-10-15,-7-4-5 0,-4-3-6 0,1-4-8 16,-8-6-5-16,-2-3-7 0,-1-2-2 16,-7-4-6-16,-4 0-13 0,4-3-4 0,-9 0 6 15,0 8-13-15,-6-5 2 0,-2 6-2 16,-1 5-14-16,-2 9-26 0,-3 3-32 0,-3 4-40 16,-2 7-43-16,-6 2-60 0,-9 11-85 15,-4 3-87-15,-7 11-103 0,6-1-178 16,1 2-79-16,9-4 76 0,4 1-485 0,2-2-616 15</inkml:trace>
  <inkml:trace contextRef="#ctx0" brushRef="#br0" timeOffset="212724.91">25488 12057 2934 0,'0'0'-116'0,"0"0"46"15,0 0 39-15,0 7 46 0,0-7 46 0,0 0 47 16,0 0 42-16,0 0 27 0,0 0 13 16,0 0 6-16,0 0-2 0,0 0-4 15,0 0-9-15,0 0-11 0,0 0-7 16,21-10-12-16,-18 4-12 0,4 4-14 0,-3-4-10 16,-4 6-10-16,7-6-11 0,-3 2-7 15,-4 4-9-15,7-8-5 0,-7 8-11 0,7-6 7 16,-6 2 2-16,-1 4-4 0,6-7-2 15,-6 7-9-15,4-2-6 0,-4 2-3 0,0 0-7 16,0 0-5-16,3-6-7 0,-3 6-7 16,0 0-2-16,0 0-2 0,0 0-1 15,0 19-1-15,-2-5 4 0,2 4 30 16,-1 2-4-16,1 4 2 0,0 3-10 0,0 1-1 16,1 7-6-16,1-1 1 0,2-3-3 15,0-6 0-15,-2-1-4 0,-1-5 8 0,2 0 30 16,-1-2-4-16,0-5-3 0,0 0 4 15,-2-2 8-15,0-2 4 0,0 1-1 0,0 0 4 16,2-3-14-16,-4 1-3 0,2 0 3 16,-2 0-10-16,-2 1-3 0,0-3-2 0,-4 4-1 15,1-2-5-15,-1 1-3 16,-4 0-3-16,1 0-9 0,0-1 3 0,1 1-8 0,1-2 1 16,0 0 0-16,-2-3-4 0,4 3-2 15,0 0 0-15,1-4-4 0,0 2 2 16,6-4 21-16,-10 8 14 0,10-8 13 15,-5 4 13-15,5-4 8 0,0 0 8 0,0 0-7 16,19 5-82-16,-4-3 0 0,6-2 0 16,10-2 0-16,10 0 0 0,6 1 0 15,0-1 0-15,-3-2 0 0,-1 0 0 0,-5 0 0 16,-5 2 0-16,-8 0 0 0,-4 0 0 16,-5-1 0-16,0 2 0 0,-3-1 0 0,-1 0 0 15,-3 2 0-15,1-2 0 0,-10 2 0 16,13 0 0-16,-13 0 0 0,0 0 0 0,13 0 0 15,-13 0 0-15,0 0 0 16,4 6-87-16,-4-6-432 0,0 0-158 0,-13 14-241 16,6-7 55-16,-3 1 89 0,-2 2-707 15,-2 1-927-15</inkml:trace>
  <inkml:trace contextRef="#ctx0" brushRef="#br0" timeOffset="-214604.24">27390 12117 1649 0,'0'0'397'0,"0"0"-89"16,0 0-44-16,0 0-28 0,0 0-25 15,0 0 5-15,0 0-26 0,0 0-16 0,0 0-9 16,5-10-8-16,4 7-8 0,-4-3-10 16,4 1-12-16,2-2-5 0,-2 1-6 0,0-1-7 15,-2 0-6-15,4 0 4 16,-4 2-2-16,-2-1-3 0,3 2 0 0,-2 0-3 16,0-1-3-16,-6 5-10 0,7-7-12 0,-7 7-8 15,8-6-9-15,-8 6-10 0,3 0-4 0,-3 0-4 16,0 0-4-16,0 0 5 15,9 18 19-15,-7-7-5 0,-2 4-2 0,1 4 7 16,-1 5 9-16,2 1-4 0,0 12-6 16,0-2 2-16,2 0-11 0,-3-4 2 0,-1-6-11 15,2 0-1-15,-2-5-5 0,2 1-4 16,-2-4 1-16,0-4-4 0,2 1 7 0,-4-2 29 16,4-3 2-16,-2-1 5 0,0 2 0 15,0-5-3-15,0 2-7 0,-2 0-9 0,2-7-4 16,-2 12-3-16,-1-4-3 0,-5-2-1 15,-1 3-4-15,-3-1-7 0,-1 2 3 16,-3-1-4-16,0-1-3 0,4 2-2 16,-3-2 0-16,8-3-7 0,-6 3-6 0,4-2-1 15,2-2 12-15,0 2 5 0,4-1 35 16,1 1 24-16,2-6 16 0,12 10 3 16,-1-4-5-16,2 0-5 0,6 1-82 0,6-3-12 15,0 2 0-15,9 1 0 0,-5-4 0 16,-2 1 0-16,-3-1 0 0,-3-1 0 0,-2-2 0 15,0 2 0-15,-5-1 0 0,-1-2 0 16,1 2 0-16,-3-1 0 0,-11 0 0 16,17 0 0-16,-8 1 0 0,-9-1 0 15,12 0 0-15,-12 0 0 0,12 0-182 0,-12 0-390 16,11 2-185-16,-11-2-167 0,7 4 91 16,-7-4-841-16,0 0-1111 0</inkml:trace>
  <inkml:trace contextRef="#ctx0" brushRef="#br0" timeOffset="-213239.33">29152 12129 4202 0,'0'0'-172'0,"0"0"62"16,0 0 43-16,0 0 31 0,0 0 40 0,-3-12 50 15,3 12 27-15,0 0 28 0,0 0 12 16,0-8 20-16,0 8 17 0,0 0 12 0,0 0 6 16,15-4 1-16,-15 4 3 0,17-3-5 15,-5 1-8-15,-5 0-5 0,-7 2-3 16,22-5-5-16,-15 4 13 0,-7 1-5 16,17-6-1-16,-9 5-6 0,-8 1-8 0,11-5-23 15,-11 5-14-15,0 0-11 0,11-2-16 16,-11 2-12-16,0 0-8 0,0 0-5 0,0 0-9 15,12 12 0-15,-12-4-3 0,0 6 14 16,-2 0 14-16,2 6-7 0,-1 3 0 16,1 0-3-16,0 6-5 0,0-3-6 0,-2 3-5 15,4-4 0-15,-4 2-6 0,4-4-4 16,-1 2-16-16,-1-6-22 0,0-2 0 16,0-1 0-16,0-4 0 0,0-2 0 15,0 0 0-15,0 1 0 0,0-5 0 0,0 3 0 16,-1-1 0-16,-5 2 0 0,-1 0 0 15,-4-1 0-15,-1 3 0 0,-4 0 0 0,-2-3 0 16,2 1 0-16,2-2 0 0,1 0 0 16,4-3 0-16,-2 1 0 0,2 0 0 0,4-2 0 15,-1-2 0-15,6-2 0 0,-8 8 0 16,8-8 0-16,0 0 0 0,0 0 0 0,28 7 0 16,-10-5 0-16,5-2 0 15,2 0 0-15,1 3 0 0,1-6 0 0,-1 3 0 16,-2 0 0-16,-1 0 0 0,-3 0 0 0,-1-2 0 15,-4 2 0-15,1-2 0 0,-5 2 0 16,-11 0 0-16,19-1 0 0,-19 1 0 16,15-2 0-16,-8 2 0 0,-7 0 0 0,0 0 0 15,0 0 0-15,9 3 0 0,-9-3-516 16,0 0-497-16,-13 12 81 0,5-5 95 0,-2 0-827 16,1 2-1101-16</inkml:trace>
  <inkml:trace contextRef="#ctx0" brushRef="#br0" timeOffset="-208272.29">21947 12940 4527 0,'0'0'-54'0,"0"0"15"0,0 0 25 15,0 0 42-15,0 0 46 0,0 0 39 16,0 0 22-16,0 0-1 0,0 0-6 0,0 0-5 16,0 0-1-16,0 0-1 0,0 0-5 15,0 0-9-15,0 0-12 0,20-6-7 0,-17 4-7 16,-3 2-4-16,12-4 1 0,-12 4 9 15,7-5 5-15,-7 5-3 0,6-1-7 16,-6 1-9-16,0 0-8 0,6-5-10 0,-6 5-7 16,0 0-5-16,0 0-3 0,0 0-5 15,0 0 6-15,2 17 9 0,-2-17 8 16,-8 24-16-16,7-6 13 0,-4 4 8 0,-4 11-5 16,9-4 0-16,-2 7-23 0,2 1 11 15,-2 0-1-15,2-8-6 0,-2-1-6 16,2-4 1-16,-2-4-10 0,2-1 3 0,0 0-5 15,0-5 6-15,0-3 6 0,-2 1 5 16,2 0 15-16,-1-1 9 0,-1-3 6 0,0-1-7 16,2 0-2-16,-5 1-6 0,3-3 0 15,-1-1-6-15,-7 4-3 0,3-3-7 16,-3 0-7-16,-1-1-3 0,-2 1-23 16,-3 3-5-16,3-4 0 0,-1 2 0 0,3 0 0 15,1-3 0-15,3 0 0 0,-1 0 0 0,1 1 0 16,7-4 0-16,-10 4 0 0,4 0 0 15,6-4 0-15,-5 6 0 0,5-6 0 16,0 0 0-16,5 10 0 0,5-5 0 0,5-1 0 16,7 0 0-16,1 0 0 0,1 0 0 15,2-1 0-15,-1-1 0 0,2-2 0 0,2 0 0 16,-6 0 0-16,-3 0 0 0,1 0 0 16,-1 0 0-16,-5 0 0 0,-1 0 0 0,-3 0 0 15,0 0 0-15,-11 0 0 16,17-2 0-16,-8 2 0 0,-9 0 0 0,12-2 0 0,-12 2 0 15,0 0 0-15,15 0 0 0,-15 0 0 16,0 0 0-16,0 0-70 0,6 7-621 16,-6-7-216-16,0 0-20 0,-15 12 109 15,9-7-807-15,-6 2-1064 0</inkml:trace>
  <inkml:trace contextRef="#ctx0" brushRef="#br0" timeOffset="-206455.25">24015 13128 4101 0,'0'0'-255'0,"0"-7"44"0,0 7 32 0,0 0 34 16,-4-9 38-16,4 9 32 15,0 0 23-15,-2-8 21 0,2 8 13 0,-5-6 18 16,5 6 17-16,-10-5 18 0,6 1 16 16,4 4 15-16,-15-6 4 0,10 4 8 0,5 2 8 15,-22-2 16-15,8 4 22 0,-2 4 17 16,-7 0 12-16,-10 5 3 0,-1 7 0 15,-5 7 5-15,-4 2 4 0,5 4-3 0,2 3-7 16,6 2-9-16,3 1-10 0,6 3-4 16,10-5-2-16,3 0-6 0,8-6-2 0,6 6 1 15,7-3-9-15,2-3-2 16,7-1-8-16,7-3-8 0,10-2-6 0,-3-6-7 16,4-5-5-16,0-4-11 0,6-4-12 15,0-6-3-15,1-2 2 0,7-8-6 0,-6-1-3 16,1-6 0-16,-8-5-5 0,-2-7 2 15,-7-1-3-15,-1-4-3 0,-6-4-6 0,-7-3-6 16,-4 6-3-16,-8-3 1 0,-5 1-8 16,-1-6-4-16,-7 6 2 0,-5 1-2 0,-5 5-7 15,-11 0-12-15,6 10-18 0,-8 5-18 16,-2 9-31-16,-6 3-37 0,-5 10-52 0,2 4-66 16,-11 7-89-16,-1 4-95 15,3 5-136-15,4-3-217 0,6 2 57 0,16-9 83 16,1 6-429-16,11-5-528 0</inkml:trace>
  <inkml:trace contextRef="#ctx0" brushRef="#br0" timeOffset="-204239.12">25573 13348 2779 0,'0'0'-91'0,"0"0"32"0,3-8 28 15,-3 8 32-15,2-7 28 0,-2 7 20 0,0 0 23 16,-2-16 18-16,2 16 10 0,-3-8 8 16,3 8 0-16,0-11-2 0,0 11-10 15,-3-10 14-15,-1 5-4 0,4 5-3 0,-4-7-5 16,4 7-13-16,-3-7-9 16,3 7-2-16,0 0 12 0,-25 4 10 0,10 3 4 15,-14 7 13-15,3 4-3 0,-3 3 14 16,-7 10 2-16,4 4-1 0,-1-1-1 0,8 3 0 15,-2 1-8-15,12-9-2 0,0 2 1 16,6-2-4-16,4-3 3 0,7-6 12 0,6 3 35 16,9 0 5-16,10 0-3 0,12-1-8 15,11-5-11-15,6-3-14 0,7-7-10 0,3-3-18 16,1-6-8-16,0-3-9 0,-2-5-5 16,-4-3-5-16,-11-3-9 0,-2-2-5 0,-4-7-3 15,-9 0-5-15,-11-1-9 0,-6-5-5 16,-7-1-1-16,-3-4-10 0,-8 0-4 15,-7-1 1-15,-9-9-10 0,-7 7-15 16,-8 6-17-16,-1 3-22 0,-8 8-40 0,1 8-37 16,2 7-42-16,-5 5-51 0,-1 7-52 15,-9 7-95-15,-4 5-102 0,3 7-129 16,-1-3-209-16,7 4 60 0,15-7 86 0,3-1-471 16,6 3-591-16</inkml:trace>
  <inkml:trace contextRef="#ctx0" brushRef="#br0" timeOffset="-202288.54">27672 13395 3226 0,'0'-14'-36'0,"-4"0"25"16,2 2 18-16,0 3 31 0,-2-1 25 15,4 3 16-15,-1-1 17 0,1 8 1 0,-6-16-13 16,0 9-5-16,3 3-2 0,3 4 30 16,-23 2 17-16,1 4 16 0,-8 9 15 0,-1 6 10 15,-5 6 3-15,0 7-1 0,2 2-10 16,6 1 9-16,1 0-1 0,7-4-18 16,7-2-5-16,6 1 1 0,2-6 6 15,5-2-2-15,7 0 14 0,6 3-13 16,6 3-10-16,10-4-7 0,1-6-13 0,12 1-11 15,-2-7-13-15,2-4-6 0,3-5-10 16,5-5-5-16,2-3-6 0,4-6-2 0,2-6-8 16,-7-1 0-16,-3-6 3 0,-4-4-2 15,-4-5 2-15,-8-7-9 0,-3-3-7 0,-8-5-8 16,-4-2 0-16,-6-1-1 0,-5 6-12 16,-6-1-6-16,-6 7-7 0,-5-1-22 0,-6 8-43 15,-6 5-35-15,-10 7-34 16,-3 5-55-16,-5 7-50 0,-4 6-67 0,-3 3-72 0,-12 6-79 15,3 3-104-15,0-1-233 16,17 2 39-16,10 1 84 0,-4 1-466 0,8 0-594 16</inkml:trace>
  <inkml:trace contextRef="#ctx0" brushRef="#br0" timeOffset="-201108.53">29046 13375 3104 0,'0'0'15'0,"0"0"29"16,0 0 13-16,0 14 24 0,0-14 41 15,0 0 35-15,0 0 32 0,0 0 18 16,0 0 3-16,0 0 1 0,13 2-13 0,-13-2-7 16,0 0-13-16,25-4-7 0,-25 4-6 15,18-6-16-15,-9 4-12 0,0-2-7 16,1 1-7-16,-10 3-2 0,17-5-5 16,-12 3 1-16,-5 2-6 0,12-5 0 0,-12 5-10 15,8-5-1-15,-8 5-6 0,0 0-3 16,9-3-17-16,-9 3-7 0,0 0-10 0,0 0-25 15,0 0 40-15,7 13 14 0,-10 1 8 16,1 4-2-16,-2 6-3 0,1 10-4 0,-1 0-2 16,0 0-6-16,2 2-3 0,0-5-1 15,-1 4-7-15,3-6-7 0,0-6-4 16,-2-1 4-16,2-5 21 0,0 0-64 0,-3-4-16 16,6 0 0-16,-6-5 0 0,3 1 0 15,0-1 0-15,0 1 0 0,0-9 0 0,-2 12 0 16,2-12 0-16,-2 10 0 0,2-10 0 15,-5 7 0-15,-3-2 0 0,1-2 0 0,-5 1 0 16,3-1 0-16,9-3 0 0,-18 5 0 16,18-5 0-16,-13 4 0 0,13-4 0 15,-7 5 0-15,7-5 0 0,-6 3 0 16,6-3 0-16,0 0 0 0,0 0 0 0,17 12 0 16,2-7 0-16,6-3 0 0,13 3 0 15,0 0 0-15,0-1 0 0,-1 1 0 0,-5-1 0 16,-10-3 0-16,0 2 0 0,-1-1 0 15,-4-2 0-15,-4 2 0 0,-1-2 0 0,-12 0 0 16,19 2 0-16,-12-2 0 0,-7 0 0 16,15 1 0-16,-15-1 0 0,10 2 0 15,-10-2 0-15,6 3 0 0,-6-3-452 0,0 0-591 16,-16 14 101-16,3-7 104 0,-6 1-834 16,-12 6-1108-16</inkml:trace>
  <inkml:trace contextRef="#ctx0" brushRef="#br0" timeOffset="-197290.99">22096 14043 4160 0,'0'0'-225'0,"2"-7"59"0,-2 7 43 15,4-6 24-15,-4 6 31 0,0 0 28 0,1-6 25 16,-1 6 22-16,0 0 8 0,0 0 14 16,0 0 5-16,0-8 14 0,0 8 12 15,0 0 20-15,0 0 17 0,0 0 8 16,0-6-1-16,0 6-7 0,0 0-11 0,0 0 3 16,-3-9 3-16,3 9-10 0,-8-6-14 15,8 6-1-15,-12-6-4 0,9 4-7 16,-7-1-7-16,10 3-7 0,-15-1 0 0,4-3-7 15,-4 4-1-15,-1 0 5 0,0 4 5 16,-4 0 5-16,1 4 4 0,-12 5 7 0,4 5 9 16,3 1-1-16,0 1-3 0,-1 4 0 15,1 2 0-15,8 0 2 0,0 1 1 0,5 0-4 16,6-3-4-16,0-2-3 16,5-3-1-16,6 4-1 0,4 5 7 0,4-5 4 15,6 0 1-15,5-4-1 0,3-7-3 16,7-2 0-16,-1-3-1 0,-4-5 13 0,1-4 0 15,7-2 3-15,0-4-1 0,-2-3-6 16,-3 0-4-16,-3-5 9 0,-3-5-2 0,-2 1-11 16,-7-5-1-16,2-2-11 0,-9-2-9 15,-4-2 0-15,-5 2-7 0,-4 5-5 0,0-2-4 16,-9-4 1-16,-2 2-12 0,-6 5 1 16,-4 3-7-16,-6 5-22 0,-1 7-30 15,-1 2-32-15,4 6-38 0,1 2-43 0,-12 3-52 16,4 5-66-16,-1 2-73 0,3 2-69 15,2-3-102-15,3 4-173 0,4-3-44 16,6-2 88-16,3-1-419 0,3-1-537 16</inkml:trace>
  <inkml:trace contextRef="#ctx0" brushRef="#br0" timeOffset="-194408.06">23961 14231 2801 0,'-2'-14'-86'0,"-1"5"38"0,-3-2 21 15,3 4 27-15,-5 0 22 0,2 4 23 0,6 3 27 16,-22-5 34-16,2 7 29 0,-12 8 14 16,-4 3 7-16,-12 10 8 0,4 0 1 15,4 6 1-15,2 0-3 0,5-3-2 0,12-1-10 16,3 0-5-16,6-4-9 16,2-2 5-16,7-2-1 0,1 0 6 0,6-1 9 15,1-3 3-15,9 4-6 0,13-3-8 16,3 1-12-16,8-5-21 0,6-4-8 0,2-2-8 15,3-4-6-15,10-6-12 0,-2 0-8 16,-3-6 3-16,-6-1-12 0,-12-4-3 0,-4-1-10 16,-3-5-6-16,-6-1-5 0,-7-6-6 15,-4-3-3-15,-4-1-4 0,-6-2 2 0,-4-6 7 16,-10-5-9-16,-5 2-12 16,-2 4-9-16,-4 1-11 0,2 13-16 0,-4 5-18 15,-1 5-18-15,-5 6-19 0,4 6-28 16,1 5-34-16,-10 8-40 0,0 6-71 0,1 4-73 15,5 1-82-15,1 4-108 0,6 0-204 16,6-1 56-16,6-3 69 0,3-4-320 16,4-1-395-16</inkml:trace>
  <inkml:trace contextRef="#ctx0" brushRef="#br0" timeOffset="-192426.64">25673 14279 2465 0,'0'0'-45'0,"-3"-9"24"16,-2 3 23-16,5 6 27 16,-6-9 27-16,6 9 20 0,-5-10 19 0,3 6 6 0,2 4-4 15,-6-12 8-15,6 12 4 16,-7-6-7-16,7 6 1 0,-5-7-8 0,5 7 0 16,0 0-4-16,-3-8-5 0,3 8-10 15,0 0-10-15,-4-6-9 0,4 6-6 0,0 0-3 16,0 0-4-16,0 0 4 0,0 0-3 15,-18 0 4-15,18 0-2 0,-25 10 14 16,3 1 5-16,-3 5 8 0,0 3-2 0,1 6 12 16,-10 5 2-16,13-1-3 15,-8 5-3-15,8-5-5 0,5 0-4 0,2 2-7 0,4-2-1 16,5-2 0-16,3-5 1 16,4-3 8-16,2 2 10 0,5 0 12 0,12 1 8 15,4-1-6-15,7-4-11 0,6-5-10 16,16 1-5-16,3-4-8 0,4-6-1 0,-8-3-8 15,8-3-6-15,-4-2-4 0,-3-5-1 16,-13-1-6-16,0-3-2 0,-7-2 2 0,-2-10-2 16,-9-3-2-16,-6-3 2 0,-5-4-9 15,-6-3-1-15,-10 0-4 0,-5-2-2 16,-3-2-1-16,-12 2-5 0,-2 4-21 16,-10 8-23-16,-4 8-22 0,2 8-35 15,-3 5-29-15,-2 6-47 0,-5 5-57 0,-6 5-79 0,0 4-75 16,0 5-112-16,6-1-236 15,12-2 60-15,8 3 78 0,3-1-318 0,10-1-384 16</inkml:trace>
  <inkml:trace contextRef="#ctx0" brushRef="#br0" timeOffset="-190094.36">27624 14459 2395 0,'4'-7'-45'16,"0"3"40"-16,-4 4 36 0,2-12 31 15,-2 12 21-15,1-11 25 0,-1 11 18 0,2-8 10 16,-2 8 9-16,5-9-5 0,-5 9 5 16,2-7-8-16,-2 7-3 0,0 0-9 0,0 0-14 15,-2-8-6-15,2 8 2 0,0 0 16 16,0 0 6-16,-54 27 6 0,28-8 2 15,-10 5 4-15,0 3-8 0,5 4 3 0,4-5-6 16,2 2-12-16,8-4-6 16,2 1-6-16,8-4 0 0,0-2 9 0,9-4 4 0,3 2 1 15,6-1 5-15,8 4-21 16,7-2 0-16,4-7-15 0,7-2-2 0,5-2-13 16,1-5-4-16,5-2-6 0,0-4-7 15,13-6-6-15,-6-3 9 0,-3-2-20 0,-6-2 3 16,-5-5 7-16,-10 0-20 0,-1-9-1 15,-7-5 0-15,-6 3 3 0,-7-2-12 16,-4-4-5-16,-6 0-3 0,-8 1 6 0,-2-1-10 16,-8-2-9-16,-7 3-26 0,-6 7-28 15,1 10-24-15,-4 7-33 0,-2 6-45 16,-5 6-53-16,-1 6-75 0,0 4-82 16,-11 7-99-16,7 2-147 0,12-3-126 0,3 4 69 15,6-1-463-15,13-1-600 0</inkml:trace>
  <inkml:trace contextRef="#ctx0" brushRef="#br0" timeOffset="-188777.37">29183 14429 3240 0,'-7'-9'-59'0,"-5"2"24"15,2 2 23-15,-1 2 27 0,0 3 34 0,11 0 24 16,-41 10 36-16,9 4 10 16,-8 9 12-16,4 7 6 0,0 0 6 0,4 1-4 15,3 2-8-15,10-4-11 0,3 2-2 16,7-2 11-16,5-3-1 0,8-4 5 15,8 7-1-15,6 0-5 0,18 0-4 0,11-6-4 16,4-5-13-16,8-5-11 0,3-6 2 16,-1-4-23-16,0-5-2 0,0-5-8 0,-5-5-2 15,-3-2 13-15,-5-6 16 0,-4-2-9 16,-6-6-8-16,-6-2-11 0,-5-6-5 0,-8-6-4 16,-10 7-9-16,-5-6 5 0,-8-1-3 15,-8-4-10-15,-12 0-25 0,-2 8-24 16,-10 6-35-16,-6 6-52 0,-6 7-63 15,-7 9-88-15,6 10-102 0,-16 2-135 16,-1 10-267-16,5 8 39 0,7 2 76 0,10 6-398 16,6 1-512-16</inkml:trace>
  <inkml:trace contextRef="#ctx0" brushRef="#br0" timeOffset="-93079.62">11988 15363 2144 0,'-3'16'997'0,"-1"-6"-389"0,0-1-197 15,1-5-82-15,3-4-62 0,0 0-47 16,0 0-42-16,0 0-32 0,0 0-13 0,0-36-13 16,11 7-15-16,1-7-12 0,12-10-2 15,1-5-14-15,1-8-6 0,9-17-33 0,-3-5-33 16,0-3-42-16,2-11-32 0,2-1-22 16,0 3-10-16,1 6 4 0,-1 11 11 15,-9 20 3-15,-2 8 10 0,-5 8 8 0,-4 11-1 16,-7 11-10-16,1 4-7 0,-4 5 8 15,0 7 7-15,-3 0 9 0,-3 2 4 16,0 0 5-16,-1 16 7 0,-1-1 12 16,-2 2-4-16,-1 7 0 0,5 3 7 0,5 6 4 15,2 1 1-15,6-2 6 0,7 1 5 16,5 1 0-16,3-1-6 0,6-2 13 0,-9-8 15 16,2 2 17-16,-5-1 23 0,0-2 17 15,-8 2 25-15,2 2 23 0,-9-2 23 0,-1-2 26 16,-6 3 29-16,-2-2 24 0,-7 12 5 15,0-1 17-15,-9-2 3 0,2-1-4 16,-6-2-7-16,-5 5-25 0,4-8-13 0,0-2-21 16,1-4-17-16,1-2-10 0,1-5-17 15,8-3-12-15,-1-4-12 0,1-2-40 16,-1-6-75-16,13 2-96 0,-25-12-83 16,14 4-78-16,-5-9-98 0,7 3-101 0,-3-1-133 15,4-2-241-15,5 2 58 0,1 0 92 16,4-1-574-16,-1 1-726 0</inkml:trace>
  <inkml:trace contextRef="#ctx0" brushRef="#br0" timeOffset="-92779.65">13095 13500 3809 0,'-7'-24'117'0,"-1"5"0"0,5 5-15 15,-5 6 0-15,4 10 41 0,4-2 39 0,-17 39 3 16,10 2-5-16,-2 18 3 0,7 8-6 16,6 14-21-16,1 24 16 0,2 7-19 0,6 4-17 15,5 7-12-15,-4-2-14 0,9 1-12 16,-3-2-14-16,0-5 0 0,0-5-15 0,-6-8-8 16,-2-27-21-16,-1-5-43 0,0-6-2 15,-8-8-30-15,-1-16-37 0,4-6-36 16,-4-10-25-16,-1-5-42 0,1-12-79 15,0-1-75-15,-2-6-70 0,0 0-68 0,4-29-84 16,-8 4-97-16,6-22 51 0,-6-13-358 16,1-10-434-16</inkml:trace>
  <inkml:trace contextRef="#ctx0" brushRef="#br0" timeOffset="-92561.24">13130 14270 2516 0,'-3'-18'10'0,"1"5"27"0,2 3 7 0,0 0 5 15,0 5 14-15,0 5 24 0,13-8 21 16,-2 6 11-16,4 2 1 0,2 2-4 0,10 1-2 15,5 5-4-15,2 1-3 16,0 4-11-16,-3 0-5 0,-4 3 13 0,-8 3 37 0,-6-1 35 16,-5-1 22-16,-6 3 6 0,-4 2-11 15,-4 0-14-15,-7 9-16 0,0-2-15 16,-5 0-19-16,-5-4-14 0,0 1-14 16,1-5-19-16,-1-4-52 0,5-5-61 15,6-6-79-15,-1-8-114 0,1-3-126 0,1-9-141 16,-5-14-197-16,12 1 43 0,2 1 76 15,11-13-330-15,0-1-380 0</inkml:trace>
  <inkml:trace contextRef="#ctx0" brushRef="#br0" timeOffset="-92263.02">13604 14079 2690 0,'0'17'81'0,"-4"5"45"0,-1 1 29 15,-3 9 12-15,0 1 6 16,1 2 0-16,1 3-6 0,4-1-11 0,2-8-14 15,0-2-13-15,8 4-9 0,-1-2-12 16,7-3-11-16,1-7-7 0,0-6-11 0,2-3-6 16,3-6-7-16,-1-2-9 0,1-4-1 15,3-5-9-15,-1-2 1 0,4-6-2 0,-9 1-5 16,-1-1 4-16,-7-2 7 0,-4-2 11 16,-1-1 2-16,-2-6-2 0,-8-8-7 0,-3-3-10 15,-5-9-1-15,-2 5-9 0,0 8-5 16,1 3-2-16,0 2-8 0,2 9-23 15,2 5-49-15,-3 6-43 0,-1 5-50 16,1 5-69-16,-1 3-74 0,-6 5-105 0,-6 9-174 16,4 1-78-16,5 6 64 0,-2-2-327 15,11-5-388-15</inkml:trace>
  <inkml:trace contextRef="#ctx0" brushRef="#br0" timeOffset="-91812.73">13953 14192 2885 0,'0'0'190'16,"0"0"3"-16,0 0 3 0,0 0 10 16,0 0 1-16,6 8-19 0,-6-8-16 15,0 0-16-15,5 8-15 0,1-4-13 0,-1 3-12 0,2 3-9 16,0-4-14-16,1 2-15 16,1 1-21-16,-1-1-38 0,1 0-31 0,-3-1-25 15,0-3 6-15,-3 1 6 0,-3-5 9 16,9 3-1-16,-9-3 2 0,0 0 4 0,0 0-5 15,0 0 7-15,-11-33-4 0,2 12 8 16,-2-8-3-16,-5-4 5 0,3 3 3 0,1 0 7 16,-2 5 9-16,3 6 3 0,0 5-7 15,2 4-1-15,2 3-4 0,-2 5-1 16,9 2 2-16,-18 4-4 0,18-4 3 0,-14 9-3 16,10-5 5-16,4-4 3 15,2 8-2-15,-2-8-1 0,23 0-2 0,1-4 0 0,12-9 4 16,12-7-8-16,-5 2 3 15,2-2 4-15,-8 6 25 0,-4-1 17 0,-10 6 3 16,-5 4 11-16,-2-1 11 0,-3 4 6 16,1 2 4-16,-14 0 14 0,16 8 2 0,-7 3-2 15,2-1 6-15,-6 5-4 0,3 1-15 16,-7 1-7-16,5 3-12 0,0 3-11 0,-2 0-53 16,4-1-63-16,-3 0-81 15,1 0-89-15,-3 1-119 0,2-5-122 0,0 3-167 16,-3-6-61-16,2-5 75 0,3 0-458 0,-1-6-550 15</inkml:trace>
  <inkml:trace contextRef="#ctx0" brushRef="#br0" timeOffset="-91461.22">14809 13672 3174 0,'-20'-8'24'0,"4"2"20"0,-2 2 41 15,3 4 27-15,0 1 17 0,-8 4 18 0,2 6 9 16,-5 5 2-16,-1 1 5 0,-2 9-9 16,8 1-15-16,1 2-13 0,2 3-9 15,9 2-24-15,5-6-5 0,10-4-9 16,6 3-4-16,6 0-10 0,11-6-3 0,9 1-6 16,-2-5 5-16,-2-1-3 0,2-3 10 15,-3 4 7-15,-2-5 18 0,-9 0 15 0,-5 0 16 16,-4-4 32-16,-3 2 49 0,-2 2 18 15,-5 0 8-15,-3 2-7 0,-5 3-16 0,-2 2-23 16,-6-2-16-16,-3 9-15 0,-4-3-20 16,-3-3-16-16,3-1-21 0,-3-3-44 0,4-5-54 15,0-5-71-15,3-2-66 0,2-2-68 16,-6-5-88-16,3-6-124 0,-6-10-134 16,0-7-194-16,4-1-56 0,6-4 86 15,5-5-660-15,2 5-829 0</inkml:trace>
  <inkml:trace contextRef="#ctx0" brushRef="#br0" timeOffset="-91129.42">15313 13585 4058 0,'-4'-10'52'15,"4"10"22"-15,-1-9 34 0,1 9 28 16,-2-5 11-16,2 5 4 0,-4-7 0 15,4 7-5-15,0 0-3 0,0 0-2 16,2-10-8-16,-2 10-11 0,0 0-11 0,2-15-12 16,0 8 24-16,-2 7 8 0,0-13 30 15,-2 7-14-15,2 6-15 0,-9-9-15 16,9 9-12-16,-33 7-10 0,-1 9-9 0,-14 6-8 16,-1 7-11-16,-3 3-3 0,2 1-10 15,7 4-6-15,9-1-3 0,7-1 3 0,13-5-3 16,10-5-9-16,6-3-3 0,6-1 1 15,9 3-5-15,6 0 3 0,4-9-8 0,2-1-5 16,1-1-37-16,-4-5-59 0,-3-4-46 16,2 1-62-16,-5-5-77 0,-6 2-110 15,0 0-117-15,-3-2-120 0,-1 0-157 16,-10 0 45-16,8 4-607 0,-8-4-783 0</inkml:trace>
  <inkml:trace contextRef="#ctx0" brushRef="#br0" timeOffset="-90727.7">13825 14347 3662 0,'6'-5'-4'0,"-2"-3"23"15,3 3 37-15,4 0 53 0,2-3 44 0,3-3 19 16,13 1-8-16,3-2-12 0,5-1-15 16,-1-2-15-16,2 3-12 0,0 0-22 15,-4 2-28-15,-5 3-68 0,-12 1-99 16,3 2-139-16,-9 2-153 0,-4 0-224 0,-7 2 9 16,0 0 71-16,0 0-294 0,0 0-322 15</inkml:trace>
  <inkml:trace contextRef="#ctx0" brushRef="#br0" timeOffset="-90146.92">12130 15729 2512 0,'-29'9'45'0,"6"0"-4"15,3 0-2-15,8-2 16 0,-1-2 16 0,4-3 15 16,6 3 5-16,3-5 1 0,0 0-4 0,73-12-10 16,19-13-4-16,28-11-16 0,59-25 0 15,22-11-10-15,18-7 2 0,15-5-6 0,12-2-9 16,5-4-2-16,3 1 7 0,0 6-7 16,-18 1-7-16,-19 10 3 0,-23 5-2 15,-60 22-6-15,-26 4 3 0,-16 7-24 0,-33 11-20 16,-15 3-7-16,-11 5-14 0,-17 6-17 15,-6 1-26-15,-6 2-40 0,-8 4-49 0,4 2-82 16,0 0-118-16,-39 9-137 16,9 5 36-16,0 1-91 0,-12 9-65 0</inkml:trace>
  <inkml:trace contextRef="#ctx0" brushRef="#br0" timeOffset="-89580.06">12978 16219 2030 0,'0'0'221'0,"0"0"-21"0,0 0-3 15,0 0 50-15,0 0 34 0,9 31 7 16,-7-15-11-16,0 1-16 0,-1 8-20 0,1-1-19 16,0 2-21-16,0-1-16 0,2-1-13 15,-2 0-17-15,-2 0-16 0,0-2-8 0,0-5-15 16,0 0-15-16,1-3-4 0,-1-2-11 16,0-1 0-16,3-5 5 0,-3-6 1 0,0 0-23 15,0 0-11-15,0 0-14 16,15-31-2-16,-8-1-12 0,4 0-7 0,0-3-7 15,-2 1-1-15,1 5 13 0,-1 4-17 16,-1 7 0-16,-3 3-4 0,4 1-2 16,-6 0-1-16,5 5-4 0,-3 3 2 0,4 0 0 15,2 2 6-15,0 0-5 0,3 2-2 16,-3 2 0-16,-11 0-2 0,28-2 2 0,-15 2 10 16,5 0-15-16,-4 2 2 0,0-2-12 15,-14 0-7-15,27-3-5 0,-14 2-3 16,-1-4 7-16,5-3-6 0,-3 0 3 0,2-3 4 15,-5 3 3-15,3-1 4 0,-3 2-6 16,1 0 3-16,-3 3 3 0,-3-2 0 16,1 4-1-16,-7 2 6 0,16-6-2 0,-16 6 6 15,20-2-2-15,-20 2 1 0,16 4-2 16,-4-3 0-16,-1 2-8 0,0-1-61 16,3 2-81-16,-3-2-88 0,3 1-103 0,-1-2-124 15,0 3-178-15,3-3-22 0,-3 1 77 16,0 0-394-16,-13-2-467 0</inkml:trace>
  <inkml:trace contextRef="#ctx0" brushRef="#br0" timeOffset="-89227.15">13955 15940 2961 0,'0'0'91'0,"0"0"1"0,0 0 19 0,0 0 39 0,0 0 26 0,11 20 7 15,-9-10-20-15,2 6-14 16,-1-1-13-16,-3 2-17 0,5 1-5 0,-3 0-19 15,-2 3-2-15,0-2-14 0,-2 3-6 16,-3-2-11-16,-2 1-4 0,2-1-6 0,-5-1-11 16,0-2-24-16,-1-3-22 0,0-4-39 15,-1-1-28-15,3-5-14 0,-1-4-11 0,10 0 1 16,-21-13 6-16,14 1 12 0,0-5 7 16,5 0 7-16,2 0 7 0,5 0 15 15,4-2 13-15,-1 5 19 0,-1 1 16 0,5-1 10 16,1 7 19-16,1 4 9 0,1 1 8 15,0 2-2-15,2 3-10 0,6 6-4 0,9 1 13 16,-3 2-20-16,2 5-7 16,-1-3-31-16,-1-2-37 0,-1 2-61 0,-3-6-45 15,-3-1-48-15,-4-3-62 0,-3-4-77 16,1-1-83-16,-4-5-93 0,1-3 13 0,-4-3-178 16,5-3-175-16</inkml:trace>
  <inkml:trace contextRef="#ctx0" brushRef="#br0" timeOffset="-89029.76">14382 15383 1895 0,'0'-21'88'0,"0"5"31"0,-4 6 31 0,2 6 42 16,2 4 87-16,0 0 34 15,0 0 28-15,-13 34 7 0,11-7-5 0,2 12-21 16,3 4-24-16,3 8-31 0,4 0-24 16,3-1-34-16,3-2-20 0,0-5-17 0,-4-8-28 15,1-1-60-15,-2-3-48 0,3-2-57 16,-5-6-65-16,-3-3-79 0,2-7-94 15,-4 1-92-15,2-2-108 0,-5-1-135 0,1 1-67 16,-2-1 60-16,0 1-363 0,-3 2-443 16</inkml:trace>
  <inkml:trace contextRef="#ctx0" brushRef="#br0" timeOffset="-88880.02">14277 16058 3234 0,'-10'-13'403'16,"3"5"-14"-16,1 0 18 0,5-1-3 15,-4 4-28-15,5 5-43 0,6-15-32 0,4 6-34 16,1-1-68-16,6 0-95 0,0 1-139 16,12-5-141-16,1 3-173 0,-5 3-210 15,-2 4-219-15,0-1 69 0,-2 2 85 0,-2 1-460 16,0 4-555-16</inkml:trace>
  <inkml:trace contextRef="#ctx0" brushRef="#br0" timeOffset="-88497.16">14708 15989 3503 0,'-17'-19'329'16,"17"19"30"-16,-8-12 28 0,8 12 18 0,-5-6-7 15,5 6-29-15,-3-11-40 0,3 11-35 16,3-14-28-16,0 10-28 0,5-6-30 0,-3 3-33 16,1 1-38-16,-3 1-33 0,-3 5-24 15,9-12-15-15,-9 12-15 0,3-9-14 0,-4 2-12 16,-3-3-15-16,-3 0-17 0,-2-1-19 15,-2-4-17-15,-3 1-2 0,3 4 3 0,-1 0-1 16,1-1 5-16,0 3 4 0,4 1 13 16,-2-1-2-16,6 2 17 0,-5 0 23 15,8 6 16-15,-7-9 15 0,7 9 5 16,-5-8 5-16,5 8 11 0,7-9 4 16,0 3 2-16,2 3 5 0,7 1 2 0,2 0 3 15,0 2-2-15,3 2-61 0,1 3-21 16,3 2 0-16,8 4 0 0,-8-3 0 0,1 6 0 15,1 0 0-15,-5-1 0 0,-10 1 0 16,3 1 0-16,-1-2 0 0,-3-1 0 0,-1 1 0 16,0-1-197-16,-3-1-135 0,-2-1-97 15,-1 0-100-15,3-1-118 0,-4-1-150 16,-1 1 9-16,0-1 86 0,0-3-580 0,-2-5-742 16</inkml:trace>
  <inkml:trace contextRef="#ctx0" brushRef="#br0" timeOffset="-88310.95">15008 15654 3772 0,'0'-12'143'0,"0"2"36"16,0 3 21-16,0 7 14 0,0-8 14 0,0 8 21 15,0 0 4-15,0 0-14 0,0 0-22 16,14 31-20-16,-6-16-16 0,-5 1-50 0,1 0-75 16,2 4-75-16,-2 0-93 0,-2-2-108 15,4 2-119-15,-5-1-135 0,1 0-177 16,-2-2-38-16,2-2 63 0,-2-1-438 0,2-2-537 15</inkml:trace>
  <inkml:trace contextRef="#ctx0" brushRef="#br0" timeOffset="-87996.95">15211 15500 3368 0,'-6'-6'277'0,"4"0"16"0,2 6 20 16,-3-10 8-16,3 10-23 0,-2-8-25 15,2 8-25-15,0 0-20 0,5-9-28 0,3 3-19 16,-8 6-30-16,19-6-46 0,-10 4-21 16,4 0-10-16,-13 2-12 0,21 2-2 0,-8 2-13 15,-4 0-2-15,-2 4 13 16,0-1 18-16,0 5 12 0,0 0 23 0,-3-1 4 16,0 2 1-16,-1-1-6 0,-1-1-10 15,2 3-8-15,0 1-9 0,0 1-8 0,-2-1-5 16,0 3-10-16,2-1-2 0,-1 1-13 15,-3-2-8-15,2 5-10 0,-2-4-31 0,0 2-40 16,-2-2-46-16,2 0-49 0,-1 0-51 16,-1-3-68-16,0-4-90 0,2-1-99 0,-2-2-119 15,6-2-130-15,-4-5-58 16,0 0 61-16,0 0-572 0,13-19-726 0</inkml:trace>
  <inkml:trace contextRef="#ctx0" brushRef="#br0" timeOffset="-87796.98">15492 15425 3483 0,'0'-17'29'0,"2"7"46"15,-2 5 43-15,0 5 36 0,0 0 36 16,0 0 24-16,-22 19 6 0,8 7-4 0,1 9-6 16,-1 1-19-16,5 2-15 0,0 1-24 15,5 0-13-15,2-4-10 0,4-4-19 0,2-6-14 16,3 6-10-16,3-8-16 0,0-5-16 16,-5-4-12-16,5-4-9 0,-1-4-25 0,3-1-22 15,-1-4-43-15,3-2-49 0,1-4-83 16,-2-2-102-16,4-5-104 0,8-7-125 15,2-3-183-15,11-4 60 0,6-2-472 0,10 4-583 16</inkml:trace>
  <inkml:trace contextRef="#ctx0" brushRef="#br0" timeOffset="-87595.95">16116 15644 2963 0,'-18'19'94'16,"-4"5"59"-16,-20 7 24 0,-12 4 13 15,-22 13 10-15,-15 1 21 0,-12 9 5 0,-13 5-9 16,-45 22-19-16,-8 6-25 0,-4-1-18 15,-3 3-20-15,9-4-13 0,4-2-10 16,14-7-14-16,41-22-9 0,8 0-6 0,6-3-13 16,7-4-5-16,8-5-9 15,9-5-6-15,16-12-7 0,6 1-47 0,3-2-53 16,3-3-68-16,0-6-89 0,11-1-89 16,-1-1-86-16,3-4-111 0,-3-2-175 0,7-2 40 15,5-3-381-15,0 0-492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4-20T05:07:24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1796 1869 2854 0,'2'-7'29'0,"-2"7"-20"16,0 0 3-16,0 0 14 0,-16 24 22 16,-2-2 36-16,-5 7 13 0,-8 10 7 15,-6 2 9-15,-3 5-5 0,2 1-5 0,1-2-19 16,3-2 2-16,3-6-11 0,6-2-8 16,7-9-3-16,2-3-8 0,5-4-8 15,2-5-10-15,2-3 7 0,2-3-5 16,1-4 3-16,4-4-18 0,0 0-27 15,0 0-22-15,0 0-4 0,-11-27-2 0,11 10 4 16,2-9 2-16,2-9-6 0,-1-5 6 16,1-2-2-16,0 2-5 0,-1-2 8 15,4 9 7-15,-3 6-4 0,-3 10-1 0,3 2 3 16,0 8-5-16,1 5 17 0,-5 2 5 16,0 0 5-16,27 18 4 0,-6 5 10 0,8 14-4 15,3 1 7-15,1 1-1 0,3 2 4 16,3-1-3-16,0-3-2 0,-1-1-4 15,-4-4-6-15,-7-10 7 0,-4-1 3 0,-6-4-4 16,-3-7-2-16,-5-2 0 16,-4-4-3-16,-5-4-12 0,6 2-2 0,-6-2-8 15,0 0-4-15,-15-24 3 0,1 10 3 16,-4-12 1-16,-13-9-5 0,1 0-1 16,-1-2-3-16,1 2 14 0,7 9 3 0,0 4 17 15,8 8 0-15,3 2-5 0,5 3-2 16,-1 6-3-16,8 3 0 0,-7 0 4 15,7 0 6-15,0 0-14 0,9 24 10 0,0-10-6 16,13 8 3-16,1 0 2 16,5-1-7-16,3-1-28 0,3-1-47 0,8 3-44 15,-5-7-59-15,6 4-68 0,-11-4-99 16,2-3-169-16,-10-4-59 0,-8-2 58 16,-4 0-35-16,-3 0-47 0</inkml:trace>
  <inkml:trace contextRef="#ctx0" brushRef="#br0" timeOffset="7400.55">19470 2201 1571 0,'-33'-3'115'0,"5"0"15"0,-8-1 4 16,-8 2 2-16,2 1 2 0,-2 2 6 0,5 1 18 15,-8-2 19-15,8 0 25 0,4 2 0 16,7 0-6-16,-1-1-8 0,6 2-19 0,4-1-18 15,2 2-17-15,3-1-14 16,3 1-6-16,7-1 4 0,4-3 13 0,0 0 6 16,31 19 1-16,24-7-12 0,19-5-10 15,19-4-12-15,41 0-14 0,15-9-2 16,9-1-12-16,6-5-10 0,-3-2-9 0,0 0-5 16,-10-1-6-16,-11-2-2 0,-10 2-8 15,-18 3-3-15,-33 0 2 0,-18 3-2 0,-16 4 5 16,-8-4 13-16,-13 3 5 0,-10 0-5 15,-7 1-3-15,-5-1-7 0,-2 6-6 16,0 0-5-16,-34-8-7 0,-4 4 2 0,-8 2-5 16,-15 0 0-16,-8 4-2 0,-4-2-3 15,-8 2-2-15,-1 2-4 0,1 2 0 0,-2 2-3 16,-1-3-1-16,-22 5-2 16,1 3-2-16,-1-1 2 0,-3 3 0 0,4-1 1 15,3 4-1-15,29-7 1 0,10-1-7 16,7-1 7-16,22-4-4 0,7 0-4 15,10-1 5-15,8-3 2 0,9-1-3 0,0 0 4 16,0 0 4-16,57-3-1 0,8-3-2 16,17-2-5-16,31-6 4 0,14-1 3 0,2-2-4 15,1 3-12-15,-10-1-9 0,-11 3 0 16,-32 3 2-16,-5 1-1 16,-13 2 4-16,-22 1-3 0,-8-1 5 0,-9 6 5 0,-6-4-6 15,-6 2 6-15,-8 2-1 16,0 0 2-16,0 0 4 0,-78 4-6 0,7 4 0 0,-30 6 3 15,-10 0 1-15,-5 2 3 16,-4 4-3-16,8-3 4 0,10-2 5 16,29-5 0-16,10 1-5 0,18-5 0 0,8 0-6 15,10 0-4-15,6-6-17 0,8 2-24 16,3 0-26-16,10-2-50 0,0 0-83 0,0 0-108 16,0 0-141-16,50 1-214 0,-22-2-82 15,18-3 81-15,2 1-410 0,-1-2-549 16</inkml:trace>
  <inkml:trace contextRef="#ctx0" brushRef="#br0" timeOffset="10715.29">7643 3614 2902 0,'-10'7'-40'0,"3"0"20"0,-1 3 28 16,1 2 36-16,-1 4 18 0,0 2 32 0,-3 11 25 15,2-4 27-15,4-4 20 0,0-1 14 16,5-3 11-16,4 0 18 0,4-1 36 16,10-4 13-16,15 0 21 0,11-10 13 0,24-14-13 15,33-9-22-15,16-16-24 0,4-6-27 16,9-8-24-16,-2-2-17 0,-8 2-13 16,-12 3-12-16,-16 9-17 0,-33 10-18 15,-9 3-12-15,-9 1-23 0,-14 10-28 0,-7 1-42 16,-7 4-43-16,-6 3-42 0,-1 0-48 15,-4 4-43-15,-2 3-41 0,0 0-48 16,0 0-52-16,-21-2-60 0,21 2-85 0,-32 9-128 16,1 4-142-16,-1-2 78 0,1 1-411 15,-5 1-537-15</inkml:trace>
  <inkml:trace contextRef="#ctx0" brushRef="#br0" timeOffset="10966.06">8236 3892 3330 0,'-4'7'197'0,"2"0"3"0,2-7 3 0,0 8 26 16,0-8 47-16,7 7 66 15,-7-7 40-15,0 0 21 0,25-5-3 0,-5-2-32 16,12-9-32-16,12-2-33 0,0-4-30 16,5-2-27-16,3-3-26 0,-4 0-26 0,1-2-25 15,-1 5-49-15,-5 1-120 0,-11 5 0 16,-5 3 0-16,-6 4 0 0,-6 1-18 0,-1 3-185 15,-7 2-67-15,-1 2-91 0,-6 3-94 16,0 0-98-16,0 0-154 16,0 0-130-16,0 0 84 0,-40 22-619 0,21-10-826 15</inkml:trace>
  <inkml:trace contextRef="#ctx0" brushRef="#br0" timeOffset="12131.42">16779 3791 3669 0,'-3'11'111'0,"3"-3"42"0,0-4 4 15,0-4 2-15,0 0 6 0,18 0 13 0,-18 0 20 16,36-14 6-16,-15 5-5 0,8-5-20 15,3 0-19-15,1 1-9 0,-1-3-21 0,2 1-12 16,1-3-25-16,-4 4-47 0,1-2-55 16,1 0-82-16,-7 2-80 0,5-1-93 15,-11 3-81-15,-1 2-86 0,-6 1-94 16,-1 2-138-16,-4 3 36 0,-6 2-374 16,-2 2-478-16</inkml:trace>
  <inkml:trace contextRef="#ctx0" brushRef="#br0" timeOffset="12230.59">17090 3721 2376 0,'0'0'-350'0,"0"0"-121"0,0 0-58 0,0 0-33 15</inkml:trace>
  <inkml:trace contextRef="#ctx0" brushRef="#br0" timeOffset="22845.55">2741 5589 1755 0,'0'0'269'0,"2"-8"-78"16,-2 8-20-16,0-8-16 0,0 8 3 0,0 0 17 15,0-11 13-15,0 11-8 16,0 0 18-16,-2-8-5 0,2 8-9 0,0 0-13 15,0 0-15-15,0 0-10 0,0 0 30 16,0 0 26-16,-11 22 22 0,-3 4 16 0,-4 4 18 16,-9 12 1-16,-5 2-5 0,1 3-1 15,-3-1-13-15,0-3-12 0,4 3-19 16,3-5-20-16,2-4-14 0,7-8-19 0,5-4-17 16,0-4-17-16,3-7-9 15,3 1-11-15,0-5-10 0,1-2-9 0,-1 0-27 0,4-2-37 16,-1-2-72-16,4-4-105 15,0 0-83-15,0 0-73 0,0 0-64 0,-19-16-73 16,19 1-57-16,0-5-84 0,4-3-157 16,-2-14 13-16,-2-2 76 0,0 3-442 15,-2-3-571-15</inkml:trace>
  <inkml:trace contextRef="#ctx0" brushRef="#br0" timeOffset="23429.68">2269 5625 3174 0,'-10'-11'-3'15,"3"-1"38"-15,-1 5 36 0,3-2 32 0,1 4 16 16,4 5 23-16,-6-7-6 0,6 7-13 15,0 0 24-15,0 0 23 0,0 0 7 0,0 0-2 16,15 26-9-16,-2-10-12 0,10 7-12 16,8 6-7-16,3 2-12 0,2-2-10 15,3 4-9-15,4 0-10 0,0-4-8 16,-2 0-11-16,5 2-1 0,-4-4-6 16,-2-1-10-16,-8-7-2 0,-5 0-11 0,-4-2 1 15,-3-5-5-15,-4 0-25 0,-7-3-7 16,3-5-4-16,-4 2-1 0,-3-4-21 0,-5-2-27 15,0 0-19-15,0 0-22 0,0 0-14 16,0 0-13-16,-18-27-28 0,-1 2-13 16,-12-8-4-16,1-4 6 0,-5-8 8 0,1-1 21 15,2-4 5-15,1 3 13 16,-2 6 22-16,9 5 38 0,1 9 40 0,5 5 32 0,4 5 22 16,4 3 13-16,0 5-2 15,5 1-7-15,-1 6 11 0,6 2 22 0,0 0 10 16,0 0 10-16,-5 24 28 0,5-7 0 15,5 6-5-15,4 9 1 0,3 2-1 16,1 1 0-16,5 5-9 0,0 1-11 0,0-8-5 16,0-2-17-16,0 0-22 0,1-2-4 15,-4-4-7-15,-2-4-5 0,-3-7-7 0,-1 1 0 16,-5-6 7-16,2 0-12 0,-2-1-2 16,-5-3-3-16,1-5-8 0,-16 8-19 15,0-6-10-15,-2-2-12 0,-9-4-7 0,-15-4-21 16,-8-7 2-16,0 1 1 0,0-3 5 15,5-3 1-15,13 7 7 0,3 2 12 0,11 2 8 16,0 4-1-16,5-1 1 16,3 2 5-16,10 4 13 0,-7-3 40 0,7 3 34 15,0 0 15-15,25-5 3 0,0 1-4 16,13-1-2-16,5-2-17 0,16-1-8 16,4-1-3-16,0-1-37 0,-2-2-66 0,-2 2-76 15,-2-2-71-15,-3 5-76 0,-15-2-81 16,-2 2-94-16,-13 1-117 0,-4 4-214 0,-9 0 25 15,-3 2 83-15,-8 0-462 0,0 0-588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26:08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15946 2364 989 0,'0'0'352'0,"-11"-4"-150"15,11 4-53-15,-9-4-24 0,9 4-5 0,-10-4 14 16,10 4 12-16,-10-4-4 16,10 4 7-16,0 0 0 0,-13-2-17 0,13 2-4 15,0 0-9-15,-14-4-8 0,14 4 3 16,0 0-18-16,-7-4 6 0,7 4-12 15,0 0-1-15,0 0 10 0,0 0 4 0,0 0 1 16,0 0 9-16,0 0-8 0,36-2-5 16,-13 2-8-16,4 2-8 0,15-2-6 15,2 2-6-15,1 0-5 0,5-2-13 16,-1 0-4-16,3 0 0 0,-2 2-6 0,-3 0-5 16,-3-2-7-16,0 0-3 0,-10 0-2 15,-4 0 2-15,1 0-7 0,-3 0 1 16,1 0-2-16,1-2-2 0,-3 0 0 0,2 0-2 15,9-4 6-15,-10 3-5 0,-3 1 0 16,0-2 0-16,-3 2-2 0,2 0-2 0,-3-2-2 16,2 1-4-16,-3 2 0 0,0-1 0 15,-1 2-2-15,0-2 0 0,0 0-4 16,0 2 5-16,2 0 1 0,-2 0-6 0,2 2 1 16,1-4-2-16,5 4 3 0,4-2-4 15,-1 0 2-15,13 0 1 0,-9 0-4 0,9-2 6 16,2 2-1-16,-4-2 3 15,1-1-5-15,0 2 1 0,-7 1 0 16,-9 0-2-16,3 0 0 0,-2 0 1 0,-9-1-2 16,3 1-3-16,-6-2 3 0,3 4-1 15,-3-2 3-15,-3-2-1 0,-12 2-2 0,21 0 3 16,-21 0-2-16,18-2 3 0,-18 2 0 16,20 0-1-16,-20 0-1 0,18 0-2 15,-18 0 4-15,21 0-3 0,-7 0-3 0,5-2 3 16,2 2 2-16,8-2 0 15,-1 2-2-15,16 0 1 0,-2 2 0 0,4 0 0 0,-7 2 0 16,6-3-5-16,-6 0 2 16,-1 2 1-16,5-1-5 0,-13 0 7 0,-5 0 4 15,-3 0-3-15,0-2 2 0,-1 0-1 0,-3 0-3 16,3 0-2-16,1 0 5 16,-2-2-3-16,3 2 3 0,6-6-2 0,7 3 0 15,5-1-1-15,-4 0 1 0,1-2-2 16,2 3-1-16,1 0 4 0,-9 1-2 0,8-2 1 15,-10 4-2-15,-1 0 1 0,-2 0-2 16,-4 0 2-16,-3 0-2 0,-1 0-1 16,3 0 2-16,-8-3 3 0,4 3 0 0,-3-2-2 15,2 1 0-15,-2-1 3 16,5 1 3-16,-3-1-6 0,3-2 0 0,3-1 3 0,-3 5-5 16,-2-5 1-16,2 3-1 15,-5 0 2-15,-2 1-3 0,-2-1-2 0,3 0 2 16,-14 2 0-16,19-1 3 0,-19 1-2 15,17 0 0-15,-17 0 3 0,11-2-3 16,-11 2 2-16,14-2-2 0,-14 2 0 0,13-3 6 16,-13 3 0-16,18-2-6 0,-7 0 1 15,3 2 2-15,2-4 5 0,11 0-6 0,9-1 0 16,9 1-3-16,0-1 3 0,1 3 0 16,-1-1 2-16,3 3-1 0,-4-4-4 15,0 1 2-15,-4 3-2 0,-8-1 4 16,-3 1-2-16,-2-2 2 0,-1 0 1 15,-2 0-2-15,-2 1 2 0,-1-1 2 0,-3 0-2 16,4-1-1-16,-1 1-3 0,-3 0 4 16,2-1-1-16,-3 1-2 0,-4 2 4 0,-2-2-4 15,3 1-1-15,-3-4 6 0,-11 5-8 16,20 0 5-16,-20 0-4 0,14-4 4 16,-3 3-1-16,-11 1 0 0,16-4 1 0,-2 2-5 15,-3 1 3-15,7 1 1 0,-2-2 2 16,6 0-1-16,-1 2 0 0,-3-1-3 15,4-1-1-15,-8 2 4 0,0-2 10 16,-1 0 9-16,-13 2 10 0,20 2 3 0,-20-2 4 16,12-2-1-16,-12 2-4 0,0 0-2 0,16-2-2 15,-16 2-4-15,0 0-2 16,13-1-8-16,-13 1-35 0,0 0-50 0,0 0-86 16,0 0-105-16,8-3-126 0,-8 3-192 15,0 0-127-15,0 0 74 0,0 0-339 16,0 0-450-16</inkml:trace>
  <inkml:trace contextRef="#ctx0" brushRef="#br0" timeOffset="3851.45">8567 1151 2552 0,'4'-7'-98'0,"-4"7"31"0,4-10 39 16,-4 10 22-16,2-8 22 0,-2 8 14 0,0 0 1 15,0 0 4-15,0 0-2 0,0 0 4 16,0 0 17-16,0 0 10 0,0 0-7 16,-19 34 2-16,8-17 0 0,3 2 3 0,-9 8-3 15,3-2-9-15,-1-1 2 0,1-5-3 16,5 0-9-16,-2-4 0 0,3-1-10 16,0-2 2-16,3-4-3 0,-1 3-5 15,5-5 3-15,-3 2-1 0,-1-4-2 16,5-4 11-16,0 0 12 0,-7 9-4 0,7-9-13 15,0 0 2-15,0 0-9 0,-6-24 2 16,6 10-2-16,2-4-7 0,0-3 1 0,2-1-3 16,-3 3 2-16,1 2-4 15,0 2 4-15,1 1 1 0,-1 4-6 16,-2 1-12-16,0 1 2 0,0 0-3 0,0 8 7 16,2-10-7-16,-2 10 2 0,0 0 5 0,0 0 1 15,0 0-3-15,0 0 5 0,14 22 2 16,-8-13-7-16,2 1 3 0,3 0 1 15,0 1-4-15,2-3 4 0,-2 3 3 16,-4-4-6-16,1 0 5 0,-2-3 0 0,-1 2-4 16,-1-1-2-16,-4-5 8 0,7 5-2 15,-7-5 5-15,0 0-8 0,0 0 7 16,0 0-9-16,0 0 4 0,-12-22-5 0,2 13 0 16,0-1-3-16,3 3-1 15,-2-3-3-15,0 3 6 0,4 0 0 0,-3 2-3 16,8 5-7-16,-9-7 5 0,9 7-2 15,-5-5 5-15,5 5 2 0,0 0-7 16,0 0 7-16,0 0-7 0,0 0 14 0,0 0-6 16,0 0-1-16,0 0-7 0,12 21-28 15,-12-21-39-15,6 10-45 0,-2-3-50 16,-3 1-77-16,-1-1-107 0,-1 5-211 0,-1 0 23 16,-2 5-80-16,0 5-117 0</inkml:trace>
  <inkml:trace contextRef="#ctx0" brushRef="#br0" timeOffset="22930.24">15940 10793 2495 0,'0'0'132'0,"0"0"-65"16,0 0-30-16,0 0 1 0,0 0 0 0,-5 17 6 15,5-9 12-15,0-8 5 0,5 17 18 16,1-9 13-16,10 0 18 0,5-4-8 16,5 0-2-16,16-4-9 0,17-8-11 15,1-1 1-15,2-7-12 0,-1 0-2 0,-8-1-7 16,-1-1-5-16,-14 1-8 16,-5 3-5-16,-5-2 2 0,-7 6-5 0,-4 2-5 0,-5-1-3 15,-5 2-22-15,-1 5-31 0,-4-3-36 16,-2 5-46-16,0 0-43 0,0 0-53 15,0 0-82-15,0 0-130 0,-25 14-132 0,20-7 49 16,-4 0-164-16,6-1-154 16</inkml:trace>
  <inkml:trace contextRef="#ctx0" brushRef="#br0" timeOffset="23763.41">20373 10675 1977 0,'0'0'37'0,"-2"11"1"15,4-5 4-15,-2-6 17 0,9 7 24 0,3-3 18 16,1-3 3-16,9-1 0 0,4-1-4 15,16-3-9-15,4-3-8 0,11-3-10 0,-2-3-4 16,-3 2-5-16,-13 1-1 0,-2 0-4 16,-4 0 9-16,-11 3 0 0,-5 1-7 0,-4 2-3 15,-1 0-9-15,-2 2-2 0,-10 2-8 16,13-6-6-16,-9 4-8 0,-4 2-26 16,0 0-38-16,0 0-56 0,0 0-64 0,0 0-102 15,0 0-141-15,0 0-111 0,0 0 60 16,9 0-116-16,-9 0-70 0</inkml:trace>
  <inkml:trace contextRef="#ctx0" brushRef="#br0" timeOffset="24248.36">23197 10490 1655 0,'0'0'19'0,"8"-5"-3"0,-2 3-4 0,-6 2-4 16,17-3 6-16,-3-1-4 0,-5 4-20 0,2-1-32 16,-1-1-54-16,-10 2-80 0,20-2-304 15,-20 2 14-15</inkml:trace>
  <inkml:trace contextRef="#ctx0" brushRef="#br0" timeOffset="29811.58">9315 6843 1482 0,'0'0'312'16,"-14"6"-151"-16,14-6-58 0,0 0-22 0,-8 8-9 15,8-4 5-15,0-4-4 0,2 13 12 16,6-5 8-16,2 0 1 0,6 5-6 0,15 1-5 16,3-2-12-16,7-1 0 0,0-3-10 15,4 2-2-15,-4-3-10 0,-1-2-5 0,-1-2-5 16,-9 1-2-16,-8-2-10 15,-4 1-19-15,-7-1-20 0,1-1-28 0,-5 1-37 16,3-2-51-16,-10 0-68 0,0 0-76 16,7 4-161-16,-7-4-34 0,0 0-93 0,0 0-61 15</inkml:trace>
  <inkml:trace contextRef="#ctx0" brushRef="#br0" timeOffset="30144.28">10376 7169 1749 0,'-5'2'117'15,"5"-2"1"-15,0 0-5 0,0 0-5 16,0 0 18-16,0 0 7 0,32-8 6 0,-7 4-15 16,1 0-13-16,13-2-13 15,-2 3-12-15,-4 0-11 0,-5 3-5 0,-4-2-26 0,-6 2-26 16,1 0-41-16,-6 0-37 16,1 0-28-16,-5 0-9 0,-9 0-30 0,11 4-42 15,-11-4-38-15,0 0-72 0,0 0-139 16,0 0-181-16,-20 7-99 0</inkml:trace>
  <inkml:trace contextRef="#ctx0" brushRef="#br0" timeOffset="32893.87">19832 12371 1336 0,'-10'2'198'0,"1"-2"-100"0,9 0-39 15,-12 2-22-15,12-2-14 0,0 0 0 0,-5 3 12 16,5-3 3-16,0 0 9 0,0 0 2 15,0 0 3-15,25 5-5 0,-4 0 1 0,19 0-5 16,5 0-3-16,19 6-5 0,6-3-2 16,2 3-5-16,3-1-5 0,0 0 1 0,0 0-1 15,-1 3-7-15,7-5 0 0,-2 0 6 16,1-1-8-16,3 0 0 0,-6 0-4 0,5 1 1 16,-6-3-1-16,3 1 11 15,-4-3-4-15,-9 2-2 0,2-3 1 0,-8 2 1 0,-10 0-6 16,-3-2 0-16,-1 1-2 15,-1-2 2-15,1 1-2 0,1-1 1 0,1 3-2 16,1-2 1-16,5-2-2 0,9 2 0 16,1-2 1-16,-1 2-2 0,7-2 1 15,0 2-2-15,4-2 1 0,2 2-2 0,3-2-2 16,-2 4 3-16,4-2 0 0,-5-2-3 16,0 2 4-16,2-2-4 0,0 0 2 0,3 0-1 15,-4 0-2-15,7 0 0 0,4 0 1 16,4 0-1-16,1 3 1 0,20 2 0 0,-24-3-3 15,19 5 1-15,-24-4 0 0,2-2-1 16,-2 5 2-16,-4-4-1 0,-2 1 3 16,-4-3-2-16,-1 1-1 0,-2-1 1 15,-3-1 0-15,-2 1 1 0,-1-3-2 0,-1 1 2 16,-17 0-4-16,-1-2 2 0,-1 0-2 16,-3 4 0-16,-5-6 3 0,-7 5-3 15,-7-1-4-15,-4 0-3 0,-1 0-3 0,-5 1-7 16,-1-2-5-16,-1 3-3 0,-2 0-3 15,-9 0-4-15,14-2 3 0,-14 2 3 0,7-4-2 16,-7 4-3-16,0 0-2 0,0 0 2 16,0 0-3-16,-23-10-1 0,8 6 3 0,-6 1 2 15,-6-3-4-15,-11 0 1 16,-2 0 5-16,-6-2 3 0,-11-1 1 0,0 1 2 0,-4-1 4 16,0-1 3-16,-4 0-1 15,2 0 5-15,-3-3-1 0,-7 1 4 0,-1 0-1 16,-6 0 2-16,-25-3 5 0,2-2-2 15,0 0 1-15,1-1 4 0,2 3-2 0,-3 0 5 16,3 1-2-16,17 4 0 0,-17-4 1 16,17 3-3-16,1 3 2 0,1 0-1 15,-1-1 2-15,1 3-1 0,6-2 0 0,0 4 0 16,1-2 0-16,1 2-4 0,1 2 6 16,0-4-4-16,-3 5 2 0,-1-3 1 15,-1 4-2-15,2-2 2 0,0 0-4 0,-3 2 1 16,2-1-1-16,0 1 0 0,-3 0-2 0,5 0 0 15,3 1-1-15,3-1 1 16,1-1 2-16,14 2 1 0,-12-1-2 0,15 0 1 16,1 0 3-16,3 0-1 0,1 0 3 15,2 0 2-15,9 2 4 0,6-2-2 0,-1 0 1 16,2 0 2-16,5 0-1 0,1-2-2 16,1 4 0-16,6-2 0 0,-2 0-2 15,1 2-1-15,1-2-12 0,3 0-28 0,2 2-56 16,-3 0-73-16,3-1-156 0,-1 0-121 15,10-1 48-15</inkml:trace>
  <inkml:trace contextRef="#ctx0" brushRef="#br0" timeOffset="47642.8">12219 10928 1802 0,'8'-9'140'0,"-3"1"-3"0,-1 2-38 0,1 0-17 0,-3 0 4 0,0 1 2 15,5-3 10-15,-6 0-2 0,1 1 3 0,2 1 0 16,0-2-12-16,-3 0 0 0,1 1-1 16,0 0-10-16,0 0 0 0,-2 7-1 0,0-10-8 15,-2 3-12-15,-2 2-7 0,-1 1-5 16,-2 1-6-16,-4 0-4 0,0 2 5 0,11 1-14 15,-32 1-3-15,13 5 5 16,-5-2-6-16,2 3-3 0,-8 8 4 0,1-4-11 16,2 5-3-16,8-4 1 0,4-1 0 15,3-3 0-15,3 5 3 0,3-5 0 0,5 2 8 16,2 3 8-16,3 1 8 0,7 5-4 16,10 3 2-16,3 0 4 0,1 0-6 0,-3 1 2 15,3-2-1-15,-6 1-7 0,-1-4 0 16,-2 0 2-16,-5-4 3 0,-2-2 16 15,-6 0 16-15,1-1 14 0,-2 0 11 0,-4-2 6 16,0 2-5-16,-2-1-4 0,-4-2-4 16,1 2-8-16,-4-3-7 0,-1 1-3 0,-3-3-4 15,-1 0-5-15,3-1-3 16,2-2-8-16,-1-2-5 0,12 0-4 0,-25-6-8 16,14 3-33-16,0-2-39 0,1-2-76 15,2 0-90-15,3 0-92 0,1 0-121 0,4 0-190 16,2-1-5-16,4-1 71 0,3-1-272 15,5 2-307-15</inkml:trace>
  <inkml:trace contextRef="#ctx0" brushRef="#br0" timeOffset="48009.24">12442 11125 2336 0,'0'0'44'16,"9"-6"40"-16,-9 6 19 0,7-7 18 0,-7 7 19 0,7-7 11 0,-7 7 4 0,6-8-4 15,-3 4-16-15,-3 4-8 0,8-13-13 16,-3 8-18-16,3-3-9 0,0 1-8 0,1-2-8 16,0 0-6-16,1 0-7 0,2-1-5 15,-5 2 1-15,1-1-8 0,0 0-5 0,-5 4-1 16,1-1-9-16,-2-1-1 0,-2 7-5 16,-2-10-5-16,2 10-4 0,-15-4 0 0,5 4-2 15,10 0 4-15,-30 4-4 0,9 2-8 16,-5 8 10-16,1 1 5 0,0 2 4 0,1 1 9 15,10-1-3-15,0-2-2 16,5 3 4-16,1-3-3 0,6 0-2 0,2-1 2 16,2 1 3-16,6 0-6 0,6 0 2 0,0-1-5 15,13 1-1-15,4-3-6 0,-1 0-9 16,4-5-45-16,-3-2-58 0,-6-2-66 16,1-1-58-16,-7-2-55 0,2-2-60 15,-1 0-62-15,-4-2-100 0,-2 0-65 0,-1-3-258 16,-1 0-304-16</inkml:trace>
  <inkml:trace contextRef="#ctx0" brushRef="#br0" timeOffset="48225.16">12817 10897 2098 0,'4'-15'-61'0,"-4"1"48"0,0 5 37 16,0-1 24-16,0 3 30 0,1 0 27 0,-1-1 20 16,0 8-16-16,0-8-13 15,0 8-12-15,0 0-6 0,0 0 21 0,0 0-1 16,14 20 0-16,-12-2-6 0,0 5-16 15,2 12-1-15,-2 3-4 0,-2 3-1 16,-2-2-10-16,0 3-6 0,0-5-4 0,2 2-6 16,0-10-26-16,0 0-36 0,2-4-44 15,0-2-55-15,-2-3-67 0,0-4-84 0,2-5-85 16,-1 0-156-16,1-3 31 0,0-2-96 16,5-3-75-16</inkml:trace>
  <inkml:trace contextRef="#ctx0" brushRef="#br0" timeOffset="48574.11">13276 10948 1635 0,'-2'-10'114'0,"0"0"15"0,1 6-8 16,1 4 1-16,-6-3 33 0,6 3 42 15,0 0 9-15,0 0 6 0,-9 27-4 0,5-10-12 16,1 7-14-16,3 0-18 15,0 2-15-15,0 2-13 0,0-2-13 0,0-1-12 16,3-1-8-16,-3-3-10 0,0-4-11 16,0 1-4-16,0-5-7 0,0 2 5 0,0-3 23 15,-3-4 25-15,3 1 21 0,0-2 17 16,0-7-23-16,0 0-12 0,0 0-12 0,0 0-12 16,0 0-12-16,0 0-13 0,5-47-3 15,4 10-5-15,4-15-12 0,7-1-22 0,-3-3-30 16,3-1-23-16,5 2-29 0,-2 5-29 15,2 7-39-15,-8 12-48 0,-1 4-57 0,-3 8-75 16,-1 6-53-16,-1 4-47 0,-4 6-51 16,0 3-101-16,-7 0-59 0,0 0-357 15,13 15-439-15</inkml:trace>
  <inkml:trace contextRef="#ctx0" brushRef="#br0" timeOffset="48726.78">13170 11102 2558 0,'-16'3'-21'0,"5"-1"40"15,4 1 23-15,7-3 28 0,0 0 28 16,-16 0 17-16,16 0-4 0,0 0-19 0,0 0-5 16,0 0-14-16,0 0-3 0,0 0-16 15,41-8-70-15,-17 4-68 0,2 3-99 16,12-3-124-16,3-4-219 0,2 3 39 0,16 0-114 16,6-1-99-16</inkml:trace>
  <inkml:trace contextRef="#ctx0" brushRef="#br0" timeOffset="49007">14058 10692 1857 0,'-8'-20'142'0,"3"6"44"16,-2 2 35-16,5 4 0 0,1 0-11 15,-1 4-29-15,2 4 4 0,0 0 56 16,0 0 0-16,-10 32-5 0,5-8-16 15,1 15-15-15,1 1-12 0,-6 13 5 0,6 4-13 16,-3 0-18-16,0 1-15 0,1 0-13 16,-2 0-13-16,2-5-15 0,1-8-9 15,-1-2-18-15,-1-5-34 0,2-2-38 0,-2-7-48 16,6-7-61-16,-4-3-75 0,2-5-63 16,2-3-45-16,2-4-74 0,2-1-82 0,4-5-110 15,-8-1-83-15,21-10 59 0,-8-2-284 16,12-7-338-16</inkml:trace>
  <inkml:trace contextRef="#ctx0" brushRef="#br0" timeOffset="49306.87">14217 11073 2395 0,'2'-9'18'0,"-4"5"16"15,2 4 10-15,0 0 22 0,0 0 25 16,0 0 16-16,0 0 4 0,0 0 14 0,0 0-9 16,-25 20 2-16,16-7-8 0,6-1-2 15,-3 5 0-15,4-6-2 0,0 3 0 16,4-2-10-16,4 1-5 0,1 1-1 15,5-3-9-15,3 1-3 0,3-6-10 0,-4 0-5 16,6-4-3-16,-6 3-5 0,2-5-6 16,-1 0-4-16,3-2-5 0,-6-2-3 0,4-3-2 15,-5 1 0-15,1-3 0 0,-3-1 2 16,1-2-9-16,-7-2-4 0,2-2 0 0,-5 0-3 16,-3-2-3-16,1 1-8 15,-7 0 5-15,2 1-8 0,-1 3 1 0,-4 4-5 0,1 2-15 16,-3 5-29-16,2 2-52 15,-1 2-77-15,-5 5-82 0,0 3-107 0,6 2-147 16,0-1-100-16,2-1 65 0,8 1-254 16,2-3-282-16</inkml:trace>
  <inkml:trace contextRef="#ctx0" brushRef="#br0" timeOffset="49606.8">14443 11151 2119 0,'7'-4'65'0,"-7"4"27"15,0 0 27-15,-2-12 38 0,2 12 49 16,0 0 20-16,-9-13 7 0,9 13-9 15,-3-6-19-15,3 6-24 0,0 0-21 0,-9-6-14 16,9 6-12-16,0 0-12 0,0 0-9 16,0 0-10-16,0 0-5 0,0 0-12 15,6 29-9-15,0-23-6 0,3 0-4 16,3 4-7-16,1-3-2 0,0-1-7 0,3 0-4 16,1-6-3-16,-2 5-3 0,-2-5-2 15,3 0-3-15,-16 0 6 0,27-5 15 0,-14 3 1 16,-4-4-4-16,3-1-3 0,-3-1-1 15,-1-1-9-15,-5 0-3 0,6-5-2 0,-7 1-4 16,-1-1-5-16,-1 3-3 0,0-1-8 16,-1 4-4-16,-1 1-25 0,0-1-41 0,2 8-46 15,-9-10-69-15,4 8-89 16,5 2-73-16,-13 0-99 0,13 0-158 0,-16 7-60 16,16-7 59-16,0 0-342 0,0 0-412 15</inkml:trace>
  <inkml:trace contextRef="#ctx0" brushRef="#br0" timeOffset="49956.82">14898 10644 2639 0,'-1'-27'19'0,"-1"7"48"15,-2 3 34-15,-1 2 30 0,2 3 14 0,-3 4 3 16,1 2 4-16,5 6 7 0,0 0 14 16,-40 31 1-16,20-2-7 0,-1 12-12 15,3 11-8-15,0 0-11 0,3 6-11 16,3 4-14-16,-1 2-5 0,3 2-13 0,3 1-10 15,-2 2-6-15,1-6-7 0,5-1-7 0,-4-9-8 16,3-11-4-16,4-5-2 0,0-12-7 16,0-2-1-16,0-7-4 0,0-2 3 15,2-5-6-15,0-3-2 0,-2-6-3 16,0 0 2-16,0 0-9 0,23-21 0 0,-14 7-2 16,2-1 1-16,-4-3-5 0,0 5 12 15,4 1 15-15,-8 0 2 0,3 4-10 0,-3-1-4 16,1 3-14-16,-2 1 0 0,-2 5 1 15,6-5-5-15,-6 5-1 0,0 0-34 16,0 0-45-16,0 0-49 0,0 22-75 0,-2-15-87 16,-2 3-93-16,-2 5-140 0,-3-4-185 0,-12 8 63 15,-4 0-441-15,-4 0-545 16</inkml:trace>
  <inkml:trace contextRef="#ctx0" brushRef="#br0" timeOffset="50190.92">13258 11696 2829 0,'-41'0'48'0,"12"0"45"0,5 0 22 0,3-3 15 16,5 3 26-16,3 0 28 0,6 0 20 15,7 0 3-15,0 0-5 0,31-12-4 0,26 4-18 16,20-1-18-16,40 1-15 0,8-1-14 16,8 2-14-16,-2 2-10 0,-6-3-15 15,-5 3-32-15,-32 1-39 0,-7 3-39 16,-17-1-39-16,-17 0-35 0,-12 2-27 0,-12-2-11 15,-8 2-9-15,-5 0-25 0,-10 0-37 16,0 0-40-16,0 0-63 0,0 0-93 0,0 0-207 16,-45 0 51-16,32 0-266 0,0-2-304 15</inkml:trace>
  <inkml:trace contextRef="#ctx0" brushRef="#br0" timeOffset="55972.56">17667 6229 1304 0,'0'0'310'0,"0"0"-68"0,0 0-36 0,0 0-24 0,0 0-10 0,0 0 5 16,0 0-4-16,0 0 16 0,-13 0 7 0,13 0 2 15,0 0-3-15,0 0-13 0,0 0-11 16,-8-4-7-16,8 4-11 0,0 0-11 0,0 0-13 16,0 0-14-16,0 0-12 0,0 0-12 15,0 0-8-15,0 0-11 0,0 0-7 0,0 0-4 16,-6-5-12-16,6 5-4 15,0 0-3-15,0 0-2 0,0 0-7 0,0 0-6 16,0 0 0-16,0 0-7 0,0 0-21 16,0 0-28-16,0 0-34 0,0 0-43 0,0 0-57 15,0 0-60-15,0 0-68 0,0 0-89 16,-13 9-147-16,13-9-80 0,-8 7 68 16,4-4-287-16,4-3-313 0</inkml:trace>
  <inkml:trace contextRef="#ctx0" brushRef="#br0" timeOffset="57360.47">17079 9391 2288 0,'0'0'23'0,"0"0"36"0,0 0 35 0,0 0 23 0,3 19 27 0,-3-19 25 0,0 0 21 16,0 0 14-16,0 0 12 0,0 0 5 0,0 0-7 16,0 0-9-16,0 0-15 0,0 0-11 15,0 0-15-15,0 0-8 0,0 0-9 16,0 0-5-16,0 0-14 0,0 0-5 0,0 0-12 16,0 0-16-16,0 0-10 0,0 0-9 15,0 0-5-15,0 0-8 0,0 0-6 16,0 0-5-16,0 0-6 0,0 0-5 15,0 0-7-15,0 0-4 0,0 0-8 0,0 0-1 16,0 0-5-16,0 0-15 0,0 0-20 16,0 0-21-16,0 0-33 0,-10 4-37 0,10-4-49 15,0 0-73-15,0 0-84 0,-9 4-117 16,9-4-159-16,-7 4-62 0,7-4 74 0,-14 2-436 16,14-2-490-16</inkml:trace>
  <inkml:trace contextRef="#ctx0" brushRef="#br0" timeOffset="58738.78">11063 9976 2746 0,'0'0'-40'0,"0"0"32"0,0 0 25 0,0 6 19 0,0-6 10 0,0 0 18 15,0 0 14-15,0 0 23 0,0 0 13 16,0 0 2-16,0 0 0 0,0 0-4 15,0 0-13-15,0 0-5 0,-3 5-11 0,3-5-9 16,0 0-5-16,0 0-12 0,0 0-5 16,0 0-2-16,0 0-5 0,0 0-11 0,0 0-39 15,0 0-52-15,0 0-55 0,0 0-70 16,0 0-102-16,0 0-151 0,0 0-107 0,0 0 62 16,0 0-220-16,0 0-194 15</inkml:trace>
  <inkml:trace contextRef="#ctx0" brushRef="#br0" timeOffset="62239.01">18233 7064 2120 0,'2'-10'77'0,"-2"-1"22"0,2 3 16 0,0 1 15 0,0 0 19 0,-2 7 22 0,0-10 13 16,0 5 12-16,0 5-5 0,2-9-9 16,-2 9-19-16,2-10-18 0,-2 10-16 0,0-8-11 15,0 8-14-15,0 0-9 0,0-4-14 16,0 4 6-16,0 0 13 0,0 0-5 16,0 34-4-16,-2-11 0 0,-4 11-2 0,2 3 0 15,1 3-5-15,-6 13-2 0,2 1-5 16,2 7-7-16,-3 2-6 0,3-1-4 0,2 2-10 15,-1 1 0-15,0 2-6 0,3-2-6 16,-5 5 0-16,4-1-4 0,0-2-2 0,-1 2-1 16,-2-3-3-16,1 0-2 0,1 2-3 15,-1 0-3-15,0-5-3 0,2-2-1 16,2-3 1-16,-1-13-2 0,1-2 0 16,0-2-3-16,0-3 3 0,1-9 3 0,-2-3 0 15,1-9 4-15,1 1-5 0,-1-2 0 16,0-3 5-16,-1 0-2 0,1-5 4 0,0 1 10 15,0-1-5-15,0-1 1 0,0-7-4 16,-2 14-2-16,2-9-5 0,0-5-14 16,-4 7-42-16,4-7-53 0,-5 6-64 0,5-6-84 15,0 0-86-15,-13-3-83 16,13 3-114-16,-12-5-169 0,3 1 54 0,5-1-479 16,-1-3-583-16</inkml:trace>
  <inkml:trace contextRef="#ctx0" brushRef="#br0" timeOffset="62571.77">17881 8640 3051 0,'-8'-8'103'0,"4"3"24"0,1-1 22 0,-4 0 25 0,7 6 18 0,-2-8 15 0,2 8 21 0,-1-8 2 0,1 8-12 15,0 0-12-15,3-5-13 0,-3 5-8 16,0 0-1-16,33 21-18 0,-14-1-14 0,2 4-11 15,1 0-10-15,2 1-16 16,-3 1-8-16,2 0-16 0,-3-1-8 0,1-4-5 16,3 1-10-16,-12-6-4 0,2-3-7 15,-3-4-8-15,-1-1-4 0,-2 0 0 0,-1-4-6 16,-1 2-7-16,1-2 6 0,-7-4-10 16,0 0-9-16,22-2-3 0,-22 2-6 0,12-8-11 15,-3 6-16-15,-4-4-11 0,-1 2-12 16,3-2-21-16,-3 1-4 0,3 2-14 0,-7 3-24 15,7-5-28-15,-7 5-19 0,6-6-35 16,-6 6-38-16,1-5-55 0,-1 5-64 0,2-7-85 16,-2 7-108-16,-3-9-139 0,-1 5 68 15,-4-2-440-15,0-1-520 0</inkml:trace>
  <inkml:trace contextRef="#ctx0" brushRef="#br0" timeOffset="64405.12">14120 9106 2734 0,'2'-5'-95'0,"-2"5"14"0,0-8 20 0,0 8 2 0,0 0 12 0,-3-8 19 16,3 8 32-16,0 0 23 0,-20 0 19 16,20 0 8-16,-26 12 6 0,5-5-2 0,-9 7 3 15,-3 0-2-15,-1 1-8 0,0-1 1 16,-3 1-6-16,6-2-2 0,-1-3-4 15,10 0-5-15,4-4-3 0,4 0 2 16,2 0-1-16,1-3-5 0,0 0 0 0,11-3-2 16,-11 0-2-16,11 0-4 0,0 0-9 15,-5-12-1-15,7 6 2 0,-2 6-4 0,3-12-3 16,-1 5-1-16,2 0-5 0,-2 2 2 16,-2 5-10-16,3-8-7 0,-3 8 2 0,0 0-4 15,0 0-6-15,0 0-16 0,20 13-26 16,-15-4-39-16,4 0-51 0,0 3-65 0,0-1-125 15,7 3-130-15,0-2-131 16,0 0-106-16</inkml:trace>
  <inkml:trace contextRef="#ctx0" brushRef="#br0" timeOffset="65620.64">14422 9537 1612 0,'0'0'30'0,"0"0"18"0,0 0 8 0,0 0 12 0,-11 2 7 16,11-2 24-16,0 0 26 0,0 0 11 0,0 0 10 15,0 0 4-15,0 0-5 0,0 0-5 16,0 0 0-16,0 0-3 0,0 0-5 0,0 0 3 15,0 0-7-15,0 0-9 0,0 0-6 16,-12-4-11-16,12 4 7 0,0 0-8 0,0 0-3 16,0 0-5-16,0 0 0 0,0 0 3 15,0 0 10-15,0 0-2 0,6 14-2 16,-6-14 3-16,7 10-3 0,-3-3 0 16,4 0-3-16,-3 1 0 0,7 3-4 0,-1-3-4 15,0 2-8-15,7 2-5 0,-1-1-4 16,-2-1-8-16,3 3-6 0,-4-5-9 0,2 2-1 15,-1-2-8-15,-3 1-1 0,1-3-3 16,-2 2-5-16,-1-2 0 0,1-1-5 0,-2 3-5 16,4-4-3-16,-2 2 5 0,-2-2-3 15,3 1-5-15,-3-1 3 0,0 2-3 16,3-2 1-16,-2 2-5 0,-1 0 2 0,1-3-3 16,-3 2-4-16,3-2 0 0,-4 1 2 15,1-2-1-15,-1 2-1 0,-6-4-1 0,11 6-2 16,-4-4 0-16,-7-2 1 15,7 3-2-15,-7-3 1 0,5 3-1 0,-5-3-1 16,0 0 2-16,10 6-1 0,-10-6 2 16,0 0 3-16,0 0 10 0,8 1 7 0,-8-1 7 15,0 0-1-15,0 0 0 0,0 0 1 16,6 4-1-16,-6-4 0 0,0 0 3 0,0 0-7 16,0 0-8-16,0 0-1 0,0 0 1 15,0 0-4-15,0 0-4 0,0 0 3 0,0 0-3 16,-22 6-1-16,9-2-2 0,-4 1 2 15,-6 0 0-15,-11 2-2 0,-4 1 4 0,-2 3 6 16,1-1 11-16,-10 5 11 0,-3 1-12 16,16-4 3-16,0 0 5 0,1-2 4 15,9-3 5-15,7 0 0 0,3-1-3 16,3 0-8-16,0-3 4 0,3 0 2 0,3 1-9 16,7-4 16-16,-15 6-7 0,15-6 9 15,-10 2-1-15,10-2 0 0,-9 2-5 0,9-2-1 16,-10 3-7-16,10-3-1 0,0 0-3 15,-12 6-2-15,12-6-5 0,0 0-2 16,-11 2-2-16,11-2-5 0,0 0 0 0,0 0 1 16,0 0-5-16,0 0 6 0,0 0-10 15,-14 1-5-15,14-1-33 0,0 0-45 16,0 0-54-16,0 0-74 0,0 0-87 0,0 0-121 16,0 0-120-16,0 0-222 0,0 0-64 0,0 0 93 15,0 0-657-15,0 0-834 16</inkml:trace>
  <inkml:trace contextRef="#ctx0" brushRef="#br0" timeOffset="91266.71">16661 5479 1600 0,'7'-4'187'0,"-3"0"-83"0,-4 4-41 0,0 0-13 15,0 0 16-15,0 0 17 0,6 17 7 0,-8-5 2 16,-2 1 3-16,0 2-5 0,1 2-3 0,-1-2-5 16,0 6-8-16,3-4-9 0,-1-1-4 15,0-3-6-15,-1 1-4 0,3-2-5 0,0 1-5 16,0-4-10-16,0 0-40 16,0-1-35-16,0 1-39 0,0-3-32 0,5 2-43 15,-5-8-80-15,3 3-115 0,-3-3-120 0,0 0-85 16,0 0-60-16</inkml:trace>
  <inkml:trace contextRef="#ctx0" brushRef="#br0" timeOffset="91582.64">16787 5269 1454 0,'-11'-7'-45'0,"-3"5"9"16,-1 2 28-16,-3 2 23 0,-5 3 17 15,-9 7 16-15,0 4 16 0,-12 4 12 16,6 4 10-16,-4 3 2 0,6 2 3 0,5 2-1 15,3 4-3-15,6-8-8 0,10 2-2 16,6-3-7-16,4-3-3 0,8-3 2 16,10 8-7-16,15 1-1 0,11-2-8 15,7-5-2-15,12-3-6 0,10-4-3 0,5-3-1 16,8-2-7-16,-2-8-2 0,0-2-4 16,-7-6-3-16,-5-4-2 0,-9-6 0 0,-10-3 5 15,-5-5 3-15,-14-5 0 0,-13 1-5 16,-9-4 1-16,-14 3-6 0,-3-11-2 15,-18-7-5-15,-9 1-1 0,-8 0-11 0,-17-5-7 16,7 17-14-16,-3 8-14 16,-3 4-23-16,-3 10-22 0,0 7-30 0,-1 6-34 0,1 8-59 15,0 7-92-15,5 6-182 16,5 4-112-16,5 4-88 0</inkml:trace>
  <inkml:trace contextRef="#ctx0" brushRef="#br0" timeOffset="92515.96">17307 6682 1739 0,'9'-3'34'0,"1"-1"-6"0,-1 6-3 0,-9-2 3 16,14 5 10-16,-6-2 25 0,-5 6 21 0,5-1 14 15,-6 4 19-15,-2 2 2 0,-2 1 5 16,-6 6 2-16,1 0-2 0,-7 4-5 15,5-3-6-15,2-5-12 0,-4 1-12 0,6-3-7 16,-1 1-8-16,4-7-3 0,1 3-15 16,1-4 1-16,3 1 0 0,5-1-9 0,4-3-5 15,2-1 0-15,6-3-7 0,2-2-30 16,15-4-31-16,3-7-38 0,-2 1-34 0,4-7-25 16,2-9-23-16,-3 0-15 0,0-6 0 15,-5-2 16-15,-4-7 9 0,-3-1 16 0,-8 1 13 16,-6 8 24-16,-8 0 29 15,-5 5 19-15,-6 5 20 0,-5-5 17 0,-8 6 21 16,-7 4 19-16,-9 5 15 0,-7 4 13 16,-6 6 10-16,-2 6 12 0,-15 7 8 0,-3 6 10 15,-1 7 7-15,-15 14-7 0,5 3 3 16,9 4-10-16,21-7-6 0,6 3-7 16,11-2-11-16,13-4-3 0,7-3-3 0,15-2-12 15,9 4-1-15,15 4-1 0,13-4-12 16,9-6 2-16,7-1-13 0,6-5-1 0,9-6 7 15,-1-2-13-15,0-7-9 16,-2-5-16-16,-6-3 0 0,-6-7 3 0,-19-1-8 0,-3-3 3 16,-7-7 4-16,-6 0-2 15,-6-6 3-15,-11-7 9 0,-9-2-16 0,-6-11 1 16,-14-1-5-16,-7-4 3 0,-10 3-1 16,-15-1-38-16,-1 15-31 0,-3 10-35 0,-8 7-44 15,-8 8-48-15,-8 10-75 0,1 5-112 16,3 7-170-16,-14 9 51 0,7 6-166 0,23 0-165 15</inkml:trace>
  <inkml:trace contextRef="#ctx0" brushRef="#br0" timeOffset="98964.06">17709 9499 1107 0,'2'-5'131'0,"-1"-3"5"0,2 2-2 15,1 0-7-15,0-1 1 0,-3 1 7 0,1 2-1 16,-2 4-8-16,6-10-12 0,-3 6-17 16,-3 4-7-16,0 0-2 0,0 0 27 0,0 0 10 15,0 18 3-15,0-5-2 16,-3 2-9-16,-1 0-5 0,2 2-6 0,0 1-9 0,1-1-7 15,1 0-8-15,-2 0-12 0,0-1-4 16,0-3-9-16,0 1-2 0,-1 1-2 16,2-3-45-16,-1 2-53 0,-2-3-52 0,0 1-59 15,1-2-81-15,-5-3-106 0,5-3-208 16,3-4 40-16,-7 6-174 0,7-6-180 16</inkml:trace>
  <inkml:trace contextRef="#ctx0" brushRef="#br0" timeOffset="99148.24">17615 9358 2020 0,'-9'-7'50'0,"5"0"23"0,1 2 16 16,1-1 8-16,2 6-2 0,-2-11-6 0,8 4-11 16,-3 2-10-16,8-1-8 0,1 0-4 15,3 3-6-15,5 1-11 0,-2 1-57 0,3 2-61 16,2 1-88-16,2 3-116 0,-4 0-194 15,-2 2-149-15,1 3-124 0</inkml:trace>
  <inkml:trace contextRef="#ctx0" brushRef="#br0" timeOffset="99330.5">17635 9691 1888 0,'-8'3'75'16,"8"-3"12"-16,-8 3 16 0,8-3-9 0,0 0-6 15,0 0-9-15,0 0-5 16,0 0-9-16,0 0-7 0,21-12-2 0,-11 8-51 16,3 2-61-16,0-1-98 0,1 1-107 15,3-2-211-15,0-1-116 0,0 2-89 0</inkml:trace>
  <inkml:trace contextRef="#ctx0" brushRef="#br0" timeOffset="99666.17">17997 9550 1735 0,'0'0'77'0,"0"0"7"16,0 0-3-16,0 0-4 0,0 0 2 0,0 0 1 15,9-1-5-15,-9 1 1 0,0 0 4 16,0 0-4-16,9 10-5 0,-6-5-10 0,3 0-8 16,-4 1-5-16,-2-6-5 0,3 8-4 15,-1-5 0-15,-2-3-7 0,4 11-5 16,-4-11 2-16,4 7-4 0,-4-7 0 0,1 6 4 15,-1-6 10-15,4 2-1 0,-4-2-5 16,0 0-4-16,0 0-2 0,12 2-2 0,-12-2 0 16,0 0-6-16,15-2-3 0,-15 2-1 15,0 0-3-15,16 3 0 0,-16-3-1 0,11 2-4 16,-4 2 2-16,1-3-3 16,0 3 1-16,-1-1-5 0,2 1 5 0,2 2-2 15,-2-4 2-15,3 3-5 0,1-1-36 16,1-1-45-16,2 0-64 0,5-3-105 0,-2 0-171 15,6 0-85-15,-6-5-165 0,8 4-165 16</inkml:trace>
  <inkml:trace contextRef="#ctx0" brushRef="#br0" timeOffset="100097.15">18707 9552 2009 0,'0'0'77'0,"-13"2"13"0,13-2 12 0,0 0 14 0,-12 2 23 0,12-2 24 0,0 0-3 0,0 0-12 16,0 0-13-16,0 0-17 0,0 0-12 16,0 0-6-16,-14-2-10 0,14 2-12 0,0 0-10 15,0 0 3-15,0 0-12 0,0 0-3 16,0 0-7-16,39 0-5 0,-25-2 0 0,1 2-8 15,3-2-5-15,-2 1-5 0,5-1 3 16,-3-1-5-16,2 3-4 0,2-2-25 16,-1 0-47-16,-5 1-57 0,4 1-58 15,-5-2-82-15,-3 2-99 0,-3-2-154 0,-9 2-31 0,14-2 64 16,-14 2-128-16,0 0-96 16</inkml:trace>
  <inkml:trace contextRef="#ctx0" brushRef="#br0" timeOffset="100281.31">18634 9697 1873 0,'0'0'132'0,"-13"-3"16"16,13 3 10-16,-9-3 0 0,9 3-9 0,0 0-8 16,6-10-8-16,2 5-13 0,5-1-18 15,5 4-10-15,0-2-10 0,9 2-42 0,-2 0-73 16,3-2-88-16,-1 4-122 15,6 0-192-15,-5-3-71 0,3 0-171 0,-4 1-172 0</inkml:trace>
  <inkml:trace contextRef="#ctx0" brushRef="#br0" timeOffset="100515.69">19399 9554 2177 0,'-7'-10'223'0,"1"5"6"0,5-4-4 15,1 2-17-15,0 7-15 0,11-15-12 0,0 8-16 16,4-2-17-16,9 3-13 0,1 2-17 16,12-2-11-16,1 4-59 0,2-3-85 0,-6 5-100 15,-3 0-98-15,-5 0-113 0,-1-2-234 16,-3 0 38-16,-8 2 71 0,-2-4-140 0,-2 3-111 15</inkml:trace>
  <inkml:trace contextRef="#ctx0" brushRef="#br0" timeOffset="100730.62">19569 9211 1876 0,'-1'-8'113'0,"1"3"5"15,0 5-3-15,0 0-14 0,0 0 14 0,0 0 71 16,0 0 17-16,0 0-1 0,0 0-7 15,1 35-9-15,5-12-19 0,-2 0-15 0,1 10-14 16,1 1-14-16,-3 2-14 0,4-2-4 16,-7 3-12-16,2-8-12 0,-4-3-55 0,0-1-71 15,0 1-86-15,-3-4-75 0,4 1-78 16,-5-5-103-16,4-1-189 0,0-5 39 0,4-3-230 16,2-1-255-16</inkml:trace>
  <inkml:trace contextRef="#ctx0" brushRef="#br0" timeOffset="100997.22">19903 9424 2261 0,'5'-10'89'0,"-1"2"23"0,0 3 11 15,-2 3-5-15,-2 2 1 0,0 0 10 0,5-8 39 16,-5 8 14-16,0 0 4 0,0 0-9 16,20 12-14-16,-15-5-14 0,4-1-14 0,2 6-10 15,-2-4-10-15,0-1-1 0,1 1-2 16,-1-2-6-16,-1 0-7 0,0 0-4 0,0-1 7 15,-1-3 2-15,-2 0-8 16,6 0-5-16,-11-2-9 0,14-2-8 0,-3-2-10 16,1-1-7-16,0-3-3 0,0 0-6 15,1-5-40-15,-2-1-47 0,2-4-56 0,0-5-84 16,3-6-72-16,-1 2-72 0,-1 0-62 16,-3 8-97-16,0 4-161 0,-1 4 61 15,-3 3-329-15,3 3-392 0</inkml:trace>
  <inkml:trace contextRef="#ctx0" brushRef="#br0" timeOffset="101299.03">20352 9244 2372 0,'8'3'-57'0,"-8"-3"28"0,6 2 6 15,-6-2 19-15,5 5 41 0,-5-5 38 16,9 5 17-16,0 0 16 0,-2-1 7 16,2-1 5-16,3 0-5 0,0 1-4 15,0-3-2-15,2 3-13 0,3-4-2 0,2 0-7 16,3-2-7-16,-4 0-8 0,5-1-4 15,-2-2-6-15,3-2-5 0,-6-3 15 0,1 0-5 16,-6 1-3-16,1-1-2 0,-5-2 3 16,-1 2 0-16,-6 1-9 0,-4 1-1 15,2 8-11-15,-22-8 1 0,0 6-7 0,-4 6 2 16,-14 2-2-16,-1 4-5 0,7 1-4 16,4 3 2-16,3 2-7 0,10-3 3 15,7 1-6-15,6-2 6 0,4 0-1 0,6 0-2 16,0 0-3-16,5-2-7 0,-1 1-49 0,2-1-75 15,-1-2-86-15,-2 1-99 16,1-4-147-16,-4 0-173 0,-3 0 58 0,-3-5-292 0,-9 14-333 16</inkml:trace>
  <inkml:trace contextRef="#ctx0" brushRef="#br0" timeOffset="101830.14">17384 10137 2434 0,'3'-2'28'0,"-3"2"-7"0,6-5-3 0,-6 5-2 0,0 0 16 0,0 0 20 16,0 0 15-16,0 0 4 0,0 0-2 0,5 16 0 15,-5-16 12-15,4 6 18 0,2-2 19 16,-2 1 8-16,5-2-2 0,1-1-1 0,4 0-6 16,-2-2-14-16,10-2-2 0,-4 0-17 15,5-5-3-15,-1 2-12 0,-1-3-4 0,-3 1-5 16,2-3-3-16,-6-2-10 0,0 0-3 16,-3-1-4-16,-1-2-6 0,-6 0-4 15,2-1-4-15,-4-2 0 0,-2 6-3 0,-2-5-2 16,0 5-7-16,0 1 4 0,-3 2-4 15,0 0-4-15,-2 3-1 0,-5 4 1 16,0 2-19-16,-4 5-29 0,-5 4-51 16,-12 10-56-16,-1 7-65 0,2 1-99 0,7-5-127 15,2 3-150-15,6-3 58 0,9-7-255 16,2-1-271-16</inkml:trace>
  <inkml:trace contextRef="#ctx0" brushRef="#br0" timeOffset="102363.6">17678 10289 2239 0,'0'0'52'0,"14"-3"28"16,-7 2 29-16,-7 1 22 0,12-7 17 16,-8 1 18-16,4-1 4 0,-3 0-6 15,4 0-8-15,2-1-20 0,-2 0-12 16,2-1-15-16,1-1-5 0,-1 1-14 0,3 0-7 16,1-3-7-16,-3 1-9 0,4-2-4 15,2 0-11-15,-3-3-4 0,2-4-1 16,-2 3-8-16,-4 5-1 0,-1 0-7 0,-1 0 3 15,-1 3-6-15,-2 1 8 0,0 1-2 16,-3 2-5-16,3-2-1 0,-2 1-3 0,-4 6-2 16,7-7-5-16,-7 7-3 15,7-4-2-15,-7 4-5 0,0 0 0 0,0 0 0 0,0 0 1 16,5 24-1-16,-3-15 2 16,2 4-1-16,-1 1 3 0,1 0-6 0,3-1 4 15,5 3-2-15,-2-5 0 0,2 0 2 16,-5-3-6-16,2 1 5 0,-1-2-2 0,2-2 3 15,-1-2-5-15,4 1-11 0,-1-4-8 16,-12 0-3-16,31-7-10 0,-17 0-1 0,4-1-3 16,3-13 7-16,-1 0 1 0,2-1-3 15,-5-4 3-15,2 1 5 0,-4 3 5 16,-2 2-2-16,-5 7 1 0,-2 1 10 0,0 1 6 16,-1 5-3-16,1-2-1 0,-4 4-1 15,-2 4-4-15,0 0 5 0,0 0 0 0,0 0 1 16,0 0 2-16,7 21 1 0,-5-9-2 15,3 5 2-15,-4-3 1 0,7 7 0 16,-3-1-5-16,5 0 5 0,0-1-51 16,1 6-62-16,0-4-49 0,-1-2-62 0,-3-2-73 15,1-2-89-15,-3-1-175 0,0-2 15 16,1-2 62-16,-5 0-155 0,-1-1-134 0</inkml:trace>
  <inkml:trace contextRef="#ctx0" brushRef="#br0" timeOffset="102596.66">18585 9763 1876 0,'-3'-10'64'0,"-3"1"26"0,4 5 19 0,-1-2 12 0,3 6 3 16,-4-8-10-16,4 8-12 0,0 0 8 0,0 0 30 15,0 0 12-15,-7 27-12 0,7-8-12 16,0 3-7-16,2 5-9 0,1 13-11 0,1 3-12 15,-2-2-11-15,1-1-5 0,-1 1-3 16,0-2-11-16,2-1-42 0,-2-9-41 0,-1-5-43 16,-1-4-38-16,2-1-47 15,-2-4-54-15,0-3-60 0,-2 1-82 0,2-5-148 0,0-2 17 16,0-6-149-16,0 0-127 16</inkml:trace>
  <inkml:trace contextRef="#ctx0" brushRef="#br0" timeOffset="102764.26">18494 10084 1913 0,'-11'-2'133'16,"11"2"20"-16,-16-1 15 0,16 1 15 0,0 0 12 15,-13-4 8-15,13 4-5 0,0 0-13 16,0 0-15-16,0 0-17 0,0 0-11 0,0 0-17 16,0 0-14-16,0 0-42 0,69 4-87 15,-41-4-117-15,17 1-140 0,0-1-204 0,3 0-89 16,1 0 69-16,16-1-225 15,-5-3-215-15</inkml:trace>
  <inkml:trace contextRef="#ctx0" brushRef="#br0" timeOffset="102932.21">19098 10065 2207 0,'-16'-5'105'0,"4"-2"21"0,0 0 12 0,5 1-7 15,1 4-16-15,2-2-6 0,4 4-40 16,-6-6-74-16,6 6-80 0,0 0-101 0,0 0-127 0,0 0-168 16,31 10-176-16,-26-2-152 15</inkml:trace>
  <inkml:trace contextRef="#ctx0" brushRef="#br0" timeOffset="103098.33">18910 10291 1767 0,'-9'8'55'0,"0"-2"38"16,4-2 36-16,5-4 40 0,-10 5 51 0,10-5-9 15,0 0-5-15,0 0-13 0,0 0-19 16,0 0-16-16,36-13-14 0,-12 9-17 16,10-4-23-16,2 4-77 0,2-5-93 15,2 1-102-15,0 2-142 0,0-5-248 16,0 5 40-16,0-3 68 0,-4-1-131 0,-4 2-81 16</inkml:trace>
  <inkml:trace contextRef="#ctx0" brushRef="#br0" timeOffset="103380.46">19471 9974 1618 0,'0'-9'69'15,"0"2"10"-15,0 0 9 0,5 3-3 16,1-4 2-16,1 2 8 0,2-1 14 0,3 3 2 16,-1 1-9-16,3-1-2 0,-1 4-5 15,-2 0-10-15,1 2-9 0,-3 2 23 16,-1 1 56-16,-5 2 31 0,-3 1 19 15,-7 7 5-15,-2-1 3 0,-11 7 2 0,-3 3-2 16,3-5-9-16,4-4-19 0,3-1-19 16,1 0-15-16,3-2-11 0,4-2-13 15,-1 1-10-15,2-2-8 0,4 0-8 0,4-2-7 16,3 4-10-16,5-5-26 0,5 4-63 16,4-1-82-16,0-4-102 0,5 0-119 0,-1-3-127 15,4-2-205-15,0-2-32 0,7-3 87 16,2-3-405-16,-4-3-466 0</inkml:trace>
  <inkml:trace contextRef="#ctx0" brushRef="#br0" timeOffset="103630.23">20005 9985 2924 0,'-14'2'36'0,"14"-2"14"0,0 0 20 0,-16 0 29 15,16 0 20-15,0 0 3 0,0 0 25 16,-6 4 8-16,6-4-2 0,0 0-15 0,24 8-8 15,-12-4-14-15,4 0-9 0,3 0-11 16,-4-4-9-16,2 0-7 0,-1 3-8 16,-3-3-7-16,-1 0-4 0,-12 0-5 15,16 0-3-15,-16 0-9 0,18-3-8 0,-18 3-4 16,7-2-38-16,-7 2-51 0,0 0-70 16,0 0-80-16,0 0-90 0,0 0-128 15,0 0-207-15,-30-2 52 0,30 2 64 0,-27 7-233 16,7-5-239-16</inkml:trace>
  <inkml:trace contextRef="#ctx0" brushRef="#br0" timeOffset="106879.38">11018 17437 2276 0,'0'0'92'0,"0"0"15"0,8-23 14 0,-3 15 22 0,7-4 18 16,1-5 2-16,3 5 0 0,2-8-11 0,5-1-16 15,-7 4-20-15,4 0-6 0,-2 0-14 16,-3 5-38-16,0 0-74 0,-3 4-86 16,-2 1-91-16,-3 3-97 0,-7 4-91 0,7 0-148 15,-7 0-9-15,0 0-90 16,-16 29-125-16</inkml:trace>
  <inkml:trace contextRef="#ctx0" brushRef="#br0" timeOffset="107013.07">11115 17460 1945 0,'16'-23'132'0,"-9"11"15"0,3-1 23 0,2-5 21 15,2-5 3-15,6-3-12 0,-2 4-17 16,2 1-20-16,-6 5-12 16,0 3-78-16,-1 5-93 0,3 2-94 0,-5 5-143 15,1 2-286-15,-12-1 20 0,18 9-110 16,-9-2-146-16</inkml:trace>
  <inkml:trace contextRef="#ctx0" brushRef="#br0" timeOffset="117160.55">11332 18304 3149 0,'-20'-10'909'0,"15"6"-450"0,5 4-206 0,-1-13-90 0,1 4-45 16,1-1-28-16,6 0-21 0,0-3-17 0,2 1-33 15,2 4-51-15,2-1-55 16,-1-1-36-16,2 4-32 0,-3 0-21 0,1 2-24 15,1 2-12-15,-13 2 9 0,16 2 12 0,-16-2 18 16,6 10 21-16,-10-4 15 0,0 4 33 16,-4 3 30-16,-3 1 35 0,2 1 28 15,-7-1 29-15,7-2 14 0,-2-1 23 16,4-1 18-16,2-1 17 0,-3-3 2 0,5 0 3 16,3-6-4-16,0 0-5 0,0 0-7 15,0 0-5-15,50-12-10 0,-16-3-12 16,11-4-24-16,-2-3-38 0,-6 7-45 0,-3-2-32 15,-3 3-24-15,-1 2-9 0,-9 0-4 16,-4 6 1-16,-4 3 13 0,-4-1 11 0,-9 4 27 16,0 0 30-16,0 0 23 0,0 0 28 15,0 0 18-15,-33 25 18 0,6-11 22 16,-1 4 18-16,-1-2-2 0,2 0 7 0,8-5-4 16,4-2-3-16,1-2-18 15,7-3-15-15,1 0-23 0,6-4-37 0,0 5-42 16,0-5-60-16,0 0-85 0,36-4-129 15,-13-1-231-15,-6 1 7 0,6 0 74 16,2 1-71-16,-4 2-48 0</inkml:trace>
  <inkml:trace contextRef="#ctx0" brushRef="#br0" timeOffset="-213521.64">4500 5717 1463 0,'2'-6'420'0,"-2"6"-106"0,0 0-52 0,4-12-17 0,-4 12-6 16,0-7-27-16,0 7-8 16,0-8-22-16,0 8 2 0,0 0-3 0,3-10 0 0,-3 10-3 15,0 0-2-15,2-11-3 0,-2 11-1 16,0 0-2-16,0 0-4 0,-2-7-3 16,2 7-3-16,0 0-1 0,0 0-2 0,0 0 2 15,0 0 1-15,0 0 7 16,0 0-13-16,-5-10-19 0,5 10-8 0,0 0-17 15,-5-7-2-15,5 7-25 0,0 0-5 16,-10-5-9-16,10 5-5 0,0 0-7 0,-9-5-11 16,9 5-5-16,-10-2-5 0,10 2 4 15,-11-3-7-15,11 3-6 0,-18-2-3 16,18 2-5-16,-22 2-2 0,6 3-7 16,-3 2 3-16,2 3-6 0,-9 5 9 0,-1 2-17 15,2 4 9-15,3 1-10 0,2 5 4 0,-3 0-1 16,8 2-4-16,0 0 0 15,4 0 5-15,0 0-1 0,10-4-2 0,1-5-14 16,1-1 0-16,6-2 5 0,4 0-1 16,2-2 2-16,5-4-1 0,1-2-3 0,3-5 9 15,1 0 0-15,2-4 5 0,4-4-7 16,5-3-1-16,-2-3 13 0,2-2-5 0,-5-3 18 16,-2-1-16-16,-4-3 1 0,-6 4-1 15,-5-3 1-15,-3-2-1 0,-4-2-1 16,-1-2-3-16,-4-13 1 0,-4-1-4 15,-1 1-4-15,-1 3-15 0,1 8-18 16,-7 8-22-16,1 3-29 0,0 6-30 0,-7 4-28 16,3 5-30-16,-6 6-40 0,-9 6-53 0,-1 2-60 15,4 5-55-15,0 2-84 0,4-3-127 16,5 3-109-16,6-6 66 0,6-5-442 16,6 0-556-16</inkml:trace>
  <inkml:trace contextRef="#ctx0" brushRef="#br0" timeOffset="-213205.56">4649 5668 3109 0,'6'-10'81'0,"-6"3"42"0,2 1 28 0,-2 6 36 0,0 0 10 15,1-9 1-15,-1 9-13 0,0 0-23 16,0 0-15-16,0 0-12 0,0 0-12 16,0 0-12-16,0 0-10 0,-3 36-8 15,1-17-10-15,2-3-8 0,2 9-8 16,1-4-3-16,2-1-7 0,2 3-8 0,3-6-1 15,-1-2-5-15,3-5-6 0,-1-1 4 16,5-2-5-16,-1-2-1 0,-2-4 0 0,4-4-1 16,2 0 2-16,-2-6 10 0,2 2 7 15,-3-6-2-15,-1 1 0 0,4-13-10 0,-8 0-2 16,0-6-9-16,-2-4 2 0,-4-4-10 16,1-1-2-16,-1 3-16 0,-1 5-18 15,-2 6-21-15,1 7-32 0,-3 3-39 0,0 7-73 16,0-3-69-16,0 8-70 15,0 4-71-15,-7-4-109 0,7 4-184 0,0 0 58 16,0 0-421-16,-11 16-518 0</inkml:trace>
  <inkml:trace contextRef="#ctx0" brushRef="#br0" timeOffset="-212954.26">5250 5157 3141 0,'-6'-23'121'0,"3"5"26"0,-6 5 38 15,7 1 27-15,0 3 8 16,-1 2-7-16,1 0-22 0,2 7-23 0,0 0-13 0,0 0 20 16,0 0-1-16,-6 27-11 15,6-6-14-15,0 18-14 0,0 8-15 0,0-1-7 16,0 13-14-16,4 0-10 0,0-5-13 16,-1-1-18-16,1-10-37 0,1-5-38 15,-1-1-39-15,-1-10-56 0,-1-4-69 0,2-3-85 16,-1-3-80-16,-1-6-83 0,2 1-118 15,-2-6-113-15,0 2 54 0,-2-8-382 0,1 6-465 16</inkml:trace>
  <inkml:trace contextRef="#ctx0" brushRef="#br0" timeOffset="-212753.47">5076 5513 2786 0,'0'0'52'0,"-13"-4"31"0,13 4 12 15,0 0 19-15,-7-3 14 0,7 3 27 16,0 0 14-16,0 0 1 0,0 0-21 16,39-10-12-16,-14 8-17 0,-1-4-11 0,15-3-33 15,-1 1-35-15,4-2-63 16,9-5-85-16,-3 1-87 0,-10-2-128 0,-2 3-154 0,2 1-94 16,-4-1 46-16,0 1-214 0,-7 0-229 15</inkml:trace>
  <inkml:trace contextRef="#ctx0" brushRef="#br0" timeOffset="-212521">5856 5453 2475 0,'-18'-3'334'0,"18"3"1"15,0 0 7-15,-11-2-5 0,11 2-9 16,0 0-35-16,0 0-28 0,0 0-23 0,23-20-22 16,-6 16-35-16,2-4-62 0,4 1-67 0,8-1-77 15,-1 2-103-15,-8 2-124 16,3-2-135-16,0 1-152 0,-5 3-134 0,-2-1 55 16,-4 3-386-16,-1 3-477 0</inkml:trace>
  <inkml:trace contextRef="#ctx0" brushRef="#br0" timeOffset="-212338.41">5933 5610 3029 0,'-13'2'217'0,"4"3"34"15,4-2 27-15,5-3 37 0,-11 4 20 16,11-4 0-16,0 0-24 0,0 0-25 16,0 0-42-16,0 0-21 0,0 0-27 0,25-16-76 15,-5 8-85-15,12-6-98 0,4 2-116 16,2-2-148-16,8-1-194 0,1-1-233 0,1 0 67 15,-10 5 74-15,4 1-418 0,2 2-505 16</inkml:trace>
  <inkml:trace contextRef="#ctx0" brushRef="#br0" timeOffset="-212088.71">6733 5438 3314 0,'-14'-6'286'0,"4"0"13"16,5 1 18-16,1-2 20 0,4 7 3 15,0-11-11-15,4 3-25 0,1 0-33 0,6-1-28 16,7 1-25-16,5-1-20 0,9-1-57 16,1 2-91-16,1-1-82 0,0 2-109 0,-7 0-108 15,-2 2-129-15,-5 0-141 16,3-2-188-16,-5 2-14 0,-3-2 81 0,0 2-469 0,-7 2-578 15</inkml:trace>
  <inkml:trace contextRef="#ctx0" brushRef="#br0" timeOffset="-211872.37">6842 5031 3046 0,'-9'-13'137'0,"0"3"60"0,3 4 36 15,-2 0 30-15,8 6 15 0,-5-7-14 0,5 7-9 16,0 0 60-16,0 0 19 0,-6 24-17 15,8-5-21-15,2 17-28 0,-1 0-23 0,7 5-23 16,-6 2-25-16,5 9-15 0,1-1-18 16,-2-1-17-16,-1-11-20 0,-1 1-38 15,-1-7-55-15,-1-4-65 0,-2-7-65 0,3-3-74 16,-4-2-79-16,3-3-98 16,-2-1-96-16,2-2-90 0,-1-3-114 0,1-3-109 15,3-3 66-15,-7-2-551 0,23-7-702 16</inkml:trace>
  <inkml:trace contextRef="#ctx0" brushRef="#br0" timeOffset="-211589.54">7283 5177 3508 0,'6'-16'91'0,"-5"5"47"0,3 4 38 15,-4 2 21-15,0 5 29 0,0 0 44 16,0 0 40-16,0 0-12 0,0 0-2 16,6 21-5-16,-3-7-15 0,-2-1-24 15,1 5-19-15,2-1-29 0,0 0-20 0,-1-1-14 16,3 1-17-16,-1-2-14 0,2-1-14 15,-2-1-10-15,3-2-7 0,-3-3-14 0,6-1-7 16,-6-1-6-16,4-3-8 0,-9-3-8 16,22 0-34-16,-22 0-31 0,24-7 0 0,-9 0 0 15,1-5 0-15,6-7 0 0,-1-3 0 16,-1-5 0-16,0-2 0 0,-1 0 0 0,-1 0 0 16,1 0-121-16,-6 3-88 0,0 9-67 15,-5-1-75-15,-3 7-103 0,2-1-103 16,-4 6-144-16,1-1-101 0,-2 2 80 15,-2 5-638-15,2-5-814 0</inkml:trace>
  <inkml:trace contextRef="#ctx0" brushRef="#br0" timeOffset="-211220.95">7851 5015 3555 0,'0'0'19'0,"0"0"51"15,0 0 26-15,0 0 35 0,0 0 30 16,0 0 33-16,0 0 27 0,-6 14 19 15,6-14 3-15,0 0-12 0,19 3-15 0,-10-1-13 16,-9-2-15-16,27 0-26 16,-13-2-14-16,-1 1-15 0,5-3-15 0,-4 2-5 0,2-3-23 15,-1 0-5-15,1 0-4 16,-7 0-5-16,0 0-18 0,1-2-6 0,-6 0-12 16,-4 7-6-16,-4-12-5 0,-4 7-8 15,-5 3-10-15,-6 1-7 0,-8 4-12 0,-11 3 0 16,-4 5 4-16,-6 8-4 0,3 3-4 15,2 5 1-15,9-1 15 0,7-3-5 16,9-1 8-16,4-2 13 0,7-2 12 0,5-4 22 16,2-3 19-16,5 3 33 0,1-3 20 15,8-3 14-15,-1-1-9 0,4-2-8 0,4-1-15 16,0-3-10-16,6-1-8 16,-4 0-18-16,4-1-46 0,-2-3-66 0,-7 4-79 0,1-2-89 15,-2 2-101-15,-1 2-146 16,-5 0-156-16,-4 3-199 0,-4 3-3 0,-8 4 94 15,-17 11-674-15,-18 9-847 0</inkml:trace>
  <inkml:trace contextRef="#ctx0" brushRef="#br0" timeOffset="-210820.96">4206 6750 3916 0,'5'-15'58'0,"1"3"32"0,-1 3 22 0,-3 1 27 0,0 1 36 0,-2 7 12 16,4-8 1-16,-4 8 3 0,0 0 12 15,0 0 15-15,16 17-15 0,-13-4-12 16,1 6-15-16,0 2-39 0,-3 4-13 16,1 1-16-16,0-1-8 0,0 1-21 15,-2 1-26-15,3-4-52 0,-3-3-48 0,2 0-59 16,-1-2-65-16,-1-2-89 0,-1-4-89 15,1-3-103-15,-5-1-128 0,1-6-127 0,4-2 64 16,0 0-491-16,0 0-602 0</inkml:trace>
  <inkml:trace contextRef="#ctx0" brushRef="#br0" timeOffset="-210639.55">3880 6785 3372 0,'-12'-2'129'0,"12"2"16"0,-17 0 9 0,17 0 8 0,0 0 9 15,0 0 8-15,0 0 3 16,0 0-10-16,21-14-13 0,7 2-17 0,7 0-15 16,3 0-13-16,9-3-35 0,3 1-62 15,2 1-84-15,1 1-139 0,-9 0-163 0,-5 8-209 16,0-3-78-16,-5 7 69 0,-11 4-379 16,-6 1-445-16</inkml:trace>
  <inkml:trace contextRef="#ctx0" brushRef="#br0" timeOffset="-210487.63">4102 7203 2861 0,'-2'4'31'0,"2"-4"4"0,0 0 3 16,0 0 13-16,0 0 5 0,0 0-9 16,36-9-3-16,-16-1-26 0,10-5-44 0,5-1-64 15,6-7-85-15,2 1-106 0,-2 0-118 16,2-2-64-16,-16 5-131 0,5 0-95 0</inkml:trace>
  <inkml:trace contextRef="#ctx0" brushRef="#br0" timeOffset="-210188.12">4631 6875 1635 0,'3'-3'89'0,"-3"3"40"0,4-5 17 16,-4 5 18-16,0 0 16 0,0 0 30 0,0 0 20 0,0 0-1 16,0 0 4-16,0 0-10 15,0 0-13-15,0 0-11 0,9 17-15 0,-9-17-14 16,8 6-16-16,-8-6-7 0,10 5-13 15,-10-5-10-15,9 3-9 0,-9-3-8 0,11 5-7 16,-11-5-12-16,12 0-8 0,-12 0-8 16,0 0-5-16,27-8-7 0,-12 3-6 15,-1-5-5-15,0 2-9 0,-1 1-1 0,1-1-4 16,-1 0-5-16,-3 4-6 0,0-2 1 16,-1 3-4-16,-9 3-1 0,14-2-1 15,-14 2-3-15,0 0-4 0,20 5-1 0,-12-1 0 16,0-1-10-16,1 3-21 0,3-1-32 15,1-1-46-15,1 2-64 0,2-3-93 16,4 1-92-16,-4-3-109 0,8-1-144 0,0 0-38 16,12-7 68-16,2 0-344 0,-2-5-396 15</inkml:trace>
  <inkml:trace contextRef="#ctx0" brushRef="#br0" timeOffset="-209972.86">5779 6454 2953 0,'-11'-4'267'0,"11"4"4"0,-9-3-13 15,9 3-3-15,0 0 2 16,0 0-13-16,0 0-26 0,16-16-20 0,0 12-16 16,7-5-43-16,11-1-57 0,-1 1-80 15,3 1-106-15,-4-4-120 0,0 4-127 16,-5 3-156-16,-6 0-134 0,-6 2 46 0,-6 5-393 15,-9-2-464-15</inkml:trace>
  <inkml:trace contextRef="#ctx0" brushRef="#br0" timeOffset="-209788.3">5770 6700 3155 0,'-11'4'300'15,"2"0"36"-15,0-3 38 0,9-1 36 16,0 0 19-16,-13 4-8 0,13-4-35 15,0 0-36-15,0 0-35 0,0 0-33 0,0 0-31 16,27-19-47-16,-8 9-69 0,11-7-94 16,6 0-132-16,10-2-133 0,-1-5-163 0,0 3-194 15,4-2-252-15,3 3 58 0,1 1 90 16,4 2-612-16,3 1-755 0</inkml:trace>
  <inkml:trace contextRef="#ctx0" brushRef="#br0" timeOffset="-209421.89">6623 6303 4031 0,'-24'-4'232'0,"1"0"19"16,2 1 40-16,7 1 42 0,3-2 22 16,2 2-11-16,3-2-31 0,6 4-30 0,-12-5-24 15,12 5-26-15,0 0-26 0,29-14-17 16,1 6-18-16,7 0-17 0,1 2-21 15,-2 1-15-15,-7 2-17 0,-6 1-11 16,-3 4-18-16,-4 1-50 0,-5 6-23 0,-2 1 0 0,-4 3 0 16,-8 5 0-16,-10 11 0 0,-4 4 0 15,-7 5 0-15,-3-1 0 0,-3-2 0 16,3-1 0-16,5-10 0 0,4-1 0 16,2-5 0-16,5-3 0 0,3-3 0 0,0-2 0 15,5-1 0-15,3-3 0 0,0-6 0 16,11 10 0-16,3-8 0 0,2-2 0 15,4-4 0-15,12-4 0 0,2-1 0 0,0-3 0 16,3 0 0-16,1-3 0 0,4-7-309 16,-6 7-460-16,6-7-172 0,2-2 80 0,-2 4 97 15,-7 2-782-15,-7 1-991 16</inkml:trace>
  <inkml:trace contextRef="#ctx0" brushRef="#br0" timeOffset="-208805.09">7161 6307 4129 0,'-9'-6'61'16,"-1"0"57"-16,2 3 40 0,8 3 40 16,-13-8 23-16,7 4 18 0,6 4-2 15,-6-6-12-15,6 6-15 0,4-13-18 0,4 7-20 16,4 0-18-16,0-6-21 0,4 4-3 16,4-1-20-16,-8-1-8 0,3 0-13 0,-3 1-4 15,-1 3 8-15,-3 2-18 16,-2 1-6-16,-6 3-6 0,11-7-12 0,-11 7-7 15,0 0-4-15,0 0-4 0,0 0-4 0,-23 17-8 16,8-5 0-16,-6 5 1 0,-2 3-3 16,1 3 1-16,-1-1 2 0,3 3-2 15,4-2 1-15,0 0 11 0,5-3-8 0,5-4 5 16,2-1-1-16,4-1 2 0,4-3-1 16,0 2-3-16,5-3 4 0,7 0-7 0,1-3-4 15,4-2 0-15,2-1-7 0,3-3 3 16,4-2-2-16,9-6-6 0,-1-2 5 15,-4-1-7-15,2-4-4 0,-2 1-3 16,-5-3-4-16,-2 1-3 0,-2-4 5 0,-8 2-9 16,2-5-1-16,-7 5 1 0,-5-5 4 0,-1 7-4 15,-1-7 1-15,-3 5-5 16,-2-1 3-16,0 5-2 0,0 1-5 0,-3 3 1 16,-3-1-3-16,0 7 7 0,-4-1 1 15,10 4-6-15,-16 0 8 0,16 0-5 0,-22 7 5 16,13-3-4-16,0-1 3 0,9-3-1 15,-12 5 6-15,12-5-4 0,0 0-2 0,0 0 8 16,0 0 1-16,41-12 2 0,-21 7-7 16,14-5 7-16,-2 1 0 0,-5 2-5 0,-6 6-2 15,-1-3 5-15,-4 6-2 0,0 0 6 16,-1 1 3-16,-1 4 6 0,-1 1 8 16,-4 3 4-16,-1-1-3 0,2 2 1 15,-7 0-5-15,3 1 2 0,-3-1-4 0,1 0-5 16,1 0-4-16,-1-1-20 0,-3-1-39 15,1-1-50-15,2-3-56 0,0 4-70 0,-1-4-99 16,3 0-98-16,0-4-80 0,4 1-85 16,1-2-147-16,4-2 26 0,2-2 84 15,15-9-514-15,5-2-611 0</inkml:trace>
  <inkml:trace contextRef="#ctx0" brushRef="#br0" timeOffset="-208537.52">8354 6113 3011 0,'0'0'39'0,"0"0"85"0,0 0 55 0,0 0 46 0,-23 20 41 0,15-13 17 0,-1 2 19 16,4-2 13-16,-4-1-2 0,2-1-14 0,3 2-8 16,4-7-6-16,-4 11-5 0,4-11-14 15,2 8-20-15,-2-8-21 0,13 5-24 0,-1-3-19 16,-12-2-20-16,29-4-16 0,-12 1-14 16,0-2-26-16,3 0-16 0,-2-4-9 15,0 1-12-15,-6 1-7 0,2-2-51 0,-4-1-11 16,-5 1 0-16,-3 1 0 15,-2-2 0-15,-4-3 0 0,-3 2 0 0,-7-5-32 0,-1 2-93 16,-12-4-52-16,-1 1-52 16,-3 8-42-16,-3 1-57 0,5 4-67 0,3 8-74 15,-10 2-105-15,1 5-140 0,3 9-23 16,4 1 80-16,-7 8-528 0,12-5-649 0</inkml:trace>
  <inkml:trace contextRef="#ctx0" brushRef="#br0" timeOffset="-208239.52">8488 6193 3095 0,'0'0'9'0,"0"0"58"16,0 0 38-16,0 0 29 0,-29 21 34 16,1-10 30-16,-13 3 29 0,-14 6 16 0,-12 1 0 15,-25 8-8-15,-16 8-18 0,-8-1-15 16,-15 5-17-16,-57 14-19 0,-11 3-6 0,-20 2-12 15,-7 2-10-15,-16-4-16 0,0 4-19 16,0-1-9-16,10-2-14 0,17-8-24 0,18 8-10 16,56-18-12-16,10-2 3 0,12 1-8 15,15-5-7-15,20-3-11 0,29-14-33 16,9 1-47-16,18-7-57 0,6 0-81 16,8-5-90-16,3-3-107 0,8 1-140 0,1-3-166 15,2-2 46-15,0 0 79 0,0 0-417 0,0 0-478 16</inkml:trace>
  <inkml:trace contextRef="#ctx0" brushRef="#br0" timeOffset="-49187.77">10576 6336 1300 0,'-4'6'412'0,"4"-6"-131"0,0 0-68 0,0 0-36 0,0 0-21 0,0 0-3 0,0 0 1 0,0 0-12 15,0 0 5-15,0 0-1 0,0 0-9 16,0 0-9-16,4-23-5 0,0 17-12 16,2-3-8-16,1 2-4 0,2-2-5 15,2-4-10-15,-2 4-3 0,6-8-9 0,6 0-14 16,2-3 4-16,-2-1-3 0,3-1-10 15,1-2 0-15,4 0-9 0,7-5-3 16,6 2-2-16,2-4 1 0,4 1-1 0,1 4-5 16,4-3-4-16,7 4-2 0,2 1 0 15,1 0-3-15,7 2-1 0,2 1-1 0,0 4-4 16,2 0 1-16,22-5 0 16,1 4-3-16,1 1 0 0,2 1 4 0,1 1 0 0,0 1-5 15,0 1 6-15,5 4-3 16,-20 2-5-16,0 0 5 0,4 4-4 0,1 1 0 15,-1 0 1-15,1 2-2 0,-1 2 0 16,0 2 0-16,-5-1 1 0,-1 2-7 0,-4-1 5 16,0 2 0-16,-4 3 0 0,-2-1-4 15,-6 0-1-15,-6-2 4 0,3 3 2 0,-4-1 3 16,-2 4 3-16,-14-4 3 0,13-1 6 16,-1 5 6-16,-2 0 1 0,5-3-6 15,-8 1 1-15,5 2-1 0,-5-2-1 0,-6-3-1 16,5 6-7-16,-6-4 1 0,-4 1-2 15,4-1 1-15,-8-1-4 0,3 1 0 16,-4 1-3-16,0-1-1 0,-3 1 1 16,0-2-4-16,-3 1-1 0,-6-2 4 0,-1 0-2 0,0-1 2 15,6 5 8-15,0-3 8 16,-8-1 5-16,1 0-4 0,3 0 3 0,-2-1-2 16,0 0-4-16,1 0 1 0,1 2-5 15,9-2 0-15,-3 5 14 0,-4-2-4 0,-4-2-2 16,5 4-2-16,5-3-3 0,-3 4-2 15,3 1-1-15,1-1 5 0,0-2-3 0,-2 4 5 16,5-2-4-16,1 2 3 0,-2-2-1 16,0 0-3-16,0-4 1 0,3 6-5 15,-3-4-1-15,-2 0 0 0,0-1-7 0,-1 1 8 16,-8 0-8-16,-4-2 1 16,1-4 0-16,-1 3-2 0,1-1 1 0,-4 0-6 15,3 2 6-15,1-4-2 0,-1 1-4 16,1 2 0-16,1-2 3 0,4 3-2 0,7-1-2 15,-2-1 4-15,4 0-2 0,1 0-2 16,-9 0 0-16,9 2 0 0,-5-1 2 0,-5 0-3 16,-5-4 4-16,0 3-4 0,-5-3-1 15,-4 0 5-15,0 1-4 0,1-2 1 0,-7 1-1 16,5-2 0-16,-12-1 1 0,15 0-3 16,-15 0 5-16,16 4-5 0,-11-1 4 0,-5-3-2 15,15 4-5-15,-8-2 0 16,-7-2-27-16,13 3-44 0,-13-3-58 0,5 2-94 15,-5-2-114-15,0 0-153 0,0 0-221 16,0 0 25-16,0 0 76 0,-41-5-455 0,14 1-542 16</inkml:trace>
  <inkml:trace contextRef="#ctx0" brushRef="#br0" timeOffset="-48517.21">13139 5455 2746 0,'8'-5'-42'0,"-3"3"39"0,4-2 17 0,-9 4 5 0,5-3 2 0,-5 3 18 0,0 0 37 0,0 0 55 0,0 0 33 0,-21 18 12 16,1-7 4-16,-12 3 7 0,-8 10 11 15,-8-4 4-15,-4 1 1 0,-6 3 3 0,1-4-1 16,0 1 14-16,3-6 5 0,15-3 3 16,4-4 5-16,9-1 7 0,6-2-5 0,5 0-10 15,3-1-19-15,1 0-14 0,0-3-16 16,6 2-22-16,5-3-13 0,-9 4-17 0,9-4-16 15,4 10-10-15,4-3-13 16,4 3-10-16,0 5-5 0,12 2-16 0,2 3-26 16,1 1-36-16,2-3-31 0,1 3-47 15,3-2-49-15,-1-2-59 0,0 0-75 0,1-3-110 16,-5-2-115-16,-3-4-156 0,-5 0-143 16,-7-4 77-16,-2 1-659 0,-3-1-829 15</inkml:trace>
  <inkml:trace contextRef="#ctx0" brushRef="#br0" timeOffset="-40187.56">16914 6328 518 0,'0'0'41'0,"0"0"9"0,0 0-12 0,0 0-2 0,0 0-21 16,0 0 6-16,0 0-12 0,0 0 8 0,0 0 18 16,0 8 8-16,0-8 1 0,0 0 1 15,0 10 24-15,0-10 3 0,0 7 9 0,0-7 2 16,6 10 5-16,-4-6 5 16,4 4-3-16,1 1-7 0,3-1-3 0,0 2-2 15,1 1-8-15,2 3-5 0,3-1-7 16,-3 3-7-16,4 6-1 0,0 2-9 0,-2 0-1 15,2-1-4-15,1 6 2 0,-1-4-7 16,0 1-3-16,0 1-1 0,-2 1-3 16,5-3 2-16,-6 3-5 0,2-3-1 0,-1 1-4 15,-1 0-1-15,-1-1-1 16,-3-3 3-16,-5-3-6 0,3 3 2 0,-5 0-1 0,-3 0 17 16,2 0 1-16,-2 2 2 15,-2 2-6-15,-1-2 0 0,-3 11 0 0,2-4 0 0,-1 2-1 16,-2 1-3-16,4-2-2 0,-5 1 0 15,5 1-2-15,-1-6 7 0,0-3-1 16,1-2-2-16,0 13-4 0,-3-2 35 16,4-5-4-16,-1-4 2 0,-1 9-8 0,-2 1-6 15,0-1-2-15,-1 0-1 0,-3 2-3 16,-1-2 7-16,-3 0-5 0,0 12 1 16,-6-3 22-16,3-1-1 0,0 1-8 0,-1 1-4 15,6-9-4-15,-2 0 2 16,1-2-14-16,0 0 6 0,1-2-5 0,1 0 2 15,-1-1-6-15,1-1 30 0,1 1-6 16,0-7-8-16,5-2-5 0,-5 8-3 0,3-4 1 0,3-5-4 16,-4 3-1-16,4-3-3 15,-1 4-3-15,-1 0-5 0,1 7 6 0,-4-5-3 16,6-4-8-16,-3 1 6 0,1 1-5 16,-1-5 2-16,0 4-2 0,0-2-1 0,2-1-2 15,-1 1-7-15,-1-2 2 0,3-2 1 16,-4 0 3-16,3-2-10 0,-3 2 6 0,3-1 2 15,-1 3-2-15,-4-4-4 0,6 1 4 16,-5 0 0-16,1 2-6 0,2-1 9 16,-4-2 0-16,2 5-1 0,-1-3 3 15,-1 0-6-15,-1 3 3 0,3 1-4 16,-3-2-2-16,2 1 3 0,-1 8 4 0,0-4-5 0,1-4 2 16,0 2-4-16,-1 6 2 15,1-3 6-15,1-6-4 0,0 3 0 0,-2 7 0 16,4-6-6-16,-3-4 12 0,2 4-5 15,-2-5-5-15,3 5 1 0,-3-5 3 0,0 3-2 16,4 0 6-16,-3-3 18 0,1 2 8 16,1-2-11-16,-1 2-4 0,-2 0 20 0,3-1 1 15,-3-2-2-15,3-2-3 0,-2-1-4 16,3-2-7-16,1 0 0 0,-1-2 1 0,0-1 0 16,3 0 1-16,-1-3 2 0,0-1 9 15,0 0 2-15,2-5-1 0,-2 11-5 0,2-11-1 16,-2 6-4-16,2-6-7 15,0 0-49-15,0 0-73 0,0 0-107 0,0 0-105 16,4-37-145-16,-2 13-173 0,3-12 44 16,1-8-350-16,3-11-415 0</inkml:trace>
  <inkml:trace contextRef="#ctx0" brushRef="#br0" timeOffset="-39539.59">17156 7412 2343 0,'-16'5'-124'0,"-4"2"38"16,4 1 42-16,-4-2 27 0,-1 1 22 0,-2 1 13 0,3 0 25 0,-4-2 20 0,1 0 6 0,9-1 4 15,-6-2 1-15,5 2-6 16,3-1 0-16,-1-2-5 0,1 2-3 0,5-2 11 16,7-2 8-16,-13 4-3 0,13-4-4 15,0 0-10-15,0 0-9 0,0 0-10 0,-2-12-4 16,2 12-12-16,24-17-7 0,-2 5-4 16,6 0-2-16,3 1-3 0,-5 5-3 15,-4 2-4-15,-6 0 2 0,2 4-5 0,-2 2 3 16,0 4 0-16,1 0-1 15,0 5 0-15,-4 4 3 0,9 5-1 0,-7 0-3 16,4 5 5-16,-2-1-1 0,4 2-1 16,-2-2-5-16,2 0-64 0,6-1-67 0,2 1-87 15,-1-7-121-15,0-1-164 0,-5-5 42 16,-2-3-86-16,-8-2-49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36:28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8377 8104 1025 0,'-23'4'329'0,"4"-2"-120"0,-2 0-56 0,4 0-29 0,-4-1-11 0,2 3 12 16,1-2 17-16,2-1 16 0,0 1 37 16,5-1 8-16,-2 1 10 0,3-2-2 0,10 0-1 15,-17 4-9-15,9-4-4 0,8 0-8 16,0 0-14-16,-17-2-18 0,17 2-12 0,0 0-14 15,0 0-16-15,0 0-8 0,0 0-13 16,0 0-8-16,36-2-11 0,4-1-4 0,6 0-10 16,15-3-5-16,7 1-7 15,9-2-4-15,6 2-2 0,28-3-7 0,4 1-1 16,5-3-4-16,2-2-6 0,2-2 0 16,-2 2-3-16,-6 1-3 0,0 2-2 0,-8 0-2 15,-22 2 1-15,-2-1-4 0,-8 3-1 16,1 1-3-16,-7-1 1 0,-2 0-1 15,0-3-1-15,-3 5-2 0,-3-2 2 0,1 0-3 16,4-1 0-16,1-2-3 0,5 3 3 16,5-2-1-16,4-3 2 0,6 3-1 0,-1 1 0 15,-1 0 0-15,-3 0-1 0,-4-1-4 16,-3 6 6-16,-12-4-3 0,-16 3 1 0,-6-1 1 16,-12 3 2-16,-5-2 9 15,-5 0 20-15,-4 1 28 0,-2-1 24 0,-3 0 6 0,3 0 7 16,-14 2-1-16,17-1-11 15,-9-1-10-15,0-2-13 0,-8 4-6 0,13-4-4 16,-13 4-8-16,10-2-39 0,-10 2-43 16,9-2-66-16,-9 2-82 0,0 0-109 0,9-2-111 15,-9 2-138-15,0 0-188 0,0 0 38 16,0 0 87-16,0 0-445 0,0 0-521 0</inkml:trace>
  <inkml:trace contextRef="#ctx0" brushRef="#br0" timeOffset="1716.52">13963 8199 2833 0,'-13'-5'-65'0,"1"1"13"0,2 1 19 0,1 1 16 0,9 2 24 0,-12-4 18 16,12 4 14-16,-5-4 2 0,5 4-8 15,0 0-2-15,-6-5-3 0,6 5 3 0,0 0-10 16,0 0 1-16,32 0-4 0,-9 1-1 16,15 1-1-16,9 0-3 0,14 0-2 15,7 1-2-15,4 0-1 0,6-2-17 0,6 0-4 16,3 2-5-16,7-1 7 0,18 0-5 15,-3 3 2-15,-19-5 4 0,-1 2 2 16,-2-2 0-16,-1 0 0 0,-2-2 4 0,-1 2 1 16,-8 0-2-16,2-2-3 0,-3 1 4 0,-1-1-2 15,-5 0 4-15,-1-1-1 16,-4 0 2-16,-2-2-2 0,-11 3 2 0,-2 0 0 16,1-2 1-16,-2 3-1 0,1-3 1 15,0 3-1-15,1 1-1 0,2-2 0 0,12-2 4 16,-7 4-3-16,7 0 0 0,-1-1-1 15,3-1 0-15,2 4 0 0,-3-2 4 0,4 1-2 16,-2 1 0-16,1-4 0 0,-5 2 1 16,1-1 0-16,-13 2-4 0,1-2 1 0,1 1 3 15,-2-2-3-15,-1 0 3 0,0 2 2 16,3-2-4-16,2 1 2 0,-7 1 2 16,3-2-6-16,-1 1 7 0,1 1-5 0,-2-2 1 15,-3 2 0-15,1-2 0 16,-1 2 5-16,2 0-5 0,-6-2 1 0,1 1-2 15,-10-1-1-15,0 2 0 0,-3 0 0 16,12-3 2-16,-9 1 1 0,-3-1-2 0,-1 3 7 16,12-2-8-16,2-2 0 0,0 2 4 15,2-1-3-15,2 2 0 0,3-3 0 0,1 2 2 16,1 2-3-16,0 0 6 0,1-1-6 16,0 1 1-16,-3 0-1 0,0 0 1 0,0 0 0 15,-2 1 0-15,1-2-1 0,-1 2 0 16,1 1 3-16,-5-4 0 0,3 2-1 0,2-1 0 15,-2 1 1-15,-1-4 0 16,-1 2 0-16,3 1-1 0,3-2 0 0,-2-1-1 16,1 4 0-16,1-2 2 0,2 4 0 15,1-4-3-15,-3 0 5 0,-2 1-3 16,-1-1 1-16,1-1 2 0,-3 3-3 0,1 0 0 16,-2 0-1-16,2 0 2 0,-5 0-1 15,6-2-2-15,-6 4 0 0,4-2 2 0,0 3 2 16,-2-1-2-16,3 1-1 0,1 1 0 15,-2-2 2-15,0 4 4 0,-1-1-4 0,4 2-3 16,-2-4 1-16,-5 3 2 0,4-4-2 16,-6 3 7-16,-1-2-7 0,-5-1 3 0,-8-1-4 15,1 1 1-15,-4 0 3 16,4 0-2-16,-2-1-2 0,-1-1 1 0,2 2 1 16,0-2-1-16,0 1-1 0,-1 1 2 15,3 2 7-15,0-3-10 0,-2 5 3 0,0-6-3 16,0 3 3-16,2 0 1 0,-2-1-3 15,0 0 4-15,-2 0-4 0,2 0 2 0,-1-2 0 16,1 0 1-16,2-2 0 0,4 2 1 16,11 2-3-16,0-2 0 0,-1 0 2 15,4 0-4-15,-6 1 1 0,4 2 2 0,-2-1-2 16,-1 0 3-16,3 1-5 0,-4 1-10 16,-3-1-5-16,2 1-6 0,3 1 0 15,-3 1 1-15,0-2 4 0,1 1 1 16,-3 0 2-16,-8-1 3 0,8-1 0 0,-3 1 2 15,-7-3 2-15,5 2 0 0,9-1 6 16,-1 0-2-16,-4-2 0 0,-4 0 2 0,-2 2-1 16,-4-2 4-16,4 2-2 0,0-2 0 15,-1 2-1-15,3-2 1 0,7 1 2 0,0 2 1 16,-7 1-3-16,-2-3 8 0,-3 1-9 16,0 2 1-16,15-2 1 0,-1 2 1 0,4-2 2 15,-1 0-2-15,3 3 1 16,-2-2-2-16,-1 1 6 0,2-1-5 0,-2 1 1 0,2 0 1 15,0 1-2-15,-3-2 0 16,4 1 1-16,0 1 5 0,-5 0-7 0,3 0 3 16,-2-1-4-16,-4-1 3 0,0 2-2 15,-9-1 1-15,-4-3 3 0,-4 3 3 16,-1-3 8-16,1-1 7 0,-1 2 9 0,-5 0 14 16,0-2 5-16,-2-2 19 0,1 2 13 15,-3-2 16-15,-11 2 10 0,21-1-1 0,-13-3-6 16,-3 3-9-16,-5 1-12 0,14-4-6 15,-8 2-37-15,-6 2-54 0,9-6-74 0,-9 6-94 16,4-4-143-16,-4 4-196 0,0-7 25 16,0 7-154-16,0 0-152 0</inkml:trace>
  <inkml:trace contextRef="#ctx0" brushRef="#br0" timeOffset="7879.78">2372 14079 1192 0,'7'-14'175'0,"0"0"-6"0,-3 6-19 0,-3 1-21 0,1 1-12 0,-2 6-21 0,0-8-13 0,0 8-9 15,0 0 6-15,-12-6 10 0,12 6 9 16,0 0-4-16,-32 14 0 15,15-2-9-15,-8 3-2 0,-2 0-8 0,1 4-11 16,-1-1 0-16,3-2-13 0,-1 3 4 16,2-2-11-16,-2-1 0 0,8-3-8 0,2-3 1 15,0-2-6-15,3-2 1 0,-1 1 1 16,3-2-7-16,0 0-2 0,1-1 4 16,4-2-7-16,5-2-1 0,0 0-6 15,-22-11-6-15,17 2 0 0,3-4-4 16,0-3 0-16,0 3 3 0,6-6-3 0,-2 5 1 15,0 1-2-15,1-3 0 0,1 4-2 0,-2 2-3 16,3-1-1-16,-1 5 0 0,3-1 1 16,-7 7 1-16,14-8-3 0,-6 8 1 15,-8 0-2-15,0 0 4 0,28 6-1 16,-17 0-2-16,0-1 7 0,0 5-4 0,1-2 1 16,-1 1-2-16,-2 1-2 0,1-1 2 15,0-2 2-15,-3 0-6 0,-1-1 15 0,2-1-9 16,-8-5 4-16,9 5 4 0,-5-1 1 15,-4-4 5-15,0 0-1 0,0 0 7 16,14 2-13-16,-14-2-1 0,0 0 4 0,7-19 1 16,-3 14-4-16,-4 5 1 15,1-9 0-15,-1 9-4 0,4-7-3 0,-4 7 2 16,0 0-8-16,0 0 1 0,0 0-2 16,0 0 1-16,0 0 0 0,0 0 4 0,0 0-1 15,0 0-1-15,-5 26 5 0,3-19 4 16,0 0-6-16,2-7 3 0,-2 13-4 15,0-7 0-15,2-6 7 0,-3 8-5 0,3-8-4 16,-2 9 10-16,2-9-8 0,0 0 2 16,-2 8 5-16,2-8-16 0,0 0-41 0,2 10-42 15,-2-10-45-15,0 9-62 0,-2-4-96 16,4 2-203-16,1 1-23 0,3-3-139 16,3 1-156-16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0T05:24:13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73 15745 0 0,'0'0'43'0'0,"-1"0"0"0"0,1 0-1 0 0,-1 0 1 0 0,1 0-1 0 0,-1 0 1 0 0,1 0 0 0 0,-1 0-1 0 0,1 1 1 0 0,0-1-1 0 0,-1 0 1 0 0,1 0 0 0 0,-1 1-1 0 0,1-1 1 0 0,0 0-1 0 0,-1 0 1 0 0,1 1-1 0 0,-1-1 1 0 0,1 0 0 0 0,0 1-1 0 0,0-1 1 0 0,-1 1-1 0 0,1-1 1 0 0,0 0 0 0 0,0 1-1 0 0,-1-1 1 0 0,1 1-1 0 0,0-1 1 0 0,0 1 0 0 0,0-1-1 0 0,0 1 1 0 0,0-1-1 0 0,-1 1 1 0 0,1-1 0 0 0,0 1-1 0 0,0-1 1 0 0,0 1-1 0 0,0-1 1 0 0,1 1-1 0 0,-1-1 1 0 0,0 0 0 0 0,0 1-1 0 0,0 0 1 0 0,25 7 1198 0 0,34-7 37 0 0,249-38 1761 0 0,-301 36-2955 0 0,1 1 0 0 0,-1 0 0 0 0,0 1 0 0 0,1-1 0 0 0,-1 1 0 0 0,1 1 0 0 0,9 3 0 0 0,-13-4-248 0 0,0 1 0 0 0,0-1 0 0 0,0 0 0 0 0,0 0 0 0 0,1 0 0 0 0,-1-1 0 0 0,0 1 0 0 0,1-1 0 0 0,-1 0 0 0 0,0 0 0 0 0,0-1 0 0 0,1 1 0 0 0,-1-1 0 0 0,0 0 0 0 0,0 0 0 0 0,0 0 0 0 0,0-1 0 0 0,0 0 0 0 0,0 1 0 0 0,4-4 0 0 0,24-23-4778 0 0,-11 6-2311 0 0,-13 12 941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0T05:24:1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51 582 14689 0 0,'-6'1'930'0'0,"-20"2"921"0"0,8-2 3542 0 0,22-17-3476 0 0,2 11-1741 0 0,-1 1 0 0 0,1-1 0 0 0,0 1 0 0 0,0 0 0 0 0,0 1 0 0 0,9-5 0 0 0,10-6 156 0 0,312-195 1290 0 0,-6-12-3660 0 0,-298 197 1579 0 0,-18 12-2 0 0,0 1 0 0 0,1 0 0 0 0,0 2 0 0 0,1 0 0 0 0,20-8 0 0 0,-41 25-1112 0 0,-19 17 1353 0 0,-340 272-823 0 0,122-106 2307 0 0,227-181-1017 0 0,9-7-124 0 0,1 0 1 0 0,0 0 0 0 0,-1 0-1 0 0,1 0 1 0 0,0 1 0 0 0,1 0-1 0 0,-1 0 1 0 0,1 0 0 0 0,-1 0-1 0 0,-3 7 1 0 0,8-8 100 0 0,12-5 572 0 0,365-163 396 0 0,-230 94-2746 0 0,-103 51 159 0 0,29-13-2590 0 0,-30 6-6478 0 0,-37 21 4766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0T05:24:17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15413 0 0,'80'-26'1328'0'0,"155"-44"2086"0"0,-153 53-6216 0 0,-21 5-936 0 0,94-32 1 0 0,-76 12 280 0 0,1-4-1108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37:09.6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5716 817 1531 0,'7'-5'179'0,"-7"5"-44"0,0 0-7 0,3-6-7 0,-3 6 8 0,0 0-16 15,0 0-2-15,0 0-5 0,0 0 7 16,-8-14 33-16,8 14-17 0,0 0 3 0,-4-5 8 16,4 5-4-16,0 0 6 15,-9-7-2-15,9 7-1 0,0 0 0 16,-9-4 1-16,9 4 1 0,-12-5 0 0,12 5 3 0,-15-5-3 16,5 2-1-16,-3-1-6 15,2 1-9-15,-1-1-5 0,-5-1-3 16,0 0-5-16,-5-2-10 0,2 2-6 0,-3 0-7 15,-9-4-8-15,-2-1-10 0,-1 3-4 16,-2 2-4-16,5-2-9 0,-2 1 3 0,0-1-6 16,5 0-6-16,4 2 2 0,-7-2-3 15,3 1-3-15,-9-3 3 0,0 2-10 16,2 0-3-16,-1-2-3 0,1 2-3 0,0-1-4 16,2 0 0-16,4 6 0 15,5-2-3-15,-2 0-5 0,0 1-1 0,-11-1-2 16,0 1 1-16,8 2-5 0,1-1 9 15,3 0-5-15,-3 0 0 0,0 0-1 16,2 0 0-16,-14-1 1 0,5-2-1 0,5 3-1 16,-6-3 6-16,1 2 6 0,-2-2-7 15,1 0-1-15,-1 0-4 0,-1-2 2 16,-1 1-2-16,2 1 2 0,-4 2-7 0,2-1 2 16,0 0 0-16,0 0-7 0,2 2 3 15,7 0 0-15,3 1 0 0,-1 1 3 16,0-2-1-16,3 2-4 0,0 0 4 0,-1-2-7 15,0 4 6-15,0-2-3 0,2 2 1 16,1 1-1-16,3-1-5 0,-6 0 2 16,4 1 4-16,-2 1-2 0,-1 0 2 15,-9 5 0-15,1-2 1 0,0 3-1 16,0-1 3-16,3 1-3 0,-3 0-2 0,-3-1 6 16,1 1 2-16,0 0-9 0,2 2 1 15,2-3-4-15,5-3 9 0,4 2-3 0,0-2-2 16,-8 5 0-16,1 1 0 15,-1 2 0-15,-1-5 5 0,3 6-5 16,7-6-2-16,1-1 4 0,0 1 0 0,0-1-3 0,-9 4 2 16,-1 2 4-16,1 0 2 0,-1-3-3 15,5 1-5-15,2 1 7 0,3-5-8 16,3 2 0-16,0 0 5 0,2-2-1 0,-4 1 0 16,1 3-4-16,2-2 5 15,1-3-1-15,0 1-5 0,-2 4 7 0,3-2 4 16,-2-1-8-16,-1 3 0 0,0 0 2 15,2 0-4-15,1 0 4 0,-2 2-1 16,-6 3 2-16,2 1 1 0,-2 1 2 0,4-3 1 16,-1 3-8-16,0-4 3 0,5-1 2 15,1 0-3-15,0 1 4 0,0-3-1 16,-1 1-2-16,1-1 1 0,3 4 0 0,-3-3-4 16,3 2 2-16,2-3-1 15,-3 2 1-15,5-2-4 0,-3 1 5 0,3 1-1 16,-5 3-3-16,3 0 5 0,1 2-4 15,-4 0 6-15,1 6-3 0,-1-3 0 0,5-1 0 16,-1-1 2-16,-1 0 2 0,1-1-2 16,-3 10-2-16,3-8 2 0,-2 1 2 15,3-3-3-15,1 0-2 0,1-1-3 0,1 3 6 16,0-1-3-16,-4-1 5 0,4 0-8 16,2-2 3-16,-1 0 3 0,1 3 3 15,0-2-3-15,2 1 5 0,0 2-6 0,-2-3 0 16,0 3-1-16,2 0 2 0,0-1-3 15,2 4 5-15,0-2-5 0,-2-1 4 16,2 3-3-16,0-3 4 0,0 0-2 16,1 3-4-16,3-5 2 0,0 4 3 15,-2 0-4-15,5 4 6 0,0-3 4 0,0-5-2 16,-2 3-6-16,4 5 4 0,3-1 1 16,1 0-5-16,-1-1 1 0,-1 2-2 0,2-2 3 15,2 1 0-15,2 1 0 0,2-1 4 16,0-2-1-16,2 0 2 0,4 0-1 15,2-2-3-15,8 4 8 0,5 0-3 0,6-5 1 16,2 0-1-16,3-1 3 0,0-1-4 16,4 1-3-16,-1-5 3 0,-5 3 3 0,0-3-11 15,-1 0 7-15,-10-3-5 16,0 0 13-16,0 0-14 0,9 2 3 16,-6-2 2-16,-3-2-5 0,3-1 6 0,12 1-3 15,-1-2 4-15,-6 0 8 0,9-4-14 16,4 1 3-16,0-1 4 0,4 0 9 0,3 0-15 15,1 0 7-15,-3 0 5 0,2 0-12 16,-5-4 3-16,-13 4 9 0,0-1-6 16,-2-1-8-16,-1 0 5 0,-4 1-5 0,-2 0-9 15,1-1 1-15,1 2 0 16,-2-2 3-16,2 0-3 0,0-2 4 0,0 0-2 0,5 0-2 16,0-2 5-16,3 2-4 15,10-6-1-15,6 4 6 0,-3 2-3 0,2-3-4 16,-1 2 1-16,-2 2 4 0,-15-1-2 15,4 0-3-15,-2 3 4 0,-1-3 1 16,-1 4 3-16,2 0-6 0,-3-2 3 0,14 2 4 16,-2 2-1-16,-9-3 0 0,11-1 2 15,-7-1 0-15,10 2-5 0,-1-3 1 0,2 0-1 16,1 0 5-16,-3 2-1 0,-9-2-5 16,-1-2 1-16,0 2 6 0,-1 0 1 0,-1 0-5 15,0 0-1-15,-1 0 1 0,2-4 1 16,9 2 0-16,2 1-2 0,0-3-2 15,-14 3 2-15,14-4-1 0,-2-1 3 16,4 2 1-16,0-2 1 0,-1-2-3 16,3 5-2-16,-3-3-1 0,2 2 8 0,-1 0-8 15,-6-2 10-15,-8 2-6 0,-2 1 2 16,0-1-6-16,-2 1 4 0,1 2-4 0,1-3 0 16,2 0 7-16,10-1-6 0,0 0-4 15,-2-2 8-15,2-3 1 0,-1-2-1 16,1 0 2-16,-2-1-5 0,0-3 2 0,-2 1 2 15,0-2 1-15,-6 0 0 0,1-3-1 16,-7 3 2-16,1-1-4 0,-4-1-4 16,-5 3 8-16,4-7-5 0,-10 6 1 15,10-3-2-15,2-1-3 0,-1-3 1 0,-5 2 2 16,-4 2-3-16,7-5 3 0,-4 2 1 16,2-4 3-16,-9 7 4 0,-2-3-3 15,-4 4 16-15,-3-1 9 0,0-2 19 0,-6 4 17 16,-3-2 10-16,0 3-3 0,-1-1 10 15,-1 1-7-15,-2-4 1 0,-1 2-8 0,2-1-4 16,-2-3-9-16,-1 3-1 0,-3-3-9 16,2 0-5-16,0 0-2 0,-4-3-6 0,1 2 2 15,-1-3-15-15,0 1 4 16,-5-8-6-16,1-2-1 0,-1 4-4 0,-1 6 9 16,-4-6-5-16,-1 0 2 0,-2 3-5 15,-1 0-3-15,-2 1 4 0,-2-1-5 16,-2 2 2-16,0-3-3 0,1 5-1 0,-2 0-1 15,-2-1 0-15,-2 1-7 0,0 0 2 16,-1 0 2-16,-3 5 0 0,-5-7-3 0,3 8 4 16,-10-5-6-16,-2 0-2 0,0 0 0 15,-1 2 10-15,-2 0-7 0,0 1 0 16,5 2-2-16,4 1 1 0,3 4 2 0,-1-1-3 16,1 0-1-16,2 1 1 0,-3 0 3 15,3-1-3-15,-2 3 2 0,2-2-2 0,-3 1 3 16,-1 1-5-16,-1 1 1 0,-2 1 2 15,-1 3-1-15,1-3 3 0,1 2-5 16,2 1 6-16,0-2-1 0,-2 2 0 16,1-3 2-16,1 3-4 0,-1-1 3 0,-3-2 1 15,-3 0 2-15,4 3-6 0,-8-1-2 16,4-2 3-16,-11 2-3 0,-3-1 1 16,0 3-2-16,2-4 4 0,5 6-4 0,-11-1 3 15,2-3 0-15,-2 4 4 0,0-4-3 16,2 1 5-16,-2 0-3 0,2 0-1 0,2-3 0 15,-2 5 0-15,1-2 0 0,-3 1 1 16,-1 0 0-16,-1 1-5 0,-2 3-2 0,1-1-9 16,-3 1-22-16,2 1-20 15,12 1-46-15,-1 0-35 0,5 0-32 16,7 0-34-16,9-2-22 0,5 2-59 0,6 0-57 16,4 2-63-16,4-2-79 0,1-2-143 15,4 4-160-15,9-2 76 0,-18 1-448 0,18-1-626 16</inkml:trace>
  <inkml:trace contextRef="#ctx0" brushRef="#br0" timeOffset="617.07">9159 1850 3041 0,'-11'2'46'0,"11"-2"38"0,-11 3 6 0,11-3 22 0,0 0 20 0,0 0 43 16,-11 2 24-16,11-2 13 0,0 0-2 15,0 0-14-15,0 0-10 0,0 0-17 0,44 0-17 16,0-2-10-16,19 0-19 0,5 1-8 16,4 1-16-16,7-2-12 0,-2 2-4 15,-2-2-44-15,-3 1-46 0,-9-5-60 0,-13 4-72 16,-7-2-61-16,-2 0-69 16,-7-3-86-16,-9 1-130 0,-6-3-180 0,-7 2 30 15,-7-3-341-15,-3 7-454 0</inkml:trace>
  <inkml:trace contextRef="#ctx0" brushRef="#br0" timeOffset="883.43">9928 1641 3063 0,'0'-9'231'0,"0"9"7"16,0 0 0-16,0 0 10 0,0 0 9 0,7-7 8 15,-7 7 24-15,0 0-9 0,36 16-19 16,-11 1-18-16,2 3-23 0,0 3-22 15,-2 1-22-15,-4 2-6 0,-4-4 3 16,-1 3 4-16,-11-2-4 0,2-6-2 16,-7 0-10-16,-1 0-4 0,-7 0-9 0,1 0-12 15,-11 7-12-15,-3-5-2 0,3 2-13 16,-9-6-14-16,0 2-27 0,-2-2-68 0,10-5 0 16,2-3 0-16,3 1-26 0,5-4-202 15,0 2-97-15,1-2-102 0,0 0-121 16,6-1-155-16,-5 3-164 0,7-6 83 0,-4 6-673 15,4-6-905-15</inkml:trace>
  <inkml:trace contextRef="#ctx0" brushRef="#br0" timeOffset="1751.18">11054 1756 3828 0,'-3'-12'-123'0,"-1"-2"35"0,0 3 37 0,2 1 38 0,2 2 45 0,-2-1 45 0,2 9 40 0,0-14 19 16,0 14 8-16,0-10-11 0,0 10-10 15,0-9-12-15,0 9-17 0,0 0-9 16,0 0 46-16,0 0 17 0,-8 33 1 0,-1-4-11 16,-2 4-8-16,-3 2 6 0,1 2 5 15,-3-4 1-15,3-1 0 0,0-1-2 16,1-6-14-16,1-2 14 0,3-8-8 0,2-3-5 15,1 0 10-15,1-4 10 0,1 0 9 16,1-2 2-16,2-6 5 0,-4 9 3 0,4-9-12 16,0 0-22-16,0 0-10 0,6-27-17 15,1 8-14-15,9-11-7 0,-2-4-35 0,6-10-49 16,0-4 0-16,3-1 0 0,-1 2 0 16,-8 10 0-16,0 8 0 0,-3 2 0 15,-2 6 0-15,0 6 0 0,-4 3 0 16,-1 4 0-16,2-1 0 0,-5 2 0 15,-1 7 0-15,12 0 0 0,-12 0 0 0,17 14 0 16,-3 0 0-16,4 8 0 0,4 2 0 16,3 1 0-16,5 8 0 0,4 0 0 0,-1-4 0 15,-7-8 0-15,-1 1 0 16,-4-3 0-16,-4-5 0 0,-6-4 0 0,-1-3 0 16,-2 1 0-16,-3-3 0 0,-1 1 0 15,-4-6 0-15,7 8 0 0,-7-8 0 16,0 0 0-16,-11 10 0 0,-3-10 0 0,-11 4 0 15,-13-1 0-15,-7 1 0 0,-3-3 0 16,-1 1 0-16,5 0 0 0,4 1 0 0,10-3 0 16,7 0 0-16,4 0 0 0,4 0 0 15,0 0 0-15,1 2 0 0,14-2 0 16,-17 0 0-16,7 2 0 0,10-2 0 0,-15 2 0 16,15-2 0-16,-11 1 0 0,11-1-374 15,0 0-161-15,-4 3-74 0,4-3-124 0,0 0-136 16,32-3 73-16,-11 2-658 0,4-3-903 15</inkml:trace>
  <inkml:trace contextRef="#ctx0" brushRef="#br0" timeOffset="2199.86">11680 1471 4051 0,'5'-20'0'0,"3"3"51"0,-5 5 65 0,-1 4 58 0,3-1 43 0,-3 3 18 0,0-1-15 15,-2 7-22-15,1-8-27 0,-1 8-21 0,0 0 77 16,0 0 11-16,10 35-16 16,-9-2-20-16,1 7-19 0,0 1-18 0,-2 0-14 15,0 3-15-15,-2-1-10 0,0-3-14 16,1-1-10-16,-5-2-12 0,2-4-5 16,3-8-8-16,-3-3-6 0,-1-5-7 0,1-3-3 15,4-1-8-15,-1-2 1 0,-3-1-3 16,4-2-4-16,-2-1-4 0,2-7-1 0,0 0-36 15,0 0-6-15,0 0 0 0,0 0 0 16,0 0 0-16,-9-27 0 0,5 13 0 16,0-1 0-16,-4 1 0 0,3 2 0 0,-5 2 0 15,-2 0 0-15,-1 2 0 0,-4 5-11 16,-2 2 5-16,0 4 0 0,-4 2 5 0,3-1 5 16,-2 8-3-16,5-2 5 15,0 2 0-15,1 0-3 0,7-2 1 0,2 0-4 16,1-1 0-16,3 3 0 0,3-4 0 15,3 1 0-15,1-1 0 0,5 4 0 16,6-7 0-16,3 1 0 0,-1-3-119 0,9 0-122 16,1-3-108-16,1-5-118 0,11-2-124 15,-1-1-169-15,-2-1-87 0,0-1 74 0,-5-1-602 16,-5 2-830-16</inkml:trace>
  <inkml:trace contextRef="#ctx0" brushRef="#br0" timeOffset="2449.79">11988 1758 3557 0,'4'-6'1'0,"-4"6"67"0,4-8 46 16,-4 8 37-16,0 0 27 0,0 0 22 16,0 0 24-16,0 0 57 0,0 0 32 15,-2 23 2-15,0-5-18 0,0 6-3 0,2 2-13 16,2 9-15-16,0 3-23 0,0 1-22 16,1 4-19-16,-3-2-14 0,2 1-1 0,-2-5-19 15,0-8-8-15,0-4-16 0,-2 0-14 16,-1-2-122-16,-3-3-8 0,1 1 0 15,-7-4 0-15,0 1 0 0,0-6 0 0,-6-1 0 16,3-5-133-16,-2 2-211 16,-1-8-79-16,1-2-71 0,-2-4-79 0,-4-13-79 0,5-6-79 15,5-7-21-15,4-6-639 16,9-5-843-16</inkml:trace>
  <inkml:trace contextRef="#ctx0" brushRef="#br0" timeOffset="2599.96">11899 1810 3607 0,'13'-33'-61'15,"-5"4"47"-15,-1 7 64 0,-1 3 57 16,-1 4 82-16,-1 1 76 0,-2 2 61 0,4-1 18 15,-4 1-8-15,0-1-20 0,2 3-25 16,-2 2-29-16,-1 1-28 0,1 0-28 0,-2 7-43 16,2-13-89-16,0 7-115 0,-2 6-129 15,4-7-114-15,-4 7-100 0,0 0-131 16,14 19-248-16,-7-7 21 0,-2 2 89 0,1 1-416 16,-1 2-541-16</inkml:trace>
  <inkml:trace contextRef="#ctx0" brushRef="#br0" timeOffset="2948.87">12207 1831 3285 0,'0'0'245'0,"0"0"39"0,0 0 30 15,0 0 40-15,14 0 12 0,-14 0-9 0,0 0-20 16,0 0-36-16,0 0-32 0,7 7-25 16,-7-7-11-16,8 10-9 0,-3-3-22 15,1 0-20-15,2 0-14 0,0 0-18 0,-5 0-13 16,5 1-17-16,-5 0-7 0,2-1-10 15,-3 0-10-15,2 0-7 0,-4-7-62 0,1 12-24 16,-1-12 0-16,0 7 0 16,0-7 0-16,0 0 0 0,0 0 0 0,0 0 0 15,0 0 0-15,-21-31 0 0,19 14 0 16,2-2 0-16,2 0 0 0,4-1-24 16,-3 3-14-16,2 1 1 0,-3 5 7 0,3-1 3 15,-3 2-4-15,2 6 13 0,3 1 13 16,-7 3 3-16,0 0-2 0,23 3 5 0,-10 1 2 15,3 6-1-15,5 2 4 0,6 3-5 16,-1 0-36-16,3 1-81 0,-3-1-80 16,1-1-46-16,4-1-69 0,-8-2-99 0,-2-3-125 15,-1-3-158-15,-2 0-119 16,-1-1 68-16,-4-2-580 0,0-2-782 0</inkml:trace>
  <inkml:trace contextRef="#ctx0" brushRef="#br0" timeOffset="4018.93">12968 1653 3891 0,'0'0'147'0,"-6"-9"39"16,6 9 31-16,0 0 42 0,-4-5 29 15,4 5 8-15,0 0-17 0,0 0-31 16,0 0-24-16,0 0-22 0,0 0-22 0,0 0-19 16,0 0-18-16,0 0-12 15,0 0-11-15,0 0-11 0,0 0-6 0,0 0-12 16,-3 20-11-16,3-20-9 0,0 0-19 15,0 0-2-15,3 14-8 0,-3-14 0 0,0 0-3 16,4 5 1-16,-4-5-2 0,0 0-4 16,0 0 2-16,0 0-12 0,0 0-1 15,0 0-3-15,7-20 3 0,-5 11-4 0,0-1-5 16,-2 1 1-16,0-1-1 0,0 10-7 16,0-14 1-16,0 7 2 0,0 7-13 15,-2-11 2-15,2 11-4 0,-15-2-1 0,15 2 7 16,-37 10-2-16,6 7 2 0,2 4-2 15,-8 8 1-15,1 1 4 0,4 2 2 0,3 3 9 16,3-1-2-16,9-2-8 16,5-3 8-16,7 4-2 0,3-6 0 0,5-5 2 15,8 7 0-15,1-1 1 0,4-3-1 16,4-4 2-16,4-3 4 0,4-7-3 0,5-3-4 16,-5-4 0-16,1-5 6 0,9-2-13 15,1-9-3-15,0 1-2 0,-1-1 0 16,-6-3 0-16,3-3 0 0,-9-3 0 0,-1 3 0 15,-1-1 0-15,-12 5 0 16,1 4 0-16,-2 1 0 0,-6 3 0 0,2 0 0 0,-3 1 0 16,-4 5 0-16,0 0 0 15,0 0 0-15,0 0 0 0,0 0 0 0,0 0 0 16,-18 16 0-16,9-9 0 0,6 1 0 16,-1-1 0-16,2 0 0 0,0 0 0 15,2-7 0-15,4 11 0 0,0-4 0 0,-4-7 0 16,15 9 0-16,-2-7 0 0,3-2 0 15,7-2 0-15,1-2 0 0,8-6 0 0,2 3 0 16,-10-3 0-16,-3 2 0 0,-2-1 0 16,-4 4 0-16,-1-2 0 0,-5 4 0 0,0-1 0 15,-1 1 0-15,-8 3 0 0,12-5 0 16,-7 3 0-16,-5 2 0 0,0 0 0 16,0 0 0-16,0 0 0 0,11 7 0 15,-11-7 0-15,0 10 0 0,0-10 0 16,0 14 0-16,2-6 0 0,1 1 0 0,3 1 0 15,-3 0 0-15,7 3 0 0,3-1 0 16,4-1-21-16,4-1-79 0,4-6-28 0,2-2-31 16,13-4-19-16,1-5-17 0,9-5-18 15,-3-8-6-15,1-6 9 0,-6-4 17 16,-1-12 14-16,-3-4 19 0,-2-7 23 0,1-21 26 16,0-2 13-16,-4-7 20 0,-3-2 28 15,-3-2 36-15,-5 5 29 0,-4 19 40 0,-9 5 38 16,-2 19 40-16,-2 6 26 15,-1 6 5-15,-4 7-8 0,2 8-24 0,-4 5 1 0,2 7 26 16,0 0 4-16,-27 17-14 16,9 10-10-16,5 9-12 0,-2 10-11 0,5 7-11 15,1 3-5-15,7 4-14 0,2-1-8 16,4 3-6-16,5-1-8 0,4-7-19 16,5 0-45-16,-2-7 0 0,-5-11-96 0,-4-3-75 15,2-4-53-15,1-6-53 0,-6-3-40 16,-2-6-4-16,-2-1 4 0,-4 0 23 0,-1-3 22 15,-6-2 31-15,-1-1 23 0,-8-1 46 16,4-5 51-16,-9-2 50 0,-2-5 61 16,-7 1 67-16,5-3 64 0,8 3 63 0,0-2 52 15,6 3 31-15,0-1 5 0,5 1-8 16,1 0-17-16,-1 2-24 0,10 2-24 16,-12-6-22-16,12 6-15 0,0 0-15 15,0 0-17-15,0 0-56 0,41-6-123 0,-21 4-160 16,5-1-160-16,17-3-166 0,0-4-270 15,2 2-63-15,0 1 106 0,3-1-677 16,-2 0-890-16</inkml:trace>
  <inkml:trace contextRef="#ctx0" brushRef="#br0" timeOffset="4365.45">14825 1780 4490 0,'-9'-5'314'0,"9"5"17"0,-9-8 8 0,9 8-12 0,-6-4-19 16,6 4-31-16,0 0-28 0,0 0-16 0,0 0 25 15,0 0-22-15,17 29-19 0,-1-15-24 16,2 4-20-16,3 3-15 0,1-2-70 16,-4 3-88-16,0-5 0 0,-7-5 0 0,-1-1 0 15,-3-3 0-15,3 0 0 0,-5-3 0 16,3 3 0-16,-4-2 0 0,4-1 0 0,-8-5 0 15,9 7 0-15,-9-7 0 0,7 5 0 16,-7-5 0-16,0 0 0 0,0 0 0 16,23-10 0-16,-13-2 0 0,5-10 0 15,5-6 0-15,2-11 0 0,3-1 0 16,-4 0 0-16,-3 9 0 0,-4 6 0 0,-3 7-238 16,0 6-343-16,-4 1-118 0,0 5-225 15,4 2 64-15,-2 2 104 0,-9 2-650 0,0 0-857 16</inkml:trace>
  <inkml:trace contextRef="#ctx0" brushRef="#br0" timeOffset="5201">15483 1798 4230 0,'-7'6'156'16,"7"-6"35"-16,-6 5 40 0,6-5 39 15,0 0 16-15,-6 7-10 0,6-7-17 0,0 0-16 16,-8 3-24-16,8-3-25 0,0 0-17 15,0 0-19-15,0 0-17 0,0 0-9 0,0 0-13 16,0 0-11-16,22 7-12 0,-22-7-10 16,16-2-3-16,-16 2-9 0,0 0-7 15,23-1-2-15,-23 1-11 0,12-5-8 16,-12 5-10-16,6-6-9 0,-6 6-1 0,0 0-9 16,0 0-5-16,0 0 2 0,0 0-4 15,-36-6-3-15,18 12-1 0,-5 0 1 0,7 2-5 16,-2 1 2-16,3 3-4 0,1 0 5 15,5-1 0-15,2 2 5 0,0 0-3 16,5-1 1-16,4 2 4 0,3 1-1 16,6 1-7-16,12 2-4 0,8-1 0 0,-1-3 0 15,2-2 0-15,4-5 0 0,-9-3 0 16,0 0 0-16,-7-6 0 0,3 0 0 0,-3-2 0 16,0 0 0-16,1-6 0 0,-1 2 0 15,-4-3 0-15,-4-1 0 0,0 0 0 0,-7 4 0 16,3 1 0-16,-4-1 0 15,0 1 0-15,-2 1 0 0,-2 6 0 16,3-8 0-16,-3 8 0 0,2-8 0 0,-2 8 0 0,0 0 0 16,2-9 0-16,-2 9 0 15,0 0 0-15,6-7 0 0,-6 7 0 0,0 0 0 16,0 0 0-16,0 0 0 0,0 0 0 16,0 0 0-16,0 0 0 0,26 14 0 0,-20-9 0 15,2 4 0-15,0-3 0 0,-1 1 0 16,2 2 0-16,0 0 0 0,-2-3 0 15,-2 3 0-15,3-3 0 0,0 2 0 0,0-4 0 16,-5 4 0-16,3-2 0 0,-6-6 0 16,9 9 0-16,-1-6 0 0,-8-3 0 0,11 3 0 15,-11-3 0-15,20 0 0 16,-4-8-28-16,2 0-186 0,11-9-17 0,5-11-17 16,4-2-9-16,2-12-1 0,-2-7 16 15,13-21 19-15,3-5 23 0,-1-5 15 16,1-7 28-16,-2-5 11 0,0 2 15 0,-4-4 27 15,-4 7 25-15,-6 12 52 0,-13 22 51 16,-8 6 38-16,-6 14 32 0,-1 8 23 0,-4 7 8 16,-1 3 3-16,-3 3-15 0,-2 7-15 15,0 5 11-15,0 0 10 0,-19 21 14 16,-8 16-2-16,3 9 0 0,-3 10 18 16,-11 22-11-16,3 7-5 0,7 6-12 15,-3 2-10-15,2-2-7 0,7 1-8 0,3-24-11 0,6 2-11 16,5-4 3-16,-2-2-7 15,3-4-6-15,5-16-36 0,0-3-50 0,-1-4-70 16,-2-14-58-16,5-3-62 0,0-5-47 16,3-1-37-16,-6-6-46 0,8-5-61 15,-5-3-46-15,0 0-34 0,0 0-31 0,5-23-1 16,-3 6 22-16,0-3 50 0</inkml:trace>
  <inkml:trace contextRef="#ctx0" brushRef="#br0" timeOffset="5332.28">16356 1964 2873 0,'-5'-25'-100'0,"-4"4"66"0,-2 4 60 0,0 4 60 0,-5-1 53 0,4 2 50 16,-2 3 47-16,3 1 30 0,1 1 14 15,0 4-5-15,5-3-12 0,-5 3-24 16,10 3-20-16,-10-7-22 0,10 7-21 16,0 0-12-16,0 0-20 0,0 0-60 0,0 0-95 0,0 0-127 15,50-7-166-15,-10 4-207 16,6-2-216-16,1 1 41 0,3 2 88 0,-4 0-336 16,0 0-415-16</inkml:trace>
  <inkml:trace contextRef="#ctx0" brushRef="#br0" timeOffset="5665.42">16703 1864 3032 0,'-17'0'325'0,"3"0"19"15,14 0 34-15,-20 0 9 0,20 0-6 16,-16 0-30-16,16 0-30 0,0 0-29 0,0 0-34 16,-13 0-27-16,13 0-20 15,0 0-23-15,0 0-26 0,0 0-32 0,42-7-29 16,-25 3-20-16,0-1-10 0,1 0-14 15,-6 0 3-15,-1 0-10 0,3 1 2 16,-6-1-8-16,-3 2-11 0,-5 3-8 0,2-9-6 16,-2 9-2-16,-16-6-2 0,-2 6 0 15,-2 0 2-15,-5 4 4 0,0 0-6 16,4 1 0-16,-2 3 3 0,2 0 1 16,4 4 4-16,2-2 1 0,5 2-7 0,6-2 4 15,0 2-4-15,8 0 1 0,2 0-16 0,2 0-61 16,1-2-83-16,7 2-82 15,0-2-91-15,7-5-92 0,12 1-89 0,-5-3-131 16,2 0-186-16,8-8 59 0,3 0-614 16,-4 0-821-16</inkml:trace>
  <inkml:trace contextRef="#ctx0" brushRef="#br0" timeOffset="6033.21">17133 1848 3758 0,'12'-9'116'0,"-3"3"107"16,-5 0 86-16,2 2 61 0,-6 4 32 0,4-5 14 15,-4 5-9-15,0 0-12 0,6-8-28 16,-6 8-36-16,0 0-29 0,0 0-16 0,0 0-22 15,0 0-23-15,0 0-237 16,0 0-4-16,2 25 0 0,-2-15 0 0,-2 2 0 16,2 0 0-16,-4 0 0 0,6 2 0 15,-4-4 0-15,0 2 0 0,-1-1 0 16,2 0 0-16,-5 1 0 0,2-4 0 0,1 1 0 16,-1-1-127-16,2-2-245 0,2-6-15 15,0 6 1-15,0-6-13 0,0 0-5 0,0 0 20 16,31-12 36-16,-15 4 39 0,6-1 60 15,-7-1 66-15,0 3 86 0,-6 0 99 16,1 4 94-16,0-1 83 0,-10 4 71 0,7-6 56 16,-7 6 26-16,0 0 8 15,0 0-1-15,0 0 1 0,0 0-16 0,-13-10-24 16,13 10-39-16,0 0-20 0,0 0-32 16,0 0-83-16,0 0-126 0,0 0 0 0,0 0 0 15,0 0 0-15,11 22 0 0,5-15 0 16,2 1-114-16,15 7-189 0,-5-3-90 0,7 4-105 15,-7 1-120-15,1-1-176 0,-6 1-22 16,2 1 88-16,0-3-608 0,2-3-791 16</inkml:trace>
  <inkml:trace contextRef="#ctx0" brushRef="#br0" timeOffset="6297.54">18099 2376 3777 0,'-23'7'110'0,"1"-1"59"0,-14-1 49 0,-8 0 68 0,-21 0 58 0,-12 0 51 15,-11-4 34-15,-32-2 10 0,-22 1-6 16,-12-3-13-16,-18-1-25 0,-66-6-37 0,-15-2-11 16,-14-2-276-16,-9-6-71 0,-1-3 0 15,7 5 0-15,11 1 0 0,12 5 0 0,69 7 0 16,12-1 0-16,15 2 0 0,20 2 0 16,41 2 0-16,17 0 0 0,23 2 0 0,3-4 0 15,15 4 0-15,5-4 0 0,9 2 0 16,0 0 0-16,7 0 0 0,1 0 0 15,10 0 0-15,-9 6 0 0,9-6-540 0,0 0-125 16,0 0-125-16,0 0-86 16,0 0 77-16,0 0-739 0,0 0-981 0</inkml:trace>
  <inkml:trace contextRef="#ctx0" brushRef="#br0" timeOffset="10447.62">12105 7146 4081 0,'2'-5'-111'0,"-1"0"54"0,-1 5 51 0,2-10 60 16,-2 10 41-16,2-9 26 0,-2 9 9 0,0-3-4 15,0 3-8-15,0 0-13 16,0 0 9-16,0 0 31 0,0 0 11 0,0 0-2 15,6 22-11-15,-5-12-9 0,3 1 18 16,4 3-6-16,-4-1-3 0,5 1 15 0,4-1 7 16,3 1 10-16,11-1-10 0,3-2-12 15,4-4-13-15,8-5-12 0,8-2-18 0,15-5-8 16,1-2-10-16,7-7-10 0,-3 2-11 16,2-4-9-16,0 0-3 0,-8-1-21 15,-1 3-5-15,-9 0-3 0,-15 3 0 16,-5 3-3-16,-9 1-3 0,-3 2-2 0,-8 3-11 15,0 0 6-15,-3 0 0 0,0-1 8 16,-11 3 9-16,18-3 22 0,-11 2 19 0,-7 1 9 16,18-4-21-16,-18 4-63 0,15-2 0 15,-7 0 0-15,-8 2 0 0,13-1 0 16,-13 1 0-16,0 0 0 0,18-2 0 0,-18 2 0 16,0 0 0-16,11-2 0 0,-11 2 0 15,0 0 0-15,0 0 0 0,0 0 0 0,0 0 0 16,11-3 0-16,-11 3 0 0,0 0 0 15,0 0 0-15,0 0 0 0,0 0 0 16,0 0 0-16,5-2 0 0,-5 2 0 0,0 0 0 16,0 0 0-16,0 0 0 0,0 0 0 0,-24 9-644 15,-29 0-358 1,33-5 99-16,4 1 106 0,-4 1-851 0,7 0-1085 16</inkml:trace>
  <inkml:trace contextRef="#ctx0" brushRef="#br0" timeOffset="11714.37">11542 9233 4756 0,'-4'4'-57'0,"4"-4"29"0,0 0 31 0,0 0 49 0,0 0 46 0,0 0 26 0,0 0 8 15,11 7 1-15,-11-7-11 0,29-6-14 0,-6 1-9 16,2 0-8-16,9-4-12 0,0 3-10 16,-1-4-20-16,-10 5-37 0,-4-1-42 15,-6 4-53-15,-1-2-77 0,-4 4-89 0,-8 0-81 16,0 0-108-16,0 0-151 0,0 0-48 16,-18 17 66-16,11-13-366 0,-3 2-417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2T03:42:26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13263 8272 663 0,'-11'2'223'0,"3"0"-88"0,8-2-50 0,-11 2-24 16,11-2-5-16,-8 4 2 15,8-4-5-15,0 0-2 0,0 0-8 0,-10 4-2 16,10-4 8-16,0 0 12 0,7 9 8 15,-7-9 4-15,13 8 5 0,-1-4 3 0,4 4-6 16,5-3 0-16,2 1-7 0,12 3 2 16,1-2-7-16,0 0-2 0,3 0-10 15,6-5-1-15,-4 1-7 0,6 1-1 0,-6 0-3 16,3-2-4-16,-2-2-8 0,1 3 0 16,0-1-4-16,0-2-4 0,-5 0 3 15,-4 0-5-15,-5 2-2 0,3-2-2 0,-3 0 8 16,3 0 12-16,9 0-4 0,-5 0 1 0,-4 0 8 15,-3-2-1-15,0 2 4 16,-1 0-7-16,-1-2-5 0,2 2-2 0,-2 0-5 16,-5 0-1-16,5 0-3 0,-1 2-4 15,-3-2 3-15,1 0-1 0,0 2-4 0,0-2 1 16,3 1-1-16,-4-1 1 0,2 2-5 16,1 0 1-16,1-2-2 0,-4 2 3 0,0-2-4 15,4 0-1-15,0 0 0 0,1 0-2 16,1 0 1-16,3 0-1 0,-1 0 3 0,10 0-5 15,1 1 2-15,1 1 1 16,-4 0-4-16,1-2 1 0,1 3 3 0,-4 2-4 0,1-3-1 16,3 3 1-16,-1 0 1 0,-4 0 1 15,-6-1 0-15,-3-2 0 0,2 1 0 16,-3 0-4-16,-1 1 6 0,-4-3-6 16,0-1 4-16,6 1-2 0,0-1-1 15,1 0-1-15,12-1 4 0,1 1-2 0,-8 0 0 16,-3-1-1-16,-3 1 1 0,2 0 0 15,-6 0 1-15,-2 0 0 0,1 0 3 0,5 0-6 16,4 0 4-16,-3 1-3 0,17-1 3 16,-6 1-1-16,5 2 0 0,-4-3-3 0,2 3 2 15,2-1 1-15,0 0-3 0,-1-1-2 16,3 3 7-16,1-1-6 0,-4 2 2 16,-2-3 3-16,2 1 1 0,-3 3-1 15,-4-3-2-15,-6 0-1 0,-3 1 0 0,-2 0-1 0,-2-3 2 16,4 3 2-16,-1-3-2 15,2 1-3-15,13 0 4 0,2 0-1 0,4-2 0 16,-4 1-2-16,3 1 5 0,-1-1-4 16,4-1 3-16,-2 0-2 0,-3 4-1 0,1-3-1 15,1 1 1-15,0 0 1 0,-7 2-2 16,0-3 2-16,-5 3-2 0,-9-3 1 0,-4 3 2 16,-2-2 2-16,1 2 1 0,-4-4-3 15,4 2-2-15,1 1 6 0,1-1-6 16,5 0 0-16,1 0 2 0,12 1 0 0,3 2 1 15,-4-1-1-15,1 0-5 16,3 0 5-16,-2-1 1 0,3-1-4 0,0 2 1 16,2 2 2-16,-1-2-1 0,2 2-1 15,-2-2 0-15,-1 4-1 0,3-3-1 0,1-1 2 16,11 2-1-16,1 0 4 0,1-1-2 16,-5 2-2-16,-6-4-2 0,-2-1 4 0,1 1-1 15,-5-2 0-15,1 1 2 0,0-2-2 16,-4 0 2-16,-5 0-3 0,-5 0 1 0,11-2-1 15,-2 2 4-15,3 0-3 0,6 0 1 16,0 2 0-16,0 0 0 0,3 2-4 0,7-1 4 16,-12 2-1-16,12 0 0 0,-9-1 3 15,-3 0-3-15,-4 0 1 0,-3 0 2 16,-8-1 0-16,-7-1-1 0,-4-2 4 16,1 1 8-16,-8-1 12 0,2 0 6 0,-1 0 1 15,0 0 0-15,-3 0-3 0,0-1-6 16,-1 1 4-16,-11 0-8 0,20-2-3 0,-10 0 1 15,-1 2-1-15,-9 0-4 0,16-1 3 16,-16 1-9-16,11 0 7 0,-11 0-12 16,0 0 2-16,13 0 0 0,-13 0 2 0,0 0-3 15,0 0 2-15,0 0 1 0,0 0-5 16,0 0 2-16,0 0 4 0,0 0-1 16,-40-4-4-16,19 2 1 0,-6-1 2 15,-9-2 2-15,-2 2-7 0,-5-3 6 0,-3 0-7 16,-11-3 0-16,-3 2 2 0,1 0 0 15,5 1 4-15,6 0-6 0,0 0 2 0,-10 0 1 16,9 1-4-16,-8-1 1 0,9 0 2 16,-8 0 2-16,-3 0-3 0,-2 0 2 0,-3 1-1 15,1-1 3-15,4 2-2 0,10 0-1 16,-3 0 4-16,2 2-2 0,1-2 3 0,1 2-2 16,-1-3-5-16,1 3-1 0,-2 0 3 15,5 0-2-15,2 0 3 0,-2-1-4 16,2-1 2-16,2 1 1 0,-2 1-4 15,0 0 9-15,2-3-6 0,-3 2-1 0,4 1 4 16,-4-3-2-16,-4 2 0 0,5-1 0 16,-1 1 3-16,-2-1 5 0,5 1 7 15,-4 1-2-15,6-1 8 0,-4 1-15 0,7 0 3 16,4 0 3-16,3 1-8 0,2-1 8 16,-1 2-4-16,-1-1 3 0,0 0 0 0,4 1-2 15,-2 0 2-15,4-3-2 0,0 3 1 16,-4 3-4-16,-2-3-2 0,1 0 0 0,-5 0 0 15,3-3 0-15,-1 6 3 0,3-3-3 16,0 0-4-16,-1 0 2 0,2 0 2 0,4 0 2 16,-2 0-1-16,-1 0-2 0,-1 0-3 15,-2-3 4-15,3 3-7 0,-2 0 2 0,-3 0 1 16,4-2 2-16,1 2-4 16,-1 0 4-16,-2-1 0 0,2 1 9 0,2 1-9 15,-1-1 1-15,0 0 1 0,-1 2-3 16,4-2 3-16,0 0-1 0,0 0-3 0,1-2-1 15,-2 2 2-15,-2 0 3 0,-3 0 1 16,0-1-3-16,1 1-1 0,-3 0 11 16,-10-2-12-16,1 2 2 0,5 0 0 0,4 0-2 15,1 0 0-15,-1 0 0 0,3-2 1 16,-1 4-1-16,3-2-1 0,-1 0-1 16,3 0 4-16,0 0-3 0,1 0 4 0,1 0-5 15,-1 2 1-15,0-4-2 0,-4 4 0 0,-2-2 5 16,3-2-5-16,-2 2 0 15,-1 0 3-15,-4 0 2 0,5 0-5 0,-2 0 7 16,-1 0-2-16,5 2-2 0,-3-2 2 16,0 0-6-16,6 0 11 0,-4 0-13 0,1 0 9 15,-3 0-5-15,9 1 3 0,-9-2 0 16,2 1 4-16,-1-2-1 0,-3 2-5 0,3 0 1 16,-14-2 0-16,3 0 1 0,7 2 1 15,-1-1 0-15,5-1-2 0,-3 0-2 16,3 1-1-16,-1 1 3 0,0-2-2 0,-1-1-5 15,-1 3 6-15,6-2-1 0,-7 2 2 16,-8-4-4-16,6 4 8 0,6-2-8 16,-10-1 2-16,-2 2 4 0,-1-3-3 15,2 2 0-15,-3-1 0 0,1 1 0 0,4 0 2 16,-5 1-5-16,1-1 9 0,3-1-4 16,6 1 0-16,3 0-4 0,-12 0 5 0,9 1 3 15,-7-4 2-15,6 5 16 0,7-2-1 16,2 0 2-16,1 2-1 0,1 0 7 0,3-1 2 15,0-1-10-15,4 2 5 0,0 0-4 16,-1 0 5-16,3 0 0 0,-1-2-8 0,0 4 12 16,0-4 6-16,-1 2 9 15,2 2 4-15,13-2-2 0,-19 0-1 0,9-2-1 16,10 2-3-16,-15 0-4 0,15 0 2 0,-11 2-2 16,11-2-8-16,0 0-3 0,-14-2-3 15,14 2-3-15,0 0-14 0,0 0-48 16,0 0-76-16,-15 0-101 0,15 0-128 0,0 0-197 15,0 0-73-15,0 0 73 0,0 0-286 16,0 0-313-16</inkml:trace>
  <inkml:trace contextRef="#ctx0" brushRef="#br0" timeOffset="1551.07">13150 9518 2359 0,'-26'-7'84'0,"2"0"-41"0,1 2 4 16,-2-2 52-16,0 1 48 0,2 0 32 0,0 0-3 15,6 1-5-15,2 1-13 0,3 0-9 16,5 3-15-16,7 1-16 0,0 0-8 16,0 0-10-16,0 0-3 0,68 14-5 15,-1-2-1-15,32 8-12 0,20 1-3 0,14 1-15 16,10-2 1-16,7 1-8 0,10-1-9 15,4-1 2-15,6 0-8 0,2-2-5 0,-5-1-3 16,-6-3-5-16,-6 0 2 0,-16-4-5 16,-13-1-1-16,-37-4-5 0,-14-1-4 0,-12-2-1 15,-19 1-6-15,-14-2-1 0,-7-2-3 16,-8-2-2-16,-7 2-3 0,-2 0 1 16,-6 2 3-16,0 0-2 0,-23-15-2 0,0 7 5 15,-15 0-3-15,-18-4 0 0,-3 1 4 16,-9-1-5-16,-11 2-3 0,-20-3 3 15,-7 0-1-15,1 3-1 0,-10 0 0 16,-7 1 2-16,-5-1-2 0,-10 3 3 0,-6 2 0 16,-2 0-2-16,0 0 0 0,1 3-2 15,-1-1 5-15,0-1 1 0,1 4 3 0,6 2 4 16,2 0 12-16,10-1 3 0,8 1 3 16,33 1 7-16,7 1 2 0,7-2-3 0,23-1 0 15,5 1-1-15,14 0 12 0,6 0-2 16,12-1 2-16,8 1 4 0,3-2 7 0,47 7-1 15,19 0-3-15,41 1-7 16,15 2-5-16,19-1 2 0,9-1-9 0,18 1-2 0,3-1 0 16,8-1-5-16,3-2 4 0,-5 1-7 15,-2-3 1-15,-6 0-2 0,-22-3-7 0,-20 0 2 16,-42-3-1-16,-14 2-1 16,-26-3-8-16,-20 0 0 0,-12-2 2 0,-13 0-3 15,0 6-1-15,-39-15-1 0,-13 3 1 16,-11 2 1-16,-9 0-3 0,-10-1 2 0,-23 0 2 15,23 5-4-15,6 3-2 0,9 1 0 16,20 0-28-16,13 2-56 0,5 4-46 16,8-1-84-16,6 3-120 0,7-2-143 0,6 2-226 15,2-6 49-15,3 10 71 0,8-5-359 16,2 2-423-16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3.xml"/><Relationship Id="rId7" Type="http://schemas.openxmlformats.org/officeDocument/2006/relationships/customXml" Target="../ink/ink4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10.xml"/><Relationship Id="rId7" Type="http://schemas.openxmlformats.org/officeDocument/2006/relationships/customXml" Target="../ink/ink11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customXml" Target="../ink/ink1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.xml"/><Relationship Id="rId25" Type="http://schemas.openxmlformats.org/officeDocument/2006/relationships/image" Target="../media/image3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24" Type="http://schemas.openxmlformats.org/officeDocument/2006/relationships/customXml" Target="../ink/ink17.xml"/><Relationship Id="rId23" Type="http://schemas.openxmlformats.org/officeDocument/2006/relationships/image" Target="../media/image33.png"/><Relationship Id="rId3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customXml" Target="../ink/ink20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Lecture 21</a:t>
            </a:r>
          </a:p>
        </p:txBody>
      </p:sp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9"/>
          <a:stretch/>
        </p:blipFill>
        <p:spPr>
          <a:xfrm rot="16200000">
            <a:off x="2965122" y="-2355843"/>
            <a:ext cx="6582944" cy="116009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6E24DB-9558-AA98-6182-DC41E531C664}"/>
                  </a:ext>
                </a:extLst>
              </p14:cNvPr>
              <p14:cNvContentPartPr/>
              <p14:nvPr/>
            </p14:nvContentPartPr>
            <p14:xfrm>
              <a:off x="6595560" y="1007280"/>
              <a:ext cx="3228840" cy="1284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6E24DB-9558-AA98-6182-DC41E531C6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6200" y="997920"/>
                <a:ext cx="3247560" cy="13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7DC3E6-95C8-277A-1B43-89AF030A639E}"/>
                  </a:ext>
                </a:extLst>
              </p14:cNvPr>
              <p14:cNvContentPartPr/>
              <p14:nvPr/>
            </p14:nvContentPartPr>
            <p14:xfrm>
              <a:off x="748080" y="205560"/>
              <a:ext cx="11118600" cy="5808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7DC3E6-95C8-277A-1B43-89AF030A63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720" y="196200"/>
                <a:ext cx="11137320" cy="58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47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8" r="3529"/>
          <a:stretch/>
        </p:blipFill>
        <p:spPr>
          <a:xfrm rot="16200000">
            <a:off x="3399931" y="-2506797"/>
            <a:ext cx="5551030" cy="116286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57DA585-AE8E-40F3-A3A9-D6D19FFD7CFC}"/>
                  </a:ext>
                </a:extLst>
              </p14:cNvPr>
              <p14:cNvContentPartPr/>
              <p14:nvPr/>
            </p14:nvContentPartPr>
            <p14:xfrm>
              <a:off x="4952880" y="4472640"/>
              <a:ext cx="819720" cy="10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57DA585-AE8E-40F3-A3A9-D6D19FFD7C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3520" y="4463280"/>
                <a:ext cx="8384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01AF84-84FA-D1AB-8AB1-2D54E2113BDE}"/>
                  </a:ext>
                </a:extLst>
              </p14:cNvPr>
              <p14:cNvContentPartPr/>
              <p14:nvPr/>
            </p14:nvContentPartPr>
            <p14:xfrm>
              <a:off x="726120" y="137160"/>
              <a:ext cx="10776600" cy="652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01AF84-84FA-D1AB-8AB1-2D54E2113B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6760" y="127800"/>
                <a:ext cx="10795320" cy="65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9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EFC1C9-1640-D0DA-D591-4B1B88C5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F7CBCE-382E-31BC-F9AA-EE6882FC31BF}"/>
                  </a:ext>
                </a:extLst>
              </p14:cNvPr>
              <p14:cNvContentPartPr/>
              <p14:nvPr/>
            </p14:nvContentPartPr>
            <p14:xfrm>
              <a:off x="598680" y="124560"/>
              <a:ext cx="10979640" cy="607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F7CBCE-382E-31BC-F9AA-EE6882FC31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320" y="115200"/>
                <a:ext cx="10998360" cy="60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71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46E6F-DBC1-8A98-1871-6C4FD2D2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6904CB-EE7E-CC08-D731-1BC8E19833F2}"/>
                  </a:ext>
                </a:extLst>
              </p14:cNvPr>
              <p14:cNvContentPartPr/>
              <p14:nvPr/>
            </p14:nvContentPartPr>
            <p14:xfrm>
              <a:off x="482040" y="300600"/>
              <a:ext cx="11360880" cy="612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6904CB-EE7E-CC08-D731-1BC8E19833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680" y="291240"/>
                <a:ext cx="11379600" cy="61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435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2" r="3497"/>
          <a:stretch/>
        </p:blipFill>
        <p:spPr>
          <a:xfrm rot="16200000">
            <a:off x="2823059" y="-2239304"/>
            <a:ext cx="6451134" cy="114704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75C4254-9712-B074-CB78-88CE243593BE}"/>
                  </a:ext>
                </a:extLst>
              </p14:cNvPr>
              <p14:cNvContentPartPr/>
              <p14:nvPr/>
            </p14:nvContentPartPr>
            <p14:xfrm>
              <a:off x="571680" y="830520"/>
              <a:ext cx="10778760" cy="5891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75C4254-9712-B074-CB78-88CE243593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2320" y="821160"/>
                <a:ext cx="10797480" cy="59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307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0" b="1266"/>
          <a:stretch/>
        </p:blipFill>
        <p:spPr>
          <a:xfrm rot="16200000">
            <a:off x="2914131" y="-2413246"/>
            <a:ext cx="6372355" cy="116373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B31965-F721-3225-1C52-260DDACF650F}"/>
                  </a:ext>
                </a:extLst>
              </p14:cNvPr>
              <p14:cNvContentPartPr/>
              <p14:nvPr/>
            </p14:nvContentPartPr>
            <p14:xfrm>
              <a:off x="677520" y="546480"/>
              <a:ext cx="10343160" cy="534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B31965-F721-3225-1C52-260DDACF65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160" y="537120"/>
                <a:ext cx="10361880" cy="536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4029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183722-377D-7B82-51C9-A4E375BE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73E320-E4F9-E3E4-E4A3-E6C6B325FDAC}"/>
                  </a:ext>
                </a:extLst>
              </p14:cNvPr>
              <p14:cNvContentPartPr/>
              <p14:nvPr/>
            </p14:nvContentPartPr>
            <p14:xfrm>
              <a:off x="1361880" y="650160"/>
              <a:ext cx="6451560" cy="497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73E320-E4F9-E3E4-E4A3-E6C6B325FD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2520" y="640800"/>
                <a:ext cx="6470280" cy="49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4299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5" t="-210" r="2034" b="1196"/>
          <a:stretch/>
        </p:blipFill>
        <p:spPr>
          <a:xfrm rot="16200000">
            <a:off x="2752356" y="-2487184"/>
            <a:ext cx="6454743" cy="117354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C92B90-9478-0C93-C919-4F112F8E3A38}"/>
                  </a:ext>
                </a:extLst>
              </p14:cNvPr>
              <p14:cNvContentPartPr/>
              <p14:nvPr/>
            </p14:nvContentPartPr>
            <p14:xfrm>
              <a:off x="4255920" y="6067440"/>
              <a:ext cx="2156760" cy="18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C92B90-9478-0C93-C919-4F112F8E3A3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46560" y="6058080"/>
                <a:ext cx="21754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98AD32-4DC6-E0FC-B71E-8E9ED7DC4DFA}"/>
                  </a:ext>
                </a:extLst>
              </p14:cNvPr>
              <p14:cNvContentPartPr/>
              <p14:nvPr/>
            </p14:nvContentPartPr>
            <p14:xfrm>
              <a:off x="229680" y="272160"/>
              <a:ext cx="11292480" cy="5539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98AD32-4DC6-E0FC-B71E-8E9ED7DC4D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0320" y="262800"/>
                <a:ext cx="11311200" cy="55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1540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87E551-362C-8932-46E0-BE99C1066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EB4E00-5CED-71F0-BB19-4A86E3130625}"/>
                  </a:ext>
                </a:extLst>
              </p14:cNvPr>
              <p14:cNvContentPartPr/>
              <p14:nvPr/>
            </p14:nvContentPartPr>
            <p14:xfrm>
              <a:off x="694440" y="491760"/>
              <a:ext cx="10555560" cy="5666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EB4E00-5CED-71F0-BB19-4A86E31306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080" y="482400"/>
                <a:ext cx="10574280" cy="56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400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11615" y="-2198454"/>
            <a:ext cx="6417141" cy="114227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65913" y="6178163"/>
            <a:ext cx="6496216" cy="679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9684A6-5104-4E5B-089E-7A4E3B7E2257}"/>
                  </a:ext>
                </a:extLst>
              </p14:cNvPr>
              <p14:cNvContentPartPr/>
              <p14:nvPr/>
            </p14:nvContentPartPr>
            <p14:xfrm>
              <a:off x="499320" y="670320"/>
              <a:ext cx="7032240" cy="1532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9684A6-5104-4E5B-089E-7A4E3B7E22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960" y="660960"/>
                <a:ext cx="7050960" cy="15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6BC1EB-2EBD-1A34-40DA-DE4C7CBD2160}"/>
                  </a:ext>
                </a:extLst>
              </p14:cNvPr>
              <p14:cNvContentPartPr/>
              <p14:nvPr/>
            </p14:nvContentPartPr>
            <p14:xfrm>
              <a:off x="1386360" y="405360"/>
              <a:ext cx="7572960" cy="6188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6BC1EB-2EBD-1A34-40DA-DE4C7CBD21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7000" y="396000"/>
                <a:ext cx="7591680" cy="62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8004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36" b="2626"/>
          <a:stretch/>
        </p:blipFill>
        <p:spPr>
          <a:xfrm rot="16200000">
            <a:off x="2720177" y="-2455001"/>
            <a:ext cx="6654279" cy="118706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8F2676-E3EC-0C52-95DF-E89E5DDBCA35}"/>
                  </a:ext>
                </a:extLst>
              </p14:cNvPr>
              <p14:cNvContentPartPr/>
              <p14:nvPr/>
            </p14:nvContentPartPr>
            <p14:xfrm>
              <a:off x="716760" y="2823840"/>
              <a:ext cx="7864560" cy="2307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8F2676-E3EC-0C52-95DF-E89E5DDBC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400" y="2814480"/>
                <a:ext cx="7883280" cy="23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9549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015F69-1201-B65A-85DB-C15D6686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3FF7847-61E1-E41B-075B-7671928D30D8}"/>
                  </a:ext>
                </a:extLst>
              </p14:cNvPr>
              <p14:cNvContentPartPr/>
              <p14:nvPr/>
            </p14:nvContentPartPr>
            <p14:xfrm>
              <a:off x="9471840" y="3276415"/>
              <a:ext cx="221400" cy="34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3FF7847-61E1-E41B-075B-7671928D30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65720" y="3270295"/>
                <a:ext cx="2336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91C7753-E3F3-53B2-D41D-4A0A979A5051}"/>
                  </a:ext>
                </a:extLst>
              </p14:cNvPr>
              <p14:cNvContentPartPr/>
              <p14:nvPr/>
            </p14:nvContentPartPr>
            <p14:xfrm>
              <a:off x="9432960" y="4504735"/>
              <a:ext cx="329400" cy="211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91C7753-E3F3-53B2-D41D-4A0A979A505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26840" y="4498615"/>
                <a:ext cx="3416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8BB1FB4-A8CA-184B-1EBA-C0B13028E911}"/>
                  </a:ext>
                </a:extLst>
              </p14:cNvPr>
              <p14:cNvContentPartPr/>
              <p14:nvPr/>
            </p14:nvContentPartPr>
            <p14:xfrm>
              <a:off x="4845840" y="5667175"/>
              <a:ext cx="278280" cy="85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8BB1FB4-A8CA-184B-1EBA-C0B13028E9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39720" y="5661055"/>
                <a:ext cx="290520" cy="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1227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286755" y="6070091"/>
            <a:ext cx="1201420" cy="344805"/>
            <a:chOff x="5286755" y="6070091"/>
            <a:chExt cx="1201420" cy="344805"/>
          </a:xfrm>
        </p:grpSpPr>
        <p:sp>
          <p:nvSpPr>
            <p:cNvPr id="4" name="object 4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1175003" y="0"/>
                  </a:moveTo>
                  <a:lnTo>
                    <a:pt x="0" y="0"/>
                  </a:lnTo>
                  <a:lnTo>
                    <a:pt x="0" y="318515"/>
                  </a:lnTo>
                  <a:lnTo>
                    <a:pt x="1175003" y="318515"/>
                  </a:lnTo>
                  <a:lnTo>
                    <a:pt x="1175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99709" y="6083045"/>
              <a:ext cx="1175385" cy="318770"/>
            </a:xfrm>
            <a:custGeom>
              <a:avLst/>
              <a:gdLst/>
              <a:ahLst/>
              <a:cxnLst/>
              <a:rect l="l" t="t" r="r" b="b"/>
              <a:pathLst>
                <a:path w="1175385" h="318770">
                  <a:moveTo>
                    <a:pt x="0" y="318515"/>
                  </a:moveTo>
                  <a:lnTo>
                    <a:pt x="1175003" y="318515"/>
                  </a:lnTo>
                  <a:lnTo>
                    <a:pt x="1175003" y="0"/>
                  </a:lnTo>
                  <a:lnTo>
                    <a:pt x="0" y="0"/>
                  </a:lnTo>
                  <a:lnTo>
                    <a:pt x="0" y="31851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9060" y="140207"/>
            <a:ext cx="990600" cy="6383020"/>
            <a:chOff x="99060" y="140207"/>
            <a:chExt cx="990600" cy="6383020"/>
          </a:xfrm>
        </p:grpSpPr>
        <p:sp>
          <p:nvSpPr>
            <p:cNvPr id="10" name="object 10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964692" y="0"/>
                  </a:moveTo>
                  <a:lnTo>
                    <a:pt x="0" y="0"/>
                  </a:lnTo>
                  <a:lnTo>
                    <a:pt x="0" y="6356603"/>
                  </a:lnTo>
                  <a:lnTo>
                    <a:pt x="964692" y="6356603"/>
                  </a:lnTo>
                  <a:lnTo>
                    <a:pt x="9646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14" y="153161"/>
              <a:ext cx="965200" cy="6356985"/>
            </a:xfrm>
            <a:custGeom>
              <a:avLst/>
              <a:gdLst/>
              <a:ahLst/>
              <a:cxnLst/>
              <a:rect l="l" t="t" r="r" b="b"/>
              <a:pathLst>
                <a:path w="965200" h="6356984">
                  <a:moveTo>
                    <a:pt x="0" y="6356603"/>
                  </a:moveTo>
                  <a:lnTo>
                    <a:pt x="964692" y="6356603"/>
                  </a:lnTo>
                  <a:lnTo>
                    <a:pt x="964692" y="0"/>
                  </a:lnTo>
                  <a:lnTo>
                    <a:pt x="0" y="0"/>
                  </a:lnTo>
                  <a:lnTo>
                    <a:pt x="0" y="635660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3" t="122" r="1193" b="2836"/>
          <a:stretch/>
        </p:blipFill>
        <p:spPr>
          <a:xfrm rot="16200000">
            <a:off x="2752196" y="-2400252"/>
            <a:ext cx="6494129" cy="116009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07A896-83D7-B487-FF00-E2071C73616D}"/>
                  </a:ext>
                </a:extLst>
              </p14:cNvPr>
              <p14:cNvContentPartPr/>
              <p14:nvPr/>
            </p14:nvContentPartPr>
            <p14:xfrm>
              <a:off x="685800" y="175680"/>
              <a:ext cx="5830200" cy="3152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07A896-83D7-B487-FF00-E2071C7361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440" y="166320"/>
                <a:ext cx="5848920" cy="31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AA3E29-22A0-66B3-C7AC-5E2B7910A124}"/>
                  </a:ext>
                </a:extLst>
              </p14:cNvPr>
              <p14:cNvContentPartPr/>
              <p14:nvPr/>
            </p14:nvContentPartPr>
            <p14:xfrm>
              <a:off x="4463640" y="2977920"/>
              <a:ext cx="2665800" cy="526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AA3E29-22A0-66B3-C7AC-5E2B7910A1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54280" y="2968560"/>
                <a:ext cx="2684520" cy="54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683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4499</TotalTime>
  <Words>33</Words>
  <Application>Microsoft Office PowerPoint</Application>
  <PresentationFormat>Widescreen</PresentationFormat>
  <Paragraphs>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Aptos</vt:lpstr>
      <vt:lpstr>Arial</vt:lpstr>
      <vt:lpstr>Aptos Display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155</cp:revision>
  <dcterms:created xsi:type="dcterms:W3CDTF">2023-01-02T04:30:03Z</dcterms:created>
  <dcterms:modified xsi:type="dcterms:W3CDTF">2025-11-02T03:43:58Z</dcterms:modified>
</cp:coreProperties>
</file>